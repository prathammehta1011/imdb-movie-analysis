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sldIdLst>
    <p:sldId id="256" r:id="rId2"/>
    <p:sldId id="261" r:id="rId3"/>
    <p:sldId id="263" r:id="rId4"/>
    <p:sldId id="265" r:id="rId5"/>
    <p:sldId id="268" r:id="rId6"/>
    <p:sldId id="269" r:id="rId7"/>
    <p:sldId id="270" r:id="rId8"/>
    <p:sldId id="271" r:id="rId9"/>
    <p:sldId id="272" r:id="rId10"/>
    <p:sldId id="273" r:id="rId11"/>
    <p:sldId id="2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C923C-7210-471A-81A2-FBC628887DCA}"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18406579-E021-4E77-896D-51E6A5CF6AD5}">
      <dgm:prSet/>
      <dgm:spPr/>
      <dgm:t>
        <a:bodyPr/>
        <a:lstStyle/>
        <a:p>
          <a:r>
            <a:rPr lang="en-US" dirty="0"/>
            <a:t>In this project, we'll take on the role of a Data Analyst. </a:t>
          </a:r>
          <a:r>
            <a:rPr lang="en-US" b="0" i="0" dirty="0"/>
            <a:t>As a data analyst, we’ll be given a dataset containing movie records. The job is to analyze this data and answer certain questions that can help the company make better decisions.</a:t>
          </a:r>
          <a:endParaRPr lang="en-US" dirty="0"/>
        </a:p>
      </dgm:t>
    </dgm:pt>
    <dgm:pt modelId="{3038B076-F6D6-4BBB-BEA8-8D0EA1765D44}" type="parTrans" cxnId="{FF93C9AB-DE96-4239-A943-7C195FA0ECD8}">
      <dgm:prSet/>
      <dgm:spPr/>
      <dgm:t>
        <a:bodyPr/>
        <a:lstStyle/>
        <a:p>
          <a:endParaRPr lang="en-US"/>
        </a:p>
      </dgm:t>
    </dgm:pt>
    <dgm:pt modelId="{37938CB8-0ECD-498B-BC64-3B04145FFAF8}" type="sibTrans" cxnId="{FF93C9AB-DE96-4239-A943-7C195FA0ECD8}">
      <dgm:prSet/>
      <dgm:spPr/>
      <dgm:t>
        <a:bodyPr/>
        <a:lstStyle/>
        <a:p>
          <a:endParaRPr lang="en-US"/>
        </a:p>
      </dgm:t>
    </dgm:pt>
    <dgm:pt modelId="{5AF16842-B345-4532-A3C9-7CD3E60D0354}">
      <dgm:prSet/>
      <dgm:spPr/>
      <dgm:t>
        <a:bodyPr/>
        <a:lstStyle/>
        <a:p>
          <a:r>
            <a:rPr lang="en-US" dirty="0"/>
            <a:t>Our goal is to use your EXCEL skills to analyze the data of the Movies and understand why and which films are running successfully. We need to gather insights and help stakeholders to make informed decisions on the next movie.</a:t>
          </a:r>
        </a:p>
      </dgm:t>
    </dgm:pt>
    <dgm:pt modelId="{654B535A-1B05-4206-AB15-DC5D1BBD74A4}" type="parTrans" cxnId="{E926B828-708E-4D23-8D47-6A72C2C863F8}">
      <dgm:prSet/>
      <dgm:spPr/>
      <dgm:t>
        <a:bodyPr/>
        <a:lstStyle/>
        <a:p>
          <a:endParaRPr lang="en-US"/>
        </a:p>
      </dgm:t>
    </dgm:pt>
    <dgm:pt modelId="{6845AEF2-313E-47B4-8F90-447357F373B9}" type="sibTrans" cxnId="{E926B828-708E-4D23-8D47-6A72C2C863F8}">
      <dgm:prSet/>
      <dgm:spPr/>
      <dgm:t>
        <a:bodyPr/>
        <a:lstStyle/>
        <a:p>
          <a:endParaRPr lang="en-US"/>
        </a:p>
      </dgm:t>
    </dgm:pt>
    <dgm:pt modelId="{B0126BEF-BD02-4E5C-9BA7-24D57DF8C7DD}" type="pres">
      <dgm:prSet presAssocID="{8AAC923C-7210-471A-81A2-FBC628887DCA}" presName="root" presStyleCnt="0">
        <dgm:presLayoutVars>
          <dgm:dir/>
          <dgm:resizeHandles val="exact"/>
        </dgm:presLayoutVars>
      </dgm:prSet>
      <dgm:spPr/>
    </dgm:pt>
    <dgm:pt modelId="{888711E8-9170-4489-A887-6080490C511F}" type="pres">
      <dgm:prSet presAssocID="{18406579-E021-4E77-896D-51E6A5CF6AD5}" presName="compNode" presStyleCnt="0"/>
      <dgm:spPr/>
    </dgm:pt>
    <dgm:pt modelId="{61202A66-6DB3-49EB-B169-C2355EDDD965}" type="pres">
      <dgm:prSet presAssocID="{18406579-E021-4E77-896D-51E6A5CF6AD5}" presName="bgRect" presStyleLbl="bgShp" presStyleIdx="0" presStyleCnt="2"/>
      <dgm:spPr/>
    </dgm:pt>
    <dgm:pt modelId="{0942C42A-0485-4E22-A57A-75175B05B7CD}" type="pres">
      <dgm:prSet presAssocID="{18406579-E021-4E77-896D-51E6A5CF6AD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5EC74699-7EEF-4673-B9CE-A890B23EEF53}" type="pres">
      <dgm:prSet presAssocID="{18406579-E021-4E77-896D-51E6A5CF6AD5}" presName="spaceRect" presStyleCnt="0"/>
      <dgm:spPr/>
    </dgm:pt>
    <dgm:pt modelId="{E50C23F6-C5E8-474E-BD92-C18B79DC6BC1}" type="pres">
      <dgm:prSet presAssocID="{18406579-E021-4E77-896D-51E6A5CF6AD5}" presName="parTx" presStyleLbl="revTx" presStyleIdx="0" presStyleCnt="2">
        <dgm:presLayoutVars>
          <dgm:chMax val="0"/>
          <dgm:chPref val="0"/>
        </dgm:presLayoutVars>
      </dgm:prSet>
      <dgm:spPr/>
    </dgm:pt>
    <dgm:pt modelId="{D1104B7E-C939-4B1F-A6B6-1313A9E953B7}" type="pres">
      <dgm:prSet presAssocID="{37938CB8-0ECD-498B-BC64-3B04145FFAF8}" presName="sibTrans" presStyleCnt="0"/>
      <dgm:spPr/>
    </dgm:pt>
    <dgm:pt modelId="{27C3A08A-E591-4A0A-A5F3-4C6474CD4B55}" type="pres">
      <dgm:prSet presAssocID="{5AF16842-B345-4532-A3C9-7CD3E60D0354}" presName="compNode" presStyleCnt="0"/>
      <dgm:spPr/>
    </dgm:pt>
    <dgm:pt modelId="{CA84FB1A-C5E2-4370-A44D-BC3B9CFA1314}" type="pres">
      <dgm:prSet presAssocID="{5AF16842-B345-4532-A3C9-7CD3E60D0354}" presName="bgRect" presStyleLbl="bgShp" presStyleIdx="1" presStyleCnt="2"/>
      <dgm:spPr/>
    </dgm:pt>
    <dgm:pt modelId="{F395CA54-0447-4EEC-AD57-0252E85056DB}" type="pres">
      <dgm:prSet presAssocID="{5AF16842-B345-4532-A3C9-7CD3E60D035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3F67BD47-AA0E-4B42-859A-C0550EC3D6FE}" type="pres">
      <dgm:prSet presAssocID="{5AF16842-B345-4532-A3C9-7CD3E60D0354}" presName="spaceRect" presStyleCnt="0"/>
      <dgm:spPr/>
    </dgm:pt>
    <dgm:pt modelId="{B0CDBC13-A076-44DB-98BA-5BBEF1D6B096}" type="pres">
      <dgm:prSet presAssocID="{5AF16842-B345-4532-A3C9-7CD3E60D0354}" presName="parTx" presStyleLbl="revTx" presStyleIdx="1" presStyleCnt="2">
        <dgm:presLayoutVars>
          <dgm:chMax val="0"/>
          <dgm:chPref val="0"/>
        </dgm:presLayoutVars>
      </dgm:prSet>
      <dgm:spPr/>
    </dgm:pt>
  </dgm:ptLst>
  <dgm:cxnLst>
    <dgm:cxn modelId="{E926B828-708E-4D23-8D47-6A72C2C863F8}" srcId="{8AAC923C-7210-471A-81A2-FBC628887DCA}" destId="{5AF16842-B345-4532-A3C9-7CD3E60D0354}" srcOrd="1" destOrd="0" parTransId="{654B535A-1B05-4206-AB15-DC5D1BBD74A4}" sibTransId="{6845AEF2-313E-47B4-8F90-447357F373B9}"/>
    <dgm:cxn modelId="{3CDB78AA-C0AA-454E-ABD8-98CAD6C84A1C}" type="presOf" srcId="{8AAC923C-7210-471A-81A2-FBC628887DCA}" destId="{B0126BEF-BD02-4E5C-9BA7-24D57DF8C7DD}" srcOrd="0" destOrd="0" presId="urn:microsoft.com/office/officeart/2018/2/layout/IconVerticalSolidList"/>
    <dgm:cxn modelId="{FF93C9AB-DE96-4239-A943-7C195FA0ECD8}" srcId="{8AAC923C-7210-471A-81A2-FBC628887DCA}" destId="{18406579-E021-4E77-896D-51E6A5CF6AD5}" srcOrd="0" destOrd="0" parTransId="{3038B076-F6D6-4BBB-BEA8-8D0EA1765D44}" sibTransId="{37938CB8-0ECD-498B-BC64-3B04145FFAF8}"/>
    <dgm:cxn modelId="{6904E1C6-D1A8-4CCA-AE58-A0102FEAD86B}" type="presOf" srcId="{5AF16842-B345-4532-A3C9-7CD3E60D0354}" destId="{B0CDBC13-A076-44DB-98BA-5BBEF1D6B096}" srcOrd="0" destOrd="0" presId="urn:microsoft.com/office/officeart/2018/2/layout/IconVerticalSolidList"/>
    <dgm:cxn modelId="{599455F7-9EFD-4C66-B98A-FD0D71669FD1}" type="presOf" srcId="{18406579-E021-4E77-896D-51E6A5CF6AD5}" destId="{E50C23F6-C5E8-474E-BD92-C18B79DC6BC1}" srcOrd="0" destOrd="0" presId="urn:microsoft.com/office/officeart/2018/2/layout/IconVerticalSolidList"/>
    <dgm:cxn modelId="{094AAB7D-36CC-490A-A40A-7ABF168694A5}" type="presParOf" srcId="{B0126BEF-BD02-4E5C-9BA7-24D57DF8C7DD}" destId="{888711E8-9170-4489-A887-6080490C511F}" srcOrd="0" destOrd="0" presId="urn:microsoft.com/office/officeart/2018/2/layout/IconVerticalSolidList"/>
    <dgm:cxn modelId="{17D51967-10EA-4C42-A712-013ED3467471}" type="presParOf" srcId="{888711E8-9170-4489-A887-6080490C511F}" destId="{61202A66-6DB3-49EB-B169-C2355EDDD965}" srcOrd="0" destOrd="0" presId="urn:microsoft.com/office/officeart/2018/2/layout/IconVerticalSolidList"/>
    <dgm:cxn modelId="{54835DBC-29DC-4B00-8287-31ECB0F842AC}" type="presParOf" srcId="{888711E8-9170-4489-A887-6080490C511F}" destId="{0942C42A-0485-4E22-A57A-75175B05B7CD}" srcOrd="1" destOrd="0" presId="urn:microsoft.com/office/officeart/2018/2/layout/IconVerticalSolidList"/>
    <dgm:cxn modelId="{2CD171E2-48EF-4F9E-9810-DA1384FD6EAE}" type="presParOf" srcId="{888711E8-9170-4489-A887-6080490C511F}" destId="{5EC74699-7EEF-4673-B9CE-A890B23EEF53}" srcOrd="2" destOrd="0" presId="urn:microsoft.com/office/officeart/2018/2/layout/IconVerticalSolidList"/>
    <dgm:cxn modelId="{BB455D31-7F1A-4EAD-B8EE-284E6662E5AE}" type="presParOf" srcId="{888711E8-9170-4489-A887-6080490C511F}" destId="{E50C23F6-C5E8-474E-BD92-C18B79DC6BC1}" srcOrd="3" destOrd="0" presId="urn:microsoft.com/office/officeart/2018/2/layout/IconVerticalSolidList"/>
    <dgm:cxn modelId="{F6C2144E-DC12-45F5-A115-1FCA46979203}" type="presParOf" srcId="{B0126BEF-BD02-4E5C-9BA7-24D57DF8C7DD}" destId="{D1104B7E-C939-4B1F-A6B6-1313A9E953B7}" srcOrd="1" destOrd="0" presId="urn:microsoft.com/office/officeart/2018/2/layout/IconVerticalSolidList"/>
    <dgm:cxn modelId="{90A2B6CD-2324-441B-93B0-2A3A012330E6}" type="presParOf" srcId="{B0126BEF-BD02-4E5C-9BA7-24D57DF8C7DD}" destId="{27C3A08A-E591-4A0A-A5F3-4C6474CD4B55}" srcOrd="2" destOrd="0" presId="urn:microsoft.com/office/officeart/2018/2/layout/IconVerticalSolidList"/>
    <dgm:cxn modelId="{134DD048-D2FD-4CF8-BEC3-E866F574FE6F}" type="presParOf" srcId="{27C3A08A-E591-4A0A-A5F3-4C6474CD4B55}" destId="{CA84FB1A-C5E2-4370-A44D-BC3B9CFA1314}" srcOrd="0" destOrd="0" presId="urn:microsoft.com/office/officeart/2018/2/layout/IconVerticalSolidList"/>
    <dgm:cxn modelId="{9B1B0CF6-1D41-4B39-9931-7637CEBC4F0B}" type="presParOf" srcId="{27C3A08A-E591-4A0A-A5F3-4C6474CD4B55}" destId="{F395CA54-0447-4EEC-AD57-0252E85056DB}" srcOrd="1" destOrd="0" presId="urn:microsoft.com/office/officeart/2018/2/layout/IconVerticalSolidList"/>
    <dgm:cxn modelId="{92A2EF6A-D0A3-4C85-B04F-6F3787E45888}" type="presParOf" srcId="{27C3A08A-E591-4A0A-A5F3-4C6474CD4B55}" destId="{3F67BD47-AA0E-4B42-859A-C0550EC3D6FE}" srcOrd="2" destOrd="0" presId="urn:microsoft.com/office/officeart/2018/2/layout/IconVerticalSolidList"/>
    <dgm:cxn modelId="{65BAC61F-F011-45C3-A4C8-520AECA9C031}" type="presParOf" srcId="{27C3A08A-E591-4A0A-A5F3-4C6474CD4B55}" destId="{B0CDBC13-A076-44DB-98BA-5BBEF1D6B09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30D167-8A9E-4EF1-B062-D4BEBB06B38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9403D7A-A2E2-4393-959D-B5EE47D8ECAC}">
      <dgm:prSet/>
      <dgm:spPr/>
      <dgm:t>
        <a:bodyPr/>
        <a:lstStyle/>
        <a:p>
          <a:pPr>
            <a:lnSpc>
              <a:spcPct val="100000"/>
            </a:lnSpc>
          </a:pPr>
          <a:r>
            <a:rPr lang="en-US"/>
            <a:t>The approach will be using the powerful EXCEL tools like Functions, tables and charts to gain insights from the given dataset.</a:t>
          </a:r>
        </a:p>
      </dgm:t>
    </dgm:pt>
    <dgm:pt modelId="{C1E2633C-753E-4CD5-9B5D-68DF0703EB99}" type="parTrans" cxnId="{0AB39799-0BEB-4381-81B1-E9122B571787}">
      <dgm:prSet/>
      <dgm:spPr/>
      <dgm:t>
        <a:bodyPr/>
        <a:lstStyle/>
        <a:p>
          <a:endParaRPr lang="en-US"/>
        </a:p>
      </dgm:t>
    </dgm:pt>
    <dgm:pt modelId="{40F64FE1-66E0-427A-822F-914D45DED11A}" type="sibTrans" cxnId="{0AB39799-0BEB-4381-81B1-E9122B571787}">
      <dgm:prSet/>
      <dgm:spPr/>
      <dgm:t>
        <a:bodyPr/>
        <a:lstStyle/>
        <a:p>
          <a:endParaRPr lang="en-US"/>
        </a:p>
      </dgm:t>
    </dgm:pt>
    <dgm:pt modelId="{4D169116-4458-41DA-9720-2E2FEE042C03}">
      <dgm:prSet/>
      <dgm:spPr/>
      <dgm:t>
        <a:bodyPr/>
        <a:lstStyle/>
        <a:p>
          <a:pPr>
            <a:lnSpc>
              <a:spcPct val="100000"/>
            </a:lnSpc>
          </a:pPr>
          <a:r>
            <a:rPr lang="en-US"/>
            <a:t>With the help of the graphs and charts we will make the analyzes more pictorial and easier to understand to gather insights.</a:t>
          </a:r>
        </a:p>
      </dgm:t>
    </dgm:pt>
    <dgm:pt modelId="{204AC688-B2E9-4813-81E3-17009F8B23AC}" type="parTrans" cxnId="{E3E35D84-F8A0-4ACB-94F0-E45124B76DA0}">
      <dgm:prSet/>
      <dgm:spPr/>
      <dgm:t>
        <a:bodyPr/>
        <a:lstStyle/>
        <a:p>
          <a:endParaRPr lang="en-US"/>
        </a:p>
      </dgm:t>
    </dgm:pt>
    <dgm:pt modelId="{4273A84B-5DDB-4067-8C38-FAA8E90323CA}" type="sibTrans" cxnId="{E3E35D84-F8A0-4ACB-94F0-E45124B76DA0}">
      <dgm:prSet/>
      <dgm:spPr/>
      <dgm:t>
        <a:bodyPr/>
        <a:lstStyle/>
        <a:p>
          <a:endParaRPr lang="en-US"/>
        </a:p>
      </dgm:t>
    </dgm:pt>
    <dgm:pt modelId="{028E727A-9AA4-4BE5-94AF-AFFD984F79AF}" type="pres">
      <dgm:prSet presAssocID="{E130D167-8A9E-4EF1-B062-D4BEBB06B389}" presName="root" presStyleCnt="0">
        <dgm:presLayoutVars>
          <dgm:dir/>
          <dgm:resizeHandles val="exact"/>
        </dgm:presLayoutVars>
      </dgm:prSet>
      <dgm:spPr/>
    </dgm:pt>
    <dgm:pt modelId="{05740015-AC2D-43D5-9E40-6909C895B0AB}" type="pres">
      <dgm:prSet presAssocID="{F9403D7A-A2E2-4393-959D-B5EE47D8ECAC}" presName="compNode" presStyleCnt="0"/>
      <dgm:spPr/>
    </dgm:pt>
    <dgm:pt modelId="{04BE2BD8-42FE-4D05-A982-2D9CB9D8A314}" type="pres">
      <dgm:prSet presAssocID="{F9403D7A-A2E2-4393-959D-B5EE47D8ECAC}" presName="bgRect" presStyleLbl="bgShp" presStyleIdx="0" presStyleCnt="2"/>
      <dgm:spPr/>
    </dgm:pt>
    <dgm:pt modelId="{1404C04C-524E-4FF2-BB98-80F5BF31286D}" type="pres">
      <dgm:prSet presAssocID="{F9403D7A-A2E2-4393-959D-B5EE47D8ECA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51144480-47B5-49EF-9645-BE8F52962826}" type="pres">
      <dgm:prSet presAssocID="{F9403D7A-A2E2-4393-959D-B5EE47D8ECAC}" presName="spaceRect" presStyleCnt="0"/>
      <dgm:spPr/>
    </dgm:pt>
    <dgm:pt modelId="{F549653C-081B-4EB4-8F3A-14464806A730}" type="pres">
      <dgm:prSet presAssocID="{F9403D7A-A2E2-4393-959D-B5EE47D8ECAC}" presName="parTx" presStyleLbl="revTx" presStyleIdx="0" presStyleCnt="2">
        <dgm:presLayoutVars>
          <dgm:chMax val="0"/>
          <dgm:chPref val="0"/>
        </dgm:presLayoutVars>
      </dgm:prSet>
      <dgm:spPr/>
    </dgm:pt>
    <dgm:pt modelId="{E5689499-DDB0-42C3-A623-8FAD9A4DFB56}" type="pres">
      <dgm:prSet presAssocID="{40F64FE1-66E0-427A-822F-914D45DED11A}" presName="sibTrans" presStyleCnt="0"/>
      <dgm:spPr/>
    </dgm:pt>
    <dgm:pt modelId="{142299F1-B07B-4035-8D8A-DEAA72244365}" type="pres">
      <dgm:prSet presAssocID="{4D169116-4458-41DA-9720-2E2FEE042C03}" presName="compNode" presStyleCnt="0"/>
      <dgm:spPr/>
    </dgm:pt>
    <dgm:pt modelId="{647555E7-187C-4E15-9B20-B49676414953}" type="pres">
      <dgm:prSet presAssocID="{4D169116-4458-41DA-9720-2E2FEE042C03}" presName="bgRect" presStyleLbl="bgShp" presStyleIdx="1" presStyleCnt="2"/>
      <dgm:spPr/>
    </dgm:pt>
    <dgm:pt modelId="{483527A2-2AB7-4A56-8730-6AF642BE87A9}" type="pres">
      <dgm:prSet presAssocID="{4D169116-4458-41DA-9720-2E2FEE042C0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Pie Chart"/>
        </a:ext>
      </dgm:extLst>
    </dgm:pt>
    <dgm:pt modelId="{AEC9793B-0512-41D4-92ED-A6EAC98AA7AF}" type="pres">
      <dgm:prSet presAssocID="{4D169116-4458-41DA-9720-2E2FEE042C03}" presName="spaceRect" presStyleCnt="0"/>
      <dgm:spPr/>
    </dgm:pt>
    <dgm:pt modelId="{87A00EA2-7303-4343-B128-53A56A63488F}" type="pres">
      <dgm:prSet presAssocID="{4D169116-4458-41DA-9720-2E2FEE042C03}" presName="parTx" presStyleLbl="revTx" presStyleIdx="1" presStyleCnt="2">
        <dgm:presLayoutVars>
          <dgm:chMax val="0"/>
          <dgm:chPref val="0"/>
        </dgm:presLayoutVars>
      </dgm:prSet>
      <dgm:spPr/>
    </dgm:pt>
  </dgm:ptLst>
  <dgm:cxnLst>
    <dgm:cxn modelId="{E3E35D84-F8A0-4ACB-94F0-E45124B76DA0}" srcId="{E130D167-8A9E-4EF1-B062-D4BEBB06B389}" destId="{4D169116-4458-41DA-9720-2E2FEE042C03}" srcOrd="1" destOrd="0" parTransId="{204AC688-B2E9-4813-81E3-17009F8B23AC}" sibTransId="{4273A84B-5DDB-4067-8C38-FAA8E90323CA}"/>
    <dgm:cxn modelId="{0AB39799-0BEB-4381-81B1-E9122B571787}" srcId="{E130D167-8A9E-4EF1-B062-D4BEBB06B389}" destId="{F9403D7A-A2E2-4393-959D-B5EE47D8ECAC}" srcOrd="0" destOrd="0" parTransId="{C1E2633C-753E-4CD5-9B5D-68DF0703EB99}" sibTransId="{40F64FE1-66E0-427A-822F-914D45DED11A}"/>
    <dgm:cxn modelId="{0695C0B6-D671-4809-99F4-29C5D67F2662}" type="presOf" srcId="{E130D167-8A9E-4EF1-B062-D4BEBB06B389}" destId="{028E727A-9AA4-4BE5-94AF-AFFD984F79AF}" srcOrd="0" destOrd="0" presId="urn:microsoft.com/office/officeart/2018/2/layout/IconVerticalSolidList"/>
    <dgm:cxn modelId="{67FE62D1-BAC5-4DB8-9BBD-FD090A7B72A3}" type="presOf" srcId="{F9403D7A-A2E2-4393-959D-B5EE47D8ECAC}" destId="{F549653C-081B-4EB4-8F3A-14464806A730}" srcOrd="0" destOrd="0" presId="urn:microsoft.com/office/officeart/2018/2/layout/IconVerticalSolidList"/>
    <dgm:cxn modelId="{1E9B76EB-1D22-4E57-B176-1CC4C36D2FA7}" type="presOf" srcId="{4D169116-4458-41DA-9720-2E2FEE042C03}" destId="{87A00EA2-7303-4343-B128-53A56A63488F}" srcOrd="0" destOrd="0" presId="urn:microsoft.com/office/officeart/2018/2/layout/IconVerticalSolidList"/>
    <dgm:cxn modelId="{67D19A59-3959-46CB-8AEB-9839A1F5356A}" type="presParOf" srcId="{028E727A-9AA4-4BE5-94AF-AFFD984F79AF}" destId="{05740015-AC2D-43D5-9E40-6909C895B0AB}" srcOrd="0" destOrd="0" presId="urn:microsoft.com/office/officeart/2018/2/layout/IconVerticalSolidList"/>
    <dgm:cxn modelId="{C0F6EEAA-FA1B-492B-9A7C-6FEC3EB08090}" type="presParOf" srcId="{05740015-AC2D-43D5-9E40-6909C895B0AB}" destId="{04BE2BD8-42FE-4D05-A982-2D9CB9D8A314}" srcOrd="0" destOrd="0" presId="urn:microsoft.com/office/officeart/2018/2/layout/IconVerticalSolidList"/>
    <dgm:cxn modelId="{8099E7D6-A51C-4AF4-BE82-DD0B2785DF58}" type="presParOf" srcId="{05740015-AC2D-43D5-9E40-6909C895B0AB}" destId="{1404C04C-524E-4FF2-BB98-80F5BF31286D}" srcOrd="1" destOrd="0" presId="urn:microsoft.com/office/officeart/2018/2/layout/IconVerticalSolidList"/>
    <dgm:cxn modelId="{0B075D01-6193-4543-85B8-EAA04536CAB4}" type="presParOf" srcId="{05740015-AC2D-43D5-9E40-6909C895B0AB}" destId="{51144480-47B5-49EF-9645-BE8F52962826}" srcOrd="2" destOrd="0" presId="urn:microsoft.com/office/officeart/2018/2/layout/IconVerticalSolidList"/>
    <dgm:cxn modelId="{A39EE7CA-2F66-40C1-8959-9A4821D54F7C}" type="presParOf" srcId="{05740015-AC2D-43D5-9E40-6909C895B0AB}" destId="{F549653C-081B-4EB4-8F3A-14464806A730}" srcOrd="3" destOrd="0" presId="urn:microsoft.com/office/officeart/2018/2/layout/IconVerticalSolidList"/>
    <dgm:cxn modelId="{3DECAA7E-10E6-4E86-8BE7-10BAAA5ABEDD}" type="presParOf" srcId="{028E727A-9AA4-4BE5-94AF-AFFD984F79AF}" destId="{E5689499-DDB0-42C3-A623-8FAD9A4DFB56}" srcOrd="1" destOrd="0" presId="urn:microsoft.com/office/officeart/2018/2/layout/IconVerticalSolidList"/>
    <dgm:cxn modelId="{2674E475-8430-4E1F-A06A-2D7A5D75DB86}" type="presParOf" srcId="{028E727A-9AA4-4BE5-94AF-AFFD984F79AF}" destId="{142299F1-B07B-4035-8D8A-DEAA72244365}" srcOrd="2" destOrd="0" presId="urn:microsoft.com/office/officeart/2018/2/layout/IconVerticalSolidList"/>
    <dgm:cxn modelId="{4B307CF1-0589-49E5-8071-17B53068A08B}" type="presParOf" srcId="{142299F1-B07B-4035-8D8A-DEAA72244365}" destId="{647555E7-187C-4E15-9B20-B49676414953}" srcOrd="0" destOrd="0" presId="urn:microsoft.com/office/officeart/2018/2/layout/IconVerticalSolidList"/>
    <dgm:cxn modelId="{4F243ACE-7ADE-453D-A4E9-60218E59C084}" type="presParOf" srcId="{142299F1-B07B-4035-8D8A-DEAA72244365}" destId="{483527A2-2AB7-4A56-8730-6AF642BE87A9}" srcOrd="1" destOrd="0" presId="urn:microsoft.com/office/officeart/2018/2/layout/IconVerticalSolidList"/>
    <dgm:cxn modelId="{4E5598F7-327D-4631-8EA3-20EAD83D298B}" type="presParOf" srcId="{142299F1-B07B-4035-8D8A-DEAA72244365}" destId="{AEC9793B-0512-41D4-92ED-A6EAC98AA7AF}" srcOrd="2" destOrd="0" presId="urn:microsoft.com/office/officeart/2018/2/layout/IconVerticalSolidList"/>
    <dgm:cxn modelId="{E95734FA-3D83-43D9-BD32-2D4BA09E8328}" type="presParOf" srcId="{142299F1-B07B-4035-8D8A-DEAA72244365}" destId="{87A00EA2-7303-4343-B128-53A56A63488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8780DC-089B-4A50-80A3-7AD20D6FEB0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A041A17-32AF-48F3-AE77-31696256963B}">
      <dgm:prSet/>
      <dgm:spPr/>
      <dgm:t>
        <a:bodyPr/>
        <a:lstStyle/>
        <a:p>
          <a:pPr>
            <a:lnSpc>
              <a:spcPct val="100000"/>
            </a:lnSpc>
          </a:pPr>
          <a:r>
            <a:rPr lang="en-US"/>
            <a:t>The Software for spreadsheet application used is EXCEL.</a:t>
          </a:r>
        </a:p>
      </dgm:t>
    </dgm:pt>
    <dgm:pt modelId="{831777A6-610C-4060-9B88-4D23E1263C3F}" type="parTrans" cxnId="{0F558089-8C84-4FBE-8016-FD1E78382D38}">
      <dgm:prSet/>
      <dgm:spPr/>
      <dgm:t>
        <a:bodyPr/>
        <a:lstStyle/>
        <a:p>
          <a:endParaRPr lang="en-US"/>
        </a:p>
      </dgm:t>
    </dgm:pt>
    <dgm:pt modelId="{EA9367B0-A302-4319-9519-E39325D5956F}" type="sibTrans" cxnId="{0F558089-8C84-4FBE-8016-FD1E78382D38}">
      <dgm:prSet/>
      <dgm:spPr/>
      <dgm:t>
        <a:bodyPr/>
        <a:lstStyle/>
        <a:p>
          <a:endParaRPr lang="en-US"/>
        </a:p>
      </dgm:t>
    </dgm:pt>
    <dgm:pt modelId="{A697F43E-DB38-4FEB-94C6-2193D11D51C4}">
      <dgm:prSet/>
      <dgm:spPr/>
      <dgm:t>
        <a:bodyPr/>
        <a:lstStyle/>
        <a:p>
          <a:pPr>
            <a:lnSpc>
              <a:spcPct val="100000"/>
            </a:lnSpc>
          </a:pPr>
          <a:r>
            <a:rPr lang="en-US"/>
            <a:t>Microsoft EXCEL is one of the most famous spreadsheet software and its powerful tools which are going to be used to gain insights from the dataset.</a:t>
          </a:r>
        </a:p>
      </dgm:t>
    </dgm:pt>
    <dgm:pt modelId="{74601E5F-10D0-4FB5-AEB8-AA074B894689}" type="parTrans" cxnId="{23F324ED-4597-474D-B1E3-E12120837A53}">
      <dgm:prSet/>
      <dgm:spPr/>
      <dgm:t>
        <a:bodyPr/>
        <a:lstStyle/>
        <a:p>
          <a:endParaRPr lang="en-US"/>
        </a:p>
      </dgm:t>
    </dgm:pt>
    <dgm:pt modelId="{FCA5AA2B-9B3E-497F-8F83-B6732CDD29E0}" type="sibTrans" cxnId="{23F324ED-4597-474D-B1E3-E12120837A53}">
      <dgm:prSet/>
      <dgm:spPr/>
      <dgm:t>
        <a:bodyPr/>
        <a:lstStyle/>
        <a:p>
          <a:endParaRPr lang="en-US"/>
        </a:p>
      </dgm:t>
    </dgm:pt>
    <dgm:pt modelId="{461FA9B1-E479-4663-9412-39BDDC63F66C}">
      <dgm:prSet/>
      <dgm:spPr/>
      <dgm:t>
        <a:bodyPr/>
        <a:lstStyle/>
        <a:p>
          <a:pPr>
            <a:lnSpc>
              <a:spcPct val="100000"/>
            </a:lnSpc>
          </a:pPr>
          <a:r>
            <a:rPr lang="en-US" dirty="0"/>
            <a:t>The three main tools used are Formulas, Functions and Charts</a:t>
          </a:r>
        </a:p>
      </dgm:t>
    </dgm:pt>
    <dgm:pt modelId="{1819DF28-C782-4DCC-99B1-9592C4263FED}" type="parTrans" cxnId="{D745E0B5-1F55-48DE-9682-EDABDA175C14}">
      <dgm:prSet/>
      <dgm:spPr/>
      <dgm:t>
        <a:bodyPr/>
        <a:lstStyle/>
        <a:p>
          <a:endParaRPr lang="en-US"/>
        </a:p>
      </dgm:t>
    </dgm:pt>
    <dgm:pt modelId="{3C411F1D-99D6-43BD-8ED4-9CF5F9AF7478}" type="sibTrans" cxnId="{D745E0B5-1F55-48DE-9682-EDABDA175C14}">
      <dgm:prSet/>
      <dgm:spPr/>
      <dgm:t>
        <a:bodyPr/>
        <a:lstStyle/>
        <a:p>
          <a:endParaRPr lang="en-US"/>
        </a:p>
      </dgm:t>
    </dgm:pt>
    <dgm:pt modelId="{FC5178AD-F44C-49CE-8FE0-B5AF1D9AFBE7}" type="pres">
      <dgm:prSet presAssocID="{BD8780DC-089B-4A50-80A3-7AD20D6FEB01}" presName="root" presStyleCnt="0">
        <dgm:presLayoutVars>
          <dgm:dir/>
          <dgm:resizeHandles val="exact"/>
        </dgm:presLayoutVars>
      </dgm:prSet>
      <dgm:spPr/>
    </dgm:pt>
    <dgm:pt modelId="{BF42E113-2184-4F50-853B-BA38031FFDF3}" type="pres">
      <dgm:prSet presAssocID="{9A041A17-32AF-48F3-AE77-31696256963B}" presName="compNode" presStyleCnt="0"/>
      <dgm:spPr/>
    </dgm:pt>
    <dgm:pt modelId="{D9FDFBFA-4255-4BC6-9488-AB3000153493}" type="pres">
      <dgm:prSet presAssocID="{9A041A17-32AF-48F3-AE77-31696256963B}" presName="bgRect" presStyleLbl="bgShp" presStyleIdx="0" presStyleCnt="3"/>
      <dgm:spPr/>
    </dgm:pt>
    <dgm:pt modelId="{1FBA8844-5BBF-4EC7-BF1B-70C95EE90A2B}" type="pres">
      <dgm:prSet presAssocID="{9A041A17-32AF-48F3-AE77-31696256963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3371F714-F910-426D-9BF1-8597F7270FFB}" type="pres">
      <dgm:prSet presAssocID="{9A041A17-32AF-48F3-AE77-31696256963B}" presName="spaceRect" presStyleCnt="0"/>
      <dgm:spPr/>
    </dgm:pt>
    <dgm:pt modelId="{2DEA9985-4FFD-45FB-8626-96806D0894C2}" type="pres">
      <dgm:prSet presAssocID="{9A041A17-32AF-48F3-AE77-31696256963B}" presName="parTx" presStyleLbl="revTx" presStyleIdx="0" presStyleCnt="3">
        <dgm:presLayoutVars>
          <dgm:chMax val="0"/>
          <dgm:chPref val="0"/>
        </dgm:presLayoutVars>
      </dgm:prSet>
      <dgm:spPr/>
    </dgm:pt>
    <dgm:pt modelId="{0DDA3EC7-3145-4899-AFBA-6560ED203F78}" type="pres">
      <dgm:prSet presAssocID="{EA9367B0-A302-4319-9519-E39325D5956F}" presName="sibTrans" presStyleCnt="0"/>
      <dgm:spPr/>
    </dgm:pt>
    <dgm:pt modelId="{A3FDDC9B-6777-463C-9DC0-F9723248BEDA}" type="pres">
      <dgm:prSet presAssocID="{A697F43E-DB38-4FEB-94C6-2193D11D51C4}" presName="compNode" presStyleCnt="0"/>
      <dgm:spPr/>
    </dgm:pt>
    <dgm:pt modelId="{48B6FD46-981F-4A0B-8EAD-A09460362B91}" type="pres">
      <dgm:prSet presAssocID="{A697F43E-DB38-4FEB-94C6-2193D11D51C4}" presName="bgRect" presStyleLbl="bgShp" presStyleIdx="1" presStyleCnt="3"/>
      <dgm:spPr/>
    </dgm:pt>
    <dgm:pt modelId="{086C49D6-8CF5-4788-AC73-28156D225E51}" type="pres">
      <dgm:prSet presAssocID="{A697F43E-DB38-4FEB-94C6-2193D11D51C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75343F6-059A-403B-B13C-4B5C5C8B2F92}" type="pres">
      <dgm:prSet presAssocID="{A697F43E-DB38-4FEB-94C6-2193D11D51C4}" presName="spaceRect" presStyleCnt="0"/>
      <dgm:spPr/>
    </dgm:pt>
    <dgm:pt modelId="{C4F7A1A5-1D9E-4B86-8752-02F4A7C01624}" type="pres">
      <dgm:prSet presAssocID="{A697F43E-DB38-4FEB-94C6-2193D11D51C4}" presName="parTx" presStyleLbl="revTx" presStyleIdx="1" presStyleCnt="3">
        <dgm:presLayoutVars>
          <dgm:chMax val="0"/>
          <dgm:chPref val="0"/>
        </dgm:presLayoutVars>
      </dgm:prSet>
      <dgm:spPr/>
    </dgm:pt>
    <dgm:pt modelId="{B7F0644A-AB35-4B04-953C-A2E4E5883AB7}" type="pres">
      <dgm:prSet presAssocID="{FCA5AA2B-9B3E-497F-8F83-B6732CDD29E0}" presName="sibTrans" presStyleCnt="0"/>
      <dgm:spPr/>
    </dgm:pt>
    <dgm:pt modelId="{5510EA22-1175-4206-87A9-5F834D35893F}" type="pres">
      <dgm:prSet presAssocID="{461FA9B1-E479-4663-9412-39BDDC63F66C}" presName="compNode" presStyleCnt="0"/>
      <dgm:spPr/>
    </dgm:pt>
    <dgm:pt modelId="{1ACEED82-5687-406A-A6C9-F0FC988D89BE}" type="pres">
      <dgm:prSet presAssocID="{461FA9B1-E479-4663-9412-39BDDC63F66C}" presName="bgRect" presStyleLbl="bgShp" presStyleIdx="2" presStyleCnt="3"/>
      <dgm:spPr/>
    </dgm:pt>
    <dgm:pt modelId="{E3944B81-99F7-4AA4-A8B7-932797688B29}" type="pres">
      <dgm:prSet presAssocID="{461FA9B1-E479-4663-9412-39BDDC63F66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culator"/>
        </a:ext>
      </dgm:extLst>
    </dgm:pt>
    <dgm:pt modelId="{46539D93-96E0-44EB-91B7-BD15E6DB6944}" type="pres">
      <dgm:prSet presAssocID="{461FA9B1-E479-4663-9412-39BDDC63F66C}" presName="spaceRect" presStyleCnt="0"/>
      <dgm:spPr/>
    </dgm:pt>
    <dgm:pt modelId="{E057DC3A-6A99-44EB-839C-ABA39EA5CE97}" type="pres">
      <dgm:prSet presAssocID="{461FA9B1-E479-4663-9412-39BDDC63F66C}" presName="parTx" presStyleLbl="revTx" presStyleIdx="2" presStyleCnt="3">
        <dgm:presLayoutVars>
          <dgm:chMax val="0"/>
          <dgm:chPref val="0"/>
        </dgm:presLayoutVars>
      </dgm:prSet>
      <dgm:spPr/>
    </dgm:pt>
  </dgm:ptLst>
  <dgm:cxnLst>
    <dgm:cxn modelId="{732FB018-9B06-4F4E-8495-5C9FD5E49D3D}" type="presOf" srcId="{A697F43E-DB38-4FEB-94C6-2193D11D51C4}" destId="{C4F7A1A5-1D9E-4B86-8752-02F4A7C01624}" srcOrd="0" destOrd="0" presId="urn:microsoft.com/office/officeart/2018/2/layout/IconVerticalSolidList"/>
    <dgm:cxn modelId="{66E7981B-27AE-42C8-AF5C-4C019A38664C}" type="presOf" srcId="{461FA9B1-E479-4663-9412-39BDDC63F66C}" destId="{E057DC3A-6A99-44EB-839C-ABA39EA5CE97}" srcOrd="0" destOrd="0" presId="urn:microsoft.com/office/officeart/2018/2/layout/IconVerticalSolidList"/>
    <dgm:cxn modelId="{C2F34681-EF81-445D-957C-79816005313D}" type="presOf" srcId="{9A041A17-32AF-48F3-AE77-31696256963B}" destId="{2DEA9985-4FFD-45FB-8626-96806D0894C2}" srcOrd="0" destOrd="0" presId="urn:microsoft.com/office/officeart/2018/2/layout/IconVerticalSolidList"/>
    <dgm:cxn modelId="{B504FD84-9503-4F01-91F9-70C149D2BF14}" type="presOf" srcId="{BD8780DC-089B-4A50-80A3-7AD20D6FEB01}" destId="{FC5178AD-F44C-49CE-8FE0-B5AF1D9AFBE7}" srcOrd="0" destOrd="0" presId="urn:microsoft.com/office/officeart/2018/2/layout/IconVerticalSolidList"/>
    <dgm:cxn modelId="{0F558089-8C84-4FBE-8016-FD1E78382D38}" srcId="{BD8780DC-089B-4A50-80A3-7AD20D6FEB01}" destId="{9A041A17-32AF-48F3-AE77-31696256963B}" srcOrd="0" destOrd="0" parTransId="{831777A6-610C-4060-9B88-4D23E1263C3F}" sibTransId="{EA9367B0-A302-4319-9519-E39325D5956F}"/>
    <dgm:cxn modelId="{D745E0B5-1F55-48DE-9682-EDABDA175C14}" srcId="{BD8780DC-089B-4A50-80A3-7AD20D6FEB01}" destId="{461FA9B1-E479-4663-9412-39BDDC63F66C}" srcOrd="2" destOrd="0" parTransId="{1819DF28-C782-4DCC-99B1-9592C4263FED}" sibTransId="{3C411F1D-99D6-43BD-8ED4-9CF5F9AF7478}"/>
    <dgm:cxn modelId="{23F324ED-4597-474D-B1E3-E12120837A53}" srcId="{BD8780DC-089B-4A50-80A3-7AD20D6FEB01}" destId="{A697F43E-DB38-4FEB-94C6-2193D11D51C4}" srcOrd="1" destOrd="0" parTransId="{74601E5F-10D0-4FB5-AEB8-AA074B894689}" sibTransId="{FCA5AA2B-9B3E-497F-8F83-B6732CDD29E0}"/>
    <dgm:cxn modelId="{C25A0CCF-2186-4D4D-9159-DC2932B7D8A1}" type="presParOf" srcId="{FC5178AD-F44C-49CE-8FE0-B5AF1D9AFBE7}" destId="{BF42E113-2184-4F50-853B-BA38031FFDF3}" srcOrd="0" destOrd="0" presId="urn:microsoft.com/office/officeart/2018/2/layout/IconVerticalSolidList"/>
    <dgm:cxn modelId="{6CA73800-6CAD-4369-B4CE-E78F1261E744}" type="presParOf" srcId="{BF42E113-2184-4F50-853B-BA38031FFDF3}" destId="{D9FDFBFA-4255-4BC6-9488-AB3000153493}" srcOrd="0" destOrd="0" presId="urn:microsoft.com/office/officeart/2018/2/layout/IconVerticalSolidList"/>
    <dgm:cxn modelId="{A47B7913-2C1E-40F9-B3B4-199E083CD148}" type="presParOf" srcId="{BF42E113-2184-4F50-853B-BA38031FFDF3}" destId="{1FBA8844-5BBF-4EC7-BF1B-70C95EE90A2B}" srcOrd="1" destOrd="0" presId="urn:microsoft.com/office/officeart/2018/2/layout/IconVerticalSolidList"/>
    <dgm:cxn modelId="{93A9BEEA-A96D-491F-B1B0-D85C9DC4EC42}" type="presParOf" srcId="{BF42E113-2184-4F50-853B-BA38031FFDF3}" destId="{3371F714-F910-426D-9BF1-8597F7270FFB}" srcOrd="2" destOrd="0" presId="urn:microsoft.com/office/officeart/2018/2/layout/IconVerticalSolidList"/>
    <dgm:cxn modelId="{D81D5AB9-2D98-4BCC-9E8B-3CBA305D0597}" type="presParOf" srcId="{BF42E113-2184-4F50-853B-BA38031FFDF3}" destId="{2DEA9985-4FFD-45FB-8626-96806D0894C2}" srcOrd="3" destOrd="0" presId="urn:microsoft.com/office/officeart/2018/2/layout/IconVerticalSolidList"/>
    <dgm:cxn modelId="{1EA9280B-81D4-4231-8A07-DD2AEB879E58}" type="presParOf" srcId="{FC5178AD-F44C-49CE-8FE0-B5AF1D9AFBE7}" destId="{0DDA3EC7-3145-4899-AFBA-6560ED203F78}" srcOrd="1" destOrd="0" presId="urn:microsoft.com/office/officeart/2018/2/layout/IconVerticalSolidList"/>
    <dgm:cxn modelId="{E99BFBAB-3613-4D33-92B7-8F3033E1B515}" type="presParOf" srcId="{FC5178AD-F44C-49CE-8FE0-B5AF1D9AFBE7}" destId="{A3FDDC9B-6777-463C-9DC0-F9723248BEDA}" srcOrd="2" destOrd="0" presId="urn:microsoft.com/office/officeart/2018/2/layout/IconVerticalSolidList"/>
    <dgm:cxn modelId="{9302647E-67E3-467F-A90A-7DB9AABFA54F}" type="presParOf" srcId="{A3FDDC9B-6777-463C-9DC0-F9723248BEDA}" destId="{48B6FD46-981F-4A0B-8EAD-A09460362B91}" srcOrd="0" destOrd="0" presId="urn:microsoft.com/office/officeart/2018/2/layout/IconVerticalSolidList"/>
    <dgm:cxn modelId="{180E7078-6F25-4A08-8F2C-65C0FD85DC2C}" type="presParOf" srcId="{A3FDDC9B-6777-463C-9DC0-F9723248BEDA}" destId="{086C49D6-8CF5-4788-AC73-28156D225E51}" srcOrd="1" destOrd="0" presId="urn:microsoft.com/office/officeart/2018/2/layout/IconVerticalSolidList"/>
    <dgm:cxn modelId="{3B93C9DA-B6C5-4085-A0DC-96F4885F216D}" type="presParOf" srcId="{A3FDDC9B-6777-463C-9DC0-F9723248BEDA}" destId="{475343F6-059A-403B-B13C-4B5C5C8B2F92}" srcOrd="2" destOrd="0" presId="urn:microsoft.com/office/officeart/2018/2/layout/IconVerticalSolidList"/>
    <dgm:cxn modelId="{AB09F65B-E5FB-4C82-9763-760D5F31E17D}" type="presParOf" srcId="{A3FDDC9B-6777-463C-9DC0-F9723248BEDA}" destId="{C4F7A1A5-1D9E-4B86-8752-02F4A7C01624}" srcOrd="3" destOrd="0" presId="urn:microsoft.com/office/officeart/2018/2/layout/IconVerticalSolidList"/>
    <dgm:cxn modelId="{0E49AF16-73C0-409E-BD52-211750E69911}" type="presParOf" srcId="{FC5178AD-F44C-49CE-8FE0-B5AF1D9AFBE7}" destId="{B7F0644A-AB35-4B04-953C-A2E4E5883AB7}" srcOrd="3" destOrd="0" presId="urn:microsoft.com/office/officeart/2018/2/layout/IconVerticalSolidList"/>
    <dgm:cxn modelId="{0FC6997A-DA95-46F0-847C-1F3859C9D979}" type="presParOf" srcId="{FC5178AD-F44C-49CE-8FE0-B5AF1D9AFBE7}" destId="{5510EA22-1175-4206-87A9-5F834D35893F}" srcOrd="4" destOrd="0" presId="urn:microsoft.com/office/officeart/2018/2/layout/IconVerticalSolidList"/>
    <dgm:cxn modelId="{E246E717-86AB-4046-90B1-9C7028DB7E7A}" type="presParOf" srcId="{5510EA22-1175-4206-87A9-5F834D35893F}" destId="{1ACEED82-5687-406A-A6C9-F0FC988D89BE}" srcOrd="0" destOrd="0" presId="urn:microsoft.com/office/officeart/2018/2/layout/IconVerticalSolidList"/>
    <dgm:cxn modelId="{8DC928C5-E02A-497E-A2EF-982508098AB3}" type="presParOf" srcId="{5510EA22-1175-4206-87A9-5F834D35893F}" destId="{E3944B81-99F7-4AA4-A8B7-932797688B29}" srcOrd="1" destOrd="0" presId="urn:microsoft.com/office/officeart/2018/2/layout/IconVerticalSolidList"/>
    <dgm:cxn modelId="{A21031BE-558A-4DE9-94BA-E7BE5ED28EB3}" type="presParOf" srcId="{5510EA22-1175-4206-87A9-5F834D35893F}" destId="{46539D93-96E0-44EB-91B7-BD15E6DB6944}" srcOrd="2" destOrd="0" presId="urn:microsoft.com/office/officeart/2018/2/layout/IconVerticalSolidList"/>
    <dgm:cxn modelId="{4D0B6FFF-2281-48DB-9139-17EA45BED740}" type="presParOf" srcId="{5510EA22-1175-4206-87A9-5F834D35893F}" destId="{E057DC3A-6A99-44EB-839C-ABA39EA5CE9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202A66-6DB3-49EB-B169-C2355EDDD965}">
      <dsp:nvSpPr>
        <dsp:cNvPr id="0" name=""/>
        <dsp:cNvSpPr/>
      </dsp:nvSpPr>
      <dsp:spPr>
        <a:xfrm>
          <a:off x="0" y="651113"/>
          <a:ext cx="9753600" cy="12020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42C42A-0485-4E22-A57A-75175B05B7CD}">
      <dsp:nvSpPr>
        <dsp:cNvPr id="0" name=""/>
        <dsp:cNvSpPr/>
      </dsp:nvSpPr>
      <dsp:spPr>
        <a:xfrm>
          <a:off x="363621" y="921575"/>
          <a:ext cx="661130" cy="6611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0C23F6-C5E8-474E-BD92-C18B79DC6BC1}">
      <dsp:nvSpPr>
        <dsp:cNvPr id="0" name=""/>
        <dsp:cNvSpPr/>
      </dsp:nvSpPr>
      <dsp:spPr>
        <a:xfrm>
          <a:off x="1388373" y="651113"/>
          <a:ext cx="8365226" cy="1202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7" tIns="127217" rIns="127217" bIns="127217" numCol="1" spcCol="1270" anchor="ctr" anchorCtr="0">
          <a:noAutofit/>
        </a:bodyPr>
        <a:lstStyle/>
        <a:p>
          <a:pPr marL="0" lvl="0" indent="0" algn="l" defTabSz="755650">
            <a:lnSpc>
              <a:spcPct val="90000"/>
            </a:lnSpc>
            <a:spcBef>
              <a:spcPct val="0"/>
            </a:spcBef>
            <a:spcAft>
              <a:spcPct val="35000"/>
            </a:spcAft>
            <a:buNone/>
          </a:pPr>
          <a:r>
            <a:rPr lang="en-US" sz="1700" kern="1200" dirty="0"/>
            <a:t>In this project, we'll take on the role of a Data Analyst. </a:t>
          </a:r>
          <a:r>
            <a:rPr lang="en-US" sz="1700" b="0" i="0" kern="1200" dirty="0"/>
            <a:t>As a data analyst, we’ll be given a dataset containing movie records. The job is to analyze this data and answer certain questions that can help the company make better decisions.</a:t>
          </a:r>
          <a:endParaRPr lang="en-US" sz="1700" kern="1200" dirty="0"/>
        </a:p>
      </dsp:txBody>
      <dsp:txXfrm>
        <a:off x="1388373" y="651113"/>
        <a:ext cx="8365226" cy="1202055"/>
      </dsp:txXfrm>
    </dsp:sp>
    <dsp:sp modelId="{CA84FB1A-C5E2-4370-A44D-BC3B9CFA1314}">
      <dsp:nvSpPr>
        <dsp:cNvPr id="0" name=""/>
        <dsp:cNvSpPr/>
      </dsp:nvSpPr>
      <dsp:spPr>
        <a:xfrm>
          <a:off x="0" y="2153681"/>
          <a:ext cx="9753600" cy="12020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95CA54-0447-4EEC-AD57-0252E85056DB}">
      <dsp:nvSpPr>
        <dsp:cNvPr id="0" name=""/>
        <dsp:cNvSpPr/>
      </dsp:nvSpPr>
      <dsp:spPr>
        <a:xfrm>
          <a:off x="363621" y="2424144"/>
          <a:ext cx="661130" cy="6611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CDBC13-A076-44DB-98BA-5BBEF1D6B096}">
      <dsp:nvSpPr>
        <dsp:cNvPr id="0" name=""/>
        <dsp:cNvSpPr/>
      </dsp:nvSpPr>
      <dsp:spPr>
        <a:xfrm>
          <a:off x="1388373" y="2153681"/>
          <a:ext cx="8365226" cy="1202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7" tIns="127217" rIns="127217" bIns="127217" numCol="1" spcCol="1270" anchor="ctr" anchorCtr="0">
          <a:noAutofit/>
        </a:bodyPr>
        <a:lstStyle/>
        <a:p>
          <a:pPr marL="0" lvl="0" indent="0" algn="l" defTabSz="755650">
            <a:lnSpc>
              <a:spcPct val="90000"/>
            </a:lnSpc>
            <a:spcBef>
              <a:spcPct val="0"/>
            </a:spcBef>
            <a:spcAft>
              <a:spcPct val="35000"/>
            </a:spcAft>
            <a:buNone/>
          </a:pPr>
          <a:r>
            <a:rPr lang="en-US" sz="1700" kern="1200" dirty="0"/>
            <a:t>Our goal is to use your EXCEL skills to analyze the data of the Movies and understand why and which films are running successfully. We need to gather insights and help stakeholders to make informed decisions on the next movie.</a:t>
          </a:r>
        </a:p>
      </dsp:txBody>
      <dsp:txXfrm>
        <a:off x="1388373" y="2153681"/>
        <a:ext cx="8365226" cy="12020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BE2BD8-42FE-4D05-A982-2D9CB9D8A314}">
      <dsp:nvSpPr>
        <dsp:cNvPr id="0" name=""/>
        <dsp:cNvSpPr/>
      </dsp:nvSpPr>
      <dsp:spPr>
        <a:xfrm>
          <a:off x="0" y="651113"/>
          <a:ext cx="9753600" cy="12020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04C04C-524E-4FF2-BB98-80F5BF31286D}">
      <dsp:nvSpPr>
        <dsp:cNvPr id="0" name=""/>
        <dsp:cNvSpPr/>
      </dsp:nvSpPr>
      <dsp:spPr>
        <a:xfrm>
          <a:off x="363621" y="921575"/>
          <a:ext cx="661130" cy="6611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49653C-081B-4EB4-8F3A-14464806A730}">
      <dsp:nvSpPr>
        <dsp:cNvPr id="0" name=""/>
        <dsp:cNvSpPr/>
      </dsp:nvSpPr>
      <dsp:spPr>
        <a:xfrm>
          <a:off x="1388373" y="651113"/>
          <a:ext cx="8365226" cy="1202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7" tIns="127217" rIns="127217" bIns="127217" numCol="1" spcCol="1270" anchor="ctr" anchorCtr="0">
          <a:noAutofit/>
        </a:bodyPr>
        <a:lstStyle/>
        <a:p>
          <a:pPr marL="0" lvl="0" indent="0" algn="l" defTabSz="933450">
            <a:lnSpc>
              <a:spcPct val="100000"/>
            </a:lnSpc>
            <a:spcBef>
              <a:spcPct val="0"/>
            </a:spcBef>
            <a:spcAft>
              <a:spcPct val="35000"/>
            </a:spcAft>
            <a:buNone/>
          </a:pPr>
          <a:r>
            <a:rPr lang="en-US" sz="2100" kern="1200"/>
            <a:t>The approach will be using the powerful EXCEL tools like Functions, tables and charts to gain insights from the given dataset.</a:t>
          </a:r>
        </a:p>
      </dsp:txBody>
      <dsp:txXfrm>
        <a:off x="1388373" y="651113"/>
        <a:ext cx="8365226" cy="1202055"/>
      </dsp:txXfrm>
    </dsp:sp>
    <dsp:sp modelId="{647555E7-187C-4E15-9B20-B49676414953}">
      <dsp:nvSpPr>
        <dsp:cNvPr id="0" name=""/>
        <dsp:cNvSpPr/>
      </dsp:nvSpPr>
      <dsp:spPr>
        <a:xfrm>
          <a:off x="0" y="2153681"/>
          <a:ext cx="9753600" cy="12020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3527A2-2AB7-4A56-8730-6AF642BE87A9}">
      <dsp:nvSpPr>
        <dsp:cNvPr id="0" name=""/>
        <dsp:cNvSpPr/>
      </dsp:nvSpPr>
      <dsp:spPr>
        <a:xfrm>
          <a:off x="363621" y="2424144"/>
          <a:ext cx="661130" cy="6611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A00EA2-7303-4343-B128-53A56A63488F}">
      <dsp:nvSpPr>
        <dsp:cNvPr id="0" name=""/>
        <dsp:cNvSpPr/>
      </dsp:nvSpPr>
      <dsp:spPr>
        <a:xfrm>
          <a:off x="1388373" y="2153681"/>
          <a:ext cx="8365226" cy="1202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7" tIns="127217" rIns="127217" bIns="127217" numCol="1" spcCol="1270" anchor="ctr" anchorCtr="0">
          <a:noAutofit/>
        </a:bodyPr>
        <a:lstStyle/>
        <a:p>
          <a:pPr marL="0" lvl="0" indent="0" algn="l" defTabSz="933450">
            <a:lnSpc>
              <a:spcPct val="100000"/>
            </a:lnSpc>
            <a:spcBef>
              <a:spcPct val="0"/>
            </a:spcBef>
            <a:spcAft>
              <a:spcPct val="35000"/>
            </a:spcAft>
            <a:buNone/>
          </a:pPr>
          <a:r>
            <a:rPr lang="en-US" sz="2100" kern="1200"/>
            <a:t>With the help of the graphs and charts we will make the analyzes more pictorial and easier to understand to gather insights.</a:t>
          </a:r>
        </a:p>
      </dsp:txBody>
      <dsp:txXfrm>
        <a:off x="1388373" y="2153681"/>
        <a:ext cx="8365226" cy="1202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DFBFA-4255-4BC6-9488-AB3000153493}">
      <dsp:nvSpPr>
        <dsp:cNvPr id="0" name=""/>
        <dsp:cNvSpPr/>
      </dsp:nvSpPr>
      <dsp:spPr>
        <a:xfrm>
          <a:off x="0" y="489"/>
          <a:ext cx="9753600" cy="1144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BA8844-5BBF-4EC7-BF1B-70C95EE90A2B}">
      <dsp:nvSpPr>
        <dsp:cNvPr id="0" name=""/>
        <dsp:cNvSpPr/>
      </dsp:nvSpPr>
      <dsp:spPr>
        <a:xfrm>
          <a:off x="346221" y="258009"/>
          <a:ext cx="629494" cy="6294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EA9985-4FFD-45FB-8626-96806D0894C2}">
      <dsp:nvSpPr>
        <dsp:cNvPr id="0" name=""/>
        <dsp:cNvSpPr/>
      </dsp:nvSpPr>
      <dsp:spPr>
        <a:xfrm>
          <a:off x="1321937" y="489"/>
          <a:ext cx="8431662" cy="1144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30" tIns="121130" rIns="121130" bIns="121130" numCol="1" spcCol="1270" anchor="ctr" anchorCtr="0">
          <a:noAutofit/>
        </a:bodyPr>
        <a:lstStyle/>
        <a:p>
          <a:pPr marL="0" lvl="0" indent="0" algn="l" defTabSz="889000">
            <a:lnSpc>
              <a:spcPct val="100000"/>
            </a:lnSpc>
            <a:spcBef>
              <a:spcPct val="0"/>
            </a:spcBef>
            <a:spcAft>
              <a:spcPct val="35000"/>
            </a:spcAft>
            <a:buNone/>
          </a:pPr>
          <a:r>
            <a:rPr lang="en-US" sz="2000" kern="1200"/>
            <a:t>The Software for spreadsheet application used is EXCEL.</a:t>
          </a:r>
        </a:p>
      </dsp:txBody>
      <dsp:txXfrm>
        <a:off x="1321937" y="489"/>
        <a:ext cx="8431662" cy="1144534"/>
      </dsp:txXfrm>
    </dsp:sp>
    <dsp:sp modelId="{48B6FD46-981F-4A0B-8EAD-A09460362B91}">
      <dsp:nvSpPr>
        <dsp:cNvPr id="0" name=""/>
        <dsp:cNvSpPr/>
      </dsp:nvSpPr>
      <dsp:spPr>
        <a:xfrm>
          <a:off x="0" y="1431157"/>
          <a:ext cx="9753600" cy="1144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6C49D6-8CF5-4788-AC73-28156D225E51}">
      <dsp:nvSpPr>
        <dsp:cNvPr id="0" name=""/>
        <dsp:cNvSpPr/>
      </dsp:nvSpPr>
      <dsp:spPr>
        <a:xfrm>
          <a:off x="346221" y="1688677"/>
          <a:ext cx="629494" cy="6294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F7A1A5-1D9E-4B86-8752-02F4A7C01624}">
      <dsp:nvSpPr>
        <dsp:cNvPr id="0" name=""/>
        <dsp:cNvSpPr/>
      </dsp:nvSpPr>
      <dsp:spPr>
        <a:xfrm>
          <a:off x="1321937" y="1431157"/>
          <a:ext cx="8431662" cy="1144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30" tIns="121130" rIns="121130" bIns="121130" numCol="1" spcCol="1270" anchor="ctr" anchorCtr="0">
          <a:noAutofit/>
        </a:bodyPr>
        <a:lstStyle/>
        <a:p>
          <a:pPr marL="0" lvl="0" indent="0" algn="l" defTabSz="889000">
            <a:lnSpc>
              <a:spcPct val="100000"/>
            </a:lnSpc>
            <a:spcBef>
              <a:spcPct val="0"/>
            </a:spcBef>
            <a:spcAft>
              <a:spcPct val="35000"/>
            </a:spcAft>
            <a:buNone/>
          </a:pPr>
          <a:r>
            <a:rPr lang="en-US" sz="2000" kern="1200"/>
            <a:t>Microsoft EXCEL is one of the most famous spreadsheet software and its powerful tools which are going to be used to gain insights from the dataset.</a:t>
          </a:r>
        </a:p>
      </dsp:txBody>
      <dsp:txXfrm>
        <a:off x="1321937" y="1431157"/>
        <a:ext cx="8431662" cy="1144534"/>
      </dsp:txXfrm>
    </dsp:sp>
    <dsp:sp modelId="{1ACEED82-5687-406A-A6C9-F0FC988D89BE}">
      <dsp:nvSpPr>
        <dsp:cNvPr id="0" name=""/>
        <dsp:cNvSpPr/>
      </dsp:nvSpPr>
      <dsp:spPr>
        <a:xfrm>
          <a:off x="0" y="2861826"/>
          <a:ext cx="9753600" cy="1144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944B81-99F7-4AA4-A8B7-932797688B29}">
      <dsp:nvSpPr>
        <dsp:cNvPr id="0" name=""/>
        <dsp:cNvSpPr/>
      </dsp:nvSpPr>
      <dsp:spPr>
        <a:xfrm>
          <a:off x="346221" y="3119346"/>
          <a:ext cx="629494" cy="6294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57DC3A-6A99-44EB-839C-ABA39EA5CE97}">
      <dsp:nvSpPr>
        <dsp:cNvPr id="0" name=""/>
        <dsp:cNvSpPr/>
      </dsp:nvSpPr>
      <dsp:spPr>
        <a:xfrm>
          <a:off x="1321937" y="2861826"/>
          <a:ext cx="8431662" cy="1144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30" tIns="121130" rIns="121130" bIns="121130" numCol="1" spcCol="1270" anchor="ctr" anchorCtr="0">
          <a:noAutofit/>
        </a:bodyPr>
        <a:lstStyle/>
        <a:p>
          <a:pPr marL="0" lvl="0" indent="0" algn="l" defTabSz="889000">
            <a:lnSpc>
              <a:spcPct val="100000"/>
            </a:lnSpc>
            <a:spcBef>
              <a:spcPct val="0"/>
            </a:spcBef>
            <a:spcAft>
              <a:spcPct val="35000"/>
            </a:spcAft>
            <a:buNone/>
          </a:pPr>
          <a:r>
            <a:rPr lang="en-US" sz="2000" kern="1200" dirty="0"/>
            <a:t>The three main tools used are Formulas, Functions and Charts</a:t>
          </a:r>
        </a:p>
      </dsp:txBody>
      <dsp:txXfrm>
        <a:off x="1321937" y="2861826"/>
        <a:ext cx="8431662" cy="11445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1C56-8A72-4858-851C-F15B634C74F2}"/>
              </a:ext>
            </a:extLst>
          </p:cNvPr>
          <p:cNvSpPr>
            <a:spLocks noGrp="1"/>
          </p:cNvSpPr>
          <p:nvPr>
            <p:ph type="ctrTitle"/>
          </p:nvPr>
        </p:nvSpPr>
        <p:spPr>
          <a:xfrm>
            <a:off x="1219200" y="1122362"/>
            <a:ext cx="8876022" cy="3744209"/>
          </a:xfrm>
        </p:spPr>
        <p:txBody>
          <a:bodyPr anchor="b">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3C1834EB-45A5-426C-824A-8F07CA8F6DBE}"/>
              </a:ext>
            </a:extLst>
          </p:cNvPr>
          <p:cNvSpPr>
            <a:spLocks noGrp="1"/>
          </p:cNvSpPr>
          <p:nvPr>
            <p:ph type="subTitle" idx="1"/>
          </p:nvPr>
        </p:nvSpPr>
        <p:spPr>
          <a:xfrm>
            <a:off x="1219200" y="5230134"/>
            <a:ext cx="4876800" cy="942065"/>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93D55F2-5374-4778-B1EE-98996792D07B}"/>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5" name="Footer Placeholder 4">
            <a:extLst>
              <a:ext uri="{FF2B5EF4-FFF2-40B4-BE49-F238E27FC236}">
                <a16:creationId xmlns:a16="http://schemas.microsoft.com/office/drawing/2014/main" id="{944044F8-E727-4D63-B6D6-26482F83D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41F76-D956-4205-AD99-E91FD5FCC027}"/>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480040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11A1B-E09A-4F93-BC68-B160114AFCE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CC8C4A9-27ED-4E86-A256-5009E31342B6}"/>
              </a:ext>
            </a:extLst>
          </p:cNvPr>
          <p:cNvSpPr>
            <a:spLocks noGrp="1"/>
          </p:cNvSpPr>
          <p:nvPr>
            <p:ph idx="1"/>
          </p:nvPr>
        </p:nvSpPr>
        <p:spPr/>
        <p:txBody>
          <a:bodyPr/>
          <a:lstStyle>
            <a:lvl1pPr>
              <a:lnSpc>
                <a:spcPct val="120000"/>
              </a:lnSpc>
              <a:defRPr/>
            </a:lvl1pPr>
            <a:lvl2pPr>
              <a:lnSpc>
                <a:spcPct val="120000"/>
              </a:lnSpc>
              <a:defRPr/>
            </a:lvl2pPr>
            <a:lvl3pPr>
              <a:lnSpc>
                <a:spcPct val="120000"/>
              </a:lnSpc>
              <a:defRPr sz="1400"/>
            </a:lvl3pPr>
            <a:lvl4pPr>
              <a:lnSpc>
                <a:spcPct val="120000"/>
              </a:lnSpc>
              <a:defRPr sz="1200"/>
            </a:lvl4pPr>
            <a:lvl5pPr>
              <a:lnSpc>
                <a:spcPct val="12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85CF91C-8771-4949-A397-928A5743EBC7}"/>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5" name="Footer Placeholder 4">
            <a:extLst>
              <a:ext uri="{FF2B5EF4-FFF2-40B4-BE49-F238E27FC236}">
                <a16:creationId xmlns:a16="http://schemas.microsoft.com/office/drawing/2014/main" id="{013EA0ED-4961-4254-B34E-71D14C4E0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97152-BD97-4A72-8B07-CD2BC57B84F6}"/>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4096609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4EAF4-C10D-4650-9587-15DA8E9F9C08}"/>
              </a:ext>
            </a:extLst>
          </p:cNvPr>
          <p:cNvSpPr>
            <a:spLocks noGrp="1"/>
          </p:cNvSpPr>
          <p:nvPr>
            <p:ph type="title"/>
          </p:nvPr>
        </p:nvSpPr>
        <p:spPr>
          <a:xfrm>
            <a:off x="1219200" y="1368862"/>
            <a:ext cx="9486900" cy="3679656"/>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BBA1D5C2-6E93-4B23-A0CA-D5D7E735C718}"/>
              </a:ext>
            </a:extLst>
          </p:cNvPr>
          <p:cNvSpPr>
            <a:spLocks noGrp="1"/>
          </p:cNvSpPr>
          <p:nvPr>
            <p:ph type="body" idx="1"/>
          </p:nvPr>
        </p:nvSpPr>
        <p:spPr>
          <a:xfrm>
            <a:off x="1219200" y="5318974"/>
            <a:ext cx="9486900" cy="853225"/>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E815BFB-5D28-4ABE-AD37-0C6C3FD949FE}"/>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5" name="Footer Placeholder 4">
            <a:extLst>
              <a:ext uri="{FF2B5EF4-FFF2-40B4-BE49-F238E27FC236}">
                <a16:creationId xmlns:a16="http://schemas.microsoft.com/office/drawing/2014/main" id="{65A4035B-0539-4A03-87C0-22E52C98B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27ADF-48C9-49CF-BD4D-82399BF64AD3}"/>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409083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A2FB-0310-4935-B7F7-E47876CD4E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987C14-52AB-4AAC-9038-29CF58EA6EA8}"/>
              </a:ext>
            </a:extLst>
          </p:cNvPr>
          <p:cNvSpPr>
            <a:spLocks noGrp="1"/>
          </p:cNvSpPr>
          <p:nvPr>
            <p:ph sz="half" idx="1"/>
          </p:nvPr>
        </p:nvSpPr>
        <p:spPr>
          <a:xfrm>
            <a:off x="1219200" y="2168278"/>
            <a:ext cx="4702921" cy="41563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CB2E45A-DCC0-4701-9D67-EF56AECE3432}"/>
              </a:ext>
            </a:extLst>
          </p:cNvPr>
          <p:cNvSpPr>
            <a:spLocks noGrp="1"/>
          </p:cNvSpPr>
          <p:nvPr>
            <p:ph sz="half" idx="2"/>
          </p:nvPr>
        </p:nvSpPr>
        <p:spPr>
          <a:xfrm>
            <a:off x="6269880" y="2168278"/>
            <a:ext cx="4782699" cy="41563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11AF0813-A167-4D17-AA79-07BD9765FE0D}"/>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6" name="Footer Placeholder 5">
            <a:extLst>
              <a:ext uri="{FF2B5EF4-FFF2-40B4-BE49-F238E27FC236}">
                <a16:creationId xmlns:a16="http://schemas.microsoft.com/office/drawing/2014/main" id="{40A940D7-D4C1-4C24-95F3-29A849CEEE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949AB7-007E-4D4D-A2C1-2C5C3310C0B6}"/>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811613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0184-BDFD-48DE-B858-B81887BFD302}"/>
              </a:ext>
            </a:extLst>
          </p:cNvPr>
          <p:cNvSpPr>
            <a:spLocks noGrp="1"/>
          </p:cNvSpPr>
          <p:nvPr>
            <p:ph type="title"/>
          </p:nvPr>
        </p:nvSpPr>
        <p:spPr>
          <a:xfrm>
            <a:off x="1219200" y="365125"/>
            <a:ext cx="9753599" cy="15779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1724FEB2-6EEC-49D4-9466-0F7A6EDB0CB6}"/>
              </a:ext>
            </a:extLst>
          </p:cNvPr>
          <p:cNvSpPr>
            <a:spLocks noGrp="1"/>
          </p:cNvSpPr>
          <p:nvPr>
            <p:ph type="body" idx="1"/>
          </p:nvPr>
        </p:nvSpPr>
        <p:spPr>
          <a:xfrm>
            <a:off x="1219201" y="2095930"/>
            <a:ext cx="4507931" cy="758650"/>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E8CF0-BAB6-4BF2-836F-FED0AF88A8AA}"/>
              </a:ext>
            </a:extLst>
          </p:cNvPr>
          <p:cNvSpPr>
            <a:spLocks noGrp="1"/>
          </p:cNvSpPr>
          <p:nvPr>
            <p:ph sz="half" idx="2"/>
          </p:nvPr>
        </p:nvSpPr>
        <p:spPr>
          <a:xfrm>
            <a:off x="1219201" y="2938410"/>
            <a:ext cx="4507930" cy="338619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F0751AB-FCF0-450B-A6DF-9B9A2AD2C24A}"/>
              </a:ext>
            </a:extLst>
          </p:cNvPr>
          <p:cNvSpPr>
            <a:spLocks noGrp="1"/>
          </p:cNvSpPr>
          <p:nvPr>
            <p:ph type="body" sz="quarter" idx="3"/>
          </p:nvPr>
        </p:nvSpPr>
        <p:spPr>
          <a:xfrm>
            <a:off x="6464867" y="2095930"/>
            <a:ext cx="4507932" cy="758650"/>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D3898E7-3130-4CE6-AA11-C9CC8214EA1D}"/>
              </a:ext>
            </a:extLst>
          </p:cNvPr>
          <p:cNvSpPr>
            <a:spLocks noGrp="1"/>
          </p:cNvSpPr>
          <p:nvPr>
            <p:ph sz="quarter" idx="4"/>
          </p:nvPr>
        </p:nvSpPr>
        <p:spPr>
          <a:xfrm>
            <a:off x="6464867" y="2938410"/>
            <a:ext cx="4507932" cy="338619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5D85675-9678-4CB3-9AAB-D727D2B58E7A}"/>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8" name="Footer Placeholder 7">
            <a:extLst>
              <a:ext uri="{FF2B5EF4-FFF2-40B4-BE49-F238E27FC236}">
                <a16:creationId xmlns:a16="http://schemas.microsoft.com/office/drawing/2014/main" id="{445F8314-1849-461A-AAF2-BF149646D5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69738E-5865-473C-BAFB-BDB385C06931}"/>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41954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7AC40-59FF-4CE3-B49C-C824A784C5F7}"/>
              </a:ext>
            </a:extLst>
          </p:cNvPr>
          <p:cNvSpPr>
            <a:spLocks noGrp="1"/>
          </p:cNvSpPr>
          <p:nvPr>
            <p:ph type="title"/>
          </p:nvPr>
        </p:nvSpPr>
        <p:spPr>
          <a:xfrm>
            <a:off x="1219200" y="365125"/>
            <a:ext cx="9493249" cy="1577975"/>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F92FAB63-E9CE-4359-A54B-07AC7E9BBAE3}"/>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4" name="Footer Placeholder 3">
            <a:extLst>
              <a:ext uri="{FF2B5EF4-FFF2-40B4-BE49-F238E27FC236}">
                <a16:creationId xmlns:a16="http://schemas.microsoft.com/office/drawing/2014/main" id="{C7939854-5165-4C41-8DCA-D42DFD7D90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1768E0-4535-4B0D-8B94-4C10740B0A6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137574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4678E3-D115-4E49-9ECB-656CF2319E94}"/>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3" name="Footer Placeholder 2">
            <a:extLst>
              <a:ext uri="{FF2B5EF4-FFF2-40B4-BE49-F238E27FC236}">
                <a16:creationId xmlns:a16="http://schemas.microsoft.com/office/drawing/2014/main" id="{E521E6FC-7F84-4673-81D6-B85FE26DA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80318A-245C-4841-AB57-CEC5CC124D02}"/>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76092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F847B-9D86-47FF-B24A-EEA5F73EA144}"/>
              </a:ext>
            </a:extLst>
          </p:cNvPr>
          <p:cNvSpPr>
            <a:spLocks noGrp="1"/>
          </p:cNvSpPr>
          <p:nvPr>
            <p:ph type="title"/>
          </p:nvPr>
        </p:nvSpPr>
        <p:spPr>
          <a:xfrm>
            <a:off x="1219200" y="457200"/>
            <a:ext cx="3776472" cy="2852928"/>
          </a:xfrm>
        </p:spPr>
        <p:txBody>
          <a:bodyPr anchor="b">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ADAC0675-AD2F-44DC-8FF3-4454258A5908}"/>
              </a:ext>
            </a:extLst>
          </p:cNvPr>
          <p:cNvSpPr>
            <a:spLocks noGrp="1"/>
          </p:cNvSpPr>
          <p:nvPr>
            <p:ph idx="1"/>
          </p:nvPr>
        </p:nvSpPr>
        <p:spPr>
          <a:xfrm>
            <a:off x="5557582" y="987425"/>
            <a:ext cx="5948618"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1D96356-C0F0-4C22-B9B6-C7E0BE4F3702}"/>
              </a:ext>
            </a:extLst>
          </p:cNvPr>
          <p:cNvSpPr>
            <a:spLocks noGrp="1"/>
          </p:cNvSpPr>
          <p:nvPr>
            <p:ph type="body" sz="half" idx="2"/>
          </p:nvPr>
        </p:nvSpPr>
        <p:spPr>
          <a:xfrm>
            <a:off x="1219200" y="3484210"/>
            <a:ext cx="3768934" cy="238477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F3EFD71-2ACA-4041-9EA2-86E7B81C314D}"/>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6" name="Footer Placeholder 5">
            <a:extLst>
              <a:ext uri="{FF2B5EF4-FFF2-40B4-BE49-F238E27FC236}">
                <a16:creationId xmlns:a16="http://schemas.microsoft.com/office/drawing/2014/main" id="{14ECACE3-32A8-4245-97AC-5797C147E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63845-314D-499C-BB75-CE9162BE6EE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477679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D3DB-B1F8-4892-96F7-0BE21DE637CD}"/>
              </a:ext>
            </a:extLst>
          </p:cNvPr>
          <p:cNvSpPr>
            <a:spLocks noGrp="1"/>
          </p:cNvSpPr>
          <p:nvPr>
            <p:ph type="title"/>
          </p:nvPr>
        </p:nvSpPr>
        <p:spPr>
          <a:xfrm>
            <a:off x="1219200" y="457200"/>
            <a:ext cx="3932349" cy="2852670"/>
          </a:xfrm>
        </p:spPr>
        <p:txBody>
          <a:bodyPr anchor="b">
            <a:noAutofit/>
          </a:bodyPr>
          <a:lstStyle>
            <a:lvl1pPr>
              <a:defRPr sz="4000"/>
            </a:lvl1pPr>
          </a:lstStyle>
          <a:p>
            <a:r>
              <a:rPr lang="en-US" dirty="0"/>
              <a:t>Click to edit Master title style</a:t>
            </a:r>
          </a:p>
        </p:txBody>
      </p:sp>
      <p:sp>
        <p:nvSpPr>
          <p:cNvPr id="3" name="Picture Placeholder 2">
            <a:extLst>
              <a:ext uri="{FF2B5EF4-FFF2-40B4-BE49-F238E27FC236}">
                <a16:creationId xmlns:a16="http://schemas.microsoft.com/office/drawing/2014/main" id="{A40AB405-B2E9-4C4B-930C-CF1B63342F1D}"/>
              </a:ext>
            </a:extLst>
          </p:cNvPr>
          <p:cNvSpPr>
            <a:spLocks noGrp="1"/>
          </p:cNvSpPr>
          <p:nvPr>
            <p:ph type="pic" idx="1"/>
          </p:nvPr>
        </p:nvSpPr>
        <p:spPr>
          <a:xfrm>
            <a:off x="5674810" y="657055"/>
            <a:ext cx="5831389" cy="55151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8AF82ED-5295-4670-A3A8-B7813FF4713F}"/>
              </a:ext>
            </a:extLst>
          </p:cNvPr>
          <p:cNvSpPr>
            <a:spLocks noGrp="1"/>
          </p:cNvSpPr>
          <p:nvPr>
            <p:ph type="body" sz="half" idx="2"/>
          </p:nvPr>
        </p:nvSpPr>
        <p:spPr>
          <a:xfrm>
            <a:off x="1219199" y="3484210"/>
            <a:ext cx="3768934" cy="23768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F8BCDD2-4389-41FA-BE68-6805E3290FCE}"/>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6" name="Footer Placeholder 5">
            <a:extLst>
              <a:ext uri="{FF2B5EF4-FFF2-40B4-BE49-F238E27FC236}">
                <a16:creationId xmlns:a16="http://schemas.microsoft.com/office/drawing/2014/main" id="{33C1D4C8-D966-41BE-B38F-54B9134FF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A7339F-1169-4FB1-8FAA-781335ECB2A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984051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6D4F-1C6D-40FB-9A92-C86C4E15C0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7BDDB-F95B-4041-AA53-71BBCB26D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77052-C8EA-459E-9E10-8EE28C50E166}"/>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5" name="Footer Placeholder 4">
            <a:extLst>
              <a:ext uri="{FF2B5EF4-FFF2-40B4-BE49-F238E27FC236}">
                <a16:creationId xmlns:a16="http://schemas.microsoft.com/office/drawing/2014/main" id="{1F3E6650-E3AD-4C98-88FE-F5152966F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4FED5-B228-4E3C-BFEE-0BC47D950694}"/>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30078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0A243A-5463-4C65-85DA-03BECDAE63E2}"/>
              </a:ext>
            </a:extLst>
          </p:cNvPr>
          <p:cNvSpPr>
            <a:spLocks noGrp="1"/>
          </p:cNvSpPr>
          <p:nvPr>
            <p:ph type="title" orient="vert"/>
          </p:nvPr>
        </p:nvSpPr>
        <p:spPr>
          <a:xfrm>
            <a:off x="8831898" y="854169"/>
            <a:ext cx="2674301" cy="5322793"/>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9E10153C-6948-4108-8FF1-033F66D4CABA}"/>
              </a:ext>
            </a:extLst>
          </p:cNvPr>
          <p:cNvSpPr>
            <a:spLocks noGrp="1"/>
          </p:cNvSpPr>
          <p:nvPr>
            <p:ph type="body" orient="vert" idx="1"/>
          </p:nvPr>
        </p:nvSpPr>
        <p:spPr>
          <a:xfrm>
            <a:off x="685800" y="854169"/>
            <a:ext cx="7886700" cy="532279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9345988-B24C-46FE-87B0-55D4FB7CBC42}"/>
              </a:ext>
            </a:extLst>
          </p:cNvPr>
          <p:cNvSpPr>
            <a:spLocks noGrp="1"/>
          </p:cNvSpPr>
          <p:nvPr>
            <p:ph type="dt" sz="half" idx="10"/>
          </p:nvPr>
        </p:nvSpPr>
        <p:spPr/>
        <p:txBody>
          <a:bodyPr/>
          <a:lstStyle/>
          <a:p>
            <a:fld id="{8C1E1FAD-7351-4908-963A-08EA8E4AB7A0}" type="datetimeFigureOut">
              <a:rPr lang="en-US" smtClean="0"/>
              <a:t>11/22/2024</a:t>
            </a:fld>
            <a:endParaRPr lang="en-US"/>
          </a:p>
        </p:txBody>
      </p:sp>
      <p:sp>
        <p:nvSpPr>
          <p:cNvPr id="5" name="Footer Placeholder 4">
            <a:extLst>
              <a:ext uri="{FF2B5EF4-FFF2-40B4-BE49-F238E27FC236}">
                <a16:creationId xmlns:a16="http://schemas.microsoft.com/office/drawing/2014/main" id="{493AB2DB-BD1F-41F7-AC5E-57249C270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81E3DB-BDAB-40CA-ABA3-A3662C06881F}"/>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312885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104591-A10E-46C3-952B-F25DCBDAD1BC}"/>
              </a:ext>
            </a:extLst>
          </p:cNvPr>
          <p:cNvSpPr>
            <a:spLocks noGrp="1"/>
          </p:cNvSpPr>
          <p:nvPr>
            <p:ph type="title"/>
          </p:nvPr>
        </p:nvSpPr>
        <p:spPr>
          <a:xfrm>
            <a:off x="1219200" y="365125"/>
            <a:ext cx="9493249" cy="157797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E1F77F62-7300-4B81-8F9B-D040A0EE1797}"/>
              </a:ext>
            </a:extLst>
          </p:cNvPr>
          <p:cNvSpPr>
            <a:spLocks noGrp="1"/>
          </p:cNvSpPr>
          <p:nvPr>
            <p:ph type="body" idx="1"/>
          </p:nvPr>
        </p:nvSpPr>
        <p:spPr>
          <a:xfrm>
            <a:off x="1219200" y="2318032"/>
            <a:ext cx="9493250" cy="400656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6252CF0-2C7E-4A4C-BD7E-B7CEFF0DC458}"/>
              </a:ext>
            </a:extLst>
          </p:cNvPr>
          <p:cNvSpPr>
            <a:spLocks noGrp="1"/>
          </p:cNvSpPr>
          <p:nvPr>
            <p:ph type="dt" sz="half" idx="2"/>
          </p:nvPr>
        </p:nvSpPr>
        <p:spPr>
          <a:xfrm>
            <a:off x="8362630" y="6356349"/>
            <a:ext cx="3063890" cy="365125"/>
          </a:xfrm>
          <a:prstGeom prst="rect">
            <a:avLst/>
          </a:prstGeom>
        </p:spPr>
        <p:txBody>
          <a:bodyPr vert="horz" lIns="91440" tIns="45720" rIns="91440" bIns="45720" rtlCol="0" anchor="ctr"/>
          <a:lstStyle>
            <a:lvl1pPr algn="r">
              <a:defRPr sz="1100">
                <a:solidFill>
                  <a:schemeClr val="tx1"/>
                </a:solidFill>
              </a:defRPr>
            </a:lvl1pPr>
          </a:lstStyle>
          <a:p>
            <a:fld id="{8C1E1FAD-7351-4908-963A-08EA8E4AB7A0}" type="datetimeFigureOut">
              <a:rPr lang="en-US" smtClean="0"/>
              <a:pPr/>
              <a:t>11/22/2024</a:t>
            </a:fld>
            <a:endParaRPr lang="en-US" dirty="0"/>
          </a:p>
        </p:txBody>
      </p:sp>
      <p:sp>
        <p:nvSpPr>
          <p:cNvPr id="5" name="Footer Placeholder 4">
            <a:extLst>
              <a:ext uri="{FF2B5EF4-FFF2-40B4-BE49-F238E27FC236}">
                <a16:creationId xmlns:a16="http://schemas.microsoft.com/office/drawing/2014/main" id="{D2B49E98-61B4-4398-B18F-534336EA1747}"/>
              </a:ext>
            </a:extLst>
          </p:cNvPr>
          <p:cNvSpPr>
            <a:spLocks noGrp="1"/>
          </p:cNvSpPr>
          <p:nvPr>
            <p:ph type="ftr" sz="quarter" idx="3"/>
          </p:nvPr>
        </p:nvSpPr>
        <p:spPr>
          <a:xfrm rot="5400000">
            <a:off x="10099372" y="4308656"/>
            <a:ext cx="3471256" cy="365125"/>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A676DC5D-5820-4314-ADE6-9CD1C7D4AB68}"/>
              </a:ext>
            </a:extLst>
          </p:cNvPr>
          <p:cNvSpPr>
            <a:spLocks noGrp="1"/>
          </p:cNvSpPr>
          <p:nvPr>
            <p:ph type="sldNum" sz="quarter" idx="4"/>
          </p:nvPr>
        </p:nvSpPr>
        <p:spPr>
          <a:xfrm>
            <a:off x="11396670" y="6356349"/>
            <a:ext cx="576133" cy="365125"/>
          </a:xfrm>
          <a:prstGeom prst="rect">
            <a:avLst/>
          </a:prstGeom>
        </p:spPr>
        <p:txBody>
          <a:bodyPr vert="horz" lIns="91440" tIns="45720" rIns="91440" bIns="45720" rtlCol="0" anchor="ctr"/>
          <a:lstStyle>
            <a:lvl1pPr algn="r">
              <a:defRPr sz="1100">
                <a:solidFill>
                  <a:schemeClr val="tx1"/>
                </a:solidFill>
              </a:defRPr>
            </a:lvl1pPr>
          </a:lstStyle>
          <a:p>
            <a:fld id="{1CF2D47E-0AF1-4C27-801F-64E3E5BF7F72}" type="slidenum">
              <a:rPr lang="en-US" smtClean="0"/>
              <a:t>‹#›</a:t>
            </a:fld>
            <a:endParaRPr lang="en-US" dirty="0"/>
          </a:p>
        </p:txBody>
      </p:sp>
    </p:spTree>
    <p:extLst>
      <p:ext uri="{BB962C8B-B14F-4D97-AF65-F5344CB8AC3E}">
        <p14:creationId xmlns:p14="http://schemas.microsoft.com/office/powerpoint/2010/main" val="511620594"/>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0" r:id="rId6"/>
    <p:sldLayoutId id="2147483715" r:id="rId7"/>
    <p:sldLayoutId id="2147483711" r:id="rId8"/>
    <p:sldLayoutId id="2147483712" r:id="rId9"/>
    <p:sldLayoutId id="2147483713" r:id="rId10"/>
    <p:sldLayoutId id="2147483714" r:id="rId11"/>
  </p:sldLayoutIdLst>
  <p:txStyles>
    <p:titleStyle>
      <a:lvl1pPr algn="l" defTabSz="914400" rtl="0" eaLnBrk="1" latinLnBrk="0" hangingPunct="1">
        <a:lnSpc>
          <a:spcPct val="120000"/>
        </a:lnSpc>
        <a:spcBef>
          <a:spcPct val="0"/>
        </a:spcBef>
        <a:buNone/>
        <a:defRPr sz="4000" i="1" kern="1200">
          <a:solidFill>
            <a:srgbClr val="000000"/>
          </a:solidFill>
          <a:highlight>
            <a:srgbClr val="FFFF00"/>
          </a:highligh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Consolas" panose="020B0609020204030204" pitchFamily="49" charset="0"/>
        <a:buChar char="+"/>
        <a:defRPr sz="1400" kern="1200">
          <a:solidFill>
            <a:schemeClr val="tx1"/>
          </a:solidFill>
          <a:latin typeface="+mn-lt"/>
          <a:ea typeface="+mn-ea"/>
          <a:cs typeface="+mn-cs"/>
        </a:defRPr>
      </a:lvl2pPr>
      <a:lvl3pPr marL="64008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22960" indent="-228600" algn="l" defTabSz="914400" rtl="0" eaLnBrk="1" latinLnBrk="0" hangingPunct="1">
        <a:lnSpc>
          <a:spcPct val="120000"/>
        </a:lnSpc>
        <a:spcBef>
          <a:spcPts val="500"/>
        </a:spcBef>
        <a:buFont typeface="Consolas" panose="020B0609020204030204" pitchFamily="49" charset="0"/>
        <a:buChar char="+"/>
        <a:defRPr sz="1200" kern="1200">
          <a:solidFill>
            <a:schemeClr val="tx1"/>
          </a:solidFill>
          <a:latin typeface="+mn-lt"/>
          <a:ea typeface="+mn-ea"/>
          <a:cs typeface="+mn-cs"/>
        </a:defRPr>
      </a:lvl4pPr>
      <a:lvl5pPr marL="100584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hyperlink" Target="https://drive.google.com/file/d/1obw3yGXckfQstfJntUQuwwGnNT9PD1wu/view?usp=drive_link"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EF32ACB-37F7-4E27-BDBC-67A94864F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of a person carrying popcorn">
            <a:extLst>
              <a:ext uri="{FF2B5EF4-FFF2-40B4-BE49-F238E27FC236}">
                <a16:creationId xmlns:a16="http://schemas.microsoft.com/office/drawing/2014/main" id="{CC742A94-9413-0458-3AC8-D48A77589723}"/>
              </a:ext>
            </a:extLst>
          </p:cNvPr>
          <p:cNvPicPr>
            <a:picLocks noChangeAspect="1"/>
          </p:cNvPicPr>
          <p:nvPr/>
        </p:nvPicPr>
        <p:blipFill>
          <a:blip r:embed="rId2">
            <a:alphaModFix/>
          </a:blip>
          <a:srcRect t="15589"/>
          <a:stretch/>
        </p:blipFill>
        <p:spPr>
          <a:xfrm>
            <a:off x="20" y="-5732"/>
            <a:ext cx="12191980" cy="6869465"/>
          </a:xfrm>
          <a:custGeom>
            <a:avLst/>
            <a:gdLst/>
            <a:ahLst/>
            <a:cxnLst/>
            <a:rect l="l" t="t" r="r" b="b"/>
            <a:pathLst>
              <a:path w="12192000" h="6869465">
                <a:moveTo>
                  <a:pt x="0" y="0"/>
                </a:moveTo>
                <a:lnTo>
                  <a:pt x="12192000" y="0"/>
                </a:lnTo>
                <a:lnTo>
                  <a:pt x="12192000" y="6869465"/>
                </a:lnTo>
                <a:lnTo>
                  <a:pt x="0" y="6869465"/>
                </a:lnTo>
                <a:lnTo>
                  <a:pt x="0" y="6863732"/>
                </a:lnTo>
                <a:lnTo>
                  <a:pt x="4932327" y="6863732"/>
                </a:lnTo>
                <a:cubicBezTo>
                  <a:pt x="4954877" y="6844178"/>
                  <a:pt x="4935833" y="6829974"/>
                  <a:pt x="4936345" y="6816748"/>
                </a:cubicBezTo>
                <a:cubicBezTo>
                  <a:pt x="4936312" y="6799528"/>
                  <a:pt x="4931898" y="6779603"/>
                  <a:pt x="4932126" y="6760410"/>
                </a:cubicBezTo>
                <a:cubicBezTo>
                  <a:pt x="4926077" y="6749685"/>
                  <a:pt x="4932001" y="6711896"/>
                  <a:pt x="4937718" y="6701587"/>
                </a:cubicBezTo>
                <a:lnTo>
                  <a:pt x="4945023" y="6546523"/>
                </a:lnTo>
                <a:cubicBezTo>
                  <a:pt x="4946832" y="6537043"/>
                  <a:pt x="4955195" y="6509469"/>
                  <a:pt x="4956904" y="6492808"/>
                </a:cubicBezTo>
                <a:cubicBezTo>
                  <a:pt x="4955641" y="6460681"/>
                  <a:pt x="4976208" y="6483038"/>
                  <a:pt x="4955275" y="6446550"/>
                </a:cubicBezTo>
                <a:cubicBezTo>
                  <a:pt x="4970945" y="6394741"/>
                  <a:pt x="4947280" y="6365587"/>
                  <a:pt x="4974244" y="6323398"/>
                </a:cubicBezTo>
                <a:cubicBezTo>
                  <a:pt x="4984292" y="6261152"/>
                  <a:pt x="4978212" y="6193684"/>
                  <a:pt x="4986573" y="6130212"/>
                </a:cubicBezTo>
                <a:cubicBezTo>
                  <a:pt x="5004193" y="6090127"/>
                  <a:pt x="5021814" y="5947959"/>
                  <a:pt x="5028896" y="5868576"/>
                </a:cubicBezTo>
                <a:cubicBezTo>
                  <a:pt x="5016349" y="5805170"/>
                  <a:pt x="5049571" y="5720876"/>
                  <a:pt x="5029063" y="5653911"/>
                </a:cubicBezTo>
                <a:cubicBezTo>
                  <a:pt x="5025700" y="5619750"/>
                  <a:pt x="5006795" y="5599588"/>
                  <a:pt x="5015843" y="5566802"/>
                </a:cubicBezTo>
                <a:cubicBezTo>
                  <a:pt x="5012621" y="5534829"/>
                  <a:pt x="5003029" y="5507888"/>
                  <a:pt x="5005713" y="5480235"/>
                </a:cubicBezTo>
                <a:cubicBezTo>
                  <a:pt x="5001934" y="5451315"/>
                  <a:pt x="4997427" y="5413228"/>
                  <a:pt x="4993171" y="5393279"/>
                </a:cubicBezTo>
                <a:lnTo>
                  <a:pt x="4980173" y="5360539"/>
                </a:lnTo>
                <a:cubicBezTo>
                  <a:pt x="4979917" y="5349854"/>
                  <a:pt x="4979663" y="5339169"/>
                  <a:pt x="4979406" y="5328484"/>
                </a:cubicBezTo>
                <a:lnTo>
                  <a:pt x="4947869" y="5195405"/>
                </a:lnTo>
                <a:lnTo>
                  <a:pt x="4950024" y="5170341"/>
                </a:lnTo>
                <a:lnTo>
                  <a:pt x="4953441" y="5156299"/>
                </a:lnTo>
                <a:cubicBezTo>
                  <a:pt x="4954123" y="5094348"/>
                  <a:pt x="4954804" y="5032398"/>
                  <a:pt x="4955487" y="4970447"/>
                </a:cubicBezTo>
                <a:cubicBezTo>
                  <a:pt x="4958473" y="4924609"/>
                  <a:pt x="4954747" y="4919416"/>
                  <a:pt x="4955544" y="4863880"/>
                </a:cubicBezTo>
                <a:cubicBezTo>
                  <a:pt x="4954223" y="4819347"/>
                  <a:pt x="4953787" y="4748760"/>
                  <a:pt x="4947559" y="4703250"/>
                </a:cubicBezTo>
                <a:cubicBezTo>
                  <a:pt x="4931239" y="4672612"/>
                  <a:pt x="4924318" y="4541683"/>
                  <a:pt x="4917599" y="4500294"/>
                </a:cubicBezTo>
                <a:lnTo>
                  <a:pt x="4907243" y="4454917"/>
                </a:lnTo>
                <a:cubicBezTo>
                  <a:pt x="4905526" y="4448563"/>
                  <a:pt x="4906613" y="4379705"/>
                  <a:pt x="4907098" y="4371871"/>
                </a:cubicBezTo>
                <a:cubicBezTo>
                  <a:pt x="4890988" y="4197315"/>
                  <a:pt x="4876740" y="4243259"/>
                  <a:pt x="4869508" y="4193393"/>
                </a:cubicBezTo>
                <a:lnTo>
                  <a:pt x="4861739" y="4134589"/>
                </a:lnTo>
                <a:cubicBezTo>
                  <a:pt x="4838172" y="4101669"/>
                  <a:pt x="4843583" y="4086200"/>
                  <a:pt x="4834170" y="4067311"/>
                </a:cubicBezTo>
                <a:cubicBezTo>
                  <a:pt x="4818449" y="4020047"/>
                  <a:pt x="4800275" y="4009156"/>
                  <a:pt x="4790989" y="3993885"/>
                </a:cubicBezTo>
                <a:cubicBezTo>
                  <a:pt x="4782363" y="3993084"/>
                  <a:pt x="4782242" y="3982976"/>
                  <a:pt x="4778453" y="3975684"/>
                </a:cubicBezTo>
                <a:cubicBezTo>
                  <a:pt x="4769321" y="3971191"/>
                  <a:pt x="4758059" y="3933641"/>
                  <a:pt x="4758135" y="3920131"/>
                </a:cubicBezTo>
                <a:lnTo>
                  <a:pt x="4720476" y="3820102"/>
                </a:lnTo>
                <a:cubicBezTo>
                  <a:pt x="4716421" y="3816423"/>
                  <a:pt x="4690934" y="3772161"/>
                  <a:pt x="4687630" y="3767757"/>
                </a:cubicBezTo>
                <a:cubicBezTo>
                  <a:pt x="4647375" y="3558546"/>
                  <a:pt x="4654192" y="3642476"/>
                  <a:pt x="4630748" y="3566511"/>
                </a:cubicBezTo>
                <a:lnTo>
                  <a:pt x="4612614" y="3520370"/>
                </a:lnTo>
                <a:cubicBezTo>
                  <a:pt x="4611978" y="3460083"/>
                  <a:pt x="4594531" y="3496400"/>
                  <a:pt x="4610707" y="3459431"/>
                </a:cubicBezTo>
                <a:cubicBezTo>
                  <a:pt x="4599690" y="3413406"/>
                  <a:pt x="4569527" y="3328058"/>
                  <a:pt x="4557730" y="3264205"/>
                </a:cubicBezTo>
                <a:cubicBezTo>
                  <a:pt x="4546771" y="3214122"/>
                  <a:pt x="4546855" y="3187360"/>
                  <a:pt x="4539924" y="3129067"/>
                </a:cubicBezTo>
                <a:cubicBezTo>
                  <a:pt x="4499078" y="2924257"/>
                  <a:pt x="4507775" y="2900002"/>
                  <a:pt x="4494496" y="2844037"/>
                </a:cubicBezTo>
                <a:cubicBezTo>
                  <a:pt x="4480840" y="2820455"/>
                  <a:pt x="4481766" y="2819423"/>
                  <a:pt x="4460253" y="2793277"/>
                </a:cubicBezTo>
                <a:cubicBezTo>
                  <a:pt x="4460293" y="2792857"/>
                  <a:pt x="4460334" y="2792440"/>
                  <a:pt x="4460374" y="2792022"/>
                </a:cubicBezTo>
                <a:cubicBezTo>
                  <a:pt x="4450410" y="2725396"/>
                  <a:pt x="4422768" y="2611146"/>
                  <a:pt x="4430482" y="2592145"/>
                </a:cubicBezTo>
                <a:cubicBezTo>
                  <a:pt x="4420977" y="2538605"/>
                  <a:pt x="4406958" y="2503050"/>
                  <a:pt x="4403347" y="2470784"/>
                </a:cubicBezTo>
                <a:cubicBezTo>
                  <a:pt x="4403625" y="2469144"/>
                  <a:pt x="4380771" y="2411406"/>
                  <a:pt x="4381053" y="2409766"/>
                </a:cubicBezTo>
                <a:lnTo>
                  <a:pt x="4366650" y="2374381"/>
                </a:lnTo>
                <a:cubicBezTo>
                  <a:pt x="4354764" y="2340371"/>
                  <a:pt x="4344841" y="2342080"/>
                  <a:pt x="4340811" y="2293782"/>
                </a:cubicBezTo>
                <a:lnTo>
                  <a:pt x="4336437" y="2209654"/>
                </a:lnTo>
                <a:cubicBezTo>
                  <a:pt x="4336626" y="2183198"/>
                  <a:pt x="4331827" y="2147175"/>
                  <a:pt x="4332596" y="2097942"/>
                </a:cubicBezTo>
                <a:cubicBezTo>
                  <a:pt x="4331413" y="2040556"/>
                  <a:pt x="4334167" y="2024671"/>
                  <a:pt x="4335156" y="1959502"/>
                </a:cubicBezTo>
                <a:cubicBezTo>
                  <a:pt x="4355169" y="1909240"/>
                  <a:pt x="4334621" y="1899757"/>
                  <a:pt x="4342459" y="1843304"/>
                </a:cubicBezTo>
                <a:cubicBezTo>
                  <a:pt x="4323188" y="1767970"/>
                  <a:pt x="4341543" y="1709926"/>
                  <a:pt x="4335862" y="1678241"/>
                </a:cubicBezTo>
                <a:cubicBezTo>
                  <a:pt x="4358303" y="1686421"/>
                  <a:pt x="4316693" y="1650992"/>
                  <a:pt x="4341586" y="1648670"/>
                </a:cubicBezTo>
                <a:lnTo>
                  <a:pt x="4335121" y="1530444"/>
                </a:lnTo>
                <a:lnTo>
                  <a:pt x="4319921" y="1447059"/>
                </a:lnTo>
                <a:cubicBezTo>
                  <a:pt x="4323975" y="1435041"/>
                  <a:pt x="4318516" y="1400294"/>
                  <a:pt x="4311218" y="1391417"/>
                </a:cubicBezTo>
                <a:cubicBezTo>
                  <a:pt x="4309788" y="1382890"/>
                  <a:pt x="4318548" y="1369039"/>
                  <a:pt x="4310635" y="1363726"/>
                </a:cubicBezTo>
                <a:cubicBezTo>
                  <a:pt x="4306367" y="1345147"/>
                  <a:pt x="4300478" y="1312123"/>
                  <a:pt x="4295428" y="1284707"/>
                </a:cubicBezTo>
                <a:cubicBezTo>
                  <a:pt x="4305903" y="1270581"/>
                  <a:pt x="4295764" y="1246609"/>
                  <a:pt x="4294084" y="1208753"/>
                </a:cubicBezTo>
                <a:cubicBezTo>
                  <a:pt x="4293843" y="1179683"/>
                  <a:pt x="4285650" y="1146196"/>
                  <a:pt x="4290055" y="1100759"/>
                </a:cubicBezTo>
                <a:cubicBezTo>
                  <a:pt x="4311757" y="1052944"/>
                  <a:pt x="4302600" y="968080"/>
                  <a:pt x="4306769" y="926605"/>
                </a:cubicBezTo>
                <a:cubicBezTo>
                  <a:pt x="4309528" y="887466"/>
                  <a:pt x="4307447" y="916383"/>
                  <a:pt x="4304646" y="892119"/>
                </a:cubicBezTo>
                <a:cubicBezTo>
                  <a:pt x="4298906" y="862313"/>
                  <a:pt x="4286356" y="825479"/>
                  <a:pt x="4280184" y="788250"/>
                </a:cubicBezTo>
                <a:cubicBezTo>
                  <a:pt x="4275629" y="645614"/>
                  <a:pt x="4270483" y="653700"/>
                  <a:pt x="4265528" y="607803"/>
                </a:cubicBezTo>
                <a:cubicBezTo>
                  <a:pt x="4266555" y="576644"/>
                  <a:pt x="4255504" y="548004"/>
                  <a:pt x="4250448" y="512866"/>
                </a:cubicBezTo>
                <a:cubicBezTo>
                  <a:pt x="4226489" y="447977"/>
                  <a:pt x="4214139" y="399629"/>
                  <a:pt x="4204265" y="361348"/>
                </a:cubicBezTo>
                <a:cubicBezTo>
                  <a:pt x="4214896" y="343611"/>
                  <a:pt x="4189301" y="362369"/>
                  <a:pt x="4191203" y="283180"/>
                </a:cubicBezTo>
                <a:cubicBezTo>
                  <a:pt x="4193843" y="278738"/>
                  <a:pt x="4190376" y="269105"/>
                  <a:pt x="4186487" y="270087"/>
                </a:cubicBezTo>
                <a:cubicBezTo>
                  <a:pt x="4156789" y="131153"/>
                  <a:pt x="4126023" y="113821"/>
                  <a:pt x="4107290" y="49653"/>
                </a:cubicBezTo>
                <a:cubicBezTo>
                  <a:pt x="4103468" y="39460"/>
                  <a:pt x="4100491" y="27294"/>
                  <a:pt x="4097659" y="13662"/>
                </a:cubicBezTo>
                <a:lnTo>
                  <a:pt x="4096109" y="5732"/>
                </a:lnTo>
                <a:lnTo>
                  <a:pt x="0" y="5732"/>
                </a:lnTo>
                <a:close/>
              </a:path>
            </a:pathLst>
          </a:custGeom>
        </p:spPr>
      </p:pic>
      <p:sp>
        <p:nvSpPr>
          <p:cNvPr id="15" name="Rectangle 14">
            <a:extLst>
              <a:ext uri="{FF2B5EF4-FFF2-40B4-BE49-F238E27FC236}">
                <a16:creationId xmlns:a16="http://schemas.microsoft.com/office/drawing/2014/main" id="{640449D5-DE6C-45AB-811E-29321C591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418457" y="1424189"/>
            <a:ext cx="6858002" cy="4021087"/>
          </a:xfrm>
          <a:prstGeom prst="rect">
            <a:avLst/>
          </a:prstGeom>
          <a:gradFill flip="none" rotWithShape="1">
            <a:gsLst>
              <a:gs pos="0">
                <a:srgbClr val="000000">
                  <a:alpha val="35000"/>
                </a:srgbClr>
              </a:gs>
              <a:gs pos="100000">
                <a:srgbClr val="000000">
                  <a:alpha val="0"/>
                </a:srgbClr>
              </a:gs>
              <a:gs pos="37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Freeform: Shape 16">
            <a:extLst>
              <a:ext uri="{FF2B5EF4-FFF2-40B4-BE49-F238E27FC236}">
                <a16:creationId xmlns:a16="http://schemas.microsoft.com/office/drawing/2014/main" id="{212462C2-E3DB-4837-B94D-BC580B183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33"/>
            <a:ext cx="5035924" cy="6869464"/>
          </a:xfrm>
          <a:custGeom>
            <a:avLst/>
            <a:gdLst>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4495 w 6128435"/>
              <a:gd name="connsiteY110" fmla="*/ 4170854 h 6858000"/>
              <a:gd name="connsiteX111" fmla="*/ 5903513 w 6128435"/>
              <a:gd name="connsiteY111" fmla="*/ 4187661 h 6858000"/>
              <a:gd name="connsiteX112" fmla="*/ 5909911 w 6128435"/>
              <a:gd name="connsiteY112" fmla="*/ 4189970 h 6858000"/>
              <a:gd name="connsiteX113" fmla="*/ 5919468 w 6128435"/>
              <a:gd name="connsiteY113" fmla="*/ 4200916 h 6858000"/>
              <a:gd name="connsiteX114" fmla="*/ 5917114 w 6128435"/>
              <a:gd name="connsiteY114" fmla="*/ 4213096 h 6858000"/>
              <a:gd name="connsiteX115" fmla="*/ 5921153 w 6128435"/>
              <a:gd name="connsiteY115" fmla="*/ 4236222 h 6858000"/>
              <a:gd name="connsiteX116" fmla="*/ 5924233 w 6128435"/>
              <a:gd name="connsiteY116" fmla="*/ 4242060 h 6858000"/>
              <a:gd name="connsiteX117" fmla="*/ 5923742 w 6128435"/>
              <a:gd name="connsiteY117" fmla="*/ 4265435 h 6858000"/>
              <a:gd name="connsiteX118" fmla="*/ 5928910 w 6128435"/>
              <a:gd name="connsiteY118" fmla="*/ 4300973 h 6858000"/>
              <a:gd name="connsiteX119" fmla="*/ 5939320 w 6128435"/>
              <a:gd name="connsiteY119" fmla="*/ 4340435 h 6858000"/>
              <a:gd name="connsiteX120" fmla="*/ 5936924 w 6128435"/>
              <a:gd name="connsiteY120" fmla="*/ 4353034 h 6858000"/>
              <a:gd name="connsiteX121" fmla="*/ 5946705 w 6128435"/>
              <a:gd name="connsiteY121" fmla="*/ 4428051 h 6858000"/>
              <a:gd name="connsiteX122" fmla="*/ 5949261 w 6128435"/>
              <a:gd name="connsiteY122" fmla="*/ 4449185 h 6858000"/>
              <a:gd name="connsiteX123" fmla="*/ 5957504 w 6128435"/>
              <a:gd name="connsiteY123" fmla="*/ 4465911 h 6858000"/>
              <a:gd name="connsiteX124" fmla="*/ 5964689 w 6128435"/>
              <a:gd name="connsiteY124" fmla="*/ 4468532 h 6858000"/>
              <a:gd name="connsiteX125" fmla="*/ 5967062 w 6128435"/>
              <a:gd name="connsiteY125" fmla="*/ 4479923 h 6858000"/>
              <a:gd name="connsiteX126" fmla="*/ 5968960 w 6128435"/>
              <a:gd name="connsiteY126" fmla="*/ 4482655 h 6858000"/>
              <a:gd name="connsiteX127" fmla="*/ 5978567 w 6128435"/>
              <a:gd name="connsiteY127" fmla="*/ 4498605 h 6858000"/>
              <a:gd name="connsiteX128" fmla="*/ 5967676 w 6128435"/>
              <a:gd name="connsiteY128" fmla="*/ 4540140 h 6858000"/>
              <a:gd name="connsiteX129" fmla="*/ 5980106 w 6128435"/>
              <a:gd name="connsiteY129" fmla="*/ 4585087 h 6858000"/>
              <a:gd name="connsiteX130" fmla="*/ 5986918 w 6128435"/>
              <a:gd name="connsiteY130" fmla="*/ 4764836 h 6858000"/>
              <a:gd name="connsiteX131" fmla="*/ 6013516 w 6128435"/>
              <a:gd name="connsiteY131" fmla="*/ 4786619 h 6858000"/>
              <a:gd name="connsiteX132" fmla="*/ 6025404 w 6128435"/>
              <a:gd name="connsiteY132" fmla="*/ 4858148 h 6858000"/>
              <a:gd name="connsiteX133" fmla="*/ 6007749 w 6128435"/>
              <a:gd name="connsiteY133" fmla="*/ 4964715 h 6858000"/>
              <a:gd name="connsiteX134" fmla="*/ 6005269 w 6128435"/>
              <a:gd name="connsiteY134" fmla="*/ 5150567 h 6858000"/>
              <a:gd name="connsiteX135" fmla="*/ 6001127 w 6128435"/>
              <a:gd name="connsiteY135" fmla="*/ 5164609 h 6858000"/>
              <a:gd name="connsiteX136" fmla="*/ 5996647 w 6128435"/>
              <a:gd name="connsiteY136" fmla="*/ 5185640 h 6858000"/>
              <a:gd name="connsiteX137" fmla="*/ 5998514 w 6128435"/>
              <a:gd name="connsiteY137" fmla="*/ 5189673 h 6858000"/>
              <a:gd name="connsiteX138" fmla="*/ 5995970 w 6128435"/>
              <a:gd name="connsiteY138" fmla="*/ 5221547 h 6858000"/>
              <a:gd name="connsiteX139" fmla="*/ 5997218 w 6128435"/>
              <a:gd name="connsiteY139" fmla="*/ 5222031 h 6858000"/>
              <a:gd name="connsiteX140" fmla="*/ 6002116 w 6128435"/>
              <a:gd name="connsiteY140" fmla="*/ 5231223 h 6858000"/>
              <a:gd name="connsiteX141" fmla="*/ 6008541 w 6128435"/>
              <a:gd name="connsiteY141" fmla="*/ 5248680 h 6858000"/>
              <a:gd name="connsiteX142" fmla="*/ 6039260 w 6128435"/>
              <a:gd name="connsiteY142" fmla="*/ 5289518 h 6858000"/>
              <a:gd name="connsiteX143" fmla="*/ 6036748 w 6128435"/>
              <a:gd name="connsiteY143" fmla="*/ 5322752 h 6858000"/>
              <a:gd name="connsiteX144" fmla="*/ 6036943 w 6128435"/>
              <a:gd name="connsiteY144" fmla="*/ 5329480 h 6858000"/>
              <a:gd name="connsiteX145" fmla="*/ 6037236 w 6128435"/>
              <a:gd name="connsiteY145" fmla="*/ 5329634 h 6858000"/>
              <a:gd name="connsiteX146" fmla="*/ 6038019 w 6128435"/>
              <a:gd name="connsiteY146" fmla="*/ 5336764 h 6858000"/>
              <a:gd name="connsiteX147" fmla="*/ 6037298 w 6128435"/>
              <a:gd name="connsiteY147" fmla="*/ 5341753 h 6858000"/>
              <a:gd name="connsiteX148" fmla="*/ 6037677 w 6128435"/>
              <a:gd name="connsiteY148" fmla="*/ 5354807 h 6858000"/>
              <a:gd name="connsiteX149" fmla="*/ 6039728 w 6128435"/>
              <a:gd name="connsiteY149" fmla="*/ 5359416 h 6858000"/>
              <a:gd name="connsiteX150" fmla="*/ 6043311 w 6128435"/>
              <a:gd name="connsiteY150" fmla="*/ 5361407 h 6858000"/>
              <a:gd name="connsiteX151" fmla="*/ 6042954 w 6128435"/>
              <a:gd name="connsiteY151" fmla="*/ 5362576 h 6858000"/>
              <a:gd name="connsiteX152" fmla="*/ 6053435 w 6128435"/>
              <a:gd name="connsiteY152" fmla="*/ 5387547 h 6858000"/>
              <a:gd name="connsiteX153" fmla="*/ 6065933 w 6128435"/>
              <a:gd name="connsiteY153" fmla="*/ 5443002 h 6858000"/>
              <a:gd name="connsiteX154" fmla="*/ 6068640 w 6128435"/>
              <a:gd name="connsiteY154" fmla="*/ 5474503 h 6858000"/>
              <a:gd name="connsiteX155" fmla="*/ 6080922 w 6128435"/>
              <a:gd name="connsiteY155" fmla="*/ 5561070 h 6858000"/>
              <a:gd name="connsiteX156" fmla="*/ 6096949 w 6128435"/>
              <a:gd name="connsiteY156" fmla="*/ 5648179 h 6858000"/>
              <a:gd name="connsiteX157" fmla="*/ 6125703 w 6128435"/>
              <a:gd name="connsiteY157" fmla="*/ 5692894 h 6858000"/>
              <a:gd name="connsiteX158" fmla="*/ 6126670 w 6128435"/>
              <a:gd name="connsiteY158" fmla="*/ 5697882 h 6858000"/>
              <a:gd name="connsiteX159" fmla="*/ 6124061 w 6128435"/>
              <a:gd name="connsiteY159" fmla="*/ 5710294 h 6858000"/>
              <a:gd name="connsiteX160" fmla="*/ 6122213 w 6128435"/>
              <a:gd name="connsiteY160" fmla="*/ 5714762 h 6858000"/>
              <a:gd name="connsiteX161" fmla="*/ 6121353 w 6128435"/>
              <a:gd name="connsiteY161" fmla="*/ 5721725 h 6858000"/>
              <a:gd name="connsiteX162" fmla="*/ 6121607 w 6128435"/>
              <a:gd name="connsiteY162" fmla="*/ 5721959 h 6858000"/>
              <a:gd name="connsiteX163" fmla="*/ 6120262 w 6128435"/>
              <a:gd name="connsiteY163" fmla="*/ 5728358 h 6858000"/>
              <a:gd name="connsiteX164" fmla="*/ 6110194 w 6128435"/>
              <a:gd name="connsiteY164" fmla="*/ 5758853 h 6858000"/>
              <a:gd name="connsiteX165" fmla="*/ 6127519 w 6128435"/>
              <a:gd name="connsiteY165" fmla="*/ 5865775 h 6858000"/>
              <a:gd name="connsiteX166" fmla="*/ 6128435 w 6128435"/>
              <a:gd name="connsiteY166" fmla="*/ 5870164 h 6858000"/>
              <a:gd name="connsiteX167" fmla="*/ 6119217 w 6128435"/>
              <a:gd name="connsiteY167" fmla="*/ 5888542 h 6858000"/>
              <a:gd name="connsiteX168" fmla="*/ 6115966 w 6128435"/>
              <a:gd name="connsiteY168" fmla="*/ 5898387 h 6858000"/>
              <a:gd name="connsiteX169" fmla="*/ 6111924 w 6128435"/>
              <a:gd name="connsiteY169" fmla="*/ 5900444 h 6858000"/>
              <a:gd name="connsiteX170" fmla="*/ 6108716 w 6128435"/>
              <a:gd name="connsiteY170" fmla="*/ 5915345 h 6858000"/>
              <a:gd name="connsiteX171" fmla="*/ 6109524 w 6128435"/>
              <a:gd name="connsiteY171" fmla="*/ 5917328 h 6858000"/>
              <a:gd name="connsiteX172" fmla="*/ 6102493 w 6128435"/>
              <a:gd name="connsiteY172" fmla="*/ 5928602 h 6858000"/>
              <a:gd name="connsiteX173" fmla="*/ 6056863 w 6128435"/>
              <a:gd name="connsiteY173" fmla="*/ 6000643 h 6858000"/>
              <a:gd name="connsiteX174" fmla="*/ 6045436 w 6128435"/>
              <a:gd name="connsiteY174" fmla="*/ 6124480 h 6858000"/>
              <a:gd name="connsiteX175" fmla="*/ 6030489 w 6128435"/>
              <a:gd name="connsiteY175" fmla="*/ 6317666 h 6858000"/>
              <a:gd name="connsiteX176" fmla="*/ 6007492 w 6128435"/>
              <a:gd name="connsiteY176" fmla="*/ 6440818 h 6858000"/>
              <a:gd name="connsiteX177" fmla="*/ 6009467 w 6128435"/>
              <a:gd name="connsiteY177" fmla="*/ 6487076 h 6858000"/>
              <a:gd name="connsiteX178" fmla="*/ 5995064 w 6128435"/>
              <a:gd name="connsiteY178" fmla="*/ 6540791 h 6858000"/>
              <a:gd name="connsiteX179" fmla="*/ 5996309 w 6128435"/>
              <a:gd name="connsiteY179" fmla="*/ 6543961 h 6858000"/>
              <a:gd name="connsiteX180" fmla="*/ 5996048 w 6128435"/>
              <a:gd name="connsiteY180" fmla="*/ 6555444 h 6858000"/>
              <a:gd name="connsiteX181" fmla="*/ 6002524 w 6128435"/>
              <a:gd name="connsiteY181" fmla="*/ 6560188 h 6858000"/>
              <a:gd name="connsiteX182" fmla="*/ 6006823 w 6128435"/>
              <a:gd name="connsiteY182" fmla="*/ 6578546 h 6858000"/>
              <a:gd name="connsiteX183" fmla="*/ 6004510 w 6128435"/>
              <a:gd name="connsiteY183" fmla="*/ 6599256 h 6858000"/>
              <a:gd name="connsiteX184" fmla="*/ 5986207 w 6128435"/>
              <a:gd name="connsiteY184" fmla="*/ 6695855 h 6858000"/>
              <a:gd name="connsiteX185" fmla="*/ 5979428 w 6128435"/>
              <a:gd name="connsiteY185" fmla="*/ 6754678 h 6858000"/>
              <a:gd name="connsiteX186" fmla="*/ 5983398 w 6128435"/>
              <a:gd name="connsiteY186" fmla="*/ 6778641 h 6858000"/>
              <a:gd name="connsiteX187" fmla="*/ 5984543 w 6128435"/>
              <a:gd name="connsiteY187" fmla="*/ 6811016 h 6858000"/>
              <a:gd name="connsiteX188" fmla="*/ 5981802 w 6128435"/>
              <a:gd name="connsiteY188" fmla="*/ 6838578 h 6858000"/>
              <a:gd name="connsiteX189" fmla="*/ 5979671 w 6128435"/>
              <a:gd name="connsiteY189" fmla="*/ 6858000 h 6858000"/>
              <a:gd name="connsiteX190" fmla="*/ 0 w 6128435"/>
              <a:gd name="connsiteY190" fmla="*/ 685800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4495 w 6128435"/>
              <a:gd name="connsiteY110" fmla="*/ 4170854 h 6858000"/>
              <a:gd name="connsiteX111" fmla="*/ 5903513 w 6128435"/>
              <a:gd name="connsiteY111" fmla="*/ 4187661 h 6858000"/>
              <a:gd name="connsiteX112" fmla="*/ 5909911 w 6128435"/>
              <a:gd name="connsiteY112" fmla="*/ 4189970 h 6858000"/>
              <a:gd name="connsiteX113" fmla="*/ 5917114 w 6128435"/>
              <a:gd name="connsiteY113" fmla="*/ 4213096 h 6858000"/>
              <a:gd name="connsiteX114" fmla="*/ 5921153 w 6128435"/>
              <a:gd name="connsiteY114" fmla="*/ 4236222 h 6858000"/>
              <a:gd name="connsiteX115" fmla="*/ 5924233 w 6128435"/>
              <a:gd name="connsiteY115" fmla="*/ 4242060 h 6858000"/>
              <a:gd name="connsiteX116" fmla="*/ 5923742 w 6128435"/>
              <a:gd name="connsiteY116" fmla="*/ 4265435 h 6858000"/>
              <a:gd name="connsiteX117" fmla="*/ 5928910 w 6128435"/>
              <a:gd name="connsiteY117" fmla="*/ 4300973 h 6858000"/>
              <a:gd name="connsiteX118" fmla="*/ 5939320 w 6128435"/>
              <a:gd name="connsiteY118" fmla="*/ 4340435 h 6858000"/>
              <a:gd name="connsiteX119" fmla="*/ 5936924 w 6128435"/>
              <a:gd name="connsiteY119" fmla="*/ 4353034 h 6858000"/>
              <a:gd name="connsiteX120" fmla="*/ 5946705 w 6128435"/>
              <a:gd name="connsiteY120" fmla="*/ 4428051 h 6858000"/>
              <a:gd name="connsiteX121" fmla="*/ 5949261 w 6128435"/>
              <a:gd name="connsiteY121" fmla="*/ 4449185 h 6858000"/>
              <a:gd name="connsiteX122" fmla="*/ 5957504 w 6128435"/>
              <a:gd name="connsiteY122" fmla="*/ 4465911 h 6858000"/>
              <a:gd name="connsiteX123" fmla="*/ 5964689 w 6128435"/>
              <a:gd name="connsiteY123" fmla="*/ 4468532 h 6858000"/>
              <a:gd name="connsiteX124" fmla="*/ 5967062 w 6128435"/>
              <a:gd name="connsiteY124" fmla="*/ 4479923 h 6858000"/>
              <a:gd name="connsiteX125" fmla="*/ 5968960 w 6128435"/>
              <a:gd name="connsiteY125" fmla="*/ 4482655 h 6858000"/>
              <a:gd name="connsiteX126" fmla="*/ 5978567 w 6128435"/>
              <a:gd name="connsiteY126" fmla="*/ 4498605 h 6858000"/>
              <a:gd name="connsiteX127" fmla="*/ 5967676 w 6128435"/>
              <a:gd name="connsiteY127" fmla="*/ 4540140 h 6858000"/>
              <a:gd name="connsiteX128" fmla="*/ 5980106 w 6128435"/>
              <a:gd name="connsiteY128" fmla="*/ 4585087 h 6858000"/>
              <a:gd name="connsiteX129" fmla="*/ 5986918 w 6128435"/>
              <a:gd name="connsiteY129" fmla="*/ 4764836 h 6858000"/>
              <a:gd name="connsiteX130" fmla="*/ 6013516 w 6128435"/>
              <a:gd name="connsiteY130" fmla="*/ 4786619 h 6858000"/>
              <a:gd name="connsiteX131" fmla="*/ 6025404 w 6128435"/>
              <a:gd name="connsiteY131" fmla="*/ 4858148 h 6858000"/>
              <a:gd name="connsiteX132" fmla="*/ 6007749 w 6128435"/>
              <a:gd name="connsiteY132" fmla="*/ 4964715 h 6858000"/>
              <a:gd name="connsiteX133" fmla="*/ 6005269 w 6128435"/>
              <a:gd name="connsiteY133" fmla="*/ 5150567 h 6858000"/>
              <a:gd name="connsiteX134" fmla="*/ 6001127 w 6128435"/>
              <a:gd name="connsiteY134" fmla="*/ 5164609 h 6858000"/>
              <a:gd name="connsiteX135" fmla="*/ 5996647 w 6128435"/>
              <a:gd name="connsiteY135" fmla="*/ 5185640 h 6858000"/>
              <a:gd name="connsiteX136" fmla="*/ 5998514 w 6128435"/>
              <a:gd name="connsiteY136" fmla="*/ 5189673 h 6858000"/>
              <a:gd name="connsiteX137" fmla="*/ 5995970 w 6128435"/>
              <a:gd name="connsiteY137" fmla="*/ 5221547 h 6858000"/>
              <a:gd name="connsiteX138" fmla="*/ 5997218 w 6128435"/>
              <a:gd name="connsiteY138" fmla="*/ 5222031 h 6858000"/>
              <a:gd name="connsiteX139" fmla="*/ 6002116 w 6128435"/>
              <a:gd name="connsiteY139" fmla="*/ 5231223 h 6858000"/>
              <a:gd name="connsiteX140" fmla="*/ 6008541 w 6128435"/>
              <a:gd name="connsiteY140" fmla="*/ 5248680 h 6858000"/>
              <a:gd name="connsiteX141" fmla="*/ 6039260 w 6128435"/>
              <a:gd name="connsiteY141" fmla="*/ 5289518 h 6858000"/>
              <a:gd name="connsiteX142" fmla="*/ 6036748 w 6128435"/>
              <a:gd name="connsiteY142" fmla="*/ 5322752 h 6858000"/>
              <a:gd name="connsiteX143" fmla="*/ 6036943 w 6128435"/>
              <a:gd name="connsiteY143" fmla="*/ 5329480 h 6858000"/>
              <a:gd name="connsiteX144" fmla="*/ 6037236 w 6128435"/>
              <a:gd name="connsiteY144" fmla="*/ 5329634 h 6858000"/>
              <a:gd name="connsiteX145" fmla="*/ 6038019 w 6128435"/>
              <a:gd name="connsiteY145" fmla="*/ 5336764 h 6858000"/>
              <a:gd name="connsiteX146" fmla="*/ 6037298 w 6128435"/>
              <a:gd name="connsiteY146" fmla="*/ 5341753 h 6858000"/>
              <a:gd name="connsiteX147" fmla="*/ 6037677 w 6128435"/>
              <a:gd name="connsiteY147" fmla="*/ 5354807 h 6858000"/>
              <a:gd name="connsiteX148" fmla="*/ 6039728 w 6128435"/>
              <a:gd name="connsiteY148" fmla="*/ 5359416 h 6858000"/>
              <a:gd name="connsiteX149" fmla="*/ 6043311 w 6128435"/>
              <a:gd name="connsiteY149" fmla="*/ 5361407 h 6858000"/>
              <a:gd name="connsiteX150" fmla="*/ 6042954 w 6128435"/>
              <a:gd name="connsiteY150" fmla="*/ 5362576 h 6858000"/>
              <a:gd name="connsiteX151" fmla="*/ 6053435 w 6128435"/>
              <a:gd name="connsiteY151" fmla="*/ 5387547 h 6858000"/>
              <a:gd name="connsiteX152" fmla="*/ 6065933 w 6128435"/>
              <a:gd name="connsiteY152" fmla="*/ 5443002 h 6858000"/>
              <a:gd name="connsiteX153" fmla="*/ 6068640 w 6128435"/>
              <a:gd name="connsiteY153" fmla="*/ 5474503 h 6858000"/>
              <a:gd name="connsiteX154" fmla="*/ 6080922 w 6128435"/>
              <a:gd name="connsiteY154" fmla="*/ 5561070 h 6858000"/>
              <a:gd name="connsiteX155" fmla="*/ 6096949 w 6128435"/>
              <a:gd name="connsiteY155" fmla="*/ 5648179 h 6858000"/>
              <a:gd name="connsiteX156" fmla="*/ 6125703 w 6128435"/>
              <a:gd name="connsiteY156" fmla="*/ 5692894 h 6858000"/>
              <a:gd name="connsiteX157" fmla="*/ 6126670 w 6128435"/>
              <a:gd name="connsiteY157" fmla="*/ 5697882 h 6858000"/>
              <a:gd name="connsiteX158" fmla="*/ 6124061 w 6128435"/>
              <a:gd name="connsiteY158" fmla="*/ 5710294 h 6858000"/>
              <a:gd name="connsiteX159" fmla="*/ 6122213 w 6128435"/>
              <a:gd name="connsiteY159" fmla="*/ 5714762 h 6858000"/>
              <a:gd name="connsiteX160" fmla="*/ 6121353 w 6128435"/>
              <a:gd name="connsiteY160" fmla="*/ 5721725 h 6858000"/>
              <a:gd name="connsiteX161" fmla="*/ 6121607 w 6128435"/>
              <a:gd name="connsiteY161" fmla="*/ 5721959 h 6858000"/>
              <a:gd name="connsiteX162" fmla="*/ 6120262 w 6128435"/>
              <a:gd name="connsiteY162" fmla="*/ 5728358 h 6858000"/>
              <a:gd name="connsiteX163" fmla="*/ 6110194 w 6128435"/>
              <a:gd name="connsiteY163" fmla="*/ 5758853 h 6858000"/>
              <a:gd name="connsiteX164" fmla="*/ 6127519 w 6128435"/>
              <a:gd name="connsiteY164" fmla="*/ 5865775 h 6858000"/>
              <a:gd name="connsiteX165" fmla="*/ 6128435 w 6128435"/>
              <a:gd name="connsiteY165" fmla="*/ 5870164 h 6858000"/>
              <a:gd name="connsiteX166" fmla="*/ 6119217 w 6128435"/>
              <a:gd name="connsiteY166" fmla="*/ 5888542 h 6858000"/>
              <a:gd name="connsiteX167" fmla="*/ 6115966 w 6128435"/>
              <a:gd name="connsiteY167" fmla="*/ 5898387 h 6858000"/>
              <a:gd name="connsiteX168" fmla="*/ 6111924 w 6128435"/>
              <a:gd name="connsiteY168" fmla="*/ 5900444 h 6858000"/>
              <a:gd name="connsiteX169" fmla="*/ 6108716 w 6128435"/>
              <a:gd name="connsiteY169" fmla="*/ 5915345 h 6858000"/>
              <a:gd name="connsiteX170" fmla="*/ 6109524 w 6128435"/>
              <a:gd name="connsiteY170" fmla="*/ 5917328 h 6858000"/>
              <a:gd name="connsiteX171" fmla="*/ 6102493 w 6128435"/>
              <a:gd name="connsiteY171" fmla="*/ 5928602 h 6858000"/>
              <a:gd name="connsiteX172" fmla="*/ 6056863 w 6128435"/>
              <a:gd name="connsiteY172" fmla="*/ 6000643 h 6858000"/>
              <a:gd name="connsiteX173" fmla="*/ 6045436 w 6128435"/>
              <a:gd name="connsiteY173" fmla="*/ 6124480 h 6858000"/>
              <a:gd name="connsiteX174" fmla="*/ 6030489 w 6128435"/>
              <a:gd name="connsiteY174" fmla="*/ 6317666 h 6858000"/>
              <a:gd name="connsiteX175" fmla="*/ 6007492 w 6128435"/>
              <a:gd name="connsiteY175" fmla="*/ 6440818 h 6858000"/>
              <a:gd name="connsiteX176" fmla="*/ 6009467 w 6128435"/>
              <a:gd name="connsiteY176" fmla="*/ 6487076 h 6858000"/>
              <a:gd name="connsiteX177" fmla="*/ 5995064 w 6128435"/>
              <a:gd name="connsiteY177" fmla="*/ 6540791 h 6858000"/>
              <a:gd name="connsiteX178" fmla="*/ 5996309 w 6128435"/>
              <a:gd name="connsiteY178" fmla="*/ 6543961 h 6858000"/>
              <a:gd name="connsiteX179" fmla="*/ 5996048 w 6128435"/>
              <a:gd name="connsiteY179" fmla="*/ 6555444 h 6858000"/>
              <a:gd name="connsiteX180" fmla="*/ 6002524 w 6128435"/>
              <a:gd name="connsiteY180" fmla="*/ 6560188 h 6858000"/>
              <a:gd name="connsiteX181" fmla="*/ 6006823 w 6128435"/>
              <a:gd name="connsiteY181" fmla="*/ 6578546 h 6858000"/>
              <a:gd name="connsiteX182" fmla="*/ 6004510 w 6128435"/>
              <a:gd name="connsiteY182" fmla="*/ 6599256 h 6858000"/>
              <a:gd name="connsiteX183" fmla="*/ 5986207 w 6128435"/>
              <a:gd name="connsiteY183" fmla="*/ 6695855 h 6858000"/>
              <a:gd name="connsiteX184" fmla="*/ 5979428 w 6128435"/>
              <a:gd name="connsiteY184" fmla="*/ 6754678 h 6858000"/>
              <a:gd name="connsiteX185" fmla="*/ 5983398 w 6128435"/>
              <a:gd name="connsiteY185" fmla="*/ 6778641 h 6858000"/>
              <a:gd name="connsiteX186" fmla="*/ 5984543 w 6128435"/>
              <a:gd name="connsiteY186" fmla="*/ 6811016 h 6858000"/>
              <a:gd name="connsiteX187" fmla="*/ 5981802 w 6128435"/>
              <a:gd name="connsiteY187" fmla="*/ 6838578 h 6858000"/>
              <a:gd name="connsiteX188" fmla="*/ 5979671 w 6128435"/>
              <a:gd name="connsiteY188" fmla="*/ 6858000 h 6858000"/>
              <a:gd name="connsiteX189" fmla="*/ 0 w 6128435"/>
              <a:gd name="connsiteY189" fmla="*/ 6858000 h 6858000"/>
              <a:gd name="connsiteX190" fmla="*/ 0 w 6128435"/>
              <a:gd name="connsiteY190"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4495 w 6128435"/>
              <a:gd name="connsiteY110" fmla="*/ 4170854 h 6858000"/>
              <a:gd name="connsiteX111" fmla="*/ 5903513 w 6128435"/>
              <a:gd name="connsiteY111" fmla="*/ 4187661 h 6858000"/>
              <a:gd name="connsiteX112" fmla="*/ 5909911 w 6128435"/>
              <a:gd name="connsiteY112" fmla="*/ 4189970 h 6858000"/>
              <a:gd name="connsiteX113" fmla="*/ 5917114 w 6128435"/>
              <a:gd name="connsiteY113" fmla="*/ 4213096 h 6858000"/>
              <a:gd name="connsiteX114" fmla="*/ 5921153 w 6128435"/>
              <a:gd name="connsiteY114" fmla="*/ 4236222 h 6858000"/>
              <a:gd name="connsiteX115" fmla="*/ 5924233 w 6128435"/>
              <a:gd name="connsiteY115" fmla="*/ 4242060 h 6858000"/>
              <a:gd name="connsiteX116" fmla="*/ 5923742 w 6128435"/>
              <a:gd name="connsiteY116" fmla="*/ 4265435 h 6858000"/>
              <a:gd name="connsiteX117" fmla="*/ 5928910 w 6128435"/>
              <a:gd name="connsiteY117" fmla="*/ 4300973 h 6858000"/>
              <a:gd name="connsiteX118" fmla="*/ 5939320 w 6128435"/>
              <a:gd name="connsiteY118" fmla="*/ 4340435 h 6858000"/>
              <a:gd name="connsiteX119" fmla="*/ 5946705 w 6128435"/>
              <a:gd name="connsiteY119" fmla="*/ 4428051 h 6858000"/>
              <a:gd name="connsiteX120" fmla="*/ 5949261 w 6128435"/>
              <a:gd name="connsiteY120" fmla="*/ 4449185 h 6858000"/>
              <a:gd name="connsiteX121" fmla="*/ 5957504 w 6128435"/>
              <a:gd name="connsiteY121" fmla="*/ 4465911 h 6858000"/>
              <a:gd name="connsiteX122" fmla="*/ 5964689 w 6128435"/>
              <a:gd name="connsiteY122" fmla="*/ 4468532 h 6858000"/>
              <a:gd name="connsiteX123" fmla="*/ 5967062 w 6128435"/>
              <a:gd name="connsiteY123" fmla="*/ 4479923 h 6858000"/>
              <a:gd name="connsiteX124" fmla="*/ 5968960 w 6128435"/>
              <a:gd name="connsiteY124" fmla="*/ 4482655 h 6858000"/>
              <a:gd name="connsiteX125" fmla="*/ 5978567 w 6128435"/>
              <a:gd name="connsiteY125" fmla="*/ 4498605 h 6858000"/>
              <a:gd name="connsiteX126" fmla="*/ 5967676 w 6128435"/>
              <a:gd name="connsiteY126" fmla="*/ 4540140 h 6858000"/>
              <a:gd name="connsiteX127" fmla="*/ 5980106 w 6128435"/>
              <a:gd name="connsiteY127" fmla="*/ 4585087 h 6858000"/>
              <a:gd name="connsiteX128" fmla="*/ 5986918 w 6128435"/>
              <a:gd name="connsiteY128" fmla="*/ 4764836 h 6858000"/>
              <a:gd name="connsiteX129" fmla="*/ 6013516 w 6128435"/>
              <a:gd name="connsiteY129" fmla="*/ 4786619 h 6858000"/>
              <a:gd name="connsiteX130" fmla="*/ 6025404 w 6128435"/>
              <a:gd name="connsiteY130" fmla="*/ 4858148 h 6858000"/>
              <a:gd name="connsiteX131" fmla="*/ 6007749 w 6128435"/>
              <a:gd name="connsiteY131" fmla="*/ 4964715 h 6858000"/>
              <a:gd name="connsiteX132" fmla="*/ 6005269 w 6128435"/>
              <a:gd name="connsiteY132" fmla="*/ 5150567 h 6858000"/>
              <a:gd name="connsiteX133" fmla="*/ 6001127 w 6128435"/>
              <a:gd name="connsiteY133" fmla="*/ 5164609 h 6858000"/>
              <a:gd name="connsiteX134" fmla="*/ 5996647 w 6128435"/>
              <a:gd name="connsiteY134" fmla="*/ 5185640 h 6858000"/>
              <a:gd name="connsiteX135" fmla="*/ 5998514 w 6128435"/>
              <a:gd name="connsiteY135" fmla="*/ 5189673 h 6858000"/>
              <a:gd name="connsiteX136" fmla="*/ 5995970 w 6128435"/>
              <a:gd name="connsiteY136" fmla="*/ 5221547 h 6858000"/>
              <a:gd name="connsiteX137" fmla="*/ 5997218 w 6128435"/>
              <a:gd name="connsiteY137" fmla="*/ 5222031 h 6858000"/>
              <a:gd name="connsiteX138" fmla="*/ 6002116 w 6128435"/>
              <a:gd name="connsiteY138" fmla="*/ 5231223 h 6858000"/>
              <a:gd name="connsiteX139" fmla="*/ 6008541 w 6128435"/>
              <a:gd name="connsiteY139" fmla="*/ 5248680 h 6858000"/>
              <a:gd name="connsiteX140" fmla="*/ 6039260 w 6128435"/>
              <a:gd name="connsiteY140" fmla="*/ 5289518 h 6858000"/>
              <a:gd name="connsiteX141" fmla="*/ 6036748 w 6128435"/>
              <a:gd name="connsiteY141" fmla="*/ 5322752 h 6858000"/>
              <a:gd name="connsiteX142" fmla="*/ 6036943 w 6128435"/>
              <a:gd name="connsiteY142" fmla="*/ 5329480 h 6858000"/>
              <a:gd name="connsiteX143" fmla="*/ 6037236 w 6128435"/>
              <a:gd name="connsiteY143" fmla="*/ 5329634 h 6858000"/>
              <a:gd name="connsiteX144" fmla="*/ 6038019 w 6128435"/>
              <a:gd name="connsiteY144" fmla="*/ 5336764 h 6858000"/>
              <a:gd name="connsiteX145" fmla="*/ 6037298 w 6128435"/>
              <a:gd name="connsiteY145" fmla="*/ 5341753 h 6858000"/>
              <a:gd name="connsiteX146" fmla="*/ 6037677 w 6128435"/>
              <a:gd name="connsiteY146" fmla="*/ 5354807 h 6858000"/>
              <a:gd name="connsiteX147" fmla="*/ 6039728 w 6128435"/>
              <a:gd name="connsiteY147" fmla="*/ 5359416 h 6858000"/>
              <a:gd name="connsiteX148" fmla="*/ 6043311 w 6128435"/>
              <a:gd name="connsiteY148" fmla="*/ 5361407 h 6858000"/>
              <a:gd name="connsiteX149" fmla="*/ 6042954 w 6128435"/>
              <a:gd name="connsiteY149" fmla="*/ 5362576 h 6858000"/>
              <a:gd name="connsiteX150" fmla="*/ 6053435 w 6128435"/>
              <a:gd name="connsiteY150" fmla="*/ 5387547 h 6858000"/>
              <a:gd name="connsiteX151" fmla="*/ 6065933 w 6128435"/>
              <a:gd name="connsiteY151" fmla="*/ 5443002 h 6858000"/>
              <a:gd name="connsiteX152" fmla="*/ 6068640 w 6128435"/>
              <a:gd name="connsiteY152" fmla="*/ 5474503 h 6858000"/>
              <a:gd name="connsiteX153" fmla="*/ 6080922 w 6128435"/>
              <a:gd name="connsiteY153" fmla="*/ 5561070 h 6858000"/>
              <a:gd name="connsiteX154" fmla="*/ 6096949 w 6128435"/>
              <a:gd name="connsiteY154" fmla="*/ 5648179 h 6858000"/>
              <a:gd name="connsiteX155" fmla="*/ 6125703 w 6128435"/>
              <a:gd name="connsiteY155" fmla="*/ 5692894 h 6858000"/>
              <a:gd name="connsiteX156" fmla="*/ 6126670 w 6128435"/>
              <a:gd name="connsiteY156" fmla="*/ 5697882 h 6858000"/>
              <a:gd name="connsiteX157" fmla="*/ 6124061 w 6128435"/>
              <a:gd name="connsiteY157" fmla="*/ 5710294 h 6858000"/>
              <a:gd name="connsiteX158" fmla="*/ 6122213 w 6128435"/>
              <a:gd name="connsiteY158" fmla="*/ 5714762 h 6858000"/>
              <a:gd name="connsiteX159" fmla="*/ 6121353 w 6128435"/>
              <a:gd name="connsiteY159" fmla="*/ 5721725 h 6858000"/>
              <a:gd name="connsiteX160" fmla="*/ 6121607 w 6128435"/>
              <a:gd name="connsiteY160" fmla="*/ 5721959 h 6858000"/>
              <a:gd name="connsiteX161" fmla="*/ 6120262 w 6128435"/>
              <a:gd name="connsiteY161" fmla="*/ 5728358 h 6858000"/>
              <a:gd name="connsiteX162" fmla="*/ 6110194 w 6128435"/>
              <a:gd name="connsiteY162" fmla="*/ 5758853 h 6858000"/>
              <a:gd name="connsiteX163" fmla="*/ 6127519 w 6128435"/>
              <a:gd name="connsiteY163" fmla="*/ 5865775 h 6858000"/>
              <a:gd name="connsiteX164" fmla="*/ 6128435 w 6128435"/>
              <a:gd name="connsiteY164" fmla="*/ 5870164 h 6858000"/>
              <a:gd name="connsiteX165" fmla="*/ 6119217 w 6128435"/>
              <a:gd name="connsiteY165" fmla="*/ 5888542 h 6858000"/>
              <a:gd name="connsiteX166" fmla="*/ 6115966 w 6128435"/>
              <a:gd name="connsiteY166" fmla="*/ 5898387 h 6858000"/>
              <a:gd name="connsiteX167" fmla="*/ 6111924 w 6128435"/>
              <a:gd name="connsiteY167" fmla="*/ 5900444 h 6858000"/>
              <a:gd name="connsiteX168" fmla="*/ 6108716 w 6128435"/>
              <a:gd name="connsiteY168" fmla="*/ 5915345 h 6858000"/>
              <a:gd name="connsiteX169" fmla="*/ 6109524 w 6128435"/>
              <a:gd name="connsiteY169" fmla="*/ 5917328 h 6858000"/>
              <a:gd name="connsiteX170" fmla="*/ 6102493 w 6128435"/>
              <a:gd name="connsiteY170" fmla="*/ 5928602 h 6858000"/>
              <a:gd name="connsiteX171" fmla="*/ 6056863 w 6128435"/>
              <a:gd name="connsiteY171" fmla="*/ 6000643 h 6858000"/>
              <a:gd name="connsiteX172" fmla="*/ 6045436 w 6128435"/>
              <a:gd name="connsiteY172" fmla="*/ 6124480 h 6858000"/>
              <a:gd name="connsiteX173" fmla="*/ 6030489 w 6128435"/>
              <a:gd name="connsiteY173" fmla="*/ 6317666 h 6858000"/>
              <a:gd name="connsiteX174" fmla="*/ 6007492 w 6128435"/>
              <a:gd name="connsiteY174" fmla="*/ 6440818 h 6858000"/>
              <a:gd name="connsiteX175" fmla="*/ 6009467 w 6128435"/>
              <a:gd name="connsiteY175" fmla="*/ 6487076 h 6858000"/>
              <a:gd name="connsiteX176" fmla="*/ 5995064 w 6128435"/>
              <a:gd name="connsiteY176" fmla="*/ 6540791 h 6858000"/>
              <a:gd name="connsiteX177" fmla="*/ 5996309 w 6128435"/>
              <a:gd name="connsiteY177" fmla="*/ 6543961 h 6858000"/>
              <a:gd name="connsiteX178" fmla="*/ 5996048 w 6128435"/>
              <a:gd name="connsiteY178" fmla="*/ 6555444 h 6858000"/>
              <a:gd name="connsiteX179" fmla="*/ 6002524 w 6128435"/>
              <a:gd name="connsiteY179" fmla="*/ 6560188 h 6858000"/>
              <a:gd name="connsiteX180" fmla="*/ 6006823 w 6128435"/>
              <a:gd name="connsiteY180" fmla="*/ 6578546 h 6858000"/>
              <a:gd name="connsiteX181" fmla="*/ 6004510 w 6128435"/>
              <a:gd name="connsiteY181" fmla="*/ 6599256 h 6858000"/>
              <a:gd name="connsiteX182" fmla="*/ 5986207 w 6128435"/>
              <a:gd name="connsiteY182" fmla="*/ 6695855 h 6858000"/>
              <a:gd name="connsiteX183" fmla="*/ 5979428 w 6128435"/>
              <a:gd name="connsiteY183" fmla="*/ 6754678 h 6858000"/>
              <a:gd name="connsiteX184" fmla="*/ 5983398 w 6128435"/>
              <a:gd name="connsiteY184" fmla="*/ 6778641 h 6858000"/>
              <a:gd name="connsiteX185" fmla="*/ 5984543 w 6128435"/>
              <a:gd name="connsiteY185" fmla="*/ 6811016 h 6858000"/>
              <a:gd name="connsiteX186" fmla="*/ 5981802 w 6128435"/>
              <a:gd name="connsiteY186" fmla="*/ 6838578 h 6858000"/>
              <a:gd name="connsiteX187" fmla="*/ 5979671 w 6128435"/>
              <a:gd name="connsiteY187" fmla="*/ 6858000 h 6858000"/>
              <a:gd name="connsiteX188" fmla="*/ 0 w 6128435"/>
              <a:gd name="connsiteY188" fmla="*/ 6858000 h 6858000"/>
              <a:gd name="connsiteX189" fmla="*/ 0 w 6128435"/>
              <a:gd name="connsiteY189"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4495 w 6128435"/>
              <a:gd name="connsiteY110" fmla="*/ 4170854 h 6858000"/>
              <a:gd name="connsiteX111" fmla="*/ 5903513 w 6128435"/>
              <a:gd name="connsiteY111" fmla="*/ 4187661 h 6858000"/>
              <a:gd name="connsiteX112" fmla="*/ 5917114 w 6128435"/>
              <a:gd name="connsiteY112" fmla="*/ 4213096 h 6858000"/>
              <a:gd name="connsiteX113" fmla="*/ 5921153 w 6128435"/>
              <a:gd name="connsiteY113" fmla="*/ 4236222 h 6858000"/>
              <a:gd name="connsiteX114" fmla="*/ 5924233 w 6128435"/>
              <a:gd name="connsiteY114" fmla="*/ 4242060 h 6858000"/>
              <a:gd name="connsiteX115" fmla="*/ 5923742 w 6128435"/>
              <a:gd name="connsiteY115" fmla="*/ 4265435 h 6858000"/>
              <a:gd name="connsiteX116" fmla="*/ 5928910 w 6128435"/>
              <a:gd name="connsiteY116" fmla="*/ 4300973 h 6858000"/>
              <a:gd name="connsiteX117" fmla="*/ 5939320 w 6128435"/>
              <a:gd name="connsiteY117" fmla="*/ 4340435 h 6858000"/>
              <a:gd name="connsiteX118" fmla="*/ 5946705 w 6128435"/>
              <a:gd name="connsiteY118" fmla="*/ 4428051 h 6858000"/>
              <a:gd name="connsiteX119" fmla="*/ 5949261 w 6128435"/>
              <a:gd name="connsiteY119" fmla="*/ 4449185 h 6858000"/>
              <a:gd name="connsiteX120" fmla="*/ 5957504 w 6128435"/>
              <a:gd name="connsiteY120" fmla="*/ 4465911 h 6858000"/>
              <a:gd name="connsiteX121" fmla="*/ 5964689 w 6128435"/>
              <a:gd name="connsiteY121" fmla="*/ 4468532 h 6858000"/>
              <a:gd name="connsiteX122" fmla="*/ 5967062 w 6128435"/>
              <a:gd name="connsiteY122" fmla="*/ 4479923 h 6858000"/>
              <a:gd name="connsiteX123" fmla="*/ 5968960 w 6128435"/>
              <a:gd name="connsiteY123" fmla="*/ 4482655 h 6858000"/>
              <a:gd name="connsiteX124" fmla="*/ 5978567 w 6128435"/>
              <a:gd name="connsiteY124" fmla="*/ 4498605 h 6858000"/>
              <a:gd name="connsiteX125" fmla="*/ 5967676 w 6128435"/>
              <a:gd name="connsiteY125" fmla="*/ 4540140 h 6858000"/>
              <a:gd name="connsiteX126" fmla="*/ 5980106 w 6128435"/>
              <a:gd name="connsiteY126" fmla="*/ 4585087 h 6858000"/>
              <a:gd name="connsiteX127" fmla="*/ 5986918 w 6128435"/>
              <a:gd name="connsiteY127" fmla="*/ 4764836 h 6858000"/>
              <a:gd name="connsiteX128" fmla="*/ 6013516 w 6128435"/>
              <a:gd name="connsiteY128" fmla="*/ 4786619 h 6858000"/>
              <a:gd name="connsiteX129" fmla="*/ 6025404 w 6128435"/>
              <a:gd name="connsiteY129" fmla="*/ 4858148 h 6858000"/>
              <a:gd name="connsiteX130" fmla="*/ 6007749 w 6128435"/>
              <a:gd name="connsiteY130" fmla="*/ 4964715 h 6858000"/>
              <a:gd name="connsiteX131" fmla="*/ 6005269 w 6128435"/>
              <a:gd name="connsiteY131" fmla="*/ 5150567 h 6858000"/>
              <a:gd name="connsiteX132" fmla="*/ 6001127 w 6128435"/>
              <a:gd name="connsiteY132" fmla="*/ 5164609 h 6858000"/>
              <a:gd name="connsiteX133" fmla="*/ 5996647 w 6128435"/>
              <a:gd name="connsiteY133" fmla="*/ 5185640 h 6858000"/>
              <a:gd name="connsiteX134" fmla="*/ 5998514 w 6128435"/>
              <a:gd name="connsiteY134" fmla="*/ 5189673 h 6858000"/>
              <a:gd name="connsiteX135" fmla="*/ 5995970 w 6128435"/>
              <a:gd name="connsiteY135" fmla="*/ 5221547 h 6858000"/>
              <a:gd name="connsiteX136" fmla="*/ 5997218 w 6128435"/>
              <a:gd name="connsiteY136" fmla="*/ 5222031 h 6858000"/>
              <a:gd name="connsiteX137" fmla="*/ 6002116 w 6128435"/>
              <a:gd name="connsiteY137" fmla="*/ 5231223 h 6858000"/>
              <a:gd name="connsiteX138" fmla="*/ 6008541 w 6128435"/>
              <a:gd name="connsiteY138" fmla="*/ 5248680 h 6858000"/>
              <a:gd name="connsiteX139" fmla="*/ 6039260 w 6128435"/>
              <a:gd name="connsiteY139" fmla="*/ 5289518 h 6858000"/>
              <a:gd name="connsiteX140" fmla="*/ 6036748 w 6128435"/>
              <a:gd name="connsiteY140" fmla="*/ 5322752 h 6858000"/>
              <a:gd name="connsiteX141" fmla="*/ 6036943 w 6128435"/>
              <a:gd name="connsiteY141" fmla="*/ 5329480 h 6858000"/>
              <a:gd name="connsiteX142" fmla="*/ 6037236 w 6128435"/>
              <a:gd name="connsiteY142" fmla="*/ 5329634 h 6858000"/>
              <a:gd name="connsiteX143" fmla="*/ 6038019 w 6128435"/>
              <a:gd name="connsiteY143" fmla="*/ 5336764 h 6858000"/>
              <a:gd name="connsiteX144" fmla="*/ 6037298 w 6128435"/>
              <a:gd name="connsiteY144" fmla="*/ 5341753 h 6858000"/>
              <a:gd name="connsiteX145" fmla="*/ 6037677 w 6128435"/>
              <a:gd name="connsiteY145" fmla="*/ 5354807 h 6858000"/>
              <a:gd name="connsiteX146" fmla="*/ 6039728 w 6128435"/>
              <a:gd name="connsiteY146" fmla="*/ 5359416 h 6858000"/>
              <a:gd name="connsiteX147" fmla="*/ 6043311 w 6128435"/>
              <a:gd name="connsiteY147" fmla="*/ 5361407 h 6858000"/>
              <a:gd name="connsiteX148" fmla="*/ 6042954 w 6128435"/>
              <a:gd name="connsiteY148" fmla="*/ 5362576 h 6858000"/>
              <a:gd name="connsiteX149" fmla="*/ 6053435 w 6128435"/>
              <a:gd name="connsiteY149" fmla="*/ 5387547 h 6858000"/>
              <a:gd name="connsiteX150" fmla="*/ 6065933 w 6128435"/>
              <a:gd name="connsiteY150" fmla="*/ 5443002 h 6858000"/>
              <a:gd name="connsiteX151" fmla="*/ 6068640 w 6128435"/>
              <a:gd name="connsiteY151" fmla="*/ 5474503 h 6858000"/>
              <a:gd name="connsiteX152" fmla="*/ 6080922 w 6128435"/>
              <a:gd name="connsiteY152" fmla="*/ 5561070 h 6858000"/>
              <a:gd name="connsiteX153" fmla="*/ 6096949 w 6128435"/>
              <a:gd name="connsiteY153" fmla="*/ 5648179 h 6858000"/>
              <a:gd name="connsiteX154" fmla="*/ 6125703 w 6128435"/>
              <a:gd name="connsiteY154" fmla="*/ 5692894 h 6858000"/>
              <a:gd name="connsiteX155" fmla="*/ 6126670 w 6128435"/>
              <a:gd name="connsiteY155" fmla="*/ 5697882 h 6858000"/>
              <a:gd name="connsiteX156" fmla="*/ 6124061 w 6128435"/>
              <a:gd name="connsiteY156" fmla="*/ 5710294 h 6858000"/>
              <a:gd name="connsiteX157" fmla="*/ 6122213 w 6128435"/>
              <a:gd name="connsiteY157" fmla="*/ 5714762 h 6858000"/>
              <a:gd name="connsiteX158" fmla="*/ 6121353 w 6128435"/>
              <a:gd name="connsiteY158" fmla="*/ 5721725 h 6858000"/>
              <a:gd name="connsiteX159" fmla="*/ 6121607 w 6128435"/>
              <a:gd name="connsiteY159" fmla="*/ 5721959 h 6858000"/>
              <a:gd name="connsiteX160" fmla="*/ 6120262 w 6128435"/>
              <a:gd name="connsiteY160" fmla="*/ 5728358 h 6858000"/>
              <a:gd name="connsiteX161" fmla="*/ 6110194 w 6128435"/>
              <a:gd name="connsiteY161" fmla="*/ 5758853 h 6858000"/>
              <a:gd name="connsiteX162" fmla="*/ 6127519 w 6128435"/>
              <a:gd name="connsiteY162" fmla="*/ 5865775 h 6858000"/>
              <a:gd name="connsiteX163" fmla="*/ 6128435 w 6128435"/>
              <a:gd name="connsiteY163" fmla="*/ 5870164 h 6858000"/>
              <a:gd name="connsiteX164" fmla="*/ 6119217 w 6128435"/>
              <a:gd name="connsiteY164" fmla="*/ 5888542 h 6858000"/>
              <a:gd name="connsiteX165" fmla="*/ 6115966 w 6128435"/>
              <a:gd name="connsiteY165" fmla="*/ 5898387 h 6858000"/>
              <a:gd name="connsiteX166" fmla="*/ 6111924 w 6128435"/>
              <a:gd name="connsiteY166" fmla="*/ 5900444 h 6858000"/>
              <a:gd name="connsiteX167" fmla="*/ 6108716 w 6128435"/>
              <a:gd name="connsiteY167" fmla="*/ 5915345 h 6858000"/>
              <a:gd name="connsiteX168" fmla="*/ 6109524 w 6128435"/>
              <a:gd name="connsiteY168" fmla="*/ 5917328 h 6858000"/>
              <a:gd name="connsiteX169" fmla="*/ 6102493 w 6128435"/>
              <a:gd name="connsiteY169" fmla="*/ 5928602 h 6858000"/>
              <a:gd name="connsiteX170" fmla="*/ 6056863 w 6128435"/>
              <a:gd name="connsiteY170" fmla="*/ 6000643 h 6858000"/>
              <a:gd name="connsiteX171" fmla="*/ 6045436 w 6128435"/>
              <a:gd name="connsiteY171" fmla="*/ 6124480 h 6858000"/>
              <a:gd name="connsiteX172" fmla="*/ 6030489 w 6128435"/>
              <a:gd name="connsiteY172" fmla="*/ 6317666 h 6858000"/>
              <a:gd name="connsiteX173" fmla="*/ 6007492 w 6128435"/>
              <a:gd name="connsiteY173" fmla="*/ 6440818 h 6858000"/>
              <a:gd name="connsiteX174" fmla="*/ 6009467 w 6128435"/>
              <a:gd name="connsiteY174" fmla="*/ 6487076 h 6858000"/>
              <a:gd name="connsiteX175" fmla="*/ 5995064 w 6128435"/>
              <a:gd name="connsiteY175" fmla="*/ 6540791 h 6858000"/>
              <a:gd name="connsiteX176" fmla="*/ 5996309 w 6128435"/>
              <a:gd name="connsiteY176" fmla="*/ 6543961 h 6858000"/>
              <a:gd name="connsiteX177" fmla="*/ 5996048 w 6128435"/>
              <a:gd name="connsiteY177" fmla="*/ 6555444 h 6858000"/>
              <a:gd name="connsiteX178" fmla="*/ 6002524 w 6128435"/>
              <a:gd name="connsiteY178" fmla="*/ 6560188 h 6858000"/>
              <a:gd name="connsiteX179" fmla="*/ 6006823 w 6128435"/>
              <a:gd name="connsiteY179" fmla="*/ 6578546 h 6858000"/>
              <a:gd name="connsiteX180" fmla="*/ 6004510 w 6128435"/>
              <a:gd name="connsiteY180" fmla="*/ 6599256 h 6858000"/>
              <a:gd name="connsiteX181" fmla="*/ 5986207 w 6128435"/>
              <a:gd name="connsiteY181" fmla="*/ 6695855 h 6858000"/>
              <a:gd name="connsiteX182" fmla="*/ 5979428 w 6128435"/>
              <a:gd name="connsiteY182" fmla="*/ 6754678 h 6858000"/>
              <a:gd name="connsiteX183" fmla="*/ 5983398 w 6128435"/>
              <a:gd name="connsiteY183" fmla="*/ 6778641 h 6858000"/>
              <a:gd name="connsiteX184" fmla="*/ 5984543 w 6128435"/>
              <a:gd name="connsiteY184" fmla="*/ 6811016 h 6858000"/>
              <a:gd name="connsiteX185" fmla="*/ 5981802 w 6128435"/>
              <a:gd name="connsiteY185" fmla="*/ 6838578 h 6858000"/>
              <a:gd name="connsiteX186" fmla="*/ 5979671 w 6128435"/>
              <a:gd name="connsiteY186" fmla="*/ 6858000 h 6858000"/>
              <a:gd name="connsiteX187" fmla="*/ 0 w 6128435"/>
              <a:gd name="connsiteY187" fmla="*/ 6858000 h 6858000"/>
              <a:gd name="connsiteX188" fmla="*/ 0 w 6128435"/>
              <a:gd name="connsiteY188"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3513 w 6128435"/>
              <a:gd name="connsiteY110" fmla="*/ 4187661 h 6858000"/>
              <a:gd name="connsiteX111" fmla="*/ 5917114 w 6128435"/>
              <a:gd name="connsiteY111" fmla="*/ 4213096 h 6858000"/>
              <a:gd name="connsiteX112" fmla="*/ 5921153 w 6128435"/>
              <a:gd name="connsiteY112" fmla="*/ 4236222 h 6858000"/>
              <a:gd name="connsiteX113" fmla="*/ 5924233 w 6128435"/>
              <a:gd name="connsiteY113" fmla="*/ 4242060 h 6858000"/>
              <a:gd name="connsiteX114" fmla="*/ 5923742 w 6128435"/>
              <a:gd name="connsiteY114" fmla="*/ 4265435 h 6858000"/>
              <a:gd name="connsiteX115" fmla="*/ 5928910 w 6128435"/>
              <a:gd name="connsiteY115" fmla="*/ 4300973 h 6858000"/>
              <a:gd name="connsiteX116" fmla="*/ 5939320 w 6128435"/>
              <a:gd name="connsiteY116" fmla="*/ 4340435 h 6858000"/>
              <a:gd name="connsiteX117" fmla="*/ 5946705 w 6128435"/>
              <a:gd name="connsiteY117" fmla="*/ 4428051 h 6858000"/>
              <a:gd name="connsiteX118" fmla="*/ 5949261 w 6128435"/>
              <a:gd name="connsiteY118" fmla="*/ 4449185 h 6858000"/>
              <a:gd name="connsiteX119" fmla="*/ 5957504 w 6128435"/>
              <a:gd name="connsiteY119" fmla="*/ 4465911 h 6858000"/>
              <a:gd name="connsiteX120" fmla="*/ 5964689 w 6128435"/>
              <a:gd name="connsiteY120" fmla="*/ 4468532 h 6858000"/>
              <a:gd name="connsiteX121" fmla="*/ 5967062 w 6128435"/>
              <a:gd name="connsiteY121" fmla="*/ 4479923 h 6858000"/>
              <a:gd name="connsiteX122" fmla="*/ 5968960 w 6128435"/>
              <a:gd name="connsiteY122" fmla="*/ 4482655 h 6858000"/>
              <a:gd name="connsiteX123" fmla="*/ 5978567 w 6128435"/>
              <a:gd name="connsiteY123" fmla="*/ 4498605 h 6858000"/>
              <a:gd name="connsiteX124" fmla="*/ 5967676 w 6128435"/>
              <a:gd name="connsiteY124" fmla="*/ 4540140 h 6858000"/>
              <a:gd name="connsiteX125" fmla="*/ 5980106 w 6128435"/>
              <a:gd name="connsiteY125" fmla="*/ 4585087 h 6858000"/>
              <a:gd name="connsiteX126" fmla="*/ 5986918 w 6128435"/>
              <a:gd name="connsiteY126" fmla="*/ 4764836 h 6858000"/>
              <a:gd name="connsiteX127" fmla="*/ 6013516 w 6128435"/>
              <a:gd name="connsiteY127" fmla="*/ 4786619 h 6858000"/>
              <a:gd name="connsiteX128" fmla="*/ 6025404 w 6128435"/>
              <a:gd name="connsiteY128" fmla="*/ 4858148 h 6858000"/>
              <a:gd name="connsiteX129" fmla="*/ 6007749 w 6128435"/>
              <a:gd name="connsiteY129" fmla="*/ 4964715 h 6858000"/>
              <a:gd name="connsiteX130" fmla="*/ 6005269 w 6128435"/>
              <a:gd name="connsiteY130" fmla="*/ 5150567 h 6858000"/>
              <a:gd name="connsiteX131" fmla="*/ 6001127 w 6128435"/>
              <a:gd name="connsiteY131" fmla="*/ 5164609 h 6858000"/>
              <a:gd name="connsiteX132" fmla="*/ 5996647 w 6128435"/>
              <a:gd name="connsiteY132" fmla="*/ 5185640 h 6858000"/>
              <a:gd name="connsiteX133" fmla="*/ 5998514 w 6128435"/>
              <a:gd name="connsiteY133" fmla="*/ 5189673 h 6858000"/>
              <a:gd name="connsiteX134" fmla="*/ 5995970 w 6128435"/>
              <a:gd name="connsiteY134" fmla="*/ 5221547 h 6858000"/>
              <a:gd name="connsiteX135" fmla="*/ 5997218 w 6128435"/>
              <a:gd name="connsiteY135" fmla="*/ 5222031 h 6858000"/>
              <a:gd name="connsiteX136" fmla="*/ 6002116 w 6128435"/>
              <a:gd name="connsiteY136" fmla="*/ 5231223 h 6858000"/>
              <a:gd name="connsiteX137" fmla="*/ 6008541 w 6128435"/>
              <a:gd name="connsiteY137" fmla="*/ 5248680 h 6858000"/>
              <a:gd name="connsiteX138" fmla="*/ 6039260 w 6128435"/>
              <a:gd name="connsiteY138" fmla="*/ 5289518 h 6858000"/>
              <a:gd name="connsiteX139" fmla="*/ 6036748 w 6128435"/>
              <a:gd name="connsiteY139" fmla="*/ 5322752 h 6858000"/>
              <a:gd name="connsiteX140" fmla="*/ 6036943 w 6128435"/>
              <a:gd name="connsiteY140" fmla="*/ 5329480 h 6858000"/>
              <a:gd name="connsiteX141" fmla="*/ 6037236 w 6128435"/>
              <a:gd name="connsiteY141" fmla="*/ 5329634 h 6858000"/>
              <a:gd name="connsiteX142" fmla="*/ 6038019 w 6128435"/>
              <a:gd name="connsiteY142" fmla="*/ 5336764 h 6858000"/>
              <a:gd name="connsiteX143" fmla="*/ 6037298 w 6128435"/>
              <a:gd name="connsiteY143" fmla="*/ 5341753 h 6858000"/>
              <a:gd name="connsiteX144" fmla="*/ 6037677 w 6128435"/>
              <a:gd name="connsiteY144" fmla="*/ 5354807 h 6858000"/>
              <a:gd name="connsiteX145" fmla="*/ 6039728 w 6128435"/>
              <a:gd name="connsiteY145" fmla="*/ 5359416 h 6858000"/>
              <a:gd name="connsiteX146" fmla="*/ 6043311 w 6128435"/>
              <a:gd name="connsiteY146" fmla="*/ 5361407 h 6858000"/>
              <a:gd name="connsiteX147" fmla="*/ 6042954 w 6128435"/>
              <a:gd name="connsiteY147" fmla="*/ 5362576 h 6858000"/>
              <a:gd name="connsiteX148" fmla="*/ 6053435 w 6128435"/>
              <a:gd name="connsiteY148" fmla="*/ 5387547 h 6858000"/>
              <a:gd name="connsiteX149" fmla="*/ 6065933 w 6128435"/>
              <a:gd name="connsiteY149" fmla="*/ 5443002 h 6858000"/>
              <a:gd name="connsiteX150" fmla="*/ 6068640 w 6128435"/>
              <a:gd name="connsiteY150" fmla="*/ 5474503 h 6858000"/>
              <a:gd name="connsiteX151" fmla="*/ 6080922 w 6128435"/>
              <a:gd name="connsiteY151" fmla="*/ 5561070 h 6858000"/>
              <a:gd name="connsiteX152" fmla="*/ 6096949 w 6128435"/>
              <a:gd name="connsiteY152" fmla="*/ 5648179 h 6858000"/>
              <a:gd name="connsiteX153" fmla="*/ 6125703 w 6128435"/>
              <a:gd name="connsiteY153" fmla="*/ 5692894 h 6858000"/>
              <a:gd name="connsiteX154" fmla="*/ 6126670 w 6128435"/>
              <a:gd name="connsiteY154" fmla="*/ 5697882 h 6858000"/>
              <a:gd name="connsiteX155" fmla="*/ 6124061 w 6128435"/>
              <a:gd name="connsiteY155" fmla="*/ 5710294 h 6858000"/>
              <a:gd name="connsiteX156" fmla="*/ 6122213 w 6128435"/>
              <a:gd name="connsiteY156" fmla="*/ 5714762 h 6858000"/>
              <a:gd name="connsiteX157" fmla="*/ 6121353 w 6128435"/>
              <a:gd name="connsiteY157" fmla="*/ 5721725 h 6858000"/>
              <a:gd name="connsiteX158" fmla="*/ 6121607 w 6128435"/>
              <a:gd name="connsiteY158" fmla="*/ 5721959 h 6858000"/>
              <a:gd name="connsiteX159" fmla="*/ 6120262 w 6128435"/>
              <a:gd name="connsiteY159" fmla="*/ 5728358 h 6858000"/>
              <a:gd name="connsiteX160" fmla="*/ 6110194 w 6128435"/>
              <a:gd name="connsiteY160" fmla="*/ 5758853 h 6858000"/>
              <a:gd name="connsiteX161" fmla="*/ 6127519 w 6128435"/>
              <a:gd name="connsiteY161" fmla="*/ 5865775 h 6858000"/>
              <a:gd name="connsiteX162" fmla="*/ 6128435 w 6128435"/>
              <a:gd name="connsiteY162" fmla="*/ 5870164 h 6858000"/>
              <a:gd name="connsiteX163" fmla="*/ 6119217 w 6128435"/>
              <a:gd name="connsiteY163" fmla="*/ 5888542 h 6858000"/>
              <a:gd name="connsiteX164" fmla="*/ 6115966 w 6128435"/>
              <a:gd name="connsiteY164" fmla="*/ 5898387 h 6858000"/>
              <a:gd name="connsiteX165" fmla="*/ 6111924 w 6128435"/>
              <a:gd name="connsiteY165" fmla="*/ 5900444 h 6858000"/>
              <a:gd name="connsiteX166" fmla="*/ 6108716 w 6128435"/>
              <a:gd name="connsiteY166" fmla="*/ 5915345 h 6858000"/>
              <a:gd name="connsiteX167" fmla="*/ 6109524 w 6128435"/>
              <a:gd name="connsiteY167" fmla="*/ 5917328 h 6858000"/>
              <a:gd name="connsiteX168" fmla="*/ 6102493 w 6128435"/>
              <a:gd name="connsiteY168" fmla="*/ 5928602 h 6858000"/>
              <a:gd name="connsiteX169" fmla="*/ 6056863 w 6128435"/>
              <a:gd name="connsiteY169" fmla="*/ 6000643 h 6858000"/>
              <a:gd name="connsiteX170" fmla="*/ 6045436 w 6128435"/>
              <a:gd name="connsiteY170" fmla="*/ 6124480 h 6858000"/>
              <a:gd name="connsiteX171" fmla="*/ 6030489 w 6128435"/>
              <a:gd name="connsiteY171" fmla="*/ 6317666 h 6858000"/>
              <a:gd name="connsiteX172" fmla="*/ 6007492 w 6128435"/>
              <a:gd name="connsiteY172" fmla="*/ 6440818 h 6858000"/>
              <a:gd name="connsiteX173" fmla="*/ 6009467 w 6128435"/>
              <a:gd name="connsiteY173" fmla="*/ 6487076 h 6858000"/>
              <a:gd name="connsiteX174" fmla="*/ 5995064 w 6128435"/>
              <a:gd name="connsiteY174" fmla="*/ 6540791 h 6858000"/>
              <a:gd name="connsiteX175" fmla="*/ 5996309 w 6128435"/>
              <a:gd name="connsiteY175" fmla="*/ 6543961 h 6858000"/>
              <a:gd name="connsiteX176" fmla="*/ 5996048 w 6128435"/>
              <a:gd name="connsiteY176" fmla="*/ 6555444 h 6858000"/>
              <a:gd name="connsiteX177" fmla="*/ 6002524 w 6128435"/>
              <a:gd name="connsiteY177" fmla="*/ 6560188 h 6858000"/>
              <a:gd name="connsiteX178" fmla="*/ 6006823 w 6128435"/>
              <a:gd name="connsiteY178" fmla="*/ 6578546 h 6858000"/>
              <a:gd name="connsiteX179" fmla="*/ 6004510 w 6128435"/>
              <a:gd name="connsiteY179" fmla="*/ 6599256 h 6858000"/>
              <a:gd name="connsiteX180" fmla="*/ 5986207 w 6128435"/>
              <a:gd name="connsiteY180" fmla="*/ 6695855 h 6858000"/>
              <a:gd name="connsiteX181" fmla="*/ 5979428 w 6128435"/>
              <a:gd name="connsiteY181" fmla="*/ 6754678 h 6858000"/>
              <a:gd name="connsiteX182" fmla="*/ 5983398 w 6128435"/>
              <a:gd name="connsiteY182" fmla="*/ 6778641 h 6858000"/>
              <a:gd name="connsiteX183" fmla="*/ 5984543 w 6128435"/>
              <a:gd name="connsiteY183" fmla="*/ 6811016 h 6858000"/>
              <a:gd name="connsiteX184" fmla="*/ 5981802 w 6128435"/>
              <a:gd name="connsiteY184" fmla="*/ 6838578 h 6858000"/>
              <a:gd name="connsiteX185" fmla="*/ 5979671 w 6128435"/>
              <a:gd name="connsiteY185" fmla="*/ 6858000 h 6858000"/>
              <a:gd name="connsiteX186" fmla="*/ 0 w 6128435"/>
              <a:gd name="connsiteY186" fmla="*/ 6858000 h 6858000"/>
              <a:gd name="connsiteX187" fmla="*/ 0 w 6128435"/>
              <a:gd name="connsiteY18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3513 w 6128435"/>
              <a:gd name="connsiteY110" fmla="*/ 4187661 h 6858000"/>
              <a:gd name="connsiteX111" fmla="*/ 5917114 w 6128435"/>
              <a:gd name="connsiteY111" fmla="*/ 4213096 h 6858000"/>
              <a:gd name="connsiteX112" fmla="*/ 5921153 w 6128435"/>
              <a:gd name="connsiteY112" fmla="*/ 4236222 h 6858000"/>
              <a:gd name="connsiteX113" fmla="*/ 5924233 w 6128435"/>
              <a:gd name="connsiteY113" fmla="*/ 4242060 h 6858000"/>
              <a:gd name="connsiteX114" fmla="*/ 5928910 w 6128435"/>
              <a:gd name="connsiteY114" fmla="*/ 4300973 h 6858000"/>
              <a:gd name="connsiteX115" fmla="*/ 5939320 w 6128435"/>
              <a:gd name="connsiteY115" fmla="*/ 4340435 h 6858000"/>
              <a:gd name="connsiteX116" fmla="*/ 5946705 w 6128435"/>
              <a:gd name="connsiteY116" fmla="*/ 4428051 h 6858000"/>
              <a:gd name="connsiteX117" fmla="*/ 5949261 w 6128435"/>
              <a:gd name="connsiteY117" fmla="*/ 4449185 h 6858000"/>
              <a:gd name="connsiteX118" fmla="*/ 5957504 w 6128435"/>
              <a:gd name="connsiteY118" fmla="*/ 4465911 h 6858000"/>
              <a:gd name="connsiteX119" fmla="*/ 5964689 w 6128435"/>
              <a:gd name="connsiteY119" fmla="*/ 4468532 h 6858000"/>
              <a:gd name="connsiteX120" fmla="*/ 5967062 w 6128435"/>
              <a:gd name="connsiteY120" fmla="*/ 4479923 h 6858000"/>
              <a:gd name="connsiteX121" fmla="*/ 5968960 w 6128435"/>
              <a:gd name="connsiteY121" fmla="*/ 4482655 h 6858000"/>
              <a:gd name="connsiteX122" fmla="*/ 5978567 w 6128435"/>
              <a:gd name="connsiteY122" fmla="*/ 4498605 h 6858000"/>
              <a:gd name="connsiteX123" fmla="*/ 5967676 w 6128435"/>
              <a:gd name="connsiteY123" fmla="*/ 4540140 h 6858000"/>
              <a:gd name="connsiteX124" fmla="*/ 5980106 w 6128435"/>
              <a:gd name="connsiteY124" fmla="*/ 4585087 h 6858000"/>
              <a:gd name="connsiteX125" fmla="*/ 5986918 w 6128435"/>
              <a:gd name="connsiteY125" fmla="*/ 4764836 h 6858000"/>
              <a:gd name="connsiteX126" fmla="*/ 6013516 w 6128435"/>
              <a:gd name="connsiteY126" fmla="*/ 4786619 h 6858000"/>
              <a:gd name="connsiteX127" fmla="*/ 6025404 w 6128435"/>
              <a:gd name="connsiteY127" fmla="*/ 4858148 h 6858000"/>
              <a:gd name="connsiteX128" fmla="*/ 6007749 w 6128435"/>
              <a:gd name="connsiteY128" fmla="*/ 4964715 h 6858000"/>
              <a:gd name="connsiteX129" fmla="*/ 6005269 w 6128435"/>
              <a:gd name="connsiteY129" fmla="*/ 5150567 h 6858000"/>
              <a:gd name="connsiteX130" fmla="*/ 6001127 w 6128435"/>
              <a:gd name="connsiteY130" fmla="*/ 5164609 h 6858000"/>
              <a:gd name="connsiteX131" fmla="*/ 5996647 w 6128435"/>
              <a:gd name="connsiteY131" fmla="*/ 5185640 h 6858000"/>
              <a:gd name="connsiteX132" fmla="*/ 5998514 w 6128435"/>
              <a:gd name="connsiteY132" fmla="*/ 5189673 h 6858000"/>
              <a:gd name="connsiteX133" fmla="*/ 5995970 w 6128435"/>
              <a:gd name="connsiteY133" fmla="*/ 5221547 h 6858000"/>
              <a:gd name="connsiteX134" fmla="*/ 5997218 w 6128435"/>
              <a:gd name="connsiteY134" fmla="*/ 5222031 h 6858000"/>
              <a:gd name="connsiteX135" fmla="*/ 6002116 w 6128435"/>
              <a:gd name="connsiteY135" fmla="*/ 5231223 h 6858000"/>
              <a:gd name="connsiteX136" fmla="*/ 6008541 w 6128435"/>
              <a:gd name="connsiteY136" fmla="*/ 5248680 h 6858000"/>
              <a:gd name="connsiteX137" fmla="*/ 6039260 w 6128435"/>
              <a:gd name="connsiteY137" fmla="*/ 5289518 h 6858000"/>
              <a:gd name="connsiteX138" fmla="*/ 6036748 w 6128435"/>
              <a:gd name="connsiteY138" fmla="*/ 5322752 h 6858000"/>
              <a:gd name="connsiteX139" fmla="*/ 6036943 w 6128435"/>
              <a:gd name="connsiteY139" fmla="*/ 5329480 h 6858000"/>
              <a:gd name="connsiteX140" fmla="*/ 6037236 w 6128435"/>
              <a:gd name="connsiteY140" fmla="*/ 5329634 h 6858000"/>
              <a:gd name="connsiteX141" fmla="*/ 6038019 w 6128435"/>
              <a:gd name="connsiteY141" fmla="*/ 5336764 h 6858000"/>
              <a:gd name="connsiteX142" fmla="*/ 6037298 w 6128435"/>
              <a:gd name="connsiteY142" fmla="*/ 5341753 h 6858000"/>
              <a:gd name="connsiteX143" fmla="*/ 6037677 w 6128435"/>
              <a:gd name="connsiteY143" fmla="*/ 5354807 h 6858000"/>
              <a:gd name="connsiteX144" fmla="*/ 6039728 w 6128435"/>
              <a:gd name="connsiteY144" fmla="*/ 5359416 h 6858000"/>
              <a:gd name="connsiteX145" fmla="*/ 6043311 w 6128435"/>
              <a:gd name="connsiteY145" fmla="*/ 5361407 h 6858000"/>
              <a:gd name="connsiteX146" fmla="*/ 6042954 w 6128435"/>
              <a:gd name="connsiteY146" fmla="*/ 5362576 h 6858000"/>
              <a:gd name="connsiteX147" fmla="*/ 6053435 w 6128435"/>
              <a:gd name="connsiteY147" fmla="*/ 5387547 h 6858000"/>
              <a:gd name="connsiteX148" fmla="*/ 6065933 w 6128435"/>
              <a:gd name="connsiteY148" fmla="*/ 5443002 h 6858000"/>
              <a:gd name="connsiteX149" fmla="*/ 6068640 w 6128435"/>
              <a:gd name="connsiteY149" fmla="*/ 5474503 h 6858000"/>
              <a:gd name="connsiteX150" fmla="*/ 6080922 w 6128435"/>
              <a:gd name="connsiteY150" fmla="*/ 5561070 h 6858000"/>
              <a:gd name="connsiteX151" fmla="*/ 6096949 w 6128435"/>
              <a:gd name="connsiteY151" fmla="*/ 5648179 h 6858000"/>
              <a:gd name="connsiteX152" fmla="*/ 6125703 w 6128435"/>
              <a:gd name="connsiteY152" fmla="*/ 5692894 h 6858000"/>
              <a:gd name="connsiteX153" fmla="*/ 6126670 w 6128435"/>
              <a:gd name="connsiteY153" fmla="*/ 5697882 h 6858000"/>
              <a:gd name="connsiteX154" fmla="*/ 6124061 w 6128435"/>
              <a:gd name="connsiteY154" fmla="*/ 5710294 h 6858000"/>
              <a:gd name="connsiteX155" fmla="*/ 6122213 w 6128435"/>
              <a:gd name="connsiteY155" fmla="*/ 5714762 h 6858000"/>
              <a:gd name="connsiteX156" fmla="*/ 6121353 w 6128435"/>
              <a:gd name="connsiteY156" fmla="*/ 5721725 h 6858000"/>
              <a:gd name="connsiteX157" fmla="*/ 6121607 w 6128435"/>
              <a:gd name="connsiteY157" fmla="*/ 5721959 h 6858000"/>
              <a:gd name="connsiteX158" fmla="*/ 6120262 w 6128435"/>
              <a:gd name="connsiteY158" fmla="*/ 5728358 h 6858000"/>
              <a:gd name="connsiteX159" fmla="*/ 6110194 w 6128435"/>
              <a:gd name="connsiteY159" fmla="*/ 5758853 h 6858000"/>
              <a:gd name="connsiteX160" fmla="*/ 6127519 w 6128435"/>
              <a:gd name="connsiteY160" fmla="*/ 5865775 h 6858000"/>
              <a:gd name="connsiteX161" fmla="*/ 6128435 w 6128435"/>
              <a:gd name="connsiteY161" fmla="*/ 5870164 h 6858000"/>
              <a:gd name="connsiteX162" fmla="*/ 6119217 w 6128435"/>
              <a:gd name="connsiteY162" fmla="*/ 5888542 h 6858000"/>
              <a:gd name="connsiteX163" fmla="*/ 6115966 w 6128435"/>
              <a:gd name="connsiteY163" fmla="*/ 5898387 h 6858000"/>
              <a:gd name="connsiteX164" fmla="*/ 6111924 w 6128435"/>
              <a:gd name="connsiteY164" fmla="*/ 5900444 h 6858000"/>
              <a:gd name="connsiteX165" fmla="*/ 6108716 w 6128435"/>
              <a:gd name="connsiteY165" fmla="*/ 5915345 h 6858000"/>
              <a:gd name="connsiteX166" fmla="*/ 6109524 w 6128435"/>
              <a:gd name="connsiteY166" fmla="*/ 5917328 h 6858000"/>
              <a:gd name="connsiteX167" fmla="*/ 6102493 w 6128435"/>
              <a:gd name="connsiteY167" fmla="*/ 5928602 h 6858000"/>
              <a:gd name="connsiteX168" fmla="*/ 6056863 w 6128435"/>
              <a:gd name="connsiteY168" fmla="*/ 6000643 h 6858000"/>
              <a:gd name="connsiteX169" fmla="*/ 6045436 w 6128435"/>
              <a:gd name="connsiteY169" fmla="*/ 6124480 h 6858000"/>
              <a:gd name="connsiteX170" fmla="*/ 6030489 w 6128435"/>
              <a:gd name="connsiteY170" fmla="*/ 6317666 h 6858000"/>
              <a:gd name="connsiteX171" fmla="*/ 6007492 w 6128435"/>
              <a:gd name="connsiteY171" fmla="*/ 6440818 h 6858000"/>
              <a:gd name="connsiteX172" fmla="*/ 6009467 w 6128435"/>
              <a:gd name="connsiteY172" fmla="*/ 6487076 h 6858000"/>
              <a:gd name="connsiteX173" fmla="*/ 5995064 w 6128435"/>
              <a:gd name="connsiteY173" fmla="*/ 6540791 h 6858000"/>
              <a:gd name="connsiteX174" fmla="*/ 5996309 w 6128435"/>
              <a:gd name="connsiteY174" fmla="*/ 6543961 h 6858000"/>
              <a:gd name="connsiteX175" fmla="*/ 5996048 w 6128435"/>
              <a:gd name="connsiteY175" fmla="*/ 6555444 h 6858000"/>
              <a:gd name="connsiteX176" fmla="*/ 6002524 w 6128435"/>
              <a:gd name="connsiteY176" fmla="*/ 6560188 h 6858000"/>
              <a:gd name="connsiteX177" fmla="*/ 6006823 w 6128435"/>
              <a:gd name="connsiteY177" fmla="*/ 6578546 h 6858000"/>
              <a:gd name="connsiteX178" fmla="*/ 6004510 w 6128435"/>
              <a:gd name="connsiteY178" fmla="*/ 6599256 h 6858000"/>
              <a:gd name="connsiteX179" fmla="*/ 5986207 w 6128435"/>
              <a:gd name="connsiteY179" fmla="*/ 6695855 h 6858000"/>
              <a:gd name="connsiteX180" fmla="*/ 5979428 w 6128435"/>
              <a:gd name="connsiteY180" fmla="*/ 6754678 h 6858000"/>
              <a:gd name="connsiteX181" fmla="*/ 5983398 w 6128435"/>
              <a:gd name="connsiteY181" fmla="*/ 6778641 h 6858000"/>
              <a:gd name="connsiteX182" fmla="*/ 5984543 w 6128435"/>
              <a:gd name="connsiteY182" fmla="*/ 6811016 h 6858000"/>
              <a:gd name="connsiteX183" fmla="*/ 5981802 w 6128435"/>
              <a:gd name="connsiteY183" fmla="*/ 6838578 h 6858000"/>
              <a:gd name="connsiteX184" fmla="*/ 5979671 w 6128435"/>
              <a:gd name="connsiteY184" fmla="*/ 6858000 h 6858000"/>
              <a:gd name="connsiteX185" fmla="*/ 0 w 6128435"/>
              <a:gd name="connsiteY185" fmla="*/ 6858000 h 6858000"/>
              <a:gd name="connsiteX186" fmla="*/ 0 w 6128435"/>
              <a:gd name="connsiteY186"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3513 w 6128435"/>
              <a:gd name="connsiteY110" fmla="*/ 4187661 h 6858000"/>
              <a:gd name="connsiteX111" fmla="*/ 5917114 w 6128435"/>
              <a:gd name="connsiteY111" fmla="*/ 4213096 h 6858000"/>
              <a:gd name="connsiteX112" fmla="*/ 5921153 w 6128435"/>
              <a:gd name="connsiteY112" fmla="*/ 4236222 h 6858000"/>
              <a:gd name="connsiteX113" fmla="*/ 5924233 w 6128435"/>
              <a:gd name="connsiteY113" fmla="*/ 4242060 h 6858000"/>
              <a:gd name="connsiteX114" fmla="*/ 5928910 w 6128435"/>
              <a:gd name="connsiteY114" fmla="*/ 4300973 h 6858000"/>
              <a:gd name="connsiteX115" fmla="*/ 5939320 w 6128435"/>
              <a:gd name="connsiteY115" fmla="*/ 4340435 h 6858000"/>
              <a:gd name="connsiteX116" fmla="*/ 5946705 w 6128435"/>
              <a:gd name="connsiteY116" fmla="*/ 4428051 h 6858000"/>
              <a:gd name="connsiteX117" fmla="*/ 5949261 w 6128435"/>
              <a:gd name="connsiteY117" fmla="*/ 4449185 h 6858000"/>
              <a:gd name="connsiteX118" fmla="*/ 5957504 w 6128435"/>
              <a:gd name="connsiteY118" fmla="*/ 4465911 h 6858000"/>
              <a:gd name="connsiteX119" fmla="*/ 5964689 w 6128435"/>
              <a:gd name="connsiteY119" fmla="*/ 4468532 h 6858000"/>
              <a:gd name="connsiteX120" fmla="*/ 5967062 w 6128435"/>
              <a:gd name="connsiteY120" fmla="*/ 4479923 h 6858000"/>
              <a:gd name="connsiteX121" fmla="*/ 5968960 w 6128435"/>
              <a:gd name="connsiteY121" fmla="*/ 4482655 h 6858000"/>
              <a:gd name="connsiteX122" fmla="*/ 5978567 w 6128435"/>
              <a:gd name="connsiteY122" fmla="*/ 4498605 h 6858000"/>
              <a:gd name="connsiteX123" fmla="*/ 5967676 w 6128435"/>
              <a:gd name="connsiteY123" fmla="*/ 4540140 h 6858000"/>
              <a:gd name="connsiteX124" fmla="*/ 5980106 w 6128435"/>
              <a:gd name="connsiteY124" fmla="*/ 4585087 h 6858000"/>
              <a:gd name="connsiteX125" fmla="*/ 5998138 w 6128435"/>
              <a:gd name="connsiteY125" fmla="*/ 4697518 h 6858000"/>
              <a:gd name="connsiteX126" fmla="*/ 6013516 w 6128435"/>
              <a:gd name="connsiteY126" fmla="*/ 4786619 h 6858000"/>
              <a:gd name="connsiteX127" fmla="*/ 6025404 w 6128435"/>
              <a:gd name="connsiteY127" fmla="*/ 4858148 h 6858000"/>
              <a:gd name="connsiteX128" fmla="*/ 6007749 w 6128435"/>
              <a:gd name="connsiteY128" fmla="*/ 4964715 h 6858000"/>
              <a:gd name="connsiteX129" fmla="*/ 6005269 w 6128435"/>
              <a:gd name="connsiteY129" fmla="*/ 5150567 h 6858000"/>
              <a:gd name="connsiteX130" fmla="*/ 6001127 w 6128435"/>
              <a:gd name="connsiteY130" fmla="*/ 5164609 h 6858000"/>
              <a:gd name="connsiteX131" fmla="*/ 5996647 w 6128435"/>
              <a:gd name="connsiteY131" fmla="*/ 5185640 h 6858000"/>
              <a:gd name="connsiteX132" fmla="*/ 5998514 w 6128435"/>
              <a:gd name="connsiteY132" fmla="*/ 5189673 h 6858000"/>
              <a:gd name="connsiteX133" fmla="*/ 5995970 w 6128435"/>
              <a:gd name="connsiteY133" fmla="*/ 5221547 h 6858000"/>
              <a:gd name="connsiteX134" fmla="*/ 5997218 w 6128435"/>
              <a:gd name="connsiteY134" fmla="*/ 5222031 h 6858000"/>
              <a:gd name="connsiteX135" fmla="*/ 6002116 w 6128435"/>
              <a:gd name="connsiteY135" fmla="*/ 5231223 h 6858000"/>
              <a:gd name="connsiteX136" fmla="*/ 6008541 w 6128435"/>
              <a:gd name="connsiteY136" fmla="*/ 5248680 h 6858000"/>
              <a:gd name="connsiteX137" fmla="*/ 6039260 w 6128435"/>
              <a:gd name="connsiteY137" fmla="*/ 5289518 h 6858000"/>
              <a:gd name="connsiteX138" fmla="*/ 6036748 w 6128435"/>
              <a:gd name="connsiteY138" fmla="*/ 5322752 h 6858000"/>
              <a:gd name="connsiteX139" fmla="*/ 6036943 w 6128435"/>
              <a:gd name="connsiteY139" fmla="*/ 5329480 h 6858000"/>
              <a:gd name="connsiteX140" fmla="*/ 6037236 w 6128435"/>
              <a:gd name="connsiteY140" fmla="*/ 5329634 h 6858000"/>
              <a:gd name="connsiteX141" fmla="*/ 6038019 w 6128435"/>
              <a:gd name="connsiteY141" fmla="*/ 5336764 h 6858000"/>
              <a:gd name="connsiteX142" fmla="*/ 6037298 w 6128435"/>
              <a:gd name="connsiteY142" fmla="*/ 5341753 h 6858000"/>
              <a:gd name="connsiteX143" fmla="*/ 6037677 w 6128435"/>
              <a:gd name="connsiteY143" fmla="*/ 5354807 h 6858000"/>
              <a:gd name="connsiteX144" fmla="*/ 6039728 w 6128435"/>
              <a:gd name="connsiteY144" fmla="*/ 5359416 h 6858000"/>
              <a:gd name="connsiteX145" fmla="*/ 6043311 w 6128435"/>
              <a:gd name="connsiteY145" fmla="*/ 5361407 h 6858000"/>
              <a:gd name="connsiteX146" fmla="*/ 6042954 w 6128435"/>
              <a:gd name="connsiteY146" fmla="*/ 5362576 h 6858000"/>
              <a:gd name="connsiteX147" fmla="*/ 6053435 w 6128435"/>
              <a:gd name="connsiteY147" fmla="*/ 5387547 h 6858000"/>
              <a:gd name="connsiteX148" fmla="*/ 6065933 w 6128435"/>
              <a:gd name="connsiteY148" fmla="*/ 5443002 h 6858000"/>
              <a:gd name="connsiteX149" fmla="*/ 6068640 w 6128435"/>
              <a:gd name="connsiteY149" fmla="*/ 5474503 h 6858000"/>
              <a:gd name="connsiteX150" fmla="*/ 6080922 w 6128435"/>
              <a:gd name="connsiteY150" fmla="*/ 5561070 h 6858000"/>
              <a:gd name="connsiteX151" fmla="*/ 6096949 w 6128435"/>
              <a:gd name="connsiteY151" fmla="*/ 5648179 h 6858000"/>
              <a:gd name="connsiteX152" fmla="*/ 6125703 w 6128435"/>
              <a:gd name="connsiteY152" fmla="*/ 5692894 h 6858000"/>
              <a:gd name="connsiteX153" fmla="*/ 6126670 w 6128435"/>
              <a:gd name="connsiteY153" fmla="*/ 5697882 h 6858000"/>
              <a:gd name="connsiteX154" fmla="*/ 6124061 w 6128435"/>
              <a:gd name="connsiteY154" fmla="*/ 5710294 h 6858000"/>
              <a:gd name="connsiteX155" fmla="*/ 6122213 w 6128435"/>
              <a:gd name="connsiteY155" fmla="*/ 5714762 h 6858000"/>
              <a:gd name="connsiteX156" fmla="*/ 6121353 w 6128435"/>
              <a:gd name="connsiteY156" fmla="*/ 5721725 h 6858000"/>
              <a:gd name="connsiteX157" fmla="*/ 6121607 w 6128435"/>
              <a:gd name="connsiteY157" fmla="*/ 5721959 h 6858000"/>
              <a:gd name="connsiteX158" fmla="*/ 6120262 w 6128435"/>
              <a:gd name="connsiteY158" fmla="*/ 5728358 h 6858000"/>
              <a:gd name="connsiteX159" fmla="*/ 6110194 w 6128435"/>
              <a:gd name="connsiteY159" fmla="*/ 5758853 h 6858000"/>
              <a:gd name="connsiteX160" fmla="*/ 6127519 w 6128435"/>
              <a:gd name="connsiteY160" fmla="*/ 5865775 h 6858000"/>
              <a:gd name="connsiteX161" fmla="*/ 6128435 w 6128435"/>
              <a:gd name="connsiteY161" fmla="*/ 5870164 h 6858000"/>
              <a:gd name="connsiteX162" fmla="*/ 6119217 w 6128435"/>
              <a:gd name="connsiteY162" fmla="*/ 5888542 h 6858000"/>
              <a:gd name="connsiteX163" fmla="*/ 6115966 w 6128435"/>
              <a:gd name="connsiteY163" fmla="*/ 5898387 h 6858000"/>
              <a:gd name="connsiteX164" fmla="*/ 6111924 w 6128435"/>
              <a:gd name="connsiteY164" fmla="*/ 5900444 h 6858000"/>
              <a:gd name="connsiteX165" fmla="*/ 6108716 w 6128435"/>
              <a:gd name="connsiteY165" fmla="*/ 5915345 h 6858000"/>
              <a:gd name="connsiteX166" fmla="*/ 6109524 w 6128435"/>
              <a:gd name="connsiteY166" fmla="*/ 5917328 h 6858000"/>
              <a:gd name="connsiteX167" fmla="*/ 6102493 w 6128435"/>
              <a:gd name="connsiteY167" fmla="*/ 5928602 h 6858000"/>
              <a:gd name="connsiteX168" fmla="*/ 6056863 w 6128435"/>
              <a:gd name="connsiteY168" fmla="*/ 6000643 h 6858000"/>
              <a:gd name="connsiteX169" fmla="*/ 6045436 w 6128435"/>
              <a:gd name="connsiteY169" fmla="*/ 6124480 h 6858000"/>
              <a:gd name="connsiteX170" fmla="*/ 6030489 w 6128435"/>
              <a:gd name="connsiteY170" fmla="*/ 6317666 h 6858000"/>
              <a:gd name="connsiteX171" fmla="*/ 6007492 w 6128435"/>
              <a:gd name="connsiteY171" fmla="*/ 6440818 h 6858000"/>
              <a:gd name="connsiteX172" fmla="*/ 6009467 w 6128435"/>
              <a:gd name="connsiteY172" fmla="*/ 6487076 h 6858000"/>
              <a:gd name="connsiteX173" fmla="*/ 5995064 w 6128435"/>
              <a:gd name="connsiteY173" fmla="*/ 6540791 h 6858000"/>
              <a:gd name="connsiteX174" fmla="*/ 5996309 w 6128435"/>
              <a:gd name="connsiteY174" fmla="*/ 6543961 h 6858000"/>
              <a:gd name="connsiteX175" fmla="*/ 5996048 w 6128435"/>
              <a:gd name="connsiteY175" fmla="*/ 6555444 h 6858000"/>
              <a:gd name="connsiteX176" fmla="*/ 6002524 w 6128435"/>
              <a:gd name="connsiteY176" fmla="*/ 6560188 h 6858000"/>
              <a:gd name="connsiteX177" fmla="*/ 6006823 w 6128435"/>
              <a:gd name="connsiteY177" fmla="*/ 6578546 h 6858000"/>
              <a:gd name="connsiteX178" fmla="*/ 6004510 w 6128435"/>
              <a:gd name="connsiteY178" fmla="*/ 6599256 h 6858000"/>
              <a:gd name="connsiteX179" fmla="*/ 5986207 w 6128435"/>
              <a:gd name="connsiteY179" fmla="*/ 6695855 h 6858000"/>
              <a:gd name="connsiteX180" fmla="*/ 5979428 w 6128435"/>
              <a:gd name="connsiteY180" fmla="*/ 6754678 h 6858000"/>
              <a:gd name="connsiteX181" fmla="*/ 5983398 w 6128435"/>
              <a:gd name="connsiteY181" fmla="*/ 6778641 h 6858000"/>
              <a:gd name="connsiteX182" fmla="*/ 5984543 w 6128435"/>
              <a:gd name="connsiteY182" fmla="*/ 6811016 h 6858000"/>
              <a:gd name="connsiteX183" fmla="*/ 5981802 w 6128435"/>
              <a:gd name="connsiteY183" fmla="*/ 6838578 h 6858000"/>
              <a:gd name="connsiteX184" fmla="*/ 5979671 w 6128435"/>
              <a:gd name="connsiteY184" fmla="*/ 6858000 h 6858000"/>
              <a:gd name="connsiteX185" fmla="*/ 0 w 6128435"/>
              <a:gd name="connsiteY185" fmla="*/ 6858000 h 6858000"/>
              <a:gd name="connsiteX186" fmla="*/ 0 w 6128435"/>
              <a:gd name="connsiteY186"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88486 w 6128435"/>
              <a:gd name="connsiteY36" fmla="*/ 1976575 h 6858000"/>
              <a:gd name="connsiteX37" fmla="*/ 5252592 w 6128435"/>
              <a:gd name="connsiteY37" fmla="*/ 2092210 h 6858000"/>
              <a:gd name="connsiteX38" fmla="*/ 5264303 w 6128435"/>
              <a:gd name="connsiteY38" fmla="*/ 2225157 h 6858000"/>
              <a:gd name="connsiteX39" fmla="*/ 5254949 w 6128435"/>
              <a:gd name="connsiteY39" fmla="*/ 2236160 h 6858000"/>
              <a:gd name="connsiteX40" fmla="*/ 5250104 w 6128435"/>
              <a:gd name="connsiteY40" fmla="*/ 2249166 h 6858000"/>
              <a:gd name="connsiteX41" fmla="*/ 5251214 w 6128435"/>
              <a:gd name="connsiteY41" fmla="*/ 2250944 h 6858000"/>
              <a:gd name="connsiteX42" fmla="*/ 5250644 w 6128435"/>
              <a:gd name="connsiteY42" fmla="*/ 2266619 h 6858000"/>
              <a:gd name="connsiteX43" fmla="*/ 5247111 w 6128435"/>
              <a:gd name="connsiteY43" fmla="*/ 2269679 h 6858000"/>
              <a:gd name="connsiteX44" fmla="*/ 5245653 w 6128435"/>
              <a:gd name="connsiteY44" fmla="*/ 2280317 h 6858000"/>
              <a:gd name="connsiteX45" fmla="*/ 5239901 w 6128435"/>
              <a:gd name="connsiteY45" fmla="*/ 2300961 h 6858000"/>
              <a:gd name="connsiteX46" fmla="*/ 5241522 w 6128435"/>
              <a:gd name="connsiteY46" fmla="*/ 2305114 h 6858000"/>
              <a:gd name="connsiteX47" fmla="*/ 5237050 w 6128435"/>
              <a:gd name="connsiteY47" fmla="*/ 2336703 h 6858000"/>
              <a:gd name="connsiteX48" fmla="*/ 5238267 w 6128435"/>
              <a:gd name="connsiteY48" fmla="*/ 2337277 h 6858000"/>
              <a:gd name="connsiteX49" fmla="*/ 5242602 w 6128435"/>
              <a:gd name="connsiteY49" fmla="*/ 2346782 h 6858000"/>
              <a:gd name="connsiteX50" fmla="*/ 5247963 w 6128435"/>
              <a:gd name="connsiteY50" fmla="*/ 2364638 h 6858000"/>
              <a:gd name="connsiteX51" fmla="*/ 5276175 w 6128435"/>
              <a:gd name="connsiteY51" fmla="*/ 2407515 h 6858000"/>
              <a:gd name="connsiteX52" fmla="*/ 5271650 w 6128435"/>
              <a:gd name="connsiteY52" fmla="*/ 2440467 h 6858000"/>
              <a:gd name="connsiteX53" fmla="*/ 5271438 w 6128435"/>
              <a:gd name="connsiteY53" fmla="*/ 2447186 h 6858000"/>
              <a:gd name="connsiteX54" fmla="*/ 5271722 w 6128435"/>
              <a:gd name="connsiteY54" fmla="*/ 2447359 h 6858000"/>
              <a:gd name="connsiteX55" fmla="*/ 5272069 w 6128435"/>
              <a:gd name="connsiteY55" fmla="*/ 2454523 h 6858000"/>
              <a:gd name="connsiteX56" fmla="*/ 5271049 w 6128435"/>
              <a:gd name="connsiteY56" fmla="*/ 2459442 h 6858000"/>
              <a:gd name="connsiteX57" fmla="*/ 5270636 w 6128435"/>
              <a:gd name="connsiteY57" fmla="*/ 2472481 h 6858000"/>
              <a:gd name="connsiteX58" fmla="*/ 5272406 w 6128435"/>
              <a:gd name="connsiteY58" fmla="*/ 2477221 h 6858000"/>
              <a:gd name="connsiteX59" fmla="*/ 5307538 w 6128435"/>
              <a:gd name="connsiteY59" fmla="*/ 2514685 h 6858000"/>
              <a:gd name="connsiteX60" fmla="*/ 5337604 w 6128435"/>
              <a:gd name="connsiteY60" fmla="*/ 2597632 h 6858000"/>
              <a:gd name="connsiteX61" fmla="*/ 5407503 w 6128435"/>
              <a:gd name="connsiteY61" fmla="*/ 2786290 h 6858000"/>
              <a:gd name="connsiteX62" fmla="*/ 5407356 w 6128435"/>
              <a:gd name="connsiteY62" fmla="*/ 2787545 h 6858000"/>
              <a:gd name="connsiteX63" fmla="*/ 5411130 w 6128435"/>
              <a:gd name="connsiteY63" fmla="*/ 2788640 h 6858000"/>
              <a:gd name="connsiteX64" fmla="*/ 5416439 w 6128435"/>
              <a:gd name="connsiteY64" fmla="*/ 2805666 h 6858000"/>
              <a:gd name="connsiteX65" fmla="*/ 5416589 w 6128435"/>
              <a:gd name="connsiteY65" fmla="*/ 2810822 h 6858000"/>
              <a:gd name="connsiteX66" fmla="*/ 5418542 w 6128435"/>
              <a:gd name="connsiteY66" fmla="*/ 2817745 h 6858000"/>
              <a:gd name="connsiteX67" fmla="*/ 5418847 w 6128435"/>
              <a:gd name="connsiteY67" fmla="*/ 2817825 h 6858000"/>
              <a:gd name="connsiteX68" fmla="*/ 5423364 w 6128435"/>
              <a:gd name="connsiteY68" fmla="*/ 2858292 h 6858000"/>
              <a:gd name="connsiteX69" fmla="*/ 5479298 w 6128435"/>
              <a:gd name="connsiteY69" fmla="*/ 2947791 h 6858000"/>
              <a:gd name="connsiteX70" fmla="*/ 5481770 w 6128435"/>
              <a:gd name="connsiteY70" fmla="*/ 2951352 h 6858000"/>
              <a:gd name="connsiteX71" fmla="*/ 5481013 w 6128435"/>
              <a:gd name="connsiteY71" fmla="*/ 2973461 h 6858000"/>
              <a:gd name="connsiteX72" fmla="*/ 5482045 w 6128435"/>
              <a:gd name="connsiteY72" fmla="*/ 2984371 h 6858000"/>
              <a:gd name="connsiteX73" fmla="*/ 5479405 w 6128435"/>
              <a:gd name="connsiteY73" fmla="*/ 2988507 h 6858000"/>
              <a:gd name="connsiteX74" fmla="*/ 5482415 w 6128435"/>
              <a:gd name="connsiteY74" fmla="*/ 3004079 h 6858000"/>
              <a:gd name="connsiteX75" fmla="*/ 5483865 w 6128435"/>
              <a:gd name="connsiteY75" fmla="*/ 3005467 h 6858000"/>
              <a:gd name="connsiteX76" fmla="*/ 5482236 w 6128435"/>
              <a:gd name="connsiteY76" fmla="*/ 3019791 h 6858000"/>
              <a:gd name="connsiteX77" fmla="*/ 5475895 w 6128435"/>
              <a:gd name="connsiteY77" fmla="*/ 3033578 h 6858000"/>
              <a:gd name="connsiteX78" fmla="*/ 5477595 w 6128435"/>
              <a:gd name="connsiteY78" fmla="*/ 3250534 h 6858000"/>
              <a:gd name="connsiteX79" fmla="*/ 5532836 w 6128435"/>
              <a:gd name="connsiteY79" fmla="*/ 3353840 h 6858000"/>
              <a:gd name="connsiteX80" fmla="*/ 5561229 w 6128435"/>
              <a:gd name="connsiteY80" fmla="*/ 3395784 h 6858000"/>
              <a:gd name="connsiteX81" fmla="*/ 5589758 w 6128435"/>
              <a:gd name="connsiteY81" fmla="*/ 3506453 h 6858000"/>
              <a:gd name="connsiteX82" fmla="*/ 5596144 w 6128435"/>
              <a:gd name="connsiteY82" fmla="*/ 3534624 h 6858000"/>
              <a:gd name="connsiteX83" fmla="*/ 5597750 w 6128435"/>
              <a:gd name="connsiteY83" fmla="*/ 3534129 h 6858000"/>
              <a:gd name="connsiteX84" fmla="*/ 5599700 w 6128435"/>
              <a:gd name="connsiteY84" fmla="*/ 3547221 h 6858000"/>
              <a:gd name="connsiteX85" fmla="*/ 5615031 w 6128435"/>
              <a:gd name="connsiteY85" fmla="*/ 3557482 h 6858000"/>
              <a:gd name="connsiteX86" fmla="*/ 5618377 w 6128435"/>
              <a:gd name="connsiteY86" fmla="*/ 3588431 h 6858000"/>
              <a:gd name="connsiteX87" fmla="*/ 5612155 w 6128435"/>
              <a:gd name="connsiteY87" fmla="*/ 3589869 h 6858000"/>
              <a:gd name="connsiteX88" fmla="*/ 5620843 w 6128435"/>
              <a:gd name="connsiteY88" fmla="*/ 3606745 h 6858000"/>
              <a:gd name="connsiteX89" fmla="*/ 5655472 w 6128435"/>
              <a:gd name="connsiteY89" fmla="*/ 3678877 h 6858000"/>
              <a:gd name="connsiteX90" fmla="*/ 5680448 w 6128435"/>
              <a:gd name="connsiteY90" fmla="*/ 3717760 h 6858000"/>
              <a:gd name="connsiteX91" fmla="*/ 5683015 w 6128435"/>
              <a:gd name="connsiteY91" fmla="*/ 3762025 h 6858000"/>
              <a:gd name="connsiteX92" fmla="*/ 5696643 w 6128435"/>
              <a:gd name="connsiteY92" fmla="*/ 3773888 h 6858000"/>
              <a:gd name="connsiteX93" fmla="*/ 5699203 w 6128435"/>
              <a:gd name="connsiteY93" fmla="*/ 3775823 h 6858000"/>
              <a:gd name="connsiteX94" fmla="*/ 5704824 w 6128435"/>
              <a:gd name="connsiteY94" fmla="*/ 3785966 h 6858000"/>
              <a:gd name="connsiteX95" fmla="*/ 5712204 w 6128435"/>
              <a:gd name="connsiteY95" fmla="*/ 3785830 h 6858000"/>
              <a:gd name="connsiteX96" fmla="*/ 5724816 w 6128435"/>
              <a:gd name="connsiteY96" fmla="*/ 3798949 h 6858000"/>
              <a:gd name="connsiteX97" fmla="*/ 5733539 w 6128435"/>
              <a:gd name="connsiteY97" fmla="*/ 3818457 h 6858000"/>
              <a:gd name="connsiteX98" fmla="*/ 5768491 w 6128435"/>
              <a:gd name="connsiteY98" fmla="*/ 3914399 h 6858000"/>
              <a:gd name="connsiteX99" fmla="*/ 5793123 w 6128435"/>
              <a:gd name="connsiteY99" fmla="*/ 3969952 h 6858000"/>
              <a:gd name="connsiteX100" fmla="*/ 5808321 w 6128435"/>
              <a:gd name="connsiteY100" fmla="*/ 3988153 h 6858000"/>
              <a:gd name="connsiteX101" fmla="*/ 5825621 w 6128435"/>
              <a:gd name="connsiteY101" fmla="*/ 4015525 h 6858000"/>
              <a:gd name="connsiteX102" fmla="*/ 5860672 w 6128435"/>
              <a:gd name="connsiteY102" fmla="*/ 4061579 h 6858000"/>
              <a:gd name="connsiteX103" fmla="*/ 5872173 w 6128435"/>
              <a:gd name="connsiteY103" fmla="*/ 4088497 h 6858000"/>
              <a:gd name="connsiteX104" fmla="*/ 5883705 w 6128435"/>
              <a:gd name="connsiteY104" fmla="*/ 4101899 h 6858000"/>
              <a:gd name="connsiteX105" fmla="*/ 5885314 w 6128435"/>
              <a:gd name="connsiteY105" fmla="*/ 4108387 h 6858000"/>
              <a:gd name="connsiteX106" fmla="*/ 5894095 w 6128435"/>
              <a:gd name="connsiteY106" fmla="*/ 4128857 h 6858000"/>
              <a:gd name="connsiteX107" fmla="*/ 5898339 w 6128435"/>
              <a:gd name="connsiteY107" fmla="*/ 4140800 h 6858000"/>
              <a:gd name="connsiteX108" fmla="*/ 5899734 w 6128435"/>
              <a:gd name="connsiteY108" fmla="*/ 4145632 h 6858000"/>
              <a:gd name="connsiteX109" fmla="*/ 5897098 w 6128435"/>
              <a:gd name="connsiteY109" fmla="*/ 4157819 h 6858000"/>
              <a:gd name="connsiteX110" fmla="*/ 5903513 w 6128435"/>
              <a:gd name="connsiteY110" fmla="*/ 4187661 h 6858000"/>
              <a:gd name="connsiteX111" fmla="*/ 5917114 w 6128435"/>
              <a:gd name="connsiteY111" fmla="*/ 4213096 h 6858000"/>
              <a:gd name="connsiteX112" fmla="*/ 5921153 w 6128435"/>
              <a:gd name="connsiteY112" fmla="*/ 4236222 h 6858000"/>
              <a:gd name="connsiteX113" fmla="*/ 5924233 w 6128435"/>
              <a:gd name="connsiteY113" fmla="*/ 4242060 h 6858000"/>
              <a:gd name="connsiteX114" fmla="*/ 5928910 w 6128435"/>
              <a:gd name="connsiteY114" fmla="*/ 4300973 h 6858000"/>
              <a:gd name="connsiteX115" fmla="*/ 5939320 w 6128435"/>
              <a:gd name="connsiteY115" fmla="*/ 4340435 h 6858000"/>
              <a:gd name="connsiteX116" fmla="*/ 5946705 w 6128435"/>
              <a:gd name="connsiteY116" fmla="*/ 4428051 h 6858000"/>
              <a:gd name="connsiteX117" fmla="*/ 5949261 w 6128435"/>
              <a:gd name="connsiteY117" fmla="*/ 4449185 h 6858000"/>
              <a:gd name="connsiteX118" fmla="*/ 5957504 w 6128435"/>
              <a:gd name="connsiteY118" fmla="*/ 4465911 h 6858000"/>
              <a:gd name="connsiteX119" fmla="*/ 5964689 w 6128435"/>
              <a:gd name="connsiteY119" fmla="*/ 4468532 h 6858000"/>
              <a:gd name="connsiteX120" fmla="*/ 5967062 w 6128435"/>
              <a:gd name="connsiteY120" fmla="*/ 4479923 h 6858000"/>
              <a:gd name="connsiteX121" fmla="*/ 5968960 w 6128435"/>
              <a:gd name="connsiteY121" fmla="*/ 4482655 h 6858000"/>
              <a:gd name="connsiteX122" fmla="*/ 5978567 w 6128435"/>
              <a:gd name="connsiteY122" fmla="*/ 4498605 h 6858000"/>
              <a:gd name="connsiteX123" fmla="*/ 5980106 w 6128435"/>
              <a:gd name="connsiteY123" fmla="*/ 4585087 h 6858000"/>
              <a:gd name="connsiteX124" fmla="*/ 5998138 w 6128435"/>
              <a:gd name="connsiteY124" fmla="*/ 4697518 h 6858000"/>
              <a:gd name="connsiteX125" fmla="*/ 6013516 w 6128435"/>
              <a:gd name="connsiteY125" fmla="*/ 4786619 h 6858000"/>
              <a:gd name="connsiteX126" fmla="*/ 6025404 w 6128435"/>
              <a:gd name="connsiteY126" fmla="*/ 4858148 h 6858000"/>
              <a:gd name="connsiteX127" fmla="*/ 6007749 w 6128435"/>
              <a:gd name="connsiteY127" fmla="*/ 4964715 h 6858000"/>
              <a:gd name="connsiteX128" fmla="*/ 6005269 w 6128435"/>
              <a:gd name="connsiteY128" fmla="*/ 5150567 h 6858000"/>
              <a:gd name="connsiteX129" fmla="*/ 6001127 w 6128435"/>
              <a:gd name="connsiteY129" fmla="*/ 5164609 h 6858000"/>
              <a:gd name="connsiteX130" fmla="*/ 5996647 w 6128435"/>
              <a:gd name="connsiteY130" fmla="*/ 5185640 h 6858000"/>
              <a:gd name="connsiteX131" fmla="*/ 5998514 w 6128435"/>
              <a:gd name="connsiteY131" fmla="*/ 5189673 h 6858000"/>
              <a:gd name="connsiteX132" fmla="*/ 5995970 w 6128435"/>
              <a:gd name="connsiteY132" fmla="*/ 5221547 h 6858000"/>
              <a:gd name="connsiteX133" fmla="*/ 5997218 w 6128435"/>
              <a:gd name="connsiteY133" fmla="*/ 5222031 h 6858000"/>
              <a:gd name="connsiteX134" fmla="*/ 6002116 w 6128435"/>
              <a:gd name="connsiteY134" fmla="*/ 5231223 h 6858000"/>
              <a:gd name="connsiteX135" fmla="*/ 6008541 w 6128435"/>
              <a:gd name="connsiteY135" fmla="*/ 5248680 h 6858000"/>
              <a:gd name="connsiteX136" fmla="*/ 6039260 w 6128435"/>
              <a:gd name="connsiteY136" fmla="*/ 5289518 h 6858000"/>
              <a:gd name="connsiteX137" fmla="*/ 6036748 w 6128435"/>
              <a:gd name="connsiteY137" fmla="*/ 5322752 h 6858000"/>
              <a:gd name="connsiteX138" fmla="*/ 6036943 w 6128435"/>
              <a:gd name="connsiteY138" fmla="*/ 5329480 h 6858000"/>
              <a:gd name="connsiteX139" fmla="*/ 6037236 w 6128435"/>
              <a:gd name="connsiteY139" fmla="*/ 5329634 h 6858000"/>
              <a:gd name="connsiteX140" fmla="*/ 6038019 w 6128435"/>
              <a:gd name="connsiteY140" fmla="*/ 5336764 h 6858000"/>
              <a:gd name="connsiteX141" fmla="*/ 6037298 w 6128435"/>
              <a:gd name="connsiteY141" fmla="*/ 5341753 h 6858000"/>
              <a:gd name="connsiteX142" fmla="*/ 6037677 w 6128435"/>
              <a:gd name="connsiteY142" fmla="*/ 5354807 h 6858000"/>
              <a:gd name="connsiteX143" fmla="*/ 6039728 w 6128435"/>
              <a:gd name="connsiteY143" fmla="*/ 5359416 h 6858000"/>
              <a:gd name="connsiteX144" fmla="*/ 6043311 w 6128435"/>
              <a:gd name="connsiteY144" fmla="*/ 5361407 h 6858000"/>
              <a:gd name="connsiteX145" fmla="*/ 6042954 w 6128435"/>
              <a:gd name="connsiteY145" fmla="*/ 5362576 h 6858000"/>
              <a:gd name="connsiteX146" fmla="*/ 6053435 w 6128435"/>
              <a:gd name="connsiteY146" fmla="*/ 5387547 h 6858000"/>
              <a:gd name="connsiteX147" fmla="*/ 6065933 w 6128435"/>
              <a:gd name="connsiteY147" fmla="*/ 5443002 h 6858000"/>
              <a:gd name="connsiteX148" fmla="*/ 6068640 w 6128435"/>
              <a:gd name="connsiteY148" fmla="*/ 5474503 h 6858000"/>
              <a:gd name="connsiteX149" fmla="*/ 6080922 w 6128435"/>
              <a:gd name="connsiteY149" fmla="*/ 5561070 h 6858000"/>
              <a:gd name="connsiteX150" fmla="*/ 6096949 w 6128435"/>
              <a:gd name="connsiteY150" fmla="*/ 5648179 h 6858000"/>
              <a:gd name="connsiteX151" fmla="*/ 6125703 w 6128435"/>
              <a:gd name="connsiteY151" fmla="*/ 5692894 h 6858000"/>
              <a:gd name="connsiteX152" fmla="*/ 6126670 w 6128435"/>
              <a:gd name="connsiteY152" fmla="*/ 5697882 h 6858000"/>
              <a:gd name="connsiteX153" fmla="*/ 6124061 w 6128435"/>
              <a:gd name="connsiteY153" fmla="*/ 5710294 h 6858000"/>
              <a:gd name="connsiteX154" fmla="*/ 6122213 w 6128435"/>
              <a:gd name="connsiteY154" fmla="*/ 5714762 h 6858000"/>
              <a:gd name="connsiteX155" fmla="*/ 6121353 w 6128435"/>
              <a:gd name="connsiteY155" fmla="*/ 5721725 h 6858000"/>
              <a:gd name="connsiteX156" fmla="*/ 6121607 w 6128435"/>
              <a:gd name="connsiteY156" fmla="*/ 5721959 h 6858000"/>
              <a:gd name="connsiteX157" fmla="*/ 6120262 w 6128435"/>
              <a:gd name="connsiteY157" fmla="*/ 5728358 h 6858000"/>
              <a:gd name="connsiteX158" fmla="*/ 6110194 w 6128435"/>
              <a:gd name="connsiteY158" fmla="*/ 5758853 h 6858000"/>
              <a:gd name="connsiteX159" fmla="*/ 6127519 w 6128435"/>
              <a:gd name="connsiteY159" fmla="*/ 5865775 h 6858000"/>
              <a:gd name="connsiteX160" fmla="*/ 6128435 w 6128435"/>
              <a:gd name="connsiteY160" fmla="*/ 5870164 h 6858000"/>
              <a:gd name="connsiteX161" fmla="*/ 6119217 w 6128435"/>
              <a:gd name="connsiteY161" fmla="*/ 5888542 h 6858000"/>
              <a:gd name="connsiteX162" fmla="*/ 6115966 w 6128435"/>
              <a:gd name="connsiteY162" fmla="*/ 5898387 h 6858000"/>
              <a:gd name="connsiteX163" fmla="*/ 6111924 w 6128435"/>
              <a:gd name="connsiteY163" fmla="*/ 5900444 h 6858000"/>
              <a:gd name="connsiteX164" fmla="*/ 6108716 w 6128435"/>
              <a:gd name="connsiteY164" fmla="*/ 5915345 h 6858000"/>
              <a:gd name="connsiteX165" fmla="*/ 6109524 w 6128435"/>
              <a:gd name="connsiteY165" fmla="*/ 5917328 h 6858000"/>
              <a:gd name="connsiteX166" fmla="*/ 6102493 w 6128435"/>
              <a:gd name="connsiteY166" fmla="*/ 5928602 h 6858000"/>
              <a:gd name="connsiteX167" fmla="*/ 6056863 w 6128435"/>
              <a:gd name="connsiteY167" fmla="*/ 6000643 h 6858000"/>
              <a:gd name="connsiteX168" fmla="*/ 6045436 w 6128435"/>
              <a:gd name="connsiteY168" fmla="*/ 6124480 h 6858000"/>
              <a:gd name="connsiteX169" fmla="*/ 6030489 w 6128435"/>
              <a:gd name="connsiteY169" fmla="*/ 6317666 h 6858000"/>
              <a:gd name="connsiteX170" fmla="*/ 6007492 w 6128435"/>
              <a:gd name="connsiteY170" fmla="*/ 6440818 h 6858000"/>
              <a:gd name="connsiteX171" fmla="*/ 6009467 w 6128435"/>
              <a:gd name="connsiteY171" fmla="*/ 6487076 h 6858000"/>
              <a:gd name="connsiteX172" fmla="*/ 5995064 w 6128435"/>
              <a:gd name="connsiteY172" fmla="*/ 6540791 h 6858000"/>
              <a:gd name="connsiteX173" fmla="*/ 5996309 w 6128435"/>
              <a:gd name="connsiteY173" fmla="*/ 6543961 h 6858000"/>
              <a:gd name="connsiteX174" fmla="*/ 5996048 w 6128435"/>
              <a:gd name="connsiteY174" fmla="*/ 6555444 h 6858000"/>
              <a:gd name="connsiteX175" fmla="*/ 6002524 w 6128435"/>
              <a:gd name="connsiteY175" fmla="*/ 6560188 h 6858000"/>
              <a:gd name="connsiteX176" fmla="*/ 6006823 w 6128435"/>
              <a:gd name="connsiteY176" fmla="*/ 6578546 h 6858000"/>
              <a:gd name="connsiteX177" fmla="*/ 6004510 w 6128435"/>
              <a:gd name="connsiteY177" fmla="*/ 6599256 h 6858000"/>
              <a:gd name="connsiteX178" fmla="*/ 5986207 w 6128435"/>
              <a:gd name="connsiteY178" fmla="*/ 6695855 h 6858000"/>
              <a:gd name="connsiteX179" fmla="*/ 5979428 w 6128435"/>
              <a:gd name="connsiteY179" fmla="*/ 6754678 h 6858000"/>
              <a:gd name="connsiteX180" fmla="*/ 5983398 w 6128435"/>
              <a:gd name="connsiteY180" fmla="*/ 6778641 h 6858000"/>
              <a:gd name="connsiteX181" fmla="*/ 5984543 w 6128435"/>
              <a:gd name="connsiteY181" fmla="*/ 6811016 h 6858000"/>
              <a:gd name="connsiteX182" fmla="*/ 5981802 w 6128435"/>
              <a:gd name="connsiteY182" fmla="*/ 6838578 h 6858000"/>
              <a:gd name="connsiteX183" fmla="*/ 5979671 w 6128435"/>
              <a:gd name="connsiteY183" fmla="*/ 6858000 h 6858000"/>
              <a:gd name="connsiteX184" fmla="*/ 0 w 6128435"/>
              <a:gd name="connsiteY184" fmla="*/ 6858000 h 6858000"/>
              <a:gd name="connsiteX185" fmla="*/ 0 w 6128435"/>
              <a:gd name="connsiteY185"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80947 w 6128435"/>
              <a:gd name="connsiteY35" fmla="*/ 1904438 h 6858000"/>
              <a:gd name="connsiteX36" fmla="*/ 5252592 w 6128435"/>
              <a:gd name="connsiteY36" fmla="*/ 2092210 h 6858000"/>
              <a:gd name="connsiteX37" fmla="*/ 5264303 w 6128435"/>
              <a:gd name="connsiteY37" fmla="*/ 2225157 h 6858000"/>
              <a:gd name="connsiteX38" fmla="*/ 5254949 w 6128435"/>
              <a:gd name="connsiteY38" fmla="*/ 2236160 h 6858000"/>
              <a:gd name="connsiteX39" fmla="*/ 5250104 w 6128435"/>
              <a:gd name="connsiteY39" fmla="*/ 2249166 h 6858000"/>
              <a:gd name="connsiteX40" fmla="*/ 5251214 w 6128435"/>
              <a:gd name="connsiteY40" fmla="*/ 2250944 h 6858000"/>
              <a:gd name="connsiteX41" fmla="*/ 5250644 w 6128435"/>
              <a:gd name="connsiteY41" fmla="*/ 2266619 h 6858000"/>
              <a:gd name="connsiteX42" fmla="*/ 5247111 w 6128435"/>
              <a:gd name="connsiteY42" fmla="*/ 2269679 h 6858000"/>
              <a:gd name="connsiteX43" fmla="*/ 5245653 w 6128435"/>
              <a:gd name="connsiteY43" fmla="*/ 2280317 h 6858000"/>
              <a:gd name="connsiteX44" fmla="*/ 5239901 w 6128435"/>
              <a:gd name="connsiteY44" fmla="*/ 2300961 h 6858000"/>
              <a:gd name="connsiteX45" fmla="*/ 5241522 w 6128435"/>
              <a:gd name="connsiteY45" fmla="*/ 2305114 h 6858000"/>
              <a:gd name="connsiteX46" fmla="*/ 5237050 w 6128435"/>
              <a:gd name="connsiteY46" fmla="*/ 2336703 h 6858000"/>
              <a:gd name="connsiteX47" fmla="*/ 5238267 w 6128435"/>
              <a:gd name="connsiteY47" fmla="*/ 2337277 h 6858000"/>
              <a:gd name="connsiteX48" fmla="*/ 5242602 w 6128435"/>
              <a:gd name="connsiteY48" fmla="*/ 2346782 h 6858000"/>
              <a:gd name="connsiteX49" fmla="*/ 5247963 w 6128435"/>
              <a:gd name="connsiteY49" fmla="*/ 2364638 h 6858000"/>
              <a:gd name="connsiteX50" fmla="*/ 5276175 w 6128435"/>
              <a:gd name="connsiteY50" fmla="*/ 2407515 h 6858000"/>
              <a:gd name="connsiteX51" fmla="*/ 5271650 w 6128435"/>
              <a:gd name="connsiteY51" fmla="*/ 2440467 h 6858000"/>
              <a:gd name="connsiteX52" fmla="*/ 5271438 w 6128435"/>
              <a:gd name="connsiteY52" fmla="*/ 2447186 h 6858000"/>
              <a:gd name="connsiteX53" fmla="*/ 5271722 w 6128435"/>
              <a:gd name="connsiteY53" fmla="*/ 2447359 h 6858000"/>
              <a:gd name="connsiteX54" fmla="*/ 5272069 w 6128435"/>
              <a:gd name="connsiteY54" fmla="*/ 2454523 h 6858000"/>
              <a:gd name="connsiteX55" fmla="*/ 5271049 w 6128435"/>
              <a:gd name="connsiteY55" fmla="*/ 2459442 h 6858000"/>
              <a:gd name="connsiteX56" fmla="*/ 5270636 w 6128435"/>
              <a:gd name="connsiteY56" fmla="*/ 2472481 h 6858000"/>
              <a:gd name="connsiteX57" fmla="*/ 5272406 w 6128435"/>
              <a:gd name="connsiteY57" fmla="*/ 2477221 h 6858000"/>
              <a:gd name="connsiteX58" fmla="*/ 5307538 w 6128435"/>
              <a:gd name="connsiteY58" fmla="*/ 2514685 h 6858000"/>
              <a:gd name="connsiteX59" fmla="*/ 5337604 w 6128435"/>
              <a:gd name="connsiteY59" fmla="*/ 2597632 h 6858000"/>
              <a:gd name="connsiteX60" fmla="*/ 5407503 w 6128435"/>
              <a:gd name="connsiteY60" fmla="*/ 2786290 h 6858000"/>
              <a:gd name="connsiteX61" fmla="*/ 5407356 w 6128435"/>
              <a:gd name="connsiteY61" fmla="*/ 2787545 h 6858000"/>
              <a:gd name="connsiteX62" fmla="*/ 5411130 w 6128435"/>
              <a:gd name="connsiteY62" fmla="*/ 2788640 h 6858000"/>
              <a:gd name="connsiteX63" fmla="*/ 5416439 w 6128435"/>
              <a:gd name="connsiteY63" fmla="*/ 2805666 h 6858000"/>
              <a:gd name="connsiteX64" fmla="*/ 5416589 w 6128435"/>
              <a:gd name="connsiteY64" fmla="*/ 2810822 h 6858000"/>
              <a:gd name="connsiteX65" fmla="*/ 5418542 w 6128435"/>
              <a:gd name="connsiteY65" fmla="*/ 2817745 h 6858000"/>
              <a:gd name="connsiteX66" fmla="*/ 5418847 w 6128435"/>
              <a:gd name="connsiteY66" fmla="*/ 2817825 h 6858000"/>
              <a:gd name="connsiteX67" fmla="*/ 5423364 w 6128435"/>
              <a:gd name="connsiteY67" fmla="*/ 2858292 h 6858000"/>
              <a:gd name="connsiteX68" fmla="*/ 5479298 w 6128435"/>
              <a:gd name="connsiteY68" fmla="*/ 2947791 h 6858000"/>
              <a:gd name="connsiteX69" fmla="*/ 5481770 w 6128435"/>
              <a:gd name="connsiteY69" fmla="*/ 2951352 h 6858000"/>
              <a:gd name="connsiteX70" fmla="*/ 5481013 w 6128435"/>
              <a:gd name="connsiteY70" fmla="*/ 2973461 h 6858000"/>
              <a:gd name="connsiteX71" fmla="*/ 5482045 w 6128435"/>
              <a:gd name="connsiteY71" fmla="*/ 2984371 h 6858000"/>
              <a:gd name="connsiteX72" fmla="*/ 5479405 w 6128435"/>
              <a:gd name="connsiteY72" fmla="*/ 2988507 h 6858000"/>
              <a:gd name="connsiteX73" fmla="*/ 5482415 w 6128435"/>
              <a:gd name="connsiteY73" fmla="*/ 3004079 h 6858000"/>
              <a:gd name="connsiteX74" fmla="*/ 5483865 w 6128435"/>
              <a:gd name="connsiteY74" fmla="*/ 3005467 h 6858000"/>
              <a:gd name="connsiteX75" fmla="*/ 5482236 w 6128435"/>
              <a:gd name="connsiteY75" fmla="*/ 3019791 h 6858000"/>
              <a:gd name="connsiteX76" fmla="*/ 5475895 w 6128435"/>
              <a:gd name="connsiteY76" fmla="*/ 3033578 h 6858000"/>
              <a:gd name="connsiteX77" fmla="*/ 5477595 w 6128435"/>
              <a:gd name="connsiteY77" fmla="*/ 3250534 h 6858000"/>
              <a:gd name="connsiteX78" fmla="*/ 5532836 w 6128435"/>
              <a:gd name="connsiteY78" fmla="*/ 3353840 h 6858000"/>
              <a:gd name="connsiteX79" fmla="*/ 5561229 w 6128435"/>
              <a:gd name="connsiteY79" fmla="*/ 3395784 h 6858000"/>
              <a:gd name="connsiteX80" fmla="*/ 5589758 w 6128435"/>
              <a:gd name="connsiteY80" fmla="*/ 3506453 h 6858000"/>
              <a:gd name="connsiteX81" fmla="*/ 5596144 w 6128435"/>
              <a:gd name="connsiteY81" fmla="*/ 3534624 h 6858000"/>
              <a:gd name="connsiteX82" fmla="*/ 5597750 w 6128435"/>
              <a:gd name="connsiteY82" fmla="*/ 3534129 h 6858000"/>
              <a:gd name="connsiteX83" fmla="*/ 5599700 w 6128435"/>
              <a:gd name="connsiteY83" fmla="*/ 3547221 h 6858000"/>
              <a:gd name="connsiteX84" fmla="*/ 5615031 w 6128435"/>
              <a:gd name="connsiteY84" fmla="*/ 3557482 h 6858000"/>
              <a:gd name="connsiteX85" fmla="*/ 5618377 w 6128435"/>
              <a:gd name="connsiteY85" fmla="*/ 3588431 h 6858000"/>
              <a:gd name="connsiteX86" fmla="*/ 5612155 w 6128435"/>
              <a:gd name="connsiteY86" fmla="*/ 3589869 h 6858000"/>
              <a:gd name="connsiteX87" fmla="*/ 5620843 w 6128435"/>
              <a:gd name="connsiteY87" fmla="*/ 3606745 h 6858000"/>
              <a:gd name="connsiteX88" fmla="*/ 5655472 w 6128435"/>
              <a:gd name="connsiteY88" fmla="*/ 3678877 h 6858000"/>
              <a:gd name="connsiteX89" fmla="*/ 5680448 w 6128435"/>
              <a:gd name="connsiteY89" fmla="*/ 3717760 h 6858000"/>
              <a:gd name="connsiteX90" fmla="*/ 5683015 w 6128435"/>
              <a:gd name="connsiteY90" fmla="*/ 3762025 h 6858000"/>
              <a:gd name="connsiteX91" fmla="*/ 5696643 w 6128435"/>
              <a:gd name="connsiteY91" fmla="*/ 3773888 h 6858000"/>
              <a:gd name="connsiteX92" fmla="*/ 5699203 w 6128435"/>
              <a:gd name="connsiteY92" fmla="*/ 3775823 h 6858000"/>
              <a:gd name="connsiteX93" fmla="*/ 5704824 w 6128435"/>
              <a:gd name="connsiteY93" fmla="*/ 3785966 h 6858000"/>
              <a:gd name="connsiteX94" fmla="*/ 5712204 w 6128435"/>
              <a:gd name="connsiteY94" fmla="*/ 3785830 h 6858000"/>
              <a:gd name="connsiteX95" fmla="*/ 5724816 w 6128435"/>
              <a:gd name="connsiteY95" fmla="*/ 3798949 h 6858000"/>
              <a:gd name="connsiteX96" fmla="*/ 5733539 w 6128435"/>
              <a:gd name="connsiteY96" fmla="*/ 3818457 h 6858000"/>
              <a:gd name="connsiteX97" fmla="*/ 5768491 w 6128435"/>
              <a:gd name="connsiteY97" fmla="*/ 3914399 h 6858000"/>
              <a:gd name="connsiteX98" fmla="*/ 5793123 w 6128435"/>
              <a:gd name="connsiteY98" fmla="*/ 3969952 h 6858000"/>
              <a:gd name="connsiteX99" fmla="*/ 5808321 w 6128435"/>
              <a:gd name="connsiteY99" fmla="*/ 3988153 h 6858000"/>
              <a:gd name="connsiteX100" fmla="*/ 5825621 w 6128435"/>
              <a:gd name="connsiteY100" fmla="*/ 4015525 h 6858000"/>
              <a:gd name="connsiteX101" fmla="*/ 5860672 w 6128435"/>
              <a:gd name="connsiteY101" fmla="*/ 4061579 h 6858000"/>
              <a:gd name="connsiteX102" fmla="*/ 5872173 w 6128435"/>
              <a:gd name="connsiteY102" fmla="*/ 4088497 h 6858000"/>
              <a:gd name="connsiteX103" fmla="*/ 5883705 w 6128435"/>
              <a:gd name="connsiteY103" fmla="*/ 4101899 h 6858000"/>
              <a:gd name="connsiteX104" fmla="*/ 5885314 w 6128435"/>
              <a:gd name="connsiteY104" fmla="*/ 4108387 h 6858000"/>
              <a:gd name="connsiteX105" fmla="*/ 5894095 w 6128435"/>
              <a:gd name="connsiteY105" fmla="*/ 4128857 h 6858000"/>
              <a:gd name="connsiteX106" fmla="*/ 5898339 w 6128435"/>
              <a:gd name="connsiteY106" fmla="*/ 4140800 h 6858000"/>
              <a:gd name="connsiteX107" fmla="*/ 5899734 w 6128435"/>
              <a:gd name="connsiteY107" fmla="*/ 4145632 h 6858000"/>
              <a:gd name="connsiteX108" fmla="*/ 5897098 w 6128435"/>
              <a:gd name="connsiteY108" fmla="*/ 4157819 h 6858000"/>
              <a:gd name="connsiteX109" fmla="*/ 5903513 w 6128435"/>
              <a:gd name="connsiteY109" fmla="*/ 4187661 h 6858000"/>
              <a:gd name="connsiteX110" fmla="*/ 5917114 w 6128435"/>
              <a:gd name="connsiteY110" fmla="*/ 4213096 h 6858000"/>
              <a:gd name="connsiteX111" fmla="*/ 5921153 w 6128435"/>
              <a:gd name="connsiteY111" fmla="*/ 4236222 h 6858000"/>
              <a:gd name="connsiteX112" fmla="*/ 5924233 w 6128435"/>
              <a:gd name="connsiteY112" fmla="*/ 4242060 h 6858000"/>
              <a:gd name="connsiteX113" fmla="*/ 5928910 w 6128435"/>
              <a:gd name="connsiteY113" fmla="*/ 4300973 h 6858000"/>
              <a:gd name="connsiteX114" fmla="*/ 5939320 w 6128435"/>
              <a:gd name="connsiteY114" fmla="*/ 4340435 h 6858000"/>
              <a:gd name="connsiteX115" fmla="*/ 5946705 w 6128435"/>
              <a:gd name="connsiteY115" fmla="*/ 4428051 h 6858000"/>
              <a:gd name="connsiteX116" fmla="*/ 5949261 w 6128435"/>
              <a:gd name="connsiteY116" fmla="*/ 4449185 h 6858000"/>
              <a:gd name="connsiteX117" fmla="*/ 5957504 w 6128435"/>
              <a:gd name="connsiteY117" fmla="*/ 4465911 h 6858000"/>
              <a:gd name="connsiteX118" fmla="*/ 5964689 w 6128435"/>
              <a:gd name="connsiteY118" fmla="*/ 4468532 h 6858000"/>
              <a:gd name="connsiteX119" fmla="*/ 5967062 w 6128435"/>
              <a:gd name="connsiteY119" fmla="*/ 4479923 h 6858000"/>
              <a:gd name="connsiteX120" fmla="*/ 5968960 w 6128435"/>
              <a:gd name="connsiteY120" fmla="*/ 4482655 h 6858000"/>
              <a:gd name="connsiteX121" fmla="*/ 5978567 w 6128435"/>
              <a:gd name="connsiteY121" fmla="*/ 4498605 h 6858000"/>
              <a:gd name="connsiteX122" fmla="*/ 5980106 w 6128435"/>
              <a:gd name="connsiteY122" fmla="*/ 4585087 h 6858000"/>
              <a:gd name="connsiteX123" fmla="*/ 5998138 w 6128435"/>
              <a:gd name="connsiteY123" fmla="*/ 4697518 h 6858000"/>
              <a:gd name="connsiteX124" fmla="*/ 6013516 w 6128435"/>
              <a:gd name="connsiteY124" fmla="*/ 4786619 h 6858000"/>
              <a:gd name="connsiteX125" fmla="*/ 6025404 w 6128435"/>
              <a:gd name="connsiteY125" fmla="*/ 4858148 h 6858000"/>
              <a:gd name="connsiteX126" fmla="*/ 6007749 w 6128435"/>
              <a:gd name="connsiteY126" fmla="*/ 4964715 h 6858000"/>
              <a:gd name="connsiteX127" fmla="*/ 6005269 w 6128435"/>
              <a:gd name="connsiteY127" fmla="*/ 5150567 h 6858000"/>
              <a:gd name="connsiteX128" fmla="*/ 6001127 w 6128435"/>
              <a:gd name="connsiteY128" fmla="*/ 5164609 h 6858000"/>
              <a:gd name="connsiteX129" fmla="*/ 5996647 w 6128435"/>
              <a:gd name="connsiteY129" fmla="*/ 5185640 h 6858000"/>
              <a:gd name="connsiteX130" fmla="*/ 5998514 w 6128435"/>
              <a:gd name="connsiteY130" fmla="*/ 5189673 h 6858000"/>
              <a:gd name="connsiteX131" fmla="*/ 5995970 w 6128435"/>
              <a:gd name="connsiteY131" fmla="*/ 5221547 h 6858000"/>
              <a:gd name="connsiteX132" fmla="*/ 5997218 w 6128435"/>
              <a:gd name="connsiteY132" fmla="*/ 5222031 h 6858000"/>
              <a:gd name="connsiteX133" fmla="*/ 6002116 w 6128435"/>
              <a:gd name="connsiteY133" fmla="*/ 5231223 h 6858000"/>
              <a:gd name="connsiteX134" fmla="*/ 6008541 w 6128435"/>
              <a:gd name="connsiteY134" fmla="*/ 5248680 h 6858000"/>
              <a:gd name="connsiteX135" fmla="*/ 6039260 w 6128435"/>
              <a:gd name="connsiteY135" fmla="*/ 5289518 h 6858000"/>
              <a:gd name="connsiteX136" fmla="*/ 6036748 w 6128435"/>
              <a:gd name="connsiteY136" fmla="*/ 5322752 h 6858000"/>
              <a:gd name="connsiteX137" fmla="*/ 6036943 w 6128435"/>
              <a:gd name="connsiteY137" fmla="*/ 5329480 h 6858000"/>
              <a:gd name="connsiteX138" fmla="*/ 6037236 w 6128435"/>
              <a:gd name="connsiteY138" fmla="*/ 5329634 h 6858000"/>
              <a:gd name="connsiteX139" fmla="*/ 6038019 w 6128435"/>
              <a:gd name="connsiteY139" fmla="*/ 5336764 h 6858000"/>
              <a:gd name="connsiteX140" fmla="*/ 6037298 w 6128435"/>
              <a:gd name="connsiteY140" fmla="*/ 5341753 h 6858000"/>
              <a:gd name="connsiteX141" fmla="*/ 6037677 w 6128435"/>
              <a:gd name="connsiteY141" fmla="*/ 5354807 h 6858000"/>
              <a:gd name="connsiteX142" fmla="*/ 6039728 w 6128435"/>
              <a:gd name="connsiteY142" fmla="*/ 5359416 h 6858000"/>
              <a:gd name="connsiteX143" fmla="*/ 6043311 w 6128435"/>
              <a:gd name="connsiteY143" fmla="*/ 5361407 h 6858000"/>
              <a:gd name="connsiteX144" fmla="*/ 6042954 w 6128435"/>
              <a:gd name="connsiteY144" fmla="*/ 5362576 h 6858000"/>
              <a:gd name="connsiteX145" fmla="*/ 6053435 w 6128435"/>
              <a:gd name="connsiteY145" fmla="*/ 5387547 h 6858000"/>
              <a:gd name="connsiteX146" fmla="*/ 6065933 w 6128435"/>
              <a:gd name="connsiteY146" fmla="*/ 5443002 h 6858000"/>
              <a:gd name="connsiteX147" fmla="*/ 6068640 w 6128435"/>
              <a:gd name="connsiteY147" fmla="*/ 5474503 h 6858000"/>
              <a:gd name="connsiteX148" fmla="*/ 6080922 w 6128435"/>
              <a:gd name="connsiteY148" fmla="*/ 5561070 h 6858000"/>
              <a:gd name="connsiteX149" fmla="*/ 6096949 w 6128435"/>
              <a:gd name="connsiteY149" fmla="*/ 5648179 h 6858000"/>
              <a:gd name="connsiteX150" fmla="*/ 6125703 w 6128435"/>
              <a:gd name="connsiteY150" fmla="*/ 5692894 h 6858000"/>
              <a:gd name="connsiteX151" fmla="*/ 6126670 w 6128435"/>
              <a:gd name="connsiteY151" fmla="*/ 5697882 h 6858000"/>
              <a:gd name="connsiteX152" fmla="*/ 6124061 w 6128435"/>
              <a:gd name="connsiteY152" fmla="*/ 5710294 h 6858000"/>
              <a:gd name="connsiteX153" fmla="*/ 6122213 w 6128435"/>
              <a:gd name="connsiteY153" fmla="*/ 5714762 h 6858000"/>
              <a:gd name="connsiteX154" fmla="*/ 6121353 w 6128435"/>
              <a:gd name="connsiteY154" fmla="*/ 5721725 h 6858000"/>
              <a:gd name="connsiteX155" fmla="*/ 6121607 w 6128435"/>
              <a:gd name="connsiteY155" fmla="*/ 5721959 h 6858000"/>
              <a:gd name="connsiteX156" fmla="*/ 6120262 w 6128435"/>
              <a:gd name="connsiteY156" fmla="*/ 5728358 h 6858000"/>
              <a:gd name="connsiteX157" fmla="*/ 6110194 w 6128435"/>
              <a:gd name="connsiteY157" fmla="*/ 5758853 h 6858000"/>
              <a:gd name="connsiteX158" fmla="*/ 6127519 w 6128435"/>
              <a:gd name="connsiteY158" fmla="*/ 5865775 h 6858000"/>
              <a:gd name="connsiteX159" fmla="*/ 6128435 w 6128435"/>
              <a:gd name="connsiteY159" fmla="*/ 5870164 h 6858000"/>
              <a:gd name="connsiteX160" fmla="*/ 6119217 w 6128435"/>
              <a:gd name="connsiteY160" fmla="*/ 5888542 h 6858000"/>
              <a:gd name="connsiteX161" fmla="*/ 6115966 w 6128435"/>
              <a:gd name="connsiteY161" fmla="*/ 5898387 h 6858000"/>
              <a:gd name="connsiteX162" fmla="*/ 6111924 w 6128435"/>
              <a:gd name="connsiteY162" fmla="*/ 5900444 h 6858000"/>
              <a:gd name="connsiteX163" fmla="*/ 6108716 w 6128435"/>
              <a:gd name="connsiteY163" fmla="*/ 5915345 h 6858000"/>
              <a:gd name="connsiteX164" fmla="*/ 6109524 w 6128435"/>
              <a:gd name="connsiteY164" fmla="*/ 5917328 h 6858000"/>
              <a:gd name="connsiteX165" fmla="*/ 6102493 w 6128435"/>
              <a:gd name="connsiteY165" fmla="*/ 5928602 h 6858000"/>
              <a:gd name="connsiteX166" fmla="*/ 6056863 w 6128435"/>
              <a:gd name="connsiteY166" fmla="*/ 6000643 h 6858000"/>
              <a:gd name="connsiteX167" fmla="*/ 6045436 w 6128435"/>
              <a:gd name="connsiteY167" fmla="*/ 6124480 h 6858000"/>
              <a:gd name="connsiteX168" fmla="*/ 6030489 w 6128435"/>
              <a:gd name="connsiteY168" fmla="*/ 6317666 h 6858000"/>
              <a:gd name="connsiteX169" fmla="*/ 6007492 w 6128435"/>
              <a:gd name="connsiteY169" fmla="*/ 6440818 h 6858000"/>
              <a:gd name="connsiteX170" fmla="*/ 6009467 w 6128435"/>
              <a:gd name="connsiteY170" fmla="*/ 6487076 h 6858000"/>
              <a:gd name="connsiteX171" fmla="*/ 5995064 w 6128435"/>
              <a:gd name="connsiteY171" fmla="*/ 6540791 h 6858000"/>
              <a:gd name="connsiteX172" fmla="*/ 5996309 w 6128435"/>
              <a:gd name="connsiteY172" fmla="*/ 6543961 h 6858000"/>
              <a:gd name="connsiteX173" fmla="*/ 5996048 w 6128435"/>
              <a:gd name="connsiteY173" fmla="*/ 6555444 h 6858000"/>
              <a:gd name="connsiteX174" fmla="*/ 6002524 w 6128435"/>
              <a:gd name="connsiteY174" fmla="*/ 6560188 h 6858000"/>
              <a:gd name="connsiteX175" fmla="*/ 6006823 w 6128435"/>
              <a:gd name="connsiteY175" fmla="*/ 6578546 h 6858000"/>
              <a:gd name="connsiteX176" fmla="*/ 6004510 w 6128435"/>
              <a:gd name="connsiteY176" fmla="*/ 6599256 h 6858000"/>
              <a:gd name="connsiteX177" fmla="*/ 5986207 w 6128435"/>
              <a:gd name="connsiteY177" fmla="*/ 6695855 h 6858000"/>
              <a:gd name="connsiteX178" fmla="*/ 5979428 w 6128435"/>
              <a:gd name="connsiteY178" fmla="*/ 6754678 h 6858000"/>
              <a:gd name="connsiteX179" fmla="*/ 5983398 w 6128435"/>
              <a:gd name="connsiteY179" fmla="*/ 6778641 h 6858000"/>
              <a:gd name="connsiteX180" fmla="*/ 5984543 w 6128435"/>
              <a:gd name="connsiteY180" fmla="*/ 6811016 h 6858000"/>
              <a:gd name="connsiteX181" fmla="*/ 5981802 w 6128435"/>
              <a:gd name="connsiteY181" fmla="*/ 6838578 h 6858000"/>
              <a:gd name="connsiteX182" fmla="*/ 5979671 w 6128435"/>
              <a:gd name="connsiteY182" fmla="*/ 6858000 h 6858000"/>
              <a:gd name="connsiteX183" fmla="*/ 0 w 6128435"/>
              <a:gd name="connsiteY183" fmla="*/ 6858000 h 6858000"/>
              <a:gd name="connsiteX184" fmla="*/ 0 w 6128435"/>
              <a:gd name="connsiteY184"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55696 w 6128435"/>
              <a:gd name="connsiteY34" fmla="*/ 1880842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6175 w 6128435"/>
              <a:gd name="connsiteY49" fmla="*/ 2407515 h 6858000"/>
              <a:gd name="connsiteX50" fmla="*/ 5271650 w 6128435"/>
              <a:gd name="connsiteY50" fmla="*/ 2440467 h 6858000"/>
              <a:gd name="connsiteX51" fmla="*/ 5271438 w 6128435"/>
              <a:gd name="connsiteY51" fmla="*/ 2447186 h 6858000"/>
              <a:gd name="connsiteX52" fmla="*/ 5271722 w 6128435"/>
              <a:gd name="connsiteY52" fmla="*/ 2447359 h 6858000"/>
              <a:gd name="connsiteX53" fmla="*/ 5272069 w 6128435"/>
              <a:gd name="connsiteY53" fmla="*/ 2454523 h 6858000"/>
              <a:gd name="connsiteX54" fmla="*/ 5271049 w 6128435"/>
              <a:gd name="connsiteY54" fmla="*/ 2459442 h 6858000"/>
              <a:gd name="connsiteX55" fmla="*/ 5270636 w 6128435"/>
              <a:gd name="connsiteY55" fmla="*/ 2472481 h 6858000"/>
              <a:gd name="connsiteX56" fmla="*/ 5272406 w 6128435"/>
              <a:gd name="connsiteY56" fmla="*/ 2477221 h 6858000"/>
              <a:gd name="connsiteX57" fmla="*/ 5307538 w 6128435"/>
              <a:gd name="connsiteY57" fmla="*/ 2514685 h 6858000"/>
              <a:gd name="connsiteX58" fmla="*/ 5337604 w 6128435"/>
              <a:gd name="connsiteY58" fmla="*/ 2597632 h 6858000"/>
              <a:gd name="connsiteX59" fmla="*/ 5407503 w 6128435"/>
              <a:gd name="connsiteY59" fmla="*/ 2786290 h 6858000"/>
              <a:gd name="connsiteX60" fmla="*/ 5407356 w 6128435"/>
              <a:gd name="connsiteY60" fmla="*/ 2787545 h 6858000"/>
              <a:gd name="connsiteX61" fmla="*/ 5411130 w 6128435"/>
              <a:gd name="connsiteY61" fmla="*/ 2788640 h 6858000"/>
              <a:gd name="connsiteX62" fmla="*/ 5416439 w 6128435"/>
              <a:gd name="connsiteY62" fmla="*/ 2805666 h 6858000"/>
              <a:gd name="connsiteX63" fmla="*/ 5416589 w 6128435"/>
              <a:gd name="connsiteY63" fmla="*/ 2810822 h 6858000"/>
              <a:gd name="connsiteX64" fmla="*/ 5418542 w 6128435"/>
              <a:gd name="connsiteY64" fmla="*/ 2817745 h 6858000"/>
              <a:gd name="connsiteX65" fmla="*/ 5418847 w 6128435"/>
              <a:gd name="connsiteY65" fmla="*/ 2817825 h 6858000"/>
              <a:gd name="connsiteX66" fmla="*/ 5423364 w 6128435"/>
              <a:gd name="connsiteY66" fmla="*/ 2858292 h 6858000"/>
              <a:gd name="connsiteX67" fmla="*/ 5479298 w 6128435"/>
              <a:gd name="connsiteY67" fmla="*/ 2947791 h 6858000"/>
              <a:gd name="connsiteX68" fmla="*/ 5481770 w 6128435"/>
              <a:gd name="connsiteY68" fmla="*/ 2951352 h 6858000"/>
              <a:gd name="connsiteX69" fmla="*/ 5481013 w 6128435"/>
              <a:gd name="connsiteY69" fmla="*/ 2973461 h 6858000"/>
              <a:gd name="connsiteX70" fmla="*/ 5482045 w 6128435"/>
              <a:gd name="connsiteY70" fmla="*/ 2984371 h 6858000"/>
              <a:gd name="connsiteX71" fmla="*/ 5479405 w 6128435"/>
              <a:gd name="connsiteY71" fmla="*/ 2988507 h 6858000"/>
              <a:gd name="connsiteX72" fmla="*/ 5482415 w 6128435"/>
              <a:gd name="connsiteY72" fmla="*/ 3004079 h 6858000"/>
              <a:gd name="connsiteX73" fmla="*/ 5483865 w 6128435"/>
              <a:gd name="connsiteY73" fmla="*/ 3005467 h 6858000"/>
              <a:gd name="connsiteX74" fmla="*/ 5482236 w 6128435"/>
              <a:gd name="connsiteY74" fmla="*/ 3019791 h 6858000"/>
              <a:gd name="connsiteX75" fmla="*/ 5475895 w 6128435"/>
              <a:gd name="connsiteY75" fmla="*/ 3033578 h 6858000"/>
              <a:gd name="connsiteX76" fmla="*/ 5477595 w 6128435"/>
              <a:gd name="connsiteY76" fmla="*/ 3250534 h 6858000"/>
              <a:gd name="connsiteX77" fmla="*/ 5532836 w 6128435"/>
              <a:gd name="connsiteY77" fmla="*/ 3353840 h 6858000"/>
              <a:gd name="connsiteX78" fmla="*/ 5561229 w 6128435"/>
              <a:gd name="connsiteY78" fmla="*/ 3395784 h 6858000"/>
              <a:gd name="connsiteX79" fmla="*/ 5589758 w 6128435"/>
              <a:gd name="connsiteY79" fmla="*/ 3506453 h 6858000"/>
              <a:gd name="connsiteX80" fmla="*/ 5596144 w 6128435"/>
              <a:gd name="connsiteY80" fmla="*/ 3534624 h 6858000"/>
              <a:gd name="connsiteX81" fmla="*/ 5597750 w 6128435"/>
              <a:gd name="connsiteY81" fmla="*/ 3534129 h 6858000"/>
              <a:gd name="connsiteX82" fmla="*/ 5599700 w 6128435"/>
              <a:gd name="connsiteY82" fmla="*/ 3547221 h 6858000"/>
              <a:gd name="connsiteX83" fmla="*/ 5615031 w 6128435"/>
              <a:gd name="connsiteY83" fmla="*/ 3557482 h 6858000"/>
              <a:gd name="connsiteX84" fmla="*/ 5618377 w 6128435"/>
              <a:gd name="connsiteY84" fmla="*/ 3588431 h 6858000"/>
              <a:gd name="connsiteX85" fmla="*/ 5612155 w 6128435"/>
              <a:gd name="connsiteY85" fmla="*/ 3589869 h 6858000"/>
              <a:gd name="connsiteX86" fmla="*/ 5620843 w 6128435"/>
              <a:gd name="connsiteY86" fmla="*/ 3606745 h 6858000"/>
              <a:gd name="connsiteX87" fmla="*/ 5655472 w 6128435"/>
              <a:gd name="connsiteY87" fmla="*/ 3678877 h 6858000"/>
              <a:gd name="connsiteX88" fmla="*/ 5680448 w 6128435"/>
              <a:gd name="connsiteY88" fmla="*/ 3717760 h 6858000"/>
              <a:gd name="connsiteX89" fmla="*/ 5683015 w 6128435"/>
              <a:gd name="connsiteY89" fmla="*/ 3762025 h 6858000"/>
              <a:gd name="connsiteX90" fmla="*/ 5696643 w 6128435"/>
              <a:gd name="connsiteY90" fmla="*/ 3773888 h 6858000"/>
              <a:gd name="connsiteX91" fmla="*/ 5699203 w 6128435"/>
              <a:gd name="connsiteY91" fmla="*/ 3775823 h 6858000"/>
              <a:gd name="connsiteX92" fmla="*/ 5704824 w 6128435"/>
              <a:gd name="connsiteY92" fmla="*/ 3785966 h 6858000"/>
              <a:gd name="connsiteX93" fmla="*/ 5712204 w 6128435"/>
              <a:gd name="connsiteY93" fmla="*/ 3785830 h 6858000"/>
              <a:gd name="connsiteX94" fmla="*/ 5724816 w 6128435"/>
              <a:gd name="connsiteY94" fmla="*/ 3798949 h 6858000"/>
              <a:gd name="connsiteX95" fmla="*/ 5733539 w 6128435"/>
              <a:gd name="connsiteY95" fmla="*/ 3818457 h 6858000"/>
              <a:gd name="connsiteX96" fmla="*/ 5768491 w 6128435"/>
              <a:gd name="connsiteY96" fmla="*/ 3914399 h 6858000"/>
              <a:gd name="connsiteX97" fmla="*/ 5793123 w 6128435"/>
              <a:gd name="connsiteY97" fmla="*/ 3969952 h 6858000"/>
              <a:gd name="connsiteX98" fmla="*/ 5808321 w 6128435"/>
              <a:gd name="connsiteY98" fmla="*/ 3988153 h 6858000"/>
              <a:gd name="connsiteX99" fmla="*/ 5825621 w 6128435"/>
              <a:gd name="connsiteY99" fmla="*/ 4015525 h 6858000"/>
              <a:gd name="connsiteX100" fmla="*/ 5860672 w 6128435"/>
              <a:gd name="connsiteY100" fmla="*/ 4061579 h 6858000"/>
              <a:gd name="connsiteX101" fmla="*/ 5872173 w 6128435"/>
              <a:gd name="connsiteY101" fmla="*/ 4088497 h 6858000"/>
              <a:gd name="connsiteX102" fmla="*/ 5883705 w 6128435"/>
              <a:gd name="connsiteY102" fmla="*/ 4101899 h 6858000"/>
              <a:gd name="connsiteX103" fmla="*/ 5885314 w 6128435"/>
              <a:gd name="connsiteY103" fmla="*/ 4108387 h 6858000"/>
              <a:gd name="connsiteX104" fmla="*/ 5894095 w 6128435"/>
              <a:gd name="connsiteY104" fmla="*/ 4128857 h 6858000"/>
              <a:gd name="connsiteX105" fmla="*/ 5898339 w 6128435"/>
              <a:gd name="connsiteY105" fmla="*/ 4140800 h 6858000"/>
              <a:gd name="connsiteX106" fmla="*/ 5899734 w 6128435"/>
              <a:gd name="connsiteY106" fmla="*/ 4145632 h 6858000"/>
              <a:gd name="connsiteX107" fmla="*/ 5897098 w 6128435"/>
              <a:gd name="connsiteY107" fmla="*/ 4157819 h 6858000"/>
              <a:gd name="connsiteX108" fmla="*/ 5903513 w 6128435"/>
              <a:gd name="connsiteY108" fmla="*/ 4187661 h 6858000"/>
              <a:gd name="connsiteX109" fmla="*/ 5917114 w 6128435"/>
              <a:gd name="connsiteY109" fmla="*/ 4213096 h 6858000"/>
              <a:gd name="connsiteX110" fmla="*/ 5921153 w 6128435"/>
              <a:gd name="connsiteY110" fmla="*/ 4236222 h 6858000"/>
              <a:gd name="connsiteX111" fmla="*/ 5924233 w 6128435"/>
              <a:gd name="connsiteY111" fmla="*/ 4242060 h 6858000"/>
              <a:gd name="connsiteX112" fmla="*/ 5928910 w 6128435"/>
              <a:gd name="connsiteY112" fmla="*/ 4300973 h 6858000"/>
              <a:gd name="connsiteX113" fmla="*/ 5939320 w 6128435"/>
              <a:gd name="connsiteY113" fmla="*/ 4340435 h 6858000"/>
              <a:gd name="connsiteX114" fmla="*/ 5946705 w 6128435"/>
              <a:gd name="connsiteY114" fmla="*/ 4428051 h 6858000"/>
              <a:gd name="connsiteX115" fmla="*/ 5949261 w 6128435"/>
              <a:gd name="connsiteY115" fmla="*/ 4449185 h 6858000"/>
              <a:gd name="connsiteX116" fmla="*/ 5957504 w 6128435"/>
              <a:gd name="connsiteY116" fmla="*/ 4465911 h 6858000"/>
              <a:gd name="connsiteX117" fmla="*/ 5964689 w 6128435"/>
              <a:gd name="connsiteY117" fmla="*/ 4468532 h 6858000"/>
              <a:gd name="connsiteX118" fmla="*/ 5967062 w 6128435"/>
              <a:gd name="connsiteY118" fmla="*/ 4479923 h 6858000"/>
              <a:gd name="connsiteX119" fmla="*/ 5968960 w 6128435"/>
              <a:gd name="connsiteY119" fmla="*/ 4482655 h 6858000"/>
              <a:gd name="connsiteX120" fmla="*/ 5978567 w 6128435"/>
              <a:gd name="connsiteY120" fmla="*/ 4498605 h 6858000"/>
              <a:gd name="connsiteX121" fmla="*/ 5980106 w 6128435"/>
              <a:gd name="connsiteY121" fmla="*/ 4585087 h 6858000"/>
              <a:gd name="connsiteX122" fmla="*/ 5998138 w 6128435"/>
              <a:gd name="connsiteY122" fmla="*/ 4697518 h 6858000"/>
              <a:gd name="connsiteX123" fmla="*/ 6013516 w 6128435"/>
              <a:gd name="connsiteY123" fmla="*/ 4786619 h 6858000"/>
              <a:gd name="connsiteX124" fmla="*/ 6025404 w 6128435"/>
              <a:gd name="connsiteY124" fmla="*/ 4858148 h 6858000"/>
              <a:gd name="connsiteX125" fmla="*/ 6007749 w 6128435"/>
              <a:gd name="connsiteY125" fmla="*/ 4964715 h 6858000"/>
              <a:gd name="connsiteX126" fmla="*/ 6005269 w 6128435"/>
              <a:gd name="connsiteY126" fmla="*/ 5150567 h 6858000"/>
              <a:gd name="connsiteX127" fmla="*/ 6001127 w 6128435"/>
              <a:gd name="connsiteY127" fmla="*/ 5164609 h 6858000"/>
              <a:gd name="connsiteX128" fmla="*/ 5996647 w 6128435"/>
              <a:gd name="connsiteY128" fmla="*/ 5185640 h 6858000"/>
              <a:gd name="connsiteX129" fmla="*/ 5998514 w 6128435"/>
              <a:gd name="connsiteY129" fmla="*/ 5189673 h 6858000"/>
              <a:gd name="connsiteX130" fmla="*/ 5995970 w 6128435"/>
              <a:gd name="connsiteY130" fmla="*/ 5221547 h 6858000"/>
              <a:gd name="connsiteX131" fmla="*/ 5997218 w 6128435"/>
              <a:gd name="connsiteY131" fmla="*/ 5222031 h 6858000"/>
              <a:gd name="connsiteX132" fmla="*/ 6002116 w 6128435"/>
              <a:gd name="connsiteY132" fmla="*/ 5231223 h 6858000"/>
              <a:gd name="connsiteX133" fmla="*/ 6008541 w 6128435"/>
              <a:gd name="connsiteY133" fmla="*/ 5248680 h 6858000"/>
              <a:gd name="connsiteX134" fmla="*/ 6039260 w 6128435"/>
              <a:gd name="connsiteY134" fmla="*/ 5289518 h 6858000"/>
              <a:gd name="connsiteX135" fmla="*/ 6036748 w 6128435"/>
              <a:gd name="connsiteY135" fmla="*/ 5322752 h 6858000"/>
              <a:gd name="connsiteX136" fmla="*/ 6036943 w 6128435"/>
              <a:gd name="connsiteY136" fmla="*/ 5329480 h 6858000"/>
              <a:gd name="connsiteX137" fmla="*/ 6037236 w 6128435"/>
              <a:gd name="connsiteY137" fmla="*/ 5329634 h 6858000"/>
              <a:gd name="connsiteX138" fmla="*/ 6038019 w 6128435"/>
              <a:gd name="connsiteY138" fmla="*/ 5336764 h 6858000"/>
              <a:gd name="connsiteX139" fmla="*/ 6037298 w 6128435"/>
              <a:gd name="connsiteY139" fmla="*/ 5341753 h 6858000"/>
              <a:gd name="connsiteX140" fmla="*/ 6037677 w 6128435"/>
              <a:gd name="connsiteY140" fmla="*/ 5354807 h 6858000"/>
              <a:gd name="connsiteX141" fmla="*/ 6039728 w 6128435"/>
              <a:gd name="connsiteY141" fmla="*/ 5359416 h 6858000"/>
              <a:gd name="connsiteX142" fmla="*/ 6043311 w 6128435"/>
              <a:gd name="connsiteY142" fmla="*/ 5361407 h 6858000"/>
              <a:gd name="connsiteX143" fmla="*/ 6042954 w 6128435"/>
              <a:gd name="connsiteY143" fmla="*/ 5362576 h 6858000"/>
              <a:gd name="connsiteX144" fmla="*/ 6053435 w 6128435"/>
              <a:gd name="connsiteY144" fmla="*/ 5387547 h 6858000"/>
              <a:gd name="connsiteX145" fmla="*/ 6065933 w 6128435"/>
              <a:gd name="connsiteY145" fmla="*/ 5443002 h 6858000"/>
              <a:gd name="connsiteX146" fmla="*/ 6068640 w 6128435"/>
              <a:gd name="connsiteY146" fmla="*/ 5474503 h 6858000"/>
              <a:gd name="connsiteX147" fmla="*/ 6080922 w 6128435"/>
              <a:gd name="connsiteY147" fmla="*/ 5561070 h 6858000"/>
              <a:gd name="connsiteX148" fmla="*/ 6096949 w 6128435"/>
              <a:gd name="connsiteY148" fmla="*/ 5648179 h 6858000"/>
              <a:gd name="connsiteX149" fmla="*/ 6125703 w 6128435"/>
              <a:gd name="connsiteY149" fmla="*/ 5692894 h 6858000"/>
              <a:gd name="connsiteX150" fmla="*/ 6126670 w 6128435"/>
              <a:gd name="connsiteY150" fmla="*/ 5697882 h 6858000"/>
              <a:gd name="connsiteX151" fmla="*/ 6124061 w 6128435"/>
              <a:gd name="connsiteY151" fmla="*/ 5710294 h 6858000"/>
              <a:gd name="connsiteX152" fmla="*/ 6122213 w 6128435"/>
              <a:gd name="connsiteY152" fmla="*/ 5714762 h 6858000"/>
              <a:gd name="connsiteX153" fmla="*/ 6121353 w 6128435"/>
              <a:gd name="connsiteY153" fmla="*/ 5721725 h 6858000"/>
              <a:gd name="connsiteX154" fmla="*/ 6121607 w 6128435"/>
              <a:gd name="connsiteY154" fmla="*/ 5721959 h 6858000"/>
              <a:gd name="connsiteX155" fmla="*/ 6120262 w 6128435"/>
              <a:gd name="connsiteY155" fmla="*/ 5728358 h 6858000"/>
              <a:gd name="connsiteX156" fmla="*/ 6110194 w 6128435"/>
              <a:gd name="connsiteY156" fmla="*/ 5758853 h 6858000"/>
              <a:gd name="connsiteX157" fmla="*/ 6127519 w 6128435"/>
              <a:gd name="connsiteY157" fmla="*/ 5865775 h 6858000"/>
              <a:gd name="connsiteX158" fmla="*/ 6128435 w 6128435"/>
              <a:gd name="connsiteY158" fmla="*/ 5870164 h 6858000"/>
              <a:gd name="connsiteX159" fmla="*/ 6119217 w 6128435"/>
              <a:gd name="connsiteY159" fmla="*/ 5888542 h 6858000"/>
              <a:gd name="connsiteX160" fmla="*/ 6115966 w 6128435"/>
              <a:gd name="connsiteY160" fmla="*/ 5898387 h 6858000"/>
              <a:gd name="connsiteX161" fmla="*/ 6111924 w 6128435"/>
              <a:gd name="connsiteY161" fmla="*/ 5900444 h 6858000"/>
              <a:gd name="connsiteX162" fmla="*/ 6108716 w 6128435"/>
              <a:gd name="connsiteY162" fmla="*/ 5915345 h 6858000"/>
              <a:gd name="connsiteX163" fmla="*/ 6109524 w 6128435"/>
              <a:gd name="connsiteY163" fmla="*/ 5917328 h 6858000"/>
              <a:gd name="connsiteX164" fmla="*/ 6102493 w 6128435"/>
              <a:gd name="connsiteY164" fmla="*/ 5928602 h 6858000"/>
              <a:gd name="connsiteX165" fmla="*/ 6056863 w 6128435"/>
              <a:gd name="connsiteY165" fmla="*/ 6000643 h 6858000"/>
              <a:gd name="connsiteX166" fmla="*/ 6045436 w 6128435"/>
              <a:gd name="connsiteY166" fmla="*/ 6124480 h 6858000"/>
              <a:gd name="connsiteX167" fmla="*/ 6030489 w 6128435"/>
              <a:gd name="connsiteY167" fmla="*/ 6317666 h 6858000"/>
              <a:gd name="connsiteX168" fmla="*/ 6007492 w 6128435"/>
              <a:gd name="connsiteY168" fmla="*/ 6440818 h 6858000"/>
              <a:gd name="connsiteX169" fmla="*/ 6009467 w 6128435"/>
              <a:gd name="connsiteY169" fmla="*/ 6487076 h 6858000"/>
              <a:gd name="connsiteX170" fmla="*/ 5995064 w 6128435"/>
              <a:gd name="connsiteY170" fmla="*/ 6540791 h 6858000"/>
              <a:gd name="connsiteX171" fmla="*/ 5996309 w 6128435"/>
              <a:gd name="connsiteY171" fmla="*/ 6543961 h 6858000"/>
              <a:gd name="connsiteX172" fmla="*/ 5996048 w 6128435"/>
              <a:gd name="connsiteY172" fmla="*/ 6555444 h 6858000"/>
              <a:gd name="connsiteX173" fmla="*/ 6002524 w 6128435"/>
              <a:gd name="connsiteY173" fmla="*/ 6560188 h 6858000"/>
              <a:gd name="connsiteX174" fmla="*/ 6006823 w 6128435"/>
              <a:gd name="connsiteY174" fmla="*/ 6578546 h 6858000"/>
              <a:gd name="connsiteX175" fmla="*/ 6004510 w 6128435"/>
              <a:gd name="connsiteY175" fmla="*/ 6599256 h 6858000"/>
              <a:gd name="connsiteX176" fmla="*/ 5986207 w 6128435"/>
              <a:gd name="connsiteY176" fmla="*/ 6695855 h 6858000"/>
              <a:gd name="connsiteX177" fmla="*/ 5979428 w 6128435"/>
              <a:gd name="connsiteY177" fmla="*/ 6754678 h 6858000"/>
              <a:gd name="connsiteX178" fmla="*/ 5983398 w 6128435"/>
              <a:gd name="connsiteY178" fmla="*/ 6778641 h 6858000"/>
              <a:gd name="connsiteX179" fmla="*/ 5984543 w 6128435"/>
              <a:gd name="connsiteY179" fmla="*/ 6811016 h 6858000"/>
              <a:gd name="connsiteX180" fmla="*/ 5981802 w 6128435"/>
              <a:gd name="connsiteY180" fmla="*/ 6838578 h 6858000"/>
              <a:gd name="connsiteX181" fmla="*/ 5979671 w 6128435"/>
              <a:gd name="connsiteY181" fmla="*/ 6858000 h 6858000"/>
              <a:gd name="connsiteX182" fmla="*/ 0 w 6128435"/>
              <a:gd name="connsiteY182" fmla="*/ 6858000 h 6858000"/>
              <a:gd name="connsiteX183" fmla="*/ 0 w 6128435"/>
              <a:gd name="connsiteY18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01198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6175 w 6128435"/>
              <a:gd name="connsiteY49" fmla="*/ 2407515 h 6858000"/>
              <a:gd name="connsiteX50" fmla="*/ 5271650 w 6128435"/>
              <a:gd name="connsiteY50" fmla="*/ 2440467 h 6858000"/>
              <a:gd name="connsiteX51" fmla="*/ 5271438 w 6128435"/>
              <a:gd name="connsiteY51" fmla="*/ 2447186 h 6858000"/>
              <a:gd name="connsiteX52" fmla="*/ 5271722 w 6128435"/>
              <a:gd name="connsiteY52" fmla="*/ 2447359 h 6858000"/>
              <a:gd name="connsiteX53" fmla="*/ 5272069 w 6128435"/>
              <a:gd name="connsiteY53" fmla="*/ 2454523 h 6858000"/>
              <a:gd name="connsiteX54" fmla="*/ 5271049 w 6128435"/>
              <a:gd name="connsiteY54" fmla="*/ 2459442 h 6858000"/>
              <a:gd name="connsiteX55" fmla="*/ 5270636 w 6128435"/>
              <a:gd name="connsiteY55" fmla="*/ 2472481 h 6858000"/>
              <a:gd name="connsiteX56" fmla="*/ 5272406 w 6128435"/>
              <a:gd name="connsiteY56" fmla="*/ 2477221 h 6858000"/>
              <a:gd name="connsiteX57" fmla="*/ 5307538 w 6128435"/>
              <a:gd name="connsiteY57" fmla="*/ 2514685 h 6858000"/>
              <a:gd name="connsiteX58" fmla="*/ 5337604 w 6128435"/>
              <a:gd name="connsiteY58" fmla="*/ 2597632 h 6858000"/>
              <a:gd name="connsiteX59" fmla="*/ 5407503 w 6128435"/>
              <a:gd name="connsiteY59" fmla="*/ 2786290 h 6858000"/>
              <a:gd name="connsiteX60" fmla="*/ 5407356 w 6128435"/>
              <a:gd name="connsiteY60" fmla="*/ 2787545 h 6858000"/>
              <a:gd name="connsiteX61" fmla="*/ 5411130 w 6128435"/>
              <a:gd name="connsiteY61" fmla="*/ 2788640 h 6858000"/>
              <a:gd name="connsiteX62" fmla="*/ 5416439 w 6128435"/>
              <a:gd name="connsiteY62" fmla="*/ 2805666 h 6858000"/>
              <a:gd name="connsiteX63" fmla="*/ 5416589 w 6128435"/>
              <a:gd name="connsiteY63" fmla="*/ 2810822 h 6858000"/>
              <a:gd name="connsiteX64" fmla="*/ 5418542 w 6128435"/>
              <a:gd name="connsiteY64" fmla="*/ 2817745 h 6858000"/>
              <a:gd name="connsiteX65" fmla="*/ 5418847 w 6128435"/>
              <a:gd name="connsiteY65" fmla="*/ 2817825 h 6858000"/>
              <a:gd name="connsiteX66" fmla="*/ 5423364 w 6128435"/>
              <a:gd name="connsiteY66" fmla="*/ 2858292 h 6858000"/>
              <a:gd name="connsiteX67" fmla="*/ 5479298 w 6128435"/>
              <a:gd name="connsiteY67" fmla="*/ 2947791 h 6858000"/>
              <a:gd name="connsiteX68" fmla="*/ 5481770 w 6128435"/>
              <a:gd name="connsiteY68" fmla="*/ 2951352 h 6858000"/>
              <a:gd name="connsiteX69" fmla="*/ 5481013 w 6128435"/>
              <a:gd name="connsiteY69" fmla="*/ 2973461 h 6858000"/>
              <a:gd name="connsiteX70" fmla="*/ 5482045 w 6128435"/>
              <a:gd name="connsiteY70" fmla="*/ 2984371 h 6858000"/>
              <a:gd name="connsiteX71" fmla="*/ 5479405 w 6128435"/>
              <a:gd name="connsiteY71" fmla="*/ 2988507 h 6858000"/>
              <a:gd name="connsiteX72" fmla="*/ 5482415 w 6128435"/>
              <a:gd name="connsiteY72" fmla="*/ 3004079 h 6858000"/>
              <a:gd name="connsiteX73" fmla="*/ 5483865 w 6128435"/>
              <a:gd name="connsiteY73" fmla="*/ 3005467 h 6858000"/>
              <a:gd name="connsiteX74" fmla="*/ 5482236 w 6128435"/>
              <a:gd name="connsiteY74" fmla="*/ 3019791 h 6858000"/>
              <a:gd name="connsiteX75" fmla="*/ 5475895 w 6128435"/>
              <a:gd name="connsiteY75" fmla="*/ 3033578 h 6858000"/>
              <a:gd name="connsiteX76" fmla="*/ 5477595 w 6128435"/>
              <a:gd name="connsiteY76" fmla="*/ 3250534 h 6858000"/>
              <a:gd name="connsiteX77" fmla="*/ 5532836 w 6128435"/>
              <a:gd name="connsiteY77" fmla="*/ 3353840 h 6858000"/>
              <a:gd name="connsiteX78" fmla="*/ 5561229 w 6128435"/>
              <a:gd name="connsiteY78" fmla="*/ 3395784 h 6858000"/>
              <a:gd name="connsiteX79" fmla="*/ 5589758 w 6128435"/>
              <a:gd name="connsiteY79" fmla="*/ 3506453 h 6858000"/>
              <a:gd name="connsiteX80" fmla="*/ 5596144 w 6128435"/>
              <a:gd name="connsiteY80" fmla="*/ 3534624 h 6858000"/>
              <a:gd name="connsiteX81" fmla="*/ 5597750 w 6128435"/>
              <a:gd name="connsiteY81" fmla="*/ 3534129 h 6858000"/>
              <a:gd name="connsiteX82" fmla="*/ 5599700 w 6128435"/>
              <a:gd name="connsiteY82" fmla="*/ 3547221 h 6858000"/>
              <a:gd name="connsiteX83" fmla="*/ 5615031 w 6128435"/>
              <a:gd name="connsiteY83" fmla="*/ 3557482 h 6858000"/>
              <a:gd name="connsiteX84" fmla="*/ 5618377 w 6128435"/>
              <a:gd name="connsiteY84" fmla="*/ 3588431 h 6858000"/>
              <a:gd name="connsiteX85" fmla="*/ 5612155 w 6128435"/>
              <a:gd name="connsiteY85" fmla="*/ 3589869 h 6858000"/>
              <a:gd name="connsiteX86" fmla="*/ 5620843 w 6128435"/>
              <a:gd name="connsiteY86" fmla="*/ 3606745 h 6858000"/>
              <a:gd name="connsiteX87" fmla="*/ 5655472 w 6128435"/>
              <a:gd name="connsiteY87" fmla="*/ 3678877 h 6858000"/>
              <a:gd name="connsiteX88" fmla="*/ 5680448 w 6128435"/>
              <a:gd name="connsiteY88" fmla="*/ 3717760 h 6858000"/>
              <a:gd name="connsiteX89" fmla="*/ 5683015 w 6128435"/>
              <a:gd name="connsiteY89" fmla="*/ 3762025 h 6858000"/>
              <a:gd name="connsiteX90" fmla="*/ 5696643 w 6128435"/>
              <a:gd name="connsiteY90" fmla="*/ 3773888 h 6858000"/>
              <a:gd name="connsiteX91" fmla="*/ 5699203 w 6128435"/>
              <a:gd name="connsiteY91" fmla="*/ 3775823 h 6858000"/>
              <a:gd name="connsiteX92" fmla="*/ 5704824 w 6128435"/>
              <a:gd name="connsiteY92" fmla="*/ 3785966 h 6858000"/>
              <a:gd name="connsiteX93" fmla="*/ 5712204 w 6128435"/>
              <a:gd name="connsiteY93" fmla="*/ 3785830 h 6858000"/>
              <a:gd name="connsiteX94" fmla="*/ 5724816 w 6128435"/>
              <a:gd name="connsiteY94" fmla="*/ 3798949 h 6858000"/>
              <a:gd name="connsiteX95" fmla="*/ 5733539 w 6128435"/>
              <a:gd name="connsiteY95" fmla="*/ 3818457 h 6858000"/>
              <a:gd name="connsiteX96" fmla="*/ 5768491 w 6128435"/>
              <a:gd name="connsiteY96" fmla="*/ 3914399 h 6858000"/>
              <a:gd name="connsiteX97" fmla="*/ 5793123 w 6128435"/>
              <a:gd name="connsiteY97" fmla="*/ 3969952 h 6858000"/>
              <a:gd name="connsiteX98" fmla="*/ 5808321 w 6128435"/>
              <a:gd name="connsiteY98" fmla="*/ 3988153 h 6858000"/>
              <a:gd name="connsiteX99" fmla="*/ 5825621 w 6128435"/>
              <a:gd name="connsiteY99" fmla="*/ 4015525 h 6858000"/>
              <a:gd name="connsiteX100" fmla="*/ 5860672 w 6128435"/>
              <a:gd name="connsiteY100" fmla="*/ 4061579 h 6858000"/>
              <a:gd name="connsiteX101" fmla="*/ 5872173 w 6128435"/>
              <a:gd name="connsiteY101" fmla="*/ 4088497 h 6858000"/>
              <a:gd name="connsiteX102" fmla="*/ 5883705 w 6128435"/>
              <a:gd name="connsiteY102" fmla="*/ 4101899 h 6858000"/>
              <a:gd name="connsiteX103" fmla="*/ 5885314 w 6128435"/>
              <a:gd name="connsiteY103" fmla="*/ 4108387 h 6858000"/>
              <a:gd name="connsiteX104" fmla="*/ 5894095 w 6128435"/>
              <a:gd name="connsiteY104" fmla="*/ 4128857 h 6858000"/>
              <a:gd name="connsiteX105" fmla="*/ 5898339 w 6128435"/>
              <a:gd name="connsiteY105" fmla="*/ 4140800 h 6858000"/>
              <a:gd name="connsiteX106" fmla="*/ 5899734 w 6128435"/>
              <a:gd name="connsiteY106" fmla="*/ 4145632 h 6858000"/>
              <a:gd name="connsiteX107" fmla="*/ 5897098 w 6128435"/>
              <a:gd name="connsiteY107" fmla="*/ 4157819 h 6858000"/>
              <a:gd name="connsiteX108" fmla="*/ 5903513 w 6128435"/>
              <a:gd name="connsiteY108" fmla="*/ 4187661 h 6858000"/>
              <a:gd name="connsiteX109" fmla="*/ 5917114 w 6128435"/>
              <a:gd name="connsiteY109" fmla="*/ 4213096 h 6858000"/>
              <a:gd name="connsiteX110" fmla="*/ 5921153 w 6128435"/>
              <a:gd name="connsiteY110" fmla="*/ 4236222 h 6858000"/>
              <a:gd name="connsiteX111" fmla="*/ 5924233 w 6128435"/>
              <a:gd name="connsiteY111" fmla="*/ 4242060 h 6858000"/>
              <a:gd name="connsiteX112" fmla="*/ 5928910 w 6128435"/>
              <a:gd name="connsiteY112" fmla="*/ 4300973 h 6858000"/>
              <a:gd name="connsiteX113" fmla="*/ 5939320 w 6128435"/>
              <a:gd name="connsiteY113" fmla="*/ 4340435 h 6858000"/>
              <a:gd name="connsiteX114" fmla="*/ 5946705 w 6128435"/>
              <a:gd name="connsiteY114" fmla="*/ 4428051 h 6858000"/>
              <a:gd name="connsiteX115" fmla="*/ 5949261 w 6128435"/>
              <a:gd name="connsiteY115" fmla="*/ 4449185 h 6858000"/>
              <a:gd name="connsiteX116" fmla="*/ 5957504 w 6128435"/>
              <a:gd name="connsiteY116" fmla="*/ 4465911 h 6858000"/>
              <a:gd name="connsiteX117" fmla="*/ 5964689 w 6128435"/>
              <a:gd name="connsiteY117" fmla="*/ 4468532 h 6858000"/>
              <a:gd name="connsiteX118" fmla="*/ 5967062 w 6128435"/>
              <a:gd name="connsiteY118" fmla="*/ 4479923 h 6858000"/>
              <a:gd name="connsiteX119" fmla="*/ 5968960 w 6128435"/>
              <a:gd name="connsiteY119" fmla="*/ 4482655 h 6858000"/>
              <a:gd name="connsiteX120" fmla="*/ 5978567 w 6128435"/>
              <a:gd name="connsiteY120" fmla="*/ 4498605 h 6858000"/>
              <a:gd name="connsiteX121" fmla="*/ 5980106 w 6128435"/>
              <a:gd name="connsiteY121" fmla="*/ 4585087 h 6858000"/>
              <a:gd name="connsiteX122" fmla="*/ 5998138 w 6128435"/>
              <a:gd name="connsiteY122" fmla="*/ 4697518 h 6858000"/>
              <a:gd name="connsiteX123" fmla="*/ 6013516 w 6128435"/>
              <a:gd name="connsiteY123" fmla="*/ 4786619 h 6858000"/>
              <a:gd name="connsiteX124" fmla="*/ 6025404 w 6128435"/>
              <a:gd name="connsiteY124" fmla="*/ 4858148 h 6858000"/>
              <a:gd name="connsiteX125" fmla="*/ 6007749 w 6128435"/>
              <a:gd name="connsiteY125" fmla="*/ 4964715 h 6858000"/>
              <a:gd name="connsiteX126" fmla="*/ 6005269 w 6128435"/>
              <a:gd name="connsiteY126" fmla="*/ 5150567 h 6858000"/>
              <a:gd name="connsiteX127" fmla="*/ 6001127 w 6128435"/>
              <a:gd name="connsiteY127" fmla="*/ 5164609 h 6858000"/>
              <a:gd name="connsiteX128" fmla="*/ 5996647 w 6128435"/>
              <a:gd name="connsiteY128" fmla="*/ 5185640 h 6858000"/>
              <a:gd name="connsiteX129" fmla="*/ 5998514 w 6128435"/>
              <a:gd name="connsiteY129" fmla="*/ 5189673 h 6858000"/>
              <a:gd name="connsiteX130" fmla="*/ 5995970 w 6128435"/>
              <a:gd name="connsiteY130" fmla="*/ 5221547 h 6858000"/>
              <a:gd name="connsiteX131" fmla="*/ 5997218 w 6128435"/>
              <a:gd name="connsiteY131" fmla="*/ 5222031 h 6858000"/>
              <a:gd name="connsiteX132" fmla="*/ 6002116 w 6128435"/>
              <a:gd name="connsiteY132" fmla="*/ 5231223 h 6858000"/>
              <a:gd name="connsiteX133" fmla="*/ 6008541 w 6128435"/>
              <a:gd name="connsiteY133" fmla="*/ 5248680 h 6858000"/>
              <a:gd name="connsiteX134" fmla="*/ 6039260 w 6128435"/>
              <a:gd name="connsiteY134" fmla="*/ 5289518 h 6858000"/>
              <a:gd name="connsiteX135" fmla="*/ 6036748 w 6128435"/>
              <a:gd name="connsiteY135" fmla="*/ 5322752 h 6858000"/>
              <a:gd name="connsiteX136" fmla="*/ 6036943 w 6128435"/>
              <a:gd name="connsiteY136" fmla="*/ 5329480 h 6858000"/>
              <a:gd name="connsiteX137" fmla="*/ 6037236 w 6128435"/>
              <a:gd name="connsiteY137" fmla="*/ 5329634 h 6858000"/>
              <a:gd name="connsiteX138" fmla="*/ 6038019 w 6128435"/>
              <a:gd name="connsiteY138" fmla="*/ 5336764 h 6858000"/>
              <a:gd name="connsiteX139" fmla="*/ 6037298 w 6128435"/>
              <a:gd name="connsiteY139" fmla="*/ 5341753 h 6858000"/>
              <a:gd name="connsiteX140" fmla="*/ 6037677 w 6128435"/>
              <a:gd name="connsiteY140" fmla="*/ 5354807 h 6858000"/>
              <a:gd name="connsiteX141" fmla="*/ 6039728 w 6128435"/>
              <a:gd name="connsiteY141" fmla="*/ 5359416 h 6858000"/>
              <a:gd name="connsiteX142" fmla="*/ 6043311 w 6128435"/>
              <a:gd name="connsiteY142" fmla="*/ 5361407 h 6858000"/>
              <a:gd name="connsiteX143" fmla="*/ 6042954 w 6128435"/>
              <a:gd name="connsiteY143" fmla="*/ 5362576 h 6858000"/>
              <a:gd name="connsiteX144" fmla="*/ 6053435 w 6128435"/>
              <a:gd name="connsiteY144" fmla="*/ 5387547 h 6858000"/>
              <a:gd name="connsiteX145" fmla="*/ 6065933 w 6128435"/>
              <a:gd name="connsiteY145" fmla="*/ 5443002 h 6858000"/>
              <a:gd name="connsiteX146" fmla="*/ 6068640 w 6128435"/>
              <a:gd name="connsiteY146" fmla="*/ 5474503 h 6858000"/>
              <a:gd name="connsiteX147" fmla="*/ 6080922 w 6128435"/>
              <a:gd name="connsiteY147" fmla="*/ 5561070 h 6858000"/>
              <a:gd name="connsiteX148" fmla="*/ 6096949 w 6128435"/>
              <a:gd name="connsiteY148" fmla="*/ 5648179 h 6858000"/>
              <a:gd name="connsiteX149" fmla="*/ 6125703 w 6128435"/>
              <a:gd name="connsiteY149" fmla="*/ 5692894 h 6858000"/>
              <a:gd name="connsiteX150" fmla="*/ 6126670 w 6128435"/>
              <a:gd name="connsiteY150" fmla="*/ 5697882 h 6858000"/>
              <a:gd name="connsiteX151" fmla="*/ 6124061 w 6128435"/>
              <a:gd name="connsiteY151" fmla="*/ 5710294 h 6858000"/>
              <a:gd name="connsiteX152" fmla="*/ 6122213 w 6128435"/>
              <a:gd name="connsiteY152" fmla="*/ 5714762 h 6858000"/>
              <a:gd name="connsiteX153" fmla="*/ 6121353 w 6128435"/>
              <a:gd name="connsiteY153" fmla="*/ 5721725 h 6858000"/>
              <a:gd name="connsiteX154" fmla="*/ 6121607 w 6128435"/>
              <a:gd name="connsiteY154" fmla="*/ 5721959 h 6858000"/>
              <a:gd name="connsiteX155" fmla="*/ 6120262 w 6128435"/>
              <a:gd name="connsiteY155" fmla="*/ 5728358 h 6858000"/>
              <a:gd name="connsiteX156" fmla="*/ 6110194 w 6128435"/>
              <a:gd name="connsiteY156" fmla="*/ 5758853 h 6858000"/>
              <a:gd name="connsiteX157" fmla="*/ 6127519 w 6128435"/>
              <a:gd name="connsiteY157" fmla="*/ 5865775 h 6858000"/>
              <a:gd name="connsiteX158" fmla="*/ 6128435 w 6128435"/>
              <a:gd name="connsiteY158" fmla="*/ 5870164 h 6858000"/>
              <a:gd name="connsiteX159" fmla="*/ 6119217 w 6128435"/>
              <a:gd name="connsiteY159" fmla="*/ 5888542 h 6858000"/>
              <a:gd name="connsiteX160" fmla="*/ 6115966 w 6128435"/>
              <a:gd name="connsiteY160" fmla="*/ 5898387 h 6858000"/>
              <a:gd name="connsiteX161" fmla="*/ 6111924 w 6128435"/>
              <a:gd name="connsiteY161" fmla="*/ 5900444 h 6858000"/>
              <a:gd name="connsiteX162" fmla="*/ 6108716 w 6128435"/>
              <a:gd name="connsiteY162" fmla="*/ 5915345 h 6858000"/>
              <a:gd name="connsiteX163" fmla="*/ 6109524 w 6128435"/>
              <a:gd name="connsiteY163" fmla="*/ 5917328 h 6858000"/>
              <a:gd name="connsiteX164" fmla="*/ 6102493 w 6128435"/>
              <a:gd name="connsiteY164" fmla="*/ 5928602 h 6858000"/>
              <a:gd name="connsiteX165" fmla="*/ 6056863 w 6128435"/>
              <a:gd name="connsiteY165" fmla="*/ 6000643 h 6858000"/>
              <a:gd name="connsiteX166" fmla="*/ 6045436 w 6128435"/>
              <a:gd name="connsiteY166" fmla="*/ 6124480 h 6858000"/>
              <a:gd name="connsiteX167" fmla="*/ 6030489 w 6128435"/>
              <a:gd name="connsiteY167" fmla="*/ 6317666 h 6858000"/>
              <a:gd name="connsiteX168" fmla="*/ 6007492 w 6128435"/>
              <a:gd name="connsiteY168" fmla="*/ 6440818 h 6858000"/>
              <a:gd name="connsiteX169" fmla="*/ 6009467 w 6128435"/>
              <a:gd name="connsiteY169" fmla="*/ 6487076 h 6858000"/>
              <a:gd name="connsiteX170" fmla="*/ 5995064 w 6128435"/>
              <a:gd name="connsiteY170" fmla="*/ 6540791 h 6858000"/>
              <a:gd name="connsiteX171" fmla="*/ 5996309 w 6128435"/>
              <a:gd name="connsiteY171" fmla="*/ 6543961 h 6858000"/>
              <a:gd name="connsiteX172" fmla="*/ 5996048 w 6128435"/>
              <a:gd name="connsiteY172" fmla="*/ 6555444 h 6858000"/>
              <a:gd name="connsiteX173" fmla="*/ 6002524 w 6128435"/>
              <a:gd name="connsiteY173" fmla="*/ 6560188 h 6858000"/>
              <a:gd name="connsiteX174" fmla="*/ 6006823 w 6128435"/>
              <a:gd name="connsiteY174" fmla="*/ 6578546 h 6858000"/>
              <a:gd name="connsiteX175" fmla="*/ 6004510 w 6128435"/>
              <a:gd name="connsiteY175" fmla="*/ 6599256 h 6858000"/>
              <a:gd name="connsiteX176" fmla="*/ 5986207 w 6128435"/>
              <a:gd name="connsiteY176" fmla="*/ 6695855 h 6858000"/>
              <a:gd name="connsiteX177" fmla="*/ 5979428 w 6128435"/>
              <a:gd name="connsiteY177" fmla="*/ 6754678 h 6858000"/>
              <a:gd name="connsiteX178" fmla="*/ 5983398 w 6128435"/>
              <a:gd name="connsiteY178" fmla="*/ 6778641 h 6858000"/>
              <a:gd name="connsiteX179" fmla="*/ 5984543 w 6128435"/>
              <a:gd name="connsiteY179" fmla="*/ 6811016 h 6858000"/>
              <a:gd name="connsiteX180" fmla="*/ 5981802 w 6128435"/>
              <a:gd name="connsiteY180" fmla="*/ 6838578 h 6858000"/>
              <a:gd name="connsiteX181" fmla="*/ 5979671 w 6128435"/>
              <a:gd name="connsiteY181" fmla="*/ 6858000 h 6858000"/>
              <a:gd name="connsiteX182" fmla="*/ 0 w 6128435"/>
              <a:gd name="connsiteY182" fmla="*/ 6858000 h 6858000"/>
              <a:gd name="connsiteX183" fmla="*/ 0 w 6128435"/>
              <a:gd name="connsiteY18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50095 w 6128435"/>
              <a:gd name="connsiteY32" fmla="*/ 1655519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6175 w 6128435"/>
              <a:gd name="connsiteY49" fmla="*/ 2407515 h 6858000"/>
              <a:gd name="connsiteX50" fmla="*/ 5271650 w 6128435"/>
              <a:gd name="connsiteY50" fmla="*/ 2440467 h 6858000"/>
              <a:gd name="connsiteX51" fmla="*/ 5271438 w 6128435"/>
              <a:gd name="connsiteY51" fmla="*/ 2447186 h 6858000"/>
              <a:gd name="connsiteX52" fmla="*/ 5271722 w 6128435"/>
              <a:gd name="connsiteY52" fmla="*/ 2447359 h 6858000"/>
              <a:gd name="connsiteX53" fmla="*/ 5272069 w 6128435"/>
              <a:gd name="connsiteY53" fmla="*/ 2454523 h 6858000"/>
              <a:gd name="connsiteX54" fmla="*/ 5271049 w 6128435"/>
              <a:gd name="connsiteY54" fmla="*/ 2459442 h 6858000"/>
              <a:gd name="connsiteX55" fmla="*/ 5270636 w 6128435"/>
              <a:gd name="connsiteY55" fmla="*/ 2472481 h 6858000"/>
              <a:gd name="connsiteX56" fmla="*/ 5272406 w 6128435"/>
              <a:gd name="connsiteY56" fmla="*/ 2477221 h 6858000"/>
              <a:gd name="connsiteX57" fmla="*/ 5307538 w 6128435"/>
              <a:gd name="connsiteY57" fmla="*/ 2514685 h 6858000"/>
              <a:gd name="connsiteX58" fmla="*/ 5337604 w 6128435"/>
              <a:gd name="connsiteY58" fmla="*/ 2597632 h 6858000"/>
              <a:gd name="connsiteX59" fmla="*/ 5407503 w 6128435"/>
              <a:gd name="connsiteY59" fmla="*/ 2786290 h 6858000"/>
              <a:gd name="connsiteX60" fmla="*/ 5407356 w 6128435"/>
              <a:gd name="connsiteY60" fmla="*/ 2787545 h 6858000"/>
              <a:gd name="connsiteX61" fmla="*/ 5411130 w 6128435"/>
              <a:gd name="connsiteY61" fmla="*/ 2788640 h 6858000"/>
              <a:gd name="connsiteX62" fmla="*/ 5416439 w 6128435"/>
              <a:gd name="connsiteY62" fmla="*/ 2805666 h 6858000"/>
              <a:gd name="connsiteX63" fmla="*/ 5416589 w 6128435"/>
              <a:gd name="connsiteY63" fmla="*/ 2810822 h 6858000"/>
              <a:gd name="connsiteX64" fmla="*/ 5418542 w 6128435"/>
              <a:gd name="connsiteY64" fmla="*/ 2817745 h 6858000"/>
              <a:gd name="connsiteX65" fmla="*/ 5418847 w 6128435"/>
              <a:gd name="connsiteY65" fmla="*/ 2817825 h 6858000"/>
              <a:gd name="connsiteX66" fmla="*/ 5423364 w 6128435"/>
              <a:gd name="connsiteY66" fmla="*/ 2858292 h 6858000"/>
              <a:gd name="connsiteX67" fmla="*/ 5479298 w 6128435"/>
              <a:gd name="connsiteY67" fmla="*/ 2947791 h 6858000"/>
              <a:gd name="connsiteX68" fmla="*/ 5481770 w 6128435"/>
              <a:gd name="connsiteY68" fmla="*/ 2951352 h 6858000"/>
              <a:gd name="connsiteX69" fmla="*/ 5481013 w 6128435"/>
              <a:gd name="connsiteY69" fmla="*/ 2973461 h 6858000"/>
              <a:gd name="connsiteX70" fmla="*/ 5482045 w 6128435"/>
              <a:gd name="connsiteY70" fmla="*/ 2984371 h 6858000"/>
              <a:gd name="connsiteX71" fmla="*/ 5479405 w 6128435"/>
              <a:gd name="connsiteY71" fmla="*/ 2988507 h 6858000"/>
              <a:gd name="connsiteX72" fmla="*/ 5482415 w 6128435"/>
              <a:gd name="connsiteY72" fmla="*/ 3004079 h 6858000"/>
              <a:gd name="connsiteX73" fmla="*/ 5483865 w 6128435"/>
              <a:gd name="connsiteY73" fmla="*/ 3005467 h 6858000"/>
              <a:gd name="connsiteX74" fmla="*/ 5482236 w 6128435"/>
              <a:gd name="connsiteY74" fmla="*/ 3019791 h 6858000"/>
              <a:gd name="connsiteX75" fmla="*/ 5475895 w 6128435"/>
              <a:gd name="connsiteY75" fmla="*/ 3033578 h 6858000"/>
              <a:gd name="connsiteX76" fmla="*/ 5477595 w 6128435"/>
              <a:gd name="connsiteY76" fmla="*/ 3250534 h 6858000"/>
              <a:gd name="connsiteX77" fmla="*/ 5532836 w 6128435"/>
              <a:gd name="connsiteY77" fmla="*/ 3353840 h 6858000"/>
              <a:gd name="connsiteX78" fmla="*/ 5561229 w 6128435"/>
              <a:gd name="connsiteY78" fmla="*/ 3395784 h 6858000"/>
              <a:gd name="connsiteX79" fmla="*/ 5589758 w 6128435"/>
              <a:gd name="connsiteY79" fmla="*/ 3506453 h 6858000"/>
              <a:gd name="connsiteX80" fmla="*/ 5596144 w 6128435"/>
              <a:gd name="connsiteY80" fmla="*/ 3534624 h 6858000"/>
              <a:gd name="connsiteX81" fmla="*/ 5597750 w 6128435"/>
              <a:gd name="connsiteY81" fmla="*/ 3534129 h 6858000"/>
              <a:gd name="connsiteX82" fmla="*/ 5599700 w 6128435"/>
              <a:gd name="connsiteY82" fmla="*/ 3547221 h 6858000"/>
              <a:gd name="connsiteX83" fmla="*/ 5615031 w 6128435"/>
              <a:gd name="connsiteY83" fmla="*/ 3557482 h 6858000"/>
              <a:gd name="connsiteX84" fmla="*/ 5618377 w 6128435"/>
              <a:gd name="connsiteY84" fmla="*/ 3588431 h 6858000"/>
              <a:gd name="connsiteX85" fmla="*/ 5612155 w 6128435"/>
              <a:gd name="connsiteY85" fmla="*/ 3589869 h 6858000"/>
              <a:gd name="connsiteX86" fmla="*/ 5620843 w 6128435"/>
              <a:gd name="connsiteY86" fmla="*/ 3606745 h 6858000"/>
              <a:gd name="connsiteX87" fmla="*/ 5655472 w 6128435"/>
              <a:gd name="connsiteY87" fmla="*/ 3678877 h 6858000"/>
              <a:gd name="connsiteX88" fmla="*/ 5680448 w 6128435"/>
              <a:gd name="connsiteY88" fmla="*/ 3717760 h 6858000"/>
              <a:gd name="connsiteX89" fmla="*/ 5683015 w 6128435"/>
              <a:gd name="connsiteY89" fmla="*/ 3762025 h 6858000"/>
              <a:gd name="connsiteX90" fmla="*/ 5696643 w 6128435"/>
              <a:gd name="connsiteY90" fmla="*/ 3773888 h 6858000"/>
              <a:gd name="connsiteX91" fmla="*/ 5699203 w 6128435"/>
              <a:gd name="connsiteY91" fmla="*/ 3775823 h 6858000"/>
              <a:gd name="connsiteX92" fmla="*/ 5704824 w 6128435"/>
              <a:gd name="connsiteY92" fmla="*/ 3785966 h 6858000"/>
              <a:gd name="connsiteX93" fmla="*/ 5712204 w 6128435"/>
              <a:gd name="connsiteY93" fmla="*/ 3785830 h 6858000"/>
              <a:gd name="connsiteX94" fmla="*/ 5724816 w 6128435"/>
              <a:gd name="connsiteY94" fmla="*/ 3798949 h 6858000"/>
              <a:gd name="connsiteX95" fmla="*/ 5733539 w 6128435"/>
              <a:gd name="connsiteY95" fmla="*/ 3818457 h 6858000"/>
              <a:gd name="connsiteX96" fmla="*/ 5768491 w 6128435"/>
              <a:gd name="connsiteY96" fmla="*/ 3914399 h 6858000"/>
              <a:gd name="connsiteX97" fmla="*/ 5793123 w 6128435"/>
              <a:gd name="connsiteY97" fmla="*/ 3969952 h 6858000"/>
              <a:gd name="connsiteX98" fmla="*/ 5808321 w 6128435"/>
              <a:gd name="connsiteY98" fmla="*/ 3988153 h 6858000"/>
              <a:gd name="connsiteX99" fmla="*/ 5825621 w 6128435"/>
              <a:gd name="connsiteY99" fmla="*/ 4015525 h 6858000"/>
              <a:gd name="connsiteX100" fmla="*/ 5860672 w 6128435"/>
              <a:gd name="connsiteY100" fmla="*/ 4061579 h 6858000"/>
              <a:gd name="connsiteX101" fmla="*/ 5872173 w 6128435"/>
              <a:gd name="connsiteY101" fmla="*/ 4088497 h 6858000"/>
              <a:gd name="connsiteX102" fmla="*/ 5883705 w 6128435"/>
              <a:gd name="connsiteY102" fmla="*/ 4101899 h 6858000"/>
              <a:gd name="connsiteX103" fmla="*/ 5885314 w 6128435"/>
              <a:gd name="connsiteY103" fmla="*/ 4108387 h 6858000"/>
              <a:gd name="connsiteX104" fmla="*/ 5894095 w 6128435"/>
              <a:gd name="connsiteY104" fmla="*/ 4128857 h 6858000"/>
              <a:gd name="connsiteX105" fmla="*/ 5898339 w 6128435"/>
              <a:gd name="connsiteY105" fmla="*/ 4140800 h 6858000"/>
              <a:gd name="connsiteX106" fmla="*/ 5899734 w 6128435"/>
              <a:gd name="connsiteY106" fmla="*/ 4145632 h 6858000"/>
              <a:gd name="connsiteX107" fmla="*/ 5897098 w 6128435"/>
              <a:gd name="connsiteY107" fmla="*/ 4157819 h 6858000"/>
              <a:gd name="connsiteX108" fmla="*/ 5903513 w 6128435"/>
              <a:gd name="connsiteY108" fmla="*/ 4187661 h 6858000"/>
              <a:gd name="connsiteX109" fmla="*/ 5917114 w 6128435"/>
              <a:gd name="connsiteY109" fmla="*/ 4213096 h 6858000"/>
              <a:gd name="connsiteX110" fmla="*/ 5921153 w 6128435"/>
              <a:gd name="connsiteY110" fmla="*/ 4236222 h 6858000"/>
              <a:gd name="connsiteX111" fmla="*/ 5924233 w 6128435"/>
              <a:gd name="connsiteY111" fmla="*/ 4242060 h 6858000"/>
              <a:gd name="connsiteX112" fmla="*/ 5928910 w 6128435"/>
              <a:gd name="connsiteY112" fmla="*/ 4300973 h 6858000"/>
              <a:gd name="connsiteX113" fmla="*/ 5939320 w 6128435"/>
              <a:gd name="connsiteY113" fmla="*/ 4340435 h 6858000"/>
              <a:gd name="connsiteX114" fmla="*/ 5946705 w 6128435"/>
              <a:gd name="connsiteY114" fmla="*/ 4428051 h 6858000"/>
              <a:gd name="connsiteX115" fmla="*/ 5949261 w 6128435"/>
              <a:gd name="connsiteY115" fmla="*/ 4449185 h 6858000"/>
              <a:gd name="connsiteX116" fmla="*/ 5957504 w 6128435"/>
              <a:gd name="connsiteY116" fmla="*/ 4465911 h 6858000"/>
              <a:gd name="connsiteX117" fmla="*/ 5964689 w 6128435"/>
              <a:gd name="connsiteY117" fmla="*/ 4468532 h 6858000"/>
              <a:gd name="connsiteX118" fmla="*/ 5967062 w 6128435"/>
              <a:gd name="connsiteY118" fmla="*/ 4479923 h 6858000"/>
              <a:gd name="connsiteX119" fmla="*/ 5968960 w 6128435"/>
              <a:gd name="connsiteY119" fmla="*/ 4482655 h 6858000"/>
              <a:gd name="connsiteX120" fmla="*/ 5978567 w 6128435"/>
              <a:gd name="connsiteY120" fmla="*/ 4498605 h 6858000"/>
              <a:gd name="connsiteX121" fmla="*/ 5980106 w 6128435"/>
              <a:gd name="connsiteY121" fmla="*/ 4585087 h 6858000"/>
              <a:gd name="connsiteX122" fmla="*/ 5998138 w 6128435"/>
              <a:gd name="connsiteY122" fmla="*/ 4697518 h 6858000"/>
              <a:gd name="connsiteX123" fmla="*/ 6013516 w 6128435"/>
              <a:gd name="connsiteY123" fmla="*/ 4786619 h 6858000"/>
              <a:gd name="connsiteX124" fmla="*/ 6025404 w 6128435"/>
              <a:gd name="connsiteY124" fmla="*/ 4858148 h 6858000"/>
              <a:gd name="connsiteX125" fmla="*/ 6007749 w 6128435"/>
              <a:gd name="connsiteY125" fmla="*/ 4964715 h 6858000"/>
              <a:gd name="connsiteX126" fmla="*/ 6005269 w 6128435"/>
              <a:gd name="connsiteY126" fmla="*/ 5150567 h 6858000"/>
              <a:gd name="connsiteX127" fmla="*/ 6001127 w 6128435"/>
              <a:gd name="connsiteY127" fmla="*/ 5164609 h 6858000"/>
              <a:gd name="connsiteX128" fmla="*/ 5996647 w 6128435"/>
              <a:gd name="connsiteY128" fmla="*/ 5185640 h 6858000"/>
              <a:gd name="connsiteX129" fmla="*/ 5998514 w 6128435"/>
              <a:gd name="connsiteY129" fmla="*/ 5189673 h 6858000"/>
              <a:gd name="connsiteX130" fmla="*/ 5995970 w 6128435"/>
              <a:gd name="connsiteY130" fmla="*/ 5221547 h 6858000"/>
              <a:gd name="connsiteX131" fmla="*/ 5997218 w 6128435"/>
              <a:gd name="connsiteY131" fmla="*/ 5222031 h 6858000"/>
              <a:gd name="connsiteX132" fmla="*/ 6002116 w 6128435"/>
              <a:gd name="connsiteY132" fmla="*/ 5231223 h 6858000"/>
              <a:gd name="connsiteX133" fmla="*/ 6008541 w 6128435"/>
              <a:gd name="connsiteY133" fmla="*/ 5248680 h 6858000"/>
              <a:gd name="connsiteX134" fmla="*/ 6039260 w 6128435"/>
              <a:gd name="connsiteY134" fmla="*/ 5289518 h 6858000"/>
              <a:gd name="connsiteX135" fmla="*/ 6036748 w 6128435"/>
              <a:gd name="connsiteY135" fmla="*/ 5322752 h 6858000"/>
              <a:gd name="connsiteX136" fmla="*/ 6036943 w 6128435"/>
              <a:gd name="connsiteY136" fmla="*/ 5329480 h 6858000"/>
              <a:gd name="connsiteX137" fmla="*/ 6037236 w 6128435"/>
              <a:gd name="connsiteY137" fmla="*/ 5329634 h 6858000"/>
              <a:gd name="connsiteX138" fmla="*/ 6038019 w 6128435"/>
              <a:gd name="connsiteY138" fmla="*/ 5336764 h 6858000"/>
              <a:gd name="connsiteX139" fmla="*/ 6037298 w 6128435"/>
              <a:gd name="connsiteY139" fmla="*/ 5341753 h 6858000"/>
              <a:gd name="connsiteX140" fmla="*/ 6037677 w 6128435"/>
              <a:gd name="connsiteY140" fmla="*/ 5354807 h 6858000"/>
              <a:gd name="connsiteX141" fmla="*/ 6039728 w 6128435"/>
              <a:gd name="connsiteY141" fmla="*/ 5359416 h 6858000"/>
              <a:gd name="connsiteX142" fmla="*/ 6043311 w 6128435"/>
              <a:gd name="connsiteY142" fmla="*/ 5361407 h 6858000"/>
              <a:gd name="connsiteX143" fmla="*/ 6042954 w 6128435"/>
              <a:gd name="connsiteY143" fmla="*/ 5362576 h 6858000"/>
              <a:gd name="connsiteX144" fmla="*/ 6053435 w 6128435"/>
              <a:gd name="connsiteY144" fmla="*/ 5387547 h 6858000"/>
              <a:gd name="connsiteX145" fmla="*/ 6065933 w 6128435"/>
              <a:gd name="connsiteY145" fmla="*/ 5443002 h 6858000"/>
              <a:gd name="connsiteX146" fmla="*/ 6068640 w 6128435"/>
              <a:gd name="connsiteY146" fmla="*/ 5474503 h 6858000"/>
              <a:gd name="connsiteX147" fmla="*/ 6080922 w 6128435"/>
              <a:gd name="connsiteY147" fmla="*/ 5561070 h 6858000"/>
              <a:gd name="connsiteX148" fmla="*/ 6096949 w 6128435"/>
              <a:gd name="connsiteY148" fmla="*/ 5648179 h 6858000"/>
              <a:gd name="connsiteX149" fmla="*/ 6125703 w 6128435"/>
              <a:gd name="connsiteY149" fmla="*/ 5692894 h 6858000"/>
              <a:gd name="connsiteX150" fmla="*/ 6126670 w 6128435"/>
              <a:gd name="connsiteY150" fmla="*/ 5697882 h 6858000"/>
              <a:gd name="connsiteX151" fmla="*/ 6124061 w 6128435"/>
              <a:gd name="connsiteY151" fmla="*/ 5710294 h 6858000"/>
              <a:gd name="connsiteX152" fmla="*/ 6122213 w 6128435"/>
              <a:gd name="connsiteY152" fmla="*/ 5714762 h 6858000"/>
              <a:gd name="connsiteX153" fmla="*/ 6121353 w 6128435"/>
              <a:gd name="connsiteY153" fmla="*/ 5721725 h 6858000"/>
              <a:gd name="connsiteX154" fmla="*/ 6121607 w 6128435"/>
              <a:gd name="connsiteY154" fmla="*/ 5721959 h 6858000"/>
              <a:gd name="connsiteX155" fmla="*/ 6120262 w 6128435"/>
              <a:gd name="connsiteY155" fmla="*/ 5728358 h 6858000"/>
              <a:gd name="connsiteX156" fmla="*/ 6110194 w 6128435"/>
              <a:gd name="connsiteY156" fmla="*/ 5758853 h 6858000"/>
              <a:gd name="connsiteX157" fmla="*/ 6127519 w 6128435"/>
              <a:gd name="connsiteY157" fmla="*/ 5865775 h 6858000"/>
              <a:gd name="connsiteX158" fmla="*/ 6128435 w 6128435"/>
              <a:gd name="connsiteY158" fmla="*/ 5870164 h 6858000"/>
              <a:gd name="connsiteX159" fmla="*/ 6119217 w 6128435"/>
              <a:gd name="connsiteY159" fmla="*/ 5888542 h 6858000"/>
              <a:gd name="connsiteX160" fmla="*/ 6115966 w 6128435"/>
              <a:gd name="connsiteY160" fmla="*/ 5898387 h 6858000"/>
              <a:gd name="connsiteX161" fmla="*/ 6111924 w 6128435"/>
              <a:gd name="connsiteY161" fmla="*/ 5900444 h 6858000"/>
              <a:gd name="connsiteX162" fmla="*/ 6108716 w 6128435"/>
              <a:gd name="connsiteY162" fmla="*/ 5915345 h 6858000"/>
              <a:gd name="connsiteX163" fmla="*/ 6109524 w 6128435"/>
              <a:gd name="connsiteY163" fmla="*/ 5917328 h 6858000"/>
              <a:gd name="connsiteX164" fmla="*/ 6102493 w 6128435"/>
              <a:gd name="connsiteY164" fmla="*/ 5928602 h 6858000"/>
              <a:gd name="connsiteX165" fmla="*/ 6056863 w 6128435"/>
              <a:gd name="connsiteY165" fmla="*/ 6000643 h 6858000"/>
              <a:gd name="connsiteX166" fmla="*/ 6045436 w 6128435"/>
              <a:gd name="connsiteY166" fmla="*/ 6124480 h 6858000"/>
              <a:gd name="connsiteX167" fmla="*/ 6030489 w 6128435"/>
              <a:gd name="connsiteY167" fmla="*/ 6317666 h 6858000"/>
              <a:gd name="connsiteX168" fmla="*/ 6007492 w 6128435"/>
              <a:gd name="connsiteY168" fmla="*/ 6440818 h 6858000"/>
              <a:gd name="connsiteX169" fmla="*/ 6009467 w 6128435"/>
              <a:gd name="connsiteY169" fmla="*/ 6487076 h 6858000"/>
              <a:gd name="connsiteX170" fmla="*/ 5995064 w 6128435"/>
              <a:gd name="connsiteY170" fmla="*/ 6540791 h 6858000"/>
              <a:gd name="connsiteX171" fmla="*/ 5996309 w 6128435"/>
              <a:gd name="connsiteY171" fmla="*/ 6543961 h 6858000"/>
              <a:gd name="connsiteX172" fmla="*/ 5996048 w 6128435"/>
              <a:gd name="connsiteY172" fmla="*/ 6555444 h 6858000"/>
              <a:gd name="connsiteX173" fmla="*/ 6002524 w 6128435"/>
              <a:gd name="connsiteY173" fmla="*/ 6560188 h 6858000"/>
              <a:gd name="connsiteX174" fmla="*/ 6006823 w 6128435"/>
              <a:gd name="connsiteY174" fmla="*/ 6578546 h 6858000"/>
              <a:gd name="connsiteX175" fmla="*/ 6004510 w 6128435"/>
              <a:gd name="connsiteY175" fmla="*/ 6599256 h 6858000"/>
              <a:gd name="connsiteX176" fmla="*/ 5986207 w 6128435"/>
              <a:gd name="connsiteY176" fmla="*/ 6695855 h 6858000"/>
              <a:gd name="connsiteX177" fmla="*/ 5979428 w 6128435"/>
              <a:gd name="connsiteY177" fmla="*/ 6754678 h 6858000"/>
              <a:gd name="connsiteX178" fmla="*/ 5983398 w 6128435"/>
              <a:gd name="connsiteY178" fmla="*/ 6778641 h 6858000"/>
              <a:gd name="connsiteX179" fmla="*/ 5984543 w 6128435"/>
              <a:gd name="connsiteY179" fmla="*/ 6811016 h 6858000"/>
              <a:gd name="connsiteX180" fmla="*/ 5981802 w 6128435"/>
              <a:gd name="connsiteY180" fmla="*/ 6838578 h 6858000"/>
              <a:gd name="connsiteX181" fmla="*/ 5979671 w 6128435"/>
              <a:gd name="connsiteY181" fmla="*/ 6858000 h 6858000"/>
              <a:gd name="connsiteX182" fmla="*/ 0 w 6128435"/>
              <a:gd name="connsiteY182" fmla="*/ 6858000 h 6858000"/>
              <a:gd name="connsiteX183" fmla="*/ 0 w 6128435"/>
              <a:gd name="connsiteY18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14889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6175 w 6128435"/>
              <a:gd name="connsiteY49" fmla="*/ 2407515 h 6858000"/>
              <a:gd name="connsiteX50" fmla="*/ 5271650 w 6128435"/>
              <a:gd name="connsiteY50" fmla="*/ 2440467 h 6858000"/>
              <a:gd name="connsiteX51" fmla="*/ 5271438 w 6128435"/>
              <a:gd name="connsiteY51" fmla="*/ 2447186 h 6858000"/>
              <a:gd name="connsiteX52" fmla="*/ 5271722 w 6128435"/>
              <a:gd name="connsiteY52" fmla="*/ 2447359 h 6858000"/>
              <a:gd name="connsiteX53" fmla="*/ 5272069 w 6128435"/>
              <a:gd name="connsiteY53" fmla="*/ 2454523 h 6858000"/>
              <a:gd name="connsiteX54" fmla="*/ 5271049 w 6128435"/>
              <a:gd name="connsiteY54" fmla="*/ 2459442 h 6858000"/>
              <a:gd name="connsiteX55" fmla="*/ 5270636 w 6128435"/>
              <a:gd name="connsiteY55" fmla="*/ 2472481 h 6858000"/>
              <a:gd name="connsiteX56" fmla="*/ 5272406 w 6128435"/>
              <a:gd name="connsiteY56" fmla="*/ 2477221 h 6858000"/>
              <a:gd name="connsiteX57" fmla="*/ 5307538 w 6128435"/>
              <a:gd name="connsiteY57" fmla="*/ 2514685 h 6858000"/>
              <a:gd name="connsiteX58" fmla="*/ 5337604 w 6128435"/>
              <a:gd name="connsiteY58" fmla="*/ 2597632 h 6858000"/>
              <a:gd name="connsiteX59" fmla="*/ 5407503 w 6128435"/>
              <a:gd name="connsiteY59" fmla="*/ 2786290 h 6858000"/>
              <a:gd name="connsiteX60" fmla="*/ 5407356 w 6128435"/>
              <a:gd name="connsiteY60" fmla="*/ 2787545 h 6858000"/>
              <a:gd name="connsiteX61" fmla="*/ 5411130 w 6128435"/>
              <a:gd name="connsiteY61" fmla="*/ 2788640 h 6858000"/>
              <a:gd name="connsiteX62" fmla="*/ 5416439 w 6128435"/>
              <a:gd name="connsiteY62" fmla="*/ 2805666 h 6858000"/>
              <a:gd name="connsiteX63" fmla="*/ 5416589 w 6128435"/>
              <a:gd name="connsiteY63" fmla="*/ 2810822 h 6858000"/>
              <a:gd name="connsiteX64" fmla="*/ 5418542 w 6128435"/>
              <a:gd name="connsiteY64" fmla="*/ 2817745 h 6858000"/>
              <a:gd name="connsiteX65" fmla="*/ 5418847 w 6128435"/>
              <a:gd name="connsiteY65" fmla="*/ 2817825 h 6858000"/>
              <a:gd name="connsiteX66" fmla="*/ 5423364 w 6128435"/>
              <a:gd name="connsiteY66" fmla="*/ 2858292 h 6858000"/>
              <a:gd name="connsiteX67" fmla="*/ 5479298 w 6128435"/>
              <a:gd name="connsiteY67" fmla="*/ 2947791 h 6858000"/>
              <a:gd name="connsiteX68" fmla="*/ 5481770 w 6128435"/>
              <a:gd name="connsiteY68" fmla="*/ 2951352 h 6858000"/>
              <a:gd name="connsiteX69" fmla="*/ 5481013 w 6128435"/>
              <a:gd name="connsiteY69" fmla="*/ 2973461 h 6858000"/>
              <a:gd name="connsiteX70" fmla="*/ 5482045 w 6128435"/>
              <a:gd name="connsiteY70" fmla="*/ 2984371 h 6858000"/>
              <a:gd name="connsiteX71" fmla="*/ 5479405 w 6128435"/>
              <a:gd name="connsiteY71" fmla="*/ 2988507 h 6858000"/>
              <a:gd name="connsiteX72" fmla="*/ 5482415 w 6128435"/>
              <a:gd name="connsiteY72" fmla="*/ 3004079 h 6858000"/>
              <a:gd name="connsiteX73" fmla="*/ 5483865 w 6128435"/>
              <a:gd name="connsiteY73" fmla="*/ 3005467 h 6858000"/>
              <a:gd name="connsiteX74" fmla="*/ 5482236 w 6128435"/>
              <a:gd name="connsiteY74" fmla="*/ 3019791 h 6858000"/>
              <a:gd name="connsiteX75" fmla="*/ 5475895 w 6128435"/>
              <a:gd name="connsiteY75" fmla="*/ 3033578 h 6858000"/>
              <a:gd name="connsiteX76" fmla="*/ 5477595 w 6128435"/>
              <a:gd name="connsiteY76" fmla="*/ 3250534 h 6858000"/>
              <a:gd name="connsiteX77" fmla="*/ 5532836 w 6128435"/>
              <a:gd name="connsiteY77" fmla="*/ 3353840 h 6858000"/>
              <a:gd name="connsiteX78" fmla="*/ 5561229 w 6128435"/>
              <a:gd name="connsiteY78" fmla="*/ 3395784 h 6858000"/>
              <a:gd name="connsiteX79" fmla="*/ 5589758 w 6128435"/>
              <a:gd name="connsiteY79" fmla="*/ 3506453 h 6858000"/>
              <a:gd name="connsiteX80" fmla="*/ 5596144 w 6128435"/>
              <a:gd name="connsiteY80" fmla="*/ 3534624 h 6858000"/>
              <a:gd name="connsiteX81" fmla="*/ 5597750 w 6128435"/>
              <a:gd name="connsiteY81" fmla="*/ 3534129 h 6858000"/>
              <a:gd name="connsiteX82" fmla="*/ 5599700 w 6128435"/>
              <a:gd name="connsiteY82" fmla="*/ 3547221 h 6858000"/>
              <a:gd name="connsiteX83" fmla="*/ 5615031 w 6128435"/>
              <a:gd name="connsiteY83" fmla="*/ 3557482 h 6858000"/>
              <a:gd name="connsiteX84" fmla="*/ 5618377 w 6128435"/>
              <a:gd name="connsiteY84" fmla="*/ 3588431 h 6858000"/>
              <a:gd name="connsiteX85" fmla="*/ 5612155 w 6128435"/>
              <a:gd name="connsiteY85" fmla="*/ 3589869 h 6858000"/>
              <a:gd name="connsiteX86" fmla="*/ 5620843 w 6128435"/>
              <a:gd name="connsiteY86" fmla="*/ 3606745 h 6858000"/>
              <a:gd name="connsiteX87" fmla="*/ 5655472 w 6128435"/>
              <a:gd name="connsiteY87" fmla="*/ 3678877 h 6858000"/>
              <a:gd name="connsiteX88" fmla="*/ 5680448 w 6128435"/>
              <a:gd name="connsiteY88" fmla="*/ 3717760 h 6858000"/>
              <a:gd name="connsiteX89" fmla="*/ 5683015 w 6128435"/>
              <a:gd name="connsiteY89" fmla="*/ 3762025 h 6858000"/>
              <a:gd name="connsiteX90" fmla="*/ 5696643 w 6128435"/>
              <a:gd name="connsiteY90" fmla="*/ 3773888 h 6858000"/>
              <a:gd name="connsiteX91" fmla="*/ 5699203 w 6128435"/>
              <a:gd name="connsiteY91" fmla="*/ 3775823 h 6858000"/>
              <a:gd name="connsiteX92" fmla="*/ 5704824 w 6128435"/>
              <a:gd name="connsiteY92" fmla="*/ 3785966 h 6858000"/>
              <a:gd name="connsiteX93" fmla="*/ 5712204 w 6128435"/>
              <a:gd name="connsiteY93" fmla="*/ 3785830 h 6858000"/>
              <a:gd name="connsiteX94" fmla="*/ 5724816 w 6128435"/>
              <a:gd name="connsiteY94" fmla="*/ 3798949 h 6858000"/>
              <a:gd name="connsiteX95" fmla="*/ 5733539 w 6128435"/>
              <a:gd name="connsiteY95" fmla="*/ 3818457 h 6858000"/>
              <a:gd name="connsiteX96" fmla="*/ 5768491 w 6128435"/>
              <a:gd name="connsiteY96" fmla="*/ 3914399 h 6858000"/>
              <a:gd name="connsiteX97" fmla="*/ 5793123 w 6128435"/>
              <a:gd name="connsiteY97" fmla="*/ 3969952 h 6858000"/>
              <a:gd name="connsiteX98" fmla="*/ 5808321 w 6128435"/>
              <a:gd name="connsiteY98" fmla="*/ 3988153 h 6858000"/>
              <a:gd name="connsiteX99" fmla="*/ 5825621 w 6128435"/>
              <a:gd name="connsiteY99" fmla="*/ 4015525 h 6858000"/>
              <a:gd name="connsiteX100" fmla="*/ 5860672 w 6128435"/>
              <a:gd name="connsiteY100" fmla="*/ 4061579 h 6858000"/>
              <a:gd name="connsiteX101" fmla="*/ 5872173 w 6128435"/>
              <a:gd name="connsiteY101" fmla="*/ 4088497 h 6858000"/>
              <a:gd name="connsiteX102" fmla="*/ 5883705 w 6128435"/>
              <a:gd name="connsiteY102" fmla="*/ 4101899 h 6858000"/>
              <a:gd name="connsiteX103" fmla="*/ 5885314 w 6128435"/>
              <a:gd name="connsiteY103" fmla="*/ 4108387 h 6858000"/>
              <a:gd name="connsiteX104" fmla="*/ 5894095 w 6128435"/>
              <a:gd name="connsiteY104" fmla="*/ 4128857 h 6858000"/>
              <a:gd name="connsiteX105" fmla="*/ 5898339 w 6128435"/>
              <a:gd name="connsiteY105" fmla="*/ 4140800 h 6858000"/>
              <a:gd name="connsiteX106" fmla="*/ 5899734 w 6128435"/>
              <a:gd name="connsiteY106" fmla="*/ 4145632 h 6858000"/>
              <a:gd name="connsiteX107" fmla="*/ 5897098 w 6128435"/>
              <a:gd name="connsiteY107" fmla="*/ 4157819 h 6858000"/>
              <a:gd name="connsiteX108" fmla="*/ 5903513 w 6128435"/>
              <a:gd name="connsiteY108" fmla="*/ 4187661 h 6858000"/>
              <a:gd name="connsiteX109" fmla="*/ 5917114 w 6128435"/>
              <a:gd name="connsiteY109" fmla="*/ 4213096 h 6858000"/>
              <a:gd name="connsiteX110" fmla="*/ 5921153 w 6128435"/>
              <a:gd name="connsiteY110" fmla="*/ 4236222 h 6858000"/>
              <a:gd name="connsiteX111" fmla="*/ 5924233 w 6128435"/>
              <a:gd name="connsiteY111" fmla="*/ 4242060 h 6858000"/>
              <a:gd name="connsiteX112" fmla="*/ 5928910 w 6128435"/>
              <a:gd name="connsiteY112" fmla="*/ 4300973 h 6858000"/>
              <a:gd name="connsiteX113" fmla="*/ 5939320 w 6128435"/>
              <a:gd name="connsiteY113" fmla="*/ 4340435 h 6858000"/>
              <a:gd name="connsiteX114" fmla="*/ 5946705 w 6128435"/>
              <a:gd name="connsiteY114" fmla="*/ 4428051 h 6858000"/>
              <a:gd name="connsiteX115" fmla="*/ 5949261 w 6128435"/>
              <a:gd name="connsiteY115" fmla="*/ 4449185 h 6858000"/>
              <a:gd name="connsiteX116" fmla="*/ 5957504 w 6128435"/>
              <a:gd name="connsiteY116" fmla="*/ 4465911 h 6858000"/>
              <a:gd name="connsiteX117" fmla="*/ 5964689 w 6128435"/>
              <a:gd name="connsiteY117" fmla="*/ 4468532 h 6858000"/>
              <a:gd name="connsiteX118" fmla="*/ 5967062 w 6128435"/>
              <a:gd name="connsiteY118" fmla="*/ 4479923 h 6858000"/>
              <a:gd name="connsiteX119" fmla="*/ 5968960 w 6128435"/>
              <a:gd name="connsiteY119" fmla="*/ 4482655 h 6858000"/>
              <a:gd name="connsiteX120" fmla="*/ 5978567 w 6128435"/>
              <a:gd name="connsiteY120" fmla="*/ 4498605 h 6858000"/>
              <a:gd name="connsiteX121" fmla="*/ 5980106 w 6128435"/>
              <a:gd name="connsiteY121" fmla="*/ 4585087 h 6858000"/>
              <a:gd name="connsiteX122" fmla="*/ 5998138 w 6128435"/>
              <a:gd name="connsiteY122" fmla="*/ 4697518 h 6858000"/>
              <a:gd name="connsiteX123" fmla="*/ 6013516 w 6128435"/>
              <a:gd name="connsiteY123" fmla="*/ 4786619 h 6858000"/>
              <a:gd name="connsiteX124" fmla="*/ 6025404 w 6128435"/>
              <a:gd name="connsiteY124" fmla="*/ 4858148 h 6858000"/>
              <a:gd name="connsiteX125" fmla="*/ 6007749 w 6128435"/>
              <a:gd name="connsiteY125" fmla="*/ 4964715 h 6858000"/>
              <a:gd name="connsiteX126" fmla="*/ 6005269 w 6128435"/>
              <a:gd name="connsiteY126" fmla="*/ 5150567 h 6858000"/>
              <a:gd name="connsiteX127" fmla="*/ 6001127 w 6128435"/>
              <a:gd name="connsiteY127" fmla="*/ 5164609 h 6858000"/>
              <a:gd name="connsiteX128" fmla="*/ 5996647 w 6128435"/>
              <a:gd name="connsiteY128" fmla="*/ 5185640 h 6858000"/>
              <a:gd name="connsiteX129" fmla="*/ 5998514 w 6128435"/>
              <a:gd name="connsiteY129" fmla="*/ 5189673 h 6858000"/>
              <a:gd name="connsiteX130" fmla="*/ 5995970 w 6128435"/>
              <a:gd name="connsiteY130" fmla="*/ 5221547 h 6858000"/>
              <a:gd name="connsiteX131" fmla="*/ 5997218 w 6128435"/>
              <a:gd name="connsiteY131" fmla="*/ 5222031 h 6858000"/>
              <a:gd name="connsiteX132" fmla="*/ 6002116 w 6128435"/>
              <a:gd name="connsiteY132" fmla="*/ 5231223 h 6858000"/>
              <a:gd name="connsiteX133" fmla="*/ 6008541 w 6128435"/>
              <a:gd name="connsiteY133" fmla="*/ 5248680 h 6858000"/>
              <a:gd name="connsiteX134" fmla="*/ 6039260 w 6128435"/>
              <a:gd name="connsiteY134" fmla="*/ 5289518 h 6858000"/>
              <a:gd name="connsiteX135" fmla="*/ 6036748 w 6128435"/>
              <a:gd name="connsiteY135" fmla="*/ 5322752 h 6858000"/>
              <a:gd name="connsiteX136" fmla="*/ 6036943 w 6128435"/>
              <a:gd name="connsiteY136" fmla="*/ 5329480 h 6858000"/>
              <a:gd name="connsiteX137" fmla="*/ 6037236 w 6128435"/>
              <a:gd name="connsiteY137" fmla="*/ 5329634 h 6858000"/>
              <a:gd name="connsiteX138" fmla="*/ 6038019 w 6128435"/>
              <a:gd name="connsiteY138" fmla="*/ 5336764 h 6858000"/>
              <a:gd name="connsiteX139" fmla="*/ 6037298 w 6128435"/>
              <a:gd name="connsiteY139" fmla="*/ 5341753 h 6858000"/>
              <a:gd name="connsiteX140" fmla="*/ 6037677 w 6128435"/>
              <a:gd name="connsiteY140" fmla="*/ 5354807 h 6858000"/>
              <a:gd name="connsiteX141" fmla="*/ 6039728 w 6128435"/>
              <a:gd name="connsiteY141" fmla="*/ 5359416 h 6858000"/>
              <a:gd name="connsiteX142" fmla="*/ 6043311 w 6128435"/>
              <a:gd name="connsiteY142" fmla="*/ 5361407 h 6858000"/>
              <a:gd name="connsiteX143" fmla="*/ 6042954 w 6128435"/>
              <a:gd name="connsiteY143" fmla="*/ 5362576 h 6858000"/>
              <a:gd name="connsiteX144" fmla="*/ 6053435 w 6128435"/>
              <a:gd name="connsiteY144" fmla="*/ 5387547 h 6858000"/>
              <a:gd name="connsiteX145" fmla="*/ 6065933 w 6128435"/>
              <a:gd name="connsiteY145" fmla="*/ 5443002 h 6858000"/>
              <a:gd name="connsiteX146" fmla="*/ 6068640 w 6128435"/>
              <a:gd name="connsiteY146" fmla="*/ 5474503 h 6858000"/>
              <a:gd name="connsiteX147" fmla="*/ 6080922 w 6128435"/>
              <a:gd name="connsiteY147" fmla="*/ 5561070 h 6858000"/>
              <a:gd name="connsiteX148" fmla="*/ 6096949 w 6128435"/>
              <a:gd name="connsiteY148" fmla="*/ 5648179 h 6858000"/>
              <a:gd name="connsiteX149" fmla="*/ 6125703 w 6128435"/>
              <a:gd name="connsiteY149" fmla="*/ 5692894 h 6858000"/>
              <a:gd name="connsiteX150" fmla="*/ 6126670 w 6128435"/>
              <a:gd name="connsiteY150" fmla="*/ 5697882 h 6858000"/>
              <a:gd name="connsiteX151" fmla="*/ 6124061 w 6128435"/>
              <a:gd name="connsiteY151" fmla="*/ 5710294 h 6858000"/>
              <a:gd name="connsiteX152" fmla="*/ 6122213 w 6128435"/>
              <a:gd name="connsiteY152" fmla="*/ 5714762 h 6858000"/>
              <a:gd name="connsiteX153" fmla="*/ 6121353 w 6128435"/>
              <a:gd name="connsiteY153" fmla="*/ 5721725 h 6858000"/>
              <a:gd name="connsiteX154" fmla="*/ 6121607 w 6128435"/>
              <a:gd name="connsiteY154" fmla="*/ 5721959 h 6858000"/>
              <a:gd name="connsiteX155" fmla="*/ 6120262 w 6128435"/>
              <a:gd name="connsiteY155" fmla="*/ 5728358 h 6858000"/>
              <a:gd name="connsiteX156" fmla="*/ 6110194 w 6128435"/>
              <a:gd name="connsiteY156" fmla="*/ 5758853 h 6858000"/>
              <a:gd name="connsiteX157" fmla="*/ 6127519 w 6128435"/>
              <a:gd name="connsiteY157" fmla="*/ 5865775 h 6858000"/>
              <a:gd name="connsiteX158" fmla="*/ 6128435 w 6128435"/>
              <a:gd name="connsiteY158" fmla="*/ 5870164 h 6858000"/>
              <a:gd name="connsiteX159" fmla="*/ 6119217 w 6128435"/>
              <a:gd name="connsiteY159" fmla="*/ 5888542 h 6858000"/>
              <a:gd name="connsiteX160" fmla="*/ 6115966 w 6128435"/>
              <a:gd name="connsiteY160" fmla="*/ 5898387 h 6858000"/>
              <a:gd name="connsiteX161" fmla="*/ 6111924 w 6128435"/>
              <a:gd name="connsiteY161" fmla="*/ 5900444 h 6858000"/>
              <a:gd name="connsiteX162" fmla="*/ 6108716 w 6128435"/>
              <a:gd name="connsiteY162" fmla="*/ 5915345 h 6858000"/>
              <a:gd name="connsiteX163" fmla="*/ 6109524 w 6128435"/>
              <a:gd name="connsiteY163" fmla="*/ 5917328 h 6858000"/>
              <a:gd name="connsiteX164" fmla="*/ 6102493 w 6128435"/>
              <a:gd name="connsiteY164" fmla="*/ 5928602 h 6858000"/>
              <a:gd name="connsiteX165" fmla="*/ 6056863 w 6128435"/>
              <a:gd name="connsiteY165" fmla="*/ 6000643 h 6858000"/>
              <a:gd name="connsiteX166" fmla="*/ 6045436 w 6128435"/>
              <a:gd name="connsiteY166" fmla="*/ 6124480 h 6858000"/>
              <a:gd name="connsiteX167" fmla="*/ 6030489 w 6128435"/>
              <a:gd name="connsiteY167" fmla="*/ 6317666 h 6858000"/>
              <a:gd name="connsiteX168" fmla="*/ 6007492 w 6128435"/>
              <a:gd name="connsiteY168" fmla="*/ 6440818 h 6858000"/>
              <a:gd name="connsiteX169" fmla="*/ 6009467 w 6128435"/>
              <a:gd name="connsiteY169" fmla="*/ 6487076 h 6858000"/>
              <a:gd name="connsiteX170" fmla="*/ 5995064 w 6128435"/>
              <a:gd name="connsiteY170" fmla="*/ 6540791 h 6858000"/>
              <a:gd name="connsiteX171" fmla="*/ 5996309 w 6128435"/>
              <a:gd name="connsiteY171" fmla="*/ 6543961 h 6858000"/>
              <a:gd name="connsiteX172" fmla="*/ 5996048 w 6128435"/>
              <a:gd name="connsiteY172" fmla="*/ 6555444 h 6858000"/>
              <a:gd name="connsiteX173" fmla="*/ 6002524 w 6128435"/>
              <a:gd name="connsiteY173" fmla="*/ 6560188 h 6858000"/>
              <a:gd name="connsiteX174" fmla="*/ 6006823 w 6128435"/>
              <a:gd name="connsiteY174" fmla="*/ 6578546 h 6858000"/>
              <a:gd name="connsiteX175" fmla="*/ 6004510 w 6128435"/>
              <a:gd name="connsiteY175" fmla="*/ 6599256 h 6858000"/>
              <a:gd name="connsiteX176" fmla="*/ 5986207 w 6128435"/>
              <a:gd name="connsiteY176" fmla="*/ 6695855 h 6858000"/>
              <a:gd name="connsiteX177" fmla="*/ 5979428 w 6128435"/>
              <a:gd name="connsiteY177" fmla="*/ 6754678 h 6858000"/>
              <a:gd name="connsiteX178" fmla="*/ 5983398 w 6128435"/>
              <a:gd name="connsiteY178" fmla="*/ 6778641 h 6858000"/>
              <a:gd name="connsiteX179" fmla="*/ 5984543 w 6128435"/>
              <a:gd name="connsiteY179" fmla="*/ 6811016 h 6858000"/>
              <a:gd name="connsiteX180" fmla="*/ 5981802 w 6128435"/>
              <a:gd name="connsiteY180" fmla="*/ 6838578 h 6858000"/>
              <a:gd name="connsiteX181" fmla="*/ 5979671 w 6128435"/>
              <a:gd name="connsiteY181" fmla="*/ 6858000 h 6858000"/>
              <a:gd name="connsiteX182" fmla="*/ 0 w 6128435"/>
              <a:gd name="connsiteY182" fmla="*/ 6858000 h 6858000"/>
              <a:gd name="connsiteX183" fmla="*/ 0 w 6128435"/>
              <a:gd name="connsiteY18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6175 w 6128435"/>
              <a:gd name="connsiteY49" fmla="*/ 2407515 h 6858000"/>
              <a:gd name="connsiteX50" fmla="*/ 5271650 w 6128435"/>
              <a:gd name="connsiteY50" fmla="*/ 2440467 h 6858000"/>
              <a:gd name="connsiteX51" fmla="*/ 5271438 w 6128435"/>
              <a:gd name="connsiteY51" fmla="*/ 2447186 h 6858000"/>
              <a:gd name="connsiteX52" fmla="*/ 5271722 w 6128435"/>
              <a:gd name="connsiteY52" fmla="*/ 2447359 h 6858000"/>
              <a:gd name="connsiteX53" fmla="*/ 5272069 w 6128435"/>
              <a:gd name="connsiteY53" fmla="*/ 2454523 h 6858000"/>
              <a:gd name="connsiteX54" fmla="*/ 5271049 w 6128435"/>
              <a:gd name="connsiteY54" fmla="*/ 2459442 h 6858000"/>
              <a:gd name="connsiteX55" fmla="*/ 5270636 w 6128435"/>
              <a:gd name="connsiteY55" fmla="*/ 2472481 h 6858000"/>
              <a:gd name="connsiteX56" fmla="*/ 5272406 w 6128435"/>
              <a:gd name="connsiteY56" fmla="*/ 2477221 h 6858000"/>
              <a:gd name="connsiteX57" fmla="*/ 5307538 w 6128435"/>
              <a:gd name="connsiteY57" fmla="*/ 2514685 h 6858000"/>
              <a:gd name="connsiteX58" fmla="*/ 5337604 w 6128435"/>
              <a:gd name="connsiteY58" fmla="*/ 2597632 h 6858000"/>
              <a:gd name="connsiteX59" fmla="*/ 5407503 w 6128435"/>
              <a:gd name="connsiteY59" fmla="*/ 2786290 h 6858000"/>
              <a:gd name="connsiteX60" fmla="*/ 5407356 w 6128435"/>
              <a:gd name="connsiteY60" fmla="*/ 2787545 h 6858000"/>
              <a:gd name="connsiteX61" fmla="*/ 5411130 w 6128435"/>
              <a:gd name="connsiteY61" fmla="*/ 2788640 h 6858000"/>
              <a:gd name="connsiteX62" fmla="*/ 5416439 w 6128435"/>
              <a:gd name="connsiteY62" fmla="*/ 2805666 h 6858000"/>
              <a:gd name="connsiteX63" fmla="*/ 5416589 w 6128435"/>
              <a:gd name="connsiteY63" fmla="*/ 2810822 h 6858000"/>
              <a:gd name="connsiteX64" fmla="*/ 5418542 w 6128435"/>
              <a:gd name="connsiteY64" fmla="*/ 2817745 h 6858000"/>
              <a:gd name="connsiteX65" fmla="*/ 5418847 w 6128435"/>
              <a:gd name="connsiteY65" fmla="*/ 2817825 h 6858000"/>
              <a:gd name="connsiteX66" fmla="*/ 5423364 w 6128435"/>
              <a:gd name="connsiteY66" fmla="*/ 2858292 h 6858000"/>
              <a:gd name="connsiteX67" fmla="*/ 5479298 w 6128435"/>
              <a:gd name="connsiteY67" fmla="*/ 2947791 h 6858000"/>
              <a:gd name="connsiteX68" fmla="*/ 5481770 w 6128435"/>
              <a:gd name="connsiteY68" fmla="*/ 2951352 h 6858000"/>
              <a:gd name="connsiteX69" fmla="*/ 5481013 w 6128435"/>
              <a:gd name="connsiteY69" fmla="*/ 2973461 h 6858000"/>
              <a:gd name="connsiteX70" fmla="*/ 5482045 w 6128435"/>
              <a:gd name="connsiteY70" fmla="*/ 2984371 h 6858000"/>
              <a:gd name="connsiteX71" fmla="*/ 5479405 w 6128435"/>
              <a:gd name="connsiteY71" fmla="*/ 2988507 h 6858000"/>
              <a:gd name="connsiteX72" fmla="*/ 5482415 w 6128435"/>
              <a:gd name="connsiteY72" fmla="*/ 3004079 h 6858000"/>
              <a:gd name="connsiteX73" fmla="*/ 5483865 w 6128435"/>
              <a:gd name="connsiteY73" fmla="*/ 3005467 h 6858000"/>
              <a:gd name="connsiteX74" fmla="*/ 5482236 w 6128435"/>
              <a:gd name="connsiteY74" fmla="*/ 3019791 h 6858000"/>
              <a:gd name="connsiteX75" fmla="*/ 5475895 w 6128435"/>
              <a:gd name="connsiteY75" fmla="*/ 3033578 h 6858000"/>
              <a:gd name="connsiteX76" fmla="*/ 5477595 w 6128435"/>
              <a:gd name="connsiteY76" fmla="*/ 3250534 h 6858000"/>
              <a:gd name="connsiteX77" fmla="*/ 5532836 w 6128435"/>
              <a:gd name="connsiteY77" fmla="*/ 3353840 h 6858000"/>
              <a:gd name="connsiteX78" fmla="*/ 5561229 w 6128435"/>
              <a:gd name="connsiteY78" fmla="*/ 3395784 h 6858000"/>
              <a:gd name="connsiteX79" fmla="*/ 5589758 w 6128435"/>
              <a:gd name="connsiteY79" fmla="*/ 3506453 h 6858000"/>
              <a:gd name="connsiteX80" fmla="*/ 5596144 w 6128435"/>
              <a:gd name="connsiteY80" fmla="*/ 3534624 h 6858000"/>
              <a:gd name="connsiteX81" fmla="*/ 5597750 w 6128435"/>
              <a:gd name="connsiteY81" fmla="*/ 3534129 h 6858000"/>
              <a:gd name="connsiteX82" fmla="*/ 5599700 w 6128435"/>
              <a:gd name="connsiteY82" fmla="*/ 3547221 h 6858000"/>
              <a:gd name="connsiteX83" fmla="*/ 5615031 w 6128435"/>
              <a:gd name="connsiteY83" fmla="*/ 3557482 h 6858000"/>
              <a:gd name="connsiteX84" fmla="*/ 5618377 w 6128435"/>
              <a:gd name="connsiteY84" fmla="*/ 3588431 h 6858000"/>
              <a:gd name="connsiteX85" fmla="*/ 5612155 w 6128435"/>
              <a:gd name="connsiteY85" fmla="*/ 3589869 h 6858000"/>
              <a:gd name="connsiteX86" fmla="*/ 5620843 w 6128435"/>
              <a:gd name="connsiteY86" fmla="*/ 3606745 h 6858000"/>
              <a:gd name="connsiteX87" fmla="*/ 5655472 w 6128435"/>
              <a:gd name="connsiteY87" fmla="*/ 3678877 h 6858000"/>
              <a:gd name="connsiteX88" fmla="*/ 5680448 w 6128435"/>
              <a:gd name="connsiteY88" fmla="*/ 3717760 h 6858000"/>
              <a:gd name="connsiteX89" fmla="*/ 5683015 w 6128435"/>
              <a:gd name="connsiteY89" fmla="*/ 3762025 h 6858000"/>
              <a:gd name="connsiteX90" fmla="*/ 5696643 w 6128435"/>
              <a:gd name="connsiteY90" fmla="*/ 3773888 h 6858000"/>
              <a:gd name="connsiteX91" fmla="*/ 5699203 w 6128435"/>
              <a:gd name="connsiteY91" fmla="*/ 3775823 h 6858000"/>
              <a:gd name="connsiteX92" fmla="*/ 5704824 w 6128435"/>
              <a:gd name="connsiteY92" fmla="*/ 3785966 h 6858000"/>
              <a:gd name="connsiteX93" fmla="*/ 5712204 w 6128435"/>
              <a:gd name="connsiteY93" fmla="*/ 3785830 h 6858000"/>
              <a:gd name="connsiteX94" fmla="*/ 5724816 w 6128435"/>
              <a:gd name="connsiteY94" fmla="*/ 3798949 h 6858000"/>
              <a:gd name="connsiteX95" fmla="*/ 5733539 w 6128435"/>
              <a:gd name="connsiteY95" fmla="*/ 3818457 h 6858000"/>
              <a:gd name="connsiteX96" fmla="*/ 5768491 w 6128435"/>
              <a:gd name="connsiteY96" fmla="*/ 3914399 h 6858000"/>
              <a:gd name="connsiteX97" fmla="*/ 5793123 w 6128435"/>
              <a:gd name="connsiteY97" fmla="*/ 3969952 h 6858000"/>
              <a:gd name="connsiteX98" fmla="*/ 5808321 w 6128435"/>
              <a:gd name="connsiteY98" fmla="*/ 3988153 h 6858000"/>
              <a:gd name="connsiteX99" fmla="*/ 5825621 w 6128435"/>
              <a:gd name="connsiteY99" fmla="*/ 4015525 h 6858000"/>
              <a:gd name="connsiteX100" fmla="*/ 5860672 w 6128435"/>
              <a:gd name="connsiteY100" fmla="*/ 4061579 h 6858000"/>
              <a:gd name="connsiteX101" fmla="*/ 5872173 w 6128435"/>
              <a:gd name="connsiteY101" fmla="*/ 4088497 h 6858000"/>
              <a:gd name="connsiteX102" fmla="*/ 5883705 w 6128435"/>
              <a:gd name="connsiteY102" fmla="*/ 4101899 h 6858000"/>
              <a:gd name="connsiteX103" fmla="*/ 5885314 w 6128435"/>
              <a:gd name="connsiteY103" fmla="*/ 4108387 h 6858000"/>
              <a:gd name="connsiteX104" fmla="*/ 5894095 w 6128435"/>
              <a:gd name="connsiteY104" fmla="*/ 4128857 h 6858000"/>
              <a:gd name="connsiteX105" fmla="*/ 5898339 w 6128435"/>
              <a:gd name="connsiteY105" fmla="*/ 4140800 h 6858000"/>
              <a:gd name="connsiteX106" fmla="*/ 5899734 w 6128435"/>
              <a:gd name="connsiteY106" fmla="*/ 4145632 h 6858000"/>
              <a:gd name="connsiteX107" fmla="*/ 5897098 w 6128435"/>
              <a:gd name="connsiteY107" fmla="*/ 4157819 h 6858000"/>
              <a:gd name="connsiteX108" fmla="*/ 5903513 w 6128435"/>
              <a:gd name="connsiteY108" fmla="*/ 4187661 h 6858000"/>
              <a:gd name="connsiteX109" fmla="*/ 5917114 w 6128435"/>
              <a:gd name="connsiteY109" fmla="*/ 4213096 h 6858000"/>
              <a:gd name="connsiteX110" fmla="*/ 5921153 w 6128435"/>
              <a:gd name="connsiteY110" fmla="*/ 4236222 h 6858000"/>
              <a:gd name="connsiteX111" fmla="*/ 5924233 w 6128435"/>
              <a:gd name="connsiteY111" fmla="*/ 4242060 h 6858000"/>
              <a:gd name="connsiteX112" fmla="*/ 5928910 w 6128435"/>
              <a:gd name="connsiteY112" fmla="*/ 4300973 h 6858000"/>
              <a:gd name="connsiteX113" fmla="*/ 5939320 w 6128435"/>
              <a:gd name="connsiteY113" fmla="*/ 4340435 h 6858000"/>
              <a:gd name="connsiteX114" fmla="*/ 5946705 w 6128435"/>
              <a:gd name="connsiteY114" fmla="*/ 4428051 h 6858000"/>
              <a:gd name="connsiteX115" fmla="*/ 5949261 w 6128435"/>
              <a:gd name="connsiteY115" fmla="*/ 4449185 h 6858000"/>
              <a:gd name="connsiteX116" fmla="*/ 5957504 w 6128435"/>
              <a:gd name="connsiteY116" fmla="*/ 4465911 h 6858000"/>
              <a:gd name="connsiteX117" fmla="*/ 5964689 w 6128435"/>
              <a:gd name="connsiteY117" fmla="*/ 4468532 h 6858000"/>
              <a:gd name="connsiteX118" fmla="*/ 5967062 w 6128435"/>
              <a:gd name="connsiteY118" fmla="*/ 4479923 h 6858000"/>
              <a:gd name="connsiteX119" fmla="*/ 5968960 w 6128435"/>
              <a:gd name="connsiteY119" fmla="*/ 4482655 h 6858000"/>
              <a:gd name="connsiteX120" fmla="*/ 5978567 w 6128435"/>
              <a:gd name="connsiteY120" fmla="*/ 4498605 h 6858000"/>
              <a:gd name="connsiteX121" fmla="*/ 5980106 w 6128435"/>
              <a:gd name="connsiteY121" fmla="*/ 4585087 h 6858000"/>
              <a:gd name="connsiteX122" fmla="*/ 5998138 w 6128435"/>
              <a:gd name="connsiteY122" fmla="*/ 4697518 h 6858000"/>
              <a:gd name="connsiteX123" fmla="*/ 6013516 w 6128435"/>
              <a:gd name="connsiteY123" fmla="*/ 4786619 h 6858000"/>
              <a:gd name="connsiteX124" fmla="*/ 6025404 w 6128435"/>
              <a:gd name="connsiteY124" fmla="*/ 4858148 h 6858000"/>
              <a:gd name="connsiteX125" fmla="*/ 6007749 w 6128435"/>
              <a:gd name="connsiteY125" fmla="*/ 4964715 h 6858000"/>
              <a:gd name="connsiteX126" fmla="*/ 6005269 w 6128435"/>
              <a:gd name="connsiteY126" fmla="*/ 5150567 h 6858000"/>
              <a:gd name="connsiteX127" fmla="*/ 6001127 w 6128435"/>
              <a:gd name="connsiteY127" fmla="*/ 5164609 h 6858000"/>
              <a:gd name="connsiteX128" fmla="*/ 5996647 w 6128435"/>
              <a:gd name="connsiteY128" fmla="*/ 5185640 h 6858000"/>
              <a:gd name="connsiteX129" fmla="*/ 5998514 w 6128435"/>
              <a:gd name="connsiteY129" fmla="*/ 5189673 h 6858000"/>
              <a:gd name="connsiteX130" fmla="*/ 5995970 w 6128435"/>
              <a:gd name="connsiteY130" fmla="*/ 5221547 h 6858000"/>
              <a:gd name="connsiteX131" fmla="*/ 5997218 w 6128435"/>
              <a:gd name="connsiteY131" fmla="*/ 5222031 h 6858000"/>
              <a:gd name="connsiteX132" fmla="*/ 6002116 w 6128435"/>
              <a:gd name="connsiteY132" fmla="*/ 5231223 h 6858000"/>
              <a:gd name="connsiteX133" fmla="*/ 6008541 w 6128435"/>
              <a:gd name="connsiteY133" fmla="*/ 5248680 h 6858000"/>
              <a:gd name="connsiteX134" fmla="*/ 6039260 w 6128435"/>
              <a:gd name="connsiteY134" fmla="*/ 5289518 h 6858000"/>
              <a:gd name="connsiteX135" fmla="*/ 6036748 w 6128435"/>
              <a:gd name="connsiteY135" fmla="*/ 5322752 h 6858000"/>
              <a:gd name="connsiteX136" fmla="*/ 6036943 w 6128435"/>
              <a:gd name="connsiteY136" fmla="*/ 5329480 h 6858000"/>
              <a:gd name="connsiteX137" fmla="*/ 6037236 w 6128435"/>
              <a:gd name="connsiteY137" fmla="*/ 5329634 h 6858000"/>
              <a:gd name="connsiteX138" fmla="*/ 6038019 w 6128435"/>
              <a:gd name="connsiteY138" fmla="*/ 5336764 h 6858000"/>
              <a:gd name="connsiteX139" fmla="*/ 6037298 w 6128435"/>
              <a:gd name="connsiteY139" fmla="*/ 5341753 h 6858000"/>
              <a:gd name="connsiteX140" fmla="*/ 6037677 w 6128435"/>
              <a:gd name="connsiteY140" fmla="*/ 5354807 h 6858000"/>
              <a:gd name="connsiteX141" fmla="*/ 6039728 w 6128435"/>
              <a:gd name="connsiteY141" fmla="*/ 5359416 h 6858000"/>
              <a:gd name="connsiteX142" fmla="*/ 6043311 w 6128435"/>
              <a:gd name="connsiteY142" fmla="*/ 5361407 h 6858000"/>
              <a:gd name="connsiteX143" fmla="*/ 6042954 w 6128435"/>
              <a:gd name="connsiteY143" fmla="*/ 5362576 h 6858000"/>
              <a:gd name="connsiteX144" fmla="*/ 6053435 w 6128435"/>
              <a:gd name="connsiteY144" fmla="*/ 5387547 h 6858000"/>
              <a:gd name="connsiteX145" fmla="*/ 6065933 w 6128435"/>
              <a:gd name="connsiteY145" fmla="*/ 5443002 h 6858000"/>
              <a:gd name="connsiteX146" fmla="*/ 6068640 w 6128435"/>
              <a:gd name="connsiteY146" fmla="*/ 5474503 h 6858000"/>
              <a:gd name="connsiteX147" fmla="*/ 6080922 w 6128435"/>
              <a:gd name="connsiteY147" fmla="*/ 5561070 h 6858000"/>
              <a:gd name="connsiteX148" fmla="*/ 6096949 w 6128435"/>
              <a:gd name="connsiteY148" fmla="*/ 5648179 h 6858000"/>
              <a:gd name="connsiteX149" fmla="*/ 6125703 w 6128435"/>
              <a:gd name="connsiteY149" fmla="*/ 5692894 h 6858000"/>
              <a:gd name="connsiteX150" fmla="*/ 6126670 w 6128435"/>
              <a:gd name="connsiteY150" fmla="*/ 5697882 h 6858000"/>
              <a:gd name="connsiteX151" fmla="*/ 6124061 w 6128435"/>
              <a:gd name="connsiteY151" fmla="*/ 5710294 h 6858000"/>
              <a:gd name="connsiteX152" fmla="*/ 6122213 w 6128435"/>
              <a:gd name="connsiteY152" fmla="*/ 5714762 h 6858000"/>
              <a:gd name="connsiteX153" fmla="*/ 6121353 w 6128435"/>
              <a:gd name="connsiteY153" fmla="*/ 5721725 h 6858000"/>
              <a:gd name="connsiteX154" fmla="*/ 6121607 w 6128435"/>
              <a:gd name="connsiteY154" fmla="*/ 5721959 h 6858000"/>
              <a:gd name="connsiteX155" fmla="*/ 6120262 w 6128435"/>
              <a:gd name="connsiteY155" fmla="*/ 5728358 h 6858000"/>
              <a:gd name="connsiteX156" fmla="*/ 6110194 w 6128435"/>
              <a:gd name="connsiteY156" fmla="*/ 5758853 h 6858000"/>
              <a:gd name="connsiteX157" fmla="*/ 6127519 w 6128435"/>
              <a:gd name="connsiteY157" fmla="*/ 5865775 h 6858000"/>
              <a:gd name="connsiteX158" fmla="*/ 6128435 w 6128435"/>
              <a:gd name="connsiteY158" fmla="*/ 5870164 h 6858000"/>
              <a:gd name="connsiteX159" fmla="*/ 6119217 w 6128435"/>
              <a:gd name="connsiteY159" fmla="*/ 5888542 h 6858000"/>
              <a:gd name="connsiteX160" fmla="*/ 6115966 w 6128435"/>
              <a:gd name="connsiteY160" fmla="*/ 5898387 h 6858000"/>
              <a:gd name="connsiteX161" fmla="*/ 6111924 w 6128435"/>
              <a:gd name="connsiteY161" fmla="*/ 5900444 h 6858000"/>
              <a:gd name="connsiteX162" fmla="*/ 6108716 w 6128435"/>
              <a:gd name="connsiteY162" fmla="*/ 5915345 h 6858000"/>
              <a:gd name="connsiteX163" fmla="*/ 6109524 w 6128435"/>
              <a:gd name="connsiteY163" fmla="*/ 5917328 h 6858000"/>
              <a:gd name="connsiteX164" fmla="*/ 6102493 w 6128435"/>
              <a:gd name="connsiteY164" fmla="*/ 5928602 h 6858000"/>
              <a:gd name="connsiteX165" fmla="*/ 6056863 w 6128435"/>
              <a:gd name="connsiteY165" fmla="*/ 6000643 h 6858000"/>
              <a:gd name="connsiteX166" fmla="*/ 6045436 w 6128435"/>
              <a:gd name="connsiteY166" fmla="*/ 6124480 h 6858000"/>
              <a:gd name="connsiteX167" fmla="*/ 6030489 w 6128435"/>
              <a:gd name="connsiteY167" fmla="*/ 6317666 h 6858000"/>
              <a:gd name="connsiteX168" fmla="*/ 6007492 w 6128435"/>
              <a:gd name="connsiteY168" fmla="*/ 6440818 h 6858000"/>
              <a:gd name="connsiteX169" fmla="*/ 6009467 w 6128435"/>
              <a:gd name="connsiteY169" fmla="*/ 6487076 h 6858000"/>
              <a:gd name="connsiteX170" fmla="*/ 5995064 w 6128435"/>
              <a:gd name="connsiteY170" fmla="*/ 6540791 h 6858000"/>
              <a:gd name="connsiteX171" fmla="*/ 5996309 w 6128435"/>
              <a:gd name="connsiteY171" fmla="*/ 6543961 h 6858000"/>
              <a:gd name="connsiteX172" fmla="*/ 5996048 w 6128435"/>
              <a:gd name="connsiteY172" fmla="*/ 6555444 h 6858000"/>
              <a:gd name="connsiteX173" fmla="*/ 6002524 w 6128435"/>
              <a:gd name="connsiteY173" fmla="*/ 6560188 h 6858000"/>
              <a:gd name="connsiteX174" fmla="*/ 6006823 w 6128435"/>
              <a:gd name="connsiteY174" fmla="*/ 6578546 h 6858000"/>
              <a:gd name="connsiteX175" fmla="*/ 6004510 w 6128435"/>
              <a:gd name="connsiteY175" fmla="*/ 6599256 h 6858000"/>
              <a:gd name="connsiteX176" fmla="*/ 5986207 w 6128435"/>
              <a:gd name="connsiteY176" fmla="*/ 6695855 h 6858000"/>
              <a:gd name="connsiteX177" fmla="*/ 5979428 w 6128435"/>
              <a:gd name="connsiteY177" fmla="*/ 6754678 h 6858000"/>
              <a:gd name="connsiteX178" fmla="*/ 5983398 w 6128435"/>
              <a:gd name="connsiteY178" fmla="*/ 6778641 h 6858000"/>
              <a:gd name="connsiteX179" fmla="*/ 5984543 w 6128435"/>
              <a:gd name="connsiteY179" fmla="*/ 6811016 h 6858000"/>
              <a:gd name="connsiteX180" fmla="*/ 5981802 w 6128435"/>
              <a:gd name="connsiteY180" fmla="*/ 6838578 h 6858000"/>
              <a:gd name="connsiteX181" fmla="*/ 5979671 w 6128435"/>
              <a:gd name="connsiteY181" fmla="*/ 6858000 h 6858000"/>
              <a:gd name="connsiteX182" fmla="*/ 0 w 6128435"/>
              <a:gd name="connsiteY182" fmla="*/ 6858000 h 6858000"/>
              <a:gd name="connsiteX183" fmla="*/ 0 w 6128435"/>
              <a:gd name="connsiteY18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1650 w 6128435"/>
              <a:gd name="connsiteY49" fmla="*/ 2440467 h 6858000"/>
              <a:gd name="connsiteX50" fmla="*/ 5271438 w 6128435"/>
              <a:gd name="connsiteY50" fmla="*/ 2447186 h 6858000"/>
              <a:gd name="connsiteX51" fmla="*/ 5271722 w 6128435"/>
              <a:gd name="connsiteY51" fmla="*/ 2447359 h 6858000"/>
              <a:gd name="connsiteX52" fmla="*/ 5272069 w 6128435"/>
              <a:gd name="connsiteY52" fmla="*/ 2454523 h 6858000"/>
              <a:gd name="connsiteX53" fmla="*/ 5271049 w 6128435"/>
              <a:gd name="connsiteY53" fmla="*/ 2459442 h 6858000"/>
              <a:gd name="connsiteX54" fmla="*/ 5270636 w 6128435"/>
              <a:gd name="connsiteY54" fmla="*/ 2472481 h 6858000"/>
              <a:gd name="connsiteX55" fmla="*/ 5272406 w 6128435"/>
              <a:gd name="connsiteY55" fmla="*/ 2477221 h 6858000"/>
              <a:gd name="connsiteX56" fmla="*/ 5307538 w 6128435"/>
              <a:gd name="connsiteY56" fmla="*/ 2514685 h 6858000"/>
              <a:gd name="connsiteX57" fmla="*/ 5337604 w 6128435"/>
              <a:gd name="connsiteY57" fmla="*/ 2597632 h 6858000"/>
              <a:gd name="connsiteX58" fmla="*/ 5407503 w 6128435"/>
              <a:gd name="connsiteY58" fmla="*/ 2786290 h 6858000"/>
              <a:gd name="connsiteX59" fmla="*/ 5407356 w 6128435"/>
              <a:gd name="connsiteY59" fmla="*/ 2787545 h 6858000"/>
              <a:gd name="connsiteX60" fmla="*/ 5411130 w 6128435"/>
              <a:gd name="connsiteY60" fmla="*/ 2788640 h 6858000"/>
              <a:gd name="connsiteX61" fmla="*/ 5416439 w 6128435"/>
              <a:gd name="connsiteY61" fmla="*/ 2805666 h 6858000"/>
              <a:gd name="connsiteX62" fmla="*/ 5416589 w 6128435"/>
              <a:gd name="connsiteY62" fmla="*/ 2810822 h 6858000"/>
              <a:gd name="connsiteX63" fmla="*/ 5418542 w 6128435"/>
              <a:gd name="connsiteY63" fmla="*/ 2817745 h 6858000"/>
              <a:gd name="connsiteX64" fmla="*/ 5418847 w 6128435"/>
              <a:gd name="connsiteY64" fmla="*/ 2817825 h 6858000"/>
              <a:gd name="connsiteX65" fmla="*/ 5423364 w 6128435"/>
              <a:gd name="connsiteY65" fmla="*/ 2858292 h 6858000"/>
              <a:gd name="connsiteX66" fmla="*/ 5479298 w 6128435"/>
              <a:gd name="connsiteY66" fmla="*/ 2947791 h 6858000"/>
              <a:gd name="connsiteX67" fmla="*/ 5481770 w 6128435"/>
              <a:gd name="connsiteY67" fmla="*/ 2951352 h 6858000"/>
              <a:gd name="connsiteX68" fmla="*/ 5481013 w 6128435"/>
              <a:gd name="connsiteY68" fmla="*/ 2973461 h 6858000"/>
              <a:gd name="connsiteX69" fmla="*/ 5482045 w 6128435"/>
              <a:gd name="connsiteY69" fmla="*/ 2984371 h 6858000"/>
              <a:gd name="connsiteX70" fmla="*/ 5479405 w 6128435"/>
              <a:gd name="connsiteY70" fmla="*/ 2988507 h 6858000"/>
              <a:gd name="connsiteX71" fmla="*/ 5482415 w 6128435"/>
              <a:gd name="connsiteY71" fmla="*/ 3004079 h 6858000"/>
              <a:gd name="connsiteX72" fmla="*/ 5483865 w 6128435"/>
              <a:gd name="connsiteY72" fmla="*/ 3005467 h 6858000"/>
              <a:gd name="connsiteX73" fmla="*/ 5482236 w 6128435"/>
              <a:gd name="connsiteY73" fmla="*/ 3019791 h 6858000"/>
              <a:gd name="connsiteX74" fmla="*/ 5475895 w 6128435"/>
              <a:gd name="connsiteY74" fmla="*/ 3033578 h 6858000"/>
              <a:gd name="connsiteX75" fmla="*/ 5477595 w 6128435"/>
              <a:gd name="connsiteY75" fmla="*/ 3250534 h 6858000"/>
              <a:gd name="connsiteX76" fmla="*/ 5532836 w 6128435"/>
              <a:gd name="connsiteY76" fmla="*/ 3353840 h 6858000"/>
              <a:gd name="connsiteX77" fmla="*/ 5561229 w 6128435"/>
              <a:gd name="connsiteY77" fmla="*/ 3395784 h 6858000"/>
              <a:gd name="connsiteX78" fmla="*/ 5589758 w 6128435"/>
              <a:gd name="connsiteY78" fmla="*/ 3506453 h 6858000"/>
              <a:gd name="connsiteX79" fmla="*/ 5596144 w 6128435"/>
              <a:gd name="connsiteY79" fmla="*/ 3534624 h 6858000"/>
              <a:gd name="connsiteX80" fmla="*/ 5597750 w 6128435"/>
              <a:gd name="connsiteY80" fmla="*/ 3534129 h 6858000"/>
              <a:gd name="connsiteX81" fmla="*/ 5599700 w 6128435"/>
              <a:gd name="connsiteY81" fmla="*/ 3547221 h 6858000"/>
              <a:gd name="connsiteX82" fmla="*/ 5615031 w 6128435"/>
              <a:gd name="connsiteY82" fmla="*/ 3557482 h 6858000"/>
              <a:gd name="connsiteX83" fmla="*/ 5618377 w 6128435"/>
              <a:gd name="connsiteY83" fmla="*/ 3588431 h 6858000"/>
              <a:gd name="connsiteX84" fmla="*/ 5612155 w 6128435"/>
              <a:gd name="connsiteY84" fmla="*/ 3589869 h 6858000"/>
              <a:gd name="connsiteX85" fmla="*/ 5620843 w 6128435"/>
              <a:gd name="connsiteY85" fmla="*/ 3606745 h 6858000"/>
              <a:gd name="connsiteX86" fmla="*/ 5655472 w 6128435"/>
              <a:gd name="connsiteY86" fmla="*/ 3678877 h 6858000"/>
              <a:gd name="connsiteX87" fmla="*/ 5680448 w 6128435"/>
              <a:gd name="connsiteY87" fmla="*/ 3717760 h 6858000"/>
              <a:gd name="connsiteX88" fmla="*/ 5683015 w 6128435"/>
              <a:gd name="connsiteY88" fmla="*/ 3762025 h 6858000"/>
              <a:gd name="connsiteX89" fmla="*/ 5696643 w 6128435"/>
              <a:gd name="connsiteY89" fmla="*/ 3773888 h 6858000"/>
              <a:gd name="connsiteX90" fmla="*/ 5699203 w 6128435"/>
              <a:gd name="connsiteY90" fmla="*/ 3775823 h 6858000"/>
              <a:gd name="connsiteX91" fmla="*/ 5704824 w 6128435"/>
              <a:gd name="connsiteY91" fmla="*/ 3785966 h 6858000"/>
              <a:gd name="connsiteX92" fmla="*/ 5712204 w 6128435"/>
              <a:gd name="connsiteY92" fmla="*/ 3785830 h 6858000"/>
              <a:gd name="connsiteX93" fmla="*/ 5724816 w 6128435"/>
              <a:gd name="connsiteY93" fmla="*/ 3798949 h 6858000"/>
              <a:gd name="connsiteX94" fmla="*/ 5733539 w 6128435"/>
              <a:gd name="connsiteY94" fmla="*/ 3818457 h 6858000"/>
              <a:gd name="connsiteX95" fmla="*/ 5768491 w 6128435"/>
              <a:gd name="connsiteY95" fmla="*/ 3914399 h 6858000"/>
              <a:gd name="connsiteX96" fmla="*/ 5793123 w 6128435"/>
              <a:gd name="connsiteY96" fmla="*/ 3969952 h 6858000"/>
              <a:gd name="connsiteX97" fmla="*/ 5808321 w 6128435"/>
              <a:gd name="connsiteY97" fmla="*/ 3988153 h 6858000"/>
              <a:gd name="connsiteX98" fmla="*/ 5825621 w 6128435"/>
              <a:gd name="connsiteY98" fmla="*/ 4015525 h 6858000"/>
              <a:gd name="connsiteX99" fmla="*/ 5860672 w 6128435"/>
              <a:gd name="connsiteY99" fmla="*/ 4061579 h 6858000"/>
              <a:gd name="connsiteX100" fmla="*/ 5872173 w 6128435"/>
              <a:gd name="connsiteY100" fmla="*/ 4088497 h 6858000"/>
              <a:gd name="connsiteX101" fmla="*/ 5883705 w 6128435"/>
              <a:gd name="connsiteY101" fmla="*/ 4101899 h 6858000"/>
              <a:gd name="connsiteX102" fmla="*/ 5885314 w 6128435"/>
              <a:gd name="connsiteY102" fmla="*/ 4108387 h 6858000"/>
              <a:gd name="connsiteX103" fmla="*/ 5894095 w 6128435"/>
              <a:gd name="connsiteY103" fmla="*/ 4128857 h 6858000"/>
              <a:gd name="connsiteX104" fmla="*/ 5898339 w 6128435"/>
              <a:gd name="connsiteY104" fmla="*/ 4140800 h 6858000"/>
              <a:gd name="connsiteX105" fmla="*/ 5899734 w 6128435"/>
              <a:gd name="connsiteY105" fmla="*/ 4145632 h 6858000"/>
              <a:gd name="connsiteX106" fmla="*/ 5897098 w 6128435"/>
              <a:gd name="connsiteY106" fmla="*/ 4157819 h 6858000"/>
              <a:gd name="connsiteX107" fmla="*/ 5903513 w 6128435"/>
              <a:gd name="connsiteY107" fmla="*/ 4187661 h 6858000"/>
              <a:gd name="connsiteX108" fmla="*/ 5917114 w 6128435"/>
              <a:gd name="connsiteY108" fmla="*/ 4213096 h 6858000"/>
              <a:gd name="connsiteX109" fmla="*/ 5921153 w 6128435"/>
              <a:gd name="connsiteY109" fmla="*/ 4236222 h 6858000"/>
              <a:gd name="connsiteX110" fmla="*/ 5924233 w 6128435"/>
              <a:gd name="connsiteY110" fmla="*/ 4242060 h 6858000"/>
              <a:gd name="connsiteX111" fmla="*/ 5928910 w 6128435"/>
              <a:gd name="connsiteY111" fmla="*/ 4300973 h 6858000"/>
              <a:gd name="connsiteX112" fmla="*/ 5939320 w 6128435"/>
              <a:gd name="connsiteY112" fmla="*/ 4340435 h 6858000"/>
              <a:gd name="connsiteX113" fmla="*/ 5946705 w 6128435"/>
              <a:gd name="connsiteY113" fmla="*/ 4428051 h 6858000"/>
              <a:gd name="connsiteX114" fmla="*/ 5949261 w 6128435"/>
              <a:gd name="connsiteY114" fmla="*/ 4449185 h 6858000"/>
              <a:gd name="connsiteX115" fmla="*/ 5957504 w 6128435"/>
              <a:gd name="connsiteY115" fmla="*/ 4465911 h 6858000"/>
              <a:gd name="connsiteX116" fmla="*/ 5964689 w 6128435"/>
              <a:gd name="connsiteY116" fmla="*/ 4468532 h 6858000"/>
              <a:gd name="connsiteX117" fmla="*/ 5967062 w 6128435"/>
              <a:gd name="connsiteY117" fmla="*/ 4479923 h 6858000"/>
              <a:gd name="connsiteX118" fmla="*/ 5968960 w 6128435"/>
              <a:gd name="connsiteY118" fmla="*/ 4482655 h 6858000"/>
              <a:gd name="connsiteX119" fmla="*/ 5978567 w 6128435"/>
              <a:gd name="connsiteY119" fmla="*/ 4498605 h 6858000"/>
              <a:gd name="connsiteX120" fmla="*/ 5980106 w 6128435"/>
              <a:gd name="connsiteY120" fmla="*/ 4585087 h 6858000"/>
              <a:gd name="connsiteX121" fmla="*/ 5998138 w 6128435"/>
              <a:gd name="connsiteY121" fmla="*/ 4697518 h 6858000"/>
              <a:gd name="connsiteX122" fmla="*/ 6013516 w 6128435"/>
              <a:gd name="connsiteY122" fmla="*/ 4786619 h 6858000"/>
              <a:gd name="connsiteX123" fmla="*/ 6025404 w 6128435"/>
              <a:gd name="connsiteY123" fmla="*/ 4858148 h 6858000"/>
              <a:gd name="connsiteX124" fmla="*/ 6007749 w 6128435"/>
              <a:gd name="connsiteY124" fmla="*/ 4964715 h 6858000"/>
              <a:gd name="connsiteX125" fmla="*/ 6005269 w 6128435"/>
              <a:gd name="connsiteY125" fmla="*/ 5150567 h 6858000"/>
              <a:gd name="connsiteX126" fmla="*/ 6001127 w 6128435"/>
              <a:gd name="connsiteY126" fmla="*/ 5164609 h 6858000"/>
              <a:gd name="connsiteX127" fmla="*/ 5996647 w 6128435"/>
              <a:gd name="connsiteY127" fmla="*/ 5185640 h 6858000"/>
              <a:gd name="connsiteX128" fmla="*/ 5998514 w 6128435"/>
              <a:gd name="connsiteY128" fmla="*/ 5189673 h 6858000"/>
              <a:gd name="connsiteX129" fmla="*/ 5995970 w 6128435"/>
              <a:gd name="connsiteY129" fmla="*/ 5221547 h 6858000"/>
              <a:gd name="connsiteX130" fmla="*/ 5997218 w 6128435"/>
              <a:gd name="connsiteY130" fmla="*/ 5222031 h 6858000"/>
              <a:gd name="connsiteX131" fmla="*/ 6002116 w 6128435"/>
              <a:gd name="connsiteY131" fmla="*/ 5231223 h 6858000"/>
              <a:gd name="connsiteX132" fmla="*/ 6008541 w 6128435"/>
              <a:gd name="connsiteY132" fmla="*/ 5248680 h 6858000"/>
              <a:gd name="connsiteX133" fmla="*/ 6039260 w 6128435"/>
              <a:gd name="connsiteY133" fmla="*/ 5289518 h 6858000"/>
              <a:gd name="connsiteX134" fmla="*/ 6036748 w 6128435"/>
              <a:gd name="connsiteY134" fmla="*/ 5322752 h 6858000"/>
              <a:gd name="connsiteX135" fmla="*/ 6036943 w 6128435"/>
              <a:gd name="connsiteY135" fmla="*/ 5329480 h 6858000"/>
              <a:gd name="connsiteX136" fmla="*/ 6037236 w 6128435"/>
              <a:gd name="connsiteY136" fmla="*/ 5329634 h 6858000"/>
              <a:gd name="connsiteX137" fmla="*/ 6038019 w 6128435"/>
              <a:gd name="connsiteY137" fmla="*/ 5336764 h 6858000"/>
              <a:gd name="connsiteX138" fmla="*/ 6037298 w 6128435"/>
              <a:gd name="connsiteY138" fmla="*/ 5341753 h 6858000"/>
              <a:gd name="connsiteX139" fmla="*/ 6037677 w 6128435"/>
              <a:gd name="connsiteY139" fmla="*/ 5354807 h 6858000"/>
              <a:gd name="connsiteX140" fmla="*/ 6039728 w 6128435"/>
              <a:gd name="connsiteY140" fmla="*/ 5359416 h 6858000"/>
              <a:gd name="connsiteX141" fmla="*/ 6043311 w 6128435"/>
              <a:gd name="connsiteY141" fmla="*/ 5361407 h 6858000"/>
              <a:gd name="connsiteX142" fmla="*/ 6042954 w 6128435"/>
              <a:gd name="connsiteY142" fmla="*/ 5362576 h 6858000"/>
              <a:gd name="connsiteX143" fmla="*/ 6053435 w 6128435"/>
              <a:gd name="connsiteY143" fmla="*/ 5387547 h 6858000"/>
              <a:gd name="connsiteX144" fmla="*/ 6065933 w 6128435"/>
              <a:gd name="connsiteY144" fmla="*/ 5443002 h 6858000"/>
              <a:gd name="connsiteX145" fmla="*/ 6068640 w 6128435"/>
              <a:gd name="connsiteY145" fmla="*/ 5474503 h 6858000"/>
              <a:gd name="connsiteX146" fmla="*/ 6080922 w 6128435"/>
              <a:gd name="connsiteY146" fmla="*/ 5561070 h 6858000"/>
              <a:gd name="connsiteX147" fmla="*/ 6096949 w 6128435"/>
              <a:gd name="connsiteY147" fmla="*/ 5648179 h 6858000"/>
              <a:gd name="connsiteX148" fmla="*/ 6125703 w 6128435"/>
              <a:gd name="connsiteY148" fmla="*/ 5692894 h 6858000"/>
              <a:gd name="connsiteX149" fmla="*/ 6126670 w 6128435"/>
              <a:gd name="connsiteY149" fmla="*/ 5697882 h 6858000"/>
              <a:gd name="connsiteX150" fmla="*/ 6124061 w 6128435"/>
              <a:gd name="connsiteY150" fmla="*/ 5710294 h 6858000"/>
              <a:gd name="connsiteX151" fmla="*/ 6122213 w 6128435"/>
              <a:gd name="connsiteY151" fmla="*/ 5714762 h 6858000"/>
              <a:gd name="connsiteX152" fmla="*/ 6121353 w 6128435"/>
              <a:gd name="connsiteY152" fmla="*/ 5721725 h 6858000"/>
              <a:gd name="connsiteX153" fmla="*/ 6121607 w 6128435"/>
              <a:gd name="connsiteY153" fmla="*/ 5721959 h 6858000"/>
              <a:gd name="connsiteX154" fmla="*/ 6120262 w 6128435"/>
              <a:gd name="connsiteY154" fmla="*/ 5728358 h 6858000"/>
              <a:gd name="connsiteX155" fmla="*/ 6110194 w 6128435"/>
              <a:gd name="connsiteY155" fmla="*/ 5758853 h 6858000"/>
              <a:gd name="connsiteX156" fmla="*/ 6127519 w 6128435"/>
              <a:gd name="connsiteY156" fmla="*/ 5865775 h 6858000"/>
              <a:gd name="connsiteX157" fmla="*/ 6128435 w 6128435"/>
              <a:gd name="connsiteY157" fmla="*/ 5870164 h 6858000"/>
              <a:gd name="connsiteX158" fmla="*/ 6119217 w 6128435"/>
              <a:gd name="connsiteY158" fmla="*/ 5888542 h 6858000"/>
              <a:gd name="connsiteX159" fmla="*/ 6115966 w 6128435"/>
              <a:gd name="connsiteY159" fmla="*/ 5898387 h 6858000"/>
              <a:gd name="connsiteX160" fmla="*/ 6111924 w 6128435"/>
              <a:gd name="connsiteY160" fmla="*/ 5900444 h 6858000"/>
              <a:gd name="connsiteX161" fmla="*/ 6108716 w 6128435"/>
              <a:gd name="connsiteY161" fmla="*/ 5915345 h 6858000"/>
              <a:gd name="connsiteX162" fmla="*/ 6109524 w 6128435"/>
              <a:gd name="connsiteY162" fmla="*/ 5917328 h 6858000"/>
              <a:gd name="connsiteX163" fmla="*/ 6102493 w 6128435"/>
              <a:gd name="connsiteY163" fmla="*/ 5928602 h 6858000"/>
              <a:gd name="connsiteX164" fmla="*/ 6056863 w 6128435"/>
              <a:gd name="connsiteY164" fmla="*/ 6000643 h 6858000"/>
              <a:gd name="connsiteX165" fmla="*/ 6045436 w 6128435"/>
              <a:gd name="connsiteY165" fmla="*/ 6124480 h 6858000"/>
              <a:gd name="connsiteX166" fmla="*/ 6030489 w 6128435"/>
              <a:gd name="connsiteY166" fmla="*/ 6317666 h 6858000"/>
              <a:gd name="connsiteX167" fmla="*/ 6007492 w 6128435"/>
              <a:gd name="connsiteY167" fmla="*/ 6440818 h 6858000"/>
              <a:gd name="connsiteX168" fmla="*/ 6009467 w 6128435"/>
              <a:gd name="connsiteY168" fmla="*/ 6487076 h 6858000"/>
              <a:gd name="connsiteX169" fmla="*/ 5995064 w 6128435"/>
              <a:gd name="connsiteY169" fmla="*/ 6540791 h 6858000"/>
              <a:gd name="connsiteX170" fmla="*/ 5996309 w 6128435"/>
              <a:gd name="connsiteY170" fmla="*/ 6543961 h 6858000"/>
              <a:gd name="connsiteX171" fmla="*/ 5996048 w 6128435"/>
              <a:gd name="connsiteY171" fmla="*/ 6555444 h 6858000"/>
              <a:gd name="connsiteX172" fmla="*/ 6002524 w 6128435"/>
              <a:gd name="connsiteY172" fmla="*/ 6560188 h 6858000"/>
              <a:gd name="connsiteX173" fmla="*/ 6006823 w 6128435"/>
              <a:gd name="connsiteY173" fmla="*/ 6578546 h 6858000"/>
              <a:gd name="connsiteX174" fmla="*/ 6004510 w 6128435"/>
              <a:gd name="connsiteY174" fmla="*/ 6599256 h 6858000"/>
              <a:gd name="connsiteX175" fmla="*/ 5986207 w 6128435"/>
              <a:gd name="connsiteY175" fmla="*/ 6695855 h 6858000"/>
              <a:gd name="connsiteX176" fmla="*/ 5979428 w 6128435"/>
              <a:gd name="connsiteY176" fmla="*/ 6754678 h 6858000"/>
              <a:gd name="connsiteX177" fmla="*/ 5983398 w 6128435"/>
              <a:gd name="connsiteY177" fmla="*/ 6778641 h 6858000"/>
              <a:gd name="connsiteX178" fmla="*/ 5984543 w 6128435"/>
              <a:gd name="connsiteY178" fmla="*/ 6811016 h 6858000"/>
              <a:gd name="connsiteX179" fmla="*/ 5981802 w 6128435"/>
              <a:gd name="connsiteY179" fmla="*/ 6838578 h 6858000"/>
              <a:gd name="connsiteX180" fmla="*/ 5979671 w 6128435"/>
              <a:gd name="connsiteY180" fmla="*/ 6858000 h 6858000"/>
              <a:gd name="connsiteX181" fmla="*/ 0 w 6128435"/>
              <a:gd name="connsiteY181" fmla="*/ 6858000 h 6858000"/>
              <a:gd name="connsiteX182" fmla="*/ 0 w 6128435"/>
              <a:gd name="connsiteY182"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1650 w 6128435"/>
              <a:gd name="connsiteY49" fmla="*/ 2440467 h 6858000"/>
              <a:gd name="connsiteX50" fmla="*/ 5271438 w 6128435"/>
              <a:gd name="connsiteY50" fmla="*/ 2447186 h 6858000"/>
              <a:gd name="connsiteX51" fmla="*/ 5271722 w 6128435"/>
              <a:gd name="connsiteY51" fmla="*/ 2447359 h 6858000"/>
              <a:gd name="connsiteX52" fmla="*/ 5272069 w 6128435"/>
              <a:gd name="connsiteY52" fmla="*/ 2454523 h 6858000"/>
              <a:gd name="connsiteX53" fmla="*/ 5271049 w 6128435"/>
              <a:gd name="connsiteY53" fmla="*/ 2459442 h 6858000"/>
              <a:gd name="connsiteX54" fmla="*/ 5270636 w 6128435"/>
              <a:gd name="connsiteY54" fmla="*/ 2472481 h 6858000"/>
              <a:gd name="connsiteX55" fmla="*/ 5307538 w 6128435"/>
              <a:gd name="connsiteY55" fmla="*/ 2514685 h 6858000"/>
              <a:gd name="connsiteX56" fmla="*/ 5337604 w 6128435"/>
              <a:gd name="connsiteY56" fmla="*/ 2597632 h 6858000"/>
              <a:gd name="connsiteX57" fmla="*/ 5407503 w 6128435"/>
              <a:gd name="connsiteY57" fmla="*/ 2786290 h 6858000"/>
              <a:gd name="connsiteX58" fmla="*/ 5407356 w 6128435"/>
              <a:gd name="connsiteY58" fmla="*/ 2787545 h 6858000"/>
              <a:gd name="connsiteX59" fmla="*/ 5411130 w 6128435"/>
              <a:gd name="connsiteY59" fmla="*/ 2788640 h 6858000"/>
              <a:gd name="connsiteX60" fmla="*/ 5416439 w 6128435"/>
              <a:gd name="connsiteY60" fmla="*/ 2805666 h 6858000"/>
              <a:gd name="connsiteX61" fmla="*/ 5416589 w 6128435"/>
              <a:gd name="connsiteY61" fmla="*/ 2810822 h 6858000"/>
              <a:gd name="connsiteX62" fmla="*/ 5418542 w 6128435"/>
              <a:gd name="connsiteY62" fmla="*/ 2817745 h 6858000"/>
              <a:gd name="connsiteX63" fmla="*/ 5418847 w 6128435"/>
              <a:gd name="connsiteY63" fmla="*/ 2817825 h 6858000"/>
              <a:gd name="connsiteX64" fmla="*/ 5423364 w 6128435"/>
              <a:gd name="connsiteY64" fmla="*/ 2858292 h 6858000"/>
              <a:gd name="connsiteX65" fmla="*/ 5479298 w 6128435"/>
              <a:gd name="connsiteY65" fmla="*/ 2947791 h 6858000"/>
              <a:gd name="connsiteX66" fmla="*/ 5481770 w 6128435"/>
              <a:gd name="connsiteY66" fmla="*/ 2951352 h 6858000"/>
              <a:gd name="connsiteX67" fmla="*/ 5481013 w 6128435"/>
              <a:gd name="connsiteY67" fmla="*/ 2973461 h 6858000"/>
              <a:gd name="connsiteX68" fmla="*/ 5482045 w 6128435"/>
              <a:gd name="connsiteY68" fmla="*/ 2984371 h 6858000"/>
              <a:gd name="connsiteX69" fmla="*/ 5479405 w 6128435"/>
              <a:gd name="connsiteY69" fmla="*/ 2988507 h 6858000"/>
              <a:gd name="connsiteX70" fmla="*/ 5482415 w 6128435"/>
              <a:gd name="connsiteY70" fmla="*/ 3004079 h 6858000"/>
              <a:gd name="connsiteX71" fmla="*/ 5483865 w 6128435"/>
              <a:gd name="connsiteY71" fmla="*/ 3005467 h 6858000"/>
              <a:gd name="connsiteX72" fmla="*/ 5482236 w 6128435"/>
              <a:gd name="connsiteY72" fmla="*/ 3019791 h 6858000"/>
              <a:gd name="connsiteX73" fmla="*/ 5475895 w 6128435"/>
              <a:gd name="connsiteY73" fmla="*/ 3033578 h 6858000"/>
              <a:gd name="connsiteX74" fmla="*/ 5477595 w 6128435"/>
              <a:gd name="connsiteY74" fmla="*/ 3250534 h 6858000"/>
              <a:gd name="connsiteX75" fmla="*/ 5532836 w 6128435"/>
              <a:gd name="connsiteY75" fmla="*/ 3353840 h 6858000"/>
              <a:gd name="connsiteX76" fmla="*/ 5561229 w 6128435"/>
              <a:gd name="connsiteY76" fmla="*/ 3395784 h 6858000"/>
              <a:gd name="connsiteX77" fmla="*/ 5589758 w 6128435"/>
              <a:gd name="connsiteY77" fmla="*/ 3506453 h 6858000"/>
              <a:gd name="connsiteX78" fmla="*/ 5596144 w 6128435"/>
              <a:gd name="connsiteY78" fmla="*/ 3534624 h 6858000"/>
              <a:gd name="connsiteX79" fmla="*/ 5597750 w 6128435"/>
              <a:gd name="connsiteY79" fmla="*/ 3534129 h 6858000"/>
              <a:gd name="connsiteX80" fmla="*/ 5599700 w 6128435"/>
              <a:gd name="connsiteY80" fmla="*/ 3547221 h 6858000"/>
              <a:gd name="connsiteX81" fmla="*/ 5615031 w 6128435"/>
              <a:gd name="connsiteY81" fmla="*/ 3557482 h 6858000"/>
              <a:gd name="connsiteX82" fmla="*/ 5618377 w 6128435"/>
              <a:gd name="connsiteY82" fmla="*/ 3588431 h 6858000"/>
              <a:gd name="connsiteX83" fmla="*/ 5612155 w 6128435"/>
              <a:gd name="connsiteY83" fmla="*/ 3589869 h 6858000"/>
              <a:gd name="connsiteX84" fmla="*/ 5620843 w 6128435"/>
              <a:gd name="connsiteY84" fmla="*/ 3606745 h 6858000"/>
              <a:gd name="connsiteX85" fmla="*/ 5655472 w 6128435"/>
              <a:gd name="connsiteY85" fmla="*/ 3678877 h 6858000"/>
              <a:gd name="connsiteX86" fmla="*/ 5680448 w 6128435"/>
              <a:gd name="connsiteY86" fmla="*/ 3717760 h 6858000"/>
              <a:gd name="connsiteX87" fmla="*/ 5683015 w 6128435"/>
              <a:gd name="connsiteY87" fmla="*/ 3762025 h 6858000"/>
              <a:gd name="connsiteX88" fmla="*/ 5696643 w 6128435"/>
              <a:gd name="connsiteY88" fmla="*/ 3773888 h 6858000"/>
              <a:gd name="connsiteX89" fmla="*/ 5699203 w 6128435"/>
              <a:gd name="connsiteY89" fmla="*/ 3775823 h 6858000"/>
              <a:gd name="connsiteX90" fmla="*/ 5704824 w 6128435"/>
              <a:gd name="connsiteY90" fmla="*/ 3785966 h 6858000"/>
              <a:gd name="connsiteX91" fmla="*/ 5712204 w 6128435"/>
              <a:gd name="connsiteY91" fmla="*/ 3785830 h 6858000"/>
              <a:gd name="connsiteX92" fmla="*/ 5724816 w 6128435"/>
              <a:gd name="connsiteY92" fmla="*/ 3798949 h 6858000"/>
              <a:gd name="connsiteX93" fmla="*/ 5733539 w 6128435"/>
              <a:gd name="connsiteY93" fmla="*/ 3818457 h 6858000"/>
              <a:gd name="connsiteX94" fmla="*/ 5768491 w 6128435"/>
              <a:gd name="connsiteY94" fmla="*/ 3914399 h 6858000"/>
              <a:gd name="connsiteX95" fmla="*/ 5793123 w 6128435"/>
              <a:gd name="connsiteY95" fmla="*/ 3969952 h 6858000"/>
              <a:gd name="connsiteX96" fmla="*/ 5808321 w 6128435"/>
              <a:gd name="connsiteY96" fmla="*/ 3988153 h 6858000"/>
              <a:gd name="connsiteX97" fmla="*/ 5825621 w 6128435"/>
              <a:gd name="connsiteY97" fmla="*/ 4015525 h 6858000"/>
              <a:gd name="connsiteX98" fmla="*/ 5860672 w 6128435"/>
              <a:gd name="connsiteY98" fmla="*/ 4061579 h 6858000"/>
              <a:gd name="connsiteX99" fmla="*/ 5872173 w 6128435"/>
              <a:gd name="connsiteY99" fmla="*/ 4088497 h 6858000"/>
              <a:gd name="connsiteX100" fmla="*/ 5883705 w 6128435"/>
              <a:gd name="connsiteY100" fmla="*/ 4101899 h 6858000"/>
              <a:gd name="connsiteX101" fmla="*/ 5885314 w 6128435"/>
              <a:gd name="connsiteY101" fmla="*/ 4108387 h 6858000"/>
              <a:gd name="connsiteX102" fmla="*/ 5894095 w 6128435"/>
              <a:gd name="connsiteY102" fmla="*/ 4128857 h 6858000"/>
              <a:gd name="connsiteX103" fmla="*/ 5898339 w 6128435"/>
              <a:gd name="connsiteY103" fmla="*/ 4140800 h 6858000"/>
              <a:gd name="connsiteX104" fmla="*/ 5899734 w 6128435"/>
              <a:gd name="connsiteY104" fmla="*/ 4145632 h 6858000"/>
              <a:gd name="connsiteX105" fmla="*/ 5897098 w 6128435"/>
              <a:gd name="connsiteY105" fmla="*/ 4157819 h 6858000"/>
              <a:gd name="connsiteX106" fmla="*/ 5903513 w 6128435"/>
              <a:gd name="connsiteY106" fmla="*/ 4187661 h 6858000"/>
              <a:gd name="connsiteX107" fmla="*/ 5917114 w 6128435"/>
              <a:gd name="connsiteY107" fmla="*/ 4213096 h 6858000"/>
              <a:gd name="connsiteX108" fmla="*/ 5921153 w 6128435"/>
              <a:gd name="connsiteY108" fmla="*/ 4236222 h 6858000"/>
              <a:gd name="connsiteX109" fmla="*/ 5924233 w 6128435"/>
              <a:gd name="connsiteY109" fmla="*/ 4242060 h 6858000"/>
              <a:gd name="connsiteX110" fmla="*/ 5928910 w 6128435"/>
              <a:gd name="connsiteY110" fmla="*/ 4300973 h 6858000"/>
              <a:gd name="connsiteX111" fmla="*/ 5939320 w 6128435"/>
              <a:gd name="connsiteY111" fmla="*/ 4340435 h 6858000"/>
              <a:gd name="connsiteX112" fmla="*/ 5946705 w 6128435"/>
              <a:gd name="connsiteY112" fmla="*/ 4428051 h 6858000"/>
              <a:gd name="connsiteX113" fmla="*/ 5949261 w 6128435"/>
              <a:gd name="connsiteY113" fmla="*/ 4449185 h 6858000"/>
              <a:gd name="connsiteX114" fmla="*/ 5957504 w 6128435"/>
              <a:gd name="connsiteY114" fmla="*/ 4465911 h 6858000"/>
              <a:gd name="connsiteX115" fmla="*/ 5964689 w 6128435"/>
              <a:gd name="connsiteY115" fmla="*/ 4468532 h 6858000"/>
              <a:gd name="connsiteX116" fmla="*/ 5967062 w 6128435"/>
              <a:gd name="connsiteY116" fmla="*/ 4479923 h 6858000"/>
              <a:gd name="connsiteX117" fmla="*/ 5968960 w 6128435"/>
              <a:gd name="connsiteY117" fmla="*/ 4482655 h 6858000"/>
              <a:gd name="connsiteX118" fmla="*/ 5978567 w 6128435"/>
              <a:gd name="connsiteY118" fmla="*/ 4498605 h 6858000"/>
              <a:gd name="connsiteX119" fmla="*/ 5980106 w 6128435"/>
              <a:gd name="connsiteY119" fmla="*/ 4585087 h 6858000"/>
              <a:gd name="connsiteX120" fmla="*/ 5998138 w 6128435"/>
              <a:gd name="connsiteY120" fmla="*/ 4697518 h 6858000"/>
              <a:gd name="connsiteX121" fmla="*/ 6013516 w 6128435"/>
              <a:gd name="connsiteY121" fmla="*/ 4786619 h 6858000"/>
              <a:gd name="connsiteX122" fmla="*/ 6025404 w 6128435"/>
              <a:gd name="connsiteY122" fmla="*/ 4858148 h 6858000"/>
              <a:gd name="connsiteX123" fmla="*/ 6007749 w 6128435"/>
              <a:gd name="connsiteY123" fmla="*/ 4964715 h 6858000"/>
              <a:gd name="connsiteX124" fmla="*/ 6005269 w 6128435"/>
              <a:gd name="connsiteY124" fmla="*/ 5150567 h 6858000"/>
              <a:gd name="connsiteX125" fmla="*/ 6001127 w 6128435"/>
              <a:gd name="connsiteY125" fmla="*/ 5164609 h 6858000"/>
              <a:gd name="connsiteX126" fmla="*/ 5996647 w 6128435"/>
              <a:gd name="connsiteY126" fmla="*/ 5185640 h 6858000"/>
              <a:gd name="connsiteX127" fmla="*/ 5998514 w 6128435"/>
              <a:gd name="connsiteY127" fmla="*/ 5189673 h 6858000"/>
              <a:gd name="connsiteX128" fmla="*/ 5995970 w 6128435"/>
              <a:gd name="connsiteY128" fmla="*/ 5221547 h 6858000"/>
              <a:gd name="connsiteX129" fmla="*/ 5997218 w 6128435"/>
              <a:gd name="connsiteY129" fmla="*/ 5222031 h 6858000"/>
              <a:gd name="connsiteX130" fmla="*/ 6002116 w 6128435"/>
              <a:gd name="connsiteY130" fmla="*/ 5231223 h 6858000"/>
              <a:gd name="connsiteX131" fmla="*/ 6008541 w 6128435"/>
              <a:gd name="connsiteY131" fmla="*/ 5248680 h 6858000"/>
              <a:gd name="connsiteX132" fmla="*/ 6039260 w 6128435"/>
              <a:gd name="connsiteY132" fmla="*/ 5289518 h 6858000"/>
              <a:gd name="connsiteX133" fmla="*/ 6036748 w 6128435"/>
              <a:gd name="connsiteY133" fmla="*/ 5322752 h 6858000"/>
              <a:gd name="connsiteX134" fmla="*/ 6036943 w 6128435"/>
              <a:gd name="connsiteY134" fmla="*/ 5329480 h 6858000"/>
              <a:gd name="connsiteX135" fmla="*/ 6037236 w 6128435"/>
              <a:gd name="connsiteY135" fmla="*/ 5329634 h 6858000"/>
              <a:gd name="connsiteX136" fmla="*/ 6038019 w 6128435"/>
              <a:gd name="connsiteY136" fmla="*/ 5336764 h 6858000"/>
              <a:gd name="connsiteX137" fmla="*/ 6037298 w 6128435"/>
              <a:gd name="connsiteY137" fmla="*/ 5341753 h 6858000"/>
              <a:gd name="connsiteX138" fmla="*/ 6037677 w 6128435"/>
              <a:gd name="connsiteY138" fmla="*/ 5354807 h 6858000"/>
              <a:gd name="connsiteX139" fmla="*/ 6039728 w 6128435"/>
              <a:gd name="connsiteY139" fmla="*/ 5359416 h 6858000"/>
              <a:gd name="connsiteX140" fmla="*/ 6043311 w 6128435"/>
              <a:gd name="connsiteY140" fmla="*/ 5361407 h 6858000"/>
              <a:gd name="connsiteX141" fmla="*/ 6042954 w 6128435"/>
              <a:gd name="connsiteY141" fmla="*/ 5362576 h 6858000"/>
              <a:gd name="connsiteX142" fmla="*/ 6053435 w 6128435"/>
              <a:gd name="connsiteY142" fmla="*/ 5387547 h 6858000"/>
              <a:gd name="connsiteX143" fmla="*/ 6065933 w 6128435"/>
              <a:gd name="connsiteY143" fmla="*/ 5443002 h 6858000"/>
              <a:gd name="connsiteX144" fmla="*/ 6068640 w 6128435"/>
              <a:gd name="connsiteY144" fmla="*/ 5474503 h 6858000"/>
              <a:gd name="connsiteX145" fmla="*/ 6080922 w 6128435"/>
              <a:gd name="connsiteY145" fmla="*/ 5561070 h 6858000"/>
              <a:gd name="connsiteX146" fmla="*/ 6096949 w 6128435"/>
              <a:gd name="connsiteY146" fmla="*/ 5648179 h 6858000"/>
              <a:gd name="connsiteX147" fmla="*/ 6125703 w 6128435"/>
              <a:gd name="connsiteY147" fmla="*/ 5692894 h 6858000"/>
              <a:gd name="connsiteX148" fmla="*/ 6126670 w 6128435"/>
              <a:gd name="connsiteY148" fmla="*/ 5697882 h 6858000"/>
              <a:gd name="connsiteX149" fmla="*/ 6124061 w 6128435"/>
              <a:gd name="connsiteY149" fmla="*/ 5710294 h 6858000"/>
              <a:gd name="connsiteX150" fmla="*/ 6122213 w 6128435"/>
              <a:gd name="connsiteY150" fmla="*/ 5714762 h 6858000"/>
              <a:gd name="connsiteX151" fmla="*/ 6121353 w 6128435"/>
              <a:gd name="connsiteY151" fmla="*/ 5721725 h 6858000"/>
              <a:gd name="connsiteX152" fmla="*/ 6121607 w 6128435"/>
              <a:gd name="connsiteY152" fmla="*/ 5721959 h 6858000"/>
              <a:gd name="connsiteX153" fmla="*/ 6120262 w 6128435"/>
              <a:gd name="connsiteY153" fmla="*/ 5728358 h 6858000"/>
              <a:gd name="connsiteX154" fmla="*/ 6110194 w 6128435"/>
              <a:gd name="connsiteY154" fmla="*/ 5758853 h 6858000"/>
              <a:gd name="connsiteX155" fmla="*/ 6127519 w 6128435"/>
              <a:gd name="connsiteY155" fmla="*/ 5865775 h 6858000"/>
              <a:gd name="connsiteX156" fmla="*/ 6128435 w 6128435"/>
              <a:gd name="connsiteY156" fmla="*/ 5870164 h 6858000"/>
              <a:gd name="connsiteX157" fmla="*/ 6119217 w 6128435"/>
              <a:gd name="connsiteY157" fmla="*/ 5888542 h 6858000"/>
              <a:gd name="connsiteX158" fmla="*/ 6115966 w 6128435"/>
              <a:gd name="connsiteY158" fmla="*/ 5898387 h 6858000"/>
              <a:gd name="connsiteX159" fmla="*/ 6111924 w 6128435"/>
              <a:gd name="connsiteY159" fmla="*/ 5900444 h 6858000"/>
              <a:gd name="connsiteX160" fmla="*/ 6108716 w 6128435"/>
              <a:gd name="connsiteY160" fmla="*/ 5915345 h 6858000"/>
              <a:gd name="connsiteX161" fmla="*/ 6109524 w 6128435"/>
              <a:gd name="connsiteY161" fmla="*/ 5917328 h 6858000"/>
              <a:gd name="connsiteX162" fmla="*/ 6102493 w 6128435"/>
              <a:gd name="connsiteY162" fmla="*/ 5928602 h 6858000"/>
              <a:gd name="connsiteX163" fmla="*/ 6056863 w 6128435"/>
              <a:gd name="connsiteY163" fmla="*/ 6000643 h 6858000"/>
              <a:gd name="connsiteX164" fmla="*/ 6045436 w 6128435"/>
              <a:gd name="connsiteY164" fmla="*/ 6124480 h 6858000"/>
              <a:gd name="connsiteX165" fmla="*/ 6030489 w 6128435"/>
              <a:gd name="connsiteY165" fmla="*/ 6317666 h 6858000"/>
              <a:gd name="connsiteX166" fmla="*/ 6007492 w 6128435"/>
              <a:gd name="connsiteY166" fmla="*/ 6440818 h 6858000"/>
              <a:gd name="connsiteX167" fmla="*/ 6009467 w 6128435"/>
              <a:gd name="connsiteY167" fmla="*/ 6487076 h 6858000"/>
              <a:gd name="connsiteX168" fmla="*/ 5995064 w 6128435"/>
              <a:gd name="connsiteY168" fmla="*/ 6540791 h 6858000"/>
              <a:gd name="connsiteX169" fmla="*/ 5996309 w 6128435"/>
              <a:gd name="connsiteY169" fmla="*/ 6543961 h 6858000"/>
              <a:gd name="connsiteX170" fmla="*/ 5996048 w 6128435"/>
              <a:gd name="connsiteY170" fmla="*/ 6555444 h 6858000"/>
              <a:gd name="connsiteX171" fmla="*/ 6002524 w 6128435"/>
              <a:gd name="connsiteY171" fmla="*/ 6560188 h 6858000"/>
              <a:gd name="connsiteX172" fmla="*/ 6006823 w 6128435"/>
              <a:gd name="connsiteY172" fmla="*/ 6578546 h 6858000"/>
              <a:gd name="connsiteX173" fmla="*/ 6004510 w 6128435"/>
              <a:gd name="connsiteY173" fmla="*/ 6599256 h 6858000"/>
              <a:gd name="connsiteX174" fmla="*/ 5986207 w 6128435"/>
              <a:gd name="connsiteY174" fmla="*/ 6695855 h 6858000"/>
              <a:gd name="connsiteX175" fmla="*/ 5979428 w 6128435"/>
              <a:gd name="connsiteY175" fmla="*/ 6754678 h 6858000"/>
              <a:gd name="connsiteX176" fmla="*/ 5983398 w 6128435"/>
              <a:gd name="connsiteY176" fmla="*/ 6778641 h 6858000"/>
              <a:gd name="connsiteX177" fmla="*/ 5984543 w 6128435"/>
              <a:gd name="connsiteY177" fmla="*/ 6811016 h 6858000"/>
              <a:gd name="connsiteX178" fmla="*/ 5981802 w 6128435"/>
              <a:gd name="connsiteY178" fmla="*/ 6838578 h 6858000"/>
              <a:gd name="connsiteX179" fmla="*/ 5979671 w 6128435"/>
              <a:gd name="connsiteY179" fmla="*/ 6858000 h 6858000"/>
              <a:gd name="connsiteX180" fmla="*/ 0 w 6128435"/>
              <a:gd name="connsiteY180" fmla="*/ 6858000 h 6858000"/>
              <a:gd name="connsiteX181" fmla="*/ 0 w 6128435"/>
              <a:gd name="connsiteY181"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47963 w 6128435"/>
              <a:gd name="connsiteY48" fmla="*/ 2364638 h 6858000"/>
              <a:gd name="connsiteX49" fmla="*/ 5271650 w 6128435"/>
              <a:gd name="connsiteY49" fmla="*/ 2440467 h 6858000"/>
              <a:gd name="connsiteX50" fmla="*/ 5271438 w 6128435"/>
              <a:gd name="connsiteY50" fmla="*/ 2447186 h 6858000"/>
              <a:gd name="connsiteX51" fmla="*/ 5271722 w 6128435"/>
              <a:gd name="connsiteY51" fmla="*/ 2447359 h 6858000"/>
              <a:gd name="connsiteX52" fmla="*/ 5272069 w 6128435"/>
              <a:gd name="connsiteY52" fmla="*/ 2454523 h 6858000"/>
              <a:gd name="connsiteX53" fmla="*/ 5271049 w 6128435"/>
              <a:gd name="connsiteY53" fmla="*/ 2459442 h 6858000"/>
              <a:gd name="connsiteX54" fmla="*/ 5307538 w 6128435"/>
              <a:gd name="connsiteY54" fmla="*/ 2514685 h 6858000"/>
              <a:gd name="connsiteX55" fmla="*/ 5337604 w 6128435"/>
              <a:gd name="connsiteY55" fmla="*/ 2597632 h 6858000"/>
              <a:gd name="connsiteX56" fmla="*/ 5407503 w 6128435"/>
              <a:gd name="connsiteY56" fmla="*/ 2786290 h 6858000"/>
              <a:gd name="connsiteX57" fmla="*/ 5407356 w 6128435"/>
              <a:gd name="connsiteY57" fmla="*/ 2787545 h 6858000"/>
              <a:gd name="connsiteX58" fmla="*/ 5411130 w 6128435"/>
              <a:gd name="connsiteY58" fmla="*/ 2788640 h 6858000"/>
              <a:gd name="connsiteX59" fmla="*/ 5416439 w 6128435"/>
              <a:gd name="connsiteY59" fmla="*/ 2805666 h 6858000"/>
              <a:gd name="connsiteX60" fmla="*/ 5416589 w 6128435"/>
              <a:gd name="connsiteY60" fmla="*/ 2810822 h 6858000"/>
              <a:gd name="connsiteX61" fmla="*/ 5418542 w 6128435"/>
              <a:gd name="connsiteY61" fmla="*/ 2817745 h 6858000"/>
              <a:gd name="connsiteX62" fmla="*/ 5418847 w 6128435"/>
              <a:gd name="connsiteY62" fmla="*/ 2817825 h 6858000"/>
              <a:gd name="connsiteX63" fmla="*/ 5423364 w 6128435"/>
              <a:gd name="connsiteY63" fmla="*/ 2858292 h 6858000"/>
              <a:gd name="connsiteX64" fmla="*/ 5479298 w 6128435"/>
              <a:gd name="connsiteY64" fmla="*/ 2947791 h 6858000"/>
              <a:gd name="connsiteX65" fmla="*/ 5481770 w 6128435"/>
              <a:gd name="connsiteY65" fmla="*/ 2951352 h 6858000"/>
              <a:gd name="connsiteX66" fmla="*/ 5481013 w 6128435"/>
              <a:gd name="connsiteY66" fmla="*/ 2973461 h 6858000"/>
              <a:gd name="connsiteX67" fmla="*/ 5482045 w 6128435"/>
              <a:gd name="connsiteY67" fmla="*/ 2984371 h 6858000"/>
              <a:gd name="connsiteX68" fmla="*/ 5479405 w 6128435"/>
              <a:gd name="connsiteY68" fmla="*/ 2988507 h 6858000"/>
              <a:gd name="connsiteX69" fmla="*/ 5482415 w 6128435"/>
              <a:gd name="connsiteY69" fmla="*/ 3004079 h 6858000"/>
              <a:gd name="connsiteX70" fmla="*/ 5483865 w 6128435"/>
              <a:gd name="connsiteY70" fmla="*/ 3005467 h 6858000"/>
              <a:gd name="connsiteX71" fmla="*/ 5482236 w 6128435"/>
              <a:gd name="connsiteY71" fmla="*/ 3019791 h 6858000"/>
              <a:gd name="connsiteX72" fmla="*/ 5475895 w 6128435"/>
              <a:gd name="connsiteY72" fmla="*/ 3033578 h 6858000"/>
              <a:gd name="connsiteX73" fmla="*/ 5477595 w 6128435"/>
              <a:gd name="connsiteY73" fmla="*/ 3250534 h 6858000"/>
              <a:gd name="connsiteX74" fmla="*/ 5532836 w 6128435"/>
              <a:gd name="connsiteY74" fmla="*/ 3353840 h 6858000"/>
              <a:gd name="connsiteX75" fmla="*/ 5561229 w 6128435"/>
              <a:gd name="connsiteY75" fmla="*/ 3395784 h 6858000"/>
              <a:gd name="connsiteX76" fmla="*/ 5589758 w 6128435"/>
              <a:gd name="connsiteY76" fmla="*/ 3506453 h 6858000"/>
              <a:gd name="connsiteX77" fmla="*/ 5596144 w 6128435"/>
              <a:gd name="connsiteY77" fmla="*/ 3534624 h 6858000"/>
              <a:gd name="connsiteX78" fmla="*/ 5597750 w 6128435"/>
              <a:gd name="connsiteY78" fmla="*/ 3534129 h 6858000"/>
              <a:gd name="connsiteX79" fmla="*/ 5599700 w 6128435"/>
              <a:gd name="connsiteY79" fmla="*/ 3547221 h 6858000"/>
              <a:gd name="connsiteX80" fmla="*/ 5615031 w 6128435"/>
              <a:gd name="connsiteY80" fmla="*/ 3557482 h 6858000"/>
              <a:gd name="connsiteX81" fmla="*/ 5618377 w 6128435"/>
              <a:gd name="connsiteY81" fmla="*/ 3588431 h 6858000"/>
              <a:gd name="connsiteX82" fmla="*/ 5612155 w 6128435"/>
              <a:gd name="connsiteY82" fmla="*/ 3589869 h 6858000"/>
              <a:gd name="connsiteX83" fmla="*/ 5620843 w 6128435"/>
              <a:gd name="connsiteY83" fmla="*/ 3606745 h 6858000"/>
              <a:gd name="connsiteX84" fmla="*/ 5655472 w 6128435"/>
              <a:gd name="connsiteY84" fmla="*/ 3678877 h 6858000"/>
              <a:gd name="connsiteX85" fmla="*/ 5680448 w 6128435"/>
              <a:gd name="connsiteY85" fmla="*/ 3717760 h 6858000"/>
              <a:gd name="connsiteX86" fmla="*/ 5683015 w 6128435"/>
              <a:gd name="connsiteY86" fmla="*/ 3762025 h 6858000"/>
              <a:gd name="connsiteX87" fmla="*/ 5696643 w 6128435"/>
              <a:gd name="connsiteY87" fmla="*/ 3773888 h 6858000"/>
              <a:gd name="connsiteX88" fmla="*/ 5699203 w 6128435"/>
              <a:gd name="connsiteY88" fmla="*/ 3775823 h 6858000"/>
              <a:gd name="connsiteX89" fmla="*/ 5704824 w 6128435"/>
              <a:gd name="connsiteY89" fmla="*/ 3785966 h 6858000"/>
              <a:gd name="connsiteX90" fmla="*/ 5712204 w 6128435"/>
              <a:gd name="connsiteY90" fmla="*/ 3785830 h 6858000"/>
              <a:gd name="connsiteX91" fmla="*/ 5724816 w 6128435"/>
              <a:gd name="connsiteY91" fmla="*/ 3798949 h 6858000"/>
              <a:gd name="connsiteX92" fmla="*/ 5733539 w 6128435"/>
              <a:gd name="connsiteY92" fmla="*/ 3818457 h 6858000"/>
              <a:gd name="connsiteX93" fmla="*/ 5768491 w 6128435"/>
              <a:gd name="connsiteY93" fmla="*/ 3914399 h 6858000"/>
              <a:gd name="connsiteX94" fmla="*/ 5793123 w 6128435"/>
              <a:gd name="connsiteY94" fmla="*/ 3969952 h 6858000"/>
              <a:gd name="connsiteX95" fmla="*/ 5808321 w 6128435"/>
              <a:gd name="connsiteY95" fmla="*/ 3988153 h 6858000"/>
              <a:gd name="connsiteX96" fmla="*/ 5825621 w 6128435"/>
              <a:gd name="connsiteY96" fmla="*/ 4015525 h 6858000"/>
              <a:gd name="connsiteX97" fmla="*/ 5860672 w 6128435"/>
              <a:gd name="connsiteY97" fmla="*/ 4061579 h 6858000"/>
              <a:gd name="connsiteX98" fmla="*/ 5872173 w 6128435"/>
              <a:gd name="connsiteY98" fmla="*/ 4088497 h 6858000"/>
              <a:gd name="connsiteX99" fmla="*/ 5883705 w 6128435"/>
              <a:gd name="connsiteY99" fmla="*/ 4101899 h 6858000"/>
              <a:gd name="connsiteX100" fmla="*/ 5885314 w 6128435"/>
              <a:gd name="connsiteY100" fmla="*/ 4108387 h 6858000"/>
              <a:gd name="connsiteX101" fmla="*/ 5894095 w 6128435"/>
              <a:gd name="connsiteY101" fmla="*/ 4128857 h 6858000"/>
              <a:gd name="connsiteX102" fmla="*/ 5898339 w 6128435"/>
              <a:gd name="connsiteY102" fmla="*/ 4140800 h 6858000"/>
              <a:gd name="connsiteX103" fmla="*/ 5899734 w 6128435"/>
              <a:gd name="connsiteY103" fmla="*/ 4145632 h 6858000"/>
              <a:gd name="connsiteX104" fmla="*/ 5897098 w 6128435"/>
              <a:gd name="connsiteY104" fmla="*/ 4157819 h 6858000"/>
              <a:gd name="connsiteX105" fmla="*/ 5903513 w 6128435"/>
              <a:gd name="connsiteY105" fmla="*/ 4187661 h 6858000"/>
              <a:gd name="connsiteX106" fmla="*/ 5917114 w 6128435"/>
              <a:gd name="connsiteY106" fmla="*/ 4213096 h 6858000"/>
              <a:gd name="connsiteX107" fmla="*/ 5921153 w 6128435"/>
              <a:gd name="connsiteY107" fmla="*/ 4236222 h 6858000"/>
              <a:gd name="connsiteX108" fmla="*/ 5924233 w 6128435"/>
              <a:gd name="connsiteY108" fmla="*/ 4242060 h 6858000"/>
              <a:gd name="connsiteX109" fmla="*/ 5928910 w 6128435"/>
              <a:gd name="connsiteY109" fmla="*/ 4300973 h 6858000"/>
              <a:gd name="connsiteX110" fmla="*/ 5939320 w 6128435"/>
              <a:gd name="connsiteY110" fmla="*/ 4340435 h 6858000"/>
              <a:gd name="connsiteX111" fmla="*/ 5946705 w 6128435"/>
              <a:gd name="connsiteY111" fmla="*/ 4428051 h 6858000"/>
              <a:gd name="connsiteX112" fmla="*/ 5949261 w 6128435"/>
              <a:gd name="connsiteY112" fmla="*/ 4449185 h 6858000"/>
              <a:gd name="connsiteX113" fmla="*/ 5957504 w 6128435"/>
              <a:gd name="connsiteY113" fmla="*/ 4465911 h 6858000"/>
              <a:gd name="connsiteX114" fmla="*/ 5964689 w 6128435"/>
              <a:gd name="connsiteY114" fmla="*/ 4468532 h 6858000"/>
              <a:gd name="connsiteX115" fmla="*/ 5967062 w 6128435"/>
              <a:gd name="connsiteY115" fmla="*/ 4479923 h 6858000"/>
              <a:gd name="connsiteX116" fmla="*/ 5968960 w 6128435"/>
              <a:gd name="connsiteY116" fmla="*/ 4482655 h 6858000"/>
              <a:gd name="connsiteX117" fmla="*/ 5978567 w 6128435"/>
              <a:gd name="connsiteY117" fmla="*/ 4498605 h 6858000"/>
              <a:gd name="connsiteX118" fmla="*/ 5980106 w 6128435"/>
              <a:gd name="connsiteY118" fmla="*/ 4585087 h 6858000"/>
              <a:gd name="connsiteX119" fmla="*/ 5998138 w 6128435"/>
              <a:gd name="connsiteY119" fmla="*/ 4697518 h 6858000"/>
              <a:gd name="connsiteX120" fmla="*/ 6013516 w 6128435"/>
              <a:gd name="connsiteY120" fmla="*/ 4786619 h 6858000"/>
              <a:gd name="connsiteX121" fmla="*/ 6025404 w 6128435"/>
              <a:gd name="connsiteY121" fmla="*/ 4858148 h 6858000"/>
              <a:gd name="connsiteX122" fmla="*/ 6007749 w 6128435"/>
              <a:gd name="connsiteY122" fmla="*/ 4964715 h 6858000"/>
              <a:gd name="connsiteX123" fmla="*/ 6005269 w 6128435"/>
              <a:gd name="connsiteY123" fmla="*/ 5150567 h 6858000"/>
              <a:gd name="connsiteX124" fmla="*/ 6001127 w 6128435"/>
              <a:gd name="connsiteY124" fmla="*/ 5164609 h 6858000"/>
              <a:gd name="connsiteX125" fmla="*/ 5996647 w 6128435"/>
              <a:gd name="connsiteY125" fmla="*/ 5185640 h 6858000"/>
              <a:gd name="connsiteX126" fmla="*/ 5998514 w 6128435"/>
              <a:gd name="connsiteY126" fmla="*/ 5189673 h 6858000"/>
              <a:gd name="connsiteX127" fmla="*/ 5995970 w 6128435"/>
              <a:gd name="connsiteY127" fmla="*/ 5221547 h 6858000"/>
              <a:gd name="connsiteX128" fmla="*/ 5997218 w 6128435"/>
              <a:gd name="connsiteY128" fmla="*/ 5222031 h 6858000"/>
              <a:gd name="connsiteX129" fmla="*/ 6002116 w 6128435"/>
              <a:gd name="connsiteY129" fmla="*/ 5231223 h 6858000"/>
              <a:gd name="connsiteX130" fmla="*/ 6008541 w 6128435"/>
              <a:gd name="connsiteY130" fmla="*/ 5248680 h 6858000"/>
              <a:gd name="connsiteX131" fmla="*/ 6039260 w 6128435"/>
              <a:gd name="connsiteY131" fmla="*/ 5289518 h 6858000"/>
              <a:gd name="connsiteX132" fmla="*/ 6036748 w 6128435"/>
              <a:gd name="connsiteY132" fmla="*/ 5322752 h 6858000"/>
              <a:gd name="connsiteX133" fmla="*/ 6036943 w 6128435"/>
              <a:gd name="connsiteY133" fmla="*/ 5329480 h 6858000"/>
              <a:gd name="connsiteX134" fmla="*/ 6037236 w 6128435"/>
              <a:gd name="connsiteY134" fmla="*/ 5329634 h 6858000"/>
              <a:gd name="connsiteX135" fmla="*/ 6038019 w 6128435"/>
              <a:gd name="connsiteY135" fmla="*/ 5336764 h 6858000"/>
              <a:gd name="connsiteX136" fmla="*/ 6037298 w 6128435"/>
              <a:gd name="connsiteY136" fmla="*/ 5341753 h 6858000"/>
              <a:gd name="connsiteX137" fmla="*/ 6037677 w 6128435"/>
              <a:gd name="connsiteY137" fmla="*/ 5354807 h 6858000"/>
              <a:gd name="connsiteX138" fmla="*/ 6039728 w 6128435"/>
              <a:gd name="connsiteY138" fmla="*/ 5359416 h 6858000"/>
              <a:gd name="connsiteX139" fmla="*/ 6043311 w 6128435"/>
              <a:gd name="connsiteY139" fmla="*/ 5361407 h 6858000"/>
              <a:gd name="connsiteX140" fmla="*/ 6042954 w 6128435"/>
              <a:gd name="connsiteY140" fmla="*/ 5362576 h 6858000"/>
              <a:gd name="connsiteX141" fmla="*/ 6053435 w 6128435"/>
              <a:gd name="connsiteY141" fmla="*/ 5387547 h 6858000"/>
              <a:gd name="connsiteX142" fmla="*/ 6065933 w 6128435"/>
              <a:gd name="connsiteY142" fmla="*/ 5443002 h 6858000"/>
              <a:gd name="connsiteX143" fmla="*/ 6068640 w 6128435"/>
              <a:gd name="connsiteY143" fmla="*/ 5474503 h 6858000"/>
              <a:gd name="connsiteX144" fmla="*/ 6080922 w 6128435"/>
              <a:gd name="connsiteY144" fmla="*/ 5561070 h 6858000"/>
              <a:gd name="connsiteX145" fmla="*/ 6096949 w 6128435"/>
              <a:gd name="connsiteY145" fmla="*/ 5648179 h 6858000"/>
              <a:gd name="connsiteX146" fmla="*/ 6125703 w 6128435"/>
              <a:gd name="connsiteY146" fmla="*/ 5692894 h 6858000"/>
              <a:gd name="connsiteX147" fmla="*/ 6126670 w 6128435"/>
              <a:gd name="connsiteY147" fmla="*/ 5697882 h 6858000"/>
              <a:gd name="connsiteX148" fmla="*/ 6124061 w 6128435"/>
              <a:gd name="connsiteY148" fmla="*/ 5710294 h 6858000"/>
              <a:gd name="connsiteX149" fmla="*/ 6122213 w 6128435"/>
              <a:gd name="connsiteY149" fmla="*/ 5714762 h 6858000"/>
              <a:gd name="connsiteX150" fmla="*/ 6121353 w 6128435"/>
              <a:gd name="connsiteY150" fmla="*/ 5721725 h 6858000"/>
              <a:gd name="connsiteX151" fmla="*/ 6121607 w 6128435"/>
              <a:gd name="connsiteY151" fmla="*/ 5721959 h 6858000"/>
              <a:gd name="connsiteX152" fmla="*/ 6120262 w 6128435"/>
              <a:gd name="connsiteY152" fmla="*/ 5728358 h 6858000"/>
              <a:gd name="connsiteX153" fmla="*/ 6110194 w 6128435"/>
              <a:gd name="connsiteY153" fmla="*/ 5758853 h 6858000"/>
              <a:gd name="connsiteX154" fmla="*/ 6127519 w 6128435"/>
              <a:gd name="connsiteY154" fmla="*/ 5865775 h 6858000"/>
              <a:gd name="connsiteX155" fmla="*/ 6128435 w 6128435"/>
              <a:gd name="connsiteY155" fmla="*/ 5870164 h 6858000"/>
              <a:gd name="connsiteX156" fmla="*/ 6119217 w 6128435"/>
              <a:gd name="connsiteY156" fmla="*/ 5888542 h 6858000"/>
              <a:gd name="connsiteX157" fmla="*/ 6115966 w 6128435"/>
              <a:gd name="connsiteY157" fmla="*/ 5898387 h 6858000"/>
              <a:gd name="connsiteX158" fmla="*/ 6111924 w 6128435"/>
              <a:gd name="connsiteY158" fmla="*/ 5900444 h 6858000"/>
              <a:gd name="connsiteX159" fmla="*/ 6108716 w 6128435"/>
              <a:gd name="connsiteY159" fmla="*/ 5915345 h 6858000"/>
              <a:gd name="connsiteX160" fmla="*/ 6109524 w 6128435"/>
              <a:gd name="connsiteY160" fmla="*/ 5917328 h 6858000"/>
              <a:gd name="connsiteX161" fmla="*/ 6102493 w 6128435"/>
              <a:gd name="connsiteY161" fmla="*/ 5928602 h 6858000"/>
              <a:gd name="connsiteX162" fmla="*/ 6056863 w 6128435"/>
              <a:gd name="connsiteY162" fmla="*/ 6000643 h 6858000"/>
              <a:gd name="connsiteX163" fmla="*/ 6045436 w 6128435"/>
              <a:gd name="connsiteY163" fmla="*/ 6124480 h 6858000"/>
              <a:gd name="connsiteX164" fmla="*/ 6030489 w 6128435"/>
              <a:gd name="connsiteY164" fmla="*/ 6317666 h 6858000"/>
              <a:gd name="connsiteX165" fmla="*/ 6007492 w 6128435"/>
              <a:gd name="connsiteY165" fmla="*/ 6440818 h 6858000"/>
              <a:gd name="connsiteX166" fmla="*/ 6009467 w 6128435"/>
              <a:gd name="connsiteY166" fmla="*/ 6487076 h 6858000"/>
              <a:gd name="connsiteX167" fmla="*/ 5995064 w 6128435"/>
              <a:gd name="connsiteY167" fmla="*/ 6540791 h 6858000"/>
              <a:gd name="connsiteX168" fmla="*/ 5996309 w 6128435"/>
              <a:gd name="connsiteY168" fmla="*/ 6543961 h 6858000"/>
              <a:gd name="connsiteX169" fmla="*/ 5996048 w 6128435"/>
              <a:gd name="connsiteY169" fmla="*/ 6555444 h 6858000"/>
              <a:gd name="connsiteX170" fmla="*/ 6002524 w 6128435"/>
              <a:gd name="connsiteY170" fmla="*/ 6560188 h 6858000"/>
              <a:gd name="connsiteX171" fmla="*/ 6006823 w 6128435"/>
              <a:gd name="connsiteY171" fmla="*/ 6578546 h 6858000"/>
              <a:gd name="connsiteX172" fmla="*/ 6004510 w 6128435"/>
              <a:gd name="connsiteY172" fmla="*/ 6599256 h 6858000"/>
              <a:gd name="connsiteX173" fmla="*/ 5986207 w 6128435"/>
              <a:gd name="connsiteY173" fmla="*/ 6695855 h 6858000"/>
              <a:gd name="connsiteX174" fmla="*/ 5979428 w 6128435"/>
              <a:gd name="connsiteY174" fmla="*/ 6754678 h 6858000"/>
              <a:gd name="connsiteX175" fmla="*/ 5983398 w 6128435"/>
              <a:gd name="connsiteY175" fmla="*/ 6778641 h 6858000"/>
              <a:gd name="connsiteX176" fmla="*/ 5984543 w 6128435"/>
              <a:gd name="connsiteY176" fmla="*/ 6811016 h 6858000"/>
              <a:gd name="connsiteX177" fmla="*/ 5981802 w 6128435"/>
              <a:gd name="connsiteY177" fmla="*/ 6838578 h 6858000"/>
              <a:gd name="connsiteX178" fmla="*/ 5979671 w 6128435"/>
              <a:gd name="connsiteY178" fmla="*/ 6858000 h 6858000"/>
              <a:gd name="connsiteX179" fmla="*/ 0 w 6128435"/>
              <a:gd name="connsiteY179" fmla="*/ 6858000 h 6858000"/>
              <a:gd name="connsiteX180" fmla="*/ 0 w 6128435"/>
              <a:gd name="connsiteY180"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42602 w 6128435"/>
              <a:gd name="connsiteY47" fmla="*/ 2346782 h 6858000"/>
              <a:gd name="connsiteX48" fmla="*/ 5271650 w 6128435"/>
              <a:gd name="connsiteY48" fmla="*/ 2440467 h 6858000"/>
              <a:gd name="connsiteX49" fmla="*/ 5271438 w 6128435"/>
              <a:gd name="connsiteY49" fmla="*/ 2447186 h 6858000"/>
              <a:gd name="connsiteX50" fmla="*/ 5271722 w 6128435"/>
              <a:gd name="connsiteY50" fmla="*/ 2447359 h 6858000"/>
              <a:gd name="connsiteX51" fmla="*/ 5272069 w 6128435"/>
              <a:gd name="connsiteY51" fmla="*/ 2454523 h 6858000"/>
              <a:gd name="connsiteX52" fmla="*/ 5271049 w 6128435"/>
              <a:gd name="connsiteY52" fmla="*/ 2459442 h 6858000"/>
              <a:gd name="connsiteX53" fmla="*/ 5307538 w 6128435"/>
              <a:gd name="connsiteY53" fmla="*/ 2514685 h 6858000"/>
              <a:gd name="connsiteX54" fmla="*/ 5337604 w 6128435"/>
              <a:gd name="connsiteY54" fmla="*/ 2597632 h 6858000"/>
              <a:gd name="connsiteX55" fmla="*/ 5407503 w 6128435"/>
              <a:gd name="connsiteY55" fmla="*/ 2786290 h 6858000"/>
              <a:gd name="connsiteX56" fmla="*/ 5407356 w 6128435"/>
              <a:gd name="connsiteY56" fmla="*/ 2787545 h 6858000"/>
              <a:gd name="connsiteX57" fmla="*/ 5411130 w 6128435"/>
              <a:gd name="connsiteY57" fmla="*/ 2788640 h 6858000"/>
              <a:gd name="connsiteX58" fmla="*/ 5416439 w 6128435"/>
              <a:gd name="connsiteY58" fmla="*/ 2805666 h 6858000"/>
              <a:gd name="connsiteX59" fmla="*/ 5416589 w 6128435"/>
              <a:gd name="connsiteY59" fmla="*/ 2810822 h 6858000"/>
              <a:gd name="connsiteX60" fmla="*/ 5418542 w 6128435"/>
              <a:gd name="connsiteY60" fmla="*/ 2817745 h 6858000"/>
              <a:gd name="connsiteX61" fmla="*/ 5418847 w 6128435"/>
              <a:gd name="connsiteY61" fmla="*/ 2817825 h 6858000"/>
              <a:gd name="connsiteX62" fmla="*/ 5423364 w 6128435"/>
              <a:gd name="connsiteY62" fmla="*/ 2858292 h 6858000"/>
              <a:gd name="connsiteX63" fmla="*/ 5479298 w 6128435"/>
              <a:gd name="connsiteY63" fmla="*/ 2947791 h 6858000"/>
              <a:gd name="connsiteX64" fmla="*/ 5481770 w 6128435"/>
              <a:gd name="connsiteY64" fmla="*/ 2951352 h 6858000"/>
              <a:gd name="connsiteX65" fmla="*/ 5481013 w 6128435"/>
              <a:gd name="connsiteY65" fmla="*/ 2973461 h 6858000"/>
              <a:gd name="connsiteX66" fmla="*/ 5482045 w 6128435"/>
              <a:gd name="connsiteY66" fmla="*/ 2984371 h 6858000"/>
              <a:gd name="connsiteX67" fmla="*/ 5479405 w 6128435"/>
              <a:gd name="connsiteY67" fmla="*/ 2988507 h 6858000"/>
              <a:gd name="connsiteX68" fmla="*/ 5482415 w 6128435"/>
              <a:gd name="connsiteY68" fmla="*/ 3004079 h 6858000"/>
              <a:gd name="connsiteX69" fmla="*/ 5483865 w 6128435"/>
              <a:gd name="connsiteY69" fmla="*/ 3005467 h 6858000"/>
              <a:gd name="connsiteX70" fmla="*/ 5482236 w 6128435"/>
              <a:gd name="connsiteY70" fmla="*/ 3019791 h 6858000"/>
              <a:gd name="connsiteX71" fmla="*/ 5475895 w 6128435"/>
              <a:gd name="connsiteY71" fmla="*/ 3033578 h 6858000"/>
              <a:gd name="connsiteX72" fmla="*/ 5477595 w 6128435"/>
              <a:gd name="connsiteY72" fmla="*/ 3250534 h 6858000"/>
              <a:gd name="connsiteX73" fmla="*/ 5532836 w 6128435"/>
              <a:gd name="connsiteY73" fmla="*/ 3353840 h 6858000"/>
              <a:gd name="connsiteX74" fmla="*/ 5561229 w 6128435"/>
              <a:gd name="connsiteY74" fmla="*/ 3395784 h 6858000"/>
              <a:gd name="connsiteX75" fmla="*/ 5589758 w 6128435"/>
              <a:gd name="connsiteY75" fmla="*/ 3506453 h 6858000"/>
              <a:gd name="connsiteX76" fmla="*/ 5596144 w 6128435"/>
              <a:gd name="connsiteY76" fmla="*/ 3534624 h 6858000"/>
              <a:gd name="connsiteX77" fmla="*/ 5597750 w 6128435"/>
              <a:gd name="connsiteY77" fmla="*/ 3534129 h 6858000"/>
              <a:gd name="connsiteX78" fmla="*/ 5599700 w 6128435"/>
              <a:gd name="connsiteY78" fmla="*/ 3547221 h 6858000"/>
              <a:gd name="connsiteX79" fmla="*/ 5615031 w 6128435"/>
              <a:gd name="connsiteY79" fmla="*/ 3557482 h 6858000"/>
              <a:gd name="connsiteX80" fmla="*/ 5618377 w 6128435"/>
              <a:gd name="connsiteY80" fmla="*/ 3588431 h 6858000"/>
              <a:gd name="connsiteX81" fmla="*/ 5612155 w 6128435"/>
              <a:gd name="connsiteY81" fmla="*/ 3589869 h 6858000"/>
              <a:gd name="connsiteX82" fmla="*/ 5620843 w 6128435"/>
              <a:gd name="connsiteY82" fmla="*/ 3606745 h 6858000"/>
              <a:gd name="connsiteX83" fmla="*/ 5655472 w 6128435"/>
              <a:gd name="connsiteY83" fmla="*/ 3678877 h 6858000"/>
              <a:gd name="connsiteX84" fmla="*/ 5680448 w 6128435"/>
              <a:gd name="connsiteY84" fmla="*/ 3717760 h 6858000"/>
              <a:gd name="connsiteX85" fmla="*/ 5683015 w 6128435"/>
              <a:gd name="connsiteY85" fmla="*/ 3762025 h 6858000"/>
              <a:gd name="connsiteX86" fmla="*/ 5696643 w 6128435"/>
              <a:gd name="connsiteY86" fmla="*/ 3773888 h 6858000"/>
              <a:gd name="connsiteX87" fmla="*/ 5699203 w 6128435"/>
              <a:gd name="connsiteY87" fmla="*/ 3775823 h 6858000"/>
              <a:gd name="connsiteX88" fmla="*/ 5704824 w 6128435"/>
              <a:gd name="connsiteY88" fmla="*/ 3785966 h 6858000"/>
              <a:gd name="connsiteX89" fmla="*/ 5712204 w 6128435"/>
              <a:gd name="connsiteY89" fmla="*/ 3785830 h 6858000"/>
              <a:gd name="connsiteX90" fmla="*/ 5724816 w 6128435"/>
              <a:gd name="connsiteY90" fmla="*/ 3798949 h 6858000"/>
              <a:gd name="connsiteX91" fmla="*/ 5733539 w 6128435"/>
              <a:gd name="connsiteY91" fmla="*/ 3818457 h 6858000"/>
              <a:gd name="connsiteX92" fmla="*/ 5768491 w 6128435"/>
              <a:gd name="connsiteY92" fmla="*/ 3914399 h 6858000"/>
              <a:gd name="connsiteX93" fmla="*/ 5793123 w 6128435"/>
              <a:gd name="connsiteY93" fmla="*/ 3969952 h 6858000"/>
              <a:gd name="connsiteX94" fmla="*/ 5808321 w 6128435"/>
              <a:gd name="connsiteY94" fmla="*/ 3988153 h 6858000"/>
              <a:gd name="connsiteX95" fmla="*/ 5825621 w 6128435"/>
              <a:gd name="connsiteY95" fmla="*/ 4015525 h 6858000"/>
              <a:gd name="connsiteX96" fmla="*/ 5860672 w 6128435"/>
              <a:gd name="connsiteY96" fmla="*/ 4061579 h 6858000"/>
              <a:gd name="connsiteX97" fmla="*/ 5872173 w 6128435"/>
              <a:gd name="connsiteY97" fmla="*/ 4088497 h 6858000"/>
              <a:gd name="connsiteX98" fmla="*/ 5883705 w 6128435"/>
              <a:gd name="connsiteY98" fmla="*/ 4101899 h 6858000"/>
              <a:gd name="connsiteX99" fmla="*/ 5885314 w 6128435"/>
              <a:gd name="connsiteY99" fmla="*/ 4108387 h 6858000"/>
              <a:gd name="connsiteX100" fmla="*/ 5894095 w 6128435"/>
              <a:gd name="connsiteY100" fmla="*/ 4128857 h 6858000"/>
              <a:gd name="connsiteX101" fmla="*/ 5898339 w 6128435"/>
              <a:gd name="connsiteY101" fmla="*/ 4140800 h 6858000"/>
              <a:gd name="connsiteX102" fmla="*/ 5899734 w 6128435"/>
              <a:gd name="connsiteY102" fmla="*/ 4145632 h 6858000"/>
              <a:gd name="connsiteX103" fmla="*/ 5897098 w 6128435"/>
              <a:gd name="connsiteY103" fmla="*/ 4157819 h 6858000"/>
              <a:gd name="connsiteX104" fmla="*/ 5903513 w 6128435"/>
              <a:gd name="connsiteY104" fmla="*/ 4187661 h 6858000"/>
              <a:gd name="connsiteX105" fmla="*/ 5917114 w 6128435"/>
              <a:gd name="connsiteY105" fmla="*/ 4213096 h 6858000"/>
              <a:gd name="connsiteX106" fmla="*/ 5921153 w 6128435"/>
              <a:gd name="connsiteY106" fmla="*/ 4236222 h 6858000"/>
              <a:gd name="connsiteX107" fmla="*/ 5924233 w 6128435"/>
              <a:gd name="connsiteY107" fmla="*/ 4242060 h 6858000"/>
              <a:gd name="connsiteX108" fmla="*/ 5928910 w 6128435"/>
              <a:gd name="connsiteY108" fmla="*/ 4300973 h 6858000"/>
              <a:gd name="connsiteX109" fmla="*/ 5939320 w 6128435"/>
              <a:gd name="connsiteY109" fmla="*/ 4340435 h 6858000"/>
              <a:gd name="connsiteX110" fmla="*/ 5946705 w 6128435"/>
              <a:gd name="connsiteY110" fmla="*/ 4428051 h 6858000"/>
              <a:gd name="connsiteX111" fmla="*/ 5949261 w 6128435"/>
              <a:gd name="connsiteY111" fmla="*/ 4449185 h 6858000"/>
              <a:gd name="connsiteX112" fmla="*/ 5957504 w 6128435"/>
              <a:gd name="connsiteY112" fmla="*/ 4465911 h 6858000"/>
              <a:gd name="connsiteX113" fmla="*/ 5964689 w 6128435"/>
              <a:gd name="connsiteY113" fmla="*/ 4468532 h 6858000"/>
              <a:gd name="connsiteX114" fmla="*/ 5967062 w 6128435"/>
              <a:gd name="connsiteY114" fmla="*/ 4479923 h 6858000"/>
              <a:gd name="connsiteX115" fmla="*/ 5968960 w 6128435"/>
              <a:gd name="connsiteY115" fmla="*/ 4482655 h 6858000"/>
              <a:gd name="connsiteX116" fmla="*/ 5978567 w 6128435"/>
              <a:gd name="connsiteY116" fmla="*/ 4498605 h 6858000"/>
              <a:gd name="connsiteX117" fmla="*/ 5980106 w 6128435"/>
              <a:gd name="connsiteY117" fmla="*/ 4585087 h 6858000"/>
              <a:gd name="connsiteX118" fmla="*/ 5998138 w 6128435"/>
              <a:gd name="connsiteY118" fmla="*/ 4697518 h 6858000"/>
              <a:gd name="connsiteX119" fmla="*/ 6013516 w 6128435"/>
              <a:gd name="connsiteY119" fmla="*/ 4786619 h 6858000"/>
              <a:gd name="connsiteX120" fmla="*/ 6025404 w 6128435"/>
              <a:gd name="connsiteY120" fmla="*/ 4858148 h 6858000"/>
              <a:gd name="connsiteX121" fmla="*/ 6007749 w 6128435"/>
              <a:gd name="connsiteY121" fmla="*/ 4964715 h 6858000"/>
              <a:gd name="connsiteX122" fmla="*/ 6005269 w 6128435"/>
              <a:gd name="connsiteY122" fmla="*/ 5150567 h 6858000"/>
              <a:gd name="connsiteX123" fmla="*/ 6001127 w 6128435"/>
              <a:gd name="connsiteY123" fmla="*/ 5164609 h 6858000"/>
              <a:gd name="connsiteX124" fmla="*/ 5996647 w 6128435"/>
              <a:gd name="connsiteY124" fmla="*/ 5185640 h 6858000"/>
              <a:gd name="connsiteX125" fmla="*/ 5998514 w 6128435"/>
              <a:gd name="connsiteY125" fmla="*/ 5189673 h 6858000"/>
              <a:gd name="connsiteX126" fmla="*/ 5995970 w 6128435"/>
              <a:gd name="connsiteY126" fmla="*/ 5221547 h 6858000"/>
              <a:gd name="connsiteX127" fmla="*/ 5997218 w 6128435"/>
              <a:gd name="connsiteY127" fmla="*/ 5222031 h 6858000"/>
              <a:gd name="connsiteX128" fmla="*/ 6002116 w 6128435"/>
              <a:gd name="connsiteY128" fmla="*/ 5231223 h 6858000"/>
              <a:gd name="connsiteX129" fmla="*/ 6008541 w 6128435"/>
              <a:gd name="connsiteY129" fmla="*/ 5248680 h 6858000"/>
              <a:gd name="connsiteX130" fmla="*/ 6039260 w 6128435"/>
              <a:gd name="connsiteY130" fmla="*/ 5289518 h 6858000"/>
              <a:gd name="connsiteX131" fmla="*/ 6036748 w 6128435"/>
              <a:gd name="connsiteY131" fmla="*/ 5322752 h 6858000"/>
              <a:gd name="connsiteX132" fmla="*/ 6036943 w 6128435"/>
              <a:gd name="connsiteY132" fmla="*/ 5329480 h 6858000"/>
              <a:gd name="connsiteX133" fmla="*/ 6037236 w 6128435"/>
              <a:gd name="connsiteY133" fmla="*/ 5329634 h 6858000"/>
              <a:gd name="connsiteX134" fmla="*/ 6038019 w 6128435"/>
              <a:gd name="connsiteY134" fmla="*/ 5336764 h 6858000"/>
              <a:gd name="connsiteX135" fmla="*/ 6037298 w 6128435"/>
              <a:gd name="connsiteY135" fmla="*/ 5341753 h 6858000"/>
              <a:gd name="connsiteX136" fmla="*/ 6037677 w 6128435"/>
              <a:gd name="connsiteY136" fmla="*/ 5354807 h 6858000"/>
              <a:gd name="connsiteX137" fmla="*/ 6039728 w 6128435"/>
              <a:gd name="connsiteY137" fmla="*/ 5359416 h 6858000"/>
              <a:gd name="connsiteX138" fmla="*/ 6043311 w 6128435"/>
              <a:gd name="connsiteY138" fmla="*/ 5361407 h 6858000"/>
              <a:gd name="connsiteX139" fmla="*/ 6042954 w 6128435"/>
              <a:gd name="connsiteY139" fmla="*/ 5362576 h 6858000"/>
              <a:gd name="connsiteX140" fmla="*/ 6053435 w 6128435"/>
              <a:gd name="connsiteY140" fmla="*/ 5387547 h 6858000"/>
              <a:gd name="connsiteX141" fmla="*/ 6065933 w 6128435"/>
              <a:gd name="connsiteY141" fmla="*/ 5443002 h 6858000"/>
              <a:gd name="connsiteX142" fmla="*/ 6068640 w 6128435"/>
              <a:gd name="connsiteY142" fmla="*/ 5474503 h 6858000"/>
              <a:gd name="connsiteX143" fmla="*/ 6080922 w 6128435"/>
              <a:gd name="connsiteY143" fmla="*/ 5561070 h 6858000"/>
              <a:gd name="connsiteX144" fmla="*/ 6096949 w 6128435"/>
              <a:gd name="connsiteY144" fmla="*/ 5648179 h 6858000"/>
              <a:gd name="connsiteX145" fmla="*/ 6125703 w 6128435"/>
              <a:gd name="connsiteY145" fmla="*/ 5692894 h 6858000"/>
              <a:gd name="connsiteX146" fmla="*/ 6126670 w 6128435"/>
              <a:gd name="connsiteY146" fmla="*/ 5697882 h 6858000"/>
              <a:gd name="connsiteX147" fmla="*/ 6124061 w 6128435"/>
              <a:gd name="connsiteY147" fmla="*/ 5710294 h 6858000"/>
              <a:gd name="connsiteX148" fmla="*/ 6122213 w 6128435"/>
              <a:gd name="connsiteY148" fmla="*/ 5714762 h 6858000"/>
              <a:gd name="connsiteX149" fmla="*/ 6121353 w 6128435"/>
              <a:gd name="connsiteY149" fmla="*/ 5721725 h 6858000"/>
              <a:gd name="connsiteX150" fmla="*/ 6121607 w 6128435"/>
              <a:gd name="connsiteY150" fmla="*/ 5721959 h 6858000"/>
              <a:gd name="connsiteX151" fmla="*/ 6120262 w 6128435"/>
              <a:gd name="connsiteY151" fmla="*/ 5728358 h 6858000"/>
              <a:gd name="connsiteX152" fmla="*/ 6110194 w 6128435"/>
              <a:gd name="connsiteY152" fmla="*/ 5758853 h 6858000"/>
              <a:gd name="connsiteX153" fmla="*/ 6127519 w 6128435"/>
              <a:gd name="connsiteY153" fmla="*/ 5865775 h 6858000"/>
              <a:gd name="connsiteX154" fmla="*/ 6128435 w 6128435"/>
              <a:gd name="connsiteY154" fmla="*/ 5870164 h 6858000"/>
              <a:gd name="connsiteX155" fmla="*/ 6119217 w 6128435"/>
              <a:gd name="connsiteY155" fmla="*/ 5888542 h 6858000"/>
              <a:gd name="connsiteX156" fmla="*/ 6115966 w 6128435"/>
              <a:gd name="connsiteY156" fmla="*/ 5898387 h 6858000"/>
              <a:gd name="connsiteX157" fmla="*/ 6111924 w 6128435"/>
              <a:gd name="connsiteY157" fmla="*/ 5900444 h 6858000"/>
              <a:gd name="connsiteX158" fmla="*/ 6108716 w 6128435"/>
              <a:gd name="connsiteY158" fmla="*/ 5915345 h 6858000"/>
              <a:gd name="connsiteX159" fmla="*/ 6109524 w 6128435"/>
              <a:gd name="connsiteY159" fmla="*/ 5917328 h 6858000"/>
              <a:gd name="connsiteX160" fmla="*/ 6102493 w 6128435"/>
              <a:gd name="connsiteY160" fmla="*/ 5928602 h 6858000"/>
              <a:gd name="connsiteX161" fmla="*/ 6056863 w 6128435"/>
              <a:gd name="connsiteY161" fmla="*/ 6000643 h 6858000"/>
              <a:gd name="connsiteX162" fmla="*/ 6045436 w 6128435"/>
              <a:gd name="connsiteY162" fmla="*/ 6124480 h 6858000"/>
              <a:gd name="connsiteX163" fmla="*/ 6030489 w 6128435"/>
              <a:gd name="connsiteY163" fmla="*/ 6317666 h 6858000"/>
              <a:gd name="connsiteX164" fmla="*/ 6007492 w 6128435"/>
              <a:gd name="connsiteY164" fmla="*/ 6440818 h 6858000"/>
              <a:gd name="connsiteX165" fmla="*/ 6009467 w 6128435"/>
              <a:gd name="connsiteY165" fmla="*/ 6487076 h 6858000"/>
              <a:gd name="connsiteX166" fmla="*/ 5995064 w 6128435"/>
              <a:gd name="connsiteY166" fmla="*/ 6540791 h 6858000"/>
              <a:gd name="connsiteX167" fmla="*/ 5996309 w 6128435"/>
              <a:gd name="connsiteY167" fmla="*/ 6543961 h 6858000"/>
              <a:gd name="connsiteX168" fmla="*/ 5996048 w 6128435"/>
              <a:gd name="connsiteY168" fmla="*/ 6555444 h 6858000"/>
              <a:gd name="connsiteX169" fmla="*/ 6002524 w 6128435"/>
              <a:gd name="connsiteY169" fmla="*/ 6560188 h 6858000"/>
              <a:gd name="connsiteX170" fmla="*/ 6006823 w 6128435"/>
              <a:gd name="connsiteY170" fmla="*/ 6578546 h 6858000"/>
              <a:gd name="connsiteX171" fmla="*/ 6004510 w 6128435"/>
              <a:gd name="connsiteY171" fmla="*/ 6599256 h 6858000"/>
              <a:gd name="connsiteX172" fmla="*/ 5986207 w 6128435"/>
              <a:gd name="connsiteY172" fmla="*/ 6695855 h 6858000"/>
              <a:gd name="connsiteX173" fmla="*/ 5979428 w 6128435"/>
              <a:gd name="connsiteY173" fmla="*/ 6754678 h 6858000"/>
              <a:gd name="connsiteX174" fmla="*/ 5983398 w 6128435"/>
              <a:gd name="connsiteY174" fmla="*/ 6778641 h 6858000"/>
              <a:gd name="connsiteX175" fmla="*/ 5984543 w 6128435"/>
              <a:gd name="connsiteY175" fmla="*/ 6811016 h 6858000"/>
              <a:gd name="connsiteX176" fmla="*/ 5981802 w 6128435"/>
              <a:gd name="connsiteY176" fmla="*/ 6838578 h 6858000"/>
              <a:gd name="connsiteX177" fmla="*/ 5979671 w 6128435"/>
              <a:gd name="connsiteY177" fmla="*/ 6858000 h 6858000"/>
              <a:gd name="connsiteX178" fmla="*/ 0 w 6128435"/>
              <a:gd name="connsiteY178" fmla="*/ 6858000 h 6858000"/>
              <a:gd name="connsiteX179" fmla="*/ 0 w 6128435"/>
              <a:gd name="connsiteY179"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38267 w 6128435"/>
              <a:gd name="connsiteY46" fmla="*/ 2337277 h 6858000"/>
              <a:gd name="connsiteX47" fmla="*/ 5271650 w 6128435"/>
              <a:gd name="connsiteY47" fmla="*/ 2440467 h 6858000"/>
              <a:gd name="connsiteX48" fmla="*/ 5271438 w 6128435"/>
              <a:gd name="connsiteY48" fmla="*/ 2447186 h 6858000"/>
              <a:gd name="connsiteX49" fmla="*/ 5271722 w 6128435"/>
              <a:gd name="connsiteY49" fmla="*/ 2447359 h 6858000"/>
              <a:gd name="connsiteX50" fmla="*/ 5272069 w 6128435"/>
              <a:gd name="connsiteY50" fmla="*/ 2454523 h 6858000"/>
              <a:gd name="connsiteX51" fmla="*/ 5271049 w 6128435"/>
              <a:gd name="connsiteY51" fmla="*/ 2459442 h 6858000"/>
              <a:gd name="connsiteX52" fmla="*/ 5307538 w 6128435"/>
              <a:gd name="connsiteY52" fmla="*/ 2514685 h 6858000"/>
              <a:gd name="connsiteX53" fmla="*/ 5337604 w 6128435"/>
              <a:gd name="connsiteY53" fmla="*/ 2597632 h 6858000"/>
              <a:gd name="connsiteX54" fmla="*/ 5407503 w 6128435"/>
              <a:gd name="connsiteY54" fmla="*/ 2786290 h 6858000"/>
              <a:gd name="connsiteX55" fmla="*/ 5407356 w 6128435"/>
              <a:gd name="connsiteY55" fmla="*/ 2787545 h 6858000"/>
              <a:gd name="connsiteX56" fmla="*/ 5411130 w 6128435"/>
              <a:gd name="connsiteY56" fmla="*/ 2788640 h 6858000"/>
              <a:gd name="connsiteX57" fmla="*/ 5416439 w 6128435"/>
              <a:gd name="connsiteY57" fmla="*/ 2805666 h 6858000"/>
              <a:gd name="connsiteX58" fmla="*/ 5416589 w 6128435"/>
              <a:gd name="connsiteY58" fmla="*/ 2810822 h 6858000"/>
              <a:gd name="connsiteX59" fmla="*/ 5418542 w 6128435"/>
              <a:gd name="connsiteY59" fmla="*/ 2817745 h 6858000"/>
              <a:gd name="connsiteX60" fmla="*/ 5418847 w 6128435"/>
              <a:gd name="connsiteY60" fmla="*/ 2817825 h 6858000"/>
              <a:gd name="connsiteX61" fmla="*/ 5423364 w 6128435"/>
              <a:gd name="connsiteY61" fmla="*/ 2858292 h 6858000"/>
              <a:gd name="connsiteX62" fmla="*/ 5479298 w 6128435"/>
              <a:gd name="connsiteY62" fmla="*/ 2947791 h 6858000"/>
              <a:gd name="connsiteX63" fmla="*/ 5481770 w 6128435"/>
              <a:gd name="connsiteY63" fmla="*/ 2951352 h 6858000"/>
              <a:gd name="connsiteX64" fmla="*/ 5481013 w 6128435"/>
              <a:gd name="connsiteY64" fmla="*/ 2973461 h 6858000"/>
              <a:gd name="connsiteX65" fmla="*/ 5482045 w 6128435"/>
              <a:gd name="connsiteY65" fmla="*/ 2984371 h 6858000"/>
              <a:gd name="connsiteX66" fmla="*/ 5479405 w 6128435"/>
              <a:gd name="connsiteY66" fmla="*/ 2988507 h 6858000"/>
              <a:gd name="connsiteX67" fmla="*/ 5482415 w 6128435"/>
              <a:gd name="connsiteY67" fmla="*/ 3004079 h 6858000"/>
              <a:gd name="connsiteX68" fmla="*/ 5483865 w 6128435"/>
              <a:gd name="connsiteY68" fmla="*/ 3005467 h 6858000"/>
              <a:gd name="connsiteX69" fmla="*/ 5482236 w 6128435"/>
              <a:gd name="connsiteY69" fmla="*/ 3019791 h 6858000"/>
              <a:gd name="connsiteX70" fmla="*/ 5475895 w 6128435"/>
              <a:gd name="connsiteY70" fmla="*/ 3033578 h 6858000"/>
              <a:gd name="connsiteX71" fmla="*/ 5477595 w 6128435"/>
              <a:gd name="connsiteY71" fmla="*/ 3250534 h 6858000"/>
              <a:gd name="connsiteX72" fmla="*/ 5532836 w 6128435"/>
              <a:gd name="connsiteY72" fmla="*/ 3353840 h 6858000"/>
              <a:gd name="connsiteX73" fmla="*/ 5561229 w 6128435"/>
              <a:gd name="connsiteY73" fmla="*/ 3395784 h 6858000"/>
              <a:gd name="connsiteX74" fmla="*/ 5589758 w 6128435"/>
              <a:gd name="connsiteY74" fmla="*/ 3506453 h 6858000"/>
              <a:gd name="connsiteX75" fmla="*/ 5596144 w 6128435"/>
              <a:gd name="connsiteY75" fmla="*/ 3534624 h 6858000"/>
              <a:gd name="connsiteX76" fmla="*/ 5597750 w 6128435"/>
              <a:gd name="connsiteY76" fmla="*/ 3534129 h 6858000"/>
              <a:gd name="connsiteX77" fmla="*/ 5599700 w 6128435"/>
              <a:gd name="connsiteY77" fmla="*/ 3547221 h 6858000"/>
              <a:gd name="connsiteX78" fmla="*/ 5615031 w 6128435"/>
              <a:gd name="connsiteY78" fmla="*/ 3557482 h 6858000"/>
              <a:gd name="connsiteX79" fmla="*/ 5618377 w 6128435"/>
              <a:gd name="connsiteY79" fmla="*/ 3588431 h 6858000"/>
              <a:gd name="connsiteX80" fmla="*/ 5612155 w 6128435"/>
              <a:gd name="connsiteY80" fmla="*/ 3589869 h 6858000"/>
              <a:gd name="connsiteX81" fmla="*/ 5620843 w 6128435"/>
              <a:gd name="connsiteY81" fmla="*/ 3606745 h 6858000"/>
              <a:gd name="connsiteX82" fmla="*/ 5655472 w 6128435"/>
              <a:gd name="connsiteY82" fmla="*/ 3678877 h 6858000"/>
              <a:gd name="connsiteX83" fmla="*/ 5680448 w 6128435"/>
              <a:gd name="connsiteY83" fmla="*/ 3717760 h 6858000"/>
              <a:gd name="connsiteX84" fmla="*/ 5683015 w 6128435"/>
              <a:gd name="connsiteY84" fmla="*/ 3762025 h 6858000"/>
              <a:gd name="connsiteX85" fmla="*/ 5696643 w 6128435"/>
              <a:gd name="connsiteY85" fmla="*/ 3773888 h 6858000"/>
              <a:gd name="connsiteX86" fmla="*/ 5699203 w 6128435"/>
              <a:gd name="connsiteY86" fmla="*/ 3775823 h 6858000"/>
              <a:gd name="connsiteX87" fmla="*/ 5704824 w 6128435"/>
              <a:gd name="connsiteY87" fmla="*/ 3785966 h 6858000"/>
              <a:gd name="connsiteX88" fmla="*/ 5712204 w 6128435"/>
              <a:gd name="connsiteY88" fmla="*/ 3785830 h 6858000"/>
              <a:gd name="connsiteX89" fmla="*/ 5724816 w 6128435"/>
              <a:gd name="connsiteY89" fmla="*/ 3798949 h 6858000"/>
              <a:gd name="connsiteX90" fmla="*/ 5733539 w 6128435"/>
              <a:gd name="connsiteY90" fmla="*/ 3818457 h 6858000"/>
              <a:gd name="connsiteX91" fmla="*/ 5768491 w 6128435"/>
              <a:gd name="connsiteY91" fmla="*/ 3914399 h 6858000"/>
              <a:gd name="connsiteX92" fmla="*/ 5793123 w 6128435"/>
              <a:gd name="connsiteY92" fmla="*/ 3969952 h 6858000"/>
              <a:gd name="connsiteX93" fmla="*/ 5808321 w 6128435"/>
              <a:gd name="connsiteY93" fmla="*/ 3988153 h 6858000"/>
              <a:gd name="connsiteX94" fmla="*/ 5825621 w 6128435"/>
              <a:gd name="connsiteY94" fmla="*/ 4015525 h 6858000"/>
              <a:gd name="connsiteX95" fmla="*/ 5860672 w 6128435"/>
              <a:gd name="connsiteY95" fmla="*/ 4061579 h 6858000"/>
              <a:gd name="connsiteX96" fmla="*/ 5872173 w 6128435"/>
              <a:gd name="connsiteY96" fmla="*/ 4088497 h 6858000"/>
              <a:gd name="connsiteX97" fmla="*/ 5883705 w 6128435"/>
              <a:gd name="connsiteY97" fmla="*/ 4101899 h 6858000"/>
              <a:gd name="connsiteX98" fmla="*/ 5885314 w 6128435"/>
              <a:gd name="connsiteY98" fmla="*/ 4108387 h 6858000"/>
              <a:gd name="connsiteX99" fmla="*/ 5894095 w 6128435"/>
              <a:gd name="connsiteY99" fmla="*/ 4128857 h 6858000"/>
              <a:gd name="connsiteX100" fmla="*/ 5898339 w 6128435"/>
              <a:gd name="connsiteY100" fmla="*/ 4140800 h 6858000"/>
              <a:gd name="connsiteX101" fmla="*/ 5899734 w 6128435"/>
              <a:gd name="connsiteY101" fmla="*/ 4145632 h 6858000"/>
              <a:gd name="connsiteX102" fmla="*/ 5897098 w 6128435"/>
              <a:gd name="connsiteY102" fmla="*/ 4157819 h 6858000"/>
              <a:gd name="connsiteX103" fmla="*/ 5903513 w 6128435"/>
              <a:gd name="connsiteY103" fmla="*/ 4187661 h 6858000"/>
              <a:gd name="connsiteX104" fmla="*/ 5917114 w 6128435"/>
              <a:gd name="connsiteY104" fmla="*/ 4213096 h 6858000"/>
              <a:gd name="connsiteX105" fmla="*/ 5921153 w 6128435"/>
              <a:gd name="connsiteY105" fmla="*/ 4236222 h 6858000"/>
              <a:gd name="connsiteX106" fmla="*/ 5924233 w 6128435"/>
              <a:gd name="connsiteY106" fmla="*/ 4242060 h 6858000"/>
              <a:gd name="connsiteX107" fmla="*/ 5928910 w 6128435"/>
              <a:gd name="connsiteY107" fmla="*/ 4300973 h 6858000"/>
              <a:gd name="connsiteX108" fmla="*/ 5939320 w 6128435"/>
              <a:gd name="connsiteY108" fmla="*/ 4340435 h 6858000"/>
              <a:gd name="connsiteX109" fmla="*/ 5946705 w 6128435"/>
              <a:gd name="connsiteY109" fmla="*/ 4428051 h 6858000"/>
              <a:gd name="connsiteX110" fmla="*/ 5949261 w 6128435"/>
              <a:gd name="connsiteY110" fmla="*/ 4449185 h 6858000"/>
              <a:gd name="connsiteX111" fmla="*/ 5957504 w 6128435"/>
              <a:gd name="connsiteY111" fmla="*/ 4465911 h 6858000"/>
              <a:gd name="connsiteX112" fmla="*/ 5964689 w 6128435"/>
              <a:gd name="connsiteY112" fmla="*/ 4468532 h 6858000"/>
              <a:gd name="connsiteX113" fmla="*/ 5967062 w 6128435"/>
              <a:gd name="connsiteY113" fmla="*/ 4479923 h 6858000"/>
              <a:gd name="connsiteX114" fmla="*/ 5968960 w 6128435"/>
              <a:gd name="connsiteY114" fmla="*/ 4482655 h 6858000"/>
              <a:gd name="connsiteX115" fmla="*/ 5978567 w 6128435"/>
              <a:gd name="connsiteY115" fmla="*/ 4498605 h 6858000"/>
              <a:gd name="connsiteX116" fmla="*/ 5980106 w 6128435"/>
              <a:gd name="connsiteY116" fmla="*/ 4585087 h 6858000"/>
              <a:gd name="connsiteX117" fmla="*/ 5998138 w 6128435"/>
              <a:gd name="connsiteY117" fmla="*/ 4697518 h 6858000"/>
              <a:gd name="connsiteX118" fmla="*/ 6013516 w 6128435"/>
              <a:gd name="connsiteY118" fmla="*/ 4786619 h 6858000"/>
              <a:gd name="connsiteX119" fmla="*/ 6025404 w 6128435"/>
              <a:gd name="connsiteY119" fmla="*/ 4858148 h 6858000"/>
              <a:gd name="connsiteX120" fmla="*/ 6007749 w 6128435"/>
              <a:gd name="connsiteY120" fmla="*/ 4964715 h 6858000"/>
              <a:gd name="connsiteX121" fmla="*/ 6005269 w 6128435"/>
              <a:gd name="connsiteY121" fmla="*/ 5150567 h 6858000"/>
              <a:gd name="connsiteX122" fmla="*/ 6001127 w 6128435"/>
              <a:gd name="connsiteY122" fmla="*/ 5164609 h 6858000"/>
              <a:gd name="connsiteX123" fmla="*/ 5996647 w 6128435"/>
              <a:gd name="connsiteY123" fmla="*/ 5185640 h 6858000"/>
              <a:gd name="connsiteX124" fmla="*/ 5998514 w 6128435"/>
              <a:gd name="connsiteY124" fmla="*/ 5189673 h 6858000"/>
              <a:gd name="connsiteX125" fmla="*/ 5995970 w 6128435"/>
              <a:gd name="connsiteY125" fmla="*/ 5221547 h 6858000"/>
              <a:gd name="connsiteX126" fmla="*/ 5997218 w 6128435"/>
              <a:gd name="connsiteY126" fmla="*/ 5222031 h 6858000"/>
              <a:gd name="connsiteX127" fmla="*/ 6002116 w 6128435"/>
              <a:gd name="connsiteY127" fmla="*/ 5231223 h 6858000"/>
              <a:gd name="connsiteX128" fmla="*/ 6008541 w 6128435"/>
              <a:gd name="connsiteY128" fmla="*/ 5248680 h 6858000"/>
              <a:gd name="connsiteX129" fmla="*/ 6039260 w 6128435"/>
              <a:gd name="connsiteY129" fmla="*/ 5289518 h 6858000"/>
              <a:gd name="connsiteX130" fmla="*/ 6036748 w 6128435"/>
              <a:gd name="connsiteY130" fmla="*/ 5322752 h 6858000"/>
              <a:gd name="connsiteX131" fmla="*/ 6036943 w 6128435"/>
              <a:gd name="connsiteY131" fmla="*/ 5329480 h 6858000"/>
              <a:gd name="connsiteX132" fmla="*/ 6037236 w 6128435"/>
              <a:gd name="connsiteY132" fmla="*/ 5329634 h 6858000"/>
              <a:gd name="connsiteX133" fmla="*/ 6038019 w 6128435"/>
              <a:gd name="connsiteY133" fmla="*/ 5336764 h 6858000"/>
              <a:gd name="connsiteX134" fmla="*/ 6037298 w 6128435"/>
              <a:gd name="connsiteY134" fmla="*/ 5341753 h 6858000"/>
              <a:gd name="connsiteX135" fmla="*/ 6037677 w 6128435"/>
              <a:gd name="connsiteY135" fmla="*/ 5354807 h 6858000"/>
              <a:gd name="connsiteX136" fmla="*/ 6039728 w 6128435"/>
              <a:gd name="connsiteY136" fmla="*/ 5359416 h 6858000"/>
              <a:gd name="connsiteX137" fmla="*/ 6043311 w 6128435"/>
              <a:gd name="connsiteY137" fmla="*/ 5361407 h 6858000"/>
              <a:gd name="connsiteX138" fmla="*/ 6042954 w 6128435"/>
              <a:gd name="connsiteY138" fmla="*/ 5362576 h 6858000"/>
              <a:gd name="connsiteX139" fmla="*/ 6053435 w 6128435"/>
              <a:gd name="connsiteY139" fmla="*/ 5387547 h 6858000"/>
              <a:gd name="connsiteX140" fmla="*/ 6065933 w 6128435"/>
              <a:gd name="connsiteY140" fmla="*/ 5443002 h 6858000"/>
              <a:gd name="connsiteX141" fmla="*/ 6068640 w 6128435"/>
              <a:gd name="connsiteY141" fmla="*/ 5474503 h 6858000"/>
              <a:gd name="connsiteX142" fmla="*/ 6080922 w 6128435"/>
              <a:gd name="connsiteY142" fmla="*/ 5561070 h 6858000"/>
              <a:gd name="connsiteX143" fmla="*/ 6096949 w 6128435"/>
              <a:gd name="connsiteY143" fmla="*/ 5648179 h 6858000"/>
              <a:gd name="connsiteX144" fmla="*/ 6125703 w 6128435"/>
              <a:gd name="connsiteY144" fmla="*/ 5692894 h 6858000"/>
              <a:gd name="connsiteX145" fmla="*/ 6126670 w 6128435"/>
              <a:gd name="connsiteY145" fmla="*/ 5697882 h 6858000"/>
              <a:gd name="connsiteX146" fmla="*/ 6124061 w 6128435"/>
              <a:gd name="connsiteY146" fmla="*/ 5710294 h 6858000"/>
              <a:gd name="connsiteX147" fmla="*/ 6122213 w 6128435"/>
              <a:gd name="connsiteY147" fmla="*/ 5714762 h 6858000"/>
              <a:gd name="connsiteX148" fmla="*/ 6121353 w 6128435"/>
              <a:gd name="connsiteY148" fmla="*/ 5721725 h 6858000"/>
              <a:gd name="connsiteX149" fmla="*/ 6121607 w 6128435"/>
              <a:gd name="connsiteY149" fmla="*/ 5721959 h 6858000"/>
              <a:gd name="connsiteX150" fmla="*/ 6120262 w 6128435"/>
              <a:gd name="connsiteY150" fmla="*/ 5728358 h 6858000"/>
              <a:gd name="connsiteX151" fmla="*/ 6110194 w 6128435"/>
              <a:gd name="connsiteY151" fmla="*/ 5758853 h 6858000"/>
              <a:gd name="connsiteX152" fmla="*/ 6127519 w 6128435"/>
              <a:gd name="connsiteY152" fmla="*/ 5865775 h 6858000"/>
              <a:gd name="connsiteX153" fmla="*/ 6128435 w 6128435"/>
              <a:gd name="connsiteY153" fmla="*/ 5870164 h 6858000"/>
              <a:gd name="connsiteX154" fmla="*/ 6119217 w 6128435"/>
              <a:gd name="connsiteY154" fmla="*/ 5888542 h 6858000"/>
              <a:gd name="connsiteX155" fmla="*/ 6115966 w 6128435"/>
              <a:gd name="connsiteY155" fmla="*/ 5898387 h 6858000"/>
              <a:gd name="connsiteX156" fmla="*/ 6111924 w 6128435"/>
              <a:gd name="connsiteY156" fmla="*/ 5900444 h 6858000"/>
              <a:gd name="connsiteX157" fmla="*/ 6108716 w 6128435"/>
              <a:gd name="connsiteY157" fmla="*/ 5915345 h 6858000"/>
              <a:gd name="connsiteX158" fmla="*/ 6109524 w 6128435"/>
              <a:gd name="connsiteY158" fmla="*/ 5917328 h 6858000"/>
              <a:gd name="connsiteX159" fmla="*/ 6102493 w 6128435"/>
              <a:gd name="connsiteY159" fmla="*/ 5928602 h 6858000"/>
              <a:gd name="connsiteX160" fmla="*/ 6056863 w 6128435"/>
              <a:gd name="connsiteY160" fmla="*/ 6000643 h 6858000"/>
              <a:gd name="connsiteX161" fmla="*/ 6045436 w 6128435"/>
              <a:gd name="connsiteY161" fmla="*/ 6124480 h 6858000"/>
              <a:gd name="connsiteX162" fmla="*/ 6030489 w 6128435"/>
              <a:gd name="connsiteY162" fmla="*/ 6317666 h 6858000"/>
              <a:gd name="connsiteX163" fmla="*/ 6007492 w 6128435"/>
              <a:gd name="connsiteY163" fmla="*/ 6440818 h 6858000"/>
              <a:gd name="connsiteX164" fmla="*/ 6009467 w 6128435"/>
              <a:gd name="connsiteY164" fmla="*/ 6487076 h 6858000"/>
              <a:gd name="connsiteX165" fmla="*/ 5995064 w 6128435"/>
              <a:gd name="connsiteY165" fmla="*/ 6540791 h 6858000"/>
              <a:gd name="connsiteX166" fmla="*/ 5996309 w 6128435"/>
              <a:gd name="connsiteY166" fmla="*/ 6543961 h 6858000"/>
              <a:gd name="connsiteX167" fmla="*/ 5996048 w 6128435"/>
              <a:gd name="connsiteY167" fmla="*/ 6555444 h 6858000"/>
              <a:gd name="connsiteX168" fmla="*/ 6002524 w 6128435"/>
              <a:gd name="connsiteY168" fmla="*/ 6560188 h 6858000"/>
              <a:gd name="connsiteX169" fmla="*/ 6006823 w 6128435"/>
              <a:gd name="connsiteY169" fmla="*/ 6578546 h 6858000"/>
              <a:gd name="connsiteX170" fmla="*/ 6004510 w 6128435"/>
              <a:gd name="connsiteY170" fmla="*/ 6599256 h 6858000"/>
              <a:gd name="connsiteX171" fmla="*/ 5986207 w 6128435"/>
              <a:gd name="connsiteY171" fmla="*/ 6695855 h 6858000"/>
              <a:gd name="connsiteX172" fmla="*/ 5979428 w 6128435"/>
              <a:gd name="connsiteY172" fmla="*/ 6754678 h 6858000"/>
              <a:gd name="connsiteX173" fmla="*/ 5983398 w 6128435"/>
              <a:gd name="connsiteY173" fmla="*/ 6778641 h 6858000"/>
              <a:gd name="connsiteX174" fmla="*/ 5984543 w 6128435"/>
              <a:gd name="connsiteY174" fmla="*/ 6811016 h 6858000"/>
              <a:gd name="connsiteX175" fmla="*/ 5981802 w 6128435"/>
              <a:gd name="connsiteY175" fmla="*/ 6838578 h 6858000"/>
              <a:gd name="connsiteX176" fmla="*/ 5979671 w 6128435"/>
              <a:gd name="connsiteY176" fmla="*/ 6858000 h 6858000"/>
              <a:gd name="connsiteX177" fmla="*/ 0 w 6128435"/>
              <a:gd name="connsiteY177" fmla="*/ 6858000 h 6858000"/>
              <a:gd name="connsiteX178" fmla="*/ 0 w 6128435"/>
              <a:gd name="connsiteY178"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37050 w 6128435"/>
              <a:gd name="connsiteY45" fmla="*/ 2336703 h 6858000"/>
              <a:gd name="connsiteX46" fmla="*/ 5271650 w 6128435"/>
              <a:gd name="connsiteY46" fmla="*/ 2440467 h 6858000"/>
              <a:gd name="connsiteX47" fmla="*/ 5271438 w 6128435"/>
              <a:gd name="connsiteY47" fmla="*/ 2447186 h 6858000"/>
              <a:gd name="connsiteX48" fmla="*/ 5271722 w 6128435"/>
              <a:gd name="connsiteY48" fmla="*/ 2447359 h 6858000"/>
              <a:gd name="connsiteX49" fmla="*/ 5272069 w 6128435"/>
              <a:gd name="connsiteY49" fmla="*/ 2454523 h 6858000"/>
              <a:gd name="connsiteX50" fmla="*/ 5271049 w 6128435"/>
              <a:gd name="connsiteY50" fmla="*/ 2459442 h 6858000"/>
              <a:gd name="connsiteX51" fmla="*/ 5307538 w 6128435"/>
              <a:gd name="connsiteY51" fmla="*/ 2514685 h 6858000"/>
              <a:gd name="connsiteX52" fmla="*/ 5337604 w 6128435"/>
              <a:gd name="connsiteY52" fmla="*/ 2597632 h 6858000"/>
              <a:gd name="connsiteX53" fmla="*/ 5407503 w 6128435"/>
              <a:gd name="connsiteY53" fmla="*/ 2786290 h 6858000"/>
              <a:gd name="connsiteX54" fmla="*/ 5407356 w 6128435"/>
              <a:gd name="connsiteY54" fmla="*/ 2787545 h 6858000"/>
              <a:gd name="connsiteX55" fmla="*/ 5411130 w 6128435"/>
              <a:gd name="connsiteY55" fmla="*/ 2788640 h 6858000"/>
              <a:gd name="connsiteX56" fmla="*/ 5416439 w 6128435"/>
              <a:gd name="connsiteY56" fmla="*/ 2805666 h 6858000"/>
              <a:gd name="connsiteX57" fmla="*/ 5416589 w 6128435"/>
              <a:gd name="connsiteY57" fmla="*/ 2810822 h 6858000"/>
              <a:gd name="connsiteX58" fmla="*/ 5418542 w 6128435"/>
              <a:gd name="connsiteY58" fmla="*/ 2817745 h 6858000"/>
              <a:gd name="connsiteX59" fmla="*/ 5418847 w 6128435"/>
              <a:gd name="connsiteY59" fmla="*/ 2817825 h 6858000"/>
              <a:gd name="connsiteX60" fmla="*/ 5423364 w 6128435"/>
              <a:gd name="connsiteY60" fmla="*/ 2858292 h 6858000"/>
              <a:gd name="connsiteX61" fmla="*/ 5479298 w 6128435"/>
              <a:gd name="connsiteY61" fmla="*/ 2947791 h 6858000"/>
              <a:gd name="connsiteX62" fmla="*/ 5481770 w 6128435"/>
              <a:gd name="connsiteY62" fmla="*/ 2951352 h 6858000"/>
              <a:gd name="connsiteX63" fmla="*/ 5481013 w 6128435"/>
              <a:gd name="connsiteY63" fmla="*/ 2973461 h 6858000"/>
              <a:gd name="connsiteX64" fmla="*/ 5482045 w 6128435"/>
              <a:gd name="connsiteY64" fmla="*/ 2984371 h 6858000"/>
              <a:gd name="connsiteX65" fmla="*/ 5479405 w 6128435"/>
              <a:gd name="connsiteY65" fmla="*/ 2988507 h 6858000"/>
              <a:gd name="connsiteX66" fmla="*/ 5482415 w 6128435"/>
              <a:gd name="connsiteY66" fmla="*/ 3004079 h 6858000"/>
              <a:gd name="connsiteX67" fmla="*/ 5483865 w 6128435"/>
              <a:gd name="connsiteY67" fmla="*/ 3005467 h 6858000"/>
              <a:gd name="connsiteX68" fmla="*/ 5482236 w 6128435"/>
              <a:gd name="connsiteY68" fmla="*/ 3019791 h 6858000"/>
              <a:gd name="connsiteX69" fmla="*/ 5475895 w 6128435"/>
              <a:gd name="connsiteY69" fmla="*/ 3033578 h 6858000"/>
              <a:gd name="connsiteX70" fmla="*/ 5477595 w 6128435"/>
              <a:gd name="connsiteY70" fmla="*/ 3250534 h 6858000"/>
              <a:gd name="connsiteX71" fmla="*/ 5532836 w 6128435"/>
              <a:gd name="connsiteY71" fmla="*/ 3353840 h 6858000"/>
              <a:gd name="connsiteX72" fmla="*/ 5561229 w 6128435"/>
              <a:gd name="connsiteY72" fmla="*/ 3395784 h 6858000"/>
              <a:gd name="connsiteX73" fmla="*/ 5589758 w 6128435"/>
              <a:gd name="connsiteY73" fmla="*/ 3506453 h 6858000"/>
              <a:gd name="connsiteX74" fmla="*/ 5596144 w 6128435"/>
              <a:gd name="connsiteY74" fmla="*/ 3534624 h 6858000"/>
              <a:gd name="connsiteX75" fmla="*/ 5597750 w 6128435"/>
              <a:gd name="connsiteY75" fmla="*/ 3534129 h 6858000"/>
              <a:gd name="connsiteX76" fmla="*/ 5599700 w 6128435"/>
              <a:gd name="connsiteY76" fmla="*/ 3547221 h 6858000"/>
              <a:gd name="connsiteX77" fmla="*/ 5615031 w 6128435"/>
              <a:gd name="connsiteY77" fmla="*/ 3557482 h 6858000"/>
              <a:gd name="connsiteX78" fmla="*/ 5618377 w 6128435"/>
              <a:gd name="connsiteY78" fmla="*/ 3588431 h 6858000"/>
              <a:gd name="connsiteX79" fmla="*/ 5612155 w 6128435"/>
              <a:gd name="connsiteY79" fmla="*/ 3589869 h 6858000"/>
              <a:gd name="connsiteX80" fmla="*/ 5620843 w 6128435"/>
              <a:gd name="connsiteY80" fmla="*/ 3606745 h 6858000"/>
              <a:gd name="connsiteX81" fmla="*/ 5655472 w 6128435"/>
              <a:gd name="connsiteY81" fmla="*/ 3678877 h 6858000"/>
              <a:gd name="connsiteX82" fmla="*/ 5680448 w 6128435"/>
              <a:gd name="connsiteY82" fmla="*/ 3717760 h 6858000"/>
              <a:gd name="connsiteX83" fmla="*/ 5683015 w 6128435"/>
              <a:gd name="connsiteY83" fmla="*/ 3762025 h 6858000"/>
              <a:gd name="connsiteX84" fmla="*/ 5696643 w 6128435"/>
              <a:gd name="connsiteY84" fmla="*/ 3773888 h 6858000"/>
              <a:gd name="connsiteX85" fmla="*/ 5699203 w 6128435"/>
              <a:gd name="connsiteY85" fmla="*/ 3775823 h 6858000"/>
              <a:gd name="connsiteX86" fmla="*/ 5704824 w 6128435"/>
              <a:gd name="connsiteY86" fmla="*/ 3785966 h 6858000"/>
              <a:gd name="connsiteX87" fmla="*/ 5712204 w 6128435"/>
              <a:gd name="connsiteY87" fmla="*/ 3785830 h 6858000"/>
              <a:gd name="connsiteX88" fmla="*/ 5724816 w 6128435"/>
              <a:gd name="connsiteY88" fmla="*/ 3798949 h 6858000"/>
              <a:gd name="connsiteX89" fmla="*/ 5733539 w 6128435"/>
              <a:gd name="connsiteY89" fmla="*/ 3818457 h 6858000"/>
              <a:gd name="connsiteX90" fmla="*/ 5768491 w 6128435"/>
              <a:gd name="connsiteY90" fmla="*/ 3914399 h 6858000"/>
              <a:gd name="connsiteX91" fmla="*/ 5793123 w 6128435"/>
              <a:gd name="connsiteY91" fmla="*/ 3969952 h 6858000"/>
              <a:gd name="connsiteX92" fmla="*/ 5808321 w 6128435"/>
              <a:gd name="connsiteY92" fmla="*/ 3988153 h 6858000"/>
              <a:gd name="connsiteX93" fmla="*/ 5825621 w 6128435"/>
              <a:gd name="connsiteY93" fmla="*/ 4015525 h 6858000"/>
              <a:gd name="connsiteX94" fmla="*/ 5860672 w 6128435"/>
              <a:gd name="connsiteY94" fmla="*/ 4061579 h 6858000"/>
              <a:gd name="connsiteX95" fmla="*/ 5872173 w 6128435"/>
              <a:gd name="connsiteY95" fmla="*/ 4088497 h 6858000"/>
              <a:gd name="connsiteX96" fmla="*/ 5883705 w 6128435"/>
              <a:gd name="connsiteY96" fmla="*/ 4101899 h 6858000"/>
              <a:gd name="connsiteX97" fmla="*/ 5885314 w 6128435"/>
              <a:gd name="connsiteY97" fmla="*/ 4108387 h 6858000"/>
              <a:gd name="connsiteX98" fmla="*/ 5894095 w 6128435"/>
              <a:gd name="connsiteY98" fmla="*/ 4128857 h 6858000"/>
              <a:gd name="connsiteX99" fmla="*/ 5898339 w 6128435"/>
              <a:gd name="connsiteY99" fmla="*/ 4140800 h 6858000"/>
              <a:gd name="connsiteX100" fmla="*/ 5899734 w 6128435"/>
              <a:gd name="connsiteY100" fmla="*/ 4145632 h 6858000"/>
              <a:gd name="connsiteX101" fmla="*/ 5897098 w 6128435"/>
              <a:gd name="connsiteY101" fmla="*/ 4157819 h 6858000"/>
              <a:gd name="connsiteX102" fmla="*/ 5903513 w 6128435"/>
              <a:gd name="connsiteY102" fmla="*/ 4187661 h 6858000"/>
              <a:gd name="connsiteX103" fmla="*/ 5917114 w 6128435"/>
              <a:gd name="connsiteY103" fmla="*/ 4213096 h 6858000"/>
              <a:gd name="connsiteX104" fmla="*/ 5921153 w 6128435"/>
              <a:gd name="connsiteY104" fmla="*/ 4236222 h 6858000"/>
              <a:gd name="connsiteX105" fmla="*/ 5924233 w 6128435"/>
              <a:gd name="connsiteY105" fmla="*/ 4242060 h 6858000"/>
              <a:gd name="connsiteX106" fmla="*/ 5928910 w 6128435"/>
              <a:gd name="connsiteY106" fmla="*/ 4300973 h 6858000"/>
              <a:gd name="connsiteX107" fmla="*/ 5939320 w 6128435"/>
              <a:gd name="connsiteY107" fmla="*/ 4340435 h 6858000"/>
              <a:gd name="connsiteX108" fmla="*/ 5946705 w 6128435"/>
              <a:gd name="connsiteY108" fmla="*/ 4428051 h 6858000"/>
              <a:gd name="connsiteX109" fmla="*/ 5949261 w 6128435"/>
              <a:gd name="connsiteY109" fmla="*/ 4449185 h 6858000"/>
              <a:gd name="connsiteX110" fmla="*/ 5957504 w 6128435"/>
              <a:gd name="connsiteY110" fmla="*/ 4465911 h 6858000"/>
              <a:gd name="connsiteX111" fmla="*/ 5964689 w 6128435"/>
              <a:gd name="connsiteY111" fmla="*/ 4468532 h 6858000"/>
              <a:gd name="connsiteX112" fmla="*/ 5967062 w 6128435"/>
              <a:gd name="connsiteY112" fmla="*/ 4479923 h 6858000"/>
              <a:gd name="connsiteX113" fmla="*/ 5968960 w 6128435"/>
              <a:gd name="connsiteY113" fmla="*/ 4482655 h 6858000"/>
              <a:gd name="connsiteX114" fmla="*/ 5978567 w 6128435"/>
              <a:gd name="connsiteY114" fmla="*/ 4498605 h 6858000"/>
              <a:gd name="connsiteX115" fmla="*/ 5980106 w 6128435"/>
              <a:gd name="connsiteY115" fmla="*/ 4585087 h 6858000"/>
              <a:gd name="connsiteX116" fmla="*/ 5998138 w 6128435"/>
              <a:gd name="connsiteY116" fmla="*/ 4697518 h 6858000"/>
              <a:gd name="connsiteX117" fmla="*/ 6013516 w 6128435"/>
              <a:gd name="connsiteY117" fmla="*/ 4786619 h 6858000"/>
              <a:gd name="connsiteX118" fmla="*/ 6025404 w 6128435"/>
              <a:gd name="connsiteY118" fmla="*/ 4858148 h 6858000"/>
              <a:gd name="connsiteX119" fmla="*/ 6007749 w 6128435"/>
              <a:gd name="connsiteY119" fmla="*/ 4964715 h 6858000"/>
              <a:gd name="connsiteX120" fmla="*/ 6005269 w 6128435"/>
              <a:gd name="connsiteY120" fmla="*/ 5150567 h 6858000"/>
              <a:gd name="connsiteX121" fmla="*/ 6001127 w 6128435"/>
              <a:gd name="connsiteY121" fmla="*/ 5164609 h 6858000"/>
              <a:gd name="connsiteX122" fmla="*/ 5996647 w 6128435"/>
              <a:gd name="connsiteY122" fmla="*/ 5185640 h 6858000"/>
              <a:gd name="connsiteX123" fmla="*/ 5998514 w 6128435"/>
              <a:gd name="connsiteY123" fmla="*/ 5189673 h 6858000"/>
              <a:gd name="connsiteX124" fmla="*/ 5995970 w 6128435"/>
              <a:gd name="connsiteY124" fmla="*/ 5221547 h 6858000"/>
              <a:gd name="connsiteX125" fmla="*/ 5997218 w 6128435"/>
              <a:gd name="connsiteY125" fmla="*/ 5222031 h 6858000"/>
              <a:gd name="connsiteX126" fmla="*/ 6002116 w 6128435"/>
              <a:gd name="connsiteY126" fmla="*/ 5231223 h 6858000"/>
              <a:gd name="connsiteX127" fmla="*/ 6008541 w 6128435"/>
              <a:gd name="connsiteY127" fmla="*/ 5248680 h 6858000"/>
              <a:gd name="connsiteX128" fmla="*/ 6039260 w 6128435"/>
              <a:gd name="connsiteY128" fmla="*/ 5289518 h 6858000"/>
              <a:gd name="connsiteX129" fmla="*/ 6036748 w 6128435"/>
              <a:gd name="connsiteY129" fmla="*/ 5322752 h 6858000"/>
              <a:gd name="connsiteX130" fmla="*/ 6036943 w 6128435"/>
              <a:gd name="connsiteY130" fmla="*/ 5329480 h 6858000"/>
              <a:gd name="connsiteX131" fmla="*/ 6037236 w 6128435"/>
              <a:gd name="connsiteY131" fmla="*/ 5329634 h 6858000"/>
              <a:gd name="connsiteX132" fmla="*/ 6038019 w 6128435"/>
              <a:gd name="connsiteY132" fmla="*/ 5336764 h 6858000"/>
              <a:gd name="connsiteX133" fmla="*/ 6037298 w 6128435"/>
              <a:gd name="connsiteY133" fmla="*/ 5341753 h 6858000"/>
              <a:gd name="connsiteX134" fmla="*/ 6037677 w 6128435"/>
              <a:gd name="connsiteY134" fmla="*/ 5354807 h 6858000"/>
              <a:gd name="connsiteX135" fmla="*/ 6039728 w 6128435"/>
              <a:gd name="connsiteY135" fmla="*/ 5359416 h 6858000"/>
              <a:gd name="connsiteX136" fmla="*/ 6043311 w 6128435"/>
              <a:gd name="connsiteY136" fmla="*/ 5361407 h 6858000"/>
              <a:gd name="connsiteX137" fmla="*/ 6042954 w 6128435"/>
              <a:gd name="connsiteY137" fmla="*/ 5362576 h 6858000"/>
              <a:gd name="connsiteX138" fmla="*/ 6053435 w 6128435"/>
              <a:gd name="connsiteY138" fmla="*/ 5387547 h 6858000"/>
              <a:gd name="connsiteX139" fmla="*/ 6065933 w 6128435"/>
              <a:gd name="connsiteY139" fmla="*/ 5443002 h 6858000"/>
              <a:gd name="connsiteX140" fmla="*/ 6068640 w 6128435"/>
              <a:gd name="connsiteY140" fmla="*/ 5474503 h 6858000"/>
              <a:gd name="connsiteX141" fmla="*/ 6080922 w 6128435"/>
              <a:gd name="connsiteY141" fmla="*/ 5561070 h 6858000"/>
              <a:gd name="connsiteX142" fmla="*/ 6096949 w 6128435"/>
              <a:gd name="connsiteY142" fmla="*/ 5648179 h 6858000"/>
              <a:gd name="connsiteX143" fmla="*/ 6125703 w 6128435"/>
              <a:gd name="connsiteY143" fmla="*/ 5692894 h 6858000"/>
              <a:gd name="connsiteX144" fmla="*/ 6126670 w 6128435"/>
              <a:gd name="connsiteY144" fmla="*/ 5697882 h 6858000"/>
              <a:gd name="connsiteX145" fmla="*/ 6124061 w 6128435"/>
              <a:gd name="connsiteY145" fmla="*/ 5710294 h 6858000"/>
              <a:gd name="connsiteX146" fmla="*/ 6122213 w 6128435"/>
              <a:gd name="connsiteY146" fmla="*/ 5714762 h 6858000"/>
              <a:gd name="connsiteX147" fmla="*/ 6121353 w 6128435"/>
              <a:gd name="connsiteY147" fmla="*/ 5721725 h 6858000"/>
              <a:gd name="connsiteX148" fmla="*/ 6121607 w 6128435"/>
              <a:gd name="connsiteY148" fmla="*/ 5721959 h 6858000"/>
              <a:gd name="connsiteX149" fmla="*/ 6120262 w 6128435"/>
              <a:gd name="connsiteY149" fmla="*/ 5728358 h 6858000"/>
              <a:gd name="connsiteX150" fmla="*/ 6110194 w 6128435"/>
              <a:gd name="connsiteY150" fmla="*/ 5758853 h 6858000"/>
              <a:gd name="connsiteX151" fmla="*/ 6127519 w 6128435"/>
              <a:gd name="connsiteY151" fmla="*/ 5865775 h 6858000"/>
              <a:gd name="connsiteX152" fmla="*/ 6128435 w 6128435"/>
              <a:gd name="connsiteY152" fmla="*/ 5870164 h 6858000"/>
              <a:gd name="connsiteX153" fmla="*/ 6119217 w 6128435"/>
              <a:gd name="connsiteY153" fmla="*/ 5888542 h 6858000"/>
              <a:gd name="connsiteX154" fmla="*/ 6115966 w 6128435"/>
              <a:gd name="connsiteY154" fmla="*/ 5898387 h 6858000"/>
              <a:gd name="connsiteX155" fmla="*/ 6111924 w 6128435"/>
              <a:gd name="connsiteY155" fmla="*/ 5900444 h 6858000"/>
              <a:gd name="connsiteX156" fmla="*/ 6108716 w 6128435"/>
              <a:gd name="connsiteY156" fmla="*/ 5915345 h 6858000"/>
              <a:gd name="connsiteX157" fmla="*/ 6109524 w 6128435"/>
              <a:gd name="connsiteY157" fmla="*/ 5917328 h 6858000"/>
              <a:gd name="connsiteX158" fmla="*/ 6102493 w 6128435"/>
              <a:gd name="connsiteY158" fmla="*/ 5928602 h 6858000"/>
              <a:gd name="connsiteX159" fmla="*/ 6056863 w 6128435"/>
              <a:gd name="connsiteY159" fmla="*/ 6000643 h 6858000"/>
              <a:gd name="connsiteX160" fmla="*/ 6045436 w 6128435"/>
              <a:gd name="connsiteY160" fmla="*/ 6124480 h 6858000"/>
              <a:gd name="connsiteX161" fmla="*/ 6030489 w 6128435"/>
              <a:gd name="connsiteY161" fmla="*/ 6317666 h 6858000"/>
              <a:gd name="connsiteX162" fmla="*/ 6007492 w 6128435"/>
              <a:gd name="connsiteY162" fmla="*/ 6440818 h 6858000"/>
              <a:gd name="connsiteX163" fmla="*/ 6009467 w 6128435"/>
              <a:gd name="connsiteY163" fmla="*/ 6487076 h 6858000"/>
              <a:gd name="connsiteX164" fmla="*/ 5995064 w 6128435"/>
              <a:gd name="connsiteY164" fmla="*/ 6540791 h 6858000"/>
              <a:gd name="connsiteX165" fmla="*/ 5996309 w 6128435"/>
              <a:gd name="connsiteY165" fmla="*/ 6543961 h 6858000"/>
              <a:gd name="connsiteX166" fmla="*/ 5996048 w 6128435"/>
              <a:gd name="connsiteY166" fmla="*/ 6555444 h 6858000"/>
              <a:gd name="connsiteX167" fmla="*/ 6002524 w 6128435"/>
              <a:gd name="connsiteY167" fmla="*/ 6560188 h 6858000"/>
              <a:gd name="connsiteX168" fmla="*/ 6006823 w 6128435"/>
              <a:gd name="connsiteY168" fmla="*/ 6578546 h 6858000"/>
              <a:gd name="connsiteX169" fmla="*/ 6004510 w 6128435"/>
              <a:gd name="connsiteY169" fmla="*/ 6599256 h 6858000"/>
              <a:gd name="connsiteX170" fmla="*/ 5986207 w 6128435"/>
              <a:gd name="connsiteY170" fmla="*/ 6695855 h 6858000"/>
              <a:gd name="connsiteX171" fmla="*/ 5979428 w 6128435"/>
              <a:gd name="connsiteY171" fmla="*/ 6754678 h 6858000"/>
              <a:gd name="connsiteX172" fmla="*/ 5983398 w 6128435"/>
              <a:gd name="connsiteY172" fmla="*/ 6778641 h 6858000"/>
              <a:gd name="connsiteX173" fmla="*/ 5984543 w 6128435"/>
              <a:gd name="connsiteY173" fmla="*/ 6811016 h 6858000"/>
              <a:gd name="connsiteX174" fmla="*/ 5981802 w 6128435"/>
              <a:gd name="connsiteY174" fmla="*/ 6838578 h 6858000"/>
              <a:gd name="connsiteX175" fmla="*/ 5979671 w 6128435"/>
              <a:gd name="connsiteY175" fmla="*/ 6858000 h 6858000"/>
              <a:gd name="connsiteX176" fmla="*/ 0 w 6128435"/>
              <a:gd name="connsiteY176" fmla="*/ 6858000 h 6858000"/>
              <a:gd name="connsiteX177" fmla="*/ 0 w 6128435"/>
              <a:gd name="connsiteY17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41522 w 6128435"/>
              <a:gd name="connsiteY44" fmla="*/ 2305114 h 6858000"/>
              <a:gd name="connsiteX45" fmla="*/ 5298758 w 6128435"/>
              <a:gd name="connsiteY45" fmla="*/ 2375971 h 6858000"/>
              <a:gd name="connsiteX46" fmla="*/ 5271650 w 6128435"/>
              <a:gd name="connsiteY46" fmla="*/ 2440467 h 6858000"/>
              <a:gd name="connsiteX47" fmla="*/ 5271438 w 6128435"/>
              <a:gd name="connsiteY47" fmla="*/ 2447186 h 6858000"/>
              <a:gd name="connsiteX48" fmla="*/ 5271722 w 6128435"/>
              <a:gd name="connsiteY48" fmla="*/ 2447359 h 6858000"/>
              <a:gd name="connsiteX49" fmla="*/ 5272069 w 6128435"/>
              <a:gd name="connsiteY49" fmla="*/ 2454523 h 6858000"/>
              <a:gd name="connsiteX50" fmla="*/ 5271049 w 6128435"/>
              <a:gd name="connsiteY50" fmla="*/ 2459442 h 6858000"/>
              <a:gd name="connsiteX51" fmla="*/ 5307538 w 6128435"/>
              <a:gd name="connsiteY51" fmla="*/ 2514685 h 6858000"/>
              <a:gd name="connsiteX52" fmla="*/ 5337604 w 6128435"/>
              <a:gd name="connsiteY52" fmla="*/ 2597632 h 6858000"/>
              <a:gd name="connsiteX53" fmla="*/ 5407503 w 6128435"/>
              <a:gd name="connsiteY53" fmla="*/ 2786290 h 6858000"/>
              <a:gd name="connsiteX54" fmla="*/ 5407356 w 6128435"/>
              <a:gd name="connsiteY54" fmla="*/ 2787545 h 6858000"/>
              <a:gd name="connsiteX55" fmla="*/ 5411130 w 6128435"/>
              <a:gd name="connsiteY55" fmla="*/ 2788640 h 6858000"/>
              <a:gd name="connsiteX56" fmla="*/ 5416439 w 6128435"/>
              <a:gd name="connsiteY56" fmla="*/ 2805666 h 6858000"/>
              <a:gd name="connsiteX57" fmla="*/ 5416589 w 6128435"/>
              <a:gd name="connsiteY57" fmla="*/ 2810822 h 6858000"/>
              <a:gd name="connsiteX58" fmla="*/ 5418542 w 6128435"/>
              <a:gd name="connsiteY58" fmla="*/ 2817745 h 6858000"/>
              <a:gd name="connsiteX59" fmla="*/ 5418847 w 6128435"/>
              <a:gd name="connsiteY59" fmla="*/ 2817825 h 6858000"/>
              <a:gd name="connsiteX60" fmla="*/ 5423364 w 6128435"/>
              <a:gd name="connsiteY60" fmla="*/ 2858292 h 6858000"/>
              <a:gd name="connsiteX61" fmla="*/ 5479298 w 6128435"/>
              <a:gd name="connsiteY61" fmla="*/ 2947791 h 6858000"/>
              <a:gd name="connsiteX62" fmla="*/ 5481770 w 6128435"/>
              <a:gd name="connsiteY62" fmla="*/ 2951352 h 6858000"/>
              <a:gd name="connsiteX63" fmla="*/ 5481013 w 6128435"/>
              <a:gd name="connsiteY63" fmla="*/ 2973461 h 6858000"/>
              <a:gd name="connsiteX64" fmla="*/ 5482045 w 6128435"/>
              <a:gd name="connsiteY64" fmla="*/ 2984371 h 6858000"/>
              <a:gd name="connsiteX65" fmla="*/ 5479405 w 6128435"/>
              <a:gd name="connsiteY65" fmla="*/ 2988507 h 6858000"/>
              <a:gd name="connsiteX66" fmla="*/ 5482415 w 6128435"/>
              <a:gd name="connsiteY66" fmla="*/ 3004079 h 6858000"/>
              <a:gd name="connsiteX67" fmla="*/ 5483865 w 6128435"/>
              <a:gd name="connsiteY67" fmla="*/ 3005467 h 6858000"/>
              <a:gd name="connsiteX68" fmla="*/ 5482236 w 6128435"/>
              <a:gd name="connsiteY68" fmla="*/ 3019791 h 6858000"/>
              <a:gd name="connsiteX69" fmla="*/ 5475895 w 6128435"/>
              <a:gd name="connsiteY69" fmla="*/ 3033578 h 6858000"/>
              <a:gd name="connsiteX70" fmla="*/ 5477595 w 6128435"/>
              <a:gd name="connsiteY70" fmla="*/ 3250534 h 6858000"/>
              <a:gd name="connsiteX71" fmla="*/ 5532836 w 6128435"/>
              <a:gd name="connsiteY71" fmla="*/ 3353840 h 6858000"/>
              <a:gd name="connsiteX72" fmla="*/ 5561229 w 6128435"/>
              <a:gd name="connsiteY72" fmla="*/ 3395784 h 6858000"/>
              <a:gd name="connsiteX73" fmla="*/ 5589758 w 6128435"/>
              <a:gd name="connsiteY73" fmla="*/ 3506453 h 6858000"/>
              <a:gd name="connsiteX74" fmla="*/ 5596144 w 6128435"/>
              <a:gd name="connsiteY74" fmla="*/ 3534624 h 6858000"/>
              <a:gd name="connsiteX75" fmla="*/ 5597750 w 6128435"/>
              <a:gd name="connsiteY75" fmla="*/ 3534129 h 6858000"/>
              <a:gd name="connsiteX76" fmla="*/ 5599700 w 6128435"/>
              <a:gd name="connsiteY76" fmla="*/ 3547221 h 6858000"/>
              <a:gd name="connsiteX77" fmla="*/ 5615031 w 6128435"/>
              <a:gd name="connsiteY77" fmla="*/ 3557482 h 6858000"/>
              <a:gd name="connsiteX78" fmla="*/ 5618377 w 6128435"/>
              <a:gd name="connsiteY78" fmla="*/ 3588431 h 6858000"/>
              <a:gd name="connsiteX79" fmla="*/ 5612155 w 6128435"/>
              <a:gd name="connsiteY79" fmla="*/ 3589869 h 6858000"/>
              <a:gd name="connsiteX80" fmla="*/ 5620843 w 6128435"/>
              <a:gd name="connsiteY80" fmla="*/ 3606745 h 6858000"/>
              <a:gd name="connsiteX81" fmla="*/ 5655472 w 6128435"/>
              <a:gd name="connsiteY81" fmla="*/ 3678877 h 6858000"/>
              <a:gd name="connsiteX82" fmla="*/ 5680448 w 6128435"/>
              <a:gd name="connsiteY82" fmla="*/ 3717760 h 6858000"/>
              <a:gd name="connsiteX83" fmla="*/ 5683015 w 6128435"/>
              <a:gd name="connsiteY83" fmla="*/ 3762025 h 6858000"/>
              <a:gd name="connsiteX84" fmla="*/ 5696643 w 6128435"/>
              <a:gd name="connsiteY84" fmla="*/ 3773888 h 6858000"/>
              <a:gd name="connsiteX85" fmla="*/ 5699203 w 6128435"/>
              <a:gd name="connsiteY85" fmla="*/ 3775823 h 6858000"/>
              <a:gd name="connsiteX86" fmla="*/ 5704824 w 6128435"/>
              <a:gd name="connsiteY86" fmla="*/ 3785966 h 6858000"/>
              <a:gd name="connsiteX87" fmla="*/ 5712204 w 6128435"/>
              <a:gd name="connsiteY87" fmla="*/ 3785830 h 6858000"/>
              <a:gd name="connsiteX88" fmla="*/ 5724816 w 6128435"/>
              <a:gd name="connsiteY88" fmla="*/ 3798949 h 6858000"/>
              <a:gd name="connsiteX89" fmla="*/ 5733539 w 6128435"/>
              <a:gd name="connsiteY89" fmla="*/ 3818457 h 6858000"/>
              <a:gd name="connsiteX90" fmla="*/ 5768491 w 6128435"/>
              <a:gd name="connsiteY90" fmla="*/ 3914399 h 6858000"/>
              <a:gd name="connsiteX91" fmla="*/ 5793123 w 6128435"/>
              <a:gd name="connsiteY91" fmla="*/ 3969952 h 6858000"/>
              <a:gd name="connsiteX92" fmla="*/ 5808321 w 6128435"/>
              <a:gd name="connsiteY92" fmla="*/ 3988153 h 6858000"/>
              <a:gd name="connsiteX93" fmla="*/ 5825621 w 6128435"/>
              <a:gd name="connsiteY93" fmla="*/ 4015525 h 6858000"/>
              <a:gd name="connsiteX94" fmla="*/ 5860672 w 6128435"/>
              <a:gd name="connsiteY94" fmla="*/ 4061579 h 6858000"/>
              <a:gd name="connsiteX95" fmla="*/ 5872173 w 6128435"/>
              <a:gd name="connsiteY95" fmla="*/ 4088497 h 6858000"/>
              <a:gd name="connsiteX96" fmla="*/ 5883705 w 6128435"/>
              <a:gd name="connsiteY96" fmla="*/ 4101899 h 6858000"/>
              <a:gd name="connsiteX97" fmla="*/ 5885314 w 6128435"/>
              <a:gd name="connsiteY97" fmla="*/ 4108387 h 6858000"/>
              <a:gd name="connsiteX98" fmla="*/ 5894095 w 6128435"/>
              <a:gd name="connsiteY98" fmla="*/ 4128857 h 6858000"/>
              <a:gd name="connsiteX99" fmla="*/ 5898339 w 6128435"/>
              <a:gd name="connsiteY99" fmla="*/ 4140800 h 6858000"/>
              <a:gd name="connsiteX100" fmla="*/ 5899734 w 6128435"/>
              <a:gd name="connsiteY100" fmla="*/ 4145632 h 6858000"/>
              <a:gd name="connsiteX101" fmla="*/ 5897098 w 6128435"/>
              <a:gd name="connsiteY101" fmla="*/ 4157819 h 6858000"/>
              <a:gd name="connsiteX102" fmla="*/ 5903513 w 6128435"/>
              <a:gd name="connsiteY102" fmla="*/ 4187661 h 6858000"/>
              <a:gd name="connsiteX103" fmla="*/ 5917114 w 6128435"/>
              <a:gd name="connsiteY103" fmla="*/ 4213096 h 6858000"/>
              <a:gd name="connsiteX104" fmla="*/ 5921153 w 6128435"/>
              <a:gd name="connsiteY104" fmla="*/ 4236222 h 6858000"/>
              <a:gd name="connsiteX105" fmla="*/ 5924233 w 6128435"/>
              <a:gd name="connsiteY105" fmla="*/ 4242060 h 6858000"/>
              <a:gd name="connsiteX106" fmla="*/ 5928910 w 6128435"/>
              <a:gd name="connsiteY106" fmla="*/ 4300973 h 6858000"/>
              <a:gd name="connsiteX107" fmla="*/ 5939320 w 6128435"/>
              <a:gd name="connsiteY107" fmla="*/ 4340435 h 6858000"/>
              <a:gd name="connsiteX108" fmla="*/ 5946705 w 6128435"/>
              <a:gd name="connsiteY108" fmla="*/ 4428051 h 6858000"/>
              <a:gd name="connsiteX109" fmla="*/ 5949261 w 6128435"/>
              <a:gd name="connsiteY109" fmla="*/ 4449185 h 6858000"/>
              <a:gd name="connsiteX110" fmla="*/ 5957504 w 6128435"/>
              <a:gd name="connsiteY110" fmla="*/ 4465911 h 6858000"/>
              <a:gd name="connsiteX111" fmla="*/ 5964689 w 6128435"/>
              <a:gd name="connsiteY111" fmla="*/ 4468532 h 6858000"/>
              <a:gd name="connsiteX112" fmla="*/ 5967062 w 6128435"/>
              <a:gd name="connsiteY112" fmla="*/ 4479923 h 6858000"/>
              <a:gd name="connsiteX113" fmla="*/ 5968960 w 6128435"/>
              <a:gd name="connsiteY113" fmla="*/ 4482655 h 6858000"/>
              <a:gd name="connsiteX114" fmla="*/ 5978567 w 6128435"/>
              <a:gd name="connsiteY114" fmla="*/ 4498605 h 6858000"/>
              <a:gd name="connsiteX115" fmla="*/ 5980106 w 6128435"/>
              <a:gd name="connsiteY115" fmla="*/ 4585087 h 6858000"/>
              <a:gd name="connsiteX116" fmla="*/ 5998138 w 6128435"/>
              <a:gd name="connsiteY116" fmla="*/ 4697518 h 6858000"/>
              <a:gd name="connsiteX117" fmla="*/ 6013516 w 6128435"/>
              <a:gd name="connsiteY117" fmla="*/ 4786619 h 6858000"/>
              <a:gd name="connsiteX118" fmla="*/ 6025404 w 6128435"/>
              <a:gd name="connsiteY118" fmla="*/ 4858148 h 6858000"/>
              <a:gd name="connsiteX119" fmla="*/ 6007749 w 6128435"/>
              <a:gd name="connsiteY119" fmla="*/ 4964715 h 6858000"/>
              <a:gd name="connsiteX120" fmla="*/ 6005269 w 6128435"/>
              <a:gd name="connsiteY120" fmla="*/ 5150567 h 6858000"/>
              <a:gd name="connsiteX121" fmla="*/ 6001127 w 6128435"/>
              <a:gd name="connsiteY121" fmla="*/ 5164609 h 6858000"/>
              <a:gd name="connsiteX122" fmla="*/ 5996647 w 6128435"/>
              <a:gd name="connsiteY122" fmla="*/ 5185640 h 6858000"/>
              <a:gd name="connsiteX123" fmla="*/ 5998514 w 6128435"/>
              <a:gd name="connsiteY123" fmla="*/ 5189673 h 6858000"/>
              <a:gd name="connsiteX124" fmla="*/ 5995970 w 6128435"/>
              <a:gd name="connsiteY124" fmla="*/ 5221547 h 6858000"/>
              <a:gd name="connsiteX125" fmla="*/ 5997218 w 6128435"/>
              <a:gd name="connsiteY125" fmla="*/ 5222031 h 6858000"/>
              <a:gd name="connsiteX126" fmla="*/ 6002116 w 6128435"/>
              <a:gd name="connsiteY126" fmla="*/ 5231223 h 6858000"/>
              <a:gd name="connsiteX127" fmla="*/ 6008541 w 6128435"/>
              <a:gd name="connsiteY127" fmla="*/ 5248680 h 6858000"/>
              <a:gd name="connsiteX128" fmla="*/ 6039260 w 6128435"/>
              <a:gd name="connsiteY128" fmla="*/ 5289518 h 6858000"/>
              <a:gd name="connsiteX129" fmla="*/ 6036748 w 6128435"/>
              <a:gd name="connsiteY129" fmla="*/ 5322752 h 6858000"/>
              <a:gd name="connsiteX130" fmla="*/ 6036943 w 6128435"/>
              <a:gd name="connsiteY130" fmla="*/ 5329480 h 6858000"/>
              <a:gd name="connsiteX131" fmla="*/ 6037236 w 6128435"/>
              <a:gd name="connsiteY131" fmla="*/ 5329634 h 6858000"/>
              <a:gd name="connsiteX132" fmla="*/ 6038019 w 6128435"/>
              <a:gd name="connsiteY132" fmla="*/ 5336764 h 6858000"/>
              <a:gd name="connsiteX133" fmla="*/ 6037298 w 6128435"/>
              <a:gd name="connsiteY133" fmla="*/ 5341753 h 6858000"/>
              <a:gd name="connsiteX134" fmla="*/ 6037677 w 6128435"/>
              <a:gd name="connsiteY134" fmla="*/ 5354807 h 6858000"/>
              <a:gd name="connsiteX135" fmla="*/ 6039728 w 6128435"/>
              <a:gd name="connsiteY135" fmla="*/ 5359416 h 6858000"/>
              <a:gd name="connsiteX136" fmla="*/ 6043311 w 6128435"/>
              <a:gd name="connsiteY136" fmla="*/ 5361407 h 6858000"/>
              <a:gd name="connsiteX137" fmla="*/ 6042954 w 6128435"/>
              <a:gd name="connsiteY137" fmla="*/ 5362576 h 6858000"/>
              <a:gd name="connsiteX138" fmla="*/ 6053435 w 6128435"/>
              <a:gd name="connsiteY138" fmla="*/ 5387547 h 6858000"/>
              <a:gd name="connsiteX139" fmla="*/ 6065933 w 6128435"/>
              <a:gd name="connsiteY139" fmla="*/ 5443002 h 6858000"/>
              <a:gd name="connsiteX140" fmla="*/ 6068640 w 6128435"/>
              <a:gd name="connsiteY140" fmla="*/ 5474503 h 6858000"/>
              <a:gd name="connsiteX141" fmla="*/ 6080922 w 6128435"/>
              <a:gd name="connsiteY141" fmla="*/ 5561070 h 6858000"/>
              <a:gd name="connsiteX142" fmla="*/ 6096949 w 6128435"/>
              <a:gd name="connsiteY142" fmla="*/ 5648179 h 6858000"/>
              <a:gd name="connsiteX143" fmla="*/ 6125703 w 6128435"/>
              <a:gd name="connsiteY143" fmla="*/ 5692894 h 6858000"/>
              <a:gd name="connsiteX144" fmla="*/ 6126670 w 6128435"/>
              <a:gd name="connsiteY144" fmla="*/ 5697882 h 6858000"/>
              <a:gd name="connsiteX145" fmla="*/ 6124061 w 6128435"/>
              <a:gd name="connsiteY145" fmla="*/ 5710294 h 6858000"/>
              <a:gd name="connsiteX146" fmla="*/ 6122213 w 6128435"/>
              <a:gd name="connsiteY146" fmla="*/ 5714762 h 6858000"/>
              <a:gd name="connsiteX147" fmla="*/ 6121353 w 6128435"/>
              <a:gd name="connsiteY147" fmla="*/ 5721725 h 6858000"/>
              <a:gd name="connsiteX148" fmla="*/ 6121607 w 6128435"/>
              <a:gd name="connsiteY148" fmla="*/ 5721959 h 6858000"/>
              <a:gd name="connsiteX149" fmla="*/ 6120262 w 6128435"/>
              <a:gd name="connsiteY149" fmla="*/ 5728358 h 6858000"/>
              <a:gd name="connsiteX150" fmla="*/ 6110194 w 6128435"/>
              <a:gd name="connsiteY150" fmla="*/ 5758853 h 6858000"/>
              <a:gd name="connsiteX151" fmla="*/ 6127519 w 6128435"/>
              <a:gd name="connsiteY151" fmla="*/ 5865775 h 6858000"/>
              <a:gd name="connsiteX152" fmla="*/ 6128435 w 6128435"/>
              <a:gd name="connsiteY152" fmla="*/ 5870164 h 6858000"/>
              <a:gd name="connsiteX153" fmla="*/ 6119217 w 6128435"/>
              <a:gd name="connsiteY153" fmla="*/ 5888542 h 6858000"/>
              <a:gd name="connsiteX154" fmla="*/ 6115966 w 6128435"/>
              <a:gd name="connsiteY154" fmla="*/ 5898387 h 6858000"/>
              <a:gd name="connsiteX155" fmla="*/ 6111924 w 6128435"/>
              <a:gd name="connsiteY155" fmla="*/ 5900444 h 6858000"/>
              <a:gd name="connsiteX156" fmla="*/ 6108716 w 6128435"/>
              <a:gd name="connsiteY156" fmla="*/ 5915345 h 6858000"/>
              <a:gd name="connsiteX157" fmla="*/ 6109524 w 6128435"/>
              <a:gd name="connsiteY157" fmla="*/ 5917328 h 6858000"/>
              <a:gd name="connsiteX158" fmla="*/ 6102493 w 6128435"/>
              <a:gd name="connsiteY158" fmla="*/ 5928602 h 6858000"/>
              <a:gd name="connsiteX159" fmla="*/ 6056863 w 6128435"/>
              <a:gd name="connsiteY159" fmla="*/ 6000643 h 6858000"/>
              <a:gd name="connsiteX160" fmla="*/ 6045436 w 6128435"/>
              <a:gd name="connsiteY160" fmla="*/ 6124480 h 6858000"/>
              <a:gd name="connsiteX161" fmla="*/ 6030489 w 6128435"/>
              <a:gd name="connsiteY161" fmla="*/ 6317666 h 6858000"/>
              <a:gd name="connsiteX162" fmla="*/ 6007492 w 6128435"/>
              <a:gd name="connsiteY162" fmla="*/ 6440818 h 6858000"/>
              <a:gd name="connsiteX163" fmla="*/ 6009467 w 6128435"/>
              <a:gd name="connsiteY163" fmla="*/ 6487076 h 6858000"/>
              <a:gd name="connsiteX164" fmla="*/ 5995064 w 6128435"/>
              <a:gd name="connsiteY164" fmla="*/ 6540791 h 6858000"/>
              <a:gd name="connsiteX165" fmla="*/ 5996309 w 6128435"/>
              <a:gd name="connsiteY165" fmla="*/ 6543961 h 6858000"/>
              <a:gd name="connsiteX166" fmla="*/ 5996048 w 6128435"/>
              <a:gd name="connsiteY166" fmla="*/ 6555444 h 6858000"/>
              <a:gd name="connsiteX167" fmla="*/ 6002524 w 6128435"/>
              <a:gd name="connsiteY167" fmla="*/ 6560188 h 6858000"/>
              <a:gd name="connsiteX168" fmla="*/ 6006823 w 6128435"/>
              <a:gd name="connsiteY168" fmla="*/ 6578546 h 6858000"/>
              <a:gd name="connsiteX169" fmla="*/ 6004510 w 6128435"/>
              <a:gd name="connsiteY169" fmla="*/ 6599256 h 6858000"/>
              <a:gd name="connsiteX170" fmla="*/ 5986207 w 6128435"/>
              <a:gd name="connsiteY170" fmla="*/ 6695855 h 6858000"/>
              <a:gd name="connsiteX171" fmla="*/ 5979428 w 6128435"/>
              <a:gd name="connsiteY171" fmla="*/ 6754678 h 6858000"/>
              <a:gd name="connsiteX172" fmla="*/ 5983398 w 6128435"/>
              <a:gd name="connsiteY172" fmla="*/ 6778641 h 6858000"/>
              <a:gd name="connsiteX173" fmla="*/ 5984543 w 6128435"/>
              <a:gd name="connsiteY173" fmla="*/ 6811016 h 6858000"/>
              <a:gd name="connsiteX174" fmla="*/ 5981802 w 6128435"/>
              <a:gd name="connsiteY174" fmla="*/ 6838578 h 6858000"/>
              <a:gd name="connsiteX175" fmla="*/ 5979671 w 6128435"/>
              <a:gd name="connsiteY175" fmla="*/ 6858000 h 6858000"/>
              <a:gd name="connsiteX176" fmla="*/ 0 w 6128435"/>
              <a:gd name="connsiteY176" fmla="*/ 6858000 h 6858000"/>
              <a:gd name="connsiteX177" fmla="*/ 0 w 6128435"/>
              <a:gd name="connsiteY17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98758 w 6128435"/>
              <a:gd name="connsiteY44" fmla="*/ 2375971 h 6858000"/>
              <a:gd name="connsiteX45" fmla="*/ 5271650 w 6128435"/>
              <a:gd name="connsiteY45" fmla="*/ 2440467 h 6858000"/>
              <a:gd name="connsiteX46" fmla="*/ 5271438 w 6128435"/>
              <a:gd name="connsiteY46" fmla="*/ 2447186 h 6858000"/>
              <a:gd name="connsiteX47" fmla="*/ 5271722 w 6128435"/>
              <a:gd name="connsiteY47" fmla="*/ 2447359 h 6858000"/>
              <a:gd name="connsiteX48" fmla="*/ 5272069 w 6128435"/>
              <a:gd name="connsiteY48" fmla="*/ 2454523 h 6858000"/>
              <a:gd name="connsiteX49" fmla="*/ 5271049 w 6128435"/>
              <a:gd name="connsiteY49" fmla="*/ 2459442 h 6858000"/>
              <a:gd name="connsiteX50" fmla="*/ 5307538 w 6128435"/>
              <a:gd name="connsiteY50" fmla="*/ 2514685 h 6858000"/>
              <a:gd name="connsiteX51" fmla="*/ 5337604 w 6128435"/>
              <a:gd name="connsiteY51" fmla="*/ 2597632 h 6858000"/>
              <a:gd name="connsiteX52" fmla="*/ 5407503 w 6128435"/>
              <a:gd name="connsiteY52" fmla="*/ 2786290 h 6858000"/>
              <a:gd name="connsiteX53" fmla="*/ 5407356 w 6128435"/>
              <a:gd name="connsiteY53" fmla="*/ 2787545 h 6858000"/>
              <a:gd name="connsiteX54" fmla="*/ 5411130 w 6128435"/>
              <a:gd name="connsiteY54" fmla="*/ 2788640 h 6858000"/>
              <a:gd name="connsiteX55" fmla="*/ 5416439 w 6128435"/>
              <a:gd name="connsiteY55" fmla="*/ 2805666 h 6858000"/>
              <a:gd name="connsiteX56" fmla="*/ 5416589 w 6128435"/>
              <a:gd name="connsiteY56" fmla="*/ 2810822 h 6858000"/>
              <a:gd name="connsiteX57" fmla="*/ 5418542 w 6128435"/>
              <a:gd name="connsiteY57" fmla="*/ 2817745 h 6858000"/>
              <a:gd name="connsiteX58" fmla="*/ 5418847 w 6128435"/>
              <a:gd name="connsiteY58" fmla="*/ 2817825 h 6858000"/>
              <a:gd name="connsiteX59" fmla="*/ 5423364 w 6128435"/>
              <a:gd name="connsiteY59" fmla="*/ 2858292 h 6858000"/>
              <a:gd name="connsiteX60" fmla="*/ 5479298 w 6128435"/>
              <a:gd name="connsiteY60" fmla="*/ 2947791 h 6858000"/>
              <a:gd name="connsiteX61" fmla="*/ 5481770 w 6128435"/>
              <a:gd name="connsiteY61" fmla="*/ 2951352 h 6858000"/>
              <a:gd name="connsiteX62" fmla="*/ 5481013 w 6128435"/>
              <a:gd name="connsiteY62" fmla="*/ 2973461 h 6858000"/>
              <a:gd name="connsiteX63" fmla="*/ 5482045 w 6128435"/>
              <a:gd name="connsiteY63" fmla="*/ 2984371 h 6858000"/>
              <a:gd name="connsiteX64" fmla="*/ 5479405 w 6128435"/>
              <a:gd name="connsiteY64" fmla="*/ 2988507 h 6858000"/>
              <a:gd name="connsiteX65" fmla="*/ 5482415 w 6128435"/>
              <a:gd name="connsiteY65" fmla="*/ 3004079 h 6858000"/>
              <a:gd name="connsiteX66" fmla="*/ 5483865 w 6128435"/>
              <a:gd name="connsiteY66" fmla="*/ 3005467 h 6858000"/>
              <a:gd name="connsiteX67" fmla="*/ 5482236 w 6128435"/>
              <a:gd name="connsiteY67" fmla="*/ 3019791 h 6858000"/>
              <a:gd name="connsiteX68" fmla="*/ 5475895 w 6128435"/>
              <a:gd name="connsiteY68" fmla="*/ 3033578 h 6858000"/>
              <a:gd name="connsiteX69" fmla="*/ 5477595 w 6128435"/>
              <a:gd name="connsiteY69" fmla="*/ 3250534 h 6858000"/>
              <a:gd name="connsiteX70" fmla="*/ 5532836 w 6128435"/>
              <a:gd name="connsiteY70" fmla="*/ 3353840 h 6858000"/>
              <a:gd name="connsiteX71" fmla="*/ 5561229 w 6128435"/>
              <a:gd name="connsiteY71" fmla="*/ 3395784 h 6858000"/>
              <a:gd name="connsiteX72" fmla="*/ 5589758 w 6128435"/>
              <a:gd name="connsiteY72" fmla="*/ 3506453 h 6858000"/>
              <a:gd name="connsiteX73" fmla="*/ 5596144 w 6128435"/>
              <a:gd name="connsiteY73" fmla="*/ 3534624 h 6858000"/>
              <a:gd name="connsiteX74" fmla="*/ 5597750 w 6128435"/>
              <a:gd name="connsiteY74" fmla="*/ 3534129 h 6858000"/>
              <a:gd name="connsiteX75" fmla="*/ 5599700 w 6128435"/>
              <a:gd name="connsiteY75" fmla="*/ 3547221 h 6858000"/>
              <a:gd name="connsiteX76" fmla="*/ 5615031 w 6128435"/>
              <a:gd name="connsiteY76" fmla="*/ 3557482 h 6858000"/>
              <a:gd name="connsiteX77" fmla="*/ 5618377 w 6128435"/>
              <a:gd name="connsiteY77" fmla="*/ 3588431 h 6858000"/>
              <a:gd name="connsiteX78" fmla="*/ 5612155 w 6128435"/>
              <a:gd name="connsiteY78" fmla="*/ 3589869 h 6858000"/>
              <a:gd name="connsiteX79" fmla="*/ 5620843 w 6128435"/>
              <a:gd name="connsiteY79" fmla="*/ 3606745 h 6858000"/>
              <a:gd name="connsiteX80" fmla="*/ 5655472 w 6128435"/>
              <a:gd name="connsiteY80" fmla="*/ 3678877 h 6858000"/>
              <a:gd name="connsiteX81" fmla="*/ 5680448 w 6128435"/>
              <a:gd name="connsiteY81" fmla="*/ 3717760 h 6858000"/>
              <a:gd name="connsiteX82" fmla="*/ 5683015 w 6128435"/>
              <a:gd name="connsiteY82" fmla="*/ 3762025 h 6858000"/>
              <a:gd name="connsiteX83" fmla="*/ 5696643 w 6128435"/>
              <a:gd name="connsiteY83" fmla="*/ 3773888 h 6858000"/>
              <a:gd name="connsiteX84" fmla="*/ 5699203 w 6128435"/>
              <a:gd name="connsiteY84" fmla="*/ 3775823 h 6858000"/>
              <a:gd name="connsiteX85" fmla="*/ 5704824 w 6128435"/>
              <a:gd name="connsiteY85" fmla="*/ 3785966 h 6858000"/>
              <a:gd name="connsiteX86" fmla="*/ 5712204 w 6128435"/>
              <a:gd name="connsiteY86" fmla="*/ 3785830 h 6858000"/>
              <a:gd name="connsiteX87" fmla="*/ 5724816 w 6128435"/>
              <a:gd name="connsiteY87" fmla="*/ 3798949 h 6858000"/>
              <a:gd name="connsiteX88" fmla="*/ 5733539 w 6128435"/>
              <a:gd name="connsiteY88" fmla="*/ 3818457 h 6858000"/>
              <a:gd name="connsiteX89" fmla="*/ 5768491 w 6128435"/>
              <a:gd name="connsiteY89" fmla="*/ 3914399 h 6858000"/>
              <a:gd name="connsiteX90" fmla="*/ 5793123 w 6128435"/>
              <a:gd name="connsiteY90" fmla="*/ 3969952 h 6858000"/>
              <a:gd name="connsiteX91" fmla="*/ 5808321 w 6128435"/>
              <a:gd name="connsiteY91" fmla="*/ 3988153 h 6858000"/>
              <a:gd name="connsiteX92" fmla="*/ 5825621 w 6128435"/>
              <a:gd name="connsiteY92" fmla="*/ 4015525 h 6858000"/>
              <a:gd name="connsiteX93" fmla="*/ 5860672 w 6128435"/>
              <a:gd name="connsiteY93" fmla="*/ 4061579 h 6858000"/>
              <a:gd name="connsiteX94" fmla="*/ 5872173 w 6128435"/>
              <a:gd name="connsiteY94" fmla="*/ 4088497 h 6858000"/>
              <a:gd name="connsiteX95" fmla="*/ 5883705 w 6128435"/>
              <a:gd name="connsiteY95" fmla="*/ 4101899 h 6858000"/>
              <a:gd name="connsiteX96" fmla="*/ 5885314 w 6128435"/>
              <a:gd name="connsiteY96" fmla="*/ 4108387 h 6858000"/>
              <a:gd name="connsiteX97" fmla="*/ 5894095 w 6128435"/>
              <a:gd name="connsiteY97" fmla="*/ 4128857 h 6858000"/>
              <a:gd name="connsiteX98" fmla="*/ 5898339 w 6128435"/>
              <a:gd name="connsiteY98" fmla="*/ 4140800 h 6858000"/>
              <a:gd name="connsiteX99" fmla="*/ 5899734 w 6128435"/>
              <a:gd name="connsiteY99" fmla="*/ 4145632 h 6858000"/>
              <a:gd name="connsiteX100" fmla="*/ 5897098 w 6128435"/>
              <a:gd name="connsiteY100" fmla="*/ 4157819 h 6858000"/>
              <a:gd name="connsiteX101" fmla="*/ 5903513 w 6128435"/>
              <a:gd name="connsiteY101" fmla="*/ 4187661 h 6858000"/>
              <a:gd name="connsiteX102" fmla="*/ 5917114 w 6128435"/>
              <a:gd name="connsiteY102" fmla="*/ 4213096 h 6858000"/>
              <a:gd name="connsiteX103" fmla="*/ 5921153 w 6128435"/>
              <a:gd name="connsiteY103" fmla="*/ 4236222 h 6858000"/>
              <a:gd name="connsiteX104" fmla="*/ 5924233 w 6128435"/>
              <a:gd name="connsiteY104" fmla="*/ 4242060 h 6858000"/>
              <a:gd name="connsiteX105" fmla="*/ 5928910 w 6128435"/>
              <a:gd name="connsiteY105" fmla="*/ 4300973 h 6858000"/>
              <a:gd name="connsiteX106" fmla="*/ 5939320 w 6128435"/>
              <a:gd name="connsiteY106" fmla="*/ 4340435 h 6858000"/>
              <a:gd name="connsiteX107" fmla="*/ 5946705 w 6128435"/>
              <a:gd name="connsiteY107" fmla="*/ 4428051 h 6858000"/>
              <a:gd name="connsiteX108" fmla="*/ 5949261 w 6128435"/>
              <a:gd name="connsiteY108" fmla="*/ 4449185 h 6858000"/>
              <a:gd name="connsiteX109" fmla="*/ 5957504 w 6128435"/>
              <a:gd name="connsiteY109" fmla="*/ 4465911 h 6858000"/>
              <a:gd name="connsiteX110" fmla="*/ 5964689 w 6128435"/>
              <a:gd name="connsiteY110" fmla="*/ 4468532 h 6858000"/>
              <a:gd name="connsiteX111" fmla="*/ 5967062 w 6128435"/>
              <a:gd name="connsiteY111" fmla="*/ 4479923 h 6858000"/>
              <a:gd name="connsiteX112" fmla="*/ 5968960 w 6128435"/>
              <a:gd name="connsiteY112" fmla="*/ 4482655 h 6858000"/>
              <a:gd name="connsiteX113" fmla="*/ 5978567 w 6128435"/>
              <a:gd name="connsiteY113" fmla="*/ 4498605 h 6858000"/>
              <a:gd name="connsiteX114" fmla="*/ 5980106 w 6128435"/>
              <a:gd name="connsiteY114" fmla="*/ 4585087 h 6858000"/>
              <a:gd name="connsiteX115" fmla="*/ 5998138 w 6128435"/>
              <a:gd name="connsiteY115" fmla="*/ 4697518 h 6858000"/>
              <a:gd name="connsiteX116" fmla="*/ 6013516 w 6128435"/>
              <a:gd name="connsiteY116" fmla="*/ 4786619 h 6858000"/>
              <a:gd name="connsiteX117" fmla="*/ 6025404 w 6128435"/>
              <a:gd name="connsiteY117" fmla="*/ 4858148 h 6858000"/>
              <a:gd name="connsiteX118" fmla="*/ 6007749 w 6128435"/>
              <a:gd name="connsiteY118" fmla="*/ 4964715 h 6858000"/>
              <a:gd name="connsiteX119" fmla="*/ 6005269 w 6128435"/>
              <a:gd name="connsiteY119" fmla="*/ 5150567 h 6858000"/>
              <a:gd name="connsiteX120" fmla="*/ 6001127 w 6128435"/>
              <a:gd name="connsiteY120" fmla="*/ 5164609 h 6858000"/>
              <a:gd name="connsiteX121" fmla="*/ 5996647 w 6128435"/>
              <a:gd name="connsiteY121" fmla="*/ 5185640 h 6858000"/>
              <a:gd name="connsiteX122" fmla="*/ 5998514 w 6128435"/>
              <a:gd name="connsiteY122" fmla="*/ 5189673 h 6858000"/>
              <a:gd name="connsiteX123" fmla="*/ 5995970 w 6128435"/>
              <a:gd name="connsiteY123" fmla="*/ 5221547 h 6858000"/>
              <a:gd name="connsiteX124" fmla="*/ 5997218 w 6128435"/>
              <a:gd name="connsiteY124" fmla="*/ 5222031 h 6858000"/>
              <a:gd name="connsiteX125" fmla="*/ 6002116 w 6128435"/>
              <a:gd name="connsiteY125" fmla="*/ 5231223 h 6858000"/>
              <a:gd name="connsiteX126" fmla="*/ 6008541 w 6128435"/>
              <a:gd name="connsiteY126" fmla="*/ 5248680 h 6858000"/>
              <a:gd name="connsiteX127" fmla="*/ 6039260 w 6128435"/>
              <a:gd name="connsiteY127" fmla="*/ 5289518 h 6858000"/>
              <a:gd name="connsiteX128" fmla="*/ 6036748 w 6128435"/>
              <a:gd name="connsiteY128" fmla="*/ 5322752 h 6858000"/>
              <a:gd name="connsiteX129" fmla="*/ 6036943 w 6128435"/>
              <a:gd name="connsiteY129" fmla="*/ 5329480 h 6858000"/>
              <a:gd name="connsiteX130" fmla="*/ 6037236 w 6128435"/>
              <a:gd name="connsiteY130" fmla="*/ 5329634 h 6858000"/>
              <a:gd name="connsiteX131" fmla="*/ 6038019 w 6128435"/>
              <a:gd name="connsiteY131" fmla="*/ 5336764 h 6858000"/>
              <a:gd name="connsiteX132" fmla="*/ 6037298 w 6128435"/>
              <a:gd name="connsiteY132" fmla="*/ 5341753 h 6858000"/>
              <a:gd name="connsiteX133" fmla="*/ 6037677 w 6128435"/>
              <a:gd name="connsiteY133" fmla="*/ 5354807 h 6858000"/>
              <a:gd name="connsiteX134" fmla="*/ 6039728 w 6128435"/>
              <a:gd name="connsiteY134" fmla="*/ 5359416 h 6858000"/>
              <a:gd name="connsiteX135" fmla="*/ 6043311 w 6128435"/>
              <a:gd name="connsiteY135" fmla="*/ 5361407 h 6858000"/>
              <a:gd name="connsiteX136" fmla="*/ 6042954 w 6128435"/>
              <a:gd name="connsiteY136" fmla="*/ 5362576 h 6858000"/>
              <a:gd name="connsiteX137" fmla="*/ 6053435 w 6128435"/>
              <a:gd name="connsiteY137" fmla="*/ 5387547 h 6858000"/>
              <a:gd name="connsiteX138" fmla="*/ 6065933 w 6128435"/>
              <a:gd name="connsiteY138" fmla="*/ 5443002 h 6858000"/>
              <a:gd name="connsiteX139" fmla="*/ 6068640 w 6128435"/>
              <a:gd name="connsiteY139" fmla="*/ 5474503 h 6858000"/>
              <a:gd name="connsiteX140" fmla="*/ 6080922 w 6128435"/>
              <a:gd name="connsiteY140" fmla="*/ 5561070 h 6858000"/>
              <a:gd name="connsiteX141" fmla="*/ 6096949 w 6128435"/>
              <a:gd name="connsiteY141" fmla="*/ 5648179 h 6858000"/>
              <a:gd name="connsiteX142" fmla="*/ 6125703 w 6128435"/>
              <a:gd name="connsiteY142" fmla="*/ 5692894 h 6858000"/>
              <a:gd name="connsiteX143" fmla="*/ 6126670 w 6128435"/>
              <a:gd name="connsiteY143" fmla="*/ 5697882 h 6858000"/>
              <a:gd name="connsiteX144" fmla="*/ 6124061 w 6128435"/>
              <a:gd name="connsiteY144" fmla="*/ 5710294 h 6858000"/>
              <a:gd name="connsiteX145" fmla="*/ 6122213 w 6128435"/>
              <a:gd name="connsiteY145" fmla="*/ 5714762 h 6858000"/>
              <a:gd name="connsiteX146" fmla="*/ 6121353 w 6128435"/>
              <a:gd name="connsiteY146" fmla="*/ 5721725 h 6858000"/>
              <a:gd name="connsiteX147" fmla="*/ 6121607 w 6128435"/>
              <a:gd name="connsiteY147" fmla="*/ 5721959 h 6858000"/>
              <a:gd name="connsiteX148" fmla="*/ 6120262 w 6128435"/>
              <a:gd name="connsiteY148" fmla="*/ 5728358 h 6858000"/>
              <a:gd name="connsiteX149" fmla="*/ 6110194 w 6128435"/>
              <a:gd name="connsiteY149" fmla="*/ 5758853 h 6858000"/>
              <a:gd name="connsiteX150" fmla="*/ 6127519 w 6128435"/>
              <a:gd name="connsiteY150" fmla="*/ 5865775 h 6858000"/>
              <a:gd name="connsiteX151" fmla="*/ 6128435 w 6128435"/>
              <a:gd name="connsiteY151" fmla="*/ 5870164 h 6858000"/>
              <a:gd name="connsiteX152" fmla="*/ 6119217 w 6128435"/>
              <a:gd name="connsiteY152" fmla="*/ 5888542 h 6858000"/>
              <a:gd name="connsiteX153" fmla="*/ 6115966 w 6128435"/>
              <a:gd name="connsiteY153" fmla="*/ 5898387 h 6858000"/>
              <a:gd name="connsiteX154" fmla="*/ 6111924 w 6128435"/>
              <a:gd name="connsiteY154" fmla="*/ 5900444 h 6858000"/>
              <a:gd name="connsiteX155" fmla="*/ 6108716 w 6128435"/>
              <a:gd name="connsiteY155" fmla="*/ 5915345 h 6858000"/>
              <a:gd name="connsiteX156" fmla="*/ 6109524 w 6128435"/>
              <a:gd name="connsiteY156" fmla="*/ 5917328 h 6858000"/>
              <a:gd name="connsiteX157" fmla="*/ 6102493 w 6128435"/>
              <a:gd name="connsiteY157" fmla="*/ 5928602 h 6858000"/>
              <a:gd name="connsiteX158" fmla="*/ 6056863 w 6128435"/>
              <a:gd name="connsiteY158" fmla="*/ 6000643 h 6858000"/>
              <a:gd name="connsiteX159" fmla="*/ 6045436 w 6128435"/>
              <a:gd name="connsiteY159" fmla="*/ 6124480 h 6858000"/>
              <a:gd name="connsiteX160" fmla="*/ 6030489 w 6128435"/>
              <a:gd name="connsiteY160" fmla="*/ 6317666 h 6858000"/>
              <a:gd name="connsiteX161" fmla="*/ 6007492 w 6128435"/>
              <a:gd name="connsiteY161" fmla="*/ 6440818 h 6858000"/>
              <a:gd name="connsiteX162" fmla="*/ 6009467 w 6128435"/>
              <a:gd name="connsiteY162" fmla="*/ 6487076 h 6858000"/>
              <a:gd name="connsiteX163" fmla="*/ 5995064 w 6128435"/>
              <a:gd name="connsiteY163" fmla="*/ 6540791 h 6858000"/>
              <a:gd name="connsiteX164" fmla="*/ 5996309 w 6128435"/>
              <a:gd name="connsiteY164" fmla="*/ 6543961 h 6858000"/>
              <a:gd name="connsiteX165" fmla="*/ 5996048 w 6128435"/>
              <a:gd name="connsiteY165" fmla="*/ 6555444 h 6858000"/>
              <a:gd name="connsiteX166" fmla="*/ 6002524 w 6128435"/>
              <a:gd name="connsiteY166" fmla="*/ 6560188 h 6858000"/>
              <a:gd name="connsiteX167" fmla="*/ 6006823 w 6128435"/>
              <a:gd name="connsiteY167" fmla="*/ 6578546 h 6858000"/>
              <a:gd name="connsiteX168" fmla="*/ 6004510 w 6128435"/>
              <a:gd name="connsiteY168" fmla="*/ 6599256 h 6858000"/>
              <a:gd name="connsiteX169" fmla="*/ 5986207 w 6128435"/>
              <a:gd name="connsiteY169" fmla="*/ 6695855 h 6858000"/>
              <a:gd name="connsiteX170" fmla="*/ 5979428 w 6128435"/>
              <a:gd name="connsiteY170" fmla="*/ 6754678 h 6858000"/>
              <a:gd name="connsiteX171" fmla="*/ 5983398 w 6128435"/>
              <a:gd name="connsiteY171" fmla="*/ 6778641 h 6858000"/>
              <a:gd name="connsiteX172" fmla="*/ 5984543 w 6128435"/>
              <a:gd name="connsiteY172" fmla="*/ 6811016 h 6858000"/>
              <a:gd name="connsiteX173" fmla="*/ 5981802 w 6128435"/>
              <a:gd name="connsiteY173" fmla="*/ 6838578 h 6858000"/>
              <a:gd name="connsiteX174" fmla="*/ 5979671 w 6128435"/>
              <a:gd name="connsiteY174" fmla="*/ 6858000 h 6858000"/>
              <a:gd name="connsiteX175" fmla="*/ 0 w 6128435"/>
              <a:gd name="connsiteY175" fmla="*/ 6858000 h 6858000"/>
              <a:gd name="connsiteX176" fmla="*/ 0 w 6128435"/>
              <a:gd name="connsiteY176"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71650 w 6128435"/>
              <a:gd name="connsiteY44" fmla="*/ 2440467 h 6858000"/>
              <a:gd name="connsiteX45" fmla="*/ 5271438 w 6128435"/>
              <a:gd name="connsiteY45" fmla="*/ 2447186 h 6858000"/>
              <a:gd name="connsiteX46" fmla="*/ 5271722 w 6128435"/>
              <a:gd name="connsiteY46" fmla="*/ 2447359 h 6858000"/>
              <a:gd name="connsiteX47" fmla="*/ 5272069 w 6128435"/>
              <a:gd name="connsiteY47" fmla="*/ 2454523 h 6858000"/>
              <a:gd name="connsiteX48" fmla="*/ 5271049 w 6128435"/>
              <a:gd name="connsiteY48" fmla="*/ 2459442 h 6858000"/>
              <a:gd name="connsiteX49" fmla="*/ 5307538 w 6128435"/>
              <a:gd name="connsiteY49" fmla="*/ 2514685 h 6858000"/>
              <a:gd name="connsiteX50" fmla="*/ 5337604 w 6128435"/>
              <a:gd name="connsiteY50" fmla="*/ 2597632 h 6858000"/>
              <a:gd name="connsiteX51" fmla="*/ 5407503 w 6128435"/>
              <a:gd name="connsiteY51" fmla="*/ 2786290 h 6858000"/>
              <a:gd name="connsiteX52" fmla="*/ 5407356 w 6128435"/>
              <a:gd name="connsiteY52" fmla="*/ 2787545 h 6858000"/>
              <a:gd name="connsiteX53" fmla="*/ 5411130 w 6128435"/>
              <a:gd name="connsiteY53" fmla="*/ 2788640 h 6858000"/>
              <a:gd name="connsiteX54" fmla="*/ 5416439 w 6128435"/>
              <a:gd name="connsiteY54" fmla="*/ 2805666 h 6858000"/>
              <a:gd name="connsiteX55" fmla="*/ 5416589 w 6128435"/>
              <a:gd name="connsiteY55" fmla="*/ 2810822 h 6858000"/>
              <a:gd name="connsiteX56" fmla="*/ 5418542 w 6128435"/>
              <a:gd name="connsiteY56" fmla="*/ 2817745 h 6858000"/>
              <a:gd name="connsiteX57" fmla="*/ 5418847 w 6128435"/>
              <a:gd name="connsiteY57" fmla="*/ 2817825 h 6858000"/>
              <a:gd name="connsiteX58" fmla="*/ 5423364 w 6128435"/>
              <a:gd name="connsiteY58" fmla="*/ 2858292 h 6858000"/>
              <a:gd name="connsiteX59" fmla="*/ 5479298 w 6128435"/>
              <a:gd name="connsiteY59" fmla="*/ 2947791 h 6858000"/>
              <a:gd name="connsiteX60" fmla="*/ 5481770 w 6128435"/>
              <a:gd name="connsiteY60" fmla="*/ 2951352 h 6858000"/>
              <a:gd name="connsiteX61" fmla="*/ 5481013 w 6128435"/>
              <a:gd name="connsiteY61" fmla="*/ 2973461 h 6858000"/>
              <a:gd name="connsiteX62" fmla="*/ 5482045 w 6128435"/>
              <a:gd name="connsiteY62" fmla="*/ 2984371 h 6858000"/>
              <a:gd name="connsiteX63" fmla="*/ 5479405 w 6128435"/>
              <a:gd name="connsiteY63" fmla="*/ 2988507 h 6858000"/>
              <a:gd name="connsiteX64" fmla="*/ 5482415 w 6128435"/>
              <a:gd name="connsiteY64" fmla="*/ 3004079 h 6858000"/>
              <a:gd name="connsiteX65" fmla="*/ 5483865 w 6128435"/>
              <a:gd name="connsiteY65" fmla="*/ 3005467 h 6858000"/>
              <a:gd name="connsiteX66" fmla="*/ 5482236 w 6128435"/>
              <a:gd name="connsiteY66" fmla="*/ 3019791 h 6858000"/>
              <a:gd name="connsiteX67" fmla="*/ 5475895 w 6128435"/>
              <a:gd name="connsiteY67" fmla="*/ 3033578 h 6858000"/>
              <a:gd name="connsiteX68" fmla="*/ 5477595 w 6128435"/>
              <a:gd name="connsiteY68" fmla="*/ 3250534 h 6858000"/>
              <a:gd name="connsiteX69" fmla="*/ 5532836 w 6128435"/>
              <a:gd name="connsiteY69" fmla="*/ 3353840 h 6858000"/>
              <a:gd name="connsiteX70" fmla="*/ 5561229 w 6128435"/>
              <a:gd name="connsiteY70" fmla="*/ 3395784 h 6858000"/>
              <a:gd name="connsiteX71" fmla="*/ 5589758 w 6128435"/>
              <a:gd name="connsiteY71" fmla="*/ 3506453 h 6858000"/>
              <a:gd name="connsiteX72" fmla="*/ 5596144 w 6128435"/>
              <a:gd name="connsiteY72" fmla="*/ 3534624 h 6858000"/>
              <a:gd name="connsiteX73" fmla="*/ 5597750 w 6128435"/>
              <a:gd name="connsiteY73" fmla="*/ 3534129 h 6858000"/>
              <a:gd name="connsiteX74" fmla="*/ 5599700 w 6128435"/>
              <a:gd name="connsiteY74" fmla="*/ 3547221 h 6858000"/>
              <a:gd name="connsiteX75" fmla="*/ 5615031 w 6128435"/>
              <a:gd name="connsiteY75" fmla="*/ 3557482 h 6858000"/>
              <a:gd name="connsiteX76" fmla="*/ 5618377 w 6128435"/>
              <a:gd name="connsiteY76" fmla="*/ 3588431 h 6858000"/>
              <a:gd name="connsiteX77" fmla="*/ 5612155 w 6128435"/>
              <a:gd name="connsiteY77" fmla="*/ 3589869 h 6858000"/>
              <a:gd name="connsiteX78" fmla="*/ 5620843 w 6128435"/>
              <a:gd name="connsiteY78" fmla="*/ 3606745 h 6858000"/>
              <a:gd name="connsiteX79" fmla="*/ 5655472 w 6128435"/>
              <a:gd name="connsiteY79" fmla="*/ 3678877 h 6858000"/>
              <a:gd name="connsiteX80" fmla="*/ 5680448 w 6128435"/>
              <a:gd name="connsiteY80" fmla="*/ 3717760 h 6858000"/>
              <a:gd name="connsiteX81" fmla="*/ 5683015 w 6128435"/>
              <a:gd name="connsiteY81" fmla="*/ 3762025 h 6858000"/>
              <a:gd name="connsiteX82" fmla="*/ 5696643 w 6128435"/>
              <a:gd name="connsiteY82" fmla="*/ 3773888 h 6858000"/>
              <a:gd name="connsiteX83" fmla="*/ 5699203 w 6128435"/>
              <a:gd name="connsiteY83" fmla="*/ 3775823 h 6858000"/>
              <a:gd name="connsiteX84" fmla="*/ 5704824 w 6128435"/>
              <a:gd name="connsiteY84" fmla="*/ 3785966 h 6858000"/>
              <a:gd name="connsiteX85" fmla="*/ 5712204 w 6128435"/>
              <a:gd name="connsiteY85" fmla="*/ 3785830 h 6858000"/>
              <a:gd name="connsiteX86" fmla="*/ 5724816 w 6128435"/>
              <a:gd name="connsiteY86" fmla="*/ 3798949 h 6858000"/>
              <a:gd name="connsiteX87" fmla="*/ 5733539 w 6128435"/>
              <a:gd name="connsiteY87" fmla="*/ 3818457 h 6858000"/>
              <a:gd name="connsiteX88" fmla="*/ 5768491 w 6128435"/>
              <a:gd name="connsiteY88" fmla="*/ 3914399 h 6858000"/>
              <a:gd name="connsiteX89" fmla="*/ 5793123 w 6128435"/>
              <a:gd name="connsiteY89" fmla="*/ 3969952 h 6858000"/>
              <a:gd name="connsiteX90" fmla="*/ 5808321 w 6128435"/>
              <a:gd name="connsiteY90" fmla="*/ 3988153 h 6858000"/>
              <a:gd name="connsiteX91" fmla="*/ 5825621 w 6128435"/>
              <a:gd name="connsiteY91" fmla="*/ 4015525 h 6858000"/>
              <a:gd name="connsiteX92" fmla="*/ 5860672 w 6128435"/>
              <a:gd name="connsiteY92" fmla="*/ 4061579 h 6858000"/>
              <a:gd name="connsiteX93" fmla="*/ 5872173 w 6128435"/>
              <a:gd name="connsiteY93" fmla="*/ 4088497 h 6858000"/>
              <a:gd name="connsiteX94" fmla="*/ 5883705 w 6128435"/>
              <a:gd name="connsiteY94" fmla="*/ 4101899 h 6858000"/>
              <a:gd name="connsiteX95" fmla="*/ 5885314 w 6128435"/>
              <a:gd name="connsiteY95" fmla="*/ 4108387 h 6858000"/>
              <a:gd name="connsiteX96" fmla="*/ 5894095 w 6128435"/>
              <a:gd name="connsiteY96" fmla="*/ 4128857 h 6858000"/>
              <a:gd name="connsiteX97" fmla="*/ 5898339 w 6128435"/>
              <a:gd name="connsiteY97" fmla="*/ 4140800 h 6858000"/>
              <a:gd name="connsiteX98" fmla="*/ 5899734 w 6128435"/>
              <a:gd name="connsiteY98" fmla="*/ 4145632 h 6858000"/>
              <a:gd name="connsiteX99" fmla="*/ 5897098 w 6128435"/>
              <a:gd name="connsiteY99" fmla="*/ 4157819 h 6858000"/>
              <a:gd name="connsiteX100" fmla="*/ 5903513 w 6128435"/>
              <a:gd name="connsiteY100" fmla="*/ 4187661 h 6858000"/>
              <a:gd name="connsiteX101" fmla="*/ 5917114 w 6128435"/>
              <a:gd name="connsiteY101" fmla="*/ 4213096 h 6858000"/>
              <a:gd name="connsiteX102" fmla="*/ 5921153 w 6128435"/>
              <a:gd name="connsiteY102" fmla="*/ 4236222 h 6858000"/>
              <a:gd name="connsiteX103" fmla="*/ 5924233 w 6128435"/>
              <a:gd name="connsiteY103" fmla="*/ 4242060 h 6858000"/>
              <a:gd name="connsiteX104" fmla="*/ 5928910 w 6128435"/>
              <a:gd name="connsiteY104" fmla="*/ 4300973 h 6858000"/>
              <a:gd name="connsiteX105" fmla="*/ 5939320 w 6128435"/>
              <a:gd name="connsiteY105" fmla="*/ 4340435 h 6858000"/>
              <a:gd name="connsiteX106" fmla="*/ 5946705 w 6128435"/>
              <a:gd name="connsiteY106" fmla="*/ 4428051 h 6858000"/>
              <a:gd name="connsiteX107" fmla="*/ 5949261 w 6128435"/>
              <a:gd name="connsiteY107" fmla="*/ 4449185 h 6858000"/>
              <a:gd name="connsiteX108" fmla="*/ 5957504 w 6128435"/>
              <a:gd name="connsiteY108" fmla="*/ 4465911 h 6858000"/>
              <a:gd name="connsiteX109" fmla="*/ 5964689 w 6128435"/>
              <a:gd name="connsiteY109" fmla="*/ 4468532 h 6858000"/>
              <a:gd name="connsiteX110" fmla="*/ 5967062 w 6128435"/>
              <a:gd name="connsiteY110" fmla="*/ 4479923 h 6858000"/>
              <a:gd name="connsiteX111" fmla="*/ 5968960 w 6128435"/>
              <a:gd name="connsiteY111" fmla="*/ 4482655 h 6858000"/>
              <a:gd name="connsiteX112" fmla="*/ 5978567 w 6128435"/>
              <a:gd name="connsiteY112" fmla="*/ 4498605 h 6858000"/>
              <a:gd name="connsiteX113" fmla="*/ 5980106 w 6128435"/>
              <a:gd name="connsiteY113" fmla="*/ 4585087 h 6858000"/>
              <a:gd name="connsiteX114" fmla="*/ 5998138 w 6128435"/>
              <a:gd name="connsiteY114" fmla="*/ 4697518 h 6858000"/>
              <a:gd name="connsiteX115" fmla="*/ 6013516 w 6128435"/>
              <a:gd name="connsiteY115" fmla="*/ 4786619 h 6858000"/>
              <a:gd name="connsiteX116" fmla="*/ 6025404 w 6128435"/>
              <a:gd name="connsiteY116" fmla="*/ 4858148 h 6858000"/>
              <a:gd name="connsiteX117" fmla="*/ 6007749 w 6128435"/>
              <a:gd name="connsiteY117" fmla="*/ 4964715 h 6858000"/>
              <a:gd name="connsiteX118" fmla="*/ 6005269 w 6128435"/>
              <a:gd name="connsiteY118" fmla="*/ 5150567 h 6858000"/>
              <a:gd name="connsiteX119" fmla="*/ 6001127 w 6128435"/>
              <a:gd name="connsiteY119" fmla="*/ 5164609 h 6858000"/>
              <a:gd name="connsiteX120" fmla="*/ 5996647 w 6128435"/>
              <a:gd name="connsiteY120" fmla="*/ 5185640 h 6858000"/>
              <a:gd name="connsiteX121" fmla="*/ 5998514 w 6128435"/>
              <a:gd name="connsiteY121" fmla="*/ 5189673 h 6858000"/>
              <a:gd name="connsiteX122" fmla="*/ 5995970 w 6128435"/>
              <a:gd name="connsiteY122" fmla="*/ 5221547 h 6858000"/>
              <a:gd name="connsiteX123" fmla="*/ 5997218 w 6128435"/>
              <a:gd name="connsiteY123" fmla="*/ 5222031 h 6858000"/>
              <a:gd name="connsiteX124" fmla="*/ 6002116 w 6128435"/>
              <a:gd name="connsiteY124" fmla="*/ 5231223 h 6858000"/>
              <a:gd name="connsiteX125" fmla="*/ 6008541 w 6128435"/>
              <a:gd name="connsiteY125" fmla="*/ 5248680 h 6858000"/>
              <a:gd name="connsiteX126" fmla="*/ 6039260 w 6128435"/>
              <a:gd name="connsiteY126" fmla="*/ 5289518 h 6858000"/>
              <a:gd name="connsiteX127" fmla="*/ 6036748 w 6128435"/>
              <a:gd name="connsiteY127" fmla="*/ 5322752 h 6858000"/>
              <a:gd name="connsiteX128" fmla="*/ 6036943 w 6128435"/>
              <a:gd name="connsiteY128" fmla="*/ 5329480 h 6858000"/>
              <a:gd name="connsiteX129" fmla="*/ 6037236 w 6128435"/>
              <a:gd name="connsiteY129" fmla="*/ 5329634 h 6858000"/>
              <a:gd name="connsiteX130" fmla="*/ 6038019 w 6128435"/>
              <a:gd name="connsiteY130" fmla="*/ 5336764 h 6858000"/>
              <a:gd name="connsiteX131" fmla="*/ 6037298 w 6128435"/>
              <a:gd name="connsiteY131" fmla="*/ 5341753 h 6858000"/>
              <a:gd name="connsiteX132" fmla="*/ 6037677 w 6128435"/>
              <a:gd name="connsiteY132" fmla="*/ 5354807 h 6858000"/>
              <a:gd name="connsiteX133" fmla="*/ 6039728 w 6128435"/>
              <a:gd name="connsiteY133" fmla="*/ 5359416 h 6858000"/>
              <a:gd name="connsiteX134" fmla="*/ 6043311 w 6128435"/>
              <a:gd name="connsiteY134" fmla="*/ 5361407 h 6858000"/>
              <a:gd name="connsiteX135" fmla="*/ 6042954 w 6128435"/>
              <a:gd name="connsiteY135" fmla="*/ 5362576 h 6858000"/>
              <a:gd name="connsiteX136" fmla="*/ 6053435 w 6128435"/>
              <a:gd name="connsiteY136" fmla="*/ 5387547 h 6858000"/>
              <a:gd name="connsiteX137" fmla="*/ 6065933 w 6128435"/>
              <a:gd name="connsiteY137" fmla="*/ 5443002 h 6858000"/>
              <a:gd name="connsiteX138" fmla="*/ 6068640 w 6128435"/>
              <a:gd name="connsiteY138" fmla="*/ 5474503 h 6858000"/>
              <a:gd name="connsiteX139" fmla="*/ 6080922 w 6128435"/>
              <a:gd name="connsiteY139" fmla="*/ 5561070 h 6858000"/>
              <a:gd name="connsiteX140" fmla="*/ 6096949 w 6128435"/>
              <a:gd name="connsiteY140" fmla="*/ 5648179 h 6858000"/>
              <a:gd name="connsiteX141" fmla="*/ 6125703 w 6128435"/>
              <a:gd name="connsiteY141" fmla="*/ 5692894 h 6858000"/>
              <a:gd name="connsiteX142" fmla="*/ 6126670 w 6128435"/>
              <a:gd name="connsiteY142" fmla="*/ 5697882 h 6858000"/>
              <a:gd name="connsiteX143" fmla="*/ 6124061 w 6128435"/>
              <a:gd name="connsiteY143" fmla="*/ 5710294 h 6858000"/>
              <a:gd name="connsiteX144" fmla="*/ 6122213 w 6128435"/>
              <a:gd name="connsiteY144" fmla="*/ 5714762 h 6858000"/>
              <a:gd name="connsiteX145" fmla="*/ 6121353 w 6128435"/>
              <a:gd name="connsiteY145" fmla="*/ 5721725 h 6858000"/>
              <a:gd name="connsiteX146" fmla="*/ 6121607 w 6128435"/>
              <a:gd name="connsiteY146" fmla="*/ 5721959 h 6858000"/>
              <a:gd name="connsiteX147" fmla="*/ 6120262 w 6128435"/>
              <a:gd name="connsiteY147" fmla="*/ 5728358 h 6858000"/>
              <a:gd name="connsiteX148" fmla="*/ 6110194 w 6128435"/>
              <a:gd name="connsiteY148" fmla="*/ 5758853 h 6858000"/>
              <a:gd name="connsiteX149" fmla="*/ 6127519 w 6128435"/>
              <a:gd name="connsiteY149" fmla="*/ 5865775 h 6858000"/>
              <a:gd name="connsiteX150" fmla="*/ 6128435 w 6128435"/>
              <a:gd name="connsiteY150" fmla="*/ 5870164 h 6858000"/>
              <a:gd name="connsiteX151" fmla="*/ 6119217 w 6128435"/>
              <a:gd name="connsiteY151" fmla="*/ 5888542 h 6858000"/>
              <a:gd name="connsiteX152" fmla="*/ 6115966 w 6128435"/>
              <a:gd name="connsiteY152" fmla="*/ 5898387 h 6858000"/>
              <a:gd name="connsiteX153" fmla="*/ 6111924 w 6128435"/>
              <a:gd name="connsiteY153" fmla="*/ 5900444 h 6858000"/>
              <a:gd name="connsiteX154" fmla="*/ 6108716 w 6128435"/>
              <a:gd name="connsiteY154" fmla="*/ 5915345 h 6858000"/>
              <a:gd name="connsiteX155" fmla="*/ 6109524 w 6128435"/>
              <a:gd name="connsiteY155" fmla="*/ 5917328 h 6858000"/>
              <a:gd name="connsiteX156" fmla="*/ 6102493 w 6128435"/>
              <a:gd name="connsiteY156" fmla="*/ 5928602 h 6858000"/>
              <a:gd name="connsiteX157" fmla="*/ 6056863 w 6128435"/>
              <a:gd name="connsiteY157" fmla="*/ 6000643 h 6858000"/>
              <a:gd name="connsiteX158" fmla="*/ 6045436 w 6128435"/>
              <a:gd name="connsiteY158" fmla="*/ 6124480 h 6858000"/>
              <a:gd name="connsiteX159" fmla="*/ 6030489 w 6128435"/>
              <a:gd name="connsiteY159" fmla="*/ 6317666 h 6858000"/>
              <a:gd name="connsiteX160" fmla="*/ 6007492 w 6128435"/>
              <a:gd name="connsiteY160" fmla="*/ 6440818 h 6858000"/>
              <a:gd name="connsiteX161" fmla="*/ 6009467 w 6128435"/>
              <a:gd name="connsiteY161" fmla="*/ 6487076 h 6858000"/>
              <a:gd name="connsiteX162" fmla="*/ 5995064 w 6128435"/>
              <a:gd name="connsiteY162" fmla="*/ 6540791 h 6858000"/>
              <a:gd name="connsiteX163" fmla="*/ 5996309 w 6128435"/>
              <a:gd name="connsiteY163" fmla="*/ 6543961 h 6858000"/>
              <a:gd name="connsiteX164" fmla="*/ 5996048 w 6128435"/>
              <a:gd name="connsiteY164" fmla="*/ 6555444 h 6858000"/>
              <a:gd name="connsiteX165" fmla="*/ 6002524 w 6128435"/>
              <a:gd name="connsiteY165" fmla="*/ 6560188 h 6858000"/>
              <a:gd name="connsiteX166" fmla="*/ 6006823 w 6128435"/>
              <a:gd name="connsiteY166" fmla="*/ 6578546 h 6858000"/>
              <a:gd name="connsiteX167" fmla="*/ 6004510 w 6128435"/>
              <a:gd name="connsiteY167" fmla="*/ 6599256 h 6858000"/>
              <a:gd name="connsiteX168" fmla="*/ 5986207 w 6128435"/>
              <a:gd name="connsiteY168" fmla="*/ 6695855 h 6858000"/>
              <a:gd name="connsiteX169" fmla="*/ 5979428 w 6128435"/>
              <a:gd name="connsiteY169" fmla="*/ 6754678 h 6858000"/>
              <a:gd name="connsiteX170" fmla="*/ 5983398 w 6128435"/>
              <a:gd name="connsiteY170" fmla="*/ 6778641 h 6858000"/>
              <a:gd name="connsiteX171" fmla="*/ 5984543 w 6128435"/>
              <a:gd name="connsiteY171" fmla="*/ 6811016 h 6858000"/>
              <a:gd name="connsiteX172" fmla="*/ 5981802 w 6128435"/>
              <a:gd name="connsiteY172" fmla="*/ 6838578 h 6858000"/>
              <a:gd name="connsiteX173" fmla="*/ 5979671 w 6128435"/>
              <a:gd name="connsiteY173" fmla="*/ 6858000 h 6858000"/>
              <a:gd name="connsiteX174" fmla="*/ 0 w 6128435"/>
              <a:gd name="connsiteY174" fmla="*/ 6858000 h 6858000"/>
              <a:gd name="connsiteX175" fmla="*/ 0 w 6128435"/>
              <a:gd name="connsiteY175"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71650 w 6128435"/>
              <a:gd name="connsiteY44" fmla="*/ 2440467 h 6858000"/>
              <a:gd name="connsiteX45" fmla="*/ 5271438 w 6128435"/>
              <a:gd name="connsiteY45" fmla="*/ 2447186 h 6858000"/>
              <a:gd name="connsiteX46" fmla="*/ 5271722 w 6128435"/>
              <a:gd name="connsiteY46" fmla="*/ 2447359 h 6858000"/>
              <a:gd name="connsiteX47" fmla="*/ 5272069 w 6128435"/>
              <a:gd name="connsiteY47" fmla="*/ 2454523 h 6858000"/>
              <a:gd name="connsiteX48" fmla="*/ 5192511 w 6128435"/>
              <a:gd name="connsiteY48" fmla="*/ 2549199 h 6858000"/>
              <a:gd name="connsiteX49" fmla="*/ 5307538 w 6128435"/>
              <a:gd name="connsiteY49" fmla="*/ 2514685 h 6858000"/>
              <a:gd name="connsiteX50" fmla="*/ 5337604 w 6128435"/>
              <a:gd name="connsiteY50" fmla="*/ 2597632 h 6858000"/>
              <a:gd name="connsiteX51" fmla="*/ 5407503 w 6128435"/>
              <a:gd name="connsiteY51" fmla="*/ 2786290 h 6858000"/>
              <a:gd name="connsiteX52" fmla="*/ 5407356 w 6128435"/>
              <a:gd name="connsiteY52" fmla="*/ 2787545 h 6858000"/>
              <a:gd name="connsiteX53" fmla="*/ 5411130 w 6128435"/>
              <a:gd name="connsiteY53" fmla="*/ 2788640 h 6858000"/>
              <a:gd name="connsiteX54" fmla="*/ 5416439 w 6128435"/>
              <a:gd name="connsiteY54" fmla="*/ 2805666 h 6858000"/>
              <a:gd name="connsiteX55" fmla="*/ 5416589 w 6128435"/>
              <a:gd name="connsiteY55" fmla="*/ 2810822 h 6858000"/>
              <a:gd name="connsiteX56" fmla="*/ 5418542 w 6128435"/>
              <a:gd name="connsiteY56" fmla="*/ 2817745 h 6858000"/>
              <a:gd name="connsiteX57" fmla="*/ 5418847 w 6128435"/>
              <a:gd name="connsiteY57" fmla="*/ 2817825 h 6858000"/>
              <a:gd name="connsiteX58" fmla="*/ 5423364 w 6128435"/>
              <a:gd name="connsiteY58" fmla="*/ 2858292 h 6858000"/>
              <a:gd name="connsiteX59" fmla="*/ 5479298 w 6128435"/>
              <a:gd name="connsiteY59" fmla="*/ 2947791 h 6858000"/>
              <a:gd name="connsiteX60" fmla="*/ 5481770 w 6128435"/>
              <a:gd name="connsiteY60" fmla="*/ 2951352 h 6858000"/>
              <a:gd name="connsiteX61" fmla="*/ 5481013 w 6128435"/>
              <a:gd name="connsiteY61" fmla="*/ 2973461 h 6858000"/>
              <a:gd name="connsiteX62" fmla="*/ 5482045 w 6128435"/>
              <a:gd name="connsiteY62" fmla="*/ 2984371 h 6858000"/>
              <a:gd name="connsiteX63" fmla="*/ 5479405 w 6128435"/>
              <a:gd name="connsiteY63" fmla="*/ 2988507 h 6858000"/>
              <a:gd name="connsiteX64" fmla="*/ 5482415 w 6128435"/>
              <a:gd name="connsiteY64" fmla="*/ 3004079 h 6858000"/>
              <a:gd name="connsiteX65" fmla="*/ 5483865 w 6128435"/>
              <a:gd name="connsiteY65" fmla="*/ 3005467 h 6858000"/>
              <a:gd name="connsiteX66" fmla="*/ 5482236 w 6128435"/>
              <a:gd name="connsiteY66" fmla="*/ 3019791 h 6858000"/>
              <a:gd name="connsiteX67" fmla="*/ 5475895 w 6128435"/>
              <a:gd name="connsiteY67" fmla="*/ 3033578 h 6858000"/>
              <a:gd name="connsiteX68" fmla="*/ 5477595 w 6128435"/>
              <a:gd name="connsiteY68" fmla="*/ 3250534 h 6858000"/>
              <a:gd name="connsiteX69" fmla="*/ 5532836 w 6128435"/>
              <a:gd name="connsiteY69" fmla="*/ 3353840 h 6858000"/>
              <a:gd name="connsiteX70" fmla="*/ 5561229 w 6128435"/>
              <a:gd name="connsiteY70" fmla="*/ 3395784 h 6858000"/>
              <a:gd name="connsiteX71" fmla="*/ 5589758 w 6128435"/>
              <a:gd name="connsiteY71" fmla="*/ 3506453 h 6858000"/>
              <a:gd name="connsiteX72" fmla="*/ 5596144 w 6128435"/>
              <a:gd name="connsiteY72" fmla="*/ 3534624 h 6858000"/>
              <a:gd name="connsiteX73" fmla="*/ 5597750 w 6128435"/>
              <a:gd name="connsiteY73" fmla="*/ 3534129 h 6858000"/>
              <a:gd name="connsiteX74" fmla="*/ 5599700 w 6128435"/>
              <a:gd name="connsiteY74" fmla="*/ 3547221 h 6858000"/>
              <a:gd name="connsiteX75" fmla="*/ 5615031 w 6128435"/>
              <a:gd name="connsiteY75" fmla="*/ 3557482 h 6858000"/>
              <a:gd name="connsiteX76" fmla="*/ 5618377 w 6128435"/>
              <a:gd name="connsiteY76" fmla="*/ 3588431 h 6858000"/>
              <a:gd name="connsiteX77" fmla="*/ 5612155 w 6128435"/>
              <a:gd name="connsiteY77" fmla="*/ 3589869 h 6858000"/>
              <a:gd name="connsiteX78" fmla="*/ 5620843 w 6128435"/>
              <a:gd name="connsiteY78" fmla="*/ 3606745 h 6858000"/>
              <a:gd name="connsiteX79" fmla="*/ 5655472 w 6128435"/>
              <a:gd name="connsiteY79" fmla="*/ 3678877 h 6858000"/>
              <a:gd name="connsiteX80" fmla="*/ 5680448 w 6128435"/>
              <a:gd name="connsiteY80" fmla="*/ 3717760 h 6858000"/>
              <a:gd name="connsiteX81" fmla="*/ 5683015 w 6128435"/>
              <a:gd name="connsiteY81" fmla="*/ 3762025 h 6858000"/>
              <a:gd name="connsiteX82" fmla="*/ 5696643 w 6128435"/>
              <a:gd name="connsiteY82" fmla="*/ 3773888 h 6858000"/>
              <a:gd name="connsiteX83" fmla="*/ 5699203 w 6128435"/>
              <a:gd name="connsiteY83" fmla="*/ 3775823 h 6858000"/>
              <a:gd name="connsiteX84" fmla="*/ 5704824 w 6128435"/>
              <a:gd name="connsiteY84" fmla="*/ 3785966 h 6858000"/>
              <a:gd name="connsiteX85" fmla="*/ 5712204 w 6128435"/>
              <a:gd name="connsiteY85" fmla="*/ 3785830 h 6858000"/>
              <a:gd name="connsiteX86" fmla="*/ 5724816 w 6128435"/>
              <a:gd name="connsiteY86" fmla="*/ 3798949 h 6858000"/>
              <a:gd name="connsiteX87" fmla="*/ 5733539 w 6128435"/>
              <a:gd name="connsiteY87" fmla="*/ 3818457 h 6858000"/>
              <a:gd name="connsiteX88" fmla="*/ 5768491 w 6128435"/>
              <a:gd name="connsiteY88" fmla="*/ 3914399 h 6858000"/>
              <a:gd name="connsiteX89" fmla="*/ 5793123 w 6128435"/>
              <a:gd name="connsiteY89" fmla="*/ 3969952 h 6858000"/>
              <a:gd name="connsiteX90" fmla="*/ 5808321 w 6128435"/>
              <a:gd name="connsiteY90" fmla="*/ 3988153 h 6858000"/>
              <a:gd name="connsiteX91" fmla="*/ 5825621 w 6128435"/>
              <a:gd name="connsiteY91" fmla="*/ 4015525 h 6858000"/>
              <a:gd name="connsiteX92" fmla="*/ 5860672 w 6128435"/>
              <a:gd name="connsiteY92" fmla="*/ 4061579 h 6858000"/>
              <a:gd name="connsiteX93" fmla="*/ 5872173 w 6128435"/>
              <a:gd name="connsiteY93" fmla="*/ 4088497 h 6858000"/>
              <a:gd name="connsiteX94" fmla="*/ 5883705 w 6128435"/>
              <a:gd name="connsiteY94" fmla="*/ 4101899 h 6858000"/>
              <a:gd name="connsiteX95" fmla="*/ 5885314 w 6128435"/>
              <a:gd name="connsiteY95" fmla="*/ 4108387 h 6858000"/>
              <a:gd name="connsiteX96" fmla="*/ 5894095 w 6128435"/>
              <a:gd name="connsiteY96" fmla="*/ 4128857 h 6858000"/>
              <a:gd name="connsiteX97" fmla="*/ 5898339 w 6128435"/>
              <a:gd name="connsiteY97" fmla="*/ 4140800 h 6858000"/>
              <a:gd name="connsiteX98" fmla="*/ 5899734 w 6128435"/>
              <a:gd name="connsiteY98" fmla="*/ 4145632 h 6858000"/>
              <a:gd name="connsiteX99" fmla="*/ 5897098 w 6128435"/>
              <a:gd name="connsiteY99" fmla="*/ 4157819 h 6858000"/>
              <a:gd name="connsiteX100" fmla="*/ 5903513 w 6128435"/>
              <a:gd name="connsiteY100" fmla="*/ 4187661 h 6858000"/>
              <a:gd name="connsiteX101" fmla="*/ 5917114 w 6128435"/>
              <a:gd name="connsiteY101" fmla="*/ 4213096 h 6858000"/>
              <a:gd name="connsiteX102" fmla="*/ 5921153 w 6128435"/>
              <a:gd name="connsiteY102" fmla="*/ 4236222 h 6858000"/>
              <a:gd name="connsiteX103" fmla="*/ 5924233 w 6128435"/>
              <a:gd name="connsiteY103" fmla="*/ 4242060 h 6858000"/>
              <a:gd name="connsiteX104" fmla="*/ 5928910 w 6128435"/>
              <a:gd name="connsiteY104" fmla="*/ 4300973 h 6858000"/>
              <a:gd name="connsiteX105" fmla="*/ 5939320 w 6128435"/>
              <a:gd name="connsiteY105" fmla="*/ 4340435 h 6858000"/>
              <a:gd name="connsiteX106" fmla="*/ 5946705 w 6128435"/>
              <a:gd name="connsiteY106" fmla="*/ 4428051 h 6858000"/>
              <a:gd name="connsiteX107" fmla="*/ 5949261 w 6128435"/>
              <a:gd name="connsiteY107" fmla="*/ 4449185 h 6858000"/>
              <a:gd name="connsiteX108" fmla="*/ 5957504 w 6128435"/>
              <a:gd name="connsiteY108" fmla="*/ 4465911 h 6858000"/>
              <a:gd name="connsiteX109" fmla="*/ 5964689 w 6128435"/>
              <a:gd name="connsiteY109" fmla="*/ 4468532 h 6858000"/>
              <a:gd name="connsiteX110" fmla="*/ 5967062 w 6128435"/>
              <a:gd name="connsiteY110" fmla="*/ 4479923 h 6858000"/>
              <a:gd name="connsiteX111" fmla="*/ 5968960 w 6128435"/>
              <a:gd name="connsiteY111" fmla="*/ 4482655 h 6858000"/>
              <a:gd name="connsiteX112" fmla="*/ 5978567 w 6128435"/>
              <a:gd name="connsiteY112" fmla="*/ 4498605 h 6858000"/>
              <a:gd name="connsiteX113" fmla="*/ 5980106 w 6128435"/>
              <a:gd name="connsiteY113" fmla="*/ 4585087 h 6858000"/>
              <a:gd name="connsiteX114" fmla="*/ 5998138 w 6128435"/>
              <a:gd name="connsiteY114" fmla="*/ 4697518 h 6858000"/>
              <a:gd name="connsiteX115" fmla="*/ 6013516 w 6128435"/>
              <a:gd name="connsiteY115" fmla="*/ 4786619 h 6858000"/>
              <a:gd name="connsiteX116" fmla="*/ 6025404 w 6128435"/>
              <a:gd name="connsiteY116" fmla="*/ 4858148 h 6858000"/>
              <a:gd name="connsiteX117" fmla="*/ 6007749 w 6128435"/>
              <a:gd name="connsiteY117" fmla="*/ 4964715 h 6858000"/>
              <a:gd name="connsiteX118" fmla="*/ 6005269 w 6128435"/>
              <a:gd name="connsiteY118" fmla="*/ 5150567 h 6858000"/>
              <a:gd name="connsiteX119" fmla="*/ 6001127 w 6128435"/>
              <a:gd name="connsiteY119" fmla="*/ 5164609 h 6858000"/>
              <a:gd name="connsiteX120" fmla="*/ 5996647 w 6128435"/>
              <a:gd name="connsiteY120" fmla="*/ 5185640 h 6858000"/>
              <a:gd name="connsiteX121" fmla="*/ 5998514 w 6128435"/>
              <a:gd name="connsiteY121" fmla="*/ 5189673 h 6858000"/>
              <a:gd name="connsiteX122" fmla="*/ 5995970 w 6128435"/>
              <a:gd name="connsiteY122" fmla="*/ 5221547 h 6858000"/>
              <a:gd name="connsiteX123" fmla="*/ 5997218 w 6128435"/>
              <a:gd name="connsiteY123" fmla="*/ 5222031 h 6858000"/>
              <a:gd name="connsiteX124" fmla="*/ 6002116 w 6128435"/>
              <a:gd name="connsiteY124" fmla="*/ 5231223 h 6858000"/>
              <a:gd name="connsiteX125" fmla="*/ 6008541 w 6128435"/>
              <a:gd name="connsiteY125" fmla="*/ 5248680 h 6858000"/>
              <a:gd name="connsiteX126" fmla="*/ 6039260 w 6128435"/>
              <a:gd name="connsiteY126" fmla="*/ 5289518 h 6858000"/>
              <a:gd name="connsiteX127" fmla="*/ 6036748 w 6128435"/>
              <a:gd name="connsiteY127" fmla="*/ 5322752 h 6858000"/>
              <a:gd name="connsiteX128" fmla="*/ 6036943 w 6128435"/>
              <a:gd name="connsiteY128" fmla="*/ 5329480 h 6858000"/>
              <a:gd name="connsiteX129" fmla="*/ 6037236 w 6128435"/>
              <a:gd name="connsiteY129" fmla="*/ 5329634 h 6858000"/>
              <a:gd name="connsiteX130" fmla="*/ 6038019 w 6128435"/>
              <a:gd name="connsiteY130" fmla="*/ 5336764 h 6858000"/>
              <a:gd name="connsiteX131" fmla="*/ 6037298 w 6128435"/>
              <a:gd name="connsiteY131" fmla="*/ 5341753 h 6858000"/>
              <a:gd name="connsiteX132" fmla="*/ 6037677 w 6128435"/>
              <a:gd name="connsiteY132" fmla="*/ 5354807 h 6858000"/>
              <a:gd name="connsiteX133" fmla="*/ 6039728 w 6128435"/>
              <a:gd name="connsiteY133" fmla="*/ 5359416 h 6858000"/>
              <a:gd name="connsiteX134" fmla="*/ 6043311 w 6128435"/>
              <a:gd name="connsiteY134" fmla="*/ 5361407 h 6858000"/>
              <a:gd name="connsiteX135" fmla="*/ 6042954 w 6128435"/>
              <a:gd name="connsiteY135" fmla="*/ 5362576 h 6858000"/>
              <a:gd name="connsiteX136" fmla="*/ 6053435 w 6128435"/>
              <a:gd name="connsiteY136" fmla="*/ 5387547 h 6858000"/>
              <a:gd name="connsiteX137" fmla="*/ 6065933 w 6128435"/>
              <a:gd name="connsiteY137" fmla="*/ 5443002 h 6858000"/>
              <a:gd name="connsiteX138" fmla="*/ 6068640 w 6128435"/>
              <a:gd name="connsiteY138" fmla="*/ 5474503 h 6858000"/>
              <a:gd name="connsiteX139" fmla="*/ 6080922 w 6128435"/>
              <a:gd name="connsiteY139" fmla="*/ 5561070 h 6858000"/>
              <a:gd name="connsiteX140" fmla="*/ 6096949 w 6128435"/>
              <a:gd name="connsiteY140" fmla="*/ 5648179 h 6858000"/>
              <a:gd name="connsiteX141" fmla="*/ 6125703 w 6128435"/>
              <a:gd name="connsiteY141" fmla="*/ 5692894 h 6858000"/>
              <a:gd name="connsiteX142" fmla="*/ 6126670 w 6128435"/>
              <a:gd name="connsiteY142" fmla="*/ 5697882 h 6858000"/>
              <a:gd name="connsiteX143" fmla="*/ 6124061 w 6128435"/>
              <a:gd name="connsiteY143" fmla="*/ 5710294 h 6858000"/>
              <a:gd name="connsiteX144" fmla="*/ 6122213 w 6128435"/>
              <a:gd name="connsiteY144" fmla="*/ 5714762 h 6858000"/>
              <a:gd name="connsiteX145" fmla="*/ 6121353 w 6128435"/>
              <a:gd name="connsiteY145" fmla="*/ 5721725 h 6858000"/>
              <a:gd name="connsiteX146" fmla="*/ 6121607 w 6128435"/>
              <a:gd name="connsiteY146" fmla="*/ 5721959 h 6858000"/>
              <a:gd name="connsiteX147" fmla="*/ 6120262 w 6128435"/>
              <a:gd name="connsiteY147" fmla="*/ 5728358 h 6858000"/>
              <a:gd name="connsiteX148" fmla="*/ 6110194 w 6128435"/>
              <a:gd name="connsiteY148" fmla="*/ 5758853 h 6858000"/>
              <a:gd name="connsiteX149" fmla="*/ 6127519 w 6128435"/>
              <a:gd name="connsiteY149" fmla="*/ 5865775 h 6858000"/>
              <a:gd name="connsiteX150" fmla="*/ 6128435 w 6128435"/>
              <a:gd name="connsiteY150" fmla="*/ 5870164 h 6858000"/>
              <a:gd name="connsiteX151" fmla="*/ 6119217 w 6128435"/>
              <a:gd name="connsiteY151" fmla="*/ 5888542 h 6858000"/>
              <a:gd name="connsiteX152" fmla="*/ 6115966 w 6128435"/>
              <a:gd name="connsiteY152" fmla="*/ 5898387 h 6858000"/>
              <a:gd name="connsiteX153" fmla="*/ 6111924 w 6128435"/>
              <a:gd name="connsiteY153" fmla="*/ 5900444 h 6858000"/>
              <a:gd name="connsiteX154" fmla="*/ 6108716 w 6128435"/>
              <a:gd name="connsiteY154" fmla="*/ 5915345 h 6858000"/>
              <a:gd name="connsiteX155" fmla="*/ 6109524 w 6128435"/>
              <a:gd name="connsiteY155" fmla="*/ 5917328 h 6858000"/>
              <a:gd name="connsiteX156" fmla="*/ 6102493 w 6128435"/>
              <a:gd name="connsiteY156" fmla="*/ 5928602 h 6858000"/>
              <a:gd name="connsiteX157" fmla="*/ 6056863 w 6128435"/>
              <a:gd name="connsiteY157" fmla="*/ 6000643 h 6858000"/>
              <a:gd name="connsiteX158" fmla="*/ 6045436 w 6128435"/>
              <a:gd name="connsiteY158" fmla="*/ 6124480 h 6858000"/>
              <a:gd name="connsiteX159" fmla="*/ 6030489 w 6128435"/>
              <a:gd name="connsiteY159" fmla="*/ 6317666 h 6858000"/>
              <a:gd name="connsiteX160" fmla="*/ 6007492 w 6128435"/>
              <a:gd name="connsiteY160" fmla="*/ 6440818 h 6858000"/>
              <a:gd name="connsiteX161" fmla="*/ 6009467 w 6128435"/>
              <a:gd name="connsiteY161" fmla="*/ 6487076 h 6858000"/>
              <a:gd name="connsiteX162" fmla="*/ 5995064 w 6128435"/>
              <a:gd name="connsiteY162" fmla="*/ 6540791 h 6858000"/>
              <a:gd name="connsiteX163" fmla="*/ 5996309 w 6128435"/>
              <a:gd name="connsiteY163" fmla="*/ 6543961 h 6858000"/>
              <a:gd name="connsiteX164" fmla="*/ 5996048 w 6128435"/>
              <a:gd name="connsiteY164" fmla="*/ 6555444 h 6858000"/>
              <a:gd name="connsiteX165" fmla="*/ 6002524 w 6128435"/>
              <a:gd name="connsiteY165" fmla="*/ 6560188 h 6858000"/>
              <a:gd name="connsiteX166" fmla="*/ 6006823 w 6128435"/>
              <a:gd name="connsiteY166" fmla="*/ 6578546 h 6858000"/>
              <a:gd name="connsiteX167" fmla="*/ 6004510 w 6128435"/>
              <a:gd name="connsiteY167" fmla="*/ 6599256 h 6858000"/>
              <a:gd name="connsiteX168" fmla="*/ 5986207 w 6128435"/>
              <a:gd name="connsiteY168" fmla="*/ 6695855 h 6858000"/>
              <a:gd name="connsiteX169" fmla="*/ 5979428 w 6128435"/>
              <a:gd name="connsiteY169" fmla="*/ 6754678 h 6858000"/>
              <a:gd name="connsiteX170" fmla="*/ 5983398 w 6128435"/>
              <a:gd name="connsiteY170" fmla="*/ 6778641 h 6858000"/>
              <a:gd name="connsiteX171" fmla="*/ 5984543 w 6128435"/>
              <a:gd name="connsiteY171" fmla="*/ 6811016 h 6858000"/>
              <a:gd name="connsiteX172" fmla="*/ 5981802 w 6128435"/>
              <a:gd name="connsiteY172" fmla="*/ 6838578 h 6858000"/>
              <a:gd name="connsiteX173" fmla="*/ 5979671 w 6128435"/>
              <a:gd name="connsiteY173" fmla="*/ 6858000 h 6858000"/>
              <a:gd name="connsiteX174" fmla="*/ 0 w 6128435"/>
              <a:gd name="connsiteY174" fmla="*/ 6858000 h 6858000"/>
              <a:gd name="connsiteX175" fmla="*/ 0 w 6128435"/>
              <a:gd name="connsiteY175"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71650 w 6128435"/>
              <a:gd name="connsiteY44" fmla="*/ 2440467 h 6858000"/>
              <a:gd name="connsiteX45" fmla="*/ 5271438 w 6128435"/>
              <a:gd name="connsiteY45" fmla="*/ 2447186 h 6858000"/>
              <a:gd name="connsiteX46" fmla="*/ 5271722 w 6128435"/>
              <a:gd name="connsiteY46" fmla="*/ 2447359 h 6858000"/>
              <a:gd name="connsiteX47" fmla="*/ 5148653 w 6128435"/>
              <a:gd name="connsiteY47" fmla="*/ 2460132 h 6858000"/>
              <a:gd name="connsiteX48" fmla="*/ 5192511 w 6128435"/>
              <a:gd name="connsiteY48" fmla="*/ 2549199 h 6858000"/>
              <a:gd name="connsiteX49" fmla="*/ 5307538 w 6128435"/>
              <a:gd name="connsiteY49" fmla="*/ 2514685 h 6858000"/>
              <a:gd name="connsiteX50" fmla="*/ 5337604 w 6128435"/>
              <a:gd name="connsiteY50" fmla="*/ 2597632 h 6858000"/>
              <a:gd name="connsiteX51" fmla="*/ 5407503 w 6128435"/>
              <a:gd name="connsiteY51" fmla="*/ 2786290 h 6858000"/>
              <a:gd name="connsiteX52" fmla="*/ 5407356 w 6128435"/>
              <a:gd name="connsiteY52" fmla="*/ 2787545 h 6858000"/>
              <a:gd name="connsiteX53" fmla="*/ 5411130 w 6128435"/>
              <a:gd name="connsiteY53" fmla="*/ 2788640 h 6858000"/>
              <a:gd name="connsiteX54" fmla="*/ 5416439 w 6128435"/>
              <a:gd name="connsiteY54" fmla="*/ 2805666 h 6858000"/>
              <a:gd name="connsiteX55" fmla="*/ 5416589 w 6128435"/>
              <a:gd name="connsiteY55" fmla="*/ 2810822 h 6858000"/>
              <a:gd name="connsiteX56" fmla="*/ 5418542 w 6128435"/>
              <a:gd name="connsiteY56" fmla="*/ 2817745 h 6858000"/>
              <a:gd name="connsiteX57" fmla="*/ 5418847 w 6128435"/>
              <a:gd name="connsiteY57" fmla="*/ 2817825 h 6858000"/>
              <a:gd name="connsiteX58" fmla="*/ 5423364 w 6128435"/>
              <a:gd name="connsiteY58" fmla="*/ 2858292 h 6858000"/>
              <a:gd name="connsiteX59" fmla="*/ 5479298 w 6128435"/>
              <a:gd name="connsiteY59" fmla="*/ 2947791 h 6858000"/>
              <a:gd name="connsiteX60" fmla="*/ 5481770 w 6128435"/>
              <a:gd name="connsiteY60" fmla="*/ 2951352 h 6858000"/>
              <a:gd name="connsiteX61" fmla="*/ 5481013 w 6128435"/>
              <a:gd name="connsiteY61" fmla="*/ 2973461 h 6858000"/>
              <a:gd name="connsiteX62" fmla="*/ 5482045 w 6128435"/>
              <a:gd name="connsiteY62" fmla="*/ 2984371 h 6858000"/>
              <a:gd name="connsiteX63" fmla="*/ 5479405 w 6128435"/>
              <a:gd name="connsiteY63" fmla="*/ 2988507 h 6858000"/>
              <a:gd name="connsiteX64" fmla="*/ 5482415 w 6128435"/>
              <a:gd name="connsiteY64" fmla="*/ 3004079 h 6858000"/>
              <a:gd name="connsiteX65" fmla="*/ 5483865 w 6128435"/>
              <a:gd name="connsiteY65" fmla="*/ 3005467 h 6858000"/>
              <a:gd name="connsiteX66" fmla="*/ 5482236 w 6128435"/>
              <a:gd name="connsiteY66" fmla="*/ 3019791 h 6858000"/>
              <a:gd name="connsiteX67" fmla="*/ 5475895 w 6128435"/>
              <a:gd name="connsiteY67" fmla="*/ 3033578 h 6858000"/>
              <a:gd name="connsiteX68" fmla="*/ 5477595 w 6128435"/>
              <a:gd name="connsiteY68" fmla="*/ 3250534 h 6858000"/>
              <a:gd name="connsiteX69" fmla="*/ 5532836 w 6128435"/>
              <a:gd name="connsiteY69" fmla="*/ 3353840 h 6858000"/>
              <a:gd name="connsiteX70" fmla="*/ 5561229 w 6128435"/>
              <a:gd name="connsiteY70" fmla="*/ 3395784 h 6858000"/>
              <a:gd name="connsiteX71" fmla="*/ 5589758 w 6128435"/>
              <a:gd name="connsiteY71" fmla="*/ 3506453 h 6858000"/>
              <a:gd name="connsiteX72" fmla="*/ 5596144 w 6128435"/>
              <a:gd name="connsiteY72" fmla="*/ 3534624 h 6858000"/>
              <a:gd name="connsiteX73" fmla="*/ 5597750 w 6128435"/>
              <a:gd name="connsiteY73" fmla="*/ 3534129 h 6858000"/>
              <a:gd name="connsiteX74" fmla="*/ 5599700 w 6128435"/>
              <a:gd name="connsiteY74" fmla="*/ 3547221 h 6858000"/>
              <a:gd name="connsiteX75" fmla="*/ 5615031 w 6128435"/>
              <a:gd name="connsiteY75" fmla="*/ 3557482 h 6858000"/>
              <a:gd name="connsiteX76" fmla="*/ 5618377 w 6128435"/>
              <a:gd name="connsiteY76" fmla="*/ 3588431 h 6858000"/>
              <a:gd name="connsiteX77" fmla="*/ 5612155 w 6128435"/>
              <a:gd name="connsiteY77" fmla="*/ 3589869 h 6858000"/>
              <a:gd name="connsiteX78" fmla="*/ 5620843 w 6128435"/>
              <a:gd name="connsiteY78" fmla="*/ 3606745 h 6858000"/>
              <a:gd name="connsiteX79" fmla="*/ 5655472 w 6128435"/>
              <a:gd name="connsiteY79" fmla="*/ 3678877 h 6858000"/>
              <a:gd name="connsiteX80" fmla="*/ 5680448 w 6128435"/>
              <a:gd name="connsiteY80" fmla="*/ 3717760 h 6858000"/>
              <a:gd name="connsiteX81" fmla="*/ 5683015 w 6128435"/>
              <a:gd name="connsiteY81" fmla="*/ 3762025 h 6858000"/>
              <a:gd name="connsiteX82" fmla="*/ 5696643 w 6128435"/>
              <a:gd name="connsiteY82" fmla="*/ 3773888 h 6858000"/>
              <a:gd name="connsiteX83" fmla="*/ 5699203 w 6128435"/>
              <a:gd name="connsiteY83" fmla="*/ 3775823 h 6858000"/>
              <a:gd name="connsiteX84" fmla="*/ 5704824 w 6128435"/>
              <a:gd name="connsiteY84" fmla="*/ 3785966 h 6858000"/>
              <a:gd name="connsiteX85" fmla="*/ 5712204 w 6128435"/>
              <a:gd name="connsiteY85" fmla="*/ 3785830 h 6858000"/>
              <a:gd name="connsiteX86" fmla="*/ 5724816 w 6128435"/>
              <a:gd name="connsiteY86" fmla="*/ 3798949 h 6858000"/>
              <a:gd name="connsiteX87" fmla="*/ 5733539 w 6128435"/>
              <a:gd name="connsiteY87" fmla="*/ 3818457 h 6858000"/>
              <a:gd name="connsiteX88" fmla="*/ 5768491 w 6128435"/>
              <a:gd name="connsiteY88" fmla="*/ 3914399 h 6858000"/>
              <a:gd name="connsiteX89" fmla="*/ 5793123 w 6128435"/>
              <a:gd name="connsiteY89" fmla="*/ 3969952 h 6858000"/>
              <a:gd name="connsiteX90" fmla="*/ 5808321 w 6128435"/>
              <a:gd name="connsiteY90" fmla="*/ 3988153 h 6858000"/>
              <a:gd name="connsiteX91" fmla="*/ 5825621 w 6128435"/>
              <a:gd name="connsiteY91" fmla="*/ 4015525 h 6858000"/>
              <a:gd name="connsiteX92" fmla="*/ 5860672 w 6128435"/>
              <a:gd name="connsiteY92" fmla="*/ 4061579 h 6858000"/>
              <a:gd name="connsiteX93" fmla="*/ 5872173 w 6128435"/>
              <a:gd name="connsiteY93" fmla="*/ 4088497 h 6858000"/>
              <a:gd name="connsiteX94" fmla="*/ 5883705 w 6128435"/>
              <a:gd name="connsiteY94" fmla="*/ 4101899 h 6858000"/>
              <a:gd name="connsiteX95" fmla="*/ 5885314 w 6128435"/>
              <a:gd name="connsiteY95" fmla="*/ 4108387 h 6858000"/>
              <a:gd name="connsiteX96" fmla="*/ 5894095 w 6128435"/>
              <a:gd name="connsiteY96" fmla="*/ 4128857 h 6858000"/>
              <a:gd name="connsiteX97" fmla="*/ 5898339 w 6128435"/>
              <a:gd name="connsiteY97" fmla="*/ 4140800 h 6858000"/>
              <a:gd name="connsiteX98" fmla="*/ 5899734 w 6128435"/>
              <a:gd name="connsiteY98" fmla="*/ 4145632 h 6858000"/>
              <a:gd name="connsiteX99" fmla="*/ 5897098 w 6128435"/>
              <a:gd name="connsiteY99" fmla="*/ 4157819 h 6858000"/>
              <a:gd name="connsiteX100" fmla="*/ 5903513 w 6128435"/>
              <a:gd name="connsiteY100" fmla="*/ 4187661 h 6858000"/>
              <a:gd name="connsiteX101" fmla="*/ 5917114 w 6128435"/>
              <a:gd name="connsiteY101" fmla="*/ 4213096 h 6858000"/>
              <a:gd name="connsiteX102" fmla="*/ 5921153 w 6128435"/>
              <a:gd name="connsiteY102" fmla="*/ 4236222 h 6858000"/>
              <a:gd name="connsiteX103" fmla="*/ 5924233 w 6128435"/>
              <a:gd name="connsiteY103" fmla="*/ 4242060 h 6858000"/>
              <a:gd name="connsiteX104" fmla="*/ 5928910 w 6128435"/>
              <a:gd name="connsiteY104" fmla="*/ 4300973 h 6858000"/>
              <a:gd name="connsiteX105" fmla="*/ 5939320 w 6128435"/>
              <a:gd name="connsiteY105" fmla="*/ 4340435 h 6858000"/>
              <a:gd name="connsiteX106" fmla="*/ 5946705 w 6128435"/>
              <a:gd name="connsiteY106" fmla="*/ 4428051 h 6858000"/>
              <a:gd name="connsiteX107" fmla="*/ 5949261 w 6128435"/>
              <a:gd name="connsiteY107" fmla="*/ 4449185 h 6858000"/>
              <a:gd name="connsiteX108" fmla="*/ 5957504 w 6128435"/>
              <a:gd name="connsiteY108" fmla="*/ 4465911 h 6858000"/>
              <a:gd name="connsiteX109" fmla="*/ 5964689 w 6128435"/>
              <a:gd name="connsiteY109" fmla="*/ 4468532 h 6858000"/>
              <a:gd name="connsiteX110" fmla="*/ 5967062 w 6128435"/>
              <a:gd name="connsiteY110" fmla="*/ 4479923 h 6858000"/>
              <a:gd name="connsiteX111" fmla="*/ 5968960 w 6128435"/>
              <a:gd name="connsiteY111" fmla="*/ 4482655 h 6858000"/>
              <a:gd name="connsiteX112" fmla="*/ 5978567 w 6128435"/>
              <a:gd name="connsiteY112" fmla="*/ 4498605 h 6858000"/>
              <a:gd name="connsiteX113" fmla="*/ 5980106 w 6128435"/>
              <a:gd name="connsiteY113" fmla="*/ 4585087 h 6858000"/>
              <a:gd name="connsiteX114" fmla="*/ 5998138 w 6128435"/>
              <a:gd name="connsiteY114" fmla="*/ 4697518 h 6858000"/>
              <a:gd name="connsiteX115" fmla="*/ 6013516 w 6128435"/>
              <a:gd name="connsiteY115" fmla="*/ 4786619 h 6858000"/>
              <a:gd name="connsiteX116" fmla="*/ 6025404 w 6128435"/>
              <a:gd name="connsiteY116" fmla="*/ 4858148 h 6858000"/>
              <a:gd name="connsiteX117" fmla="*/ 6007749 w 6128435"/>
              <a:gd name="connsiteY117" fmla="*/ 4964715 h 6858000"/>
              <a:gd name="connsiteX118" fmla="*/ 6005269 w 6128435"/>
              <a:gd name="connsiteY118" fmla="*/ 5150567 h 6858000"/>
              <a:gd name="connsiteX119" fmla="*/ 6001127 w 6128435"/>
              <a:gd name="connsiteY119" fmla="*/ 5164609 h 6858000"/>
              <a:gd name="connsiteX120" fmla="*/ 5996647 w 6128435"/>
              <a:gd name="connsiteY120" fmla="*/ 5185640 h 6858000"/>
              <a:gd name="connsiteX121" fmla="*/ 5998514 w 6128435"/>
              <a:gd name="connsiteY121" fmla="*/ 5189673 h 6858000"/>
              <a:gd name="connsiteX122" fmla="*/ 5995970 w 6128435"/>
              <a:gd name="connsiteY122" fmla="*/ 5221547 h 6858000"/>
              <a:gd name="connsiteX123" fmla="*/ 5997218 w 6128435"/>
              <a:gd name="connsiteY123" fmla="*/ 5222031 h 6858000"/>
              <a:gd name="connsiteX124" fmla="*/ 6002116 w 6128435"/>
              <a:gd name="connsiteY124" fmla="*/ 5231223 h 6858000"/>
              <a:gd name="connsiteX125" fmla="*/ 6008541 w 6128435"/>
              <a:gd name="connsiteY125" fmla="*/ 5248680 h 6858000"/>
              <a:gd name="connsiteX126" fmla="*/ 6039260 w 6128435"/>
              <a:gd name="connsiteY126" fmla="*/ 5289518 h 6858000"/>
              <a:gd name="connsiteX127" fmla="*/ 6036748 w 6128435"/>
              <a:gd name="connsiteY127" fmla="*/ 5322752 h 6858000"/>
              <a:gd name="connsiteX128" fmla="*/ 6036943 w 6128435"/>
              <a:gd name="connsiteY128" fmla="*/ 5329480 h 6858000"/>
              <a:gd name="connsiteX129" fmla="*/ 6037236 w 6128435"/>
              <a:gd name="connsiteY129" fmla="*/ 5329634 h 6858000"/>
              <a:gd name="connsiteX130" fmla="*/ 6038019 w 6128435"/>
              <a:gd name="connsiteY130" fmla="*/ 5336764 h 6858000"/>
              <a:gd name="connsiteX131" fmla="*/ 6037298 w 6128435"/>
              <a:gd name="connsiteY131" fmla="*/ 5341753 h 6858000"/>
              <a:gd name="connsiteX132" fmla="*/ 6037677 w 6128435"/>
              <a:gd name="connsiteY132" fmla="*/ 5354807 h 6858000"/>
              <a:gd name="connsiteX133" fmla="*/ 6039728 w 6128435"/>
              <a:gd name="connsiteY133" fmla="*/ 5359416 h 6858000"/>
              <a:gd name="connsiteX134" fmla="*/ 6043311 w 6128435"/>
              <a:gd name="connsiteY134" fmla="*/ 5361407 h 6858000"/>
              <a:gd name="connsiteX135" fmla="*/ 6042954 w 6128435"/>
              <a:gd name="connsiteY135" fmla="*/ 5362576 h 6858000"/>
              <a:gd name="connsiteX136" fmla="*/ 6053435 w 6128435"/>
              <a:gd name="connsiteY136" fmla="*/ 5387547 h 6858000"/>
              <a:gd name="connsiteX137" fmla="*/ 6065933 w 6128435"/>
              <a:gd name="connsiteY137" fmla="*/ 5443002 h 6858000"/>
              <a:gd name="connsiteX138" fmla="*/ 6068640 w 6128435"/>
              <a:gd name="connsiteY138" fmla="*/ 5474503 h 6858000"/>
              <a:gd name="connsiteX139" fmla="*/ 6080922 w 6128435"/>
              <a:gd name="connsiteY139" fmla="*/ 5561070 h 6858000"/>
              <a:gd name="connsiteX140" fmla="*/ 6096949 w 6128435"/>
              <a:gd name="connsiteY140" fmla="*/ 5648179 h 6858000"/>
              <a:gd name="connsiteX141" fmla="*/ 6125703 w 6128435"/>
              <a:gd name="connsiteY141" fmla="*/ 5692894 h 6858000"/>
              <a:gd name="connsiteX142" fmla="*/ 6126670 w 6128435"/>
              <a:gd name="connsiteY142" fmla="*/ 5697882 h 6858000"/>
              <a:gd name="connsiteX143" fmla="*/ 6124061 w 6128435"/>
              <a:gd name="connsiteY143" fmla="*/ 5710294 h 6858000"/>
              <a:gd name="connsiteX144" fmla="*/ 6122213 w 6128435"/>
              <a:gd name="connsiteY144" fmla="*/ 5714762 h 6858000"/>
              <a:gd name="connsiteX145" fmla="*/ 6121353 w 6128435"/>
              <a:gd name="connsiteY145" fmla="*/ 5721725 h 6858000"/>
              <a:gd name="connsiteX146" fmla="*/ 6121607 w 6128435"/>
              <a:gd name="connsiteY146" fmla="*/ 5721959 h 6858000"/>
              <a:gd name="connsiteX147" fmla="*/ 6120262 w 6128435"/>
              <a:gd name="connsiteY147" fmla="*/ 5728358 h 6858000"/>
              <a:gd name="connsiteX148" fmla="*/ 6110194 w 6128435"/>
              <a:gd name="connsiteY148" fmla="*/ 5758853 h 6858000"/>
              <a:gd name="connsiteX149" fmla="*/ 6127519 w 6128435"/>
              <a:gd name="connsiteY149" fmla="*/ 5865775 h 6858000"/>
              <a:gd name="connsiteX150" fmla="*/ 6128435 w 6128435"/>
              <a:gd name="connsiteY150" fmla="*/ 5870164 h 6858000"/>
              <a:gd name="connsiteX151" fmla="*/ 6119217 w 6128435"/>
              <a:gd name="connsiteY151" fmla="*/ 5888542 h 6858000"/>
              <a:gd name="connsiteX152" fmla="*/ 6115966 w 6128435"/>
              <a:gd name="connsiteY152" fmla="*/ 5898387 h 6858000"/>
              <a:gd name="connsiteX153" fmla="*/ 6111924 w 6128435"/>
              <a:gd name="connsiteY153" fmla="*/ 5900444 h 6858000"/>
              <a:gd name="connsiteX154" fmla="*/ 6108716 w 6128435"/>
              <a:gd name="connsiteY154" fmla="*/ 5915345 h 6858000"/>
              <a:gd name="connsiteX155" fmla="*/ 6109524 w 6128435"/>
              <a:gd name="connsiteY155" fmla="*/ 5917328 h 6858000"/>
              <a:gd name="connsiteX156" fmla="*/ 6102493 w 6128435"/>
              <a:gd name="connsiteY156" fmla="*/ 5928602 h 6858000"/>
              <a:gd name="connsiteX157" fmla="*/ 6056863 w 6128435"/>
              <a:gd name="connsiteY157" fmla="*/ 6000643 h 6858000"/>
              <a:gd name="connsiteX158" fmla="*/ 6045436 w 6128435"/>
              <a:gd name="connsiteY158" fmla="*/ 6124480 h 6858000"/>
              <a:gd name="connsiteX159" fmla="*/ 6030489 w 6128435"/>
              <a:gd name="connsiteY159" fmla="*/ 6317666 h 6858000"/>
              <a:gd name="connsiteX160" fmla="*/ 6007492 w 6128435"/>
              <a:gd name="connsiteY160" fmla="*/ 6440818 h 6858000"/>
              <a:gd name="connsiteX161" fmla="*/ 6009467 w 6128435"/>
              <a:gd name="connsiteY161" fmla="*/ 6487076 h 6858000"/>
              <a:gd name="connsiteX162" fmla="*/ 5995064 w 6128435"/>
              <a:gd name="connsiteY162" fmla="*/ 6540791 h 6858000"/>
              <a:gd name="connsiteX163" fmla="*/ 5996309 w 6128435"/>
              <a:gd name="connsiteY163" fmla="*/ 6543961 h 6858000"/>
              <a:gd name="connsiteX164" fmla="*/ 5996048 w 6128435"/>
              <a:gd name="connsiteY164" fmla="*/ 6555444 h 6858000"/>
              <a:gd name="connsiteX165" fmla="*/ 6002524 w 6128435"/>
              <a:gd name="connsiteY165" fmla="*/ 6560188 h 6858000"/>
              <a:gd name="connsiteX166" fmla="*/ 6006823 w 6128435"/>
              <a:gd name="connsiteY166" fmla="*/ 6578546 h 6858000"/>
              <a:gd name="connsiteX167" fmla="*/ 6004510 w 6128435"/>
              <a:gd name="connsiteY167" fmla="*/ 6599256 h 6858000"/>
              <a:gd name="connsiteX168" fmla="*/ 5986207 w 6128435"/>
              <a:gd name="connsiteY168" fmla="*/ 6695855 h 6858000"/>
              <a:gd name="connsiteX169" fmla="*/ 5979428 w 6128435"/>
              <a:gd name="connsiteY169" fmla="*/ 6754678 h 6858000"/>
              <a:gd name="connsiteX170" fmla="*/ 5983398 w 6128435"/>
              <a:gd name="connsiteY170" fmla="*/ 6778641 h 6858000"/>
              <a:gd name="connsiteX171" fmla="*/ 5984543 w 6128435"/>
              <a:gd name="connsiteY171" fmla="*/ 6811016 h 6858000"/>
              <a:gd name="connsiteX172" fmla="*/ 5981802 w 6128435"/>
              <a:gd name="connsiteY172" fmla="*/ 6838578 h 6858000"/>
              <a:gd name="connsiteX173" fmla="*/ 5979671 w 6128435"/>
              <a:gd name="connsiteY173" fmla="*/ 6858000 h 6858000"/>
              <a:gd name="connsiteX174" fmla="*/ 0 w 6128435"/>
              <a:gd name="connsiteY174" fmla="*/ 6858000 h 6858000"/>
              <a:gd name="connsiteX175" fmla="*/ 0 w 6128435"/>
              <a:gd name="connsiteY175"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71650 w 6128435"/>
              <a:gd name="connsiteY44" fmla="*/ 2440467 h 6858000"/>
              <a:gd name="connsiteX45" fmla="*/ 5271438 w 6128435"/>
              <a:gd name="connsiteY45" fmla="*/ 2447186 h 6858000"/>
              <a:gd name="connsiteX46" fmla="*/ 5271722 w 6128435"/>
              <a:gd name="connsiteY46" fmla="*/ 2447359 h 6858000"/>
              <a:gd name="connsiteX47" fmla="*/ 5148653 w 6128435"/>
              <a:gd name="connsiteY47" fmla="*/ 2460132 h 6858000"/>
              <a:gd name="connsiteX48" fmla="*/ 5192511 w 6128435"/>
              <a:gd name="connsiteY48" fmla="*/ 2549199 h 6858000"/>
              <a:gd name="connsiteX49" fmla="*/ 5307538 w 6128435"/>
              <a:gd name="connsiteY49" fmla="*/ 2514685 h 6858000"/>
              <a:gd name="connsiteX50" fmla="*/ 5337604 w 6128435"/>
              <a:gd name="connsiteY50" fmla="*/ 2597632 h 6858000"/>
              <a:gd name="connsiteX51" fmla="*/ 5407503 w 6128435"/>
              <a:gd name="connsiteY51" fmla="*/ 2786290 h 6858000"/>
              <a:gd name="connsiteX52" fmla="*/ 5407356 w 6128435"/>
              <a:gd name="connsiteY52" fmla="*/ 2787545 h 6858000"/>
              <a:gd name="connsiteX53" fmla="*/ 5411130 w 6128435"/>
              <a:gd name="connsiteY53" fmla="*/ 2788640 h 6858000"/>
              <a:gd name="connsiteX54" fmla="*/ 5416439 w 6128435"/>
              <a:gd name="connsiteY54" fmla="*/ 2805666 h 6858000"/>
              <a:gd name="connsiteX55" fmla="*/ 5416589 w 6128435"/>
              <a:gd name="connsiteY55" fmla="*/ 2810822 h 6858000"/>
              <a:gd name="connsiteX56" fmla="*/ 5418542 w 6128435"/>
              <a:gd name="connsiteY56" fmla="*/ 2817745 h 6858000"/>
              <a:gd name="connsiteX57" fmla="*/ 5418847 w 6128435"/>
              <a:gd name="connsiteY57" fmla="*/ 2817825 h 6858000"/>
              <a:gd name="connsiteX58" fmla="*/ 5423364 w 6128435"/>
              <a:gd name="connsiteY58" fmla="*/ 2858292 h 6858000"/>
              <a:gd name="connsiteX59" fmla="*/ 5479298 w 6128435"/>
              <a:gd name="connsiteY59" fmla="*/ 2947791 h 6858000"/>
              <a:gd name="connsiteX60" fmla="*/ 5481770 w 6128435"/>
              <a:gd name="connsiteY60" fmla="*/ 2951352 h 6858000"/>
              <a:gd name="connsiteX61" fmla="*/ 5481013 w 6128435"/>
              <a:gd name="connsiteY61" fmla="*/ 2973461 h 6858000"/>
              <a:gd name="connsiteX62" fmla="*/ 5482045 w 6128435"/>
              <a:gd name="connsiteY62" fmla="*/ 2984371 h 6858000"/>
              <a:gd name="connsiteX63" fmla="*/ 5479405 w 6128435"/>
              <a:gd name="connsiteY63" fmla="*/ 2988507 h 6858000"/>
              <a:gd name="connsiteX64" fmla="*/ 5482415 w 6128435"/>
              <a:gd name="connsiteY64" fmla="*/ 3004079 h 6858000"/>
              <a:gd name="connsiteX65" fmla="*/ 5483865 w 6128435"/>
              <a:gd name="connsiteY65" fmla="*/ 3005467 h 6858000"/>
              <a:gd name="connsiteX66" fmla="*/ 5482236 w 6128435"/>
              <a:gd name="connsiteY66" fmla="*/ 3019791 h 6858000"/>
              <a:gd name="connsiteX67" fmla="*/ 5475895 w 6128435"/>
              <a:gd name="connsiteY67" fmla="*/ 3033578 h 6858000"/>
              <a:gd name="connsiteX68" fmla="*/ 5477595 w 6128435"/>
              <a:gd name="connsiteY68" fmla="*/ 3250534 h 6858000"/>
              <a:gd name="connsiteX69" fmla="*/ 5532836 w 6128435"/>
              <a:gd name="connsiteY69" fmla="*/ 3353840 h 6858000"/>
              <a:gd name="connsiteX70" fmla="*/ 5561229 w 6128435"/>
              <a:gd name="connsiteY70" fmla="*/ 3395784 h 6858000"/>
              <a:gd name="connsiteX71" fmla="*/ 5589758 w 6128435"/>
              <a:gd name="connsiteY71" fmla="*/ 3506453 h 6858000"/>
              <a:gd name="connsiteX72" fmla="*/ 5596144 w 6128435"/>
              <a:gd name="connsiteY72" fmla="*/ 3534624 h 6858000"/>
              <a:gd name="connsiteX73" fmla="*/ 5597750 w 6128435"/>
              <a:gd name="connsiteY73" fmla="*/ 3534129 h 6858000"/>
              <a:gd name="connsiteX74" fmla="*/ 5599700 w 6128435"/>
              <a:gd name="connsiteY74" fmla="*/ 3547221 h 6858000"/>
              <a:gd name="connsiteX75" fmla="*/ 5615031 w 6128435"/>
              <a:gd name="connsiteY75" fmla="*/ 3557482 h 6858000"/>
              <a:gd name="connsiteX76" fmla="*/ 5618377 w 6128435"/>
              <a:gd name="connsiteY76" fmla="*/ 3588431 h 6858000"/>
              <a:gd name="connsiteX77" fmla="*/ 5612155 w 6128435"/>
              <a:gd name="connsiteY77" fmla="*/ 3589869 h 6858000"/>
              <a:gd name="connsiteX78" fmla="*/ 5620843 w 6128435"/>
              <a:gd name="connsiteY78" fmla="*/ 3606745 h 6858000"/>
              <a:gd name="connsiteX79" fmla="*/ 5655472 w 6128435"/>
              <a:gd name="connsiteY79" fmla="*/ 3678877 h 6858000"/>
              <a:gd name="connsiteX80" fmla="*/ 5680448 w 6128435"/>
              <a:gd name="connsiteY80" fmla="*/ 3717760 h 6858000"/>
              <a:gd name="connsiteX81" fmla="*/ 5683015 w 6128435"/>
              <a:gd name="connsiteY81" fmla="*/ 3762025 h 6858000"/>
              <a:gd name="connsiteX82" fmla="*/ 5696643 w 6128435"/>
              <a:gd name="connsiteY82" fmla="*/ 3773888 h 6858000"/>
              <a:gd name="connsiteX83" fmla="*/ 5699203 w 6128435"/>
              <a:gd name="connsiteY83" fmla="*/ 3775823 h 6858000"/>
              <a:gd name="connsiteX84" fmla="*/ 5704824 w 6128435"/>
              <a:gd name="connsiteY84" fmla="*/ 3785966 h 6858000"/>
              <a:gd name="connsiteX85" fmla="*/ 5712204 w 6128435"/>
              <a:gd name="connsiteY85" fmla="*/ 3785830 h 6858000"/>
              <a:gd name="connsiteX86" fmla="*/ 5724816 w 6128435"/>
              <a:gd name="connsiteY86" fmla="*/ 3798949 h 6858000"/>
              <a:gd name="connsiteX87" fmla="*/ 5733539 w 6128435"/>
              <a:gd name="connsiteY87" fmla="*/ 3818457 h 6858000"/>
              <a:gd name="connsiteX88" fmla="*/ 5768491 w 6128435"/>
              <a:gd name="connsiteY88" fmla="*/ 3914399 h 6858000"/>
              <a:gd name="connsiteX89" fmla="*/ 5793123 w 6128435"/>
              <a:gd name="connsiteY89" fmla="*/ 3969952 h 6858000"/>
              <a:gd name="connsiteX90" fmla="*/ 5808321 w 6128435"/>
              <a:gd name="connsiteY90" fmla="*/ 3988153 h 6858000"/>
              <a:gd name="connsiteX91" fmla="*/ 5825621 w 6128435"/>
              <a:gd name="connsiteY91" fmla="*/ 4015525 h 6858000"/>
              <a:gd name="connsiteX92" fmla="*/ 5860672 w 6128435"/>
              <a:gd name="connsiteY92" fmla="*/ 4061579 h 6858000"/>
              <a:gd name="connsiteX93" fmla="*/ 5872173 w 6128435"/>
              <a:gd name="connsiteY93" fmla="*/ 4088497 h 6858000"/>
              <a:gd name="connsiteX94" fmla="*/ 5883705 w 6128435"/>
              <a:gd name="connsiteY94" fmla="*/ 4101899 h 6858000"/>
              <a:gd name="connsiteX95" fmla="*/ 5885314 w 6128435"/>
              <a:gd name="connsiteY95" fmla="*/ 4108387 h 6858000"/>
              <a:gd name="connsiteX96" fmla="*/ 5894095 w 6128435"/>
              <a:gd name="connsiteY96" fmla="*/ 4128857 h 6858000"/>
              <a:gd name="connsiteX97" fmla="*/ 5898339 w 6128435"/>
              <a:gd name="connsiteY97" fmla="*/ 4140800 h 6858000"/>
              <a:gd name="connsiteX98" fmla="*/ 5899734 w 6128435"/>
              <a:gd name="connsiteY98" fmla="*/ 4145632 h 6858000"/>
              <a:gd name="connsiteX99" fmla="*/ 5897098 w 6128435"/>
              <a:gd name="connsiteY99" fmla="*/ 4157819 h 6858000"/>
              <a:gd name="connsiteX100" fmla="*/ 5903513 w 6128435"/>
              <a:gd name="connsiteY100" fmla="*/ 4187661 h 6858000"/>
              <a:gd name="connsiteX101" fmla="*/ 5917114 w 6128435"/>
              <a:gd name="connsiteY101" fmla="*/ 4213096 h 6858000"/>
              <a:gd name="connsiteX102" fmla="*/ 5921153 w 6128435"/>
              <a:gd name="connsiteY102" fmla="*/ 4236222 h 6858000"/>
              <a:gd name="connsiteX103" fmla="*/ 5924233 w 6128435"/>
              <a:gd name="connsiteY103" fmla="*/ 4242060 h 6858000"/>
              <a:gd name="connsiteX104" fmla="*/ 5928910 w 6128435"/>
              <a:gd name="connsiteY104" fmla="*/ 4300973 h 6858000"/>
              <a:gd name="connsiteX105" fmla="*/ 5939320 w 6128435"/>
              <a:gd name="connsiteY105" fmla="*/ 4340435 h 6858000"/>
              <a:gd name="connsiteX106" fmla="*/ 5946705 w 6128435"/>
              <a:gd name="connsiteY106" fmla="*/ 4428051 h 6858000"/>
              <a:gd name="connsiteX107" fmla="*/ 5949261 w 6128435"/>
              <a:gd name="connsiteY107" fmla="*/ 4449185 h 6858000"/>
              <a:gd name="connsiteX108" fmla="*/ 5957504 w 6128435"/>
              <a:gd name="connsiteY108" fmla="*/ 4465911 h 6858000"/>
              <a:gd name="connsiteX109" fmla="*/ 5964689 w 6128435"/>
              <a:gd name="connsiteY109" fmla="*/ 4468532 h 6858000"/>
              <a:gd name="connsiteX110" fmla="*/ 5967062 w 6128435"/>
              <a:gd name="connsiteY110" fmla="*/ 4479923 h 6858000"/>
              <a:gd name="connsiteX111" fmla="*/ 5968960 w 6128435"/>
              <a:gd name="connsiteY111" fmla="*/ 4482655 h 6858000"/>
              <a:gd name="connsiteX112" fmla="*/ 5978567 w 6128435"/>
              <a:gd name="connsiteY112" fmla="*/ 4498605 h 6858000"/>
              <a:gd name="connsiteX113" fmla="*/ 5980106 w 6128435"/>
              <a:gd name="connsiteY113" fmla="*/ 4585087 h 6858000"/>
              <a:gd name="connsiteX114" fmla="*/ 5998138 w 6128435"/>
              <a:gd name="connsiteY114" fmla="*/ 4697518 h 6858000"/>
              <a:gd name="connsiteX115" fmla="*/ 6013516 w 6128435"/>
              <a:gd name="connsiteY115" fmla="*/ 4786619 h 6858000"/>
              <a:gd name="connsiteX116" fmla="*/ 6025404 w 6128435"/>
              <a:gd name="connsiteY116" fmla="*/ 4858148 h 6858000"/>
              <a:gd name="connsiteX117" fmla="*/ 6007749 w 6128435"/>
              <a:gd name="connsiteY117" fmla="*/ 4964715 h 6858000"/>
              <a:gd name="connsiteX118" fmla="*/ 6005269 w 6128435"/>
              <a:gd name="connsiteY118" fmla="*/ 5150567 h 6858000"/>
              <a:gd name="connsiteX119" fmla="*/ 6001127 w 6128435"/>
              <a:gd name="connsiteY119" fmla="*/ 5164609 h 6858000"/>
              <a:gd name="connsiteX120" fmla="*/ 5996647 w 6128435"/>
              <a:gd name="connsiteY120" fmla="*/ 5185640 h 6858000"/>
              <a:gd name="connsiteX121" fmla="*/ 5998514 w 6128435"/>
              <a:gd name="connsiteY121" fmla="*/ 5189673 h 6858000"/>
              <a:gd name="connsiteX122" fmla="*/ 5995970 w 6128435"/>
              <a:gd name="connsiteY122" fmla="*/ 5221547 h 6858000"/>
              <a:gd name="connsiteX123" fmla="*/ 5997218 w 6128435"/>
              <a:gd name="connsiteY123" fmla="*/ 5222031 h 6858000"/>
              <a:gd name="connsiteX124" fmla="*/ 6002116 w 6128435"/>
              <a:gd name="connsiteY124" fmla="*/ 5231223 h 6858000"/>
              <a:gd name="connsiteX125" fmla="*/ 6008541 w 6128435"/>
              <a:gd name="connsiteY125" fmla="*/ 5248680 h 6858000"/>
              <a:gd name="connsiteX126" fmla="*/ 6039260 w 6128435"/>
              <a:gd name="connsiteY126" fmla="*/ 5289518 h 6858000"/>
              <a:gd name="connsiteX127" fmla="*/ 6036748 w 6128435"/>
              <a:gd name="connsiteY127" fmla="*/ 5322752 h 6858000"/>
              <a:gd name="connsiteX128" fmla="*/ 6036943 w 6128435"/>
              <a:gd name="connsiteY128" fmla="*/ 5329480 h 6858000"/>
              <a:gd name="connsiteX129" fmla="*/ 6037236 w 6128435"/>
              <a:gd name="connsiteY129" fmla="*/ 5329634 h 6858000"/>
              <a:gd name="connsiteX130" fmla="*/ 6038019 w 6128435"/>
              <a:gd name="connsiteY130" fmla="*/ 5336764 h 6858000"/>
              <a:gd name="connsiteX131" fmla="*/ 6037298 w 6128435"/>
              <a:gd name="connsiteY131" fmla="*/ 5341753 h 6858000"/>
              <a:gd name="connsiteX132" fmla="*/ 6037677 w 6128435"/>
              <a:gd name="connsiteY132" fmla="*/ 5354807 h 6858000"/>
              <a:gd name="connsiteX133" fmla="*/ 6039728 w 6128435"/>
              <a:gd name="connsiteY133" fmla="*/ 5359416 h 6858000"/>
              <a:gd name="connsiteX134" fmla="*/ 6043311 w 6128435"/>
              <a:gd name="connsiteY134" fmla="*/ 5361407 h 6858000"/>
              <a:gd name="connsiteX135" fmla="*/ 6042954 w 6128435"/>
              <a:gd name="connsiteY135" fmla="*/ 5362576 h 6858000"/>
              <a:gd name="connsiteX136" fmla="*/ 6053435 w 6128435"/>
              <a:gd name="connsiteY136" fmla="*/ 5387547 h 6858000"/>
              <a:gd name="connsiteX137" fmla="*/ 6065933 w 6128435"/>
              <a:gd name="connsiteY137" fmla="*/ 5443002 h 6858000"/>
              <a:gd name="connsiteX138" fmla="*/ 6068640 w 6128435"/>
              <a:gd name="connsiteY138" fmla="*/ 5474503 h 6858000"/>
              <a:gd name="connsiteX139" fmla="*/ 6080922 w 6128435"/>
              <a:gd name="connsiteY139" fmla="*/ 5561070 h 6858000"/>
              <a:gd name="connsiteX140" fmla="*/ 6096949 w 6128435"/>
              <a:gd name="connsiteY140" fmla="*/ 5648179 h 6858000"/>
              <a:gd name="connsiteX141" fmla="*/ 6125703 w 6128435"/>
              <a:gd name="connsiteY141" fmla="*/ 5692894 h 6858000"/>
              <a:gd name="connsiteX142" fmla="*/ 6126670 w 6128435"/>
              <a:gd name="connsiteY142" fmla="*/ 5697882 h 6858000"/>
              <a:gd name="connsiteX143" fmla="*/ 6124061 w 6128435"/>
              <a:gd name="connsiteY143" fmla="*/ 5710294 h 6858000"/>
              <a:gd name="connsiteX144" fmla="*/ 6122213 w 6128435"/>
              <a:gd name="connsiteY144" fmla="*/ 5714762 h 6858000"/>
              <a:gd name="connsiteX145" fmla="*/ 6121353 w 6128435"/>
              <a:gd name="connsiteY145" fmla="*/ 5721725 h 6858000"/>
              <a:gd name="connsiteX146" fmla="*/ 6121607 w 6128435"/>
              <a:gd name="connsiteY146" fmla="*/ 5721959 h 6858000"/>
              <a:gd name="connsiteX147" fmla="*/ 6120262 w 6128435"/>
              <a:gd name="connsiteY147" fmla="*/ 5728358 h 6858000"/>
              <a:gd name="connsiteX148" fmla="*/ 6110194 w 6128435"/>
              <a:gd name="connsiteY148" fmla="*/ 5758853 h 6858000"/>
              <a:gd name="connsiteX149" fmla="*/ 6127519 w 6128435"/>
              <a:gd name="connsiteY149" fmla="*/ 5865775 h 6858000"/>
              <a:gd name="connsiteX150" fmla="*/ 6128435 w 6128435"/>
              <a:gd name="connsiteY150" fmla="*/ 5870164 h 6858000"/>
              <a:gd name="connsiteX151" fmla="*/ 6119217 w 6128435"/>
              <a:gd name="connsiteY151" fmla="*/ 5888542 h 6858000"/>
              <a:gd name="connsiteX152" fmla="*/ 6115966 w 6128435"/>
              <a:gd name="connsiteY152" fmla="*/ 5898387 h 6858000"/>
              <a:gd name="connsiteX153" fmla="*/ 6111924 w 6128435"/>
              <a:gd name="connsiteY153" fmla="*/ 5900444 h 6858000"/>
              <a:gd name="connsiteX154" fmla="*/ 6108716 w 6128435"/>
              <a:gd name="connsiteY154" fmla="*/ 5915345 h 6858000"/>
              <a:gd name="connsiteX155" fmla="*/ 6109524 w 6128435"/>
              <a:gd name="connsiteY155" fmla="*/ 5917328 h 6858000"/>
              <a:gd name="connsiteX156" fmla="*/ 6102493 w 6128435"/>
              <a:gd name="connsiteY156" fmla="*/ 5928602 h 6858000"/>
              <a:gd name="connsiteX157" fmla="*/ 6056863 w 6128435"/>
              <a:gd name="connsiteY157" fmla="*/ 6000643 h 6858000"/>
              <a:gd name="connsiteX158" fmla="*/ 6045436 w 6128435"/>
              <a:gd name="connsiteY158" fmla="*/ 6124480 h 6858000"/>
              <a:gd name="connsiteX159" fmla="*/ 6030489 w 6128435"/>
              <a:gd name="connsiteY159" fmla="*/ 6317666 h 6858000"/>
              <a:gd name="connsiteX160" fmla="*/ 6007492 w 6128435"/>
              <a:gd name="connsiteY160" fmla="*/ 6440818 h 6858000"/>
              <a:gd name="connsiteX161" fmla="*/ 6009467 w 6128435"/>
              <a:gd name="connsiteY161" fmla="*/ 6487076 h 6858000"/>
              <a:gd name="connsiteX162" fmla="*/ 5995064 w 6128435"/>
              <a:gd name="connsiteY162" fmla="*/ 6540791 h 6858000"/>
              <a:gd name="connsiteX163" fmla="*/ 5996309 w 6128435"/>
              <a:gd name="connsiteY163" fmla="*/ 6543961 h 6858000"/>
              <a:gd name="connsiteX164" fmla="*/ 5996048 w 6128435"/>
              <a:gd name="connsiteY164" fmla="*/ 6555444 h 6858000"/>
              <a:gd name="connsiteX165" fmla="*/ 6002524 w 6128435"/>
              <a:gd name="connsiteY165" fmla="*/ 6560188 h 6858000"/>
              <a:gd name="connsiteX166" fmla="*/ 6006823 w 6128435"/>
              <a:gd name="connsiteY166" fmla="*/ 6578546 h 6858000"/>
              <a:gd name="connsiteX167" fmla="*/ 6004510 w 6128435"/>
              <a:gd name="connsiteY167" fmla="*/ 6599256 h 6858000"/>
              <a:gd name="connsiteX168" fmla="*/ 5986207 w 6128435"/>
              <a:gd name="connsiteY168" fmla="*/ 6695855 h 6858000"/>
              <a:gd name="connsiteX169" fmla="*/ 5979428 w 6128435"/>
              <a:gd name="connsiteY169" fmla="*/ 6754678 h 6858000"/>
              <a:gd name="connsiteX170" fmla="*/ 5983398 w 6128435"/>
              <a:gd name="connsiteY170" fmla="*/ 6778641 h 6858000"/>
              <a:gd name="connsiteX171" fmla="*/ 5984543 w 6128435"/>
              <a:gd name="connsiteY171" fmla="*/ 6811016 h 6858000"/>
              <a:gd name="connsiteX172" fmla="*/ 5981802 w 6128435"/>
              <a:gd name="connsiteY172" fmla="*/ 6838578 h 6858000"/>
              <a:gd name="connsiteX173" fmla="*/ 5979671 w 6128435"/>
              <a:gd name="connsiteY173" fmla="*/ 6858000 h 6858000"/>
              <a:gd name="connsiteX174" fmla="*/ 0 w 6128435"/>
              <a:gd name="connsiteY174" fmla="*/ 6858000 h 6858000"/>
              <a:gd name="connsiteX175" fmla="*/ 0 w 6128435"/>
              <a:gd name="connsiteY175"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71650 w 6128435"/>
              <a:gd name="connsiteY44" fmla="*/ 2440467 h 6858000"/>
              <a:gd name="connsiteX45" fmla="*/ 5271438 w 6128435"/>
              <a:gd name="connsiteY45" fmla="*/ 2447186 h 6858000"/>
              <a:gd name="connsiteX46" fmla="*/ 5148653 w 6128435"/>
              <a:gd name="connsiteY46" fmla="*/ 2460132 h 6858000"/>
              <a:gd name="connsiteX47" fmla="*/ 5192511 w 6128435"/>
              <a:gd name="connsiteY47" fmla="*/ 2549199 h 6858000"/>
              <a:gd name="connsiteX48" fmla="*/ 5307538 w 6128435"/>
              <a:gd name="connsiteY48" fmla="*/ 2514685 h 6858000"/>
              <a:gd name="connsiteX49" fmla="*/ 5337604 w 6128435"/>
              <a:gd name="connsiteY49" fmla="*/ 2597632 h 6858000"/>
              <a:gd name="connsiteX50" fmla="*/ 5407503 w 6128435"/>
              <a:gd name="connsiteY50" fmla="*/ 2786290 h 6858000"/>
              <a:gd name="connsiteX51" fmla="*/ 5407356 w 6128435"/>
              <a:gd name="connsiteY51" fmla="*/ 2787545 h 6858000"/>
              <a:gd name="connsiteX52" fmla="*/ 5411130 w 6128435"/>
              <a:gd name="connsiteY52" fmla="*/ 2788640 h 6858000"/>
              <a:gd name="connsiteX53" fmla="*/ 5416439 w 6128435"/>
              <a:gd name="connsiteY53" fmla="*/ 2805666 h 6858000"/>
              <a:gd name="connsiteX54" fmla="*/ 5416589 w 6128435"/>
              <a:gd name="connsiteY54" fmla="*/ 2810822 h 6858000"/>
              <a:gd name="connsiteX55" fmla="*/ 5418542 w 6128435"/>
              <a:gd name="connsiteY55" fmla="*/ 2817745 h 6858000"/>
              <a:gd name="connsiteX56" fmla="*/ 5418847 w 6128435"/>
              <a:gd name="connsiteY56" fmla="*/ 2817825 h 6858000"/>
              <a:gd name="connsiteX57" fmla="*/ 5423364 w 6128435"/>
              <a:gd name="connsiteY57" fmla="*/ 2858292 h 6858000"/>
              <a:gd name="connsiteX58" fmla="*/ 5479298 w 6128435"/>
              <a:gd name="connsiteY58" fmla="*/ 2947791 h 6858000"/>
              <a:gd name="connsiteX59" fmla="*/ 5481770 w 6128435"/>
              <a:gd name="connsiteY59" fmla="*/ 2951352 h 6858000"/>
              <a:gd name="connsiteX60" fmla="*/ 5481013 w 6128435"/>
              <a:gd name="connsiteY60" fmla="*/ 2973461 h 6858000"/>
              <a:gd name="connsiteX61" fmla="*/ 5482045 w 6128435"/>
              <a:gd name="connsiteY61" fmla="*/ 2984371 h 6858000"/>
              <a:gd name="connsiteX62" fmla="*/ 5479405 w 6128435"/>
              <a:gd name="connsiteY62" fmla="*/ 2988507 h 6858000"/>
              <a:gd name="connsiteX63" fmla="*/ 5482415 w 6128435"/>
              <a:gd name="connsiteY63" fmla="*/ 3004079 h 6858000"/>
              <a:gd name="connsiteX64" fmla="*/ 5483865 w 6128435"/>
              <a:gd name="connsiteY64" fmla="*/ 3005467 h 6858000"/>
              <a:gd name="connsiteX65" fmla="*/ 5482236 w 6128435"/>
              <a:gd name="connsiteY65" fmla="*/ 3019791 h 6858000"/>
              <a:gd name="connsiteX66" fmla="*/ 5475895 w 6128435"/>
              <a:gd name="connsiteY66" fmla="*/ 3033578 h 6858000"/>
              <a:gd name="connsiteX67" fmla="*/ 5477595 w 6128435"/>
              <a:gd name="connsiteY67" fmla="*/ 3250534 h 6858000"/>
              <a:gd name="connsiteX68" fmla="*/ 5532836 w 6128435"/>
              <a:gd name="connsiteY68" fmla="*/ 3353840 h 6858000"/>
              <a:gd name="connsiteX69" fmla="*/ 5561229 w 6128435"/>
              <a:gd name="connsiteY69" fmla="*/ 3395784 h 6858000"/>
              <a:gd name="connsiteX70" fmla="*/ 5589758 w 6128435"/>
              <a:gd name="connsiteY70" fmla="*/ 3506453 h 6858000"/>
              <a:gd name="connsiteX71" fmla="*/ 5596144 w 6128435"/>
              <a:gd name="connsiteY71" fmla="*/ 3534624 h 6858000"/>
              <a:gd name="connsiteX72" fmla="*/ 5597750 w 6128435"/>
              <a:gd name="connsiteY72" fmla="*/ 3534129 h 6858000"/>
              <a:gd name="connsiteX73" fmla="*/ 5599700 w 6128435"/>
              <a:gd name="connsiteY73" fmla="*/ 3547221 h 6858000"/>
              <a:gd name="connsiteX74" fmla="*/ 5615031 w 6128435"/>
              <a:gd name="connsiteY74" fmla="*/ 3557482 h 6858000"/>
              <a:gd name="connsiteX75" fmla="*/ 5618377 w 6128435"/>
              <a:gd name="connsiteY75" fmla="*/ 3588431 h 6858000"/>
              <a:gd name="connsiteX76" fmla="*/ 5612155 w 6128435"/>
              <a:gd name="connsiteY76" fmla="*/ 3589869 h 6858000"/>
              <a:gd name="connsiteX77" fmla="*/ 5620843 w 6128435"/>
              <a:gd name="connsiteY77" fmla="*/ 3606745 h 6858000"/>
              <a:gd name="connsiteX78" fmla="*/ 5655472 w 6128435"/>
              <a:gd name="connsiteY78" fmla="*/ 3678877 h 6858000"/>
              <a:gd name="connsiteX79" fmla="*/ 5680448 w 6128435"/>
              <a:gd name="connsiteY79" fmla="*/ 3717760 h 6858000"/>
              <a:gd name="connsiteX80" fmla="*/ 5683015 w 6128435"/>
              <a:gd name="connsiteY80" fmla="*/ 3762025 h 6858000"/>
              <a:gd name="connsiteX81" fmla="*/ 5696643 w 6128435"/>
              <a:gd name="connsiteY81" fmla="*/ 3773888 h 6858000"/>
              <a:gd name="connsiteX82" fmla="*/ 5699203 w 6128435"/>
              <a:gd name="connsiteY82" fmla="*/ 3775823 h 6858000"/>
              <a:gd name="connsiteX83" fmla="*/ 5704824 w 6128435"/>
              <a:gd name="connsiteY83" fmla="*/ 3785966 h 6858000"/>
              <a:gd name="connsiteX84" fmla="*/ 5712204 w 6128435"/>
              <a:gd name="connsiteY84" fmla="*/ 3785830 h 6858000"/>
              <a:gd name="connsiteX85" fmla="*/ 5724816 w 6128435"/>
              <a:gd name="connsiteY85" fmla="*/ 3798949 h 6858000"/>
              <a:gd name="connsiteX86" fmla="*/ 5733539 w 6128435"/>
              <a:gd name="connsiteY86" fmla="*/ 3818457 h 6858000"/>
              <a:gd name="connsiteX87" fmla="*/ 5768491 w 6128435"/>
              <a:gd name="connsiteY87" fmla="*/ 3914399 h 6858000"/>
              <a:gd name="connsiteX88" fmla="*/ 5793123 w 6128435"/>
              <a:gd name="connsiteY88" fmla="*/ 3969952 h 6858000"/>
              <a:gd name="connsiteX89" fmla="*/ 5808321 w 6128435"/>
              <a:gd name="connsiteY89" fmla="*/ 3988153 h 6858000"/>
              <a:gd name="connsiteX90" fmla="*/ 5825621 w 6128435"/>
              <a:gd name="connsiteY90" fmla="*/ 4015525 h 6858000"/>
              <a:gd name="connsiteX91" fmla="*/ 5860672 w 6128435"/>
              <a:gd name="connsiteY91" fmla="*/ 4061579 h 6858000"/>
              <a:gd name="connsiteX92" fmla="*/ 5872173 w 6128435"/>
              <a:gd name="connsiteY92" fmla="*/ 4088497 h 6858000"/>
              <a:gd name="connsiteX93" fmla="*/ 5883705 w 6128435"/>
              <a:gd name="connsiteY93" fmla="*/ 4101899 h 6858000"/>
              <a:gd name="connsiteX94" fmla="*/ 5885314 w 6128435"/>
              <a:gd name="connsiteY94" fmla="*/ 4108387 h 6858000"/>
              <a:gd name="connsiteX95" fmla="*/ 5894095 w 6128435"/>
              <a:gd name="connsiteY95" fmla="*/ 4128857 h 6858000"/>
              <a:gd name="connsiteX96" fmla="*/ 5898339 w 6128435"/>
              <a:gd name="connsiteY96" fmla="*/ 4140800 h 6858000"/>
              <a:gd name="connsiteX97" fmla="*/ 5899734 w 6128435"/>
              <a:gd name="connsiteY97" fmla="*/ 4145632 h 6858000"/>
              <a:gd name="connsiteX98" fmla="*/ 5897098 w 6128435"/>
              <a:gd name="connsiteY98" fmla="*/ 4157819 h 6858000"/>
              <a:gd name="connsiteX99" fmla="*/ 5903513 w 6128435"/>
              <a:gd name="connsiteY99" fmla="*/ 4187661 h 6858000"/>
              <a:gd name="connsiteX100" fmla="*/ 5917114 w 6128435"/>
              <a:gd name="connsiteY100" fmla="*/ 4213096 h 6858000"/>
              <a:gd name="connsiteX101" fmla="*/ 5921153 w 6128435"/>
              <a:gd name="connsiteY101" fmla="*/ 4236222 h 6858000"/>
              <a:gd name="connsiteX102" fmla="*/ 5924233 w 6128435"/>
              <a:gd name="connsiteY102" fmla="*/ 4242060 h 6858000"/>
              <a:gd name="connsiteX103" fmla="*/ 5928910 w 6128435"/>
              <a:gd name="connsiteY103" fmla="*/ 4300973 h 6858000"/>
              <a:gd name="connsiteX104" fmla="*/ 5939320 w 6128435"/>
              <a:gd name="connsiteY104" fmla="*/ 4340435 h 6858000"/>
              <a:gd name="connsiteX105" fmla="*/ 5946705 w 6128435"/>
              <a:gd name="connsiteY105" fmla="*/ 4428051 h 6858000"/>
              <a:gd name="connsiteX106" fmla="*/ 5949261 w 6128435"/>
              <a:gd name="connsiteY106" fmla="*/ 4449185 h 6858000"/>
              <a:gd name="connsiteX107" fmla="*/ 5957504 w 6128435"/>
              <a:gd name="connsiteY107" fmla="*/ 4465911 h 6858000"/>
              <a:gd name="connsiteX108" fmla="*/ 5964689 w 6128435"/>
              <a:gd name="connsiteY108" fmla="*/ 4468532 h 6858000"/>
              <a:gd name="connsiteX109" fmla="*/ 5967062 w 6128435"/>
              <a:gd name="connsiteY109" fmla="*/ 4479923 h 6858000"/>
              <a:gd name="connsiteX110" fmla="*/ 5968960 w 6128435"/>
              <a:gd name="connsiteY110" fmla="*/ 4482655 h 6858000"/>
              <a:gd name="connsiteX111" fmla="*/ 5978567 w 6128435"/>
              <a:gd name="connsiteY111" fmla="*/ 4498605 h 6858000"/>
              <a:gd name="connsiteX112" fmla="*/ 5980106 w 6128435"/>
              <a:gd name="connsiteY112" fmla="*/ 4585087 h 6858000"/>
              <a:gd name="connsiteX113" fmla="*/ 5998138 w 6128435"/>
              <a:gd name="connsiteY113" fmla="*/ 4697518 h 6858000"/>
              <a:gd name="connsiteX114" fmla="*/ 6013516 w 6128435"/>
              <a:gd name="connsiteY114" fmla="*/ 4786619 h 6858000"/>
              <a:gd name="connsiteX115" fmla="*/ 6025404 w 6128435"/>
              <a:gd name="connsiteY115" fmla="*/ 4858148 h 6858000"/>
              <a:gd name="connsiteX116" fmla="*/ 6007749 w 6128435"/>
              <a:gd name="connsiteY116" fmla="*/ 4964715 h 6858000"/>
              <a:gd name="connsiteX117" fmla="*/ 6005269 w 6128435"/>
              <a:gd name="connsiteY117" fmla="*/ 5150567 h 6858000"/>
              <a:gd name="connsiteX118" fmla="*/ 6001127 w 6128435"/>
              <a:gd name="connsiteY118" fmla="*/ 5164609 h 6858000"/>
              <a:gd name="connsiteX119" fmla="*/ 5996647 w 6128435"/>
              <a:gd name="connsiteY119" fmla="*/ 5185640 h 6858000"/>
              <a:gd name="connsiteX120" fmla="*/ 5998514 w 6128435"/>
              <a:gd name="connsiteY120" fmla="*/ 5189673 h 6858000"/>
              <a:gd name="connsiteX121" fmla="*/ 5995970 w 6128435"/>
              <a:gd name="connsiteY121" fmla="*/ 5221547 h 6858000"/>
              <a:gd name="connsiteX122" fmla="*/ 5997218 w 6128435"/>
              <a:gd name="connsiteY122" fmla="*/ 5222031 h 6858000"/>
              <a:gd name="connsiteX123" fmla="*/ 6002116 w 6128435"/>
              <a:gd name="connsiteY123" fmla="*/ 5231223 h 6858000"/>
              <a:gd name="connsiteX124" fmla="*/ 6008541 w 6128435"/>
              <a:gd name="connsiteY124" fmla="*/ 5248680 h 6858000"/>
              <a:gd name="connsiteX125" fmla="*/ 6039260 w 6128435"/>
              <a:gd name="connsiteY125" fmla="*/ 5289518 h 6858000"/>
              <a:gd name="connsiteX126" fmla="*/ 6036748 w 6128435"/>
              <a:gd name="connsiteY126" fmla="*/ 5322752 h 6858000"/>
              <a:gd name="connsiteX127" fmla="*/ 6036943 w 6128435"/>
              <a:gd name="connsiteY127" fmla="*/ 5329480 h 6858000"/>
              <a:gd name="connsiteX128" fmla="*/ 6037236 w 6128435"/>
              <a:gd name="connsiteY128" fmla="*/ 5329634 h 6858000"/>
              <a:gd name="connsiteX129" fmla="*/ 6038019 w 6128435"/>
              <a:gd name="connsiteY129" fmla="*/ 5336764 h 6858000"/>
              <a:gd name="connsiteX130" fmla="*/ 6037298 w 6128435"/>
              <a:gd name="connsiteY130" fmla="*/ 5341753 h 6858000"/>
              <a:gd name="connsiteX131" fmla="*/ 6037677 w 6128435"/>
              <a:gd name="connsiteY131" fmla="*/ 5354807 h 6858000"/>
              <a:gd name="connsiteX132" fmla="*/ 6039728 w 6128435"/>
              <a:gd name="connsiteY132" fmla="*/ 5359416 h 6858000"/>
              <a:gd name="connsiteX133" fmla="*/ 6043311 w 6128435"/>
              <a:gd name="connsiteY133" fmla="*/ 5361407 h 6858000"/>
              <a:gd name="connsiteX134" fmla="*/ 6042954 w 6128435"/>
              <a:gd name="connsiteY134" fmla="*/ 5362576 h 6858000"/>
              <a:gd name="connsiteX135" fmla="*/ 6053435 w 6128435"/>
              <a:gd name="connsiteY135" fmla="*/ 5387547 h 6858000"/>
              <a:gd name="connsiteX136" fmla="*/ 6065933 w 6128435"/>
              <a:gd name="connsiteY136" fmla="*/ 5443002 h 6858000"/>
              <a:gd name="connsiteX137" fmla="*/ 6068640 w 6128435"/>
              <a:gd name="connsiteY137" fmla="*/ 5474503 h 6858000"/>
              <a:gd name="connsiteX138" fmla="*/ 6080922 w 6128435"/>
              <a:gd name="connsiteY138" fmla="*/ 5561070 h 6858000"/>
              <a:gd name="connsiteX139" fmla="*/ 6096949 w 6128435"/>
              <a:gd name="connsiteY139" fmla="*/ 5648179 h 6858000"/>
              <a:gd name="connsiteX140" fmla="*/ 6125703 w 6128435"/>
              <a:gd name="connsiteY140" fmla="*/ 5692894 h 6858000"/>
              <a:gd name="connsiteX141" fmla="*/ 6126670 w 6128435"/>
              <a:gd name="connsiteY141" fmla="*/ 5697882 h 6858000"/>
              <a:gd name="connsiteX142" fmla="*/ 6124061 w 6128435"/>
              <a:gd name="connsiteY142" fmla="*/ 5710294 h 6858000"/>
              <a:gd name="connsiteX143" fmla="*/ 6122213 w 6128435"/>
              <a:gd name="connsiteY143" fmla="*/ 5714762 h 6858000"/>
              <a:gd name="connsiteX144" fmla="*/ 6121353 w 6128435"/>
              <a:gd name="connsiteY144" fmla="*/ 5721725 h 6858000"/>
              <a:gd name="connsiteX145" fmla="*/ 6121607 w 6128435"/>
              <a:gd name="connsiteY145" fmla="*/ 5721959 h 6858000"/>
              <a:gd name="connsiteX146" fmla="*/ 6120262 w 6128435"/>
              <a:gd name="connsiteY146" fmla="*/ 5728358 h 6858000"/>
              <a:gd name="connsiteX147" fmla="*/ 6110194 w 6128435"/>
              <a:gd name="connsiteY147" fmla="*/ 5758853 h 6858000"/>
              <a:gd name="connsiteX148" fmla="*/ 6127519 w 6128435"/>
              <a:gd name="connsiteY148" fmla="*/ 5865775 h 6858000"/>
              <a:gd name="connsiteX149" fmla="*/ 6128435 w 6128435"/>
              <a:gd name="connsiteY149" fmla="*/ 5870164 h 6858000"/>
              <a:gd name="connsiteX150" fmla="*/ 6119217 w 6128435"/>
              <a:gd name="connsiteY150" fmla="*/ 5888542 h 6858000"/>
              <a:gd name="connsiteX151" fmla="*/ 6115966 w 6128435"/>
              <a:gd name="connsiteY151" fmla="*/ 5898387 h 6858000"/>
              <a:gd name="connsiteX152" fmla="*/ 6111924 w 6128435"/>
              <a:gd name="connsiteY152" fmla="*/ 5900444 h 6858000"/>
              <a:gd name="connsiteX153" fmla="*/ 6108716 w 6128435"/>
              <a:gd name="connsiteY153" fmla="*/ 5915345 h 6858000"/>
              <a:gd name="connsiteX154" fmla="*/ 6109524 w 6128435"/>
              <a:gd name="connsiteY154" fmla="*/ 5917328 h 6858000"/>
              <a:gd name="connsiteX155" fmla="*/ 6102493 w 6128435"/>
              <a:gd name="connsiteY155" fmla="*/ 5928602 h 6858000"/>
              <a:gd name="connsiteX156" fmla="*/ 6056863 w 6128435"/>
              <a:gd name="connsiteY156" fmla="*/ 6000643 h 6858000"/>
              <a:gd name="connsiteX157" fmla="*/ 6045436 w 6128435"/>
              <a:gd name="connsiteY157" fmla="*/ 6124480 h 6858000"/>
              <a:gd name="connsiteX158" fmla="*/ 6030489 w 6128435"/>
              <a:gd name="connsiteY158" fmla="*/ 6317666 h 6858000"/>
              <a:gd name="connsiteX159" fmla="*/ 6007492 w 6128435"/>
              <a:gd name="connsiteY159" fmla="*/ 6440818 h 6858000"/>
              <a:gd name="connsiteX160" fmla="*/ 6009467 w 6128435"/>
              <a:gd name="connsiteY160" fmla="*/ 6487076 h 6858000"/>
              <a:gd name="connsiteX161" fmla="*/ 5995064 w 6128435"/>
              <a:gd name="connsiteY161" fmla="*/ 6540791 h 6858000"/>
              <a:gd name="connsiteX162" fmla="*/ 5996309 w 6128435"/>
              <a:gd name="connsiteY162" fmla="*/ 6543961 h 6858000"/>
              <a:gd name="connsiteX163" fmla="*/ 5996048 w 6128435"/>
              <a:gd name="connsiteY163" fmla="*/ 6555444 h 6858000"/>
              <a:gd name="connsiteX164" fmla="*/ 6002524 w 6128435"/>
              <a:gd name="connsiteY164" fmla="*/ 6560188 h 6858000"/>
              <a:gd name="connsiteX165" fmla="*/ 6006823 w 6128435"/>
              <a:gd name="connsiteY165" fmla="*/ 6578546 h 6858000"/>
              <a:gd name="connsiteX166" fmla="*/ 6004510 w 6128435"/>
              <a:gd name="connsiteY166" fmla="*/ 6599256 h 6858000"/>
              <a:gd name="connsiteX167" fmla="*/ 5986207 w 6128435"/>
              <a:gd name="connsiteY167" fmla="*/ 6695855 h 6858000"/>
              <a:gd name="connsiteX168" fmla="*/ 5979428 w 6128435"/>
              <a:gd name="connsiteY168" fmla="*/ 6754678 h 6858000"/>
              <a:gd name="connsiteX169" fmla="*/ 5983398 w 6128435"/>
              <a:gd name="connsiteY169" fmla="*/ 6778641 h 6858000"/>
              <a:gd name="connsiteX170" fmla="*/ 5984543 w 6128435"/>
              <a:gd name="connsiteY170" fmla="*/ 6811016 h 6858000"/>
              <a:gd name="connsiteX171" fmla="*/ 5981802 w 6128435"/>
              <a:gd name="connsiteY171" fmla="*/ 6838578 h 6858000"/>
              <a:gd name="connsiteX172" fmla="*/ 5979671 w 6128435"/>
              <a:gd name="connsiteY172" fmla="*/ 6858000 h 6858000"/>
              <a:gd name="connsiteX173" fmla="*/ 0 w 6128435"/>
              <a:gd name="connsiteY173" fmla="*/ 6858000 h 6858000"/>
              <a:gd name="connsiteX174" fmla="*/ 0 w 6128435"/>
              <a:gd name="connsiteY174"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71650 w 6128435"/>
              <a:gd name="connsiteY44" fmla="*/ 2440467 h 6858000"/>
              <a:gd name="connsiteX45" fmla="*/ 5204120 w 6128435"/>
              <a:gd name="connsiteY45" fmla="*/ 2435967 h 6858000"/>
              <a:gd name="connsiteX46" fmla="*/ 5148653 w 6128435"/>
              <a:gd name="connsiteY46" fmla="*/ 2460132 h 6858000"/>
              <a:gd name="connsiteX47" fmla="*/ 5192511 w 6128435"/>
              <a:gd name="connsiteY47" fmla="*/ 2549199 h 6858000"/>
              <a:gd name="connsiteX48" fmla="*/ 5307538 w 6128435"/>
              <a:gd name="connsiteY48" fmla="*/ 2514685 h 6858000"/>
              <a:gd name="connsiteX49" fmla="*/ 5337604 w 6128435"/>
              <a:gd name="connsiteY49" fmla="*/ 2597632 h 6858000"/>
              <a:gd name="connsiteX50" fmla="*/ 5407503 w 6128435"/>
              <a:gd name="connsiteY50" fmla="*/ 2786290 h 6858000"/>
              <a:gd name="connsiteX51" fmla="*/ 5407356 w 6128435"/>
              <a:gd name="connsiteY51" fmla="*/ 2787545 h 6858000"/>
              <a:gd name="connsiteX52" fmla="*/ 5411130 w 6128435"/>
              <a:gd name="connsiteY52" fmla="*/ 2788640 h 6858000"/>
              <a:gd name="connsiteX53" fmla="*/ 5416439 w 6128435"/>
              <a:gd name="connsiteY53" fmla="*/ 2805666 h 6858000"/>
              <a:gd name="connsiteX54" fmla="*/ 5416589 w 6128435"/>
              <a:gd name="connsiteY54" fmla="*/ 2810822 h 6858000"/>
              <a:gd name="connsiteX55" fmla="*/ 5418542 w 6128435"/>
              <a:gd name="connsiteY55" fmla="*/ 2817745 h 6858000"/>
              <a:gd name="connsiteX56" fmla="*/ 5418847 w 6128435"/>
              <a:gd name="connsiteY56" fmla="*/ 2817825 h 6858000"/>
              <a:gd name="connsiteX57" fmla="*/ 5423364 w 6128435"/>
              <a:gd name="connsiteY57" fmla="*/ 2858292 h 6858000"/>
              <a:gd name="connsiteX58" fmla="*/ 5479298 w 6128435"/>
              <a:gd name="connsiteY58" fmla="*/ 2947791 h 6858000"/>
              <a:gd name="connsiteX59" fmla="*/ 5481770 w 6128435"/>
              <a:gd name="connsiteY59" fmla="*/ 2951352 h 6858000"/>
              <a:gd name="connsiteX60" fmla="*/ 5481013 w 6128435"/>
              <a:gd name="connsiteY60" fmla="*/ 2973461 h 6858000"/>
              <a:gd name="connsiteX61" fmla="*/ 5482045 w 6128435"/>
              <a:gd name="connsiteY61" fmla="*/ 2984371 h 6858000"/>
              <a:gd name="connsiteX62" fmla="*/ 5479405 w 6128435"/>
              <a:gd name="connsiteY62" fmla="*/ 2988507 h 6858000"/>
              <a:gd name="connsiteX63" fmla="*/ 5482415 w 6128435"/>
              <a:gd name="connsiteY63" fmla="*/ 3004079 h 6858000"/>
              <a:gd name="connsiteX64" fmla="*/ 5483865 w 6128435"/>
              <a:gd name="connsiteY64" fmla="*/ 3005467 h 6858000"/>
              <a:gd name="connsiteX65" fmla="*/ 5482236 w 6128435"/>
              <a:gd name="connsiteY65" fmla="*/ 3019791 h 6858000"/>
              <a:gd name="connsiteX66" fmla="*/ 5475895 w 6128435"/>
              <a:gd name="connsiteY66" fmla="*/ 3033578 h 6858000"/>
              <a:gd name="connsiteX67" fmla="*/ 5477595 w 6128435"/>
              <a:gd name="connsiteY67" fmla="*/ 3250534 h 6858000"/>
              <a:gd name="connsiteX68" fmla="*/ 5532836 w 6128435"/>
              <a:gd name="connsiteY68" fmla="*/ 3353840 h 6858000"/>
              <a:gd name="connsiteX69" fmla="*/ 5561229 w 6128435"/>
              <a:gd name="connsiteY69" fmla="*/ 3395784 h 6858000"/>
              <a:gd name="connsiteX70" fmla="*/ 5589758 w 6128435"/>
              <a:gd name="connsiteY70" fmla="*/ 3506453 h 6858000"/>
              <a:gd name="connsiteX71" fmla="*/ 5596144 w 6128435"/>
              <a:gd name="connsiteY71" fmla="*/ 3534624 h 6858000"/>
              <a:gd name="connsiteX72" fmla="*/ 5597750 w 6128435"/>
              <a:gd name="connsiteY72" fmla="*/ 3534129 h 6858000"/>
              <a:gd name="connsiteX73" fmla="*/ 5599700 w 6128435"/>
              <a:gd name="connsiteY73" fmla="*/ 3547221 h 6858000"/>
              <a:gd name="connsiteX74" fmla="*/ 5615031 w 6128435"/>
              <a:gd name="connsiteY74" fmla="*/ 3557482 h 6858000"/>
              <a:gd name="connsiteX75" fmla="*/ 5618377 w 6128435"/>
              <a:gd name="connsiteY75" fmla="*/ 3588431 h 6858000"/>
              <a:gd name="connsiteX76" fmla="*/ 5612155 w 6128435"/>
              <a:gd name="connsiteY76" fmla="*/ 3589869 h 6858000"/>
              <a:gd name="connsiteX77" fmla="*/ 5620843 w 6128435"/>
              <a:gd name="connsiteY77" fmla="*/ 3606745 h 6858000"/>
              <a:gd name="connsiteX78" fmla="*/ 5655472 w 6128435"/>
              <a:gd name="connsiteY78" fmla="*/ 3678877 h 6858000"/>
              <a:gd name="connsiteX79" fmla="*/ 5680448 w 6128435"/>
              <a:gd name="connsiteY79" fmla="*/ 3717760 h 6858000"/>
              <a:gd name="connsiteX80" fmla="*/ 5683015 w 6128435"/>
              <a:gd name="connsiteY80" fmla="*/ 3762025 h 6858000"/>
              <a:gd name="connsiteX81" fmla="*/ 5696643 w 6128435"/>
              <a:gd name="connsiteY81" fmla="*/ 3773888 h 6858000"/>
              <a:gd name="connsiteX82" fmla="*/ 5699203 w 6128435"/>
              <a:gd name="connsiteY82" fmla="*/ 3775823 h 6858000"/>
              <a:gd name="connsiteX83" fmla="*/ 5704824 w 6128435"/>
              <a:gd name="connsiteY83" fmla="*/ 3785966 h 6858000"/>
              <a:gd name="connsiteX84" fmla="*/ 5712204 w 6128435"/>
              <a:gd name="connsiteY84" fmla="*/ 3785830 h 6858000"/>
              <a:gd name="connsiteX85" fmla="*/ 5724816 w 6128435"/>
              <a:gd name="connsiteY85" fmla="*/ 3798949 h 6858000"/>
              <a:gd name="connsiteX86" fmla="*/ 5733539 w 6128435"/>
              <a:gd name="connsiteY86" fmla="*/ 3818457 h 6858000"/>
              <a:gd name="connsiteX87" fmla="*/ 5768491 w 6128435"/>
              <a:gd name="connsiteY87" fmla="*/ 3914399 h 6858000"/>
              <a:gd name="connsiteX88" fmla="*/ 5793123 w 6128435"/>
              <a:gd name="connsiteY88" fmla="*/ 3969952 h 6858000"/>
              <a:gd name="connsiteX89" fmla="*/ 5808321 w 6128435"/>
              <a:gd name="connsiteY89" fmla="*/ 3988153 h 6858000"/>
              <a:gd name="connsiteX90" fmla="*/ 5825621 w 6128435"/>
              <a:gd name="connsiteY90" fmla="*/ 4015525 h 6858000"/>
              <a:gd name="connsiteX91" fmla="*/ 5860672 w 6128435"/>
              <a:gd name="connsiteY91" fmla="*/ 4061579 h 6858000"/>
              <a:gd name="connsiteX92" fmla="*/ 5872173 w 6128435"/>
              <a:gd name="connsiteY92" fmla="*/ 4088497 h 6858000"/>
              <a:gd name="connsiteX93" fmla="*/ 5883705 w 6128435"/>
              <a:gd name="connsiteY93" fmla="*/ 4101899 h 6858000"/>
              <a:gd name="connsiteX94" fmla="*/ 5885314 w 6128435"/>
              <a:gd name="connsiteY94" fmla="*/ 4108387 h 6858000"/>
              <a:gd name="connsiteX95" fmla="*/ 5894095 w 6128435"/>
              <a:gd name="connsiteY95" fmla="*/ 4128857 h 6858000"/>
              <a:gd name="connsiteX96" fmla="*/ 5898339 w 6128435"/>
              <a:gd name="connsiteY96" fmla="*/ 4140800 h 6858000"/>
              <a:gd name="connsiteX97" fmla="*/ 5899734 w 6128435"/>
              <a:gd name="connsiteY97" fmla="*/ 4145632 h 6858000"/>
              <a:gd name="connsiteX98" fmla="*/ 5897098 w 6128435"/>
              <a:gd name="connsiteY98" fmla="*/ 4157819 h 6858000"/>
              <a:gd name="connsiteX99" fmla="*/ 5903513 w 6128435"/>
              <a:gd name="connsiteY99" fmla="*/ 4187661 h 6858000"/>
              <a:gd name="connsiteX100" fmla="*/ 5917114 w 6128435"/>
              <a:gd name="connsiteY100" fmla="*/ 4213096 h 6858000"/>
              <a:gd name="connsiteX101" fmla="*/ 5921153 w 6128435"/>
              <a:gd name="connsiteY101" fmla="*/ 4236222 h 6858000"/>
              <a:gd name="connsiteX102" fmla="*/ 5924233 w 6128435"/>
              <a:gd name="connsiteY102" fmla="*/ 4242060 h 6858000"/>
              <a:gd name="connsiteX103" fmla="*/ 5928910 w 6128435"/>
              <a:gd name="connsiteY103" fmla="*/ 4300973 h 6858000"/>
              <a:gd name="connsiteX104" fmla="*/ 5939320 w 6128435"/>
              <a:gd name="connsiteY104" fmla="*/ 4340435 h 6858000"/>
              <a:gd name="connsiteX105" fmla="*/ 5946705 w 6128435"/>
              <a:gd name="connsiteY105" fmla="*/ 4428051 h 6858000"/>
              <a:gd name="connsiteX106" fmla="*/ 5949261 w 6128435"/>
              <a:gd name="connsiteY106" fmla="*/ 4449185 h 6858000"/>
              <a:gd name="connsiteX107" fmla="*/ 5957504 w 6128435"/>
              <a:gd name="connsiteY107" fmla="*/ 4465911 h 6858000"/>
              <a:gd name="connsiteX108" fmla="*/ 5964689 w 6128435"/>
              <a:gd name="connsiteY108" fmla="*/ 4468532 h 6858000"/>
              <a:gd name="connsiteX109" fmla="*/ 5967062 w 6128435"/>
              <a:gd name="connsiteY109" fmla="*/ 4479923 h 6858000"/>
              <a:gd name="connsiteX110" fmla="*/ 5968960 w 6128435"/>
              <a:gd name="connsiteY110" fmla="*/ 4482655 h 6858000"/>
              <a:gd name="connsiteX111" fmla="*/ 5978567 w 6128435"/>
              <a:gd name="connsiteY111" fmla="*/ 4498605 h 6858000"/>
              <a:gd name="connsiteX112" fmla="*/ 5980106 w 6128435"/>
              <a:gd name="connsiteY112" fmla="*/ 4585087 h 6858000"/>
              <a:gd name="connsiteX113" fmla="*/ 5998138 w 6128435"/>
              <a:gd name="connsiteY113" fmla="*/ 4697518 h 6858000"/>
              <a:gd name="connsiteX114" fmla="*/ 6013516 w 6128435"/>
              <a:gd name="connsiteY114" fmla="*/ 4786619 h 6858000"/>
              <a:gd name="connsiteX115" fmla="*/ 6025404 w 6128435"/>
              <a:gd name="connsiteY115" fmla="*/ 4858148 h 6858000"/>
              <a:gd name="connsiteX116" fmla="*/ 6007749 w 6128435"/>
              <a:gd name="connsiteY116" fmla="*/ 4964715 h 6858000"/>
              <a:gd name="connsiteX117" fmla="*/ 6005269 w 6128435"/>
              <a:gd name="connsiteY117" fmla="*/ 5150567 h 6858000"/>
              <a:gd name="connsiteX118" fmla="*/ 6001127 w 6128435"/>
              <a:gd name="connsiteY118" fmla="*/ 5164609 h 6858000"/>
              <a:gd name="connsiteX119" fmla="*/ 5996647 w 6128435"/>
              <a:gd name="connsiteY119" fmla="*/ 5185640 h 6858000"/>
              <a:gd name="connsiteX120" fmla="*/ 5998514 w 6128435"/>
              <a:gd name="connsiteY120" fmla="*/ 5189673 h 6858000"/>
              <a:gd name="connsiteX121" fmla="*/ 5995970 w 6128435"/>
              <a:gd name="connsiteY121" fmla="*/ 5221547 h 6858000"/>
              <a:gd name="connsiteX122" fmla="*/ 5997218 w 6128435"/>
              <a:gd name="connsiteY122" fmla="*/ 5222031 h 6858000"/>
              <a:gd name="connsiteX123" fmla="*/ 6002116 w 6128435"/>
              <a:gd name="connsiteY123" fmla="*/ 5231223 h 6858000"/>
              <a:gd name="connsiteX124" fmla="*/ 6008541 w 6128435"/>
              <a:gd name="connsiteY124" fmla="*/ 5248680 h 6858000"/>
              <a:gd name="connsiteX125" fmla="*/ 6039260 w 6128435"/>
              <a:gd name="connsiteY125" fmla="*/ 5289518 h 6858000"/>
              <a:gd name="connsiteX126" fmla="*/ 6036748 w 6128435"/>
              <a:gd name="connsiteY126" fmla="*/ 5322752 h 6858000"/>
              <a:gd name="connsiteX127" fmla="*/ 6036943 w 6128435"/>
              <a:gd name="connsiteY127" fmla="*/ 5329480 h 6858000"/>
              <a:gd name="connsiteX128" fmla="*/ 6037236 w 6128435"/>
              <a:gd name="connsiteY128" fmla="*/ 5329634 h 6858000"/>
              <a:gd name="connsiteX129" fmla="*/ 6038019 w 6128435"/>
              <a:gd name="connsiteY129" fmla="*/ 5336764 h 6858000"/>
              <a:gd name="connsiteX130" fmla="*/ 6037298 w 6128435"/>
              <a:gd name="connsiteY130" fmla="*/ 5341753 h 6858000"/>
              <a:gd name="connsiteX131" fmla="*/ 6037677 w 6128435"/>
              <a:gd name="connsiteY131" fmla="*/ 5354807 h 6858000"/>
              <a:gd name="connsiteX132" fmla="*/ 6039728 w 6128435"/>
              <a:gd name="connsiteY132" fmla="*/ 5359416 h 6858000"/>
              <a:gd name="connsiteX133" fmla="*/ 6043311 w 6128435"/>
              <a:gd name="connsiteY133" fmla="*/ 5361407 h 6858000"/>
              <a:gd name="connsiteX134" fmla="*/ 6042954 w 6128435"/>
              <a:gd name="connsiteY134" fmla="*/ 5362576 h 6858000"/>
              <a:gd name="connsiteX135" fmla="*/ 6053435 w 6128435"/>
              <a:gd name="connsiteY135" fmla="*/ 5387547 h 6858000"/>
              <a:gd name="connsiteX136" fmla="*/ 6065933 w 6128435"/>
              <a:gd name="connsiteY136" fmla="*/ 5443002 h 6858000"/>
              <a:gd name="connsiteX137" fmla="*/ 6068640 w 6128435"/>
              <a:gd name="connsiteY137" fmla="*/ 5474503 h 6858000"/>
              <a:gd name="connsiteX138" fmla="*/ 6080922 w 6128435"/>
              <a:gd name="connsiteY138" fmla="*/ 5561070 h 6858000"/>
              <a:gd name="connsiteX139" fmla="*/ 6096949 w 6128435"/>
              <a:gd name="connsiteY139" fmla="*/ 5648179 h 6858000"/>
              <a:gd name="connsiteX140" fmla="*/ 6125703 w 6128435"/>
              <a:gd name="connsiteY140" fmla="*/ 5692894 h 6858000"/>
              <a:gd name="connsiteX141" fmla="*/ 6126670 w 6128435"/>
              <a:gd name="connsiteY141" fmla="*/ 5697882 h 6858000"/>
              <a:gd name="connsiteX142" fmla="*/ 6124061 w 6128435"/>
              <a:gd name="connsiteY142" fmla="*/ 5710294 h 6858000"/>
              <a:gd name="connsiteX143" fmla="*/ 6122213 w 6128435"/>
              <a:gd name="connsiteY143" fmla="*/ 5714762 h 6858000"/>
              <a:gd name="connsiteX144" fmla="*/ 6121353 w 6128435"/>
              <a:gd name="connsiteY144" fmla="*/ 5721725 h 6858000"/>
              <a:gd name="connsiteX145" fmla="*/ 6121607 w 6128435"/>
              <a:gd name="connsiteY145" fmla="*/ 5721959 h 6858000"/>
              <a:gd name="connsiteX146" fmla="*/ 6120262 w 6128435"/>
              <a:gd name="connsiteY146" fmla="*/ 5728358 h 6858000"/>
              <a:gd name="connsiteX147" fmla="*/ 6110194 w 6128435"/>
              <a:gd name="connsiteY147" fmla="*/ 5758853 h 6858000"/>
              <a:gd name="connsiteX148" fmla="*/ 6127519 w 6128435"/>
              <a:gd name="connsiteY148" fmla="*/ 5865775 h 6858000"/>
              <a:gd name="connsiteX149" fmla="*/ 6128435 w 6128435"/>
              <a:gd name="connsiteY149" fmla="*/ 5870164 h 6858000"/>
              <a:gd name="connsiteX150" fmla="*/ 6119217 w 6128435"/>
              <a:gd name="connsiteY150" fmla="*/ 5888542 h 6858000"/>
              <a:gd name="connsiteX151" fmla="*/ 6115966 w 6128435"/>
              <a:gd name="connsiteY151" fmla="*/ 5898387 h 6858000"/>
              <a:gd name="connsiteX152" fmla="*/ 6111924 w 6128435"/>
              <a:gd name="connsiteY152" fmla="*/ 5900444 h 6858000"/>
              <a:gd name="connsiteX153" fmla="*/ 6108716 w 6128435"/>
              <a:gd name="connsiteY153" fmla="*/ 5915345 h 6858000"/>
              <a:gd name="connsiteX154" fmla="*/ 6109524 w 6128435"/>
              <a:gd name="connsiteY154" fmla="*/ 5917328 h 6858000"/>
              <a:gd name="connsiteX155" fmla="*/ 6102493 w 6128435"/>
              <a:gd name="connsiteY155" fmla="*/ 5928602 h 6858000"/>
              <a:gd name="connsiteX156" fmla="*/ 6056863 w 6128435"/>
              <a:gd name="connsiteY156" fmla="*/ 6000643 h 6858000"/>
              <a:gd name="connsiteX157" fmla="*/ 6045436 w 6128435"/>
              <a:gd name="connsiteY157" fmla="*/ 6124480 h 6858000"/>
              <a:gd name="connsiteX158" fmla="*/ 6030489 w 6128435"/>
              <a:gd name="connsiteY158" fmla="*/ 6317666 h 6858000"/>
              <a:gd name="connsiteX159" fmla="*/ 6007492 w 6128435"/>
              <a:gd name="connsiteY159" fmla="*/ 6440818 h 6858000"/>
              <a:gd name="connsiteX160" fmla="*/ 6009467 w 6128435"/>
              <a:gd name="connsiteY160" fmla="*/ 6487076 h 6858000"/>
              <a:gd name="connsiteX161" fmla="*/ 5995064 w 6128435"/>
              <a:gd name="connsiteY161" fmla="*/ 6540791 h 6858000"/>
              <a:gd name="connsiteX162" fmla="*/ 5996309 w 6128435"/>
              <a:gd name="connsiteY162" fmla="*/ 6543961 h 6858000"/>
              <a:gd name="connsiteX163" fmla="*/ 5996048 w 6128435"/>
              <a:gd name="connsiteY163" fmla="*/ 6555444 h 6858000"/>
              <a:gd name="connsiteX164" fmla="*/ 6002524 w 6128435"/>
              <a:gd name="connsiteY164" fmla="*/ 6560188 h 6858000"/>
              <a:gd name="connsiteX165" fmla="*/ 6006823 w 6128435"/>
              <a:gd name="connsiteY165" fmla="*/ 6578546 h 6858000"/>
              <a:gd name="connsiteX166" fmla="*/ 6004510 w 6128435"/>
              <a:gd name="connsiteY166" fmla="*/ 6599256 h 6858000"/>
              <a:gd name="connsiteX167" fmla="*/ 5986207 w 6128435"/>
              <a:gd name="connsiteY167" fmla="*/ 6695855 h 6858000"/>
              <a:gd name="connsiteX168" fmla="*/ 5979428 w 6128435"/>
              <a:gd name="connsiteY168" fmla="*/ 6754678 h 6858000"/>
              <a:gd name="connsiteX169" fmla="*/ 5983398 w 6128435"/>
              <a:gd name="connsiteY169" fmla="*/ 6778641 h 6858000"/>
              <a:gd name="connsiteX170" fmla="*/ 5984543 w 6128435"/>
              <a:gd name="connsiteY170" fmla="*/ 6811016 h 6858000"/>
              <a:gd name="connsiteX171" fmla="*/ 5981802 w 6128435"/>
              <a:gd name="connsiteY171" fmla="*/ 6838578 h 6858000"/>
              <a:gd name="connsiteX172" fmla="*/ 5979671 w 6128435"/>
              <a:gd name="connsiteY172" fmla="*/ 6858000 h 6858000"/>
              <a:gd name="connsiteX173" fmla="*/ 0 w 6128435"/>
              <a:gd name="connsiteY173" fmla="*/ 6858000 h 6858000"/>
              <a:gd name="connsiteX174" fmla="*/ 0 w 6128435"/>
              <a:gd name="connsiteY174"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04120 w 6128435"/>
              <a:gd name="connsiteY44" fmla="*/ 2435967 h 6858000"/>
              <a:gd name="connsiteX45" fmla="*/ 5148653 w 6128435"/>
              <a:gd name="connsiteY45" fmla="*/ 2460132 h 6858000"/>
              <a:gd name="connsiteX46" fmla="*/ 5192511 w 6128435"/>
              <a:gd name="connsiteY46" fmla="*/ 2549199 h 6858000"/>
              <a:gd name="connsiteX47" fmla="*/ 5307538 w 6128435"/>
              <a:gd name="connsiteY47" fmla="*/ 2514685 h 6858000"/>
              <a:gd name="connsiteX48" fmla="*/ 5337604 w 6128435"/>
              <a:gd name="connsiteY48" fmla="*/ 2597632 h 6858000"/>
              <a:gd name="connsiteX49" fmla="*/ 5407503 w 6128435"/>
              <a:gd name="connsiteY49" fmla="*/ 2786290 h 6858000"/>
              <a:gd name="connsiteX50" fmla="*/ 5407356 w 6128435"/>
              <a:gd name="connsiteY50" fmla="*/ 2787545 h 6858000"/>
              <a:gd name="connsiteX51" fmla="*/ 5411130 w 6128435"/>
              <a:gd name="connsiteY51" fmla="*/ 2788640 h 6858000"/>
              <a:gd name="connsiteX52" fmla="*/ 5416439 w 6128435"/>
              <a:gd name="connsiteY52" fmla="*/ 2805666 h 6858000"/>
              <a:gd name="connsiteX53" fmla="*/ 5416589 w 6128435"/>
              <a:gd name="connsiteY53" fmla="*/ 2810822 h 6858000"/>
              <a:gd name="connsiteX54" fmla="*/ 5418542 w 6128435"/>
              <a:gd name="connsiteY54" fmla="*/ 2817745 h 6858000"/>
              <a:gd name="connsiteX55" fmla="*/ 5418847 w 6128435"/>
              <a:gd name="connsiteY55" fmla="*/ 2817825 h 6858000"/>
              <a:gd name="connsiteX56" fmla="*/ 5423364 w 6128435"/>
              <a:gd name="connsiteY56" fmla="*/ 2858292 h 6858000"/>
              <a:gd name="connsiteX57" fmla="*/ 5479298 w 6128435"/>
              <a:gd name="connsiteY57" fmla="*/ 2947791 h 6858000"/>
              <a:gd name="connsiteX58" fmla="*/ 5481770 w 6128435"/>
              <a:gd name="connsiteY58" fmla="*/ 2951352 h 6858000"/>
              <a:gd name="connsiteX59" fmla="*/ 5481013 w 6128435"/>
              <a:gd name="connsiteY59" fmla="*/ 2973461 h 6858000"/>
              <a:gd name="connsiteX60" fmla="*/ 5482045 w 6128435"/>
              <a:gd name="connsiteY60" fmla="*/ 2984371 h 6858000"/>
              <a:gd name="connsiteX61" fmla="*/ 5479405 w 6128435"/>
              <a:gd name="connsiteY61" fmla="*/ 2988507 h 6858000"/>
              <a:gd name="connsiteX62" fmla="*/ 5482415 w 6128435"/>
              <a:gd name="connsiteY62" fmla="*/ 3004079 h 6858000"/>
              <a:gd name="connsiteX63" fmla="*/ 5483865 w 6128435"/>
              <a:gd name="connsiteY63" fmla="*/ 3005467 h 6858000"/>
              <a:gd name="connsiteX64" fmla="*/ 5482236 w 6128435"/>
              <a:gd name="connsiteY64" fmla="*/ 3019791 h 6858000"/>
              <a:gd name="connsiteX65" fmla="*/ 5475895 w 6128435"/>
              <a:gd name="connsiteY65" fmla="*/ 3033578 h 6858000"/>
              <a:gd name="connsiteX66" fmla="*/ 5477595 w 6128435"/>
              <a:gd name="connsiteY66" fmla="*/ 3250534 h 6858000"/>
              <a:gd name="connsiteX67" fmla="*/ 5532836 w 6128435"/>
              <a:gd name="connsiteY67" fmla="*/ 3353840 h 6858000"/>
              <a:gd name="connsiteX68" fmla="*/ 5561229 w 6128435"/>
              <a:gd name="connsiteY68" fmla="*/ 3395784 h 6858000"/>
              <a:gd name="connsiteX69" fmla="*/ 5589758 w 6128435"/>
              <a:gd name="connsiteY69" fmla="*/ 3506453 h 6858000"/>
              <a:gd name="connsiteX70" fmla="*/ 5596144 w 6128435"/>
              <a:gd name="connsiteY70" fmla="*/ 3534624 h 6858000"/>
              <a:gd name="connsiteX71" fmla="*/ 5597750 w 6128435"/>
              <a:gd name="connsiteY71" fmla="*/ 3534129 h 6858000"/>
              <a:gd name="connsiteX72" fmla="*/ 5599700 w 6128435"/>
              <a:gd name="connsiteY72" fmla="*/ 3547221 h 6858000"/>
              <a:gd name="connsiteX73" fmla="*/ 5615031 w 6128435"/>
              <a:gd name="connsiteY73" fmla="*/ 3557482 h 6858000"/>
              <a:gd name="connsiteX74" fmla="*/ 5618377 w 6128435"/>
              <a:gd name="connsiteY74" fmla="*/ 3588431 h 6858000"/>
              <a:gd name="connsiteX75" fmla="*/ 5612155 w 6128435"/>
              <a:gd name="connsiteY75" fmla="*/ 3589869 h 6858000"/>
              <a:gd name="connsiteX76" fmla="*/ 5620843 w 6128435"/>
              <a:gd name="connsiteY76" fmla="*/ 3606745 h 6858000"/>
              <a:gd name="connsiteX77" fmla="*/ 5655472 w 6128435"/>
              <a:gd name="connsiteY77" fmla="*/ 3678877 h 6858000"/>
              <a:gd name="connsiteX78" fmla="*/ 5680448 w 6128435"/>
              <a:gd name="connsiteY78" fmla="*/ 3717760 h 6858000"/>
              <a:gd name="connsiteX79" fmla="*/ 5683015 w 6128435"/>
              <a:gd name="connsiteY79" fmla="*/ 3762025 h 6858000"/>
              <a:gd name="connsiteX80" fmla="*/ 5696643 w 6128435"/>
              <a:gd name="connsiteY80" fmla="*/ 3773888 h 6858000"/>
              <a:gd name="connsiteX81" fmla="*/ 5699203 w 6128435"/>
              <a:gd name="connsiteY81" fmla="*/ 3775823 h 6858000"/>
              <a:gd name="connsiteX82" fmla="*/ 5704824 w 6128435"/>
              <a:gd name="connsiteY82" fmla="*/ 3785966 h 6858000"/>
              <a:gd name="connsiteX83" fmla="*/ 5712204 w 6128435"/>
              <a:gd name="connsiteY83" fmla="*/ 3785830 h 6858000"/>
              <a:gd name="connsiteX84" fmla="*/ 5724816 w 6128435"/>
              <a:gd name="connsiteY84" fmla="*/ 3798949 h 6858000"/>
              <a:gd name="connsiteX85" fmla="*/ 5733539 w 6128435"/>
              <a:gd name="connsiteY85" fmla="*/ 3818457 h 6858000"/>
              <a:gd name="connsiteX86" fmla="*/ 5768491 w 6128435"/>
              <a:gd name="connsiteY86" fmla="*/ 3914399 h 6858000"/>
              <a:gd name="connsiteX87" fmla="*/ 5793123 w 6128435"/>
              <a:gd name="connsiteY87" fmla="*/ 3969952 h 6858000"/>
              <a:gd name="connsiteX88" fmla="*/ 5808321 w 6128435"/>
              <a:gd name="connsiteY88" fmla="*/ 3988153 h 6858000"/>
              <a:gd name="connsiteX89" fmla="*/ 5825621 w 6128435"/>
              <a:gd name="connsiteY89" fmla="*/ 4015525 h 6858000"/>
              <a:gd name="connsiteX90" fmla="*/ 5860672 w 6128435"/>
              <a:gd name="connsiteY90" fmla="*/ 4061579 h 6858000"/>
              <a:gd name="connsiteX91" fmla="*/ 5872173 w 6128435"/>
              <a:gd name="connsiteY91" fmla="*/ 4088497 h 6858000"/>
              <a:gd name="connsiteX92" fmla="*/ 5883705 w 6128435"/>
              <a:gd name="connsiteY92" fmla="*/ 4101899 h 6858000"/>
              <a:gd name="connsiteX93" fmla="*/ 5885314 w 6128435"/>
              <a:gd name="connsiteY93" fmla="*/ 4108387 h 6858000"/>
              <a:gd name="connsiteX94" fmla="*/ 5894095 w 6128435"/>
              <a:gd name="connsiteY94" fmla="*/ 4128857 h 6858000"/>
              <a:gd name="connsiteX95" fmla="*/ 5898339 w 6128435"/>
              <a:gd name="connsiteY95" fmla="*/ 4140800 h 6858000"/>
              <a:gd name="connsiteX96" fmla="*/ 5899734 w 6128435"/>
              <a:gd name="connsiteY96" fmla="*/ 4145632 h 6858000"/>
              <a:gd name="connsiteX97" fmla="*/ 5897098 w 6128435"/>
              <a:gd name="connsiteY97" fmla="*/ 4157819 h 6858000"/>
              <a:gd name="connsiteX98" fmla="*/ 5903513 w 6128435"/>
              <a:gd name="connsiteY98" fmla="*/ 4187661 h 6858000"/>
              <a:gd name="connsiteX99" fmla="*/ 5917114 w 6128435"/>
              <a:gd name="connsiteY99" fmla="*/ 4213096 h 6858000"/>
              <a:gd name="connsiteX100" fmla="*/ 5921153 w 6128435"/>
              <a:gd name="connsiteY100" fmla="*/ 4236222 h 6858000"/>
              <a:gd name="connsiteX101" fmla="*/ 5924233 w 6128435"/>
              <a:gd name="connsiteY101" fmla="*/ 4242060 h 6858000"/>
              <a:gd name="connsiteX102" fmla="*/ 5928910 w 6128435"/>
              <a:gd name="connsiteY102" fmla="*/ 4300973 h 6858000"/>
              <a:gd name="connsiteX103" fmla="*/ 5939320 w 6128435"/>
              <a:gd name="connsiteY103" fmla="*/ 4340435 h 6858000"/>
              <a:gd name="connsiteX104" fmla="*/ 5946705 w 6128435"/>
              <a:gd name="connsiteY104" fmla="*/ 4428051 h 6858000"/>
              <a:gd name="connsiteX105" fmla="*/ 5949261 w 6128435"/>
              <a:gd name="connsiteY105" fmla="*/ 4449185 h 6858000"/>
              <a:gd name="connsiteX106" fmla="*/ 5957504 w 6128435"/>
              <a:gd name="connsiteY106" fmla="*/ 4465911 h 6858000"/>
              <a:gd name="connsiteX107" fmla="*/ 5964689 w 6128435"/>
              <a:gd name="connsiteY107" fmla="*/ 4468532 h 6858000"/>
              <a:gd name="connsiteX108" fmla="*/ 5967062 w 6128435"/>
              <a:gd name="connsiteY108" fmla="*/ 4479923 h 6858000"/>
              <a:gd name="connsiteX109" fmla="*/ 5968960 w 6128435"/>
              <a:gd name="connsiteY109" fmla="*/ 4482655 h 6858000"/>
              <a:gd name="connsiteX110" fmla="*/ 5978567 w 6128435"/>
              <a:gd name="connsiteY110" fmla="*/ 4498605 h 6858000"/>
              <a:gd name="connsiteX111" fmla="*/ 5980106 w 6128435"/>
              <a:gd name="connsiteY111" fmla="*/ 4585087 h 6858000"/>
              <a:gd name="connsiteX112" fmla="*/ 5998138 w 6128435"/>
              <a:gd name="connsiteY112" fmla="*/ 4697518 h 6858000"/>
              <a:gd name="connsiteX113" fmla="*/ 6013516 w 6128435"/>
              <a:gd name="connsiteY113" fmla="*/ 4786619 h 6858000"/>
              <a:gd name="connsiteX114" fmla="*/ 6025404 w 6128435"/>
              <a:gd name="connsiteY114" fmla="*/ 4858148 h 6858000"/>
              <a:gd name="connsiteX115" fmla="*/ 6007749 w 6128435"/>
              <a:gd name="connsiteY115" fmla="*/ 4964715 h 6858000"/>
              <a:gd name="connsiteX116" fmla="*/ 6005269 w 6128435"/>
              <a:gd name="connsiteY116" fmla="*/ 5150567 h 6858000"/>
              <a:gd name="connsiteX117" fmla="*/ 6001127 w 6128435"/>
              <a:gd name="connsiteY117" fmla="*/ 5164609 h 6858000"/>
              <a:gd name="connsiteX118" fmla="*/ 5996647 w 6128435"/>
              <a:gd name="connsiteY118" fmla="*/ 5185640 h 6858000"/>
              <a:gd name="connsiteX119" fmla="*/ 5998514 w 6128435"/>
              <a:gd name="connsiteY119" fmla="*/ 5189673 h 6858000"/>
              <a:gd name="connsiteX120" fmla="*/ 5995970 w 6128435"/>
              <a:gd name="connsiteY120" fmla="*/ 5221547 h 6858000"/>
              <a:gd name="connsiteX121" fmla="*/ 5997218 w 6128435"/>
              <a:gd name="connsiteY121" fmla="*/ 5222031 h 6858000"/>
              <a:gd name="connsiteX122" fmla="*/ 6002116 w 6128435"/>
              <a:gd name="connsiteY122" fmla="*/ 5231223 h 6858000"/>
              <a:gd name="connsiteX123" fmla="*/ 6008541 w 6128435"/>
              <a:gd name="connsiteY123" fmla="*/ 5248680 h 6858000"/>
              <a:gd name="connsiteX124" fmla="*/ 6039260 w 6128435"/>
              <a:gd name="connsiteY124" fmla="*/ 5289518 h 6858000"/>
              <a:gd name="connsiteX125" fmla="*/ 6036748 w 6128435"/>
              <a:gd name="connsiteY125" fmla="*/ 5322752 h 6858000"/>
              <a:gd name="connsiteX126" fmla="*/ 6036943 w 6128435"/>
              <a:gd name="connsiteY126" fmla="*/ 5329480 h 6858000"/>
              <a:gd name="connsiteX127" fmla="*/ 6037236 w 6128435"/>
              <a:gd name="connsiteY127" fmla="*/ 5329634 h 6858000"/>
              <a:gd name="connsiteX128" fmla="*/ 6038019 w 6128435"/>
              <a:gd name="connsiteY128" fmla="*/ 5336764 h 6858000"/>
              <a:gd name="connsiteX129" fmla="*/ 6037298 w 6128435"/>
              <a:gd name="connsiteY129" fmla="*/ 5341753 h 6858000"/>
              <a:gd name="connsiteX130" fmla="*/ 6037677 w 6128435"/>
              <a:gd name="connsiteY130" fmla="*/ 5354807 h 6858000"/>
              <a:gd name="connsiteX131" fmla="*/ 6039728 w 6128435"/>
              <a:gd name="connsiteY131" fmla="*/ 5359416 h 6858000"/>
              <a:gd name="connsiteX132" fmla="*/ 6043311 w 6128435"/>
              <a:gd name="connsiteY132" fmla="*/ 5361407 h 6858000"/>
              <a:gd name="connsiteX133" fmla="*/ 6042954 w 6128435"/>
              <a:gd name="connsiteY133" fmla="*/ 5362576 h 6858000"/>
              <a:gd name="connsiteX134" fmla="*/ 6053435 w 6128435"/>
              <a:gd name="connsiteY134" fmla="*/ 5387547 h 6858000"/>
              <a:gd name="connsiteX135" fmla="*/ 6065933 w 6128435"/>
              <a:gd name="connsiteY135" fmla="*/ 5443002 h 6858000"/>
              <a:gd name="connsiteX136" fmla="*/ 6068640 w 6128435"/>
              <a:gd name="connsiteY136" fmla="*/ 5474503 h 6858000"/>
              <a:gd name="connsiteX137" fmla="*/ 6080922 w 6128435"/>
              <a:gd name="connsiteY137" fmla="*/ 5561070 h 6858000"/>
              <a:gd name="connsiteX138" fmla="*/ 6096949 w 6128435"/>
              <a:gd name="connsiteY138" fmla="*/ 5648179 h 6858000"/>
              <a:gd name="connsiteX139" fmla="*/ 6125703 w 6128435"/>
              <a:gd name="connsiteY139" fmla="*/ 5692894 h 6858000"/>
              <a:gd name="connsiteX140" fmla="*/ 6126670 w 6128435"/>
              <a:gd name="connsiteY140" fmla="*/ 5697882 h 6858000"/>
              <a:gd name="connsiteX141" fmla="*/ 6124061 w 6128435"/>
              <a:gd name="connsiteY141" fmla="*/ 5710294 h 6858000"/>
              <a:gd name="connsiteX142" fmla="*/ 6122213 w 6128435"/>
              <a:gd name="connsiteY142" fmla="*/ 5714762 h 6858000"/>
              <a:gd name="connsiteX143" fmla="*/ 6121353 w 6128435"/>
              <a:gd name="connsiteY143" fmla="*/ 5721725 h 6858000"/>
              <a:gd name="connsiteX144" fmla="*/ 6121607 w 6128435"/>
              <a:gd name="connsiteY144" fmla="*/ 5721959 h 6858000"/>
              <a:gd name="connsiteX145" fmla="*/ 6120262 w 6128435"/>
              <a:gd name="connsiteY145" fmla="*/ 5728358 h 6858000"/>
              <a:gd name="connsiteX146" fmla="*/ 6110194 w 6128435"/>
              <a:gd name="connsiteY146" fmla="*/ 5758853 h 6858000"/>
              <a:gd name="connsiteX147" fmla="*/ 6127519 w 6128435"/>
              <a:gd name="connsiteY147" fmla="*/ 5865775 h 6858000"/>
              <a:gd name="connsiteX148" fmla="*/ 6128435 w 6128435"/>
              <a:gd name="connsiteY148" fmla="*/ 5870164 h 6858000"/>
              <a:gd name="connsiteX149" fmla="*/ 6119217 w 6128435"/>
              <a:gd name="connsiteY149" fmla="*/ 5888542 h 6858000"/>
              <a:gd name="connsiteX150" fmla="*/ 6115966 w 6128435"/>
              <a:gd name="connsiteY150" fmla="*/ 5898387 h 6858000"/>
              <a:gd name="connsiteX151" fmla="*/ 6111924 w 6128435"/>
              <a:gd name="connsiteY151" fmla="*/ 5900444 h 6858000"/>
              <a:gd name="connsiteX152" fmla="*/ 6108716 w 6128435"/>
              <a:gd name="connsiteY152" fmla="*/ 5915345 h 6858000"/>
              <a:gd name="connsiteX153" fmla="*/ 6109524 w 6128435"/>
              <a:gd name="connsiteY153" fmla="*/ 5917328 h 6858000"/>
              <a:gd name="connsiteX154" fmla="*/ 6102493 w 6128435"/>
              <a:gd name="connsiteY154" fmla="*/ 5928602 h 6858000"/>
              <a:gd name="connsiteX155" fmla="*/ 6056863 w 6128435"/>
              <a:gd name="connsiteY155" fmla="*/ 6000643 h 6858000"/>
              <a:gd name="connsiteX156" fmla="*/ 6045436 w 6128435"/>
              <a:gd name="connsiteY156" fmla="*/ 6124480 h 6858000"/>
              <a:gd name="connsiteX157" fmla="*/ 6030489 w 6128435"/>
              <a:gd name="connsiteY157" fmla="*/ 6317666 h 6858000"/>
              <a:gd name="connsiteX158" fmla="*/ 6007492 w 6128435"/>
              <a:gd name="connsiteY158" fmla="*/ 6440818 h 6858000"/>
              <a:gd name="connsiteX159" fmla="*/ 6009467 w 6128435"/>
              <a:gd name="connsiteY159" fmla="*/ 6487076 h 6858000"/>
              <a:gd name="connsiteX160" fmla="*/ 5995064 w 6128435"/>
              <a:gd name="connsiteY160" fmla="*/ 6540791 h 6858000"/>
              <a:gd name="connsiteX161" fmla="*/ 5996309 w 6128435"/>
              <a:gd name="connsiteY161" fmla="*/ 6543961 h 6858000"/>
              <a:gd name="connsiteX162" fmla="*/ 5996048 w 6128435"/>
              <a:gd name="connsiteY162" fmla="*/ 6555444 h 6858000"/>
              <a:gd name="connsiteX163" fmla="*/ 6002524 w 6128435"/>
              <a:gd name="connsiteY163" fmla="*/ 6560188 h 6858000"/>
              <a:gd name="connsiteX164" fmla="*/ 6006823 w 6128435"/>
              <a:gd name="connsiteY164" fmla="*/ 6578546 h 6858000"/>
              <a:gd name="connsiteX165" fmla="*/ 6004510 w 6128435"/>
              <a:gd name="connsiteY165" fmla="*/ 6599256 h 6858000"/>
              <a:gd name="connsiteX166" fmla="*/ 5986207 w 6128435"/>
              <a:gd name="connsiteY166" fmla="*/ 6695855 h 6858000"/>
              <a:gd name="connsiteX167" fmla="*/ 5979428 w 6128435"/>
              <a:gd name="connsiteY167" fmla="*/ 6754678 h 6858000"/>
              <a:gd name="connsiteX168" fmla="*/ 5983398 w 6128435"/>
              <a:gd name="connsiteY168" fmla="*/ 6778641 h 6858000"/>
              <a:gd name="connsiteX169" fmla="*/ 5984543 w 6128435"/>
              <a:gd name="connsiteY169" fmla="*/ 6811016 h 6858000"/>
              <a:gd name="connsiteX170" fmla="*/ 5981802 w 6128435"/>
              <a:gd name="connsiteY170" fmla="*/ 6838578 h 6858000"/>
              <a:gd name="connsiteX171" fmla="*/ 5979671 w 6128435"/>
              <a:gd name="connsiteY171" fmla="*/ 6858000 h 6858000"/>
              <a:gd name="connsiteX172" fmla="*/ 0 w 6128435"/>
              <a:gd name="connsiteY172" fmla="*/ 6858000 h 6858000"/>
              <a:gd name="connsiteX173" fmla="*/ 0 w 6128435"/>
              <a:gd name="connsiteY17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93877 w 6128435"/>
              <a:gd name="connsiteY44" fmla="*/ 2368649 h 6858000"/>
              <a:gd name="connsiteX45" fmla="*/ 5148653 w 6128435"/>
              <a:gd name="connsiteY45" fmla="*/ 2460132 h 6858000"/>
              <a:gd name="connsiteX46" fmla="*/ 5192511 w 6128435"/>
              <a:gd name="connsiteY46" fmla="*/ 2549199 h 6858000"/>
              <a:gd name="connsiteX47" fmla="*/ 5307538 w 6128435"/>
              <a:gd name="connsiteY47" fmla="*/ 2514685 h 6858000"/>
              <a:gd name="connsiteX48" fmla="*/ 5337604 w 6128435"/>
              <a:gd name="connsiteY48" fmla="*/ 2597632 h 6858000"/>
              <a:gd name="connsiteX49" fmla="*/ 5407503 w 6128435"/>
              <a:gd name="connsiteY49" fmla="*/ 2786290 h 6858000"/>
              <a:gd name="connsiteX50" fmla="*/ 5407356 w 6128435"/>
              <a:gd name="connsiteY50" fmla="*/ 2787545 h 6858000"/>
              <a:gd name="connsiteX51" fmla="*/ 5411130 w 6128435"/>
              <a:gd name="connsiteY51" fmla="*/ 2788640 h 6858000"/>
              <a:gd name="connsiteX52" fmla="*/ 5416439 w 6128435"/>
              <a:gd name="connsiteY52" fmla="*/ 2805666 h 6858000"/>
              <a:gd name="connsiteX53" fmla="*/ 5416589 w 6128435"/>
              <a:gd name="connsiteY53" fmla="*/ 2810822 h 6858000"/>
              <a:gd name="connsiteX54" fmla="*/ 5418542 w 6128435"/>
              <a:gd name="connsiteY54" fmla="*/ 2817745 h 6858000"/>
              <a:gd name="connsiteX55" fmla="*/ 5418847 w 6128435"/>
              <a:gd name="connsiteY55" fmla="*/ 2817825 h 6858000"/>
              <a:gd name="connsiteX56" fmla="*/ 5423364 w 6128435"/>
              <a:gd name="connsiteY56" fmla="*/ 2858292 h 6858000"/>
              <a:gd name="connsiteX57" fmla="*/ 5479298 w 6128435"/>
              <a:gd name="connsiteY57" fmla="*/ 2947791 h 6858000"/>
              <a:gd name="connsiteX58" fmla="*/ 5481770 w 6128435"/>
              <a:gd name="connsiteY58" fmla="*/ 2951352 h 6858000"/>
              <a:gd name="connsiteX59" fmla="*/ 5481013 w 6128435"/>
              <a:gd name="connsiteY59" fmla="*/ 2973461 h 6858000"/>
              <a:gd name="connsiteX60" fmla="*/ 5482045 w 6128435"/>
              <a:gd name="connsiteY60" fmla="*/ 2984371 h 6858000"/>
              <a:gd name="connsiteX61" fmla="*/ 5479405 w 6128435"/>
              <a:gd name="connsiteY61" fmla="*/ 2988507 h 6858000"/>
              <a:gd name="connsiteX62" fmla="*/ 5482415 w 6128435"/>
              <a:gd name="connsiteY62" fmla="*/ 3004079 h 6858000"/>
              <a:gd name="connsiteX63" fmla="*/ 5483865 w 6128435"/>
              <a:gd name="connsiteY63" fmla="*/ 3005467 h 6858000"/>
              <a:gd name="connsiteX64" fmla="*/ 5482236 w 6128435"/>
              <a:gd name="connsiteY64" fmla="*/ 3019791 h 6858000"/>
              <a:gd name="connsiteX65" fmla="*/ 5475895 w 6128435"/>
              <a:gd name="connsiteY65" fmla="*/ 3033578 h 6858000"/>
              <a:gd name="connsiteX66" fmla="*/ 5477595 w 6128435"/>
              <a:gd name="connsiteY66" fmla="*/ 3250534 h 6858000"/>
              <a:gd name="connsiteX67" fmla="*/ 5532836 w 6128435"/>
              <a:gd name="connsiteY67" fmla="*/ 3353840 h 6858000"/>
              <a:gd name="connsiteX68" fmla="*/ 5561229 w 6128435"/>
              <a:gd name="connsiteY68" fmla="*/ 3395784 h 6858000"/>
              <a:gd name="connsiteX69" fmla="*/ 5589758 w 6128435"/>
              <a:gd name="connsiteY69" fmla="*/ 3506453 h 6858000"/>
              <a:gd name="connsiteX70" fmla="*/ 5596144 w 6128435"/>
              <a:gd name="connsiteY70" fmla="*/ 3534624 h 6858000"/>
              <a:gd name="connsiteX71" fmla="*/ 5597750 w 6128435"/>
              <a:gd name="connsiteY71" fmla="*/ 3534129 h 6858000"/>
              <a:gd name="connsiteX72" fmla="*/ 5599700 w 6128435"/>
              <a:gd name="connsiteY72" fmla="*/ 3547221 h 6858000"/>
              <a:gd name="connsiteX73" fmla="*/ 5615031 w 6128435"/>
              <a:gd name="connsiteY73" fmla="*/ 3557482 h 6858000"/>
              <a:gd name="connsiteX74" fmla="*/ 5618377 w 6128435"/>
              <a:gd name="connsiteY74" fmla="*/ 3588431 h 6858000"/>
              <a:gd name="connsiteX75" fmla="*/ 5612155 w 6128435"/>
              <a:gd name="connsiteY75" fmla="*/ 3589869 h 6858000"/>
              <a:gd name="connsiteX76" fmla="*/ 5620843 w 6128435"/>
              <a:gd name="connsiteY76" fmla="*/ 3606745 h 6858000"/>
              <a:gd name="connsiteX77" fmla="*/ 5655472 w 6128435"/>
              <a:gd name="connsiteY77" fmla="*/ 3678877 h 6858000"/>
              <a:gd name="connsiteX78" fmla="*/ 5680448 w 6128435"/>
              <a:gd name="connsiteY78" fmla="*/ 3717760 h 6858000"/>
              <a:gd name="connsiteX79" fmla="*/ 5683015 w 6128435"/>
              <a:gd name="connsiteY79" fmla="*/ 3762025 h 6858000"/>
              <a:gd name="connsiteX80" fmla="*/ 5696643 w 6128435"/>
              <a:gd name="connsiteY80" fmla="*/ 3773888 h 6858000"/>
              <a:gd name="connsiteX81" fmla="*/ 5699203 w 6128435"/>
              <a:gd name="connsiteY81" fmla="*/ 3775823 h 6858000"/>
              <a:gd name="connsiteX82" fmla="*/ 5704824 w 6128435"/>
              <a:gd name="connsiteY82" fmla="*/ 3785966 h 6858000"/>
              <a:gd name="connsiteX83" fmla="*/ 5712204 w 6128435"/>
              <a:gd name="connsiteY83" fmla="*/ 3785830 h 6858000"/>
              <a:gd name="connsiteX84" fmla="*/ 5724816 w 6128435"/>
              <a:gd name="connsiteY84" fmla="*/ 3798949 h 6858000"/>
              <a:gd name="connsiteX85" fmla="*/ 5733539 w 6128435"/>
              <a:gd name="connsiteY85" fmla="*/ 3818457 h 6858000"/>
              <a:gd name="connsiteX86" fmla="*/ 5768491 w 6128435"/>
              <a:gd name="connsiteY86" fmla="*/ 3914399 h 6858000"/>
              <a:gd name="connsiteX87" fmla="*/ 5793123 w 6128435"/>
              <a:gd name="connsiteY87" fmla="*/ 3969952 h 6858000"/>
              <a:gd name="connsiteX88" fmla="*/ 5808321 w 6128435"/>
              <a:gd name="connsiteY88" fmla="*/ 3988153 h 6858000"/>
              <a:gd name="connsiteX89" fmla="*/ 5825621 w 6128435"/>
              <a:gd name="connsiteY89" fmla="*/ 4015525 h 6858000"/>
              <a:gd name="connsiteX90" fmla="*/ 5860672 w 6128435"/>
              <a:gd name="connsiteY90" fmla="*/ 4061579 h 6858000"/>
              <a:gd name="connsiteX91" fmla="*/ 5872173 w 6128435"/>
              <a:gd name="connsiteY91" fmla="*/ 4088497 h 6858000"/>
              <a:gd name="connsiteX92" fmla="*/ 5883705 w 6128435"/>
              <a:gd name="connsiteY92" fmla="*/ 4101899 h 6858000"/>
              <a:gd name="connsiteX93" fmla="*/ 5885314 w 6128435"/>
              <a:gd name="connsiteY93" fmla="*/ 4108387 h 6858000"/>
              <a:gd name="connsiteX94" fmla="*/ 5894095 w 6128435"/>
              <a:gd name="connsiteY94" fmla="*/ 4128857 h 6858000"/>
              <a:gd name="connsiteX95" fmla="*/ 5898339 w 6128435"/>
              <a:gd name="connsiteY95" fmla="*/ 4140800 h 6858000"/>
              <a:gd name="connsiteX96" fmla="*/ 5899734 w 6128435"/>
              <a:gd name="connsiteY96" fmla="*/ 4145632 h 6858000"/>
              <a:gd name="connsiteX97" fmla="*/ 5897098 w 6128435"/>
              <a:gd name="connsiteY97" fmla="*/ 4157819 h 6858000"/>
              <a:gd name="connsiteX98" fmla="*/ 5903513 w 6128435"/>
              <a:gd name="connsiteY98" fmla="*/ 4187661 h 6858000"/>
              <a:gd name="connsiteX99" fmla="*/ 5917114 w 6128435"/>
              <a:gd name="connsiteY99" fmla="*/ 4213096 h 6858000"/>
              <a:gd name="connsiteX100" fmla="*/ 5921153 w 6128435"/>
              <a:gd name="connsiteY100" fmla="*/ 4236222 h 6858000"/>
              <a:gd name="connsiteX101" fmla="*/ 5924233 w 6128435"/>
              <a:gd name="connsiteY101" fmla="*/ 4242060 h 6858000"/>
              <a:gd name="connsiteX102" fmla="*/ 5928910 w 6128435"/>
              <a:gd name="connsiteY102" fmla="*/ 4300973 h 6858000"/>
              <a:gd name="connsiteX103" fmla="*/ 5939320 w 6128435"/>
              <a:gd name="connsiteY103" fmla="*/ 4340435 h 6858000"/>
              <a:gd name="connsiteX104" fmla="*/ 5946705 w 6128435"/>
              <a:gd name="connsiteY104" fmla="*/ 4428051 h 6858000"/>
              <a:gd name="connsiteX105" fmla="*/ 5949261 w 6128435"/>
              <a:gd name="connsiteY105" fmla="*/ 4449185 h 6858000"/>
              <a:gd name="connsiteX106" fmla="*/ 5957504 w 6128435"/>
              <a:gd name="connsiteY106" fmla="*/ 4465911 h 6858000"/>
              <a:gd name="connsiteX107" fmla="*/ 5964689 w 6128435"/>
              <a:gd name="connsiteY107" fmla="*/ 4468532 h 6858000"/>
              <a:gd name="connsiteX108" fmla="*/ 5967062 w 6128435"/>
              <a:gd name="connsiteY108" fmla="*/ 4479923 h 6858000"/>
              <a:gd name="connsiteX109" fmla="*/ 5968960 w 6128435"/>
              <a:gd name="connsiteY109" fmla="*/ 4482655 h 6858000"/>
              <a:gd name="connsiteX110" fmla="*/ 5978567 w 6128435"/>
              <a:gd name="connsiteY110" fmla="*/ 4498605 h 6858000"/>
              <a:gd name="connsiteX111" fmla="*/ 5980106 w 6128435"/>
              <a:gd name="connsiteY111" fmla="*/ 4585087 h 6858000"/>
              <a:gd name="connsiteX112" fmla="*/ 5998138 w 6128435"/>
              <a:gd name="connsiteY112" fmla="*/ 4697518 h 6858000"/>
              <a:gd name="connsiteX113" fmla="*/ 6013516 w 6128435"/>
              <a:gd name="connsiteY113" fmla="*/ 4786619 h 6858000"/>
              <a:gd name="connsiteX114" fmla="*/ 6025404 w 6128435"/>
              <a:gd name="connsiteY114" fmla="*/ 4858148 h 6858000"/>
              <a:gd name="connsiteX115" fmla="*/ 6007749 w 6128435"/>
              <a:gd name="connsiteY115" fmla="*/ 4964715 h 6858000"/>
              <a:gd name="connsiteX116" fmla="*/ 6005269 w 6128435"/>
              <a:gd name="connsiteY116" fmla="*/ 5150567 h 6858000"/>
              <a:gd name="connsiteX117" fmla="*/ 6001127 w 6128435"/>
              <a:gd name="connsiteY117" fmla="*/ 5164609 h 6858000"/>
              <a:gd name="connsiteX118" fmla="*/ 5996647 w 6128435"/>
              <a:gd name="connsiteY118" fmla="*/ 5185640 h 6858000"/>
              <a:gd name="connsiteX119" fmla="*/ 5998514 w 6128435"/>
              <a:gd name="connsiteY119" fmla="*/ 5189673 h 6858000"/>
              <a:gd name="connsiteX120" fmla="*/ 5995970 w 6128435"/>
              <a:gd name="connsiteY120" fmla="*/ 5221547 h 6858000"/>
              <a:gd name="connsiteX121" fmla="*/ 5997218 w 6128435"/>
              <a:gd name="connsiteY121" fmla="*/ 5222031 h 6858000"/>
              <a:gd name="connsiteX122" fmla="*/ 6002116 w 6128435"/>
              <a:gd name="connsiteY122" fmla="*/ 5231223 h 6858000"/>
              <a:gd name="connsiteX123" fmla="*/ 6008541 w 6128435"/>
              <a:gd name="connsiteY123" fmla="*/ 5248680 h 6858000"/>
              <a:gd name="connsiteX124" fmla="*/ 6039260 w 6128435"/>
              <a:gd name="connsiteY124" fmla="*/ 5289518 h 6858000"/>
              <a:gd name="connsiteX125" fmla="*/ 6036748 w 6128435"/>
              <a:gd name="connsiteY125" fmla="*/ 5322752 h 6858000"/>
              <a:gd name="connsiteX126" fmla="*/ 6036943 w 6128435"/>
              <a:gd name="connsiteY126" fmla="*/ 5329480 h 6858000"/>
              <a:gd name="connsiteX127" fmla="*/ 6037236 w 6128435"/>
              <a:gd name="connsiteY127" fmla="*/ 5329634 h 6858000"/>
              <a:gd name="connsiteX128" fmla="*/ 6038019 w 6128435"/>
              <a:gd name="connsiteY128" fmla="*/ 5336764 h 6858000"/>
              <a:gd name="connsiteX129" fmla="*/ 6037298 w 6128435"/>
              <a:gd name="connsiteY129" fmla="*/ 5341753 h 6858000"/>
              <a:gd name="connsiteX130" fmla="*/ 6037677 w 6128435"/>
              <a:gd name="connsiteY130" fmla="*/ 5354807 h 6858000"/>
              <a:gd name="connsiteX131" fmla="*/ 6039728 w 6128435"/>
              <a:gd name="connsiteY131" fmla="*/ 5359416 h 6858000"/>
              <a:gd name="connsiteX132" fmla="*/ 6043311 w 6128435"/>
              <a:gd name="connsiteY132" fmla="*/ 5361407 h 6858000"/>
              <a:gd name="connsiteX133" fmla="*/ 6042954 w 6128435"/>
              <a:gd name="connsiteY133" fmla="*/ 5362576 h 6858000"/>
              <a:gd name="connsiteX134" fmla="*/ 6053435 w 6128435"/>
              <a:gd name="connsiteY134" fmla="*/ 5387547 h 6858000"/>
              <a:gd name="connsiteX135" fmla="*/ 6065933 w 6128435"/>
              <a:gd name="connsiteY135" fmla="*/ 5443002 h 6858000"/>
              <a:gd name="connsiteX136" fmla="*/ 6068640 w 6128435"/>
              <a:gd name="connsiteY136" fmla="*/ 5474503 h 6858000"/>
              <a:gd name="connsiteX137" fmla="*/ 6080922 w 6128435"/>
              <a:gd name="connsiteY137" fmla="*/ 5561070 h 6858000"/>
              <a:gd name="connsiteX138" fmla="*/ 6096949 w 6128435"/>
              <a:gd name="connsiteY138" fmla="*/ 5648179 h 6858000"/>
              <a:gd name="connsiteX139" fmla="*/ 6125703 w 6128435"/>
              <a:gd name="connsiteY139" fmla="*/ 5692894 h 6858000"/>
              <a:gd name="connsiteX140" fmla="*/ 6126670 w 6128435"/>
              <a:gd name="connsiteY140" fmla="*/ 5697882 h 6858000"/>
              <a:gd name="connsiteX141" fmla="*/ 6124061 w 6128435"/>
              <a:gd name="connsiteY141" fmla="*/ 5710294 h 6858000"/>
              <a:gd name="connsiteX142" fmla="*/ 6122213 w 6128435"/>
              <a:gd name="connsiteY142" fmla="*/ 5714762 h 6858000"/>
              <a:gd name="connsiteX143" fmla="*/ 6121353 w 6128435"/>
              <a:gd name="connsiteY143" fmla="*/ 5721725 h 6858000"/>
              <a:gd name="connsiteX144" fmla="*/ 6121607 w 6128435"/>
              <a:gd name="connsiteY144" fmla="*/ 5721959 h 6858000"/>
              <a:gd name="connsiteX145" fmla="*/ 6120262 w 6128435"/>
              <a:gd name="connsiteY145" fmla="*/ 5728358 h 6858000"/>
              <a:gd name="connsiteX146" fmla="*/ 6110194 w 6128435"/>
              <a:gd name="connsiteY146" fmla="*/ 5758853 h 6858000"/>
              <a:gd name="connsiteX147" fmla="*/ 6127519 w 6128435"/>
              <a:gd name="connsiteY147" fmla="*/ 5865775 h 6858000"/>
              <a:gd name="connsiteX148" fmla="*/ 6128435 w 6128435"/>
              <a:gd name="connsiteY148" fmla="*/ 5870164 h 6858000"/>
              <a:gd name="connsiteX149" fmla="*/ 6119217 w 6128435"/>
              <a:gd name="connsiteY149" fmla="*/ 5888542 h 6858000"/>
              <a:gd name="connsiteX150" fmla="*/ 6115966 w 6128435"/>
              <a:gd name="connsiteY150" fmla="*/ 5898387 h 6858000"/>
              <a:gd name="connsiteX151" fmla="*/ 6111924 w 6128435"/>
              <a:gd name="connsiteY151" fmla="*/ 5900444 h 6858000"/>
              <a:gd name="connsiteX152" fmla="*/ 6108716 w 6128435"/>
              <a:gd name="connsiteY152" fmla="*/ 5915345 h 6858000"/>
              <a:gd name="connsiteX153" fmla="*/ 6109524 w 6128435"/>
              <a:gd name="connsiteY153" fmla="*/ 5917328 h 6858000"/>
              <a:gd name="connsiteX154" fmla="*/ 6102493 w 6128435"/>
              <a:gd name="connsiteY154" fmla="*/ 5928602 h 6858000"/>
              <a:gd name="connsiteX155" fmla="*/ 6056863 w 6128435"/>
              <a:gd name="connsiteY155" fmla="*/ 6000643 h 6858000"/>
              <a:gd name="connsiteX156" fmla="*/ 6045436 w 6128435"/>
              <a:gd name="connsiteY156" fmla="*/ 6124480 h 6858000"/>
              <a:gd name="connsiteX157" fmla="*/ 6030489 w 6128435"/>
              <a:gd name="connsiteY157" fmla="*/ 6317666 h 6858000"/>
              <a:gd name="connsiteX158" fmla="*/ 6007492 w 6128435"/>
              <a:gd name="connsiteY158" fmla="*/ 6440818 h 6858000"/>
              <a:gd name="connsiteX159" fmla="*/ 6009467 w 6128435"/>
              <a:gd name="connsiteY159" fmla="*/ 6487076 h 6858000"/>
              <a:gd name="connsiteX160" fmla="*/ 5995064 w 6128435"/>
              <a:gd name="connsiteY160" fmla="*/ 6540791 h 6858000"/>
              <a:gd name="connsiteX161" fmla="*/ 5996309 w 6128435"/>
              <a:gd name="connsiteY161" fmla="*/ 6543961 h 6858000"/>
              <a:gd name="connsiteX162" fmla="*/ 5996048 w 6128435"/>
              <a:gd name="connsiteY162" fmla="*/ 6555444 h 6858000"/>
              <a:gd name="connsiteX163" fmla="*/ 6002524 w 6128435"/>
              <a:gd name="connsiteY163" fmla="*/ 6560188 h 6858000"/>
              <a:gd name="connsiteX164" fmla="*/ 6006823 w 6128435"/>
              <a:gd name="connsiteY164" fmla="*/ 6578546 h 6858000"/>
              <a:gd name="connsiteX165" fmla="*/ 6004510 w 6128435"/>
              <a:gd name="connsiteY165" fmla="*/ 6599256 h 6858000"/>
              <a:gd name="connsiteX166" fmla="*/ 5986207 w 6128435"/>
              <a:gd name="connsiteY166" fmla="*/ 6695855 h 6858000"/>
              <a:gd name="connsiteX167" fmla="*/ 5979428 w 6128435"/>
              <a:gd name="connsiteY167" fmla="*/ 6754678 h 6858000"/>
              <a:gd name="connsiteX168" fmla="*/ 5983398 w 6128435"/>
              <a:gd name="connsiteY168" fmla="*/ 6778641 h 6858000"/>
              <a:gd name="connsiteX169" fmla="*/ 5984543 w 6128435"/>
              <a:gd name="connsiteY169" fmla="*/ 6811016 h 6858000"/>
              <a:gd name="connsiteX170" fmla="*/ 5981802 w 6128435"/>
              <a:gd name="connsiteY170" fmla="*/ 6838578 h 6858000"/>
              <a:gd name="connsiteX171" fmla="*/ 5979671 w 6128435"/>
              <a:gd name="connsiteY171" fmla="*/ 6858000 h 6858000"/>
              <a:gd name="connsiteX172" fmla="*/ 0 w 6128435"/>
              <a:gd name="connsiteY172" fmla="*/ 6858000 h 6858000"/>
              <a:gd name="connsiteX173" fmla="*/ 0 w 6128435"/>
              <a:gd name="connsiteY17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93877 w 6128435"/>
              <a:gd name="connsiteY44" fmla="*/ 2368649 h 6858000"/>
              <a:gd name="connsiteX45" fmla="*/ 5311338 w 6128435"/>
              <a:gd name="connsiteY45" fmla="*/ 2404034 h 6858000"/>
              <a:gd name="connsiteX46" fmla="*/ 5192511 w 6128435"/>
              <a:gd name="connsiteY46" fmla="*/ 2549199 h 6858000"/>
              <a:gd name="connsiteX47" fmla="*/ 5307538 w 6128435"/>
              <a:gd name="connsiteY47" fmla="*/ 2514685 h 6858000"/>
              <a:gd name="connsiteX48" fmla="*/ 5337604 w 6128435"/>
              <a:gd name="connsiteY48" fmla="*/ 2597632 h 6858000"/>
              <a:gd name="connsiteX49" fmla="*/ 5407503 w 6128435"/>
              <a:gd name="connsiteY49" fmla="*/ 2786290 h 6858000"/>
              <a:gd name="connsiteX50" fmla="*/ 5407356 w 6128435"/>
              <a:gd name="connsiteY50" fmla="*/ 2787545 h 6858000"/>
              <a:gd name="connsiteX51" fmla="*/ 5411130 w 6128435"/>
              <a:gd name="connsiteY51" fmla="*/ 2788640 h 6858000"/>
              <a:gd name="connsiteX52" fmla="*/ 5416439 w 6128435"/>
              <a:gd name="connsiteY52" fmla="*/ 2805666 h 6858000"/>
              <a:gd name="connsiteX53" fmla="*/ 5416589 w 6128435"/>
              <a:gd name="connsiteY53" fmla="*/ 2810822 h 6858000"/>
              <a:gd name="connsiteX54" fmla="*/ 5418542 w 6128435"/>
              <a:gd name="connsiteY54" fmla="*/ 2817745 h 6858000"/>
              <a:gd name="connsiteX55" fmla="*/ 5418847 w 6128435"/>
              <a:gd name="connsiteY55" fmla="*/ 2817825 h 6858000"/>
              <a:gd name="connsiteX56" fmla="*/ 5423364 w 6128435"/>
              <a:gd name="connsiteY56" fmla="*/ 2858292 h 6858000"/>
              <a:gd name="connsiteX57" fmla="*/ 5479298 w 6128435"/>
              <a:gd name="connsiteY57" fmla="*/ 2947791 h 6858000"/>
              <a:gd name="connsiteX58" fmla="*/ 5481770 w 6128435"/>
              <a:gd name="connsiteY58" fmla="*/ 2951352 h 6858000"/>
              <a:gd name="connsiteX59" fmla="*/ 5481013 w 6128435"/>
              <a:gd name="connsiteY59" fmla="*/ 2973461 h 6858000"/>
              <a:gd name="connsiteX60" fmla="*/ 5482045 w 6128435"/>
              <a:gd name="connsiteY60" fmla="*/ 2984371 h 6858000"/>
              <a:gd name="connsiteX61" fmla="*/ 5479405 w 6128435"/>
              <a:gd name="connsiteY61" fmla="*/ 2988507 h 6858000"/>
              <a:gd name="connsiteX62" fmla="*/ 5482415 w 6128435"/>
              <a:gd name="connsiteY62" fmla="*/ 3004079 h 6858000"/>
              <a:gd name="connsiteX63" fmla="*/ 5483865 w 6128435"/>
              <a:gd name="connsiteY63" fmla="*/ 3005467 h 6858000"/>
              <a:gd name="connsiteX64" fmla="*/ 5482236 w 6128435"/>
              <a:gd name="connsiteY64" fmla="*/ 3019791 h 6858000"/>
              <a:gd name="connsiteX65" fmla="*/ 5475895 w 6128435"/>
              <a:gd name="connsiteY65" fmla="*/ 3033578 h 6858000"/>
              <a:gd name="connsiteX66" fmla="*/ 5477595 w 6128435"/>
              <a:gd name="connsiteY66" fmla="*/ 3250534 h 6858000"/>
              <a:gd name="connsiteX67" fmla="*/ 5532836 w 6128435"/>
              <a:gd name="connsiteY67" fmla="*/ 3353840 h 6858000"/>
              <a:gd name="connsiteX68" fmla="*/ 5561229 w 6128435"/>
              <a:gd name="connsiteY68" fmla="*/ 3395784 h 6858000"/>
              <a:gd name="connsiteX69" fmla="*/ 5589758 w 6128435"/>
              <a:gd name="connsiteY69" fmla="*/ 3506453 h 6858000"/>
              <a:gd name="connsiteX70" fmla="*/ 5596144 w 6128435"/>
              <a:gd name="connsiteY70" fmla="*/ 3534624 h 6858000"/>
              <a:gd name="connsiteX71" fmla="*/ 5597750 w 6128435"/>
              <a:gd name="connsiteY71" fmla="*/ 3534129 h 6858000"/>
              <a:gd name="connsiteX72" fmla="*/ 5599700 w 6128435"/>
              <a:gd name="connsiteY72" fmla="*/ 3547221 h 6858000"/>
              <a:gd name="connsiteX73" fmla="*/ 5615031 w 6128435"/>
              <a:gd name="connsiteY73" fmla="*/ 3557482 h 6858000"/>
              <a:gd name="connsiteX74" fmla="*/ 5618377 w 6128435"/>
              <a:gd name="connsiteY74" fmla="*/ 3588431 h 6858000"/>
              <a:gd name="connsiteX75" fmla="*/ 5612155 w 6128435"/>
              <a:gd name="connsiteY75" fmla="*/ 3589869 h 6858000"/>
              <a:gd name="connsiteX76" fmla="*/ 5620843 w 6128435"/>
              <a:gd name="connsiteY76" fmla="*/ 3606745 h 6858000"/>
              <a:gd name="connsiteX77" fmla="*/ 5655472 w 6128435"/>
              <a:gd name="connsiteY77" fmla="*/ 3678877 h 6858000"/>
              <a:gd name="connsiteX78" fmla="*/ 5680448 w 6128435"/>
              <a:gd name="connsiteY78" fmla="*/ 3717760 h 6858000"/>
              <a:gd name="connsiteX79" fmla="*/ 5683015 w 6128435"/>
              <a:gd name="connsiteY79" fmla="*/ 3762025 h 6858000"/>
              <a:gd name="connsiteX80" fmla="*/ 5696643 w 6128435"/>
              <a:gd name="connsiteY80" fmla="*/ 3773888 h 6858000"/>
              <a:gd name="connsiteX81" fmla="*/ 5699203 w 6128435"/>
              <a:gd name="connsiteY81" fmla="*/ 3775823 h 6858000"/>
              <a:gd name="connsiteX82" fmla="*/ 5704824 w 6128435"/>
              <a:gd name="connsiteY82" fmla="*/ 3785966 h 6858000"/>
              <a:gd name="connsiteX83" fmla="*/ 5712204 w 6128435"/>
              <a:gd name="connsiteY83" fmla="*/ 3785830 h 6858000"/>
              <a:gd name="connsiteX84" fmla="*/ 5724816 w 6128435"/>
              <a:gd name="connsiteY84" fmla="*/ 3798949 h 6858000"/>
              <a:gd name="connsiteX85" fmla="*/ 5733539 w 6128435"/>
              <a:gd name="connsiteY85" fmla="*/ 3818457 h 6858000"/>
              <a:gd name="connsiteX86" fmla="*/ 5768491 w 6128435"/>
              <a:gd name="connsiteY86" fmla="*/ 3914399 h 6858000"/>
              <a:gd name="connsiteX87" fmla="*/ 5793123 w 6128435"/>
              <a:gd name="connsiteY87" fmla="*/ 3969952 h 6858000"/>
              <a:gd name="connsiteX88" fmla="*/ 5808321 w 6128435"/>
              <a:gd name="connsiteY88" fmla="*/ 3988153 h 6858000"/>
              <a:gd name="connsiteX89" fmla="*/ 5825621 w 6128435"/>
              <a:gd name="connsiteY89" fmla="*/ 4015525 h 6858000"/>
              <a:gd name="connsiteX90" fmla="*/ 5860672 w 6128435"/>
              <a:gd name="connsiteY90" fmla="*/ 4061579 h 6858000"/>
              <a:gd name="connsiteX91" fmla="*/ 5872173 w 6128435"/>
              <a:gd name="connsiteY91" fmla="*/ 4088497 h 6858000"/>
              <a:gd name="connsiteX92" fmla="*/ 5883705 w 6128435"/>
              <a:gd name="connsiteY92" fmla="*/ 4101899 h 6858000"/>
              <a:gd name="connsiteX93" fmla="*/ 5885314 w 6128435"/>
              <a:gd name="connsiteY93" fmla="*/ 4108387 h 6858000"/>
              <a:gd name="connsiteX94" fmla="*/ 5894095 w 6128435"/>
              <a:gd name="connsiteY94" fmla="*/ 4128857 h 6858000"/>
              <a:gd name="connsiteX95" fmla="*/ 5898339 w 6128435"/>
              <a:gd name="connsiteY95" fmla="*/ 4140800 h 6858000"/>
              <a:gd name="connsiteX96" fmla="*/ 5899734 w 6128435"/>
              <a:gd name="connsiteY96" fmla="*/ 4145632 h 6858000"/>
              <a:gd name="connsiteX97" fmla="*/ 5897098 w 6128435"/>
              <a:gd name="connsiteY97" fmla="*/ 4157819 h 6858000"/>
              <a:gd name="connsiteX98" fmla="*/ 5903513 w 6128435"/>
              <a:gd name="connsiteY98" fmla="*/ 4187661 h 6858000"/>
              <a:gd name="connsiteX99" fmla="*/ 5917114 w 6128435"/>
              <a:gd name="connsiteY99" fmla="*/ 4213096 h 6858000"/>
              <a:gd name="connsiteX100" fmla="*/ 5921153 w 6128435"/>
              <a:gd name="connsiteY100" fmla="*/ 4236222 h 6858000"/>
              <a:gd name="connsiteX101" fmla="*/ 5924233 w 6128435"/>
              <a:gd name="connsiteY101" fmla="*/ 4242060 h 6858000"/>
              <a:gd name="connsiteX102" fmla="*/ 5928910 w 6128435"/>
              <a:gd name="connsiteY102" fmla="*/ 4300973 h 6858000"/>
              <a:gd name="connsiteX103" fmla="*/ 5939320 w 6128435"/>
              <a:gd name="connsiteY103" fmla="*/ 4340435 h 6858000"/>
              <a:gd name="connsiteX104" fmla="*/ 5946705 w 6128435"/>
              <a:gd name="connsiteY104" fmla="*/ 4428051 h 6858000"/>
              <a:gd name="connsiteX105" fmla="*/ 5949261 w 6128435"/>
              <a:gd name="connsiteY105" fmla="*/ 4449185 h 6858000"/>
              <a:gd name="connsiteX106" fmla="*/ 5957504 w 6128435"/>
              <a:gd name="connsiteY106" fmla="*/ 4465911 h 6858000"/>
              <a:gd name="connsiteX107" fmla="*/ 5964689 w 6128435"/>
              <a:gd name="connsiteY107" fmla="*/ 4468532 h 6858000"/>
              <a:gd name="connsiteX108" fmla="*/ 5967062 w 6128435"/>
              <a:gd name="connsiteY108" fmla="*/ 4479923 h 6858000"/>
              <a:gd name="connsiteX109" fmla="*/ 5968960 w 6128435"/>
              <a:gd name="connsiteY109" fmla="*/ 4482655 h 6858000"/>
              <a:gd name="connsiteX110" fmla="*/ 5978567 w 6128435"/>
              <a:gd name="connsiteY110" fmla="*/ 4498605 h 6858000"/>
              <a:gd name="connsiteX111" fmla="*/ 5980106 w 6128435"/>
              <a:gd name="connsiteY111" fmla="*/ 4585087 h 6858000"/>
              <a:gd name="connsiteX112" fmla="*/ 5998138 w 6128435"/>
              <a:gd name="connsiteY112" fmla="*/ 4697518 h 6858000"/>
              <a:gd name="connsiteX113" fmla="*/ 6013516 w 6128435"/>
              <a:gd name="connsiteY113" fmla="*/ 4786619 h 6858000"/>
              <a:gd name="connsiteX114" fmla="*/ 6025404 w 6128435"/>
              <a:gd name="connsiteY114" fmla="*/ 4858148 h 6858000"/>
              <a:gd name="connsiteX115" fmla="*/ 6007749 w 6128435"/>
              <a:gd name="connsiteY115" fmla="*/ 4964715 h 6858000"/>
              <a:gd name="connsiteX116" fmla="*/ 6005269 w 6128435"/>
              <a:gd name="connsiteY116" fmla="*/ 5150567 h 6858000"/>
              <a:gd name="connsiteX117" fmla="*/ 6001127 w 6128435"/>
              <a:gd name="connsiteY117" fmla="*/ 5164609 h 6858000"/>
              <a:gd name="connsiteX118" fmla="*/ 5996647 w 6128435"/>
              <a:gd name="connsiteY118" fmla="*/ 5185640 h 6858000"/>
              <a:gd name="connsiteX119" fmla="*/ 5998514 w 6128435"/>
              <a:gd name="connsiteY119" fmla="*/ 5189673 h 6858000"/>
              <a:gd name="connsiteX120" fmla="*/ 5995970 w 6128435"/>
              <a:gd name="connsiteY120" fmla="*/ 5221547 h 6858000"/>
              <a:gd name="connsiteX121" fmla="*/ 5997218 w 6128435"/>
              <a:gd name="connsiteY121" fmla="*/ 5222031 h 6858000"/>
              <a:gd name="connsiteX122" fmla="*/ 6002116 w 6128435"/>
              <a:gd name="connsiteY122" fmla="*/ 5231223 h 6858000"/>
              <a:gd name="connsiteX123" fmla="*/ 6008541 w 6128435"/>
              <a:gd name="connsiteY123" fmla="*/ 5248680 h 6858000"/>
              <a:gd name="connsiteX124" fmla="*/ 6039260 w 6128435"/>
              <a:gd name="connsiteY124" fmla="*/ 5289518 h 6858000"/>
              <a:gd name="connsiteX125" fmla="*/ 6036748 w 6128435"/>
              <a:gd name="connsiteY125" fmla="*/ 5322752 h 6858000"/>
              <a:gd name="connsiteX126" fmla="*/ 6036943 w 6128435"/>
              <a:gd name="connsiteY126" fmla="*/ 5329480 h 6858000"/>
              <a:gd name="connsiteX127" fmla="*/ 6037236 w 6128435"/>
              <a:gd name="connsiteY127" fmla="*/ 5329634 h 6858000"/>
              <a:gd name="connsiteX128" fmla="*/ 6038019 w 6128435"/>
              <a:gd name="connsiteY128" fmla="*/ 5336764 h 6858000"/>
              <a:gd name="connsiteX129" fmla="*/ 6037298 w 6128435"/>
              <a:gd name="connsiteY129" fmla="*/ 5341753 h 6858000"/>
              <a:gd name="connsiteX130" fmla="*/ 6037677 w 6128435"/>
              <a:gd name="connsiteY130" fmla="*/ 5354807 h 6858000"/>
              <a:gd name="connsiteX131" fmla="*/ 6039728 w 6128435"/>
              <a:gd name="connsiteY131" fmla="*/ 5359416 h 6858000"/>
              <a:gd name="connsiteX132" fmla="*/ 6043311 w 6128435"/>
              <a:gd name="connsiteY132" fmla="*/ 5361407 h 6858000"/>
              <a:gd name="connsiteX133" fmla="*/ 6042954 w 6128435"/>
              <a:gd name="connsiteY133" fmla="*/ 5362576 h 6858000"/>
              <a:gd name="connsiteX134" fmla="*/ 6053435 w 6128435"/>
              <a:gd name="connsiteY134" fmla="*/ 5387547 h 6858000"/>
              <a:gd name="connsiteX135" fmla="*/ 6065933 w 6128435"/>
              <a:gd name="connsiteY135" fmla="*/ 5443002 h 6858000"/>
              <a:gd name="connsiteX136" fmla="*/ 6068640 w 6128435"/>
              <a:gd name="connsiteY136" fmla="*/ 5474503 h 6858000"/>
              <a:gd name="connsiteX137" fmla="*/ 6080922 w 6128435"/>
              <a:gd name="connsiteY137" fmla="*/ 5561070 h 6858000"/>
              <a:gd name="connsiteX138" fmla="*/ 6096949 w 6128435"/>
              <a:gd name="connsiteY138" fmla="*/ 5648179 h 6858000"/>
              <a:gd name="connsiteX139" fmla="*/ 6125703 w 6128435"/>
              <a:gd name="connsiteY139" fmla="*/ 5692894 h 6858000"/>
              <a:gd name="connsiteX140" fmla="*/ 6126670 w 6128435"/>
              <a:gd name="connsiteY140" fmla="*/ 5697882 h 6858000"/>
              <a:gd name="connsiteX141" fmla="*/ 6124061 w 6128435"/>
              <a:gd name="connsiteY141" fmla="*/ 5710294 h 6858000"/>
              <a:gd name="connsiteX142" fmla="*/ 6122213 w 6128435"/>
              <a:gd name="connsiteY142" fmla="*/ 5714762 h 6858000"/>
              <a:gd name="connsiteX143" fmla="*/ 6121353 w 6128435"/>
              <a:gd name="connsiteY143" fmla="*/ 5721725 h 6858000"/>
              <a:gd name="connsiteX144" fmla="*/ 6121607 w 6128435"/>
              <a:gd name="connsiteY144" fmla="*/ 5721959 h 6858000"/>
              <a:gd name="connsiteX145" fmla="*/ 6120262 w 6128435"/>
              <a:gd name="connsiteY145" fmla="*/ 5728358 h 6858000"/>
              <a:gd name="connsiteX146" fmla="*/ 6110194 w 6128435"/>
              <a:gd name="connsiteY146" fmla="*/ 5758853 h 6858000"/>
              <a:gd name="connsiteX147" fmla="*/ 6127519 w 6128435"/>
              <a:gd name="connsiteY147" fmla="*/ 5865775 h 6858000"/>
              <a:gd name="connsiteX148" fmla="*/ 6128435 w 6128435"/>
              <a:gd name="connsiteY148" fmla="*/ 5870164 h 6858000"/>
              <a:gd name="connsiteX149" fmla="*/ 6119217 w 6128435"/>
              <a:gd name="connsiteY149" fmla="*/ 5888542 h 6858000"/>
              <a:gd name="connsiteX150" fmla="*/ 6115966 w 6128435"/>
              <a:gd name="connsiteY150" fmla="*/ 5898387 h 6858000"/>
              <a:gd name="connsiteX151" fmla="*/ 6111924 w 6128435"/>
              <a:gd name="connsiteY151" fmla="*/ 5900444 h 6858000"/>
              <a:gd name="connsiteX152" fmla="*/ 6108716 w 6128435"/>
              <a:gd name="connsiteY152" fmla="*/ 5915345 h 6858000"/>
              <a:gd name="connsiteX153" fmla="*/ 6109524 w 6128435"/>
              <a:gd name="connsiteY153" fmla="*/ 5917328 h 6858000"/>
              <a:gd name="connsiteX154" fmla="*/ 6102493 w 6128435"/>
              <a:gd name="connsiteY154" fmla="*/ 5928602 h 6858000"/>
              <a:gd name="connsiteX155" fmla="*/ 6056863 w 6128435"/>
              <a:gd name="connsiteY155" fmla="*/ 6000643 h 6858000"/>
              <a:gd name="connsiteX156" fmla="*/ 6045436 w 6128435"/>
              <a:gd name="connsiteY156" fmla="*/ 6124480 h 6858000"/>
              <a:gd name="connsiteX157" fmla="*/ 6030489 w 6128435"/>
              <a:gd name="connsiteY157" fmla="*/ 6317666 h 6858000"/>
              <a:gd name="connsiteX158" fmla="*/ 6007492 w 6128435"/>
              <a:gd name="connsiteY158" fmla="*/ 6440818 h 6858000"/>
              <a:gd name="connsiteX159" fmla="*/ 6009467 w 6128435"/>
              <a:gd name="connsiteY159" fmla="*/ 6487076 h 6858000"/>
              <a:gd name="connsiteX160" fmla="*/ 5995064 w 6128435"/>
              <a:gd name="connsiteY160" fmla="*/ 6540791 h 6858000"/>
              <a:gd name="connsiteX161" fmla="*/ 5996309 w 6128435"/>
              <a:gd name="connsiteY161" fmla="*/ 6543961 h 6858000"/>
              <a:gd name="connsiteX162" fmla="*/ 5996048 w 6128435"/>
              <a:gd name="connsiteY162" fmla="*/ 6555444 h 6858000"/>
              <a:gd name="connsiteX163" fmla="*/ 6002524 w 6128435"/>
              <a:gd name="connsiteY163" fmla="*/ 6560188 h 6858000"/>
              <a:gd name="connsiteX164" fmla="*/ 6006823 w 6128435"/>
              <a:gd name="connsiteY164" fmla="*/ 6578546 h 6858000"/>
              <a:gd name="connsiteX165" fmla="*/ 6004510 w 6128435"/>
              <a:gd name="connsiteY165" fmla="*/ 6599256 h 6858000"/>
              <a:gd name="connsiteX166" fmla="*/ 5986207 w 6128435"/>
              <a:gd name="connsiteY166" fmla="*/ 6695855 h 6858000"/>
              <a:gd name="connsiteX167" fmla="*/ 5979428 w 6128435"/>
              <a:gd name="connsiteY167" fmla="*/ 6754678 h 6858000"/>
              <a:gd name="connsiteX168" fmla="*/ 5983398 w 6128435"/>
              <a:gd name="connsiteY168" fmla="*/ 6778641 h 6858000"/>
              <a:gd name="connsiteX169" fmla="*/ 5984543 w 6128435"/>
              <a:gd name="connsiteY169" fmla="*/ 6811016 h 6858000"/>
              <a:gd name="connsiteX170" fmla="*/ 5981802 w 6128435"/>
              <a:gd name="connsiteY170" fmla="*/ 6838578 h 6858000"/>
              <a:gd name="connsiteX171" fmla="*/ 5979671 w 6128435"/>
              <a:gd name="connsiteY171" fmla="*/ 6858000 h 6858000"/>
              <a:gd name="connsiteX172" fmla="*/ 0 w 6128435"/>
              <a:gd name="connsiteY172" fmla="*/ 6858000 h 6858000"/>
              <a:gd name="connsiteX173" fmla="*/ 0 w 6128435"/>
              <a:gd name="connsiteY17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93877 w 6128435"/>
              <a:gd name="connsiteY44" fmla="*/ 2368649 h 6858000"/>
              <a:gd name="connsiteX45" fmla="*/ 5311338 w 6128435"/>
              <a:gd name="connsiteY45" fmla="*/ 2404034 h 6858000"/>
              <a:gd name="connsiteX46" fmla="*/ 5338366 w 6128435"/>
              <a:gd name="connsiteY46" fmla="*/ 2465052 h 6858000"/>
              <a:gd name="connsiteX47" fmla="*/ 5307538 w 6128435"/>
              <a:gd name="connsiteY47" fmla="*/ 2514685 h 6858000"/>
              <a:gd name="connsiteX48" fmla="*/ 5337604 w 6128435"/>
              <a:gd name="connsiteY48" fmla="*/ 2597632 h 6858000"/>
              <a:gd name="connsiteX49" fmla="*/ 5407503 w 6128435"/>
              <a:gd name="connsiteY49" fmla="*/ 2786290 h 6858000"/>
              <a:gd name="connsiteX50" fmla="*/ 5407356 w 6128435"/>
              <a:gd name="connsiteY50" fmla="*/ 2787545 h 6858000"/>
              <a:gd name="connsiteX51" fmla="*/ 5411130 w 6128435"/>
              <a:gd name="connsiteY51" fmla="*/ 2788640 h 6858000"/>
              <a:gd name="connsiteX52" fmla="*/ 5416439 w 6128435"/>
              <a:gd name="connsiteY52" fmla="*/ 2805666 h 6858000"/>
              <a:gd name="connsiteX53" fmla="*/ 5416589 w 6128435"/>
              <a:gd name="connsiteY53" fmla="*/ 2810822 h 6858000"/>
              <a:gd name="connsiteX54" fmla="*/ 5418542 w 6128435"/>
              <a:gd name="connsiteY54" fmla="*/ 2817745 h 6858000"/>
              <a:gd name="connsiteX55" fmla="*/ 5418847 w 6128435"/>
              <a:gd name="connsiteY55" fmla="*/ 2817825 h 6858000"/>
              <a:gd name="connsiteX56" fmla="*/ 5423364 w 6128435"/>
              <a:gd name="connsiteY56" fmla="*/ 2858292 h 6858000"/>
              <a:gd name="connsiteX57" fmla="*/ 5479298 w 6128435"/>
              <a:gd name="connsiteY57" fmla="*/ 2947791 h 6858000"/>
              <a:gd name="connsiteX58" fmla="*/ 5481770 w 6128435"/>
              <a:gd name="connsiteY58" fmla="*/ 2951352 h 6858000"/>
              <a:gd name="connsiteX59" fmla="*/ 5481013 w 6128435"/>
              <a:gd name="connsiteY59" fmla="*/ 2973461 h 6858000"/>
              <a:gd name="connsiteX60" fmla="*/ 5482045 w 6128435"/>
              <a:gd name="connsiteY60" fmla="*/ 2984371 h 6858000"/>
              <a:gd name="connsiteX61" fmla="*/ 5479405 w 6128435"/>
              <a:gd name="connsiteY61" fmla="*/ 2988507 h 6858000"/>
              <a:gd name="connsiteX62" fmla="*/ 5482415 w 6128435"/>
              <a:gd name="connsiteY62" fmla="*/ 3004079 h 6858000"/>
              <a:gd name="connsiteX63" fmla="*/ 5483865 w 6128435"/>
              <a:gd name="connsiteY63" fmla="*/ 3005467 h 6858000"/>
              <a:gd name="connsiteX64" fmla="*/ 5482236 w 6128435"/>
              <a:gd name="connsiteY64" fmla="*/ 3019791 h 6858000"/>
              <a:gd name="connsiteX65" fmla="*/ 5475895 w 6128435"/>
              <a:gd name="connsiteY65" fmla="*/ 3033578 h 6858000"/>
              <a:gd name="connsiteX66" fmla="*/ 5477595 w 6128435"/>
              <a:gd name="connsiteY66" fmla="*/ 3250534 h 6858000"/>
              <a:gd name="connsiteX67" fmla="*/ 5532836 w 6128435"/>
              <a:gd name="connsiteY67" fmla="*/ 3353840 h 6858000"/>
              <a:gd name="connsiteX68" fmla="*/ 5561229 w 6128435"/>
              <a:gd name="connsiteY68" fmla="*/ 3395784 h 6858000"/>
              <a:gd name="connsiteX69" fmla="*/ 5589758 w 6128435"/>
              <a:gd name="connsiteY69" fmla="*/ 3506453 h 6858000"/>
              <a:gd name="connsiteX70" fmla="*/ 5596144 w 6128435"/>
              <a:gd name="connsiteY70" fmla="*/ 3534624 h 6858000"/>
              <a:gd name="connsiteX71" fmla="*/ 5597750 w 6128435"/>
              <a:gd name="connsiteY71" fmla="*/ 3534129 h 6858000"/>
              <a:gd name="connsiteX72" fmla="*/ 5599700 w 6128435"/>
              <a:gd name="connsiteY72" fmla="*/ 3547221 h 6858000"/>
              <a:gd name="connsiteX73" fmla="*/ 5615031 w 6128435"/>
              <a:gd name="connsiteY73" fmla="*/ 3557482 h 6858000"/>
              <a:gd name="connsiteX74" fmla="*/ 5618377 w 6128435"/>
              <a:gd name="connsiteY74" fmla="*/ 3588431 h 6858000"/>
              <a:gd name="connsiteX75" fmla="*/ 5612155 w 6128435"/>
              <a:gd name="connsiteY75" fmla="*/ 3589869 h 6858000"/>
              <a:gd name="connsiteX76" fmla="*/ 5620843 w 6128435"/>
              <a:gd name="connsiteY76" fmla="*/ 3606745 h 6858000"/>
              <a:gd name="connsiteX77" fmla="*/ 5655472 w 6128435"/>
              <a:gd name="connsiteY77" fmla="*/ 3678877 h 6858000"/>
              <a:gd name="connsiteX78" fmla="*/ 5680448 w 6128435"/>
              <a:gd name="connsiteY78" fmla="*/ 3717760 h 6858000"/>
              <a:gd name="connsiteX79" fmla="*/ 5683015 w 6128435"/>
              <a:gd name="connsiteY79" fmla="*/ 3762025 h 6858000"/>
              <a:gd name="connsiteX80" fmla="*/ 5696643 w 6128435"/>
              <a:gd name="connsiteY80" fmla="*/ 3773888 h 6858000"/>
              <a:gd name="connsiteX81" fmla="*/ 5699203 w 6128435"/>
              <a:gd name="connsiteY81" fmla="*/ 3775823 h 6858000"/>
              <a:gd name="connsiteX82" fmla="*/ 5704824 w 6128435"/>
              <a:gd name="connsiteY82" fmla="*/ 3785966 h 6858000"/>
              <a:gd name="connsiteX83" fmla="*/ 5712204 w 6128435"/>
              <a:gd name="connsiteY83" fmla="*/ 3785830 h 6858000"/>
              <a:gd name="connsiteX84" fmla="*/ 5724816 w 6128435"/>
              <a:gd name="connsiteY84" fmla="*/ 3798949 h 6858000"/>
              <a:gd name="connsiteX85" fmla="*/ 5733539 w 6128435"/>
              <a:gd name="connsiteY85" fmla="*/ 3818457 h 6858000"/>
              <a:gd name="connsiteX86" fmla="*/ 5768491 w 6128435"/>
              <a:gd name="connsiteY86" fmla="*/ 3914399 h 6858000"/>
              <a:gd name="connsiteX87" fmla="*/ 5793123 w 6128435"/>
              <a:gd name="connsiteY87" fmla="*/ 3969952 h 6858000"/>
              <a:gd name="connsiteX88" fmla="*/ 5808321 w 6128435"/>
              <a:gd name="connsiteY88" fmla="*/ 3988153 h 6858000"/>
              <a:gd name="connsiteX89" fmla="*/ 5825621 w 6128435"/>
              <a:gd name="connsiteY89" fmla="*/ 4015525 h 6858000"/>
              <a:gd name="connsiteX90" fmla="*/ 5860672 w 6128435"/>
              <a:gd name="connsiteY90" fmla="*/ 4061579 h 6858000"/>
              <a:gd name="connsiteX91" fmla="*/ 5872173 w 6128435"/>
              <a:gd name="connsiteY91" fmla="*/ 4088497 h 6858000"/>
              <a:gd name="connsiteX92" fmla="*/ 5883705 w 6128435"/>
              <a:gd name="connsiteY92" fmla="*/ 4101899 h 6858000"/>
              <a:gd name="connsiteX93" fmla="*/ 5885314 w 6128435"/>
              <a:gd name="connsiteY93" fmla="*/ 4108387 h 6858000"/>
              <a:gd name="connsiteX94" fmla="*/ 5894095 w 6128435"/>
              <a:gd name="connsiteY94" fmla="*/ 4128857 h 6858000"/>
              <a:gd name="connsiteX95" fmla="*/ 5898339 w 6128435"/>
              <a:gd name="connsiteY95" fmla="*/ 4140800 h 6858000"/>
              <a:gd name="connsiteX96" fmla="*/ 5899734 w 6128435"/>
              <a:gd name="connsiteY96" fmla="*/ 4145632 h 6858000"/>
              <a:gd name="connsiteX97" fmla="*/ 5897098 w 6128435"/>
              <a:gd name="connsiteY97" fmla="*/ 4157819 h 6858000"/>
              <a:gd name="connsiteX98" fmla="*/ 5903513 w 6128435"/>
              <a:gd name="connsiteY98" fmla="*/ 4187661 h 6858000"/>
              <a:gd name="connsiteX99" fmla="*/ 5917114 w 6128435"/>
              <a:gd name="connsiteY99" fmla="*/ 4213096 h 6858000"/>
              <a:gd name="connsiteX100" fmla="*/ 5921153 w 6128435"/>
              <a:gd name="connsiteY100" fmla="*/ 4236222 h 6858000"/>
              <a:gd name="connsiteX101" fmla="*/ 5924233 w 6128435"/>
              <a:gd name="connsiteY101" fmla="*/ 4242060 h 6858000"/>
              <a:gd name="connsiteX102" fmla="*/ 5928910 w 6128435"/>
              <a:gd name="connsiteY102" fmla="*/ 4300973 h 6858000"/>
              <a:gd name="connsiteX103" fmla="*/ 5939320 w 6128435"/>
              <a:gd name="connsiteY103" fmla="*/ 4340435 h 6858000"/>
              <a:gd name="connsiteX104" fmla="*/ 5946705 w 6128435"/>
              <a:gd name="connsiteY104" fmla="*/ 4428051 h 6858000"/>
              <a:gd name="connsiteX105" fmla="*/ 5949261 w 6128435"/>
              <a:gd name="connsiteY105" fmla="*/ 4449185 h 6858000"/>
              <a:gd name="connsiteX106" fmla="*/ 5957504 w 6128435"/>
              <a:gd name="connsiteY106" fmla="*/ 4465911 h 6858000"/>
              <a:gd name="connsiteX107" fmla="*/ 5964689 w 6128435"/>
              <a:gd name="connsiteY107" fmla="*/ 4468532 h 6858000"/>
              <a:gd name="connsiteX108" fmla="*/ 5967062 w 6128435"/>
              <a:gd name="connsiteY108" fmla="*/ 4479923 h 6858000"/>
              <a:gd name="connsiteX109" fmla="*/ 5968960 w 6128435"/>
              <a:gd name="connsiteY109" fmla="*/ 4482655 h 6858000"/>
              <a:gd name="connsiteX110" fmla="*/ 5978567 w 6128435"/>
              <a:gd name="connsiteY110" fmla="*/ 4498605 h 6858000"/>
              <a:gd name="connsiteX111" fmla="*/ 5980106 w 6128435"/>
              <a:gd name="connsiteY111" fmla="*/ 4585087 h 6858000"/>
              <a:gd name="connsiteX112" fmla="*/ 5998138 w 6128435"/>
              <a:gd name="connsiteY112" fmla="*/ 4697518 h 6858000"/>
              <a:gd name="connsiteX113" fmla="*/ 6013516 w 6128435"/>
              <a:gd name="connsiteY113" fmla="*/ 4786619 h 6858000"/>
              <a:gd name="connsiteX114" fmla="*/ 6025404 w 6128435"/>
              <a:gd name="connsiteY114" fmla="*/ 4858148 h 6858000"/>
              <a:gd name="connsiteX115" fmla="*/ 6007749 w 6128435"/>
              <a:gd name="connsiteY115" fmla="*/ 4964715 h 6858000"/>
              <a:gd name="connsiteX116" fmla="*/ 6005269 w 6128435"/>
              <a:gd name="connsiteY116" fmla="*/ 5150567 h 6858000"/>
              <a:gd name="connsiteX117" fmla="*/ 6001127 w 6128435"/>
              <a:gd name="connsiteY117" fmla="*/ 5164609 h 6858000"/>
              <a:gd name="connsiteX118" fmla="*/ 5996647 w 6128435"/>
              <a:gd name="connsiteY118" fmla="*/ 5185640 h 6858000"/>
              <a:gd name="connsiteX119" fmla="*/ 5998514 w 6128435"/>
              <a:gd name="connsiteY119" fmla="*/ 5189673 h 6858000"/>
              <a:gd name="connsiteX120" fmla="*/ 5995970 w 6128435"/>
              <a:gd name="connsiteY120" fmla="*/ 5221547 h 6858000"/>
              <a:gd name="connsiteX121" fmla="*/ 5997218 w 6128435"/>
              <a:gd name="connsiteY121" fmla="*/ 5222031 h 6858000"/>
              <a:gd name="connsiteX122" fmla="*/ 6002116 w 6128435"/>
              <a:gd name="connsiteY122" fmla="*/ 5231223 h 6858000"/>
              <a:gd name="connsiteX123" fmla="*/ 6008541 w 6128435"/>
              <a:gd name="connsiteY123" fmla="*/ 5248680 h 6858000"/>
              <a:gd name="connsiteX124" fmla="*/ 6039260 w 6128435"/>
              <a:gd name="connsiteY124" fmla="*/ 5289518 h 6858000"/>
              <a:gd name="connsiteX125" fmla="*/ 6036748 w 6128435"/>
              <a:gd name="connsiteY125" fmla="*/ 5322752 h 6858000"/>
              <a:gd name="connsiteX126" fmla="*/ 6036943 w 6128435"/>
              <a:gd name="connsiteY126" fmla="*/ 5329480 h 6858000"/>
              <a:gd name="connsiteX127" fmla="*/ 6037236 w 6128435"/>
              <a:gd name="connsiteY127" fmla="*/ 5329634 h 6858000"/>
              <a:gd name="connsiteX128" fmla="*/ 6038019 w 6128435"/>
              <a:gd name="connsiteY128" fmla="*/ 5336764 h 6858000"/>
              <a:gd name="connsiteX129" fmla="*/ 6037298 w 6128435"/>
              <a:gd name="connsiteY129" fmla="*/ 5341753 h 6858000"/>
              <a:gd name="connsiteX130" fmla="*/ 6037677 w 6128435"/>
              <a:gd name="connsiteY130" fmla="*/ 5354807 h 6858000"/>
              <a:gd name="connsiteX131" fmla="*/ 6039728 w 6128435"/>
              <a:gd name="connsiteY131" fmla="*/ 5359416 h 6858000"/>
              <a:gd name="connsiteX132" fmla="*/ 6043311 w 6128435"/>
              <a:gd name="connsiteY132" fmla="*/ 5361407 h 6858000"/>
              <a:gd name="connsiteX133" fmla="*/ 6042954 w 6128435"/>
              <a:gd name="connsiteY133" fmla="*/ 5362576 h 6858000"/>
              <a:gd name="connsiteX134" fmla="*/ 6053435 w 6128435"/>
              <a:gd name="connsiteY134" fmla="*/ 5387547 h 6858000"/>
              <a:gd name="connsiteX135" fmla="*/ 6065933 w 6128435"/>
              <a:gd name="connsiteY135" fmla="*/ 5443002 h 6858000"/>
              <a:gd name="connsiteX136" fmla="*/ 6068640 w 6128435"/>
              <a:gd name="connsiteY136" fmla="*/ 5474503 h 6858000"/>
              <a:gd name="connsiteX137" fmla="*/ 6080922 w 6128435"/>
              <a:gd name="connsiteY137" fmla="*/ 5561070 h 6858000"/>
              <a:gd name="connsiteX138" fmla="*/ 6096949 w 6128435"/>
              <a:gd name="connsiteY138" fmla="*/ 5648179 h 6858000"/>
              <a:gd name="connsiteX139" fmla="*/ 6125703 w 6128435"/>
              <a:gd name="connsiteY139" fmla="*/ 5692894 h 6858000"/>
              <a:gd name="connsiteX140" fmla="*/ 6126670 w 6128435"/>
              <a:gd name="connsiteY140" fmla="*/ 5697882 h 6858000"/>
              <a:gd name="connsiteX141" fmla="*/ 6124061 w 6128435"/>
              <a:gd name="connsiteY141" fmla="*/ 5710294 h 6858000"/>
              <a:gd name="connsiteX142" fmla="*/ 6122213 w 6128435"/>
              <a:gd name="connsiteY142" fmla="*/ 5714762 h 6858000"/>
              <a:gd name="connsiteX143" fmla="*/ 6121353 w 6128435"/>
              <a:gd name="connsiteY143" fmla="*/ 5721725 h 6858000"/>
              <a:gd name="connsiteX144" fmla="*/ 6121607 w 6128435"/>
              <a:gd name="connsiteY144" fmla="*/ 5721959 h 6858000"/>
              <a:gd name="connsiteX145" fmla="*/ 6120262 w 6128435"/>
              <a:gd name="connsiteY145" fmla="*/ 5728358 h 6858000"/>
              <a:gd name="connsiteX146" fmla="*/ 6110194 w 6128435"/>
              <a:gd name="connsiteY146" fmla="*/ 5758853 h 6858000"/>
              <a:gd name="connsiteX147" fmla="*/ 6127519 w 6128435"/>
              <a:gd name="connsiteY147" fmla="*/ 5865775 h 6858000"/>
              <a:gd name="connsiteX148" fmla="*/ 6128435 w 6128435"/>
              <a:gd name="connsiteY148" fmla="*/ 5870164 h 6858000"/>
              <a:gd name="connsiteX149" fmla="*/ 6119217 w 6128435"/>
              <a:gd name="connsiteY149" fmla="*/ 5888542 h 6858000"/>
              <a:gd name="connsiteX150" fmla="*/ 6115966 w 6128435"/>
              <a:gd name="connsiteY150" fmla="*/ 5898387 h 6858000"/>
              <a:gd name="connsiteX151" fmla="*/ 6111924 w 6128435"/>
              <a:gd name="connsiteY151" fmla="*/ 5900444 h 6858000"/>
              <a:gd name="connsiteX152" fmla="*/ 6108716 w 6128435"/>
              <a:gd name="connsiteY152" fmla="*/ 5915345 h 6858000"/>
              <a:gd name="connsiteX153" fmla="*/ 6109524 w 6128435"/>
              <a:gd name="connsiteY153" fmla="*/ 5917328 h 6858000"/>
              <a:gd name="connsiteX154" fmla="*/ 6102493 w 6128435"/>
              <a:gd name="connsiteY154" fmla="*/ 5928602 h 6858000"/>
              <a:gd name="connsiteX155" fmla="*/ 6056863 w 6128435"/>
              <a:gd name="connsiteY155" fmla="*/ 6000643 h 6858000"/>
              <a:gd name="connsiteX156" fmla="*/ 6045436 w 6128435"/>
              <a:gd name="connsiteY156" fmla="*/ 6124480 h 6858000"/>
              <a:gd name="connsiteX157" fmla="*/ 6030489 w 6128435"/>
              <a:gd name="connsiteY157" fmla="*/ 6317666 h 6858000"/>
              <a:gd name="connsiteX158" fmla="*/ 6007492 w 6128435"/>
              <a:gd name="connsiteY158" fmla="*/ 6440818 h 6858000"/>
              <a:gd name="connsiteX159" fmla="*/ 6009467 w 6128435"/>
              <a:gd name="connsiteY159" fmla="*/ 6487076 h 6858000"/>
              <a:gd name="connsiteX160" fmla="*/ 5995064 w 6128435"/>
              <a:gd name="connsiteY160" fmla="*/ 6540791 h 6858000"/>
              <a:gd name="connsiteX161" fmla="*/ 5996309 w 6128435"/>
              <a:gd name="connsiteY161" fmla="*/ 6543961 h 6858000"/>
              <a:gd name="connsiteX162" fmla="*/ 5996048 w 6128435"/>
              <a:gd name="connsiteY162" fmla="*/ 6555444 h 6858000"/>
              <a:gd name="connsiteX163" fmla="*/ 6002524 w 6128435"/>
              <a:gd name="connsiteY163" fmla="*/ 6560188 h 6858000"/>
              <a:gd name="connsiteX164" fmla="*/ 6006823 w 6128435"/>
              <a:gd name="connsiteY164" fmla="*/ 6578546 h 6858000"/>
              <a:gd name="connsiteX165" fmla="*/ 6004510 w 6128435"/>
              <a:gd name="connsiteY165" fmla="*/ 6599256 h 6858000"/>
              <a:gd name="connsiteX166" fmla="*/ 5986207 w 6128435"/>
              <a:gd name="connsiteY166" fmla="*/ 6695855 h 6858000"/>
              <a:gd name="connsiteX167" fmla="*/ 5979428 w 6128435"/>
              <a:gd name="connsiteY167" fmla="*/ 6754678 h 6858000"/>
              <a:gd name="connsiteX168" fmla="*/ 5983398 w 6128435"/>
              <a:gd name="connsiteY168" fmla="*/ 6778641 h 6858000"/>
              <a:gd name="connsiteX169" fmla="*/ 5984543 w 6128435"/>
              <a:gd name="connsiteY169" fmla="*/ 6811016 h 6858000"/>
              <a:gd name="connsiteX170" fmla="*/ 5981802 w 6128435"/>
              <a:gd name="connsiteY170" fmla="*/ 6838578 h 6858000"/>
              <a:gd name="connsiteX171" fmla="*/ 5979671 w 6128435"/>
              <a:gd name="connsiteY171" fmla="*/ 6858000 h 6858000"/>
              <a:gd name="connsiteX172" fmla="*/ 0 w 6128435"/>
              <a:gd name="connsiteY172" fmla="*/ 6858000 h 6858000"/>
              <a:gd name="connsiteX173" fmla="*/ 0 w 6128435"/>
              <a:gd name="connsiteY17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93877 w 6128435"/>
              <a:gd name="connsiteY44" fmla="*/ 2368649 h 6858000"/>
              <a:gd name="connsiteX45" fmla="*/ 5311338 w 6128435"/>
              <a:gd name="connsiteY45" fmla="*/ 2404034 h 6858000"/>
              <a:gd name="connsiteX46" fmla="*/ 5338366 w 6128435"/>
              <a:gd name="connsiteY46" fmla="*/ 2465052 h 6858000"/>
              <a:gd name="connsiteX47" fmla="*/ 5337604 w 6128435"/>
              <a:gd name="connsiteY47" fmla="*/ 2597632 h 6858000"/>
              <a:gd name="connsiteX48" fmla="*/ 5407503 w 6128435"/>
              <a:gd name="connsiteY48" fmla="*/ 2786290 h 6858000"/>
              <a:gd name="connsiteX49" fmla="*/ 5407356 w 6128435"/>
              <a:gd name="connsiteY49" fmla="*/ 2787545 h 6858000"/>
              <a:gd name="connsiteX50" fmla="*/ 5411130 w 6128435"/>
              <a:gd name="connsiteY50" fmla="*/ 2788640 h 6858000"/>
              <a:gd name="connsiteX51" fmla="*/ 5416439 w 6128435"/>
              <a:gd name="connsiteY51" fmla="*/ 2805666 h 6858000"/>
              <a:gd name="connsiteX52" fmla="*/ 5416589 w 6128435"/>
              <a:gd name="connsiteY52" fmla="*/ 2810822 h 6858000"/>
              <a:gd name="connsiteX53" fmla="*/ 5418542 w 6128435"/>
              <a:gd name="connsiteY53" fmla="*/ 2817745 h 6858000"/>
              <a:gd name="connsiteX54" fmla="*/ 5418847 w 6128435"/>
              <a:gd name="connsiteY54" fmla="*/ 2817825 h 6858000"/>
              <a:gd name="connsiteX55" fmla="*/ 5423364 w 6128435"/>
              <a:gd name="connsiteY55" fmla="*/ 2858292 h 6858000"/>
              <a:gd name="connsiteX56" fmla="*/ 5479298 w 6128435"/>
              <a:gd name="connsiteY56" fmla="*/ 2947791 h 6858000"/>
              <a:gd name="connsiteX57" fmla="*/ 5481770 w 6128435"/>
              <a:gd name="connsiteY57" fmla="*/ 2951352 h 6858000"/>
              <a:gd name="connsiteX58" fmla="*/ 5481013 w 6128435"/>
              <a:gd name="connsiteY58" fmla="*/ 2973461 h 6858000"/>
              <a:gd name="connsiteX59" fmla="*/ 5482045 w 6128435"/>
              <a:gd name="connsiteY59" fmla="*/ 2984371 h 6858000"/>
              <a:gd name="connsiteX60" fmla="*/ 5479405 w 6128435"/>
              <a:gd name="connsiteY60" fmla="*/ 2988507 h 6858000"/>
              <a:gd name="connsiteX61" fmla="*/ 5482415 w 6128435"/>
              <a:gd name="connsiteY61" fmla="*/ 3004079 h 6858000"/>
              <a:gd name="connsiteX62" fmla="*/ 5483865 w 6128435"/>
              <a:gd name="connsiteY62" fmla="*/ 3005467 h 6858000"/>
              <a:gd name="connsiteX63" fmla="*/ 5482236 w 6128435"/>
              <a:gd name="connsiteY63" fmla="*/ 3019791 h 6858000"/>
              <a:gd name="connsiteX64" fmla="*/ 5475895 w 6128435"/>
              <a:gd name="connsiteY64" fmla="*/ 3033578 h 6858000"/>
              <a:gd name="connsiteX65" fmla="*/ 5477595 w 6128435"/>
              <a:gd name="connsiteY65" fmla="*/ 3250534 h 6858000"/>
              <a:gd name="connsiteX66" fmla="*/ 5532836 w 6128435"/>
              <a:gd name="connsiteY66" fmla="*/ 3353840 h 6858000"/>
              <a:gd name="connsiteX67" fmla="*/ 5561229 w 6128435"/>
              <a:gd name="connsiteY67" fmla="*/ 3395784 h 6858000"/>
              <a:gd name="connsiteX68" fmla="*/ 5589758 w 6128435"/>
              <a:gd name="connsiteY68" fmla="*/ 3506453 h 6858000"/>
              <a:gd name="connsiteX69" fmla="*/ 5596144 w 6128435"/>
              <a:gd name="connsiteY69" fmla="*/ 3534624 h 6858000"/>
              <a:gd name="connsiteX70" fmla="*/ 5597750 w 6128435"/>
              <a:gd name="connsiteY70" fmla="*/ 3534129 h 6858000"/>
              <a:gd name="connsiteX71" fmla="*/ 5599700 w 6128435"/>
              <a:gd name="connsiteY71" fmla="*/ 3547221 h 6858000"/>
              <a:gd name="connsiteX72" fmla="*/ 5615031 w 6128435"/>
              <a:gd name="connsiteY72" fmla="*/ 3557482 h 6858000"/>
              <a:gd name="connsiteX73" fmla="*/ 5618377 w 6128435"/>
              <a:gd name="connsiteY73" fmla="*/ 3588431 h 6858000"/>
              <a:gd name="connsiteX74" fmla="*/ 5612155 w 6128435"/>
              <a:gd name="connsiteY74" fmla="*/ 3589869 h 6858000"/>
              <a:gd name="connsiteX75" fmla="*/ 5620843 w 6128435"/>
              <a:gd name="connsiteY75" fmla="*/ 3606745 h 6858000"/>
              <a:gd name="connsiteX76" fmla="*/ 5655472 w 6128435"/>
              <a:gd name="connsiteY76" fmla="*/ 3678877 h 6858000"/>
              <a:gd name="connsiteX77" fmla="*/ 5680448 w 6128435"/>
              <a:gd name="connsiteY77" fmla="*/ 3717760 h 6858000"/>
              <a:gd name="connsiteX78" fmla="*/ 5683015 w 6128435"/>
              <a:gd name="connsiteY78" fmla="*/ 3762025 h 6858000"/>
              <a:gd name="connsiteX79" fmla="*/ 5696643 w 6128435"/>
              <a:gd name="connsiteY79" fmla="*/ 3773888 h 6858000"/>
              <a:gd name="connsiteX80" fmla="*/ 5699203 w 6128435"/>
              <a:gd name="connsiteY80" fmla="*/ 3775823 h 6858000"/>
              <a:gd name="connsiteX81" fmla="*/ 5704824 w 6128435"/>
              <a:gd name="connsiteY81" fmla="*/ 3785966 h 6858000"/>
              <a:gd name="connsiteX82" fmla="*/ 5712204 w 6128435"/>
              <a:gd name="connsiteY82" fmla="*/ 3785830 h 6858000"/>
              <a:gd name="connsiteX83" fmla="*/ 5724816 w 6128435"/>
              <a:gd name="connsiteY83" fmla="*/ 3798949 h 6858000"/>
              <a:gd name="connsiteX84" fmla="*/ 5733539 w 6128435"/>
              <a:gd name="connsiteY84" fmla="*/ 3818457 h 6858000"/>
              <a:gd name="connsiteX85" fmla="*/ 5768491 w 6128435"/>
              <a:gd name="connsiteY85" fmla="*/ 3914399 h 6858000"/>
              <a:gd name="connsiteX86" fmla="*/ 5793123 w 6128435"/>
              <a:gd name="connsiteY86" fmla="*/ 3969952 h 6858000"/>
              <a:gd name="connsiteX87" fmla="*/ 5808321 w 6128435"/>
              <a:gd name="connsiteY87" fmla="*/ 3988153 h 6858000"/>
              <a:gd name="connsiteX88" fmla="*/ 5825621 w 6128435"/>
              <a:gd name="connsiteY88" fmla="*/ 4015525 h 6858000"/>
              <a:gd name="connsiteX89" fmla="*/ 5860672 w 6128435"/>
              <a:gd name="connsiteY89" fmla="*/ 4061579 h 6858000"/>
              <a:gd name="connsiteX90" fmla="*/ 5872173 w 6128435"/>
              <a:gd name="connsiteY90" fmla="*/ 4088497 h 6858000"/>
              <a:gd name="connsiteX91" fmla="*/ 5883705 w 6128435"/>
              <a:gd name="connsiteY91" fmla="*/ 4101899 h 6858000"/>
              <a:gd name="connsiteX92" fmla="*/ 5885314 w 6128435"/>
              <a:gd name="connsiteY92" fmla="*/ 4108387 h 6858000"/>
              <a:gd name="connsiteX93" fmla="*/ 5894095 w 6128435"/>
              <a:gd name="connsiteY93" fmla="*/ 4128857 h 6858000"/>
              <a:gd name="connsiteX94" fmla="*/ 5898339 w 6128435"/>
              <a:gd name="connsiteY94" fmla="*/ 4140800 h 6858000"/>
              <a:gd name="connsiteX95" fmla="*/ 5899734 w 6128435"/>
              <a:gd name="connsiteY95" fmla="*/ 4145632 h 6858000"/>
              <a:gd name="connsiteX96" fmla="*/ 5897098 w 6128435"/>
              <a:gd name="connsiteY96" fmla="*/ 4157819 h 6858000"/>
              <a:gd name="connsiteX97" fmla="*/ 5903513 w 6128435"/>
              <a:gd name="connsiteY97" fmla="*/ 4187661 h 6858000"/>
              <a:gd name="connsiteX98" fmla="*/ 5917114 w 6128435"/>
              <a:gd name="connsiteY98" fmla="*/ 4213096 h 6858000"/>
              <a:gd name="connsiteX99" fmla="*/ 5921153 w 6128435"/>
              <a:gd name="connsiteY99" fmla="*/ 4236222 h 6858000"/>
              <a:gd name="connsiteX100" fmla="*/ 5924233 w 6128435"/>
              <a:gd name="connsiteY100" fmla="*/ 4242060 h 6858000"/>
              <a:gd name="connsiteX101" fmla="*/ 5928910 w 6128435"/>
              <a:gd name="connsiteY101" fmla="*/ 4300973 h 6858000"/>
              <a:gd name="connsiteX102" fmla="*/ 5939320 w 6128435"/>
              <a:gd name="connsiteY102" fmla="*/ 4340435 h 6858000"/>
              <a:gd name="connsiteX103" fmla="*/ 5946705 w 6128435"/>
              <a:gd name="connsiteY103" fmla="*/ 4428051 h 6858000"/>
              <a:gd name="connsiteX104" fmla="*/ 5949261 w 6128435"/>
              <a:gd name="connsiteY104" fmla="*/ 4449185 h 6858000"/>
              <a:gd name="connsiteX105" fmla="*/ 5957504 w 6128435"/>
              <a:gd name="connsiteY105" fmla="*/ 4465911 h 6858000"/>
              <a:gd name="connsiteX106" fmla="*/ 5964689 w 6128435"/>
              <a:gd name="connsiteY106" fmla="*/ 4468532 h 6858000"/>
              <a:gd name="connsiteX107" fmla="*/ 5967062 w 6128435"/>
              <a:gd name="connsiteY107" fmla="*/ 4479923 h 6858000"/>
              <a:gd name="connsiteX108" fmla="*/ 5968960 w 6128435"/>
              <a:gd name="connsiteY108" fmla="*/ 4482655 h 6858000"/>
              <a:gd name="connsiteX109" fmla="*/ 5978567 w 6128435"/>
              <a:gd name="connsiteY109" fmla="*/ 4498605 h 6858000"/>
              <a:gd name="connsiteX110" fmla="*/ 5980106 w 6128435"/>
              <a:gd name="connsiteY110" fmla="*/ 4585087 h 6858000"/>
              <a:gd name="connsiteX111" fmla="*/ 5998138 w 6128435"/>
              <a:gd name="connsiteY111" fmla="*/ 4697518 h 6858000"/>
              <a:gd name="connsiteX112" fmla="*/ 6013516 w 6128435"/>
              <a:gd name="connsiteY112" fmla="*/ 4786619 h 6858000"/>
              <a:gd name="connsiteX113" fmla="*/ 6025404 w 6128435"/>
              <a:gd name="connsiteY113" fmla="*/ 4858148 h 6858000"/>
              <a:gd name="connsiteX114" fmla="*/ 6007749 w 6128435"/>
              <a:gd name="connsiteY114" fmla="*/ 4964715 h 6858000"/>
              <a:gd name="connsiteX115" fmla="*/ 6005269 w 6128435"/>
              <a:gd name="connsiteY115" fmla="*/ 5150567 h 6858000"/>
              <a:gd name="connsiteX116" fmla="*/ 6001127 w 6128435"/>
              <a:gd name="connsiteY116" fmla="*/ 5164609 h 6858000"/>
              <a:gd name="connsiteX117" fmla="*/ 5996647 w 6128435"/>
              <a:gd name="connsiteY117" fmla="*/ 5185640 h 6858000"/>
              <a:gd name="connsiteX118" fmla="*/ 5998514 w 6128435"/>
              <a:gd name="connsiteY118" fmla="*/ 5189673 h 6858000"/>
              <a:gd name="connsiteX119" fmla="*/ 5995970 w 6128435"/>
              <a:gd name="connsiteY119" fmla="*/ 5221547 h 6858000"/>
              <a:gd name="connsiteX120" fmla="*/ 5997218 w 6128435"/>
              <a:gd name="connsiteY120" fmla="*/ 5222031 h 6858000"/>
              <a:gd name="connsiteX121" fmla="*/ 6002116 w 6128435"/>
              <a:gd name="connsiteY121" fmla="*/ 5231223 h 6858000"/>
              <a:gd name="connsiteX122" fmla="*/ 6008541 w 6128435"/>
              <a:gd name="connsiteY122" fmla="*/ 5248680 h 6858000"/>
              <a:gd name="connsiteX123" fmla="*/ 6039260 w 6128435"/>
              <a:gd name="connsiteY123" fmla="*/ 5289518 h 6858000"/>
              <a:gd name="connsiteX124" fmla="*/ 6036748 w 6128435"/>
              <a:gd name="connsiteY124" fmla="*/ 5322752 h 6858000"/>
              <a:gd name="connsiteX125" fmla="*/ 6036943 w 6128435"/>
              <a:gd name="connsiteY125" fmla="*/ 5329480 h 6858000"/>
              <a:gd name="connsiteX126" fmla="*/ 6037236 w 6128435"/>
              <a:gd name="connsiteY126" fmla="*/ 5329634 h 6858000"/>
              <a:gd name="connsiteX127" fmla="*/ 6038019 w 6128435"/>
              <a:gd name="connsiteY127" fmla="*/ 5336764 h 6858000"/>
              <a:gd name="connsiteX128" fmla="*/ 6037298 w 6128435"/>
              <a:gd name="connsiteY128" fmla="*/ 5341753 h 6858000"/>
              <a:gd name="connsiteX129" fmla="*/ 6037677 w 6128435"/>
              <a:gd name="connsiteY129" fmla="*/ 5354807 h 6858000"/>
              <a:gd name="connsiteX130" fmla="*/ 6039728 w 6128435"/>
              <a:gd name="connsiteY130" fmla="*/ 5359416 h 6858000"/>
              <a:gd name="connsiteX131" fmla="*/ 6043311 w 6128435"/>
              <a:gd name="connsiteY131" fmla="*/ 5361407 h 6858000"/>
              <a:gd name="connsiteX132" fmla="*/ 6042954 w 6128435"/>
              <a:gd name="connsiteY132" fmla="*/ 5362576 h 6858000"/>
              <a:gd name="connsiteX133" fmla="*/ 6053435 w 6128435"/>
              <a:gd name="connsiteY133" fmla="*/ 5387547 h 6858000"/>
              <a:gd name="connsiteX134" fmla="*/ 6065933 w 6128435"/>
              <a:gd name="connsiteY134" fmla="*/ 5443002 h 6858000"/>
              <a:gd name="connsiteX135" fmla="*/ 6068640 w 6128435"/>
              <a:gd name="connsiteY135" fmla="*/ 5474503 h 6858000"/>
              <a:gd name="connsiteX136" fmla="*/ 6080922 w 6128435"/>
              <a:gd name="connsiteY136" fmla="*/ 5561070 h 6858000"/>
              <a:gd name="connsiteX137" fmla="*/ 6096949 w 6128435"/>
              <a:gd name="connsiteY137" fmla="*/ 5648179 h 6858000"/>
              <a:gd name="connsiteX138" fmla="*/ 6125703 w 6128435"/>
              <a:gd name="connsiteY138" fmla="*/ 5692894 h 6858000"/>
              <a:gd name="connsiteX139" fmla="*/ 6126670 w 6128435"/>
              <a:gd name="connsiteY139" fmla="*/ 5697882 h 6858000"/>
              <a:gd name="connsiteX140" fmla="*/ 6124061 w 6128435"/>
              <a:gd name="connsiteY140" fmla="*/ 5710294 h 6858000"/>
              <a:gd name="connsiteX141" fmla="*/ 6122213 w 6128435"/>
              <a:gd name="connsiteY141" fmla="*/ 5714762 h 6858000"/>
              <a:gd name="connsiteX142" fmla="*/ 6121353 w 6128435"/>
              <a:gd name="connsiteY142" fmla="*/ 5721725 h 6858000"/>
              <a:gd name="connsiteX143" fmla="*/ 6121607 w 6128435"/>
              <a:gd name="connsiteY143" fmla="*/ 5721959 h 6858000"/>
              <a:gd name="connsiteX144" fmla="*/ 6120262 w 6128435"/>
              <a:gd name="connsiteY144" fmla="*/ 5728358 h 6858000"/>
              <a:gd name="connsiteX145" fmla="*/ 6110194 w 6128435"/>
              <a:gd name="connsiteY145" fmla="*/ 5758853 h 6858000"/>
              <a:gd name="connsiteX146" fmla="*/ 6127519 w 6128435"/>
              <a:gd name="connsiteY146" fmla="*/ 5865775 h 6858000"/>
              <a:gd name="connsiteX147" fmla="*/ 6128435 w 6128435"/>
              <a:gd name="connsiteY147" fmla="*/ 5870164 h 6858000"/>
              <a:gd name="connsiteX148" fmla="*/ 6119217 w 6128435"/>
              <a:gd name="connsiteY148" fmla="*/ 5888542 h 6858000"/>
              <a:gd name="connsiteX149" fmla="*/ 6115966 w 6128435"/>
              <a:gd name="connsiteY149" fmla="*/ 5898387 h 6858000"/>
              <a:gd name="connsiteX150" fmla="*/ 6111924 w 6128435"/>
              <a:gd name="connsiteY150" fmla="*/ 5900444 h 6858000"/>
              <a:gd name="connsiteX151" fmla="*/ 6108716 w 6128435"/>
              <a:gd name="connsiteY151" fmla="*/ 5915345 h 6858000"/>
              <a:gd name="connsiteX152" fmla="*/ 6109524 w 6128435"/>
              <a:gd name="connsiteY152" fmla="*/ 5917328 h 6858000"/>
              <a:gd name="connsiteX153" fmla="*/ 6102493 w 6128435"/>
              <a:gd name="connsiteY153" fmla="*/ 5928602 h 6858000"/>
              <a:gd name="connsiteX154" fmla="*/ 6056863 w 6128435"/>
              <a:gd name="connsiteY154" fmla="*/ 6000643 h 6858000"/>
              <a:gd name="connsiteX155" fmla="*/ 6045436 w 6128435"/>
              <a:gd name="connsiteY155" fmla="*/ 6124480 h 6858000"/>
              <a:gd name="connsiteX156" fmla="*/ 6030489 w 6128435"/>
              <a:gd name="connsiteY156" fmla="*/ 6317666 h 6858000"/>
              <a:gd name="connsiteX157" fmla="*/ 6007492 w 6128435"/>
              <a:gd name="connsiteY157" fmla="*/ 6440818 h 6858000"/>
              <a:gd name="connsiteX158" fmla="*/ 6009467 w 6128435"/>
              <a:gd name="connsiteY158" fmla="*/ 6487076 h 6858000"/>
              <a:gd name="connsiteX159" fmla="*/ 5995064 w 6128435"/>
              <a:gd name="connsiteY159" fmla="*/ 6540791 h 6858000"/>
              <a:gd name="connsiteX160" fmla="*/ 5996309 w 6128435"/>
              <a:gd name="connsiteY160" fmla="*/ 6543961 h 6858000"/>
              <a:gd name="connsiteX161" fmla="*/ 5996048 w 6128435"/>
              <a:gd name="connsiteY161" fmla="*/ 6555444 h 6858000"/>
              <a:gd name="connsiteX162" fmla="*/ 6002524 w 6128435"/>
              <a:gd name="connsiteY162" fmla="*/ 6560188 h 6858000"/>
              <a:gd name="connsiteX163" fmla="*/ 6006823 w 6128435"/>
              <a:gd name="connsiteY163" fmla="*/ 6578546 h 6858000"/>
              <a:gd name="connsiteX164" fmla="*/ 6004510 w 6128435"/>
              <a:gd name="connsiteY164" fmla="*/ 6599256 h 6858000"/>
              <a:gd name="connsiteX165" fmla="*/ 5986207 w 6128435"/>
              <a:gd name="connsiteY165" fmla="*/ 6695855 h 6858000"/>
              <a:gd name="connsiteX166" fmla="*/ 5979428 w 6128435"/>
              <a:gd name="connsiteY166" fmla="*/ 6754678 h 6858000"/>
              <a:gd name="connsiteX167" fmla="*/ 5983398 w 6128435"/>
              <a:gd name="connsiteY167" fmla="*/ 6778641 h 6858000"/>
              <a:gd name="connsiteX168" fmla="*/ 5984543 w 6128435"/>
              <a:gd name="connsiteY168" fmla="*/ 6811016 h 6858000"/>
              <a:gd name="connsiteX169" fmla="*/ 5981802 w 6128435"/>
              <a:gd name="connsiteY169" fmla="*/ 6838578 h 6858000"/>
              <a:gd name="connsiteX170" fmla="*/ 5979671 w 6128435"/>
              <a:gd name="connsiteY170" fmla="*/ 6858000 h 6858000"/>
              <a:gd name="connsiteX171" fmla="*/ 0 w 6128435"/>
              <a:gd name="connsiteY171" fmla="*/ 6858000 h 6858000"/>
              <a:gd name="connsiteX172" fmla="*/ 0 w 6128435"/>
              <a:gd name="connsiteY172"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39901 w 6128435"/>
              <a:gd name="connsiteY43" fmla="*/ 2300961 h 6858000"/>
              <a:gd name="connsiteX44" fmla="*/ 5293877 w 6128435"/>
              <a:gd name="connsiteY44" fmla="*/ 2368649 h 6858000"/>
              <a:gd name="connsiteX45" fmla="*/ 5311338 w 6128435"/>
              <a:gd name="connsiteY45" fmla="*/ 2404034 h 6858000"/>
              <a:gd name="connsiteX46" fmla="*/ 5338366 w 6128435"/>
              <a:gd name="connsiteY46" fmla="*/ 2465052 h 6858000"/>
              <a:gd name="connsiteX47" fmla="*/ 5371263 w 6128435"/>
              <a:gd name="connsiteY47" fmla="*/ 2586413 h 6858000"/>
              <a:gd name="connsiteX48" fmla="*/ 5407503 w 6128435"/>
              <a:gd name="connsiteY48" fmla="*/ 2786290 h 6858000"/>
              <a:gd name="connsiteX49" fmla="*/ 5407356 w 6128435"/>
              <a:gd name="connsiteY49" fmla="*/ 2787545 h 6858000"/>
              <a:gd name="connsiteX50" fmla="*/ 5411130 w 6128435"/>
              <a:gd name="connsiteY50" fmla="*/ 2788640 h 6858000"/>
              <a:gd name="connsiteX51" fmla="*/ 5416439 w 6128435"/>
              <a:gd name="connsiteY51" fmla="*/ 2805666 h 6858000"/>
              <a:gd name="connsiteX52" fmla="*/ 5416589 w 6128435"/>
              <a:gd name="connsiteY52" fmla="*/ 2810822 h 6858000"/>
              <a:gd name="connsiteX53" fmla="*/ 5418542 w 6128435"/>
              <a:gd name="connsiteY53" fmla="*/ 2817745 h 6858000"/>
              <a:gd name="connsiteX54" fmla="*/ 5418847 w 6128435"/>
              <a:gd name="connsiteY54" fmla="*/ 2817825 h 6858000"/>
              <a:gd name="connsiteX55" fmla="*/ 5423364 w 6128435"/>
              <a:gd name="connsiteY55" fmla="*/ 2858292 h 6858000"/>
              <a:gd name="connsiteX56" fmla="*/ 5479298 w 6128435"/>
              <a:gd name="connsiteY56" fmla="*/ 2947791 h 6858000"/>
              <a:gd name="connsiteX57" fmla="*/ 5481770 w 6128435"/>
              <a:gd name="connsiteY57" fmla="*/ 2951352 h 6858000"/>
              <a:gd name="connsiteX58" fmla="*/ 5481013 w 6128435"/>
              <a:gd name="connsiteY58" fmla="*/ 2973461 h 6858000"/>
              <a:gd name="connsiteX59" fmla="*/ 5482045 w 6128435"/>
              <a:gd name="connsiteY59" fmla="*/ 2984371 h 6858000"/>
              <a:gd name="connsiteX60" fmla="*/ 5479405 w 6128435"/>
              <a:gd name="connsiteY60" fmla="*/ 2988507 h 6858000"/>
              <a:gd name="connsiteX61" fmla="*/ 5482415 w 6128435"/>
              <a:gd name="connsiteY61" fmla="*/ 3004079 h 6858000"/>
              <a:gd name="connsiteX62" fmla="*/ 5483865 w 6128435"/>
              <a:gd name="connsiteY62" fmla="*/ 3005467 h 6858000"/>
              <a:gd name="connsiteX63" fmla="*/ 5482236 w 6128435"/>
              <a:gd name="connsiteY63" fmla="*/ 3019791 h 6858000"/>
              <a:gd name="connsiteX64" fmla="*/ 5475895 w 6128435"/>
              <a:gd name="connsiteY64" fmla="*/ 3033578 h 6858000"/>
              <a:gd name="connsiteX65" fmla="*/ 5477595 w 6128435"/>
              <a:gd name="connsiteY65" fmla="*/ 3250534 h 6858000"/>
              <a:gd name="connsiteX66" fmla="*/ 5532836 w 6128435"/>
              <a:gd name="connsiteY66" fmla="*/ 3353840 h 6858000"/>
              <a:gd name="connsiteX67" fmla="*/ 5561229 w 6128435"/>
              <a:gd name="connsiteY67" fmla="*/ 3395784 h 6858000"/>
              <a:gd name="connsiteX68" fmla="*/ 5589758 w 6128435"/>
              <a:gd name="connsiteY68" fmla="*/ 3506453 h 6858000"/>
              <a:gd name="connsiteX69" fmla="*/ 5596144 w 6128435"/>
              <a:gd name="connsiteY69" fmla="*/ 3534624 h 6858000"/>
              <a:gd name="connsiteX70" fmla="*/ 5597750 w 6128435"/>
              <a:gd name="connsiteY70" fmla="*/ 3534129 h 6858000"/>
              <a:gd name="connsiteX71" fmla="*/ 5599700 w 6128435"/>
              <a:gd name="connsiteY71" fmla="*/ 3547221 h 6858000"/>
              <a:gd name="connsiteX72" fmla="*/ 5615031 w 6128435"/>
              <a:gd name="connsiteY72" fmla="*/ 3557482 h 6858000"/>
              <a:gd name="connsiteX73" fmla="*/ 5618377 w 6128435"/>
              <a:gd name="connsiteY73" fmla="*/ 3588431 h 6858000"/>
              <a:gd name="connsiteX74" fmla="*/ 5612155 w 6128435"/>
              <a:gd name="connsiteY74" fmla="*/ 3589869 h 6858000"/>
              <a:gd name="connsiteX75" fmla="*/ 5620843 w 6128435"/>
              <a:gd name="connsiteY75" fmla="*/ 3606745 h 6858000"/>
              <a:gd name="connsiteX76" fmla="*/ 5655472 w 6128435"/>
              <a:gd name="connsiteY76" fmla="*/ 3678877 h 6858000"/>
              <a:gd name="connsiteX77" fmla="*/ 5680448 w 6128435"/>
              <a:gd name="connsiteY77" fmla="*/ 3717760 h 6858000"/>
              <a:gd name="connsiteX78" fmla="*/ 5683015 w 6128435"/>
              <a:gd name="connsiteY78" fmla="*/ 3762025 h 6858000"/>
              <a:gd name="connsiteX79" fmla="*/ 5696643 w 6128435"/>
              <a:gd name="connsiteY79" fmla="*/ 3773888 h 6858000"/>
              <a:gd name="connsiteX80" fmla="*/ 5699203 w 6128435"/>
              <a:gd name="connsiteY80" fmla="*/ 3775823 h 6858000"/>
              <a:gd name="connsiteX81" fmla="*/ 5704824 w 6128435"/>
              <a:gd name="connsiteY81" fmla="*/ 3785966 h 6858000"/>
              <a:gd name="connsiteX82" fmla="*/ 5712204 w 6128435"/>
              <a:gd name="connsiteY82" fmla="*/ 3785830 h 6858000"/>
              <a:gd name="connsiteX83" fmla="*/ 5724816 w 6128435"/>
              <a:gd name="connsiteY83" fmla="*/ 3798949 h 6858000"/>
              <a:gd name="connsiteX84" fmla="*/ 5733539 w 6128435"/>
              <a:gd name="connsiteY84" fmla="*/ 3818457 h 6858000"/>
              <a:gd name="connsiteX85" fmla="*/ 5768491 w 6128435"/>
              <a:gd name="connsiteY85" fmla="*/ 3914399 h 6858000"/>
              <a:gd name="connsiteX86" fmla="*/ 5793123 w 6128435"/>
              <a:gd name="connsiteY86" fmla="*/ 3969952 h 6858000"/>
              <a:gd name="connsiteX87" fmla="*/ 5808321 w 6128435"/>
              <a:gd name="connsiteY87" fmla="*/ 3988153 h 6858000"/>
              <a:gd name="connsiteX88" fmla="*/ 5825621 w 6128435"/>
              <a:gd name="connsiteY88" fmla="*/ 4015525 h 6858000"/>
              <a:gd name="connsiteX89" fmla="*/ 5860672 w 6128435"/>
              <a:gd name="connsiteY89" fmla="*/ 4061579 h 6858000"/>
              <a:gd name="connsiteX90" fmla="*/ 5872173 w 6128435"/>
              <a:gd name="connsiteY90" fmla="*/ 4088497 h 6858000"/>
              <a:gd name="connsiteX91" fmla="*/ 5883705 w 6128435"/>
              <a:gd name="connsiteY91" fmla="*/ 4101899 h 6858000"/>
              <a:gd name="connsiteX92" fmla="*/ 5885314 w 6128435"/>
              <a:gd name="connsiteY92" fmla="*/ 4108387 h 6858000"/>
              <a:gd name="connsiteX93" fmla="*/ 5894095 w 6128435"/>
              <a:gd name="connsiteY93" fmla="*/ 4128857 h 6858000"/>
              <a:gd name="connsiteX94" fmla="*/ 5898339 w 6128435"/>
              <a:gd name="connsiteY94" fmla="*/ 4140800 h 6858000"/>
              <a:gd name="connsiteX95" fmla="*/ 5899734 w 6128435"/>
              <a:gd name="connsiteY95" fmla="*/ 4145632 h 6858000"/>
              <a:gd name="connsiteX96" fmla="*/ 5897098 w 6128435"/>
              <a:gd name="connsiteY96" fmla="*/ 4157819 h 6858000"/>
              <a:gd name="connsiteX97" fmla="*/ 5903513 w 6128435"/>
              <a:gd name="connsiteY97" fmla="*/ 4187661 h 6858000"/>
              <a:gd name="connsiteX98" fmla="*/ 5917114 w 6128435"/>
              <a:gd name="connsiteY98" fmla="*/ 4213096 h 6858000"/>
              <a:gd name="connsiteX99" fmla="*/ 5921153 w 6128435"/>
              <a:gd name="connsiteY99" fmla="*/ 4236222 h 6858000"/>
              <a:gd name="connsiteX100" fmla="*/ 5924233 w 6128435"/>
              <a:gd name="connsiteY100" fmla="*/ 4242060 h 6858000"/>
              <a:gd name="connsiteX101" fmla="*/ 5928910 w 6128435"/>
              <a:gd name="connsiteY101" fmla="*/ 4300973 h 6858000"/>
              <a:gd name="connsiteX102" fmla="*/ 5939320 w 6128435"/>
              <a:gd name="connsiteY102" fmla="*/ 4340435 h 6858000"/>
              <a:gd name="connsiteX103" fmla="*/ 5946705 w 6128435"/>
              <a:gd name="connsiteY103" fmla="*/ 4428051 h 6858000"/>
              <a:gd name="connsiteX104" fmla="*/ 5949261 w 6128435"/>
              <a:gd name="connsiteY104" fmla="*/ 4449185 h 6858000"/>
              <a:gd name="connsiteX105" fmla="*/ 5957504 w 6128435"/>
              <a:gd name="connsiteY105" fmla="*/ 4465911 h 6858000"/>
              <a:gd name="connsiteX106" fmla="*/ 5964689 w 6128435"/>
              <a:gd name="connsiteY106" fmla="*/ 4468532 h 6858000"/>
              <a:gd name="connsiteX107" fmla="*/ 5967062 w 6128435"/>
              <a:gd name="connsiteY107" fmla="*/ 4479923 h 6858000"/>
              <a:gd name="connsiteX108" fmla="*/ 5968960 w 6128435"/>
              <a:gd name="connsiteY108" fmla="*/ 4482655 h 6858000"/>
              <a:gd name="connsiteX109" fmla="*/ 5978567 w 6128435"/>
              <a:gd name="connsiteY109" fmla="*/ 4498605 h 6858000"/>
              <a:gd name="connsiteX110" fmla="*/ 5980106 w 6128435"/>
              <a:gd name="connsiteY110" fmla="*/ 4585087 h 6858000"/>
              <a:gd name="connsiteX111" fmla="*/ 5998138 w 6128435"/>
              <a:gd name="connsiteY111" fmla="*/ 4697518 h 6858000"/>
              <a:gd name="connsiteX112" fmla="*/ 6013516 w 6128435"/>
              <a:gd name="connsiteY112" fmla="*/ 4786619 h 6858000"/>
              <a:gd name="connsiteX113" fmla="*/ 6025404 w 6128435"/>
              <a:gd name="connsiteY113" fmla="*/ 4858148 h 6858000"/>
              <a:gd name="connsiteX114" fmla="*/ 6007749 w 6128435"/>
              <a:gd name="connsiteY114" fmla="*/ 4964715 h 6858000"/>
              <a:gd name="connsiteX115" fmla="*/ 6005269 w 6128435"/>
              <a:gd name="connsiteY115" fmla="*/ 5150567 h 6858000"/>
              <a:gd name="connsiteX116" fmla="*/ 6001127 w 6128435"/>
              <a:gd name="connsiteY116" fmla="*/ 5164609 h 6858000"/>
              <a:gd name="connsiteX117" fmla="*/ 5996647 w 6128435"/>
              <a:gd name="connsiteY117" fmla="*/ 5185640 h 6858000"/>
              <a:gd name="connsiteX118" fmla="*/ 5998514 w 6128435"/>
              <a:gd name="connsiteY118" fmla="*/ 5189673 h 6858000"/>
              <a:gd name="connsiteX119" fmla="*/ 5995970 w 6128435"/>
              <a:gd name="connsiteY119" fmla="*/ 5221547 h 6858000"/>
              <a:gd name="connsiteX120" fmla="*/ 5997218 w 6128435"/>
              <a:gd name="connsiteY120" fmla="*/ 5222031 h 6858000"/>
              <a:gd name="connsiteX121" fmla="*/ 6002116 w 6128435"/>
              <a:gd name="connsiteY121" fmla="*/ 5231223 h 6858000"/>
              <a:gd name="connsiteX122" fmla="*/ 6008541 w 6128435"/>
              <a:gd name="connsiteY122" fmla="*/ 5248680 h 6858000"/>
              <a:gd name="connsiteX123" fmla="*/ 6039260 w 6128435"/>
              <a:gd name="connsiteY123" fmla="*/ 5289518 h 6858000"/>
              <a:gd name="connsiteX124" fmla="*/ 6036748 w 6128435"/>
              <a:gd name="connsiteY124" fmla="*/ 5322752 h 6858000"/>
              <a:gd name="connsiteX125" fmla="*/ 6036943 w 6128435"/>
              <a:gd name="connsiteY125" fmla="*/ 5329480 h 6858000"/>
              <a:gd name="connsiteX126" fmla="*/ 6037236 w 6128435"/>
              <a:gd name="connsiteY126" fmla="*/ 5329634 h 6858000"/>
              <a:gd name="connsiteX127" fmla="*/ 6038019 w 6128435"/>
              <a:gd name="connsiteY127" fmla="*/ 5336764 h 6858000"/>
              <a:gd name="connsiteX128" fmla="*/ 6037298 w 6128435"/>
              <a:gd name="connsiteY128" fmla="*/ 5341753 h 6858000"/>
              <a:gd name="connsiteX129" fmla="*/ 6037677 w 6128435"/>
              <a:gd name="connsiteY129" fmla="*/ 5354807 h 6858000"/>
              <a:gd name="connsiteX130" fmla="*/ 6039728 w 6128435"/>
              <a:gd name="connsiteY130" fmla="*/ 5359416 h 6858000"/>
              <a:gd name="connsiteX131" fmla="*/ 6043311 w 6128435"/>
              <a:gd name="connsiteY131" fmla="*/ 5361407 h 6858000"/>
              <a:gd name="connsiteX132" fmla="*/ 6042954 w 6128435"/>
              <a:gd name="connsiteY132" fmla="*/ 5362576 h 6858000"/>
              <a:gd name="connsiteX133" fmla="*/ 6053435 w 6128435"/>
              <a:gd name="connsiteY133" fmla="*/ 5387547 h 6858000"/>
              <a:gd name="connsiteX134" fmla="*/ 6065933 w 6128435"/>
              <a:gd name="connsiteY134" fmla="*/ 5443002 h 6858000"/>
              <a:gd name="connsiteX135" fmla="*/ 6068640 w 6128435"/>
              <a:gd name="connsiteY135" fmla="*/ 5474503 h 6858000"/>
              <a:gd name="connsiteX136" fmla="*/ 6080922 w 6128435"/>
              <a:gd name="connsiteY136" fmla="*/ 5561070 h 6858000"/>
              <a:gd name="connsiteX137" fmla="*/ 6096949 w 6128435"/>
              <a:gd name="connsiteY137" fmla="*/ 5648179 h 6858000"/>
              <a:gd name="connsiteX138" fmla="*/ 6125703 w 6128435"/>
              <a:gd name="connsiteY138" fmla="*/ 5692894 h 6858000"/>
              <a:gd name="connsiteX139" fmla="*/ 6126670 w 6128435"/>
              <a:gd name="connsiteY139" fmla="*/ 5697882 h 6858000"/>
              <a:gd name="connsiteX140" fmla="*/ 6124061 w 6128435"/>
              <a:gd name="connsiteY140" fmla="*/ 5710294 h 6858000"/>
              <a:gd name="connsiteX141" fmla="*/ 6122213 w 6128435"/>
              <a:gd name="connsiteY141" fmla="*/ 5714762 h 6858000"/>
              <a:gd name="connsiteX142" fmla="*/ 6121353 w 6128435"/>
              <a:gd name="connsiteY142" fmla="*/ 5721725 h 6858000"/>
              <a:gd name="connsiteX143" fmla="*/ 6121607 w 6128435"/>
              <a:gd name="connsiteY143" fmla="*/ 5721959 h 6858000"/>
              <a:gd name="connsiteX144" fmla="*/ 6120262 w 6128435"/>
              <a:gd name="connsiteY144" fmla="*/ 5728358 h 6858000"/>
              <a:gd name="connsiteX145" fmla="*/ 6110194 w 6128435"/>
              <a:gd name="connsiteY145" fmla="*/ 5758853 h 6858000"/>
              <a:gd name="connsiteX146" fmla="*/ 6127519 w 6128435"/>
              <a:gd name="connsiteY146" fmla="*/ 5865775 h 6858000"/>
              <a:gd name="connsiteX147" fmla="*/ 6128435 w 6128435"/>
              <a:gd name="connsiteY147" fmla="*/ 5870164 h 6858000"/>
              <a:gd name="connsiteX148" fmla="*/ 6119217 w 6128435"/>
              <a:gd name="connsiteY148" fmla="*/ 5888542 h 6858000"/>
              <a:gd name="connsiteX149" fmla="*/ 6115966 w 6128435"/>
              <a:gd name="connsiteY149" fmla="*/ 5898387 h 6858000"/>
              <a:gd name="connsiteX150" fmla="*/ 6111924 w 6128435"/>
              <a:gd name="connsiteY150" fmla="*/ 5900444 h 6858000"/>
              <a:gd name="connsiteX151" fmla="*/ 6108716 w 6128435"/>
              <a:gd name="connsiteY151" fmla="*/ 5915345 h 6858000"/>
              <a:gd name="connsiteX152" fmla="*/ 6109524 w 6128435"/>
              <a:gd name="connsiteY152" fmla="*/ 5917328 h 6858000"/>
              <a:gd name="connsiteX153" fmla="*/ 6102493 w 6128435"/>
              <a:gd name="connsiteY153" fmla="*/ 5928602 h 6858000"/>
              <a:gd name="connsiteX154" fmla="*/ 6056863 w 6128435"/>
              <a:gd name="connsiteY154" fmla="*/ 6000643 h 6858000"/>
              <a:gd name="connsiteX155" fmla="*/ 6045436 w 6128435"/>
              <a:gd name="connsiteY155" fmla="*/ 6124480 h 6858000"/>
              <a:gd name="connsiteX156" fmla="*/ 6030489 w 6128435"/>
              <a:gd name="connsiteY156" fmla="*/ 6317666 h 6858000"/>
              <a:gd name="connsiteX157" fmla="*/ 6007492 w 6128435"/>
              <a:gd name="connsiteY157" fmla="*/ 6440818 h 6858000"/>
              <a:gd name="connsiteX158" fmla="*/ 6009467 w 6128435"/>
              <a:gd name="connsiteY158" fmla="*/ 6487076 h 6858000"/>
              <a:gd name="connsiteX159" fmla="*/ 5995064 w 6128435"/>
              <a:gd name="connsiteY159" fmla="*/ 6540791 h 6858000"/>
              <a:gd name="connsiteX160" fmla="*/ 5996309 w 6128435"/>
              <a:gd name="connsiteY160" fmla="*/ 6543961 h 6858000"/>
              <a:gd name="connsiteX161" fmla="*/ 5996048 w 6128435"/>
              <a:gd name="connsiteY161" fmla="*/ 6555444 h 6858000"/>
              <a:gd name="connsiteX162" fmla="*/ 6002524 w 6128435"/>
              <a:gd name="connsiteY162" fmla="*/ 6560188 h 6858000"/>
              <a:gd name="connsiteX163" fmla="*/ 6006823 w 6128435"/>
              <a:gd name="connsiteY163" fmla="*/ 6578546 h 6858000"/>
              <a:gd name="connsiteX164" fmla="*/ 6004510 w 6128435"/>
              <a:gd name="connsiteY164" fmla="*/ 6599256 h 6858000"/>
              <a:gd name="connsiteX165" fmla="*/ 5986207 w 6128435"/>
              <a:gd name="connsiteY165" fmla="*/ 6695855 h 6858000"/>
              <a:gd name="connsiteX166" fmla="*/ 5979428 w 6128435"/>
              <a:gd name="connsiteY166" fmla="*/ 6754678 h 6858000"/>
              <a:gd name="connsiteX167" fmla="*/ 5983398 w 6128435"/>
              <a:gd name="connsiteY167" fmla="*/ 6778641 h 6858000"/>
              <a:gd name="connsiteX168" fmla="*/ 5984543 w 6128435"/>
              <a:gd name="connsiteY168" fmla="*/ 6811016 h 6858000"/>
              <a:gd name="connsiteX169" fmla="*/ 5981802 w 6128435"/>
              <a:gd name="connsiteY169" fmla="*/ 6838578 h 6858000"/>
              <a:gd name="connsiteX170" fmla="*/ 5979671 w 6128435"/>
              <a:gd name="connsiteY170" fmla="*/ 6858000 h 6858000"/>
              <a:gd name="connsiteX171" fmla="*/ 0 w 6128435"/>
              <a:gd name="connsiteY171" fmla="*/ 6858000 h 6858000"/>
              <a:gd name="connsiteX172" fmla="*/ 0 w 6128435"/>
              <a:gd name="connsiteY172"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45653 w 6128435"/>
              <a:gd name="connsiteY42" fmla="*/ 228031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23364 w 6128435"/>
              <a:gd name="connsiteY54" fmla="*/ 2858292 h 6858000"/>
              <a:gd name="connsiteX55" fmla="*/ 5479298 w 6128435"/>
              <a:gd name="connsiteY55" fmla="*/ 2947791 h 6858000"/>
              <a:gd name="connsiteX56" fmla="*/ 5481770 w 6128435"/>
              <a:gd name="connsiteY56" fmla="*/ 2951352 h 6858000"/>
              <a:gd name="connsiteX57" fmla="*/ 5481013 w 6128435"/>
              <a:gd name="connsiteY57" fmla="*/ 2973461 h 6858000"/>
              <a:gd name="connsiteX58" fmla="*/ 5482045 w 6128435"/>
              <a:gd name="connsiteY58" fmla="*/ 2984371 h 6858000"/>
              <a:gd name="connsiteX59" fmla="*/ 5479405 w 6128435"/>
              <a:gd name="connsiteY59" fmla="*/ 2988507 h 6858000"/>
              <a:gd name="connsiteX60" fmla="*/ 5482415 w 6128435"/>
              <a:gd name="connsiteY60" fmla="*/ 3004079 h 6858000"/>
              <a:gd name="connsiteX61" fmla="*/ 5483865 w 6128435"/>
              <a:gd name="connsiteY61" fmla="*/ 3005467 h 6858000"/>
              <a:gd name="connsiteX62" fmla="*/ 5482236 w 6128435"/>
              <a:gd name="connsiteY62" fmla="*/ 3019791 h 6858000"/>
              <a:gd name="connsiteX63" fmla="*/ 5475895 w 6128435"/>
              <a:gd name="connsiteY63" fmla="*/ 3033578 h 6858000"/>
              <a:gd name="connsiteX64" fmla="*/ 5477595 w 6128435"/>
              <a:gd name="connsiteY64" fmla="*/ 3250534 h 6858000"/>
              <a:gd name="connsiteX65" fmla="*/ 5532836 w 6128435"/>
              <a:gd name="connsiteY65" fmla="*/ 3353840 h 6858000"/>
              <a:gd name="connsiteX66" fmla="*/ 5561229 w 6128435"/>
              <a:gd name="connsiteY66" fmla="*/ 3395784 h 6858000"/>
              <a:gd name="connsiteX67" fmla="*/ 5589758 w 6128435"/>
              <a:gd name="connsiteY67" fmla="*/ 3506453 h 6858000"/>
              <a:gd name="connsiteX68" fmla="*/ 5596144 w 6128435"/>
              <a:gd name="connsiteY68" fmla="*/ 3534624 h 6858000"/>
              <a:gd name="connsiteX69" fmla="*/ 5597750 w 6128435"/>
              <a:gd name="connsiteY69" fmla="*/ 3534129 h 6858000"/>
              <a:gd name="connsiteX70" fmla="*/ 5599700 w 6128435"/>
              <a:gd name="connsiteY70" fmla="*/ 3547221 h 6858000"/>
              <a:gd name="connsiteX71" fmla="*/ 5615031 w 6128435"/>
              <a:gd name="connsiteY71" fmla="*/ 3557482 h 6858000"/>
              <a:gd name="connsiteX72" fmla="*/ 5618377 w 6128435"/>
              <a:gd name="connsiteY72" fmla="*/ 3588431 h 6858000"/>
              <a:gd name="connsiteX73" fmla="*/ 5612155 w 6128435"/>
              <a:gd name="connsiteY73" fmla="*/ 3589869 h 6858000"/>
              <a:gd name="connsiteX74" fmla="*/ 5620843 w 6128435"/>
              <a:gd name="connsiteY74" fmla="*/ 3606745 h 6858000"/>
              <a:gd name="connsiteX75" fmla="*/ 5655472 w 6128435"/>
              <a:gd name="connsiteY75" fmla="*/ 3678877 h 6858000"/>
              <a:gd name="connsiteX76" fmla="*/ 5680448 w 6128435"/>
              <a:gd name="connsiteY76" fmla="*/ 3717760 h 6858000"/>
              <a:gd name="connsiteX77" fmla="*/ 5683015 w 6128435"/>
              <a:gd name="connsiteY77" fmla="*/ 3762025 h 6858000"/>
              <a:gd name="connsiteX78" fmla="*/ 5696643 w 6128435"/>
              <a:gd name="connsiteY78" fmla="*/ 3773888 h 6858000"/>
              <a:gd name="connsiteX79" fmla="*/ 5699203 w 6128435"/>
              <a:gd name="connsiteY79" fmla="*/ 3775823 h 6858000"/>
              <a:gd name="connsiteX80" fmla="*/ 5704824 w 6128435"/>
              <a:gd name="connsiteY80" fmla="*/ 3785966 h 6858000"/>
              <a:gd name="connsiteX81" fmla="*/ 5712204 w 6128435"/>
              <a:gd name="connsiteY81" fmla="*/ 3785830 h 6858000"/>
              <a:gd name="connsiteX82" fmla="*/ 5724816 w 6128435"/>
              <a:gd name="connsiteY82" fmla="*/ 3798949 h 6858000"/>
              <a:gd name="connsiteX83" fmla="*/ 5733539 w 6128435"/>
              <a:gd name="connsiteY83" fmla="*/ 3818457 h 6858000"/>
              <a:gd name="connsiteX84" fmla="*/ 5768491 w 6128435"/>
              <a:gd name="connsiteY84" fmla="*/ 3914399 h 6858000"/>
              <a:gd name="connsiteX85" fmla="*/ 5793123 w 6128435"/>
              <a:gd name="connsiteY85" fmla="*/ 3969952 h 6858000"/>
              <a:gd name="connsiteX86" fmla="*/ 5808321 w 6128435"/>
              <a:gd name="connsiteY86" fmla="*/ 3988153 h 6858000"/>
              <a:gd name="connsiteX87" fmla="*/ 5825621 w 6128435"/>
              <a:gd name="connsiteY87" fmla="*/ 4015525 h 6858000"/>
              <a:gd name="connsiteX88" fmla="*/ 5860672 w 6128435"/>
              <a:gd name="connsiteY88" fmla="*/ 4061579 h 6858000"/>
              <a:gd name="connsiteX89" fmla="*/ 5872173 w 6128435"/>
              <a:gd name="connsiteY89" fmla="*/ 4088497 h 6858000"/>
              <a:gd name="connsiteX90" fmla="*/ 5883705 w 6128435"/>
              <a:gd name="connsiteY90" fmla="*/ 4101899 h 6858000"/>
              <a:gd name="connsiteX91" fmla="*/ 5885314 w 6128435"/>
              <a:gd name="connsiteY91" fmla="*/ 4108387 h 6858000"/>
              <a:gd name="connsiteX92" fmla="*/ 5894095 w 6128435"/>
              <a:gd name="connsiteY92" fmla="*/ 4128857 h 6858000"/>
              <a:gd name="connsiteX93" fmla="*/ 5898339 w 6128435"/>
              <a:gd name="connsiteY93" fmla="*/ 4140800 h 6858000"/>
              <a:gd name="connsiteX94" fmla="*/ 5899734 w 6128435"/>
              <a:gd name="connsiteY94" fmla="*/ 4145632 h 6858000"/>
              <a:gd name="connsiteX95" fmla="*/ 5897098 w 6128435"/>
              <a:gd name="connsiteY95" fmla="*/ 4157819 h 6858000"/>
              <a:gd name="connsiteX96" fmla="*/ 5903513 w 6128435"/>
              <a:gd name="connsiteY96" fmla="*/ 4187661 h 6858000"/>
              <a:gd name="connsiteX97" fmla="*/ 5917114 w 6128435"/>
              <a:gd name="connsiteY97" fmla="*/ 4213096 h 6858000"/>
              <a:gd name="connsiteX98" fmla="*/ 5921153 w 6128435"/>
              <a:gd name="connsiteY98" fmla="*/ 4236222 h 6858000"/>
              <a:gd name="connsiteX99" fmla="*/ 5924233 w 6128435"/>
              <a:gd name="connsiteY99" fmla="*/ 4242060 h 6858000"/>
              <a:gd name="connsiteX100" fmla="*/ 5928910 w 6128435"/>
              <a:gd name="connsiteY100" fmla="*/ 4300973 h 6858000"/>
              <a:gd name="connsiteX101" fmla="*/ 5939320 w 6128435"/>
              <a:gd name="connsiteY101" fmla="*/ 4340435 h 6858000"/>
              <a:gd name="connsiteX102" fmla="*/ 5946705 w 6128435"/>
              <a:gd name="connsiteY102" fmla="*/ 4428051 h 6858000"/>
              <a:gd name="connsiteX103" fmla="*/ 5949261 w 6128435"/>
              <a:gd name="connsiteY103" fmla="*/ 4449185 h 6858000"/>
              <a:gd name="connsiteX104" fmla="*/ 5957504 w 6128435"/>
              <a:gd name="connsiteY104" fmla="*/ 4465911 h 6858000"/>
              <a:gd name="connsiteX105" fmla="*/ 5964689 w 6128435"/>
              <a:gd name="connsiteY105" fmla="*/ 4468532 h 6858000"/>
              <a:gd name="connsiteX106" fmla="*/ 5967062 w 6128435"/>
              <a:gd name="connsiteY106" fmla="*/ 4479923 h 6858000"/>
              <a:gd name="connsiteX107" fmla="*/ 5968960 w 6128435"/>
              <a:gd name="connsiteY107" fmla="*/ 4482655 h 6858000"/>
              <a:gd name="connsiteX108" fmla="*/ 5978567 w 6128435"/>
              <a:gd name="connsiteY108" fmla="*/ 4498605 h 6858000"/>
              <a:gd name="connsiteX109" fmla="*/ 5980106 w 6128435"/>
              <a:gd name="connsiteY109" fmla="*/ 4585087 h 6858000"/>
              <a:gd name="connsiteX110" fmla="*/ 5998138 w 6128435"/>
              <a:gd name="connsiteY110" fmla="*/ 4697518 h 6858000"/>
              <a:gd name="connsiteX111" fmla="*/ 6013516 w 6128435"/>
              <a:gd name="connsiteY111" fmla="*/ 4786619 h 6858000"/>
              <a:gd name="connsiteX112" fmla="*/ 6025404 w 6128435"/>
              <a:gd name="connsiteY112" fmla="*/ 4858148 h 6858000"/>
              <a:gd name="connsiteX113" fmla="*/ 6007749 w 6128435"/>
              <a:gd name="connsiteY113" fmla="*/ 4964715 h 6858000"/>
              <a:gd name="connsiteX114" fmla="*/ 6005269 w 6128435"/>
              <a:gd name="connsiteY114" fmla="*/ 5150567 h 6858000"/>
              <a:gd name="connsiteX115" fmla="*/ 6001127 w 6128435"/>
              <a:gd name="connsiteY115" fmla="*/ 5164609 h 6858000"/>
              <a:gd name="connsiteX116" fmla="*/ 5996647 w 6128435"/>
              <a:gd name="connsiteY116" fmla="*/ 5185640 h 6858000"/>
              <a:gd name="connsiteX117" fmla="*/ 5998514 w 6128435"/>
              <a:gd name="connsiteY117" fmla="*/ 5189673 h 6858000"/>
              <a:gd name="connsiteX118" fmla="*/ 5995970 w 6128435"/>
              <a:gd name="connsiteY118" fmla="*/ 5221547 h 6858000"/>
              <a:gd name="connsiteX119" fmla="*/ 5997218 w 6128435"/>
              <a:gd name="connsiteY119" fmla="*/ 5222031 h 6858000"/>
              <a:gd name="connsiteX120" fmla="*/ 6002116 w 6128435"/>
              <a:gd name="connsiteY120" fmla="*/ 5231223 h 6858000"/>
              <a:gd name="connsiteX121" fmla="*/ 6008541 w 6128435"/>
              <a:gd name="connsiteY121" fmla="*/ 5248680 h 6858000"/>
              <a:gd name="connsiteX122" fmla="*/ 6039260 w 6128435"/>
              <a:gd name="connsiteY122" fmla="*/ 5289518 h 6858000"/>
              <a:gd name="connsiteX123" fmla="*/ 6036748 w 6128435"/>
              <a:gd name="connsiteY123" fmla="*/ 5322752 h 6858000"/>
              <a:gd name="connsiteX124" fmla="*/ 6036943 w 6128435"/>
              <a:gd name="connsiteY124" fmla="*/ 5329480 h 6858000"/>
              <a:gd name="connsiteX125" fmla="*/ 6037236 w 6128435"/>
              <a:gd name="connsiteY125" fmla="*/ 5329634 h 6858000"/>
              <a:gd name="connsiteX126" fmla="*/ 6038019 w 6128435"/>
              <a:gd name="connsiteY126" fmla="*/ 5336764 h 6858000"/>
              <a:gd name="connsiteX127" fmla="*/ 6037298 w 6128435"/>
              <a:gd name="connsiteY127" fmla="*/ 5341753 h 6858000"/>
              <a:gd name="connsiteX128" fmla="*/ 6037677 w 6128435"/>
              <a:gd name="connsiteY128" fmla="*/ 5354807 h 6858000"/>
              <a:gd name="connsiteX129" fmla="*/ 6039728 w 6128435"/>
              <a:gd name="connsiteY129" fmla="*/ 5359416 h 6858000"/>
              <a:gd name="connsiteX130" fmla="*/ 6043311 w 6128435"/>
              <a:gd name="connsiteY130" fmla="*/ 5361407 h 6858000"/>
              <a:gd name="connsiteX131" fmla="*/ 6042954 w 6128435"/>
              <a:gd name="connsiteY131" fmla="*/ 5362576 h 6858000"/>
              <a:gd name="connsiteX132" fmla="*/ 6053435 w 6128435"/>
              <a:gd name="connsiteY132" fmla="*/ 5387547 h 6858000"/>
              <a:gd name="connsiteX133" fmla="*/ 6065933 w 6128435"/>
              <a:gd name="connsiteY133" fmla="*/ 5443002 h 6858000"/>
              <a:gd name="connsiteX134" fmla="*/ 6068640 w 6128435"/>
              <a:gd name="connsiteY134" fmla="*/ 5474503 h 6858000"/>
              <a:gd name="connsiteX135" fmla="*/ 6080922 w 6128435"/>
              <a:gd name="connsiteY135" fmla="*/ 5561070 h 6858000"/>
              <a:gd name="connsiteX136" fmla="*/ 6096949 w 6128435"/>
              <a:gd name="connsiteY136" fmla="*/ 5648179 h 6858000"/>
              <a:gd name="connsiteX137" fmla="*/ 6125703 w 6128435"/>
              <a:gd name="connsiteY137" fmla="*/ 5692894 h 6858000"/>
              <a:gd name="connsiteX138" fmla="*/ 6126670 w 6128435"/>
              <a:gd name="connsiteY138" fmla="*/ 5697882 h 6858000"/>
              <a:gd name="connsiteX139" fmla="*/ 6124061 w 6128435"/>
              <a:gd name="connsiteY139" fmla="*/ 5710294 h 6858000"/>
              <a:gd name="connsiteX140" fmla="*/ 6122213 w 6128435"/>
              <a:gd name="connsiteY140" fmla="*/ 5714762 h 6858000"/>
              <a:gd name="connsiteX141" fmla="*/ 6121353 w 6128435"/>
              <a:gd name="connsiteY141" fmla="*/ 5721725 h 6858000"/>
              <a:gd name="connsiteX142" fmla="*/ 6121607 w 6128435"/>
              <a:gd name="connsiteY142" fmla="*/ 5721959 h 6858000"/>
              <a:gd name="connsiteX143" fmla="*/ 6120262 w 6128435"/>
              <a:gd name="connsiteY143" fmla="*/ 5728358 h 6858000"/>
              <a:gd name="connsiteX144" fmla="*/ 6110194 w 6128435"/>
              <a:gd name="connsiteY144" fmla="*/ 5758853 h 6858000"/>
              <a:gd name="connsiteX145" fmla="*/ 6127519 w 6128435"/>
              <a:gd name="connsiteY145" fmla="*/ 5865775 h 6858000"/>
              <a:gd name="connsiteX146" fmla="*/ 6128435 w 6128435"/>
              <a:gd name="connsiteY146" fmla="*/ 5870164 h 6858000"/>
              <a:gd name="connsiteX147" fmla="*/ 6119217 w 6128435"/>
              <a:gd name="connsiteY147" fmla="*/ 5888542 h 6858000"/>
              <a:gd name="connsiteX148" fmla="*/ 6115966 w 6128435"/>
              <a:gd name="connsiteY148" fmla="*/ 5898387 h 6858000"/>
              <a:gd name="connsiteX149" fmla="*/ 6111924 w 6128435"/>
              <a:gd name="connsiteY149" fmla="*/ 5900444 h 6858000"/>
              <a:gd name="connsiteX150" fmla="*/ 6108716 w 6128435"/>
              <a:gd name="connsiteY150" fmla="*/ 5915345 h 6858000"/>
              <a:gd name="connsiteX151" fmla="*/ 6109524 w 6128435"/>
              <a:gd name="connsiteY151" fmla="*/ 5917328 h 6858000"/>
              <a:gd name="connsiteX152" fmla="*/ 6102493 w 6128435"/>
              <a:gd name="connsiteY152" fmla="*/ 5928602 h 6858000"/>
              <a:gd name="connsiteX153" fmla="*/ 6056863 w 6128435"/>
              <a:gd name="connsiteY153" fmla="*/ 6000643 h 6858000"/>
              <a:gd name="connsiteX154" fmla="*/ 6045436 w 6128435"/>
              <a:gd name="connsiteY154" fmla="*/ 6124480 h 6858000"/>
              <a:gd name="connsiteX155" fmla="*/ 6030489 w 6128435"/>
              <a:gd name="connsiteY155" fmla="*/ 6317666 h 6858000"/>
              <a:gd name="connsiteX156" fmla="*/ 6007492 w 6128435"/>
              <a:gd name="connsiteY156" fmla="*/ 6440818 h 6858000"/>
              <a:gd name="connsiteX157" fmla="*/ 6009467 w 6128435"/>
              <a:gd name="connsiteY157" fmla="*/ 6487076 h 6858000"/>
              <a:gd name="connsiteX158" fmla="*/ 5995064 w 6128435"/>
              <a:gd name="connsiteY158" fmla="*/ 6540791 h 6858000"/>
              <a:gd name="connsiteX159" fmla="*/ 5996309 w 6128435"/>
              <a:gd name="connsiteY159" fmla="*/ 6543961 h 6858000"/>
              <a:gd name="connsiteX160" fmla="*/ 5996048 w 6128435"/>
              <a:gd name="connsiteY160" fmla="*/ 6555444 h 6858000"/>
              <a:gd name="connsiteX161" fmla="*/ 6002524 w 6128435"/>
              <a:gd name="connsiteY161" fmla="*/ 6560188 h 6858000"/>
              <a:gd name="connsiteX162" fmla="*/ 6006823 w 6128435"/>
              <a:gd name="connsiteY162" fmla="*/ 6578546 h 6858000"/>
              <a:gd name="connsiteX163" fmla="*/ 6004510 w 6128435"/>
              <a:gd name="connsiteY163" fmla="*/ 6599256 h 6858000"/>
              <a:gd name="connsiteX164" fmla="*/ 5986207 w 6128435"/>
              <a:gd name="connsiteY164" fmla="*/ 6695855 h 6858000"/>
              <a:gd name="connsiteX165" fmla="*/ 5979428 w 6128435"/>
              <a:gd name="connsiteY165" fmla="*/ 6754678 h 6858000"/>
              <a:gd name="connsiteX166" fmla="*/ 5983398 w 6128435"/>
              <a:gd name="connsiteY166" fmla="*/ 6778641 h 6858000"/>
              <a:gd name="connsiteX167" fmla="*/ 5984543 w 6128435"/>
              <a:gd name="connsiteY167" fmla="*/ 6811016 h 6858000"/>
              <a:gd name="connsiteX168" fmla="*/ 5981802 w 6128435"/>
              <a:gd name="connsiteY168" fmla="*/ 6838578 h 6858000"/>
              <a:gd name="connsiteX169" fmla="*/ 5979671 w 6128435"/>
              <a:gd name="connsiteY169" fmla="*/ 6858000 h 6858000"/>
              <a:gd name="connsiteX170" fmla="*/ 0 w 6128435"/>
              <a:gd name="connsiteY170" fmla="*/ 6858000 h 6858000"/>
              <a:gd name="connsiteX171" fmla="*/ 0 w 6128435"/>
              <a:gd name="connsiteY171"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72526 w 6128435"/>
              <a:gd name="connsiteY34" fmla="*/ 193694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79312 w 6128435"/>
              <a:gd name="connsiteY42" fmla="*/ 230275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23364 w 6128435"/>
              <a:gd name="connsiteY54" fmla="*/ 2858292 h 6858000"/>
              <a:gd name="connsiteX55" fmla="*/ 5479298 w 6128435"/>
              <a:gd name="connsiteY55" fmla="*/ 2947791 h 6858000"/>
              <a:gd name="connsiteX56" fmla="*/ 5481770 w 6128435"/>
              <a:gd name="connsiteY56" fmla="*/ 2951352 h 6858000"/>
              <a:gd name="connsiteX57" fmla="*/ 5481013 w 6128435"/>
              <a:gd name="connsiteY57" fmla="*/ 2973461 h 6858000"/>
              <a:gd name="connsiteX58" fmla="*/ 5482045 w 6128435"/>
              <a:gd name="connsiteY58" fmla="*/ 2984371 h 6858000"/>
              <a:gd name="connsiteX59" fmla="*/ 5479405 w 6128435"/>
              <a:gd name="connsiteY59" fmla="*/ 2988507 h 6858000"/>
              <a:gd name="connsiteX60" fmla="*/ 5482415 w 6128435"/>
              <a:gd name="connsiteY60" fmla="*/ 3004079 h 6858000"/>
              <a:gd name="connsiteX61" fmla="*/ 5483865 w 6128435"/>
              <a:gd name="connsiteY61" fmla="*/ 3005467 h 6858000"/>
              <a:gd name="connsiteX62" fmla="*/ 5482236 w 6128435"/>
              <a:gd name="connsiteY62" fmla="*/ 3019791 h 6858000"/>
              <a:gd name="connsiteX63" fmla="*/ 5475895 w 6128435"/>
              <a:gd name="connsiteY63" fmla="*/ 3033578 h 6858000"/>
              <a:gd name="connsiteX64" fmla="*/ 5477595 w 6128435"/>
              <a:gd name="connsiteY64" fmla="*/ 3250534 h 6858000"/>
              <a:gd name="connsiteX65" fmla="*/ 5532836 w 6128435"/>
              <a:gd name="connsiteY65" fmla="*/ 3353840 h 6858000"/>
              <a:gd name="connsiteX66" fmla="*/ 5561229 w 6128435"/>
              <a:gd name="connsiteY66" fmla="*/ 3395784 h 6858000"/>
              <a:gd name="connsiteX67" fmla="*/ 5589758 w 6128435"/>
              <a:gd name="connsiteY67" fmla="*/ 3506453 h 6858000"/>
              <a:gd name="connsiteX68" fmla="*/ 5596144 w 6128435"/>
              <a:gd name="connsiteY68" fmla="*/ 3534624 h 6858000"/>
              <a:gd name="connsiteX69" fmla="*/ 5597750 w 6128435"/>
              <a:gd name="connsiteY69" fmla="*/ 3534129 h 6858000"/>
              <a:gd name="connsiteX70" fmla="*/ 5599700 w 6128435"/>
              <a:gd name="connsiteY70" fmla="*/ 3547221 h 6858000"/>
              <a:gd name="connsiteX71" fmla="*/ 5615031 w 6128435"/>
              <a:gd name="connsiteY71" fmla="*/ 3557482 h 6858000"/>
              <a:gd name="connsiteX72" fmla="*/ 5618377 w 6128435"/>
              <a:gd name="connsiteY72" fmla="*/ 3588431 h 6858000"/>
              <a:gd name="connsiteX73" fmla="*/ 5612155 w 6128435"/>
              <a:gd name="connsiteY73" fmla="*/ 3589869 h 6858000"/>
              <a:gd name="connsiteX74" fmla="*/ 5620843 w 6128435"/>
              <a:gd name="connsiteY74" fmla="*/ 3606745 h 6858000"/>
              <a:gd name="connsiteX75" fmla="*/ 5655472 w 6128435"/>
              <a:gd name="connsiteY75" fmla="*/ 3678877 h 6858000"/>
              <a:gd name="connsiteX76" fmla="*/ 5680448 w 6128435"/>
              <a:gd name="connsiteY76" fmla="*/ 3717760 h 6858000"/>
              <a:gd name="connsiteX77" fmla="*/ 5683015 w 6128435"/>
              <a:gd name="connsiteY77" fmla="*/ 3762025 h 6858000"/>
              <a:gd name="connsiteX78" fmla="*/ 5696643 w 6128435"/>
              <a:gd name="connsiteY78" fmla="*/ 3773888 h 6858000"/>
              <a:gd name="connsiteX79" fmla="*/ 5699203 w 6128435"/>
              <a:gd name="connsiteY79" fmla="*/ 3775823 h 6858000"/>
              <a:gd name="connsiteX80" fmla="*/ 5704824 w 6128435"/>
              <a:gd name="connsiteY80" fmla="*/ 3785966 h 6858000"/>
              <a:gd name="connsiteX81" fmla="*/ 5712204 w 6128435"/>
              <a:gd name="connsiteY81" fmla="*/ 3785830 h 6858000"/>
              <a:gd name="connsiteX82" fmla="*/ 5724816 w 6128435"/>
              <a:gd name="connsiteY82" fmla="*/ 3798949 h 6858000"/>
              <a:gd name="connsiteX83" fmla="*/ 5733539 w 6128435"/>
              <a:gd name="connsiteY83" fmla="*/ 3818457 h 6858000"/>
              <a:gd name="connsiteX84" fmla="*/ 5768491 w 6128435"/>
              <a:gd name="connsiteY84" fmla="*/ 3914399 h 6858000"/>
              <a:gd name="connsiteX85" fmla="*/ 5793123 w 6128435"/>
              <a:gd name="connsiteY85" fmla="*/ 3969952 h 6858000"/>
              <a:gd name="connsiteX86" fmla="*/ 5808321 w 6128435"/>
              <a:gd name="connsiteY86" fmla="*/ 3988153 h 6858000"/>
              <a:gd name="connsiteX87" fmla="*/ 5825621 w 6128435"/>
              <a:gd name="connsiteY87" fmla="*/ 4015525 h 6858000"/>
              <a:gd name="connsiteX88" fmla="*/ 5860672 w 6128435"/>
              <a:gd name="connsiteY88" fmla="*/ 4061579 h 6858000"/>
              <a:gd name="connsiteX89" fmla="*/ 5872173 w 6128435"/>
              <a:gd name="connsiteY89" fmla="*/ 4088497 h 6858000"/>
              <a:gd name="connsiteX90" fmla="*/ 5883705 w 6128435"/>
              <a:gd name="connsiteY90" fmla="*/ 4101899 h 6858000"/>
              <a:gd name="connsiteX91" fmla="*/ 5885314 w 6128435"/>
              <a:gd name="connsiteY91" fmla="*/ 4108387 h 6858000"/>
              <a:gd name="connsiteX92" fmla="*/ 5894095 w 6128435"/>
              <a:gd name="connsiteY92" fmla="*/ 4128857 h 6858000"/>
              <a:gd name="connsiteX93" fmla="*/ 5898339 w 6128435"/>
              <a:gd name="connsiteY93" fmla="*/ 4140800 h 6858000"/>
              <a:gd name="connsiteX94" fmla="*/ 5899734 w 6128435"/>
              <a:gd name="connsiteY94" fmla="*/ 4145632 h 6858000"/>
              <a:gd name="connsiteX95" fmla="*/ 5897098 w 6128435"/>
              <a:gd name="connsiteY95" fmla="*/ 4157819 h 6858000"/>
              <a:gd name="connsiteX96" fmla="*/ 5903513 w 6128435"/>
              <a:gd name="connsiteY96" fmla="*/ 4187661 h 6858000"/>
              <a:gd name="connsiteX97" fmla="*/ 5917114 w 6128435"/>
              <a:gd name="connsiteY97" fmla="*/ 4213096 h 6858000"/>
              <a:gd name="connsiteX98" fmla="*/ 5921153 w 6128435"/>
              <a:gd name="connsiteY98" fmla="*/ 4236222 h 6858000"/>
              <a:gd name="connsiteX99" fmla="*/ 5924233 w 6128435"/>
              <a:gd name="connsiteY99" fmla="*/ 4242060 h 6858000"/>
              <a:gd name="connsiteX100" fmla="*/ 5928910 w 6128435"/>
              <a:gd name="connsiteY100" fmla="*/ 4300973 h 6858000"/>
              <a:gd name="connsiteX101" fmla="*/ 5939320 w 6128435"/>
              <a:gd name="connsiteY101" fmla="*/ 4340435 h 6858000"/>
              <a:gd name="connsiteX102" fmla="*/ 5946705 w 6128435"/>
              <a:gd name="connsiteY102" fmla="*/ 4428051 h 6858000"/>
              <a:gd name="connsiteX103" fmla="*/ 5949261 w 6128435"/>
              <a:gd name="connsiteY103" fmla="*/ 4449185 h 6858000"/>
              <a:gd name="connsiteX104" fmla="*/ 5957504 w 6128435"/>
              <a:gd name="connsiteY104" fmla="*/ 4465911 h 6858000"/>
              <a:gd name="connsiteX105" fmla="*/ 5964689 w 6128435"/>
              <a:gd name="connsiteY105" fmla="*/ 4468532 h 6858000"/>
              <a:gd name="connsiteX106" fmla="*/ 5967062 w 6128435"/>
              <a:gd name="connsiteY106" fmla="*/ 4479923 h 6858000"/>
              <a:gd name="connsiteX107" fmla="*/ 5968960 w 6128435"/>
              <a:gd name="connsiteY107" fmla="*/ 4482655 h 6858000"/>
              <a:gd name="connsiteX108" fmla="*/ 5978567 w 6128435"/>
              <a:gd name="connsiteY108" fmla="*/ 4498605 h 6858000"/>
              <a:gd name="connsiteX109" fmla="*/ 5980106 w 6128435"/>
              <a:gd name="connsiteY109" fmla="*/ 4585087 h 6858000"/>
              <a:gd name="connsiteX110" fmla="*/ 5998138 w 6128435"/>
              <a:gd name="connsiteY110" fmla="*/ 4697518 h 6858000"/>
              <a:gd name="connsiteX111" fmla="*/ 6013516 w 6128435"/>
              <a:gd name="connsiteY111" fmla="*/ 4786619 h 6858000"/>
              <a:gd name="connsiteX112" fmla="*/ 6025404 w 6128435"/>
              <a:gd name="connsiteY112" fmla="*/ 4858148 h 6858000"/>
              <a:gd name="connsiteX113" fmla="*/ 6007749 w 6128435"/>
              <a:gd name="connsiteY113" fmla="*/ 4964715 h 6858000"/>
              <a:gd name="connsiteX114" fmla="*/ 6005269 w 6128435"/>
              <a:gd name="connsiteY114" fmla="*/ 5150567 h 6858000"/>
              <a:gd name="connsiteX115" fmla="*/ 6001127 w 6128435"/>
              <a:gd name="connsiteY115" fmla="*/ 5164609 h 6858000"/>
              <a:gd name="connsiteX116" fmla="*/ 5996647 w 6128435"/>
              <a:gd name="connsiteY116" fmla="*/ 5185640 h 6858000"/>
              <a:gd name="connsiteX117" fmla="*/ 5998514 w 6128435"/>
              <a:gd name="connsiteY117" fmla="*/ 5189673 h 6858000"/>
              <a:gd name="connsiteX118" fmla="*/ 5995970 w 6128435"/>
              <a:gd name="connsiteY118" fmla="*/ 5221547 h 6858000"/>
              <a:gd name="connsiteX119" fmla="*/ 5997218 w 6128435"/>
              <a:gd name="connsiteY119" fmla="*/ 5222031 h 6858000"/>
              <a:gd name="connsiteX120" fmla="*/ 6002116 w 6128435"/>
              <a:gd name="connsiteY120" fmla="*/ 5231223 h 6858000"/>
              <a:gd name="connsiteX121" fmla="*/ 6008541 w 6128435"/>
              <a:gd name="connsiteY121" fmla="*/ 5248680 h 6858000"/>
              <a:gd name="connsiteX122" fmla="*/ 6039260 w 6128435"/>
              <a:gd name="connsiteY122" fmla="*/ 5289518 h 6858000"/>
              <a:gd name="connsiteX123" fmla="*/ 6036748 w 6128435"/>
              <a:gd name="connsiteY123" fmla="*/ 5322752 h 6858000"/>
              <a:gd name="connsiteX124" fmla="*/ 6036943 w 6128435"/>
              <a:gd name="connsiteY124" fmla="*/ 5329480 h 6858000"/>
              <a:gd name="connsiteX125" fmla="*/ 6037236 w 6128435"/>
              <a:gd name="connsiteY125" fmla="*/ 5329634 h 6858000"/>
              <a:gd name="connsiteX126" fmla="*/ 6038019 w 6128435"/>
              <a:gd name="connsiteY126" fmla="*/ 5336764 h 6858000"/>
              <a:gd name="connsiteX127" fmla="*/ 6037298 w 6128435"/>
              <a:gd name="connsiteY127" fmla="*/ 5341753 h 6858000"/>
              <a:gd name="connsiteX128" fmla="*/ 6037677 w 6128435"/>
              <a:gd name="connsiteY128" fmla="*/ 5354807 h 6858000"/>
              <a:gd name="connsiteX129" fmla="*/ 6039728 w 6128435"/>
              <a:gd name="connsiteY129" fmla="*/ 5359416 h 6858000"/>
              <a:gd name="connsiteX130" fmla="*/ 6043311 w 6128435"/>
              <a:gd name="connsiteY130" fmla="*/ 5361407 h 6858000"/>
              <a:gd name="connsiteX131" fmla="*/ 6042954 w 6128435"/>
              <a:gd name="connsiteY131" fmla="*/ 5362576 h 6858000"/>
              <a:gd name="connsiteX132" fmla="*/ 6053435 w 6128435"/>
              <a:gd name="connsiteY132" fmla="*/ 5387547 h 6858000"/>
              <a:gd name="connsiteX133" fmla="*/ 6065933 w 6128435"/>
              <a:gd name="connsiteY133" fmla="*/ 5443002 h 6858000"/>
              <a:gd name="connsiteX134" fmla="*/ 6068640 w 6128435"/>
              <a:gd name="connsiteY134" fmla="*/ 5474503 h 6858000"/>
              <a:gd name="connsiteX135" fmla="*/ 6080922 w 6128435"/>
              <a:gd name="connsiteY135" fmla="*/ 5561070 h 6858000"/>
              <a:gd name="connsiteX136" fmla="*/ 6096949 w 6128435"/>
              <a:gd name="connsiteY136" fmla="*/ 5648179 h 6858000"/>
              <a:gd name="connsiteX137" fmla="*/ 6125703 w 6128435"/>
              <a:gd name="connsiteY137" fmla="*/ 5692894 h 6858000"/>
              <a:gd name="connsiteX138" fmla="*/ 6126670 w 6128435"/>
              <a:gd name="connsiteY138" fmla="*/ 5697882 h 6858000"/>
              <a:gd name="connsiteX139" fmla="*/ 6124061 w 6128435"/>
              <a:gd name="connsiteY139" fmla="*/ 5710294 h 6858000"/>
              <a:gd name="connsiteX140" fmla="*/ 6122213 w 6128435"/>
              <a:gd name="connsiteY140" fmla="*/ 5714762 h 6858000"/>
              <a:gd name="connsiteX141" fmla="*/ 6121353 w 6128435"/>
              <a:gd name="connsiteY141" fmla="*/ 5721725 h 6858000"/>
              <a:gd name="connsiteX142" fmla="*/ 6121607 w 6128435"/>
              <a:gd name="connsiteY142" fmla="*/ 5721959 h 6858000"/>
              <a:gd name="connsiteX143" fmla="*/ 6120262 w 6128435"/>
              <a:gd name="connsiteY143" fmla="*/ 5728358 h 6858000"/>
              <a:gd name="connsiteX144" fmla="*/ 6110194 w 6128435"/>
              <a:gd name="connsiteY144" fmla="*/ 5758853 h 6858000"/>
              <a:gd name="connsiteX145" fmla="*/ 6127519 w 6128435"/>
              <a:gd name="connsiteY145" fmla="*/ 5865775 h 6858000"/>
              <a:gd name="connsiteX146" fmla="*/ 6128435 w 6128435"/>
              <a:gd name="connsiteY146" fmla="*/ 5870164 h 6858000"/>
              <a:gd name="connsiteX147" fmla="*/ 6119217 w 6128435"/>
              <a:gd name="connsiteY147" fmla="*/ 5888542 h 6858000"/>
              <a:gd name="connsiteX148" fmla="*/ 6115966 w 6128435"/>
              <a:gd name="connsiteY148" fmla="*/ 5898387 h 6858000"/>
              <a:gd name="connsiteX149" fmla="*/ 6111924 w 6128435"/>
              <a:gd name="connsiteY149" fmla="*/ 5900444 h 6858000"/>
              <a:gd name="connsiteX150" fmla="*/ 6108716 w 6128435"/>
              <a:gd name="connsiteY150" fmla="*/ 5915345 h 6858000"/>
              <a:gd name="connsiteX151" fmla="*/ 6109524 w 6128435"/>
              <a:gd name="connsiteY151" fmla="*/ 5917328 h 6858000"/>
              <a:gd name="connsiteX152" fmla="*/ 6102493 w 6128435"/>
              <a:gd name="connsiteY152" fmla="*/ 5928602 h 6858000"/>
              <a:gd name="connsiteX153" fmla="*/ 6056863 w 6128435"/>
              <a:gd name="connsiteY153" fmla="*/ 6000643 h 6858000"/>
              <a:gd name="connsiteX154" fmla="*/ 6045436 w 6128435"/>
              <a:gd name="connsiteY154" fmla="*/ 6124480 h 6858000"/>
              <a:gd name="connsiteX155" fmla="*/ 6030489 w 6128435"/>
              <a:gd name="connsiteY155" fmla="*/ 6317666 h 6858000"/>
              <a:gd name="connsiteX156" fmla="*/ 6007492 w 6128435"/>
              <a:gd name="connsiteY156" fmla="*/ 6440818 h 6858000"/>
              <a:gd name="connsiteX157" fmla="*/ 6009467 w 6128435"/>
              <a:gd name="connsiteY157" fmla="*/ 6487076 h 6858000"/>
              <a:gd name="connsiteX158" fmla="*/ 5995064 w 6128435"/>
              <a:gd name="connsiteY158" fmla="*/ 6540791 h 6858000"/>
              <a:gd name="connsiteX159" fmla="*/ 5996309 w 6128435"/>
              <a:gd name="connsiteY159" fmla="*/ 6543961 h 6858000"/>
              <a:gd name="connsiteX160" fmla="*/ 5996048 w 6128435"/>
              <a:gd name="connsiteY160" fmla="*/ 6555444 h 6858000"/>
              <a:gd name="connsiteX161" fmla="*/ 6002524 w 6128435"/>
              <a:gd name="connsiteY161" fmla="*/ 6560188 h 6858000"/>
              <a:gd name="connsiteX162" fmla="*/ 6006823 w 6128435"/>
              <a:gd name="connsiteY162" fmla="*/ 6578546 h 6858000"/>
              <a:gd name="connsiteX163" fmla="*/ 6004510 w 6128435"/>
              <a:gd name="connsiteY163" fmla="*/ 6599256 h 6858000"/>
              <a:gd name="connsiteX164" fmla="*/ 5986207 w 6128435"/>
              <a:gd name="connsiteY164" fmla="*/ 6695855 h 6858000"/>
              <a:gd name="connsiteX165" fmla="*/ 5979428 w 6128435"/>
              <a:gd name="connsiteY165" fmla="*/ 6754678 h 6858000"/>
              <a:gd name="connsiteX166" fmla="*/ 5983398 w 6128435"/>
              <a:gd name="connsiteY166" fmla="*/ 6778641 h 6858000"/>
              <a:gd name="connsiteX167" fmla="*/ 5984543 w 6128435"/>
              <a:gd name="connsiteY167" fmla="*/ 6811016 h 6858000"/>
              <a:gd name="connsiteX168" fmla="*/ 5981802 w 6128435"/>
              <a:gd name="connsiteY168" fmla="*/ 6838578 h 6858000"/>
              <a:gd name="connsiteX169" fmla="*/ 5979671 w 6128435"/>
              <a:gd name="connsiteY169" fmla="*/ 6858000 h 6858000"/>
              <a:gd name="connsiteX170" fmla="*/ 0 w 6128435"/>
              <a:gd name="connsiteY170" fmla="*/ 6858000 h 6858000"/>
              <a:gd name="connsiteX171" fmla="*/ 0 w 6128435"/>
              <a:gd name="connsiteY171"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55696 w 6128435"/>
              <a:gd name="connsiteY34" fmla="*/ 195377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79312 w 6128435"/>
              <a:gd name="connsiteY42" fmla="*/ 230275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23364 w 6128435"/>
              <a:gd name="connsiteY54" fmla="*/ 2858292 h 6858000"/>
              <a:gd name="connsiteX55" fmla="*/ 5479298 w 6128435"/>
              <a:gd name="connsiteY55" fmla="*/ 2947791 h 6858000"/>
              <a:gd name="connsiteX56" fmla="*/ 5481770 w 6128435"/>
              <a:gd name="connsiteY56" fmla="*/ 2951352 h 6858000"/>
              <a:gd name="connsiteX57" fmla="*/ 5481013 w 6128435"/>
              <a:gd name="connsiteY57" fmla="*/ 2973461 h 6858000"/>
              <a:gd name="connsiteX58" fmla="*/ 5482045 w 6128435"/>
              <a:gd name="connsiteY58" fmla="*/ 2984371 h 6858000"/>
              <a:gd name="connsiteX59" fmla="*/ 5479405 w 6128435"/>
              <a:gd name="connsiteY59" fmla="*/ 2988507 h 6858000"/>
              <a:gd name="connsiteX60" fmla="*/ 5482415 w 6128435"/>
              <a:gd name="connsiteY60" fmla="*/ 3004079 h 6858000"/>
              <a:gd name="connsiteX61" fmla="*/ 5483865 w 6128435"/>
              <a:gd name="connsiteY61" fmla="*/ 3005467 h 6858000"/>
              <a:gd name="connsiteX62" fmla="*/ 5482236 w 6128435"/>
              <a:gd name="connsiteY62" fmla="*/ 3019791 h 6858000"/>
              <a:gd name="connsiteX63" fmla="*/ 5475895 w 6128435"/>
              <a:gd name="connsiteY63" fmla="*/ 3033578 h 6858000"/>
              <a:gd name="connsiteX64" fmla="*/ 5477595 w 6128435"/>
              <a:gd name="connsiteY64" fmla="*/ 3250534 h 6858000"/>
              <a:gd name="connsiteX65" fmla="*/ 5532836 w 6128435"/>
              <a:gd name="connsiteY65" fmla="*/ 3353840 h 6858000"/>
              <a:gd name="connsiteX66" fmla="*/ 5561229 w 6128435"/>
              <a:gd name="connsiteY66" fmla="*/ 3395784 h 6858000"/>
              <a:gd name="connsiteX67" fmla="*/ 5589758 w 6128435"/>
              <a:gd name="connsiteY67" fmla="*/ 3506453 h 6858000"/>
              <a:gd name="connsiteX68" fmla="*/ 5596144 w 6128435"/>
              <a:gd name="connsiteY68" fmla="*/ 3534624 h 6858000"/>
              <a:gd name="connsiteX69" fmla="*/ 5597750 w 6128435"/>
              <a:gd name="connsiteY69" fmla="*/ 3534129 h 6858000"/>
              <a:gd name="connsiteX70" fmla="*/ 5599700 w 6128435"/>
              <a:gd name="connsiteY70" fmla="*/ 3547221 h 6858000"/>
              <a:gd name="connsiteX71" fmla="*/ 5615031 w 6128435"/>
              <a:gd name="connsiteY71" fmla="*/ 3557482 h 6858000"/>
              <a:gd name="connsiteX72" fmla="*/ 5618377 w 6128435"/>
              <a:gd name="connsiteY72" fmla="*/ 3588431 h 6858000"/>
              <a:gd name="connsiteX73" fmla="*/ 5612155 w 6128435"/>
              <a:gd name="connsiteY73" fmla="*/ 3589869 h 6858000"/>
              <a:gd name="connsiteX74" fmla="*/ 5620843 w 6128435"/>
              <a:gd name="connsiteY74" fmla="*/ 3606745 h 6858000"/>
              <a:gd name="connsiteX75" fmla="*/ 5655472 w 6128435"/>
              <a:gd name="connsiteY75" fmla="*/ 3678877 h 6858000"/>
              <a:gd name="connsiteX76" fmla="*/ 5680448 w 6128435"/>
              <a:gd name="connsiteY76" fmla="*/ 3717760 h 6858000"/>
              <a:gd name="connsiteX77" fmla="*/ 5683015 w 6128435"/>
              <a:gd name="connsiteY77" fmla="*/ 3762025 h 6858000"/>
              <a:gd name="connsiteX78" fmla="*/ 5696643 w 6128435"/>
              <a:gd name="connsiteY78" fmla="*/ 3773888 h 6858000"/>
              <a:gd name="connsiteX79" fmla="*/ 5699203 w 6128435"/>
              <a:gd name="connsiteY79" fmla="*/ 3775823 h 6858000"/>
              <a:gd name="connsiteX80" fmla="*/ 5704824 w 6128435"/>
              <a:gd name="connsiteY80" fmla="*/ 3785966 h 6858000"/>
              <a:gd name="connsiteX81" fmla="*/ 5712204 w 6128435"/>
              <a:gd name="connsiteY81" fmla="*/ 3785830 h 6858000"/>
              <a:gd name="connsiteX82" fmla="*/ 5724816 w 6128435"/>
              <a:gd name="connsiteY82" fmla="*/ 3798949 h 6858000"/>
              <a:gd name="connsiteX83" fmla="*/ 5733539 w 6128435"/>
              <a:gd name="connsiteY83" fmla="*/ 3818457 h 6858000"/>
              <a:gd name="connsiteX84" fmla="*/ 5768491 w 6128435"/>
              <a:gd name="connsiteY84" fmla="*/ 3914399 h 6858000"/>
              <a:gd name="connsiteX85" fmla="*/ 5793123 w 6128435"/>
              <a:gd name="connsiteY85" fmla="*/ 3969952 h 6858000"/>
              <a:gd name="connsiteX86" fmla="*/ 5808321 w 6128435"/>
              <a:gd name="connsiteY86" fmla="*/ 3988153 h 6858000"/>
              <a:gd name="connsiteX87" fmla="*/ 5825621 w 6128435"/>
              <a:gd name="connsiteY87" fmla="*/ 4015525 h 6858000"/>
              <a:gd name="connsiteX88" fmla="*/ 5860672 w 6128435"/>
              <a:gd name="connsiteY88" fmla="*/ 4061579 h 6858000"/>
              <a:gd name="connsiteX89" fmla="*/ 5872173 w 6128435"/>
              <a:gd name="connsiteY89" fmla="*/ 4088497 h 6858000"/>
              <a:gd name="connsiteX90" fmla="*/ 5883705 w 6128435"/>
              <a:gd name="connsiteY90" fmla="*/ 4101899 h 6858000"/>
              <a:gd name="connsiteX91" fmla="*/ 5885314 w 6128435"/>
              <a:gd name="connsiteY91" fmla="*/ 4108387 h 6858000"/>
              <a:gd name="connsiteX92" fmla="*/ 5894095 w 6128435"/>
              <a:gd name="connsiteY92" fmla="*/ 4128857 h 6858000"/>
              <a:gd name="connsiteX93" fmla="*/ 5898339 w 6128435"/>
              <a:gd name="connsiteY93" fmla="*/ 4140800 h 6858000"/>
              <a:gd name="connsiteX94" fmla="*/ 5899734 w 6128435"/>
              <a:gd name="connsiteY94" fmla="*/ 4145632 h 6858000"/>
              <a:gd name="connsiteX95" fmla="*/ 5897098 w 6128435"/>
              <a:gd name="connsiteY95" fmla="*/ 4157819 h 6858000"/>
              <a:gd name="connsiteX96" fmla="*/ 5903513 w 6128435"/>
              <a:gd name="connsiteY96" fmla="*/ 4187661 h 6858000"/>
              <a:gd name="connsiteX97" fmla="*/ 5917114 w 6128435"/>
              <a:gd name="connsiteY97" fmla="*/ 4213096 h 6858000"/>
              <a:gd name="connsiteX98" fmla="*/ 5921153 w 6128435"/>
              <a:gd name="connsiteY98" fmla="*/ 4236222 h 6858000"/>
              <a:gd name="connsiteX99" fmla="*/ 5924233 w 6128435"/>
              <a:gd name="connsiteY99" fmla="*/ 4242060 h 6858000"/>
              <a:gd name="connsiteX100" fmla="*/ 5928910 w 6128435"/>
              <a:gd name="connsiteY100" fmla="*/ 4300973 h 6858000"/>
              <a:gd name="connsiteX101" fmla="*/ 5939320 w 6128435"/>
              <a:gd name="connsiteY101" fmla="*/ 4340435 h 6858000"/>
              <a:gd name="connsiteX102" fmla="*/ 5946705 w 6128435"/>
              <a:gd name="connsiteY102" fmla="*/ 4428051 h 6858000"/>
              <a:gd name="connsiteX103" fmla="*/ 5949261 w 6128435"/>
              <a:gd name="connsiteY103" fmla="*/ 4449185 h 6858000"/>
              <a:gd name="connsiteX104" fmla="*/ 5957504 w 6128435"/>
              <a:gd name="connsiteY104" fmla="*/ 4465911 h 6858000"/>
              <a:gd name="connsiteX105" fmla="*/ 5964689 w 6128435"/>
              <a:gd name="connsiteY105" fmla="*/ 4468532 h 6858000"/>
              <a:gd name="connsiteX106" fmla="*/ 5967062 w 6128435"/>
              <a:gd name="connsiteY106" fmla="*/ 4479923 h 6858000"/>
              <a:gd name="connsiteX107" fmla="*/ 5968960 w 6128435"/>
              <a:gd name="connsiteY107" fmla="*/ 4482655 h 6858000"/>
              <a:gd name="connsiteX108" fmla="*/ 5978567 w 6128435"/>
              <a:gd name="connsiteY108" fmla="*/ 4498605 h 6858000"/>
              <a:gd name="connsiteX109" fmla="*/ 5980106 w 6128435"/>
              <a:gd name="connsiteY109" fmla="*/ 4585087 h 6858000"/>
              <a:gd name="connsiteX110" fmla="*/ 5998138 w 6128435"/>
              <a:gd name="connsiteY110" fmla="*/ 4697518 h 6858000"/>
              <a:gd name="connsiteX111" fmla="*/ 6013516 w 6128435"/>
              <a:gd name="connsiteY111" fmla="*/ 4786619 h 6858000"/>
              <a:gd name="connsiteX112" fmla="*/ 6025404 w 6128435"/>
              <a:gd name="connsiteY112" fmla="*/ 4858148 h 6858000"/>
              <a:gd name="connsiteX113" fmla="*/ 6007749 w 6128435"/>
              <a:gd name="connsiteY113" fmla="*/ 4964715 h 6858000"/>
              <a:gd name="connsiteX114" fmla="*/ 6005269 w 6128435"/>
              <a:gd name="connsiteY114" fmla="*/ 5150567 h 6858000"/>
              <a:gd name="connsiteX115" fmla="*/ 6001127 w 6128435"/>
              <a:gd name="connsiteY115" fmla="*/ 5164609 h 6858000"/>
              <a:gd name="connsiteX116" fmla="*/ 5996647 w 6128435"/>
              <a:gd name="connsiteY116" fmla="*/ 5185640 h 6858000"/>
              <a:gd name="connsiteX117" fmla="*/ 5998514 w 6128435"/>
              <a:gd name="connsiteY117" fmla="*/ 5189673 h 6858000"/>
              <a:gd name="connsiteX118" fmla="*/ 5995970 w 6128435"/>
              <a:gd name="connsiteY118" fmla="*/ 5221547 h 6858000"/>
              <a:gd name="connsiteX119" fmla="*/ 5997218 w 6128435"/>
              <a:gd name="connsiteY119" fmla="*/ 5222031 h 6858000"/>
              <a:gd name="connsiteX120" fmla="*/ 6002116 w 6128435"/>
              <a:gd name="connsiteY120" fmla="*/ 5231223 h 6858000"/>
              <a:gd name="connsiteX121" fmla="*/ 6008541 w 6128435"/>
              <a:gd name="connsiteY121" fmla="*/ 5248680 h 6858000"/>
              <a:gd name="connsiteX122" fmla="*/ 6039260 w 6128435"/>
              <a:gd name="connsiteY122" fmla="*/ 5289518 h 6858000"/>
              <a:gd name="connsiteX123" fmla="*/ 6036748 w 6128435"/>
              <a:gd name="connsiteY123" fmla="*/ 5322752 h 6858000"/>
              <a:gd name="connsiteX124" fmla="*/ 6036943 w 6128435"/>
              <a:gd name="connsiteY124" fmla="*/ 5329480 h 6858000"/>
              <a:gd name="connsiteX125" fmla="*/ 6037236 w 6128435"/>
              <a:gd name="connsiteY125" fmla="*/ 5329634 h 6858000"/>
              <a:gd name="connsiteX126" fmla="*/ 6038019 w 6128435"/>
              <a:gd name="connsiteY126" fmla="*/ 5336764 h 6858000"/>
              <a:gd name="connsiteX127" fmla="*/ 6037298 w 6128435"/>
              <a:gd name="connsiteY127" fmla="*/ 5341753 h 6858000"/>
              <a:gd name="connsiteX128" fmla="*/ 6037677 w 6128435"/>
              <a:gd name="connsiteY128" fmla="*/ 5354807 h 6858000"/>
              <a:gd name="connsiteX129" fmla="*/ 6039728 w 6128435"/>
              <a:gd name="connsiteY129" fmla="*/ 5359416 h 6858000"/>
              <a:gd name="connsiteX130" fmla="*/ 6043311 w 6128435"/>
              <a:gd name="connsiteY130" fmla="*/ 5361407 h 6858000"/>
              <a:gd name="connsiteX131" fmla="*/ 6042954 w 6128435"/>
              <a:gd name="connsiteY131" fmla="*/ 5362576 h 6858000"/>
              <a:gd name="connsiteX132" fmla="*/ 6053435 w 6128435"/>
              <a:gd name="connsiteY132" fmla="*/ 5387547 h 6858000"/>
              <a:gd name="connsiteX133" fmla="*/ 6065933 w 6128435"/>
              <a:gd name="connsiteY133" fmla="*/ 5443002 h 6858000"/>
              <a:gd name="connsiteX134" fmla="*/ 6068640 w 6128435"/>
              <a:gd name="connsiteY134" fmla="*/ 5474503 h 6858000"/>
              <a:gd name="connsiteX135" fmla="*/ 6080922 w 6128435"/>
              <a:gd name="connsiteY135" fmla="*/ 5561070 h 6858000"/>
              <a:gd name="connsiteX136" fmla="*/ 6096949 w 6128435"/>
              <a:gd name="connsiteY136" fmla="*/ 5648179 h 6858000"/>
              <a:gd name="connsiteX137" fmla="*/ 6125703 w 6128435"/>
              <a:gd name="connsiteY137" fmla="*/ 5692894 h 6858000"/>
              <a:gd name="connsiteX138" fmla="*/ 6126670 w 6128435"/>
              <a:gd name="connsiteY138" fmla="*/ 5697882 h 6858000"/>
              <a:gd name="connsiteX139" fmla="*/ 6124061 w 6128435"/>
              <a:gd name="connsiteY139" fmla="*/ 5710294 h 6858000"/>
              <a:gd name="connsiteX140" fmla="*/ 6122213 w 6128435"/>
              <a:gd name="connsiteY140" fmla="*/ 5714762 h 6858000"/>
              <a:gd name="connsiteX141" fmla="*/ 6121353 w 6128435"/>
              <a:gd name="connsiteY141" fmla="*/ 5721725 h 6858000"/>
              <a:gd name="connsiteX142" fmla="*/ 6121607 w 6128435"/>
              <a:gd name="connsiteY142" fmla="*/ 5721959 h 6858000"/>
              <a:gd name="connsiteX143" fmla="*/ 6120262 w 6128435"/>
              <a:gd name="connsiteY143" fmla="*/ 5728358 h 6858000"/>
              <a:gd name="connsiteX144" fmla="*/ 6110194 w 6128435"/>
              <a:gd name="connsiteY144" fmla="*/ 5758853 h 6858000"/>
              <a:gd name="connsiteX145" fmla="*/ 6127519 w 6128435"/>
              <a:gd name="connsiteY145" fmla="*/ 5865775 h 6858000"/>
              <a:gd name="connsiteX146" fmla="*/ 6128435 w 6128435"/>
              <a:gd name="connsiteY146" fmla="*/ 5870164 h 6858000"/>
              <a:gd name="connsiteX147" fmla="*/ 6119217 w 6128435"/>
              <a:gd name="connsiteY147" fmla="*/ 5888542 h 6858000"/>
              <a:gd name="connsiteX148" fmla="*/ 6115966 w 6128435"/>
              <a:gd name="connsiteY148" fmla="*/ 5898387 h 6858000"/>
              <a:gd name="connsiteX149" fmla="*/ 6111924 w 6128435"/>
              <a:gd name="connsiteY149" fmla="*/ 5900444 h 6858000"/>
              <a:gd name="connsiteX150" fmla="*/ 6108716 w 6128435"/>
              <a:gd name="connsiteY150" fmla="*/ 5915345 h 6858000"/>
              <a:gd name="connsiteX151" fmla="*/ 6109524 w 6128435"/>
              <a:gd name="connsiteY151" fmla="*/ 5917328 h 6858000"/>
              <a:gd name="connsiteX152" fmla="*/ 6102493 w 6128435"/>
              <a:gd name="connsiteY152" fmla="*/ 5928602 h 6858000"/>
              <a:gd name="connsiteX153" fmla="*/ 6056863 w 6128435"/>
              <a:gd name="connsiteY153" fmla="*/ 6000643 h 6858000"/>
              <a:gd name="connsiteX154" fmla="*/ 6045436 w 6128435"/>
              <a:gd name="connsiteY154" fmla="*/ 6124480 h 6858000"/>
              <a:gd name="connsiteX155" fmla="*/ 6030489 w 6128435"/>
              <a:gd name="connsiteY155" fmla="*/ 6317666 h 6858000"/>
              <a:gd name="connsiteX156" fmla="*/ 6007492 w 6128435"/>
              <a:gd name="connsiteY156" fmla="*/ 6440818 h 6858000"/>
              <a:gd name="connsiteX157" fmla="*/ 6009467 w 6128435"/>
              <a:gd name="connsiteY157" fmla="*/ 6487076 h 6858000"/>
              <a:gd name="connsiteX158" fmla="*/ 5995064 w 6128435"/>
              <a:gd name="connsiteY158" fmla="*/ 6540791 h 6858000"/>
              <a:gd name="connsiteX159" fmla="*/ 5996309 w 6128435"/>
              <a:gd name="connsiteY159" fmla="*/ 6543961 h 6858000"/>
              <a:gd name="connsiteX160" fmla="*/ 5996048 w 6128435"/>
              <a:gd name="connsiteY160" fmla="*/ 6555444 h 6858000"/>
              <a:gd name="connsiteX161" fmla="*/ 6002524 w 6128435"/>
              <a:gd name="connsiteY161" fmla="*/ 6560188 h 6858000"/>
              <a:gd name="connsiteX162" fmla="*/ 6006823 w 6128435"/>
              <a:gd name="connsiteY162" fmla="*/ 6578546 h 6858000"/>
              <a:gd name="connsiteX163" fmla="*/ 6004510 w 6128435"/>
              <a:gd name="connsiteY163" fmla="*/ 6599256 h 6858000"/>
              <a:gd name="connsiteX164" fmla="*/ 5986207 w 6128435"/>
              <a:gd name="connsiteY164" fmla="*/ 6695855 h 6858000"/>
              <a:gd name="connsiteX165" fmla="*/ 5979428 w 6128435"/>
              <a:gd name="connsiteY165" fmla="*/ 6754678 h 6858000"/>
              <a:gd name="connsiteX166" fmla="*/ 5983398 w 6128435"/>
              <a:gd name="connsiteY166" fmla="*/ 6778641 h 6858000"/>
              <a:gd name="connsiteX167" fmla="*/ 5984543 w 6128435"/>
              <a:gd name="connsiteY167" fmla="*/ 6811016 h 6858000"/>
              <a:gd name="connsiteX168" fmla="*/ 5981802 w 6128435"/>
              <a:gd name="connsiteY168" fmla="*/ 6838578 h 6858000"/>
              <a:gd name="connsiteX169" fmla="*/ 5979671 w 6128435"/>
              <a:gd name="connsiteY169" fmla="*/ 6858000 h 6858000"/>
              <a:gd name="connsiteX170" fmla="*/ 0 w 6128435"/>
              <a:gd name="connsiteY170" fmla="*/ 6858000 h 6858000"/>
              <a:gd name="connsiteX171" fmla="*/ 0 w 6128435"/>
              <a:gd name="connsiteY171"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55696 w 6128435"/>
              <a:gd name="connsiteY34" fmla="*/ 195377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79312 w 6128435"/>
              <a:gd name="connsiteY42" fmla="*/ 230275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23364 w 6128435"/>
              <a:gd name="connsiteY54" fmla="*/ 2858292 h 6858000"/>
              <a:gd name="connsiteX55" fmla="*/ 5479298 w 6128435"/>
              <a:gd name="connsiteY55" fmla="*/ 2947791 h 6858000"/>
              <a:gd name="connsiteX56" fmla="*/ 5481770 w 6128435"/>
              <a:gd name="connsiteY56" fmla="*/ 2951352 h 6858000"/>
              <a:gd name="connsiteX57" fmla="*/ 5481013 w 6128435"/>
              <a:gd name="connsiteY57" fmla="*/ 2973461 h 6858000"/>
              <a:gd name="connsiteX58" fmla="*/ 5482045 w 6128435"/>
              <a:gd name="connsiteY58" fmla="*/ 2984371 h 6858000"/>
              <a:gd name="connsiteX59" fmla="*/ 5479405 w 6128435"/>
              <a:gd name="connsiteY59" fmla="*/ 2988507 h 6858000"/>
              <a:gd name="connsiteX60" fmla="*/ 5482415 w 6128435"/>
              <a:gd name="connsiteY60" fmla="*/ 3004079 h 6858000"/>
              <a:gd name="connsiteX61" fmla="*/ 5483865 w 6128435"/>
              <a:gd name="connsiteY61" fmla="*/ 3005467 h 6858000"/>
              <a:gd name="connsiteX62" fmla="*/ 5482236 w 6128435"/>
              <a:gd name="connsiteY62" fmla="*/ 3019791 h 6858000"/>
              <a:gd name="connsiteX63" fmla="*/ 5481505 w 6128435"/>
              <a:gd name="connsiteY63" fmla="*/ 3095286 h 6858000"/>
              <a:gd name="connsiteX64" fmla="*/ 5477595 w 6128435"/>
              <a:gd name="connsiteY64" fmla="*/ 3250534 h 6858000"/>
              <a:gd name="connsiteX65" fmla="*/ 5532836 w 6128435"/>
              <a:gd name="connsiteY65" fmla="*/ 3353840 h 6858000"/>
              <a:gd name="connsiteX66" fmla="*/ 5561229 w 6128435"/>
              <a:gd name="connsiteY66" fmla="*/ 3395784 h 6858000"/>
              <a:gd name="connsiteX67" fmla="*/ 5589758 w 6128435"/>
              <a:gd name="connsiteY67" fmla="*/ 3506453 h 6858000"/>
              <a:gd name="connsiteX68" fmla="*/ 5596144 w 6128435"/>
              <a:gd name="connsiteY68" fmla="*/ 3534624 h 6858000"/>
              <a:gd name="connsiteX69" fmla="*/ 5597750 w 6128435"/>
              <a:gd name="connsiteY69" fmla="*/ 3534129 h 6858000"/>
              <a:gd name="connsiteX70" fmla="*/ 5599700 w 6128435"/>
              <a:gd name="connsiteY70" fmla="*/ 3547221 h 6858000"/>
              <a:gd name="connsiteX71" fmla="*/ 5615031 w 6128435"/>
              <a:gd name="connsiteY71" fmla="*/ 3557482 h 6858000"/>
              <a:gd name="connsiteX72" fmla="*/ 5618377 w 6128435"/>
              <a:gd name="connsiteY72" fmla="*/ 3588431 h 6858000"/>
              <a:gd name="connsiteX73" fmla="*/ 5612155 w 6128435"/>
              <a:gd name="connsiteY73" fmla="*/ 3589869 h 6858000"/>
              <a:gd name="connsiteX74" fmla="*/ 5620843 w 6128435"/>
              <a:gd name="connsiteY74" fmla="*/ 3606745 h 6858000"/>
              <a:gd name="connsiteX75" fmla="*/ 5655472 w 6128435"/>
              <a:gd name="connsiteY75" fmla="*/ 3678877 h 6858000"/>
              <a:gd name="connsiteX76" fmla="*/ 5680448 w 6128435"/>
              <a:gd name="connsiteY76" fmla="*/ 3717760 h 6858000"/>
              <a:gd name="connsiteX77" fmla="*/ 5683015 w 6128435"/>
              <a:gd name="connsiteY77" fmla="*/ 3762025 h 6858000"/>
              <a:gd name="connsiteX78" fmla="*/ 5696643 w 6128435"/>
              <a:gd name="connsiteY78" fmla="*/ 3773888 h 6858000"/>
              <a:gd name="connsiteX79" fmla="*/ 5699203 w 6128435"/>
              <a:gd name="connsiteY79" fmla="*/ 3775823 h 6858000"/>
              <a:gd name="connsiteX80" fmla="*/ 5704824 w 6128435"/>
              <a:gd name="connsiteY80" fmla="*/ 3785966 h 6858000"/>
              <a:gd name="connsiteX81" fmla="*/ 5712204 w 6128435"/>
              <a:gd name="connsiteY81" fmla="*/ 3785830 h 6858000"/>
              <a:gd name="connsiteX82" fmla="*/ 5724816 w 6128435"/>
              <a:gd name="connsiteY82" fmla="*/ 3798949 h 6858000"/>
              <a:gd name="connsiteX83" fmla="*/ 5733539 w 6128435"/>
              <a:gd name="connsiteY83" fmla="*/ 3818457 h 6858000"/>
              <a:gd name="connsiteX84" fmla="*/ 5768491 w 6128435"/>
              <a:gd name="connsiteY84" fmla="*/ 3914399 h 6858000"/>
              <a:gd name="connsiteX85" fmla="*/ 5793123 w 6128435"/>
              <a:gd name="connsiteY85" fmla="*/ 3969952 h 6858000"/>
              <a:gd name="connsiteX86" fmla="*/ 5808321 w 6128435"/>
              <a:gd name="connsiteY86" fmla="*/ 3988153 h 6858000"/>
              <a:gd name="connsiteX87" fmla="*/ 5825621 w 6128435"/>
              <a:gd name="connsiteY87" fmla="*/ 4015525 h 6858000"/>
              <a:gd name="connsiteX88" fmla="*/ 5860672 w 6128435"/>
              <a:gd name="connsiteY88" fmla="*/ 4061579 h 6858000"/>
              <a:gd name="connsiteX89" fmla="*/ 5872173 w 6128435"/>
              <a:gd name="connsiteY89" fmla="*/ 4088497 h 6858000"/>
              <a:gd name="connsiteX90" fmla="*/ 5883705 w 6128435"/>
              <a:gd name="connsiteY90" fmla="*/ 4101899 h 6858000"/>
              <a:gd name="connsiteX91" fmla="*/ 5885314 w 6128435"/>
              <a:gd name="connsiteY91" fmla="*/ 4108387 h 6858000"/>
              <a:gd name="connsiteX92" fmla="*/ 5894095 w 6128435"/>
              <a:gd name="connsiteY92" fmla="*/ 4128857 h 6858000"/>
              <a:gd name="connsiteX93" fmla="*/ 5898339 w 6128435"/>
              <a:gd name="connsiteY93" fmla="*/ 4140800 h 6858000"/>
              <a:gd name="connsiteX94" fmla="*/ 5899734 w 6128435"/>
              <a:gd name="connsiteY94" fmla="*/ 4145632 h 6858000"/>
              <a:gd name="connsiteX95" fmla="*/ 5897098 w 6128435"/>
              <a:gd name="connsiteY95" fmla="*/ 4157819 h 6858000"/>
              <a:gd name="connsiteX96" fmla="*/ 5903513 w 6128435"/>
              <a:gd name="connsiteY96" fmla="*/ 4187661 h 6858000"/>
              <a:gd name="connsiteX97" fmla="*/ 5917114 w 6128435"/>
              <a:gd name="connsiteY97" fmla="*/ 4213096 h 6858000"/>
              <a:gd name="connsiteX98" fmla="*/ 5921153 w 6128435"/>
              <a:gd name="connsiteY98" fmla="*/ 4236222 h 6858000"/>
              <a:gd name="connsiteX99" fmla="*/ 5924233 w 6128435"/>
              <a:gd name="connsiteY99" fmla="*/ 4242060 h 6858000"/>
              <a:gd name="connsiteX100" fmla="*/ 5928910 w 6128435"/>
              <a:gd name="connsiteY100" fmla="*/ 4300973 h 6858000"/>
              <a:gd name="connsiteX101" fmla="*/ 5939320 w 6128435"/>
              <a:gd name="connsiteY101" fmla="*/ 4340435 h 6858000"/>
              <a:gd name="connsiteX102" fmla="*/ 5946705 w 6128435"/>
              <a:gd name="connsiteY102" fmla="*/ 4428051 h 6858000"/>
              <a:gd name="connsiteX103" fmla="*/ 5949261 w 6128435"/>
              <a:gd name="connsiteY103" fmla="*/ 4449185 h 6858000"/>
              <a:gd name="connsiteX104" fmla="*/ 5957504 w 6128435"/>
              <a:gd name="connsiteY104" fmla="*/ 4465911 h 6858000"/>
              <a:gd name="connsiteX105" fmla="*/ 5964689 w 6128435"/>
              <a:gd name="connsiteY105" fmla="*/ 4468532 h 6858000"/>
              <a:gd name="connsiteX106" fmla="*/ 5967062 w 6128435"/>
              <a:gd name="connsiteY106" fmla="*/ 4479923 h 6858000"/>
              <a:gd name="connsiteX107" fmla="*/ 5968960 w 6128435"/>
              <a:gd name="connsiteY107" fmla="*/ 4482655 h 6858000"/>
              <a:gd name="connsiteX108" fmla="*/ 5978567 w 6128435"/>
              <a:gd name="connsiteY108" fmla="*/ 4498605 h 6858000"/>
              <a:gd name="connsiteX109" fmla="*/ 5980106 w 6128435"/>
              <a:gd name="connsiteY109" fmla="*/ 4585087 h 6858000"/>
              <a:gd name="connsiteX110" fmla="*/ 5998138 w 6128435"/>
              <a:gd name="connsiteY110" fmla="*/ 4697518 h 6858000"/>
              <a:gd name="connsiteX111" fmla="*/ 6013516 w 6128435"/>
              <a:gd name="connsiteY111" fmla="*/ 4786619 h 6858000"/>
              <a:gd name="connsiteX112" fmla="*/ 6025404 w 6128435"/>
              <a:gd name="connsiteY112" fmla="*/ 4858148 h 6858000"/>
              <a:gd name="connsiteX113" fmla="*/ 6007749 w 6128435"/>
              <a:gd name="connsiteY113" fmla="*/ 4964715 h 6858000"/>
              <a:gd name="connsiteX114" fmla="*/ 6005269 w 6128435"/>
              <a:gd name="connsiteY114" fmla="*/ 5150567 h 6858000"/>
              <a:gd name="connsiteX115" fmla="*/ 6001127 w 6128435"/>
              <a:gd name="connsiteY115" fmla="*/ 5164609 h 6858000"/>
              <a:gd name="connsiteX116" fmla="*/ 5996647 w 6128435"/>
              <a:gd name="connsiteY116" fmla="*/ 5185640 h 6858000"/>
              <a:gd name="connsiteX117" fmla="*/ 5998514 w 6128435"/>
              <a:gd name="connsiteY117" fmla="*/ 5189673 h 6858000"/>
              <a:gd name="connsiteX118" fmla="*/ 5995970 w 6128435"/>
              <a:gd name="connsiteY118" fmla="*/ 5221547 h 6858000"/>
              <a:gd name="connsiteX119" fmla="*/ 5997218 w 6128435"/>
              <a:gd name="connsiteY119" fmla="*/ 5222031 h 6858000"/>
              <a:gd name="connsiteX120" fmla="*/ 6002116 w 6128435"/>
              <a:gd name="connsiteY120" fmla="*/ 5231223 h 6858000"/>
              <a:gd name="connsiteX121" fmla="*/ 6008541 w 6128435"/>
              <a:gd name="connsiteY121" fmla="*/ 5248680 h 6858000"/>
              <a:gd name="connsiteX122" fmla="*/ 6039260 w 6128435"/>
              <a:gd name="connsiteY122" fmla="*/ 5289518 h 6858000"/>
              <a:gd name="connsiteX123" fmla="*/ 6036748 w 6128435"/>
              <a:gd name="connsiteY123" fmla="*/ 5322752 h 6858000"/>
              <a:gd name="connsiteX124" fmla="*/ 6036943 w 6128435"/>
              <a:gd name="connsiteY124" fmla="*/ 5329480 h 6858000"/>
              <a:gd name="connsiteX125" fmla="*/ 6037236 w 6128435"/>
              <a:gd name="connsiteY125" fmla="*/ 5329634 h 6858000"/>
              <a:gd name="connsiteX126" fmla="*/ 6038019 w 6128435"/>
              <a:gd name="connsiteY126" fmla="*/ 5336764 h 6858000"/>
              <a:gd name="connsiteX127" fmla="*/ 6037298 w 6128435"/>
              <a:gd name="connsiteY127" fmla="*/ 5341753 h 6858000"/>
              <a:gd name="connsiteX128" fmla="*/ 6037677 w 6128435"/>
              <a:gd name="connsiteY128" fmla="*/ 5354807 h 6858000"/>
              <a:gd name="connsiteX129" fmla="*/ 6039728 w 6128435"/>
              <a:gd name="connsiteY129" fmla="*/ 5359416 h 6858000"/>
              <a:gd name="connsiteX130" fmla="*/ 6043311 w 6128435"/>
              <a:gd name="connsiteY130" fmla="*/ 5361407 h 6858000"/>
              <a:gd name="connsiteX131" fmla="*/ 6042954 w 6128435"/>
              <a:gd name="connsiteY131" fmla="*/ 5362576 h 6858000"/>
              <a:gd name="connsiteX132" fmla="*/ 6053435 w 6128435"/>
              <a:gd name="connsiteY132" fmla="*/ 5387547 h 6858000"/>
              <a:gd name="connsiteX133" fmla="*/ 6065933 w 6128435"/>
              <a:gd name="connsiteY133" fmla="*/ 5443002 h 6858000"/>
              <a:gd name="connsiteX134" fmla="*/ 6068640 w 6128435"/>
              <a:gd name="connsiteY134" fmla="*/ 5474503 h 6858000"/>
              <a:gd name="connsiteX135" fmla="*/ 6080922 w 6128435"/>
              <a:gd name="connsiteY135" fmla="*/ 5561070 h 6858000"/>
              <a:gd name="connsiteX136" fmla="*/ 6096949 w 6128435"/>
              <a:gd name="connsiteY136" fmla="*/ 5648179 h 6858000"/>
              <a:gd name="connsiteX137" fmla="*/ 6125703 w 6128435"/>
              <a:gd name="connsiteY137" fmla="*/ 5692894 h 6858000"/>
              <a:gd name="connsiteX138" fmla="*/ 6126670 w 6128435"/>
              <a:gd name="connsiteY138" fmla="*/ 5697882 h 6858000"/>
              <a:gd name="connsiteX139" fmla="*/ 6124061 w 6128435"/>
              <a:gd name="connsiteY139" fmla="*/ 5710294 h 6858000"/>
              <a:gd name="connsiteX140" fmla="*/ 6122213 w 6128435"/>
              <a:gd name="connsiteY140" fmla="*/ 5714762 h 6858000"/>
              <a:gd name="connsiteX141" fmla="*/ 6121353 w 6128435"/>
              <a:gd name="connsiteY141" fmla="*/ 5721725 h 6858000"/>
              <a:gd name="connsiteX142" fmla="*/ 6121607 w 6128435"/>
              <a:gd name="connsiteY142" fmla="*/ 5721959 h 6858000"/>
              <a:gd name="connsiteX143" fmla="*/ 6120262 w 6128435"/>
              <a:gd name="connsiteY143" fmla="*/ 5728358 h 6858000"/>
              <a:gd name="connsiteX144" fmla="*/ 6110194 w 6128435"/>
              <a:gd name="connsiteY144" fmla="*/ 5758853 h 6858000"/>
              <a:gd name="connsiteX145" fmla="*/ 6127519 w 6128435"/>
              <a:gd name="connsiteY145" fmla="*/ 5865775 h 6858000"/>
              <a:gd name="connsiteX146" fmla="*/ 6128435 w 6128435"/>
              <a:gd name="connsiteY146" fmla="*/ 5870164 h 6858000"/>
              <a:gd name="connsiteX147" fmla="*/ 6119217 w 6128435"/>
              <a:gd name="connsiteY147" fmla="*/ 5888542 h 6858000"/>
              <a:gd name="connsiteX148" fmla="*/ 6115966 w 6128435"/>
              <a:gd name="connsiteY148" fmla="*/ 5898387 h 6858000"/>
              <a:gd name="connsiteX149" fmla="*/ 6111924 w 6128435"/>
              <a:gd name="connsiteY149" fmla="*/ 5900444 h 6858000"/>
              <a:gd name="connsiteX150" fmla="*/ 6108716 w 6128435"/>
              <a:gd name="connsiteY150" fmla="*/ 5915345 h 6858000"/>
              <a:gd name="connsiteX151" fmla="*/ 6109524 w 6128435"/>
              <a:gd name="connsiteY151" fmla="*/ 5917328 h 6858000"/>
              <a:gd name="connsiteX152" fmla="*/ 6102493 w 6128435"/>
              <a:gd name="connsiteY152" fmla="*/ 5928602 h 6858000"/>
              <a:gd name="connsiteX153" fmla="*/ 6056863 w 6128435"/>
              <a:gd name="connsiteY153" fmla="*/ 6000643 h 6858000"/>
              <a:gd name="connsiteX154" fmla="*/ 6045436 w 6128435"/>
              <a:gd name="connsiteY154" fmla="*/ 6124480 h 6858000"/>
              <a:gd name="connsiteX155" fmla="*/ 6030489 w 6128435"/>
              <a:gd name="connsiteY155" fmla="*/ 6317666 h 6858000"/>
              <a:gd name="connsiteX156" fmla="*/ 6007492 w 6128435"/>
              <a:gd name="connsiteY156" fmla="*/ 6440818 h 6858000"/>
              <a:gd name="connsiteX157" fmla="*/ 6009467 w 6128435"/>
              <a:gd name="connsiteY157" fmla="*/ 6487076 h 6858000"/>
              <a:gd name="connsiteX158" fmla="*/ 5995064 w 6128435"/>
              <a:gd name="connsiteY158" fmla="*/ 6540791 h 6858000"/>
              <a:gd name="connsiteX159" fmla="*/ 5996309 w 6128435"/>
              <a:gd name="connsiteY159" fmla="*/ 6543961 h 6858000"/>
              <a:gd name="connsiteX160" fmla="*/ 5996048 w 6128435"/>
              <a:gd name="connsiteY160" fmla="*/ 6555444 h 6858000"/>
              <a:gd name="connsiteX161" fmla="*/ 6002524 w 6128435"/>
              <a:gd name="connsiteY161" fmla="*/ 6560188 h 6858000"/>
              <a:gd name="connsiteX162" fmla="*/ 6006823 w 6128435"/>
              <a:gd name="connsiteY162" fmla="*/ 6578546 h 6858000"/>
              <a:gd name="connsiteX163" fmla="*/ 6004510 w 6128435"/>
              <a:gd name="connsiteY163" fmla="*/ 6599256 h 6858000"/>
              <a:gd name="connsiteX164" fmla="*/ 5986207 w 6128435"/>
              <a:gd name="connsiteY164" fmla="*/ 6695855 h 6858000"/>
              <a:gd name="connsiteX165" fmla="*/ 5979428 w 6128435"/>
              <a:gd name="connsiteY165" fmla="*/ 6754678 h 6858000"/>
              <a:gd name="connsiteX166" fmla="*/ 5983398 w 6128435"/>
              <a:gd name="connsiteY166" fmla="*/ 6778641 h 6858000"/>
              <a:gd name="connsiteX167" fmla="*/ 5984543 w 6128435"/>
              <a:gd name="connsiteY167" fmla="*/ 6811016 h 6858000"/>
              <a:gd name="connsiteX168" fmla="*/ 5981802 w 6128435"/>
              <a:gd name="connsiteY168" fmla="*/ 6838578 h 6858000"/>
              <a:gd name="connsiteX169" fmla="*/ 5979671 w 6128435"/>
              <a:gd name="connsiteY169" fmla="*/ 6858000 h 6858000"/>
              <a:gd name="connsiteX170" fmla="*/ 0 w 6128435"/>
              <a:gd name="connsiteY170" fmla="*/ 6858000 h 6858000"/>
              <a:gd name="connsiteX171" fmla="*/ 0 w 6128435"/>
              <a:gd name="connsiteY171"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55696 w 6128435"/>
              <a:gd name="connsiteY34" fmla="*/ 195377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79312 w 6128435"/>
              <a:gd name="connsiteY42" fmla="*/ 230275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23364 w 6128435"/>
              <a:gd name="connsiteY54" fmla="*/ 2858292 h 6858000"/>
              <a:gd name="connsiteX55" fmla="*/ 5479298 w 6128435"/>
              <a:gd name="connsiteY55" fmla="*/ 2947791 h 6858000"/>
              <a:gd name="connsiteX56" fmla="*/ 5481770 w 6128435"/>
              <a:gd name="connsiteY56" fmla="*/ 2951352 h 6858000"/>
              <a:gd name="connsiteX57" fmla="*/ 5482045 w 6128435"/>
              <a:gd name="connsiteY57" fmla="*/ 2984371 h 6858000"/>
              <a:gd name="connsiteX58" fmla="*/ 5479405 w 6128435"/>
              <a:gd name="connsiteY58" fmla="*/ 2988507 h 6858000"/>
              <a:gd name="connsiteX59" fmla="*/ 5482415 w 6128435"/>
              <a:gd name="connsiteY59" fmla="*/ 3004079 h 6858000"/>
              <a:gd name="connsiteX60" fmla="*/ 5483865 w 6128435"/>
              <a:gd name="connsiteY60" fmla="*/ 3005467 h 6858000"/>
              <a:gd name="connsiteX61" fmla="*/ 5482236 w 6128435"/>
              <a:gd name="connsiteY61" fmla="*/ 3019791 h 6858000"/>
              <a:gd name="connsiteX62" fmla="*/ 5481505 w 6128435"/>
              <a:gd name="connsiteY62" fmla="*/ 3095286 h 6858000"/>
              <a:gd name="connsiteX63" fmla="*/ 5477595 w 6128435"/>
              <a:gd name="connsiteY63" fmla="*/ 3250534 h 6858000"/>
              <a:gd name="connsiteX64" fmla="*/ 5532836 w 6128435"/>
              <a:gd name="connsiteY64" fmla="*/ 3353840 h 6858000"/>
              <a:gd name="connsiteX65" fmla="*/ 5561229 w 6128435"/>
              <a:gd name="connsiteY65" fmla="*/ 3395784 h 6858000"/>
              <a:gd name="connsiteX66" fmla="*/ 5589758 w 6128435"/>
              <a:gd name="connsiteY66" fmla="*/ 3506453 h 6858000"/>
              <a:gd name="connsiteX67" fmla="*/ 5596144 w 6128435"/>
              <a:gd name="connsiteY67" fmla="*/ 3534624 h 6858000"/>
              <a:gd name="connsiteX68" fmla="*/ 5597750 w 6128435"/>
              <a:gd name="connsiteY68" fmla="*/ 3534129 h 6858000"/>
              <a:gd name="connsiteX69" fmla="*/ 5599700 w 6128435"/>
              <a:gd name="connsiteY69" fmla="*/ 3547221 h 6858000"/>
              <a:gd name="connsiteX70" fmla="*/ 5615031 w 6128435"/>
              <a:gd name="connsiteY70" fmla="*/ 3557482 h 6858000"/>
              <a:gd name="connsiteX71" fmla="*/ 5618377 w 6128435"/>
              <a:gd name="connsiteY71" fmla="*/ 3588431 h 6858000"/>
              <a:gd name="connsiteX72" fmla="*/ 5612155 w 6128435"/>
              <a:gd name="connsiteY72" fmla="*/ 3589869 h 6858000"/>
              <a:gd name="connsiteX73" fmla="*/ 5620843 w 6128435"/>
              <a:gd name="connsiteY73" fmla="*/ 3606745 h 6858000"/>
              <a:gd name="connsiteX74" fmla="*/ 5655472 w 6128435"/>
              <a:gd name="connsiteY74" fmla="*/ 3678877 h 6858000"/>
              <a:gd name="connsiteX75" fmla="*/ 5680448 w 6128435"/>
              <a:gd name="connsiteY75" fmla="*/ 3717760 h 6858000"/>
              <a:gd name="connsiteX76" fmla="*/ 5683015 w 6128435"/>
              <a:gd name="connsiteY76" fmla="*/ 3762025 h 6858000"/>
              <a:gd name="connsiteX77" fmla="*/ 5696643 w 6128435"/>
              <a:gd name="connsiteY77" fmla="*/ 3773888 h 6858000"/>
              <a:gd name="connsiteX78" fmla="*/ 5699203 w 6128435"/>
              <a:gd name="connsiteY78" fmla="*/ 3775823 h 6858000"/>
              <a:gd name="connsiteX79" fmla="*/ 5704824 w 6128435"/>
              <a:gd name="connsiteY79" fmla="*/ 3785966 h 6858000"/>
              <a:gd name="connsiteX80" fmla="*/ 5712204 w 6128435"/>
              <a:gd name="connsiteY80" fmla="*/ 3785830 h 6858000"/>
              <a:gd name="connsiteX81" fmla="*/ 5724816 w 6128435"/>
              <a:gd name="connsiteY81" fmla="*/ 3798949 h 6858000"/>
              <a:gd name="connsiteX82" fmla="*/ 5733539 w 6128435"/>
              <a:gd name="connsiteY82" fmla="*/ 3818457 h 6858000"/>
              <a:gd name="connsiteX83" fmla="*/ 5768491 w 6128435"/>
              <a:gd name="connsiteY83" fmla="*/ 3914399 h 6858000"/>
              <a:gd name="connsiteX84" fmla="*/ 5793123 w 6128435"/>
              <a:gd name="connsiteY84" fmla="*/ 3969952 h 6858000"/>
              <a:gd name="connsiteX85" fmla="*/ 5808321 w 6128435"/>
              <a:gd name="connsiteY85" fmla="*/ 3988153 h 6858000"/>
              <a:gd name="connsiteX86" fmla="*/ 5825621 w 6128435"/>
              <a:gd name="connsiteY86" fmla="*/ 4015525 h 6858000"/>
              <a:gd name="connsiteX87" fmla="*/ 5860672 w 6128435"/>
              <a:gd name="connsiteY87" fmla="*/ 4061579 h 6858000"/>
              <a:gd name="connsiteX88" fmla="*/ 5872173 w 6128435"/>
              <a:gd name="connsiteY88" fmla="*/ 4088497 h 6858000"/>
              <a:gd name="connsiteX89" fmla="*/ 5883705 w 6128435"/>
              <a:gd name="connsiteY89" fmla="*/ 4101899 h 6858000"/>
              <a:gd name="connsiteX90" fmla="*/ 5885314 w 6128435"/>
              <a:gd name="connsiteY90" fmla="*/ 4108387 h 6858000"/>
              <a:gd name="connsiteX91" fmla="*/ 5894095 w 6128435"/>
              <a:gd name="connsiteY91" fmla="*/ 4128857 h 6858000"/>
              <a:gd name="connsiteX92" fmla="*/ 5898339 w 6128435"/>
              <a:gd name="connsiteY92" fmla="*/ 4140800 h 6858000"/>
              <a:gd name="connsiteX93" fmla="*/ 5899734 w 6128435"/>
              <a:gd name="connsiteY93" fmla="*/ 4145632 h 6858000"/>
              <a:gd name="connsiteX94" fmla="*/ 5897098 w 6128435"/>
              <a:gd name="connsiteY94" fmla="*/ 4157819 h 6858000"/>
              <a:gd name="connsiteX95" fmla="*/ 5903513 w 6128435"/>
              <a:gd name="connsiteY95" fmla="*/ 4187661 h 6858000"/>
              <a:gd name="connsiteX96" fmla="*/ 5917114 w 6128435"/>
              <a:gd name="connsiteY96" fmla="*/ 4213096 h 6858000"/>
              <a:gd name="connsiteX97" fmla="*/ 5921153 w 6128435"/>
              <a:gd name="connsiteY97" fmla="*/ 4236222 h 6858000"/>
              <a:gd name="connsiteX98" fmla="*/ 5924233 w 6128435"/>
              <a:gd name="connsiteY98" fmla="*/ 4242060 h 6858000"/>
              <a:gd name="connsiteX99" fmla="*/ 5928910 w 6128435"/>
              <a:gd name="connsiteY99" fmla="*/ 4300973 h 6858000"/>
              <a:gd name="connsiteX100" fmla="*/ 5939320 w 6128435"/>
              <a:gd name="connsiteY100" fmla="*/ 4340435 h 6858000"/>
              <a:gd name="connsiteX101" fmla="*/ 5946705 w 6128435"/>
              <a:gd name="connsiteY101" fmla="*/ 4428051 h 6858000"/>
              <a:gd name="connsiteX102" fmla="*/ 5949261 w 6128435"/>
              <a:gd name="connsiteY102" fmla="*/ 4449185 h 6858000"/>
              <a:gd name="connsiteX103" fmla="*/ 5957504 w 6128435"/>
              <a:gd name="connsiteY103" fmla="*/ 4465911 h 6858000"/>
              <a:gd name="connsiteX104" fmla="*/ 5964689 w 6128435"/>
              <a:gd name="connsiteY104" fmla="*/ 4468532 h 6858000"/>
              <a:gd name="connsiteX105" fmla="*/ 5967062 w 6128435"/>
              <a:gd name="connsiteY105" fmla="*/ 4479923 h 6858000"/>
              <a:gd name="connsiteX106" fmla="*/ 5968960 w 6128435"/>
              <a:gd name="connsiteY106" fmla="*/ 4482655 h 6858000"/>
              <a:gd name="connsiteX107" fmla="*/ 5978567 w 6128435"/>
              <a:gd name="connsiteY107" fmla="*/ 4498605 h 6858000"/>
              <a:gd name="connsiteX108" fmla="*/ 5980106 w 6128435"/>
              <a:gd name="connsiteY108" fmla="*/ 4585087 h 6858000"/>
              <a:gd name="connsiteX109" fmla="*/ 5998138 w 6128435"/>
              <a:gd name="connsiteY109" fmla="*/ 4697518 h 6858000"/>
              <a:gd name="connsiteX110" fmla="*/ 6013516 w 6128435"/>
              <a:gd name="connsiteY110" fmla="*/ 4786619 h 6858000"/>
              <a:gd name="connsiteX111" fmla="*/ 6025404 w 6128435"/>
              <a:gd name="connsiteY111" fmla="*/ 4858148 h 6858000"/>
              <a:gd name="connsiteX112" fmla="*/ 6007749 w 6128435"/>
              <a:gd name="connsiteY112" fmla="*/ 4964715 h 6858000"/>
              <a:gd name="connsiteX113" fmla="*/ 6005269 w 6128435"/>
              <a:gd name="connsiteY113" fmla="*/ 5150567 h 6858000"/>
              <a:gd name="connsiteX114" fmla="*/ 6001127 w 6128435"/>
              <a:gd name="connsiteY114" fmla="*/ 5164609 h 6858000"/>
              <a:gd name="connsiteX115" fmla="*/ 5996647 w 6128435"/>
              <a:gd name="connsiteY115" fmla="*/ 5185640 h 6858000"/>
              <a:gd name="connsiteX116" fmla="*/ 5998514 w 6128435"/>
              <a:gd name="connsiteY116" fmla="*/ 5189673 h 6858000"/>
              <a:gd name="connsiteX117" fmla="*/ 5995970 w 6128435"/>
              <a:gd name="connsiteY117" fmla="*/ 5221547 h 6858000"/>
              <a:gd name="connsiteX118" fmla="*/ 5997218 w 6128435"/>
              <a:gd name="connsiteY118" fmla="*/ 5222031 h 6858000"/>
              <a:gd name="connsiteX119" fmla="*/ 6002116 w 6128435"/>
              <a:gd name="connsiteY119" fmla="*/ 5231223 h 6858000"/>
              <a:gd name="connsiteX120" fmla="*/ 6008541 w 6128435"/>
              <a:gd name="connsiteY120" fmla="*/ 5248680 h 6858000"/>
              <a:gd name="connsiteX121" fmla="*/ 6039260 w 6128435"/>
              <a:gd name="connsiteY121" fmla="*/ 5289518 h 6858000"/>
              <a:gd name="connsiteX122" fmla="*/ 6036748 w 6128435"/>
              <a:gd name="connsiteY122" fmla="*/ 5322752 h 6858000"/>
              <a:gd name="connsiteX123" fmla="*/ 6036943 w 6128435"/>
              <a:gd name="connsiteY123" fmla="*/ 5329480 h 6858000"/>
              <a:gd name="connsiteX124" fmla="*/ 6037236 w 6128435"/>
              <a:gd name="connsiteY124" fmla="*/ 5329634 h 6858000"/>
              <a:gd name="connsiteX125" fmla="*/ 6038019 w 6128435"/>
              <a:gd name="connsiteY125" fmla="*/ 5336764 h 6858000"/>
              <a:gd name="connsiteX126" fmla="*/ 6037298 w 6128435"/>
              <a:gd name="connsiteY126" fmla="*/ 5341753 h 6858000"/>
              <a:gd name="connsiteX127" fmla="*/ 6037677 w 6128435"/>
              <a:gd name="connsiteY127" fmla="*/ 5354807 h 6858000"/>
              <a:gd name="connsiteX128" fmla="*/ 6039728 w 6128435"/>
              <a:gd name="connsiteY128" fmla="*/ 5359416 h 6858000"/>
              <a:gd name="connsiteX129" fmla="*/ 6043311 w 6128435"/>
              <a:gd name="connsiteY129" fmla="*/ 5361407 h 6858000"/>
              <a:gd name="connsiteX130" fmla="*/ 6042954 w 6128435"/>
              <a:gd name="connsiteY130" fmla="*/ 5362576 h 6858000"/>
              <a:gd name="connsiteX131" fmla="*/ 6053435 w 6128435"/>
              <a:gd name="connsiteY131" fmla="*/ 5387547 h 6858000"/>
              <a:gd name="connsiteX132" fmla="*/ 6065933 w 6128435"/>
              <a:gd name="connsiteY132" fmla="*/ 5443002 h 6858000"/>
              <a:gd name="connsiteX133" fmla="*/ 6068640 w 6128435"/>
              <a:gd name="connsiteY133" fmla="*/ 5474503 h 6858000"/>
              <a:gd name="connsiteX134" fmla="*/ 6080922 w 6128435"/>
              <a:gd name="connsiteY134" fmla="*/ 5561070 h 6858000"/>
              <a:gd name="connsiteX135" fmla="*/ 6096949 w 6128435"/>
              <a:gd name="connsiteY135" fmla="*/ 5648179 h 6858000"/>
              <a:gd name="connsiteX136" fmla="*/ 6125703 w 6128435"/>
              <a:gd name="connsiteY136" fmla="*/ 5692894 h 6858000"/>
              <a:gd name="connsiteX137" fmla="*/ 6126670 w 6128435"/>
              <a:gd name="connsiteY137" fmla="*/ 5697882 h 6858000"/>
              <a:gd name="connsiteX138" fmla="*/ 6124061 w 6128435"/>
              <a:gd name="connsiteY138" fmla="*/ 5710294 h 6858000"/>
              <a:gd name="connsiteX139" fmla="*/ 6122213 w 6128435"/>
              <a:gd name="connsiteY139" fmla="*/ 5714762 h 6858000"/>
              <a:gd name="connsiteX140" fmla="*/ 6121353 w 6128435"/>
              <a:gd name="connsiteY140" fmla="*/ 5721725 h 6858000"/>
              <a:gd name="connsiteX141" fmla="*/ 6121607 w 6128435"/>
              <a:gd name="connsiteY141" fmla="*/ 5721959 h 6858000"/>
              <a:gd name="connsiteX142" fmla="*/ 6120262 w 6128435"/>
              <a:gd name="connsiteY142" fmla="*/ 5728358 h 6858000"/>
              <a:gd name="connsiteX143" fmla="*/ 6110194 w 6128435"/>
              <a:gd name="connsiteY143" fmla="*/ 5758853 h 6858000"/>
              <a:gd name="connsiteX144" fmla="*/ 6127519 w 6128435"/>
              <a:gd name="connsiteY144" fmla="*/ 5865775 h 6858000"/>
              <a:gd name="connsiteX145" fmla="*/ 6128435 w 6128435"/>
              <a:gd name="connsiteY145" fmla="*/ 5870164 h 6858000"/>
              <a:gd name="connsiteX146" fmla="*/ 6119217 w 6128435"/>
              <a:gd name="connsiteY146" fmla="*/ 5888542 h 6858000"/>
              <a:gd name="connsiteX147" fmla="*/ 6115966 w 6128435"/>
              <a:gd name="connsiteY147" fmla="*/ 5898387 h 6858000"/>
              <a:gd name="connsiteX148" fmla="*/ 6111924 w 6128435"/>
              <a:gd name="connsiteY148" fmla="*/ 5900444 h 6858000"/>
              <a:gd name="connsiteX149" fmla="*/ 6108716 w 6128435"/>
              <a:gd name="connsiteY149" fmla="*/ 5915345 h 6858000"/>
              <a:gd name="connsiteX150" fmla="*/ 6109524 w 6128435"/>
              <a:gd name="connsiteY150" fmla="*/ 5917328 h 6858000"/>
              <a:gd name="connsiteX151" fmla="*/ 6102493 w 6128435"/>
              <a:gd name="connsiteY151" fmla="*/ 5928602 h 6858000"/>
              <a:gd name="connsiteX152" fmla="*/ 6056863 w 6128435"/>
              <a:gd name="connsiteY152" fmla="*/ 6000643 h 6858000"/>
              <a:gd name="connsiteX153" fmla="*/ 6045436 w 6128435"/>
              <a:gd name="connsiteY153" fmla="*/ 6124480 h 6858000"/>
              <a:gd name="connsiteX154" fmla="*/ 6030489 w 6128435"/>
              <a:gd name="connsiteY154" fmla="*/ 6317666 h 6858000"/>
              <a:gd name="connsiteX155" fmla="*/ 6007492 w 6128435"/>
              <a:gd name="connsiteY155" fmla="*/ 6440818 h 6858000"/>
              <a:gd name="connsiteX156" fmla="*/ 6009467 w 6128435"/>
              <a:gd name="connsiteY156" fmla="*/ 6487076 h 6858000"/>
              <a:gd name="connsiteX157" fmla="*/ 5995064 w 6128435"/>
              <a:gd name="connsiteY157" fmla="*/ 6540791 h 6858000"/>
              <a:gd name="connsiteX158" fmla="*/ 5996309 w 6128435"/>
              <a:gd name="connsiteY158" fmla="*/ 6543961 h 6858000"/>
              <a:gd name="connsiteX159" fmla="*/ 5996048 w 6128435"/>
              <a:gd name="connsiteY159" fmla="*/ 6555444 h 6858000"/>
              <a:gd name="connsiteX160" fmla="*/ 6002524 w 6128435"/>
              <a:gd name="connsiteY160" fmla="*/ 6560188 h 6858000"/>
              <a:gd name="connsiteX161" fmla="*/ 6006823 w 6128435"/>
              <a:gd name="connsiteY161" fmla="*/ 6578546 h 6858000"/>
              <a:gd name="connsiteX162" fmla="*/ 6004510 w 6128435"/>
              <a:gd name="connsiteY162" fmla="*/ 6599256 h 6858000"/>
              <a:gd name="connsiteX163" fmla="*/ 5986207 w 6128435"/>
              <a:gd name="connsiteY163" fmla="*/ 6695855 h 6858000"/>
              <a:gd name="connsiteX164" fmla="*/ 5979428 w 6128435"/>
              <a:gd name="connsiteY164" fmla="*/ 6754678 h 6858000"/>
              <a:gd name="connsiteX165" fmla="*/ 5983398 w 6128435"/>
              <a:gd name="connsiteY165" fmla="*/ 6778641 h 6858000"/>
              <a:gd name="connsiteX166" fmla="*/ 5984543 w 6128435"/>
              <a:gd name="connsiteY166" fmla="*/ 6811016 h 6858000"/>
              <a:gd name="connsiteX167" fmla="*/ 5981802 w 6128435"/>
              <a:gd name="connsiteY167" fmla="*/ 6838578 h 6858000"/>
              <a:gd name="connsiteX168" fmla="*/ 5979671 w 6128435"/>
              <a:gd name="connsiteY168" fmla="*/ 6858000 h 6858000"/>
              <a:gd name="connsiteX169" fmla="*/ 0 w 6128435"/>
              <a:gd name="connsiteY169" fmla="*/ 6858000 h 6858000"/>
              <a:gd name="connsiteX170" fmla="*/ 0 w 6128435"/>
              <a:gd name="connsiteY170"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55696 w 6128435"/>
              <a:gd name="connsiteY34" fmla="*/ 195377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79312 w 6128435"/>
              <a:gd name="connsiteY42" fmla="*/ 230275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23364 w 6128435"/>
              <a:gd name="connsiteY54" fmla="*/ 2858292 h 6858000"/>
              <a:gd name="connsiteX55" fmla="*/ 5479298 w 6128435"/>
              <a:gd name="connsiteY55" fmla="*/ 2947791 h 6858000"/>
              <a:gd name="connsiteX56" fmla="*/ 5481770 w 6128435"/>
              <a:gd name="connsiteY56" fmla="*/ 2951352 h 6858000"/>
              <a:gd name="connsiteX57" fmla="*/ 5482045 w 6128435"/>
              <a:gd name="connsiteY57" fmla="*/ 2984371 h 6858000"/>
              <a:gd name="connsiteX58" fmla="*/ 5482415 w 6128435"/>
              <a:gd name="connsiteY58" fmla="*/ 3004079 h 6858000"/>
              <a:gd name="connsiteX59" fmla="*/ 5483865 w 6128435"/>
              <a:gd name="connsiteY59" fmla="*/ 3005467 h 6858000"/>
              <a:gd name="connsiteX60" fmla="*/ 5482236 w 6128435"/>
              <a:gd name="connsiteY60" fmla="*/ 3019791 h 6858000"/>
              <a:gd name="connsiteX61" fmla="*/ 5481505 w 6128435"/>
              <a:gd name="connsiteY61" fmla="*/ 3095286 h 6858000"/>
              <a:gd name="connsiteX62" fmla="*/ 5477595 w 6128435"/>
              <a:gd name="connsiteY62" fmla="*/ 3250534 h 6858000"/>
              <a:gd name="connsiteX63" fmla="*/ 5532836 w 6128435"/>
              <a:gd name="connsiteY63" fmla="*/ 3353840 h 6858000"/>
              <a:gd name="connsiteX64" fmla="*/ 5561229 w 6128435"/>
              <a:gd name="connsiteY64" fmla="*/ 3395784 h 6858000"/>
              <a:gd name="connsiteX65" fmla="*/ 5589758 w 6128435"/>
              <a:gd name="connsiteY65" fmla="*/ 3506453 h 6858000"/>
              <a:gd name="connsiteX66" fmla="*/ 5596144 w 6128435"/>
              <a:gd name="connsiteY66" fmla="*/ 3534624 h 6858000"/>
              <a:gd name="connsiteX67" fmla="*/ 5597750 w 6128435"/>
              <a:gd name="connsiteY67" fmla="*/ 3534129 h 6858000"/>
              <a:gd name="connsiteX68" fmla="*/ 5599700 w 6128435"/>
              <a:gd name="connsiteY68" fmla="*/ 3547221 h 6858000"/>
              <a:gd name="connsiteX69" fmla="*/ 5615031 w 6128435"/>
              <a:gd name="connsiteY69" fmla="*/ 3557482 h 6858000"/>
              <a:gd name="connsiteX70" fmla="*/ 5618377 w 6128435"/>
              <a:gd name="connsiteY70" fmla="*/ 3588431 h 6858000"/>
              <a:gd name="connsiteX71" fmla="*/ 5612155 w 6128435"/>
              <a:gd name="connsiteY71" fmla="*/ 3589869 h 6858000"/>
              <a:gd name="connsiteX72" fmla="*/ 5620843 w 6128435"/>
              <a:gd name="connsiteY72" fmla="*/ 3606745 h 6858000"/>
              <a:gd name="connsiteX73" fmla="*/ 5655472 w 6128435"/>
              <a:gd name="connsiteY73" fmla="*/ 3678877 h 6858000"/>
              <a:gd name="connsiteX74" fmla="*/ 5680448 w 6128435"/>
              <a:gd name="connsiteY74" fmla="*/ 3717760 h 6858000"/>
              <a:gd name="connsiteX75" fmla="*/ 5683015 w 6128435"/>
              <a:gd name="connsiteY75" fmla="*/ 3762025 h 6858000"/>
              <a:gd name="connsiteX76" fmla="*/ 5696643 w 6128435"/>
              <a:gd name="connsiteY76" fmla="*/ 3773888 h 6858000"/>
              <a:gd name="connsiteX77" fmla="*/ 5699203 w 6128435"/>
              <a:gd name="connsiteY77" fmla="*/ 3775823 h 6858000"/>
              <a:gd name="connsiteX78" fmla="*/ 5704824 w 6128435"/>
              <a:gd name="connsiteY78" fmla="*/ 3785966 h 6858000"/>
              <a:gd name="connsiteX79" fmla="*/ 5712204 w 6128435"/>
              <a:gd name="connsiteY79" fmla="*/ 3785830 h 6858000"/>
              <a:gd name="connsiteX80" fmla="*/ 5724816 w 6128435"/>
              <a:gd name="connsiteY80" fmla="*/ 3798949 h 6858000"/>
              <a:gd name="connsiteX81" fmla="*/ 5733539 w 6128435"/>
              <a:gd name="connsiteY81" fmla="*/ 3818457 h 6858000"/>
              <a:gd name="connsiteX82" fmla="*/ 5768491 w 6128435"/>
              <a:gd name="connsiteY82" fmla="*/ 3914399 h 6858000"/>
              <a:gd name="connsiteX83" fmla="*/ 5793123 w 6128435"/>
              <a:gd name="connsiteY83" fmla="*/ 3969952 h 6858000"/>
              <a:gd name="connsiteX84" fmla="*/ 5808321 w 6128435"/>
              <a:gd name="connsiteY84" fmla="*/ 3988153 h 6858000"/>
              <a:gd name="connsiteX85" fmla="*/ 5825621 w 6128435"/>
              <a:gd name="connsiteY85" fmla="*/ 4015525 h 6858000"/>
              <a:gd name="connsiteX86" fmla="*/ 5860672 w 6128435"/>
              <a:gd name="connsiteY86" fmla="*/ 4061579 h 6858000"/>
              <a:gd name="connsiteX87" fmla="*/ 5872173 w 6128435"/>
              <a:gd name="connsiteY87" fmla="*/ 4088497 h 6858000"/>
              <a:gd name="connsiteX88" fmla="*/ 5883705 w 6128435"/>
              <a:gd name="connsiteY88" fmla="*/ 4101899 h 6858000"/>
              <a:gd name="connsiteX89" fmla="*/ 5885314 w 6128435"/>
              <a:gd name="connsiteY89" fmla="*/ 4108387 h 6858000"/>
              <a:gd name="connsiteX90" fmla="*/ 5894095 w 6128435"/>
              <a:gd name="connsiteY90" fmla="*/ 4128857 h 6858000"/>
              <a:gd name="connsiteX91" fmla="*/ 5898339 w 6128435"/>
              <a:gd name="connsiteY91" fmla="*/ 4140800 h 6858000"/>
              <a:gd name="connsiteX92" fmla="*/ 5899734 w 6128435"/>
              <a:gd name="connsiteY92" fmla="*/ 4145632 h 6858000"/>
              <a:gd name="connsiteX93" fmla="*/ 5897098 w 6128435"/>
              <a:gd name="connsiteY93" fmla="*/ 4157819 h 6858000"/>
              <a:gd name="connsiteX94" fmla="*/ 5903513 w 6128435"/>
              <a:gd name="connsiteY94" fmla="*/ 4187661 h 6858000"/>
              <a:gd name="connsiteX95" fmla="*/ 5917114 w 6128435"/>
              <a:gd name="connsiteY95" fmla="*/ 4213096 h 6858000"/>
              <a:gd name="connsiteX96" fmla="*/ 5921153 w 6128435"/>
              <a:gd name="connsiteY96" fmla="*/ 4236222 h 6858000"/>
              <a:gd name="connsiteX97" fmla="*/ 5924233 w 6128435"/>
              <a:gd name="connsiteY97" fmla="*/ 4242060 h 6858000"/>
              <a:gd name="connsiteX98" fmla="*/ 5928910 w 6128435"/>
              <a:gd name="connsiteY98" fmla="*/ 4300973 h 6858000"/>
              <a:gd name="connsiteX99" fmla="*/ 5939320 w 6128435"/>
              <a:gd name="connsiteY99" fmla="*/ 4340435 h 6858000"/>
              <a:gd name="connsiteX100" fmla="*/ 5946705 w 6128435"/>
              <a:gd name="connsiteY100" fmla="*/ 4428051 h 6858000"/>
              <a:gd name="connsiteX101" fmla="*/ 5949261 w 6128435"/>
              <a:gd name="connsiteY101" fmla="*/ 4449185 h 6858000"/>
              <a:gd name="connsiteX102" fmla="*/ 5957504 w 6128435"/>
              <a:gd name="connsiteY102" fmla="*/ 4465911 h 6858000"/>
              <a:gd name="connsiteX103" fmla="*/ 5964689 w 6128435"/>
              <a:gd name="connsiteY103" fmla="*/ 4468532 h 6858000"/>
              <a:gd name="connsiteX104" fmla="*/ 5967062 w 6128435"/>
              <a:gd name="connsiteY104" fmla="*/ 4479923 h 6858000"/>
              <a:gd name="connsiteX105" fmla="*/ 5968960 w 6128435"/>
              <a:gd name="connsiteY105" fmla="*/ 4482655 h 6858000"/>
              <a:gd name="connsiteX106" fmla="*/ 5978567 w 6128435"/>
              <a:gd name="connsiteY106" fmla="*/ 4498605 h 6858000"/>
              <a:gd name="connsiteX107" fmla="*/ 5980106 w 6128435"/>
              <a:gd name="connsiteY107" fmla="*/ 4585087 h 6858000"/>
              <a:gd name="connsiteX108" fmla="*/ 5998138 w 6128435"/>
              <a:gd name="connsiteY108" fmla="*/ 4697518 h 6858000"/>
              <a:gd name="connsiteX109" fmla="*/ 6013516 w 6128435"/>
              <a:gd name="connsiteY109" fmla="*/ 4786619 h 6858000"/>
              <a:gd name="connsiteX110" fmla="*/ 6025404 w 6128435"/>
              <a:gd name="connsiteY110" fmla="*/ 4858148 h 6858000"/>
              <a:gd name="connsiteX111" fmla="*/ 6007749 w 6128435"/>
              <a:gd name="connsiteY111" fmla="*/ 4964715 h 6858000"/>
              <a:gd name="connsiteX112" fmla="*/ 6005269 w 6128435"/>
              <a:gd name="connsiteY112" fmla="*/ 5150567 h 6858000"/>
              <a:gd name="connsiteX113" fmla="*/ 6001127 w 6128435"/>
              <a:gd name="connsiteY113" fmla="*/ 5164609 h 6858000"/>
              <a:gd name="connsiteX114" fmla="*/ 5996647 w 6128435"/>
              <a:gd name="connsiteY114" fmla="*/ 5185640 h 6858000"/>
              <a:gd name="connsiteX115" fmla="*/ 5998514 w 6128435"/>
              <a:gd name="connsiteY115" fmla="*/ 5189673 h 6858000"/>
              <a:gd name="connsiteX116" fmla="*/ 5995970 w 6128435"/>
              <a:gd name="connsiteY116" fmla="*/ 5221547 h 6858000"/>
              <a:gd name="connsiteX117" fmla="*/ 5997218 w 6128435"/>
              <a:gd name="connsiteY117" fmla="*/ 5222031 h 6858000"/>
              <a:gd name="connsiteX118" fmla="*/ 6002116 w 6128435"/>
              <a:gd name="connsiteY118" fmla="*/ 5231223 h 6858000"/>
              <a:gd name="connsiteX119" fmla="*/ 6008541 w 6128435"/>
              <a:gd name="connsiteY119" fmla="*/ 5248680 h 6858000"/>
              <a:gd name="connsiteX120" fmla="*/ 6039260 w 6128435"/>
              <a:gd name="connsiteY120" fmla="*/ 5289518 h 6858000"/>
              <a:gd name="connsiteX121" fmla="*/ 6036748 w 6128435"/>
              <a:gd name="connsiteY121" fmla="*/ 5322752 h 6858000"/>
              <a:gd name="connsiteX122" fmla="*/ 6036943 w 6128435"/>
              <a:gd name="connsiteY122" fmla="*/ 5329480 h 6858000"/>
              <a:gd name="connsiteX123" fmla="*/ 6037236 w 6128435"/>
              <a:gd name="connsiteY123" fmla="*/ 5329634 h 6858000"/>
              <a:gd name="connsiteX124" fmla="*/ 6038019 w 6128435"/>
              <a:gd name="connsiteY124" fmla="*/ 5336764 h 6858000"/>
              <a:gd name="connsiteX125" fmla="*/ 6037298 w 6128435"/>
              <a:gd name="connsiteY125" fmla="*/ 5341753 h 6858000"/>
              <a:gd name="connsiteX126" fmla="*/ 6037677 w 6128435"/>
              <a:gd name="connsiteY126" fmla="*/ 5354807 h 6858000"/>
              <a:gd name="connsiteX127" fmla="*/ 6039728 w 6128435"/>
              <a:gd name="connsiteY127" fmla="*/ 5359416 h 6858000"/>
              <a:gd name="connsiteX128" fmla="*/ 6043311 w 6128435"/>
              <a:gd name="connsiteY128" fmla="*/ 5361407 h 6858000"/>
              <a:gd name="connsiteX129" fmla="*/ 6042954 w 6128435"/>
              <a:gd name="connsiteY129" fmla="*/ 5362576 h 6858000"/>
              <a:gd name="connsiteX130" fmla="*/ 6053435 w 6128435"/>
              <a:gd name="connsiteY130" fmla="*/ 5387547 h 6858000"/>
              <a:gd name="connsiteX131" fmla="*/ 6065933 w 6128435"/>
              <a:gd name="connsiteY131" fmla="*/ 5443002 h 6858000"/>
              <a:gd name="connsiteX132" fmla="*/ 6068640 w 6128435"/>
              <a:gd name="connsiteY132" fmla="*/ 5474503 h 6858000"/>
              <a:gd name="connsiteX133" fmla="*/ 6080922 w 6128435"/>
              <a:gd name="connsiteY133" fmla="*/ 5561070 h 6858000"/>
              <a:gd name="connsiteX134" fmla="*/ 6096949 w 6128435"/>
              <a:gd name="connsiteY134" fmla="*/ 5648179 h 6858000"/>
              <a:gd name="connsiteX135" fmla="*/ 6125703 w 6128435"/>
              <a:gd name="connsiteY135" fmla="*/ 5692894 h 6858000"/>
              <a:gd name="connsiteX136" fmla="*/ 6126670 w 6128435"/>
              <a:gd name="connsiteY136" fmla="*/ 5697882 h 6858000"/>
              <a:gd name="connsiteX137" fmla="*/ 6124061 w 6128435"/>
              <a:gd name="connsiteY137" fmla="*/ 5710294 h 6858000"/>
              <a:gd name="connsiteX138" fmla="*/ 6122213 w 6128435"/>
              <a:gd name="connsiteY138" fmla="*/ 5714762 h 6858000"/>
              <a:gd name="connsiteX139" fmla="*/ 6121353 w 6128435"/>
              <a:gd name="connsiteY139" fmla="*/ 5721725 h 6858000"/>
              <a:gd name="connsiteX140" fmla="*/ 6121607 w 6128435"/>
              <a:gd name="connsiteY140" fmla="*/ 5721959 h 6858000"/>
              <a:gd name="connsiteX141" fmla="*/ 6120262 w 6128435"/>
              <a:gd name="connsiteY141" fmla="*/ 5728358 h 6858000"/>
              <a:gd name="connsiteX142" fmla="*/ 6110194 w 6128435"/>
              <a:gd name="connsiteY142" fmla="*/ 5758853 h 6858000"/>
              <a:gd name="connsiteX143" fmla="*/ 6127519 w 6128435"/>
              <a:gd name="connsiteY143" fmla="*/ 5865775 h 6858000"/>
              <a:gd name="connsiteX144" fmla="*/ 6128435 w 6128435"/>
              <a:gd name="connsiteY144" fmla="*/ 5870164 h 6858000"/>
              <a:gd name="connsiteX145" fmla="*/ 6119217 w 6128435"/>
              <a:gd name="connsiteY145" fmla="*/ 5888542 h 6858000"/>
              <a:gd name="connsiteX146" fmla="*/ 6115966 w 6128435"/>
              <a:gd name="connsiteY146" fmla="*/ 5898387 h 6858000"/>
              <a:gd name="connsiteX147" fmla="*/ 6111924 w 6128435"/>
              <a:gd name="connsiteY147" fmla="*/ 5900444 h 6858000"/>
              <a:gd name="connsiteX148" fmla="*/ 6108716 w 6128435"/>
              <a:gd name="connsiteY148" fmla="*/ 5915345 h 6858000"/>
              <a:gd name="connsiteX149" fmla="*/ 6109524 w 6128435"/>
              <a:gd name="connsiteY149" fmla="*/ 5917328 h 6858000"/>
              <a:gd name="connsiteX150" fmla="*/ 6102493 w 6128435"/>
              <a:gd name="connsiteY150" fmla="*/ 5928602 h 6858000"/>
              <a:gd name="connsiteX151" fmla="*/ 6056863 w 6128435"/>
              <a:gd name="connsiteY151" fmla="*/ 6000643 h 6858000"/>
              <a:gd name="connsiteX152" fmla="*/ 6045436 w 6128435"/>
              <a:gd name="connsiteY152" fmla="*/ 6124480 h 6858000"/>
              <a:gd name="connsiteX153" fmla="*/ 6030489 w 6128435"/>
              <a:gd name="connsiteY153" fmla="*/ 6317666 h 6858000"/>
              <a:gd name="connsiteX154" fmla="*/ 6007492 w 6128435"/>
              <a:gd name="connsiteY154" fmla="*/ 6440818 h 6858000"/>
              <a:gd name="connsiteX155" fmla="*/ 6009467 w 6128435"/>
              <a:gd name="connsiteY155" fmla="*/ 6487076 h 6858000"/>
              <a:gd name="connsiteX156" fmla="*/ 5995064 w 6128435"/>
              <a:gd name="connsiteY156" fmla="*/ 6540791 h 6858000"/>
              <a:gd name="connsiteX157" fmla="*/ 5996309 w 6128435"/>
              <a:gd name="connsiteY157" fmla="*/ 6543961 h 6858000"/>
              <a:gd name="connsiteX158" fmla="*/ 5996048 w 6128435"/>
              <a:gd name="connsiteY158" fmla="*/ 6555444 h 6858000"/>
              <a:gd name="connsiteX159" fmla="*/ 6002524 w 6128435"/>
              <a:gd name="connsiteY159" fmla="*/ 6560188 h 6858000"/>
              <a:gd name="connsiteX160" fmla="*/ 6006823 w 6128435"/>
              <a:gd name="connsiteY160" fmla="*/ 6578546 h 6858000"/>
              <a:gd name="connsiteX161" fmla="*/ 6004510 w 6128435"/>
              <a:gd name="connsiteY161" fmla="*/ 6599256 h 6858000"/>
              <a:gd name="connsiteX162" fmla="*/ 5986207 w 6128435"/>
              <a:gd name="connsiteY162" fmla="*/ 6695855 h 6858000"/>
              <a:gd name="connsiteX163" fmla="*/ 5979428 w 6128435"/>
              <a:gd name="connsiteY163" fmla="*/ 6754678 h 6858000"/>
              <a:gd name="connsiteX164" fmla="*/ 5983398 w 6128435"/>
              <a:gd name="connsiteY164" fmla="*/ 6778641 h 6858000"/>
              <a:gd name="connsiteX165" fmla="*/ 5984543 w 6128435"/>
              <a:gd name="connsiteY165" fmla="*/ 6811016 h 6858000"/>
              <a:gd name="connsiteX166" fmla="*/ 5981802 w 6128435"/>
              <a:gd name="connsiteY166" fmla="*/ 6838578 h 6858000"/>
              <a:gd name="connsiteX167" fmla="*/ 5979671 w 6128435"/>
              <a:gd name="connsiteY167" fmla="*/ 6858000 h 6858000"/>
              <a:gd name="connsiteX168" fmla="*/ 0 w 6128435"/>
              <a:gd name="connsiteY168" fmla="*/ 6858000 h 6858000"/>
              <a:gd name="connsiteX169" fmla="*/ 0 w 6128435"/>
              <a:gd name="connsiteY169"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55696 w 6128435"/>
              <a:gd name="connsiteY34" fmla="*/ 195377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79312 w 6128435"/>
              <a:gd name="connsiteY42" fmla="*/ 230275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57023 w 6128435"/>
              <a:gd name="connsiteY54" fmla="*/ 2858292 h 6858000"/>
              <a:gd name="connsiteX55" fmla="*/ 5479298 w 6128435"/>
              <a:gd name="connsiteY55" fmla="*/ 2947791 h 6858000"/>
              <a:gd name="connsiteX56" fmla="*/ 5481770 w 6128435"/>
              <a:gd name="connsiteY56" fmla="*/ 2951352 h 6858000"/>
              <a:gd name="connsiteX57" fmla="*/ 5482045 w 6128435"/>
              <a:gd name="connsiteY57" fmla="*/ 2984371 h 6858000"/>
              <a:gd name="connsiteX58" fmla="*/ 5482415 w 6128435"/>
              <a:gd name="connsiteY58" fmla="*/ 3004079 h 6858000"/>
              <a:gd name="connsiteX59" fmla="*/ 5483865 w 6128435"/>
              <a:gd name="connsiteY59" fmla="*/ 3005467 h 6858000"/>
              <a:gd name="connsiteX60" fmla="*/ 5482236 w 6128435"/>
              <a:gd name="connsiteY60" fmla="*/ 3019791 h 6858000"/>
              <a:gd name="connsiteX61" fmla="*/ 5481505 w 6128435"/>
              <a:gd name="connsiteY61" fmla="*/ 3095286 h 6858000"/>
              <a:gd name="connsiteX62" fmla="*/ 5477595 w 6128435"/>
              <a:gd name="connsiteY62" fmla="*/ 3250534 h 6858000"/>
              <a:gd name="connsiteX63" fmla="*/ 5532836 w 6128435"/>
              <a:gd name="connsiteY63" fmla="*/ 3353840 h 6858000"/>
              <a:gd name="connsiteX64" fmla="*/ 5561229 w 6128435"/>
              <a:gd name="connsiteY64" fmla="*/ 3395784 h 6858000"/>
              <a:gd name="connsiteX65" fmla="*/ 5589758 w 6128435"/>
              <a:gd name="connsiteY65" fmla="*/ 3506453 h 6858000"/>
              <a:gd name="connsiteX66" fmla="*/ 5596144 w 6128435"/>
              <a:gd name="connsiteY66" fmla="*/ 3534624 h 6858000"/>
              <a:gd name="connsiteX67" fmla="*/ 5597750 w 6128435"/>
              <a:gd name="connsiteY67" fmla="*/ 3534129 h 6858000"/>
              <a:gd name="connsiteX68" fmla="*/ 5599700 w 6128435"/>
              <a:gd name="connsiteY68" fmla="*/ 3547221 h 6858000"/>
              <a:gd name="connsiteX69" fmla="*/ 5615031 w 6128435"/>
              <a:gd name="connsiteY69" fmla="*/ 3557482 h 6858000"/>
              <a:gd name="connsiteX70" fmla="*/ 5618377 w 6128435"/>
              <a:gd name="connsiteY70" fmla="*/ 3588431 h 6858000"/>
              <a:gd name="connsiteX71" fmla="*/ 5612155 w 6128435"/>
              <a:gd name="connsiteY71" fmla="*/ 3589869 h 6858000"/>
              <a:gd name="connsiteX72" fmla="*/ 5620843 w 6128435"/>
              <a:gd name="connsiteY72" fmla="*/ 3606745 h 6858000"/>
              <a:gd name="connsiteX73" fmla="*/ 5655472 w 6128435"/>
              <a:gd name="connsiteY73" fmla="*/ 3678877 h 6858000"/>
              <a:gd name="connsiteX74" fmla="*/ 5680448 w 6128435"/>
              <a:gd name="connsiteY74" fmla="*/ 3717760 h 6858000"/>
              <a:gd name="connsiteX75" fmla="*/ 5683015 w 6128435"/>
              <a:gd name="connsiteY75" fmla="*/ 3762025 h 6858000"/>
              <a:gd name="connsiteX76" fmla="*/ 5696643 w 6128435"/>
              <a:gd name="connsiteY76" fmla="*/ 3773888 h 6858000"/>
              <a:gd name="connsiteX77" fmla="*/ 5699203 w 6128435"/>
              <a:gd name="connsiteY77" fmla="*/ 3775823 h 6858000"/>
              <a:gd name="connsiteX78" fmla="*/ 5704824 w 6128435"/>
              <a:gd name="connsiteY78" fmla="*/ 3785966 h 6858000"/>
              <a:gd name="connsiteX79" fmla="*/ 5712204 w 6128435"/>
              <a:gd name="connsiteY79" fmla="*/ 3785830 h 6858000"/>
              <a:gd name="connsiteX80" fmla="*/ 5724816 w 6128435"/>
              <a:gd name="connsiteY80" fmla="*/ 3798949 h 6858000"/>
              <a:gd name="connsiteX81" fmla="*/ 5733539 w 6128435"/>
              <a:gd name="connsiteY81" fmla="*/ 3818457 h 6858000"/>
              <a:gd name="connsiteX82" fmla="*/ 5768491 w 6128435"/>
              <a:gd name="connsiteY82" fmla="*/ 3914399 h 6858000"/>
              <a:gd name="connsiteX83" fmla="*/ 5793123 w 6128435"/>
              <a:gd name="connsiteY83" fmla="*/ 3969952 h 6858000"/>
              <a:gd name="connsiteX84" fmla="*/ 5808321 w 6128435"/>
              <a:gd name="connsiteY84" fmla="*/ 3988153 h 6858000"/>
              <a:gd name="connsiteX85" fmla="*/ 5825621 w 6128435"/>
              <a:gd name="connsiteY85" fmla="*/ 4015525 h 6858000"/>
              <a:gd name="connsiteX86" fmla="*/ 5860672 w 6128435"/>
              <a:gd name="connsiteY86" fmla="*/ 4061579 h 6858000"/>
              <a:gd name="connsiteX87" fmla="*/ 5872173 w 6128435"/>
              <a:gd name="connsiteY87" fmla="*/ 4088497 h 6858000"/>
              <a:gd name="connsiteX88" fmla="*/ 5883705 w 6128435"/>
              <a:gd name="connsiteY88" fmla="*/ 4101899 h 6858000"/>
              <a:gd name="connsiteX89" fmla="*/ 5885314 w 6128435"/>
              <a:gd name="connsiteY89" fmla="*/ 4108387 h 6858000"/>
              <a:gd name="connsiteX90" fmla="*/ 5894095 w 6128435"/>
              <a:gd name="connsiteY90" fmla="*/ 4128857 h 6858000"/>
              <a:gd name="connsiteX91" fmla="*/ 5898339 w 6128435"/>
              <a:gd name="connsiteY91" fmla="*/ 4140800 h 6858000"/>
              <a:gd name="connsiteX92" fmla="*/ 5899734 w 6128435"/>
              <a:gd name="connsiteY92" fmla="*/ 4145632 h 6858000"/>
              <a:gd name="connsiteX93" fmla="*/ 5897098 w 6128435"/>
              <a:gd name="connsiteY93" fmla="*/ 4157819 h 6858000"/>
              <a:gd name="connsiteX94" fmla="*/ 5903513 w 6128435"/>
              <a:gd name="connsiteY94" fmla="*/ 4187661 h 6858000"/>
              <a:gd name="connsiteX95" fmla="*/ 5917114 w 6128435"/>
              <a:gd name="connsiteY95" fmla="*/ 4213096 h 6858000"/>
              <a:gd name="connsiteX96" fmla="*/ 5921153 w 6128435"/>
              <a:gd name="connsiteY96" fmla="*/ 4236222 h 6858000"/>
              <a:gd name="connsiteX97" fmla="*/ 5924233 w 6128435"/>
              <a:gd name="connsiteY97" fmla="*/ 4242060 h 6858000"/>
              <a:gd name="connsiteX98" fmla="*/ 5928910 w 6128435"/>
              <a:gd name="connsiteY98" fmla="*/ 4300973 h 6858000"/>
              <a:gd name="connsiteX99" fmla="*/ 5939320 w 6128435"/>
              <a:gd name="connsiteY99" fmla="*/ 4340435 h 6858000"/>
              <a:gd name="connsiteX100" fmla="*/ 5946705 w 6128435"/>
              <a:gd name="connsiteY100" fmla="*/ 4428051 h 6858000"/>
              <a:gd name="connsiteX101" fmla="*/ 5949261 w 6128435"/>
              <a:gd name="connsiteY101" fmla="*/ 4449185 h 6858000"/>
              <a:gd name="connsiteX102" fmla="*/ 5957504 w 6128435"/>
              <a:gd name="connsiteY102" fmla="*/ 4465911 h 6858000"/>
              <a:gd name="connsiteX103" fmla="*/ 5964689 w 6128435"/>
              <a:gd name="connsiteY103" fmla="*/ 4468532 h 6858000"/>
              <a:gd name="connsiteX104" fmla="*/ 5967062 w 6128435"/>
              <a:gd name="connsiteY104" fmla="*/ 4479923 h 6858000"/>
              <a:gd name="connsiteX105" fmla="*/ 5968960 w 6128435"/>
              <a:gd name="connsiteY105" fmla="*/ 4482655 h 6858000"/>
              <a:gd name="connsiteX106" fmla="*/ 5978567 w 6128435"/>
              <a:gd name="connsiteY106" fmla="*/ 4498605 h 6858000"/>
              <a:gd name="connsiteX107" fmla="*/ 5980106 w 6128435"/>
              <a:gd name="connsiteY107" fmla="*/ 4585087 h 6858000"/>
              <a:gd name="connsiteX108" fmla="*/ 5998138 w 6128435"/>
              <a:gd name="connsiteY108" fmla="*/ 4697518 h 6858000"/>
              <a:gd name="connsiteX109" fmla="*/ 6013516 w 6128435"/>
              <a:gd name="connsiteY109" fmla="*/ 4786619 h 6858000"/>
              <a:gd name="connsiteX110" fmla="*/ 6025404 w 6128435"/>
              <a:gd name="connsiteY110" fmla="*/ 4858148 h 6858000"/>
              <a:gd name="connsiteX111" fmla="*/ 6007749 w 6128435"/>
              <a:gd name="connsiteY111" fmla="*/ 4964715 h 6858000"/>
              <a:gd name="connsiteX112" fmla="*/ 6005269 w 6128435"/>
              <a:gd name="connsiteY112" fmla="*/ 5150567 h 6858000"/>
              <a:gd name="connsiteX113" fmla="*/ 6001127 w 6128435"/>
              <a:gd name="connsiteY113" fmla="*/ 5164609 h 6858000"/>
              <a:gd name="connsiteX114" fmla="*/ 5996647 w 6128435"/>
              <a:gd name="connsiteY114" fmla="*/ 5185640 h 6858000"/>
              <a:gd name="connsiteX115" fmla="*/ 5998514 w 6128435"/>
              <a:gd name="connsiteY115" fmla="*/ 5189673 h 6858000"/>
              <a:gd name="connsiteX116" fmla="*/ 5995970 w 6128435"/>
              <a:gd name="connsiteY116" fmla="*/ 5221547 h 6858000"/>
              <a:gd name="connsiteX117" fmla="*/ 5997218 w 6128435"/>
              <a:gd name="connsiteY117" fmla="*/ 5222031 h 6858000"/>
              <a:gd name="connsiteX118" fmla="*/ 6002116 w 6128435"/>
              <a:gd name="connsiteY118" fmla="*/ 5231223 h 6858000"/>
              <a:gd name="connsiteX119" fmla="*/ 6008541 w 6128435"/>
              <a:gd name="connsiteY119" fmla="*/ 5248680 h 6858000"/>
              <a:gd name="connsiteX120" fmla="*/ 6039260 w 6128435"/>
              <a:gd name="connsiteY120" fmla="*/ 5289518 h 6858000"/>
              <a:gd name="connsiteX121" fmla="*/ 6036748 w 6128435"/>
              <a:gd name="connsiteY121" fmla="*/ 5322752 h 6858000"/>
              <a:gd name="connsiteX122" fmla="*/ 6036943 w 6128435"/>
              <a:gd name="connsiteY122" fmla="*/ 5329480 h 6858000"/>
              <a:gd name="connsiteX123" fmla="*/ 6037236 w 6128435"/>
              <a:gd name="connsiteY123" fmla="*/ 5329634 h 6858000"/>
              <a:gd name="connsiteX124" fmla="*/ 6038019 w 6128435"/>
              <a:gd name="connsiteY124" fmla="*/ 5336764 h 6858000"/>
              <a:gd name="connsiteX125" fmla="*/ 6037298 w 6128435"/>
              <a:gd name="connsiteY125" fmla="*/ 5341753 h 6858000"/>
              <a:gd name="connsiteX126" fmla="*/ 6037677 w 6128435"/>
              <a:gd name="connsiteY126" fmla="*/ 5354807 h 6858000"/>
              <a:gd name="connsiteX127" fmla="*/ 6039728 w 6128435"/>
              <a:gd name="connsiteY127" fmla="*/ 5359416 h 6858000"/>
              <a:gd name="connsiteX128" fmla="*/ 6043311 w 6128435"/>
              <a:gd name="connsiteY128" fmla="*/ 5361407 h 6858000"/>
              <a:gd name="connsiteX129" fmla="*/ 6042954 w 6128435"/>
              <a:gd name="connsiteY129" fmla="*/ 5362576 h 6858000"/>
              <a:gd name="connsiteX130" fmla="*/ 6053435 w 6128435"/>
              <a:gd name="connsiteY130" fmla="*/ 5387547 h 6858000"/>
              <a:gd name="connsiteX131" fmla="*/ 6065933 w 6128435"/>
              <a:gd name="connsiteY131" fmla="*/ 5443002 h 6858000"/>
              <a:gd name="connsiteX132" fmla="*/ 6068640 w 6128435"/>
              <a:gd name="connsiteY132" fmla="*/ 5474503 h 6858000"/>
              <a:gd name="connsiteX133" fmla="*/ 6080922 w 6128435"/>
              <a:gd name="connsiteY133" fmla="*/ 5561070 h 6858000"/>
              <a:gd name="connsiteX134" fmla="*/ 6096949 w 6128435"/>
              <a:gd name="connsiteY134" fmla="*/ 5648179 h 6858000"/>
              <a:gd name="connsiteX135" fmla="*/ 6125703 w 6128435"/>
              <a:gd name="connsiteY135" fmla="*/ 5692894 h 6858000"/>
              <a:gd name="connsiteX136" fmla="*/ 6126670 w 6128435"/>
              <a:gd name="connsiteY136" fmla="*/ 5697882 h 6858000"/>
              <a:gd name="connsiteX137" fmla="*/ 6124061 w 6128435"/>
              <a:gd name="connsiteY137" fmla="*/ 5710294 h 6858000"/>
              <a:gd name="connsiteX138" fmla="*/ 6122213 w 6128435"/>
              <a:gd name="connsiteY138" fmla="*/ 5714762 h 6858000"/>
              <a:gd name="connsiteX139" fmla="*/ 6121353 w 6128435"/>
              <a:gd name="connsiteY139" fmla="*/ 5721725 h 6858000"/>
              <a:gd name="connsiteX140" fmla="*/ 6121607 w 6128435"/>
              <a:gd name="connsiteY140" fmla="*/ 5721959 h 6858000"/>
              <a:gd name="connsiteX141" fmla="*/ 6120262 w 6128435"/>
              <a:gd name="connsiteY141" fmla="*/ 5728358 h 6858000"/>
              <a:gd name="connsiteX142" fmla="*/ 6110194 w 6128435"/>
              <a:gd name="connsiteY142" fmla="*/ 5758853 h 6858000"/>
              <a:gd name="connsiteX143" fmla="*/ 6127519 w 6128435"/>
              <a:gd name="connsiteY143" fmla="*/ 5865775 h 6858000"/>
              <a:gd name="connsiteX144" fmla="*/ 6128435 w 6128435"/>
              <a:gd name="connsiteY144" fmla="*/ 5870164 h 6858000"/>
              <a:gd name="connsiteX145" fmla="*/ 6119217 w 6128435"/>
              <a:gd name="connsiteY145" fmla="*/ 5888542 h 6858000"/>
              <a:gd name="connsiteX146" fmla="*/ 6115966 w 6128435"/>
              <a:gd name="connsiteY146" fmla="*/ 5898387 h 6858000"/>
              <a:gd name="connsiteX147" fmla="*/ 6111924 w 6128435"/>
              <a:gd name="connsiteY147" fmla="*/ 5900444 h 6858000"/>
              <a:gd name="connsiteX148" fmla="*/ 6108716 w 6128435"/>
              <a:gd name="connsiteY148" fmla="*/ 5915345 h 6858000"/>
              <a:gd name="connsiteX149" fmla="*/ 6109524 w 6128435"/>
              <a:gd name="connsiteY149" fmla="*/ 5917328 h 6858000"/>
              <a:gd name="connsiteX150" fmla="*/ 6102493 w 6128435"/>
              <a:gd name="connsiteY150" fmla="*/ 5928602 h 6858000"/>
              <a:gd name="connsiteX151" fmla="*/ 6056863 w 6128435"/>
              <a:gd name="connsiteY151" fmla="*/ 6000643 h 6858000"/>
              <a:gd name="connsiteX152" fmla="*/ 6045436 w 6128435"/>
              <a:gd name="connsiteY152" fmla="*/ 6124480 h 6858000"/>
              <a:gd name="connsiteX153" fmla="*/ 6030489 w 6128435"/>
              <a:gd name="connsiteY153" fmla="*/ 6317666 h 6858000"/>
              <a:gd name="connsiteX154" fmla="*/ 6007492 w 6128435"/>
              <a:gd name="connsiteY154" fmla="*/ 6440818 h 6858000"/>
              <a:gd name="connsiteX155" fmla="*/ 6009467 w 6128435"/>
              <a:gd name="connsiteY155" fmla="*/ 6487076 h 6858000"/>
              <a:gd name="connsiteX156" fmla="*/ 5995064 w 6128435"/>
              <a:gd name="connsiteY156" fmla="*/ 6540791 h 6858000"/>
              <a:gd name="connsiteX157" fmla="*/ 5996309 w 6128435"/>
              <a:gd name="connsiteY157" fmla="*/ 6543961 h 6858000"/>
              <a:gd name="connsiteX158" fmla="*/ 5996048 w 6128435"/>
              <a:gd name="connsiteY158" fmla="*/ 6555444 h 6858000"/>
              <a:gd name="connsiteX159" fmla="*/ 6002524 w 6128435"/>
              <a:gd name="connsiteY159" fmla="*/ 6560188 h 6858000"/>
              <a:gd name="connsiteX160" fmla="*/ 6006823 w 6128435"/>
              <a:gd name="connsiteY160" fmla="*/ 6578546 h 6858000"/>
              <a:gd name="connsiteX161" fmla="*/ 6004510 w 6128435"/>
              <a:gd name="connsiteY161" fmla="*/ 6599256 h 6858000"/>
              <a:gd name="connsiteX162" fmla="*/ 5986207 w 6128435"/>
              <a:gd name="connsiteY162" fmla="*/ 6695855 h 6858000"/>
              <a:gd name="connsiteX163" fmla="*/ 5979428 w 6128435"/>
              <a:gd name="connsiteY163" fmla="*/ 6754678 h 6858000"/>
              <a:gd name="connsiteX164" fmla="*/ 5983398 w 6128435"/>
              <a:gd name="connsiteY164" fmla="*/ 6778641 h 6858000"/>
              <a:gd name="connsiteX165" fmla="*/ 5984543 w 6128435"/>
              <a:gd name="connsiteY165" fmla="*/ 6811016 h 6858000"/>
              <a:gd name="connsiteX166" fmla="*/ 5981802 w 6128435"/>
              <a:gd name="connsiteY166" fmla="*/ 6838578 h 6858000"/>
              <a:gd name="connsiteX167" fmla="*/ 5979671 w 6128435"/>
              <a:gd name="connsiteY167" fmla="*/ 6858000 h 6858000"/>
              <a:gd name="connsiteX168" fmla="*/ 0 w 6128435"/>
              <a:gd name="connsiteY168" fmla="*/ 6858000 h 6858000"/>
              <a:gd name="connsiteX169" fmla="*/ 0 w 6128435"/>
              <a:gd name="connsiteY169"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5452 w 6128435"/>
              <a:gd name="connsiteY13" fmla="*/ 745392 h 6858000"/>
              <a:gd name="connsiteX14" fmla="*/ 5189051 w 6128435"/>
              <a:gd name="connsiteY14" fmla="*/ 782518 h 6858000"/>
              <a:gd name="connsiteX15" fmla="*/ 5210428 w 6128435"/>
              <a:gd name="connsiteY15" fmla="*/ 815772 h 6858000"/>
              <a:gd name="connsiteX16" fmla="*/ 5221088 w 6128435"/>
              <a:gd name="connsiteY16" fmla="*/ 860193 h 6858000"/>
              <a:gd name="connsiteX17" fmla="*/ 5227653 w 6128435"/>
              <a:gd name="connsiteY17" fmla="*/ 886709 h 6858000"/>
              <a:gd name="connsiteX18" fmla="*/ 5230806 w 6128435"/>
              <a:gd name="connsiteY18" fmla="*/ 961354 h 6858000"/>
              <a:gd name="connsiteX19" fmla="*/ 5201018 w 6128435"/>
              <a:gd name="connsiteY19" fmla="*/ 1095027 h 6858000"/>
              <a:gd name="connsiteX20" fmla="*/ 5202153 w 6128435"/>
              <a:gd name="connsiteY20" fmla="*/ 1133224 h 6858000"/>
              <a:gd name="connsiteX21" fmla="*/ 5207370 w 6128435"/>
              <a:gd name="connsiteY21" fmla="*/ 1138097 h 6858000"/>
              <a:gd name="connsiteX22" fmla="*/ 5189234 w 6128435"/>
              <a:gd name="connsiteY22" fmla="*/ 1193495 h 6858000"/>
              <a:gd name="connsiteX23" fmla="*/ 5202769 w 6128435"/>
              <a:gd name="connsiteY23" fmla="*/ 1269450 h 6858000"/>
              <a:gd name="connsiteX24" fmla="*/ 5225968 w 6128435"/>
              <a:gd name="connsiteY24" fmla="*/ 1357994 h 6858000"/>
              <a:gd name="connsiteX25" fmla="*/ 5233819 w 6128435"/>
              <a:gd name="connsiteY25" fmla="*/ 1380922 h 6858000"/>
              <a:gd name="connsiteX26" fmla="*/ 5237226 w 6128435"/>
              <a:gd name="connsiteY26" fmla="*/ 1441327 h 6858000"/>
              <a:gd name="connsiteX27" fmla="*/ 5244434 w 6128435"/>
              <a:gd name="connsiteY27" fmla="*/ 1580810 h 6858000"/>
              <a:gd name="connsiteX28" fmla="*/ 5251453 w 6128435"/>
              <a:gd name="connsiteY28" fmla="*/ 1583934 h 6858000"/>
              <a:gd name="connsiteX29" fmla="*/ 5253136 w 6128435"/>
              <a:gd name="connsiteY29" fmla="*/ 1595457 h 6858000"/>
              <a:gd name="connsiteX30" fmla="*/ 5254863 w 6128435"/>
              <a:gd name="connsiteY30" fmla="*/ 1598311 h 6858000"/>
              <a:gd name="connsiteX31" fmla="*/ 5263491 w 6128435"/>
              <a:gd name="connsiteY31" fmla="*/ 1642938 h 6858000"/>
              <a:gd name="connsiteX32" fmla="*/ 5261314 w 6128435"/>
              <a:gd name="connsiteY32" fmla="*/ 1689177 h 6858000"/>
              <a:gd name="connsiteX33" fmla="*/ 5259788 w 6128435"/>
              <a:gd name="connsiteY33" fmla="*/ 1768516 h 6858000"/>
              <a:gd name="connsiteX34" fmla="*/ 5255696 w 6128435"/>
              <a:gd name="connsiteY34" fmla="*/ 1953770 h 6858000"/>
              <a:gd name="connsiteX35" fmla="*/ 5252592 w 6128435"/>
              <a:gd name="connsiteY35" fmla="*/ 2092210 h 6858000"/>
              <a:gd name="connsiteX36" fmla="*/ 5264303 w 6128435"/>
              <a:gd name="connsiteY36" fmla="*/ 2225157 h 6858000"/>
              <a:gd name="connsiteX37" fmla="*/ 5254949 w 6128435"/>
              <a:gd name="connsiteY37" fmla="*/ 2236160 h 6858000"/>
              <a:gd name="connsiteX38" fmla="*/ 5250104 w 6128435"/>
              <a:gd name="connsiteY38" fmla="*/ 2249166 h 6858000"/>
              <a:gd name="connsiteX39" fmla="*/ 5251214 w 6128435"/>
              <a:gd name="connsiteY39" fmla="*/ 2250944 h 6858000"/>
              <a:gd name="connsiteX40" fmla="*/ 5250644 w 6128435"/>
              <a:gd name="connsiteY40" fmla="*/ 2266619 h 6858000"/>
              <a:gd name="connsiteX41" fmla="*/ 5247111 w 6128435"/>
              <a:gd name="connsiteY41" fmla="*/ 2269679 h 6858000"/>
              <a:gd name="connsiteX42" fmla="*/ 5279312 w 6128435"/>
              <a:gd name="connsiteY42" fmla="*/ 2302757 h 6858000"/>
              <a:gd name="connsiteX43" fmla="*/ 5293877 w 6128435"/>
              <a:gd name="connsiteY43" fmla="*/ 2368649 h 6858000"/>
              <a:gd name="connsiteX44" fmla="*/ 5311338 w 6128435"/>
              <a:gd name="connsiteY44" fmla="*/ 2404034 h 6858000"/>
              <a:gd name="connsiteX45" fmla="*/ 5338366 w 6128435"/>
              <a:gd name="connsiteY45" fmla="*/ 2465052 h 6858000"/>
              <a:gd name="connsiteX46" fmla="*/ 5371263 w 6128435"/>
              <a:gd name="connsiteY46" fmla="*/ 2586413 h 6858000"/>
              <a:gd name="connsiteX47" fmla="*/ 5407503 w 6128435"/>
              <a:gd name="connsiteY47" fmla="*/ 2786290 h 6858000"/>
              <a:gd name="connsiteX48" fmla="*/ 5407356 w 6128435"/>
              <a:gd name="connsiteY48" fmla="*/ 2787545 h 6858000"/>
              <a:gd name="connsiteX49" fmla="*/ 5411130 w 6128435"/>
              <a:gd name="connsiteY49" fmla="*/ 2788640 h 6858000"/>
              <a:gd name="connsiteX50" fmla="*/ 5416439 w 6128435"/>
              <a:gd name="connsiteY50" fmla="*/ 2805666 h 6858000"/>
              <a:gd name="connsiteX51" fmla="*/ 5416589 w 6128435"/>
              <a:gd name="connsiteY51" fmla="*/ 2810822 h 6858000"/>
              <a:gd name="connsiteX52" fmla="*/ 5418542 w 6128435"/>
              <a:gd name="connsiteY52" fmla="*/ 2817745 h 6858000"/>
              <a:gd name="connsiteX53" fmla="*/ 5418847 w 6128435"/>
              <a:gd name="connsiteY53" fmla="*/ 2817825 h 6858000"/>
              <a:gd name="connsiteX54" fmla="*/ 5457023 w 6128435"/>
              <a:gd name="connsiteY54" fmla="*/ 2858292 h 6858000"/>
              <a:gd name="connsiteX55" fmla="*/ 5479298 w 6128435"/>
              <a:gd name="connsiteY55" fmla="*/ 2947791 h 6858000"/>
              <a:gd name="connsiteX56" fmla="*/ 5481770 w 6128435"/>
              <a:gd name="connsiteY56" fmla="*/ 2951352 h 6858000"/>
              <a:gd name="connsiteX57" fmla="*/ 5482045 w 6128435"/>
              <a:gd name="connsiteY57" fmla="*/ 2984371 h 6858000"/>
              <a:gd name="connsiteX58" fmla="*/ 5482415 w 6128435"/>
              <a:gd name="connsiteY58" fmla="*/ 3004079 h 6858000"/>
              <a:gd name="connsiteX59" fmla="*/ 5483865 w 6128435"/>
              <a:gd name="connsiteY59" fmla="*/ 3005467 h 6858000"/>
              <a:gd name="connsiteX60" fmla="*/ 5482236 w 6128435"/>
              <a:gd name="connsiteY60" fmla="*/ 3019791 h 6858000"/>
              <a:gd name="connsiteX61" fmla="*/ 5481505 w 6128435"/>
              <a:gd name="connsiteY61" fmla="*/ 3095286 h 6858000"/>
              <a:gd name="connsiteX62" fmla="*/ 5477595 w 6128435"/>
              <a:gd name="connsiteY62" fmla="*/ 3250534 h 6858000"/>
              <a:gd name="connsiteX63" fmla="*/ 5532836 w 6128435"/>
              <a:gd name="connsiteY63" fmla="*/ 3353840 h 6858000"/>
              <a:gd name="connsiteX64" fmla="*/ 5561229 w 6128435"/>
              <a:gd name="connsiteY64" fmla="*/ 3395784 h 6858000"/>
              <a:gd name="connsiteX65" fmla="*/ 5589758 w 6128435"/>
              <a:gd name="connsiteY65" fmla="*/ 3506453 h 6858000"/>
              <a:gd name="connsiteX66" fmla="*/ 5596144 w 6128435"/>
              <a:gd name="connsiteY66" fmla="*/ 3534624 h 6858000"/>
              <a:gd name="connsiteX67" fmla="*/ 5597750 w 6128435"/>
              <a:gd name="connsiteY67" fmla="*/ 3534129 h 6858000"/>
              <a:gd name="connsiteX68" fmla="*/ 5599700 w 6128435"/>
              <a:gd name="connsiteY68" fmla="*/ 3547221 h 6858000"/>
              <a:gd name="connsiteX69" fmla="*/ 5615031 w 6128435"/>
              <a:gd name="connsiteY69" fmla="*/ 3557482 h 6858000"/>
              <a:gd name="connsiteX70" fmla="*/ 5618377 w 6128435"/>
              <a:gd name="connsiteY70" fmla="*/ 3588431 h 6858000"/>
              <a:gd name="connsiteX71" fmla="*/ 5612155 w 6128435"/>
              <a:gd name="connsiteY71" fmla="*/ 3589869 h 6858000"/>
              <a:gd name="connsiteX72" fmla="*/ 5620843 w 6128435"/>
              <a:gd name="connsiteY72" fmla="*/ 3606745 h 6858000"/>
              <a:gd name="connsiteX73" fmla="*/ 5655472 w 6128435"/>
              <a:gd name="connsiteY73" fmla="*/ 3678877 h 6858000"/>
              <a:gd name="connsiteX74" fmla="*/ 5680448 w 6128435"/>
              <a:gd name="connsiteY74" fmla="*/ 3717760 h 6858000"/>
              <a:gd name="connsiteX75" fmla="*/ 5683015 w 6128435"/>
              <a:gd name="connsiteY75" fmla="*/ 3762025 h 6858000"/>
              <a:gd name="connsiteX76" fmla="*/ 5696643 w 6128435"/>
              <a:gd name="connsiteY76" fmla="*/ 3773888 h 6858000"/>
              <a:gd name="connsiteX77" fmla="*/ 5699203 w 6128435"/>
              <a:gd name="connsiteY77" fmla="*/ 3775823 h 6858000"/>
              <a:gd name="connsiteX78" fmla="*/ 5704824 w 6128435"/>
              <a:gd name="connsiteY78" fmla="*/ 3785966 h 6858000"/>
              <a:gd name="connsiteX79" fmla="*/ 5712204 w 6128435"/>
              <a:gd name="connsiteY79" fmla="*/ 3785830 h 6858000"/>
              <a:gd name="connsiteX80" fmla="*/ 5724816 w 6128435"/>
              <a:gd name="connsiteY80" fmla="*/ 3798949 h 6858000"/>
              <a:gd name="connsiteX81" fmla="*/ 5733539 w 6128435"/>
              <a:gd name="connsiteY81" fmla="*/ 3818457 h 6858000"/>
              <a:gd name="connsiteX82" fmla="*/ 5768491 w 6128435"/>
              <a:gd name="connsiteY82" fmla="*/ 3914399 h 6858000"/>
              <a:gd name="connsiteX83" fmla="*/ 5793123 w 6128435"/>
              <a:gd name="connsiteY83" fmla="*/ 3969952 h 6858000"/>
              <a:gd name="connsiteX84" fmla="*/ 5808321 w 6128435"/>
              <a:gd name="connsiteY84" fmla="*/ 3988153 h 6858000"/>
              <a:gd name="connsiteX85" fmla="*/ 5825621 w 6128435"/>
              <a:gd name="connsiteY85" fmla="*/ 4015525 h 6858000"/>
              <a:gd name="connsiteX86" fmla="*/ 5860672 w 6128435"/>
              <a:gd name="connsiteY86" fmla="*/ 4061579 h 6858000"/>
              <a:gd name="connsiteX87" fmla="*/ 5872173 w 6128435"/>
              <a:gd name="connsiteY87" fmla="*/ 4088497 h 6858000"/>
              <a:gd name="connsiteX88" fmla="*/ 5883705 w 6128435"/>
              <a:gd name="connsiteY88" fmla="*/ 4101899 h 6858000"/>
              <a:gd name="connsiteX89" fmla="*/ 5885314 w 6128435"/>
              <a:gd name="connsiteY89" fmla="*/ 4108387 h 6858000"/>
              <a:gd name="connsiteX90" fmla="*/ 5894095 w 6128435"/>
              <a:gd name="connsiteY90" fmla="*/ 4128857 h 6858000"/>
              <a:gd name="connsiteX91" fmla="*/ 5898339 w 6128435"/>
              <a:gd name="connsiteY91" fmla="*/ 4140800 h 6858000"/>
              <a:gd name="connsiteX92" fmla="*/ 5899734 w 6128435"/>
              <a:gd name="connsiteY92" fmla="*/ 4145632 h 6858000"/>
              <a:gd name="connsiteX93" fmla="*/ 5903513 w 6128435"/>
              <a:gd name="connsiteY93" fmla="*/ 4187661 h 6858000"/>
              <a:gd name="connsiteX94" fmla="*/ 5917114 w 6128435"/>
              <a:gd name="connsiteY94" fmla="*/ 4213096 h 6858000"/>
              <a:gd name="connsiteX95" fmla="*/ 5921153 w 6128435"/>
              <a:gd name="connsiteY95" fmla="*/ 4236222 h 6858000"/>
              <a:gd name="connsiteX96" fmla="*/ 5924233 w 6128435"/>
              <a:gd name="connsiteY96" fmla="*/ 4242060 h 6858000"/>
              <a:gd name="connsiteX97" fmla="*/ 5928910 w 6128435"/>
              <a:gd name="connsiteY97" fmla="*/ 4300973 h 6858000"/>
              <a:gd name="connsiteX98" fmla="*/ 5939320 w 6128435"/>
              <a:gd name="connsiteY98" fmla="*/ 4340435 h 6858000"/>
              <a:gd name="connsiteX99" fmla="*/ 5946705 w 6128435"/>
              <a:gd name="connsiteY99" fmla="*/ 4428051 h 6858000"/>
              <a:gd name="connsiteX100" fmla="*/ 5949261 w 6128435"/>
              <a:gd name="connsiteY100" fmla="*/ 4449185 h 6858000"/>
              <a:gd name="connsiteX101" fmla="*/ 5957504 w 6128435"/>
              <a:gd name="connsiteY101" fmla="*/ 4465911 h 6858000"/>
              <a:gd name="connsiteX102" fmla="*/ 5964689 w 6128435"/>
              <a:gd name="connsiteY102" fmla="*/ 4468532 h 6858000"/>
              <a:gd name="connsiteX103" fmla="*/ 5967062 w 6128435"/>
              <a:gd name="connsiteY103" fmla="*/ 4479923 h 6858000"/>
              <a:gd name="connsiteX104" fmla="*/ 5968960 w 6128435"/>
              <a:gd name="connsiteY104" fmla="*/ 4482655 h 6858000"/>
              <a:gd name="connsiteX105" fmla="*/ 5978567 w 6128435"/>
              <a:gd name="connsiteY105" fmla="*/ 4498605 h 6858000"/>
              <a:gd name="connsiteX106" fmla="*/ 5980106 w 6128435"/>
              <a:gd name="connsiteY106" fmla="*/ 4585087 h 6858000"/>
              <a:gd name="connsiteX107" fmla="*/ 5998138 w 6128435"/>
              <a:gd name="connsiteY107" fmla="*/ 4697518 h 6858000"/>
              <a:gd name="connsiteX108" fmla="*/ 6013516 w 6128435"/>
              <a:gd name="connsiteY108" fmla="*/ 4786619 h 6858000"/>
              <a:gd name="connsiteX109" fmla="*/ 6025404 w 6128435"/>
              <a:gd name="connsiteY109" fmla="*/ 4858148 h 6858000"/>
              <a:gd name="connsiteX110" fmla="*/ 6007749 w 6128435"/>
              <a:gd name="connsiteY110" fmla="*/ 4964715 h 6858000"/>
              <a:gd name="connsiteX111" fmla="*/ 6005269 w 6128435"/>
              <a:gd name="connsiteY111" fmla="*/ 5150567 h 6858000"/>
              <a:gd name="connsiteX112" fmla="*/ 6001127 w 6128435"/>
              <a:gd name="connsiteY112" fmla="*/ 5164609 h 6858000"/>
              <a:gd name="connsiteX113" fmla="*/ 5996647 w 6128435"/>
              <a:gd name="connsiteY113" fmla="*/ 5185640 h 6858000"/>
              <a:gd name="connsiteX114" fmla="*/ 5998514 w 6128435"/>
              <a:gd name="connsiteY114" fmla="*/ 5189673 h 6858000"/>
              <a:gd name="connsiteX115" fmla="*/ 5995970 w 6128435"/>
              <a:gd name="connsiteY115" fmla="*/ 5221547 h 6858000"/>
              <a:gd name="connsiteX116" fmla="*/ 5997218 w 6128435"/>
              <a:gd name="connsiteY116" fmla="*/ 5222031 h 6858000"/>
              <a:gd name="connsiteX117" fmla="*/ 6002116 w 6128435"/>
              <a:gd name="connsiteY117" fmla="*/ 5231223 h 6858000"/>
              <a:gd name="connsiteX118" fmla="*/ 6008541 w 6128435"/>
              <a:gd name="connsiteY118" fmla="*/ 5248680 h 6858000"/>
              <a:gd name="connsiteX119" fmla="*/ 6039260 w 6128435"/>
              <a:gd name="connsiteY119" fmla="*/ 5289518 h 6858000"/>
              <a:gd name="connsiteX120" fmla="*/ 6036748 w 6128435"/>
              <a:gd name="connsiteY120" fmla="*/ 5322752 h 6858000"/>
              <a:gd name="connsiteX121" fmla="*/ 6036943 w 6128435"/>
              <a:gd name="connsiteY121" fmla="*/ 5329480 h 6858000"/>
              <a:gd name="connsiteX122" fmla="*/ 6037236 w 6128435"/>
              <a:gd name="connsiteY122" fmla="*/ 5329634 h 6858000"/>
              <a:gd name="connsiteX123" fmla="*/ 6038019 w 6128435"/>
              <a:gd name="connsiteY123" fmla="*/ 5336764 h 6858000"/>
              <a:gd name="connsiteX124" fmla="*/ 6037298 w 6128435"/>
              <a:gd name="connsiteY124" fmla="*/ 5341753 h 6858000"/>
              <a:gd name="connsiteX125" fmla="*/ 6037677 w 6128435"/>
              <a:gd name="connsiteY125" fmla="*/ 5354807 h 6858000"/>
              <a:gd name="connsiteX126" fmla="*/ 6039728 w 6128435"/>
              <a:gd name="connsiteY126" fmla="*/ 5359416 h 6858000"/>
              <a:gd name="connsiteX127" fmla="*/ 6043311 w 6128435"/>
              <a:gd name="connsiteY127" fmla="*/ 5361407 h 6858000"/>
              <a:gd name="connsiteX128" fmla="*/ 6042954 w 6128435"/>
              <a:gd name="connsiteY128" fmla="*/ 5362576 h 6858000"/>
              <a:gd name="connsiteX129" fmla="*/ 6053435 w 6128435"/>
              <a:gd name="connsiteY129" fmla="*/ 5387547 h 6858000"/>
              <a:gd name="connsiteX130" fmla="*/ 6065933 w 6128435"/>
              <a:gd name="connsiteY130" fmla="*/ 5443002 h 6858000"/>
              <a:gd name="connsiteX131" fmla="*/ 6068640 w 6128435"/>
              <a:gd name="connsiteY131" fmla="*/ 5474503 h 6858000"/>
              <a:gd name="connsiteX132" fmla="*/ 6080922 w 6128435"/>
              <a:gd name="connsiteY132" fmla="*/ 5561070 h 6858000"/>
              <a:gd name="connsiteX133" fmla="*/ 6096949 w 6128435"/>
              <a:gd name="connsiteY133" fmla="*/ 5648179 h 6858000"/>
              <a:gd name="connsiteX134" fmla="*/ 6125703 w 6128435"/>
              <a:gd name="connsiteY134" fmla="*/ 5692894 h 6858000"/>
              <a:gd name="connsiteX135" fmla="*/ 6126670 w 6128435"/>
              <a:gd name="connsiteY135" fmla="*/ 5697882 h 6858000"/>
              <a:gd name="connsiteX136" fmla="*/ 6124061 w 6128435"/>
              <a:gd name="connsiteY136" fmla="*/ 5710294 h 6858000"/>
              <a:gd name="connsiteX137" fmla="*/ 6122213 w 6128435"/>
              <a:gd name="connsiteY137" fmla="*/ 5714762 h 6858000"/>
              <a:gd name="connsiteX138" fmla="*/ 6121353 w 6128435"/>
              <a:gd name="connsiteY138" fmla="*/ 5721725 h 6858000"/>
              <a:gd name="connsiteX139" fmla="*/ 6121607 w 6128435"/>
              <a:gd name="connsiteY139" fmla="*/ 5721959 h 6858000"/>
              <a:gd name="connsiteX140" fmla="*/ 6120262 w 6128435"/>
              <a:gd name="connsiteY140" fmla="*/ 5728358 h 6858000"/>
              <a:gd name="connsiteX141" fmla="*/ 6110194 w 6128435"/>
              <a:gd name="connsiteY141" fmla="*/ 5758853 h 6858000"/>
              <a:gd name="connsiteX142" fmla="*/ 6127519 w 6128435"/>
              <a:gd name="connsiteY142" fmla="*/ 5865775 h 6858000"/>
              <a:gd name="connsiteX143" fmla="*/ 6128435 w 6128435"/>
              <a:gd name="connsiteY143" fmla="*/ 5870164 h 6858000"/>
              <a:gd name="connsiteX144" fmla="*/ 6119217 w 6128435"/>
              <a:gd name="connsiteY144" fmla="*/ 5888542 h 6858000"/>
              <a:gd name="connsiteX145" fmla="*/ 6115966 w 6128435"/>
              <a:gd name="connsiteY145" fmla="*/ 5898387 h 6858000"/>
              <a:gd name="connsiteX146" fmla="*/ 6111924 w 6128435"/>
              <a:gd name="connsiteY146" fmla="*/ 5900444 h 6858000"/>
              <a:gd name="connsiteX147" fmla="*/ 6108716 w 6128435"/>
              <a:gd name="connsiteY147" fmla="*/ 5915345 h 6858000"/>
              <a:gd name="connsiteX148" fmla="*/ 6109524 w 6128435"/>
              <a:gd name="connsiteY148" fmla="*/ 5917328 h 6858000"/>
              <a:gd name="connsiteX149" fmla="*/ 6102493 w 6128435"/>
              <a:gd name="connsiteY149" fmla="*/ 5928602 h 6858000"/>
              <a:gd name="connsiteX150" fmla="*/ 6056863 w 6128435"/>
              <a:gd name="connsiteY150" fmla="*/ 6000643 h 6858000"/>
              <a:gd name="connsiteX151" fmla="*/ 6045436 w 6128435"/>
              <a:gd name="connsiteY151" fmla="*/ 6124480 h 6858000"/>
              <a:gd name="connsiteX152" fmla="*/ 6030489 w 6128435"/>
              <a:gd name="connsiteY152" fmla="*/ 6317666 h 6858000"/>
              <a:gd name="connsiteX153" fmla="*/ 6007492 w 6128435"/>
              <a:gd name="connsiteY153" fmla="*/ 6440818 h 6858000"/>
              <a:gd name="connsiteX154" fmla="*/ 6009467 w 6128435"/>
              <a:gd name="connsiteY154" fmla="*/ 6487076 h 6858000"/>
              <a:gd name="connsiteX155" fmla="*/ 5995064 w 6128435"/>
              <a:gd name="connsiteY155" fmla="*/ 6540791 h 6858000"/>
              <a:gd name="connsiteX156" fmla="*/ 5996309 w 6128435"/>
              <a:gd name="connsiteY156" fmla="*/ 6543961 h 6858000"/>
              <a:gd name="connsiteX157" fmla="*/ 5996048 w 6128435"/>
              <a:gd name="connsiteY157" fmla="*/ 6555444 h 6858000"/>
              <a:gd name="connsiteX158" fmla="*/ 6002524 w 6128435"/>
              <a:gd name="connsiteY158" fmla="*/ 6560188 h 6858000"/>
              <a:gd name="connsiteX159" fmla="*/ 6006823 w 6128435"/>
              <a:gd name="connsiteY159" fmla="*/ 6578546 h 6858000"/>
              <a:gd name="connsiteX160" fmla="*/ 6004510 w 6128435"/>
              <a:gd name="connsiteY160" fmla="*/ 6599256 h 6858000"/>
              <a:gd name="connsiteX161" fmla="*/ 5986207 w 6128435"/>
              <a:gd name="connsiteY161" fmla="*/ 6695855 h 6858000"/>
              <a:gd name="connsiteX162" fmla="*/ 5979428 w 6128435"/>
              <a:gd name="connsiteY162" fmla="*/ 6754678 h 6858000"/>
              <a:gd name="connsiteX163" fmla="*/ 5983398 w 6128435"/>
              <a:gd name="connsiteY163" fmla="*/ 6778641 h 6858000"/>
              <a:gd name="connsiteX164" fmla="*/ 5984543 w 6128435"/>
              <a:gd name="connsiteY164" fmla="*/ 6811016 h 6858000"/>
              <a:gd name="connsiteX165" fmla="*/ 5981802 w 6128435"/>
              <a:gd name="connsiteY165" fmla="*/ 6838578 h 6858000"/>
              <a:gd name="connsiteX166" fmla="*/ 5979671 w 6128435"/>
              <a:gd name="connsiteY166" fmla="*/ 6858000 h 6858000"/>
              <a:gd name="connsiteX167" fmla="*/ 0 w 6128435"/>
              <a:gd name="connsiteY167" fmla="*/ 6858000 h 6858000"/>
              <a:gd name="connsiteX168" fmla="*/ 0 w 6128435"/>
              <a:gd name="connsiteY168"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201957 w 6128435"/>
              <a:gd name="connsiteY12" fmla="*/ 736835 h 6858000"/>
              <a:gd name="connsiteX13" fmla="*/ 5189051 w 6128435"/>
              <a:gd name="connsiteY13" fmla="*/ 782518 h 6858000"/>
              <a:gd name="connsiteX14" fmla="*/ 5210428 w 6128435"/>
              <a:gd name="connsiteY14" fmla="*/ 815772 h 6858000"/>
              <a:gd name="connsiteX15" fmla="*/ 5221088 w 6128435"/>
              <a:gd name="connsiteY15" fmla="*/ 860193 h 6858000"/>
              <a:gd name="connsiteX16" fmla="*/ 5227653 w 6128435"/>
              <a:gd name="connsiteY16" fmla="*/ 886709 h 6858000"/>
              <a:gd name="connsiteX17" fmla="*/ 5230806 w 6128435"/>
              <a:gd name="connsiteY17" fmla="*/ 961354 h 6858000"/>
              <a:gd name="connsiteX18" fmla="*/ 5201018 w 6128435"/>
              <a:gd name="connsiteY18" fmla="*/ 1095027 h 6858000"/>
              <a:gd name="connsiteX19" fmla="*/ 5202153 w 6128435"/>
              <a:gd name="connsiteY19" fmla="*/ 1133224 h 6858000"/>
              <a:gd name="connsiteX20" fmla="*/ 5207370 w 6128435"/>
              <a:gd name="connsiteY20" fmla="*/ 1138097 h 6858000"/>
              <a:gd name="connsiteX21" fmla="*/ 5189234 w 6128435"/>
              <a:gd name="connsiteY21" fmla="*/ 1193495 h 6858000"/>
              <a:gd name="connsiteX22" fmla="*/ 5202769 w 6128435"/>
              <a:gd name="connsiteY22" fmla="*/ 1269450 h 6858000"/>
              <a:gd name="connsiteX23" fmla="*/ 5225968 w 6128435"/>
              <a:gd name="connsiteY23" fmla="*/ 1357994 h 6858000"/>
              <a:gd name="connsiteX24" fmla="*/ 5233819 w 6128435"/>
              <a:gd name="connsiteY24" fmla="*/ 1380922 h 6858000"/>
              <a:gd name="connsiteX25" fmla="*/ 5237226 w 6128435"/>
              <a:gd name="connsiteY25" fmla="*/ 1441327 h 6858000"/>
              <a:gd name="connsiteX26" fmla="*/ 5244434 w 6128435"/>
              <a:gd name="connsiteY26" fmla="*/ 1580810 h 6858000"/>
              <a:gd name="connsiteX27" fmla="*/ 5251453 w 6128435"/>
              <a:gd name="connsiteY27" fmla="*/ 1583934 h 6858000"/>
              <a:gd name="connsiteX28" fmla="*/ 5253136 w 6128435"/>
              <a:gd name="connsiteY28" fmla="*/ 1595457 h 6858000"/>
              <a:gd name="connsiteX29" fmla="*/ 5254863 w 6128435"/>
              <a:gd name="connsiteY29" fmla="*/ 1598311 h 6858000"/>
              <a:gd name="connsiteX30" fmla="*/ 5263491 w 6128435"/>
              <a:gd name="connsiteY30" fmla="*/ 1642938 h 6858000"/>
              <a:gd name="connsiteX31" fmla="*/ 5261314 w 6128435"/>
              <a:gd name="connsiteY31" fmla="*/ 1689177 h 6858000"/>
              <a:gd name="connsiteX32" fmla="*/ 5259788 w 6128435"/>
              <a:gd name="connsiteY32" fmla="*/ 1768516 h 6858000"/>
              <a:gd name="connsiteX33" fmla="*/ 5255696 w 6128435"/>
              <a:gd name="connsiteY33" fmla="*/ 1953770 h 6858000"/>
              <a:gd name="connsiteX34" fmla="*/ 5252592 w 6128435"/>
              <a:gd name="connsiteY34" fmla="*/ 2092210 h 6858000"/>
              <a:gd name="connsiteX35" fmla="*/ 5264303 w 6128435"/>
              <a:gd name="connsiteY35" fmla="*/ 2225157 h 6858000"/>
              <a:gd name="connsiteX36" fmla="*/ 5254949 w 6128435"/>
              <a:gd name="connsiteY36" fmla="*/ 2236160 h 6858000"/>
              <a:gd name="connsiteX37" fmla="*/ 5250104 w 6128435"/>
              <a:gd name="connsiteY37" fmla="*/ 2249166 h 6858000"/>
              <a:gd name="connsiteX38" fmla="*/ 5251214 w 6128435"/>
              <a:gd name="connsiteY38" fmla="*/ 2250944 h 6858000"/>
              <a:gd name="connsiteX39" fmla="*/ 5250644 w 6128435"/>
              <a:gd name="connsiteY39" fmla="*/ 2266619 h 6858000"/>
              <a:gd name="connsiteX40" fmla="*/ 5247111 w 6128435"/>
              <a:gd name="connsiteY40" fmla="*/ 2269679 h 6858000"/>
              <a:gd name="connsiteX41" fmla="*/ 5279312 w 6128435"/>
              <a:gd name="connsiteY41" fmla="*/ 2302757 h 6858000"/>
              <a:gd name="connsiteX42" fmla="*/ 5293877 w 6128435"/>
              <a:gd name="connsiteY42" fmla="*/ 2368649 h 6858000"/>
              <a:gd name="connsiteX43" fmla="*/ 5311338 w 6128435"/>
              <a:gd name="connsiteY43" fmla="*/ 2404034 h 6858000"/>
              <a:gd name="connsiteX44" fmla="*/ 5338366 w 6128435"/>
              <a:gd name="connsiteY44" fmla="*/ 2465052 h 6858000"/>
              <a:gd name="connsiteX45" fmla="*/ 5371263 w 6128435"/>
              <a:gd name="connsiteY45" fmla="*/ 2586413 h 6858000"/>
              <a:gd name="connsiteX46" fmla="*/ 5407503 w 6128435"/>
              <a:gd name="connsiteY46" fmla="*/ 2786290 h 6858000"/>
              <a:gd name="connsiteX47" fmla="*/ 5407356 w 6128435"/>
              <a:gd name="connsiteY47" fmla="*/ 2787545 h 6858000"/>
              <a:gd name="connsiteX48" fmla="*/ 5411130 w 6128435"/>
              <a:gd name="connsiteY48" fmla="*/ 2788640 h 6858000"/>
              <a:gd name="connsiteX49" fmla="*/ 5416439 w 6128435"/>
              <a:gd name="connsiteY49" fmla="*/ 2805666 h 6858000"/>
              <a:gd name="connsiteX50" fmla="*/ 5416589 w 6128435"/>
              <a:gd name="connsiteY50" fmla="*/ 2810822 h 6858000"/>
              <a:gd name="connsiteX51" fmla="*/ 5418542 w 6128435"/>
              <a:gd name="connsiteY51" fmla="*/ 2817745 h 6858000"/>
              <a:gd name="connsiteX52" fmla="*/ 5418847 w 6128435"/>
              <a:gd name="connsiteY52" fmla="*/ 2817825 h 6858000"/>
              <a:gd name="connsiteX53" fmla="*/ 5457023 w 6128435"/>
              <a:gd name="connsiteY53" fmla="*/ 2858292 h 6858000"/>
              <a:gd name="connsiteX54" fmla="*/ 5479298 w 6128435"/>
              <a:gd name="connsiteY54" fmla="*/ 2947791 h 6858000"/>
              <a:gd name="connsiteX55" fmla="*/ 5481770 w 6128435"/>
              <a:gd name="connsiteY55" fmla="*/ 2951352 h 6858000"/>
              <a:gd name="connsiteX56" fmla="*/ 5482045 w 6128435"/>
              <a:gd name="connsiteY56" fmla="*/ 2984371 h 6858000"/>
              <a:gd name="connsiteX57" fmla="*/ 5482415 w 6128435"/>
              <a:gd name="connsiteY57" fmla="*/ 3004079 h 6858000"/>
              <a:gd name="connsiteX58" fmla="*/ 5483865 w 6128435"/>
              <a:gd name="connsiteY58" fmla="*/ 3005467 h 6858000"/>
              <a:gd name="connsiteX59" fmla="*/ 5482236 w 6128435"/>
              <a:gd name="connsiteY59" fmla="*/ 3019791 h 6858000"/>
              <a:gd name="connsiteX60" fmla="*/ 5481505 w 6128435"/>
              <a:gd name="connsiteY60" fmla="*/ 3095286 h 6858000"/>
              <a:gd name="connsiteX61" fmla="*/ 5477595 w 6128435"/>
              <a:gd name="connsiteY61" fmla="*/ 3250534 h 6858000"/>
              <a:gd name="connsiteX62" fmla="*/ 5532836 w 6128435"/>
              <a:gd name="connsiteY62" fmla="*/ 3353840 h 6858000"/>
              <a:gd name="connsiteX63" fmla="*/ 5561229 w 6128435"/>
              <a:gd name="connsiteY63" fmla="*/ 3395784 h 6858000"/>
              <a:gd name="connsiteX64" fmla="*/ 5589758 w 6128435"/>
              <a:gd name="connsiteY64" fmla="*/ 3506453 h 6858000"/>
              <a:gd name="connsiteX65" fmla="*/ 5596144 w 6128435"/>
              <a:gd name="connsiteY65" fmla="*/ 3534624 h 6858000"/>
              <a:gd name="connsiteX66" fmla="*/ 5597750 w 6128435"/>
              <a:gd name="connsiteY66" fmla="*/ 3534129 h 6858000"/>
              <a:gd name="connsiteX67" fmla="*/ 5599700 w 6128435"/>
              <a:gd name="connsiteY67" fmla="*/ 3547221 h 6858000"/>
              <a:gd name="connsiteX68" fmla="*/ 5615031 w 6128435"/>
              <a:gd name="connsiteY68" fmla="*/ 3557482 h 6858000"/>
              <a:gd name="connsiteX69" fmla="*/ 5618377 w 6128435"/>
              <a:gd name="connsiteY69" fmla="*/ 3588431 h 6858000"/>
              <a:gd name="connsiteX70" fmla="*/ 5612155 w 6128435"/>
              <a:gd name="connsiteY70" fmla="*/ 3589869 h 6858000"/>
              <a:gd name="connsiteX71" fmla="*/ 5620843 w 6128435"/>
              <a:gd name="connsiteY71" fmla="*/ 3606745 h 6858000"/>
              <a:gd name="connsiteX72" fmla="*/ 5655472 w 6128435"/>
              <a:gd name="connsiteY72" fmla="*/ 3678877 h 6858000"/>
              <a:gd name="connsiteX73" fmla="*/ 5680448 w 6128435"/>
              <a:gd name="connsiteY73" fmla="*/ 3717760 h 6858000"/>
              <a:gd name="connsiteX74" fmla="*/ 5683015 w 6128435"/>
              <a:gd name="connsiteY74" fmla="*/ 3762025 h 6858000"/>
              <a:gd name="connsiteX75" fmla="*/ 5696643 w 6128435"/>
              <a:gd name="connsiteY75" fmla="*/ 3773888 h 6858000"/>
              <a:gd name="connsiteX76" fmla="*/ 5699203 w 6128435"/>
              <a:gd name="connsiteY76" fmla="*/ 3775823 h 6858000"/>
              <a:gd name="connsiteX77" fmla="*/ 5704824 w 6128435"/>
              <a:gd name="connsiteY77" fmla="*/ 3785966 h 6858000"/>
              <a:gd name="connsiteX78" fmla="*/ 5712204 w 6128435"/>
              <a:gd name="connsiteY78" fmla="*/ 3785830 h 6858000"/>
              <a:gd name="connsiteX79" fmla="*/ 5724816 w 6128435"/>
              <a:gd name="connsiteY79" fmla="*/ 3798949 h 6858000"/>
              <a:gd name="connsiteX80" fmla="*/ 5733539 w 6128435"/>
              <a:gd name="connsiteY80" fmla="*/ 3818457 h 6858000"/>
              <a:gd name="connsiteX81" fmla="*/ 5768491 w 6128435"/>
              <a:gd name="connsiteY81" fmla="*/ 3914399 h 6858000"/>
              <a:gd name="connsiteX82" fmla="*/ 5793123 w 6128435"/>
              <a:gd name="connsiteY82" fmla="*/ 3969952 h 6858000"/>
              <a:gd name="connsiteX83" fmla="*/ 5808321 w 6128435"/>
              <a:gd name="connsiteY83" fmla="*/ 3988153 h 6858000"/>
              <a:gd name="connsiteX84" fmla="*/ 5825621 w 6128435"/>
              <a:gd name="connsiteY84" fmla="*/ 4015525 h 6858000"/>
              <a:gd name="connsiteX85" fmla="*/ 5860672 w 6128435"/>
              <a:gd name="connsiteY85" fmla="*/ 4061579 h 6858000"/>
              <a:gd name="connsiteX86" fmla="*/ 5872173 w 6128435"/>
              <a:gd name="connsiteY86" fmla="*/ 4088497 h 6858000"/>
              <a:gd name="connsiteX87" fmla="*/ 5883705 w 6128435"/>
              <a:gd name="connsiteY87" fmla="*/ 4101899 h 6858000"/>
              <a:gd name="connsiteX88" fmla="*/ 5885314 w 6128435"/>
              <a:gd name="connsiteY88" fmla="*/ 4108387 h 6858000"/>
              <a:gd name="connsiteX89" fmla="*/ 5894095 w 6128435"/>
              <a:gd name="connsiteY89" fmla="*/ 4128857 h 6858000"/>
              <a:gd name="connsiteX90" fmla="*/ 5898339 w 6128435"/>
              <a:gd name="connsiteY90" fmla="*/ 4140800 h 6858000"/>
              <a:gd name="connsiteX91" fmla="*/ 5899734 w 6128435"/>
              <a:gd name="connsiteY91" fmla="*/ 4145632 h 6858000"/>
              <a:gd name="connsiteX92" fmla="*/ 5903513 w 6128435"/>
              <a:gd name="connsiteY92" fmla="*/ 4187661 h 6858000"/>
              <a:gd name="connsiteX93" fmla="*/ 5917114 w 6128435"/>
              <a:gd name="connsiteY93" fmla="*/ 4213096 h 6858000"/>
              <a:gd name="connsiteX94" fmla="*/ 5921153 w 6128435"/>
              <a:gd name="connsiteY94" fmla="*/ 4236222 h 6858000"/>
              <a:gd name="connsiteX95" fmla="*/ 5924233 w 6128435"/>
              <a:gd name="connsiteY95" fmla="*/ 4242060 h 6858000"/>
              <a:gd name="connsiteX96" fmla="*/ 5928910 w 6128435"/>
              <a:gd name="connsiteY96" fmla="*/ 4300973 h 6858000"/>
              <a:gd name="connsiteX97" fmla="*/ 5939320 w 6128435"/>
              <a:gd name="connsiteY97" fmla="*/ 4340435 h 6858000"/>
              <a:gd name="connsiteX98" fmla="*/ 5946705 w 6128435"/>
              <a:gd name="connsiteY98" fmla="*/ 4428051 h 6858000"/>
              <a:gd name="connsiteX99" fmla="*/ 5949261 w 6128435"/>
              <a:gd name="connsiteY99" fmla="*/ 4449185 h 6858000"/>
              <a:gd name="connsiteX100" fmla="*/ 5957504 w 6128435"/>
              <a:gd name="connsiteY100" fmla="*/ 4465911 h 6858000"/>
              <a:gd name="connsiteX101" fmla="*/ 5964689 w 6128435"/>
              <a:gd name="connsiteY101" fmla="*/ 4468532 h 6858000"/>
              <a:gd name="connsiteX102" fmla="*/ 5967062 w 6128435"/>
              <a:gd name="connsiteY102" fmla="*/ 4479923 h 6858000"/>
              <a:gd name="connsiteX103" fmla="*/ 5968960 w 6128435"/>
              <a:gd name="connsiteY103" fmla="*/ 4482655 h 6858000"/>
              <a:gd name="connsiteX104" fmla="*/ 5978567 w 6128435"/>
              <a:gd name="connsiteY104" fmla="*/ 4498605 h 6858000"/>
              <a:gd name="connsiteX105" fmla="*/ 5980106 w 6128435"/>
              <a:gd name="connsiteY105" fmla="*/ 4585087 h 6858000"/>
              <a:gd name="connsiteX106" fmla="*/ 5998138 w 6128435"/>
              <a:gd name="connsiteY106" fmla="*/ 4697518 h 6858000"/>
              <a:gd name="connsiteX107" fmla="*/ 6013516 w 6128435"/>
              <a:gd name="connsiteY107" fmla="*/ 4786619 h 6858000"/>
              <a:gd name="connsiteX108" fmla="*/ 6025404 w 6128435"/>
              <a:gd name="connsiteY108" fmla="*/ 4858148 h 6858000"/>
              <a:gd name="connsiteX109" fmla="*/ 6007749 w 6128435"/>
              <a:gd name="connsiteY109" fmla="*/ 4964715 h 6858000"/>
              <a:gd name="connsiteX110" fmla="*/ 6005269 w 6128435"/>
              <a:gd name="connsiteY110" fmla="*/ 5150567 h 6858000"/>
              <a:gd name="connsiteX111" fmla="*/ 6001127 w 6128435"/>
              <a:gd name="connsiteY111" fmla="*/ 5164609 h 6858000"/>
              <a:gd name="connsiteX112" fmla="*/ 5996647 w 6128435"/>
              <a:gd name="connsiteY112" fmla="*/ 5185640 h 6858000"/>
              <a:gd name="connsiteX113" fmla="*/ 5998514 w 6128435"/>
              <a:gd name="connsiteY113" fmla="*/ 5189673 h 6858000"/>
              <a:gd name="connsiteX114" fmla="*/ 5995970 w 6128435"/>
              <a:gd name="connsiteY114" fmla="*/ 5221547 h 6858000"/>
              <a:gd name="connsiteX115" fmla="*/ 5997218 w 6128435"/>
              <a:gd name="connsiteY115" fmla="*/ 5222031 h 6858000"/>
              <a:gd name="connsiteX116" fmla="*/ 6002116 w 6128435"/>
              <a:gd name="connsiteY116" fmla="*/ 5231223 h 6858000"/>
              <a:gd name="connsiteX117" fmla="*/ 6008541 w 6128435"/>
              <a:gd name="connsiteY117" fmla="*/ 5248680 h 6858000"/>
              <a:gd name="connsiteX118" fmla="*/ 6039260 w 6128435"/>
              <a:gd name="connsiteY118" fmla="*/ 5289518 h 6858000"/>
              <a:gd name="connsiteX119" fmla="*/ 6036748 w 6128435"/>
              <a:gd name="connsiteY119" fmla="*/ 5322752 h 6858000"/>
              <a:gd name="connsiteX120" fmla="*/ 6036943 w 6128435"/>
              <a:gd name="connsiteY120" fmla="*/ 5329480 h 6858000"/>
              <a:gd name="connsiteX121" fmla="*/ 6037236 w 6128435"/>
              <a:gd name="connsiteY121" fmla="*/ 5329634 h 6858000"/>
              <a:gd name="connsiteX122" fmla="*/ 6038019 w 6128435"/>
              <a:gd name="connsiteY122" fmla="*/ 5336764 h 6858000"/>
              <a:gd name="connsiteX123" fmla="*/ 6037298 w 6128435"/>
              <a:gd name="connsiteY123" fmla="*/ 5341753 h 6858000"/>
              <a:gd name="connsiteX124" fmla="*/ 6037677 w 6128435"/>
              <a:gd name="connsiteY124" fmla="*/ 5354807 h 6858000"/>
              <a:gd name="connsiteX125" fmla="*/ 6039728 w 6128435"/>
              <a:gd name="connsiteY125" fmla="*/ 5359416 h 6858000"/>
              <a:gd name="connsiteX126" fmla="*/ 6043311 w 6128435"/>
              <a:gd name="connsiteY126" fmla="*/ 5361407 h 6858000"/>
              <a:gd name="connsiteX127" fmla="*/ 6042954 w 6128435"/>
              <a:gd name="connsiteY127" fmla="*/ 5362576 h 6858000"/>
              <a:gd name="connsiteX128" fmla="*/ 6053435 w 6128435"/>
              <a:gd name="connsiteY128" fmla="*/ 5387547 h 6858000"/>
              <a:gd name="connsiteX129" fmla="*/ 6065933 w 6128435"/>
              <a:gd name="connsiteY129" fmla="*/ 5443002 h 6858000"/>
              <a:gd name="connsiteX130" fmla="*/ 6068640 w 6128435"/>
              <a:gd name="connsiteY130" fmla="*/ 5474503 h 6858000"/>
              <a:gd name="connsiteX131" fmla="*/ 6080922 w 6128435"/>
              <a:gd name="connsiteY131" fmla="*/ 5561070 h 6858000"/>
              <a:gd name="connsiteX132" fmla="*/ 6096949 w 6128435"/>
              <a:gd name="connsiteY132" fmla="*/ 5648179 h 6858000"/>
              <a:gd name="connsiteX133" fmla="*/ 6125703 w 6128435"/>
              <a:gd name="connsiteY133" fmla="*/ 5692894 h 6858000"/>
              <a:gd name="connsiteX134" fmla="*/ 6126670 w 6128435"/>
              <a:gd name="connsiteY134" fmla="*/ 5697882 h 6858000"/>
              <a:gd name="connsiteX135" fmla="*/ 6124061 w 6128435"/>
              <a:gd name="connsiteY135" fmla="*/ 5710294 h 6858000"/>
              <a:gd name="connsiteX136" fmla="*/ 6122213 w 6128435"/>
              <a:gd name="connsiteY136" fmla="*/ 5714762 h 6858000"/>
              <a:gd name="connsiteX137" fmla="*/ 6121353 w 6128435"/>
              <a:gd name="connsiteY137" fmla="*/ 5721725 h 6858000"/>
              <a:gd name="connsiteX138" fmla="*/ 6121607 w 6128435"/>
              <a:gd name="connsiteY138" fmla="*/ 5721959 h 6858000"/>
              <a:gd name="connsiteX139" fmla="*/ 6120262 w 6128435"/>
              <a:gd name="connsiteY139" fmla="*/ 5728358 h 6858000"/>
              <a:gd name="connsiteX140" fmla="*/ 6110194 w 6128435"/>
              <a:gd name="connsiteY140" fmla="*/ 5758853 h 6858000"/>
              <a:gd name="connsiteX141" fmla="*/ 6127519 w 6128435"/>
              <a:gd name="connsiteY141" fmla="*/ 5865775 h 6858000"/>
              <a:gd name="connsiteX142" fmla="*/ 6128435 w 6128435"/>
              <a:gd name="connsiteY142" fmla="*/ 5870164 h 6858000"/>
              <a:gd name="connsiteX143" fmla="*/ 6119217 w 6128435"/>
              <a:gd name="connsiteY143" fmla="*/ 5888542 h 6858000"/>
              <a:gd name="connsiteX144" fmla="*/ 6115966 w 6128435"/>
              <a:gd name="connsiteY144" fmla="*/ 5898387 h 6858000"/>
              <a:gd name="connsiteX145" fmla="*/ 6111924 w 6128435"/>
              <a:gd name="connsiteY145" fmla="*/ 5900444 h 6858000"/>
              <a:gd name="connsiteX146" fmla="*/ 6108716 w 6128435"/>
              <a:gd name="connsiteY146" fmla="*/ 5915345 h 6858000"/>
              <a:gd name="connsiteX147" fmla="*/ 6109524 w 6128435"/>
              <a:gd name="connsiteY147" fmla="*/ 5917328 h 6858000"/>
              <a:gd name="connsiteX148" fmla="*/ 6102493 w 6128435"/>
              <a:gd name="connsiteY148" fmla="*/ 5928602 h 6858000"/>
              <a:gd name="connsiteX149" fmla="*/ 6056863 w 6128435"/>
              <a:gd name="connsiteY149" fmla="*/ 6000643 h 6858000"/>
              <a:gd name="connsiteX150" fmla="*/ 6045436 w 6128435"/>
              <a:gd name="connsiteY150" fmla="*/ 6124480 h 6858000"/>
              <a:gd name="connsiteX151" fmla="*/ 6030489 w 6128435"/>
              <a:gd name="connsiteY151" fmla="*/ 6317666 h 6858000"/>
              <a:gd name="connsiteX152" fmla="*/ 6007492 w 6128435"/>
              <a:gd name="connsiteY152" fmla="*/ 6440818 h 6858000"/>
              <a:gd name="connsiteX153" fmla="*/ 6009467 w 6128435"/>
              <a:gd name="connsiteY153" fmla="*/ 6487076 h 6858000"/>
              <a:gd name="connsiteX154" fmla="*/ 5995064 w 6128435"/>
              <a:gd name="connsiteY154" fmla="*/ 6540791 h 6858000"/>
              <a:gd name="connsiteX155" fmla="*/ 5996309 w 6128435"/>
              <a:gd name="connsiteY155" fmla="*/ 6543961 h 6858000"/>
              <a:gd name="connsiteX156" fmla="*/ 5996048 w 6128435"/>
              <a:gd name="connsiteY156" fmla="*/ 6555444 h 6858000"/>
              <a:gd name="connsiteX157" fmla="*/ 6002524 w 6128435"/>
              <a:gd name="connsiteY157" fmla="*/ 6560188 h 6858000"/>
              <a:gd name="connsiteX158" fmla="*/ 6006823 w 6128435"/>
              <a:gd name="connsiteY158" fmla="*/ 6578546 h 6858000"/>
              <a:gd name="connsiteX159" fmla="*/ 6004510 w 6128435"/>
              <a:gd name="connsiteY159" fmla="*/ 6599256 h 6858000"/>
              <a:gd name="connsiteX160" fmla="*/ 5986207 w 6128435"/>
              <a:gd name="connsiteY160" fmla="*/ 6695855 h 6858000"/>
              <a:gd name="connsiteX161" fmla="*/ 5979428 w 6128435"/>
              <a:gd name="connsiteY161" fmla="*/ 6754678 h 6858000"/>
              <a:gd name="connsiteX162" fmla="*/ 5983398 w 6128435"/>
              <a:gd name="connsiteY162" fmla="*/ 6778641 h 6858000"/>
              <a:gd name="connsiteX163" fmla="*/ 5984543 w 6128435"/>
              <a:gd name="connsiteY163" fmla="*/ 6811016 h 6858000"/>
              <a:gd name="connsiteX164" fmla="*/ 5981802 w 6128435"/>
              <a:gd name="connsiteY164" fmla="*/ 6838578 h 6858000"/>
              <a:gd name="connsiteX165" fmla="*/ 5979671 w 6128435"/>
              <a:gd name="connsiteY165" fmla="*/ 6858000 h 6858000"/>
              <a:gd name="connsiteX166" fmla="*/ 0 w 6128435"/>
              <a:gd name="connsiteY166" fmla="*/ 6858000 h 6858000"/>
              <a:gd name="connsiteX167" fmla="*/ 0 w 6128435"/>
              <a:gd name="connsiteY16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27653 w 6128435"/>
              <a:gd name="connsiteY15" fmla="*/ 886709 h 6858000"/>
              <a:gd name="connsiteX16" fmla="*/ 5230806 w 6128435"/>
              <a:gd name="connsiteY16" fmla="*/ 961354 h 6858000"/>
              <a:gd name="connsiteX17" fmla="*/ 5201018 w 6128435"/>
              <a:gd name="connsiteY17" fmla="*/ 1095027 h 6858000"/>
              <a:gd name="connsiteX18" fmla="*/ 5202153 w 6128435"/>
              <a:gd name="connsiteY18" fmla="*/ 1133224 h 6858000"/>
              <a:gd name="connsiteX19" fmla="*/ 5207370 w 6128435"/>
              <a:gd name="connsiteY19" fmla="*/ 1138097 h 6858000"/>
              <a:gd name="connsiteX20" fmla="*/ 5189234 w 6128435"/>
              <a:gd name="connsiteY20" fmla="*/ 1193495 h 6858000"/>
              <a:gd name="connsiteX21" fmla="*/ 5202769 w 6128435"/>
              <a:gd name="connsiteY21" fmla="*/ 1269450 h 6858000"/>
              <a:gd name="connsiteX22" fmla="*/ 5225968 w 6128435"/>
              <a:gd name="connsiteY22" fmla="*/ 1357994 h 6858000"/>
              <a:gd name="connsiteX23" fmla="*/ 5233819 w 6128435"/>
              <a:gd name="connsiteY23" fmla="*/ 1380922 h 6858000"/>
              <a:gd name="connsiteX24" fmla="*/ 5237226 w 6128435"/>
              <a:gd name="connsiteY24" fmla="*/ 1441327 h 6858000"/>
              <a:gd name="connsiteX25" fmla="*/ 5244434 w 6128435"/>
              <a:gd name="connsiteY25" fmla="*/ 1580810 h 6858000"/>
              <a:gd name="connsiteX26" fmla="*/ 5251453 w 6128435"/>
              <a:gd name="connsiteY26" fmla="*/ 1583934 h 6858000"/>
              <a:gd name="connsiteX27" fmla="*/ 5253136 w 6128435"/>
              <a:gd name="connsiteY27" fmla="*/ 1595457 h 6858000"/>
              <a:gd name="connsiteX28" fmla="*/ 5254863 w 6128435"/>
              <a:gd name="connsiteY28" fmla="*/ 1598311 h 6858000"/>
              <a:gd name="connsiteX29" fmla="*/ 5263491 w 6128435"/>
              <a:gd name="connsiteY29" fmla="*/ 1642938 h 6858000"/>
              <a:gd name="connsiteX30" fmla="*/ 5261314 w 6128435"/>
              <a:gd name="connsiteY30" fmla="*/ 1689177 h 6858000"/>
              <a:gd name="connsiteX31" fmla="*/ 5259788 w 6128435"/>
              <a:gd name="connsiteY31" fmla="*/ 1768516 h 6858000"/>
              <a:gd name="connsiteX32" fmla="*/ 5255696 w 6128435"/>
              <a:gd name="connsiteY32" fmla="*/ 1953770 h 6858000"/>
              <a:gd name="connsiteX33" fmla="*/ 5252592 w 6128435"/>
              <a:gd name="connsiteY33" fmla="*/ 2092210 h 6858000"/>
              <a:gd name="connsiteX34" fmla="*/ 5264303 w 6128435"/>
              <a:gd name="connsiteY34" fmla="*/ 2225157 h 6858000"/>
              <a:gd name="connsiteX35" fmla="*/ 5254949 w 6128435"/>
              <a:gd name="connsiteY35" fmla="*/ 2236160 h 6858000"/>
              <a:gd name="connsiteX36" fmla="*/ 5250104 w 6128435"/>
              <a:gd name="connsiteY36" fmla="*/ 2249166 h 6858000"/>
              <a:gd name="connsiteX37" fmla="*/ 5251214 w 6128435"/>
              <a:gd name="connsiteY37" fmla="*/ 2250944 h 6858000"/>
              <a:gd name="connsiteX38" fmla="*/ 5250644 w 6128435"/>
              <a:gd name="connsiteY38" fmla="*/ 2266619 h 6858000"/>
              <a:gd name="connsiteX39" fmla="*/ 5247111 w 6128435"/>
              <a:gd name="connsiteY39" fmla="*/ 2269679 h 6858000"/>
              <a:gd name="connsiteX40" fmla="*/ 5279312 w 6128435"/>
              <a:gd name="connsiteY40" fmla="*/ 2302757 h 6858000"/>
              <a:gd name="connsiteX41" fmla="*/ 5293877 w 6128435"/>
              <a:gd name="connsiteY41" fmla="*/ 2368649 h 6858000"/>
              <a:gd name="connsiteX42" fmla="*/ 5311338 w 6128435"/>
              <a:gd name="connsiteY42" fmla="*/ 2404034 h 6858000"/>
              <a:gd name="connsiteX43" fmla="*/ 5338366 w 6128435"/>
              <a:gd name="connsiteY43" fmla="*/ 2465052 h 6858000"/>
              <a:gd name="connsiteX44" fmla="*/ 5371263 w 6128435"/>
              <a:gd name="connsiteY44" fmla="*/ 2586413 h 6858000"/>
              <a:gd name="connsiteX45" fmla="*/ 5407503 w 6128435"/>
              <a:gd name="connsiteY45" fmla="*/ 2786290 h 6858000"/>
              <a:gd name="connsiteX46" fmla="*/ 5407356 w 6128435"/>
              <a:gd name="connsiteY46" fmla="*/ 2787545 h 6858000"/>
              <a:gd name="connsiteX47" fmla="*/ 5411130 w 6128435"/>
              <a:gd name="connsiteY47" fmla="*/ 2788640 h 6858000"/>
              <a:gd name="connsiteX48" fmla="*/ 5416439 w 6128435"/>
              <a:gd name="connsiteY48" fmla="*/ 2805666 h 6858000"/>
              <a:gd name="connsiteX49" fmla="*/ 5416589 w 6128435"/>
              <a:gd name="connsiteY49" fmla="*/ 2810822 h 6858000"/>
              <a:gd name="connsiteX50" fmla="*/ 5418542 w 6128435"/>
              <a:gd name="connsiteY50" fmla="*/ 2817745 h 6858000"/>
              <a:gd name="connsiteX51" fmla="*/ 5418847 w 6128435"/>
              <a:gd name="connsiteY51" fmla="*/ 2817825 h 6858000"/>
              <a:gd name="connsiteX52" fmla="*/ 5457023 w 6128435"/>
              <a:gd name="connsiteY52" fmla="*/ 2858292 h 6858000"/>
              <a:gd name="connsiteX53" fmla="*/ 5479298 w 6128435"/>
              <a:gd name="connsiteY53" fmla="*/ 2947791 h 6858000"/>
              <a:gd name="connsiteX54" fmla="*/ 5481770 w 6128435"/>
              <a:gd name="connsiteY54" fmla="*/ 2951352 h 6858000"/>
              <a:gd name="connsiteX55" fmla="*/ 5482045 w 6128435"/>
              <a:gd name="connsiteY55" fmla="*/ 2984371 h 6858000"/>
              <a:gd name="connsiteX56" fmla="*/ 5482415 w 6128435"/>
              <a:gd name="connsiteY56" fmla="*/ 3004079 h 6858000"/>
              <a:gd name="connsiteX57" fmla="*/ 5483865 w 6128435"/>
              <a:gd name="connsiteY57" fmla="*/ 3005467 h 6858000"/>
              <a:gd name="connsiteX58" fmla="*/ 5482236 w 6128435"/>
              <a:gd name="connsiteY58" fmla="*/ 3019791 h 6858000"/>
              <a:gd name="connsiteX59" fmla="*/ 5481505 w 6128435"/>
              <a:gd name="connsiteY59" fmla="*/ 3095286 h 6858000"/>
              <a:gd name="connsiteX60" fmla="*/ 5477595 w 6128435"/>
              <a:gd name="connsiteY60" fmla="*/ 3250534 h 6858000"/>
              <a:gd name="connsiteX61" fmla="*/ 5532836 w 6128435"/>
              <a:gd name="connsiteY61" fmla="*/ 3353840 h 6858000"/>
              <a:gd name="connsiteX62" fmla="*/ 5561229 w 6128435"/>
              <a:gd name="connsiteY62" fmla="*/ 3395784 h 6858000"/>
              <a:gd name="connsiteX63" fmla="*/ 5589758 w 6128435"/>
              <a:gd name="connsiteY63" fmla="*/ 3506453 h 6858000"/>
              <a:gd name="connsiteX64" fmla="*/ 5596144 w 6128435"/>
              <a:gd name="connsiteY64" fmla="*/ 3534624 h 6858000"/>
              <a:gd name="connsiteX65" fmla="*/ 5597750 w 6128435"/>
              <a:gd name="connsiteY65" fmla="*/ 3534129 h 6858000"/>
              <a:gd name="connsiteX66" fmla="*/ 5599700 w 6128435"/>
              <a:gd name="connsiteY66" fmla="*/ 3547221 h 6858000"/>
              <a:gd name="connsiteX67" fmla="*/ 5615031 w 6128435"/>
              <a:gd name="connsiteY67" fmla="*/ 3557482 h 6858000"/>
              <a:gd name="connsiteX68" fmla="*/ 5618377 w 6128435"/>
              <a:gd name="connsiteY68" fmla="*/ 3588431 h 6858000"/>
              <a:gd name="connsiteX69" fmla="*/ 5612155 w 6128435"/>
              <a:gd name="connsiteY69" fmla="*/ 3589869 h 6858000"/>
              <a:gd name="connsiteX70" fmla="*/ 5620843 w 6128435"/>
              <a:gd name="connsiteY70" fmla="*/ 3606745 h 6858000"/>
              <a:gd name="connsiteX71" fmla="*/ 5655472 w 6128435"/>
              <a:gd name="connsiteY71" fmla="*/ 3678877 h 6858000"/>
              <a:gd name="connsiteX72" fmla="*/ 5680448 w 6128435"/>
              <a:gd name="connsiteY72" fmla="*/ 3717760 h 6858000"/>
              <a:gd name="connsiteX73" fmla="*/ 5683015 w 6128435"/>
              <a:gd name="connsiteY73" fmla="*/ 3762025 h 6858000"/>
              <a:gd name="connsiteX74" fmla="*/ 5696643 w 6128435"/>
              <a:gd name="connsiteY74" fmla="*/ 3773888 h 6858000"/>
              <a:gd name="connsiteX75" fmla="*/ 5699203 w 6128435"/>
              <a:gd name="connsiteY75" fmla="*/ 3775823 h 6858000"/>
              <a:gd name="connsiteX76" fmla="*/ 5704824 w 6128435"/>
              <a:gd name="connsiteY76" fmla="*/ 3785966 h 6858000"/>
              <a:gd name="connsiteX77" fmla="*/ 5712204 w 6128435"/>
              <a:gd name="connsiteY77" fmla="*/ 3785830 h 6858000"/>
              <a:gd name="connsiteX78" fmla="*/ 5724816 w 6128435"/>
              <a:gd name="connsiteY78" fmla="*/ 3798949 h 6858000"/>
              <a:gd name="connsiteX79" fmla="*/ 5733539 w 6128435"/>
              <a:gd name="connsiteY79" fmla="*/ 3818457 h 6858000"/>
              <a:gd name="connsiteX80" fmla="*/ 5768491 w 6128435"/>
              <a:gd name="connsiteY80" fmla="*/ 3914399 h 6858000"/>
              <a:gd name="connsiteX81" fmla="*/ 5793123 w 6128435"/>
              <a:gd name="connsiteY81" fmla="*/ 3969952 h 6858000"/>
              <a:gd name="connsiteX82" fmla="*/ 5808321 w 6128435"/>
              <a:gd name="connsiteY82" fmla="*/ 3988153 h 6858000"/>
              <a:gd name="connsiteX83" fmla="*/ 5825621 w 6128435"/>
              <a:gd name="connsiteY83" fmla="*/ 4015525 h 6858000"/>
              <a:gd name="connsiteX84" fmla="*/ 5860672 w 6128435"/>
              <a:gd name="connsiteY84" fmla="*/ 4061579 h 6858000"/>
              <a:gd name="connsiteX85" fmla="*/ 5872173 w 6128435"/>
              <a:gd name="connsiteY85" fmla="*/ 4088497 h 6858000"/>
              <a:gd name="connsiteX86" fmla="*/ 5883705 w 6128435"/>
              <a:gd name="connsiteY86" fmla="*/ 4101899 h 6858000"/>
              <a:gd name="connsiteX87" fmla="*/ 5885314 w 6128435"/>
              <a:gd name="connsiteY87" fmla="*/ 4108387 h 6858000"/>
              <a:gd name="connsiteX88" fmla="*/ 5894095 w 6128435"/>
              <a:gd name="connsiteY88" fmla="*/ 4128857 h 6858000"/>
              <a:gd name="connsiteX89" fmla="*/ 5898339 w 6128435"/>
              <a:gd name="connsiteY89" fmla="*/ 4140800 h 6858000"/>
              <a:gd name="connsiteX90" fmla="*/ 5899734 w 6128435"/>
              <a:gd name="connsiteY90" fmla="*/ 4145632 h 6858000"/>
              <a:gd name="connsiteX91" fmla="*/ 5903513 w 6128435"/>
              <a:gd name="connsiteY91" fmla="*/ 4187661 h 6858000"/>
              <a:gd name="connsiteX92" fmla="*/ 5917114 w 6128435"/>
              <a:gd name="connsiteY92" fmla="*/ 4213096 h 6858000"/>
              <a:gd name="connsiteX93" fmla="*/ 5921153 w 6128435"/>
              <a:gd name="connsiteY93" fmla="*/ 4236222 h 6858000"/>
              <a:gd name="connsiteX94" fmla="*/ 5924233 w 6128435"/>
              <a:gd name="connsiteY94" fmla="*/ 4242060 h 6858000"/>
              <a:gd name="connsiteX95" fmla="*/ 5928910 w 6128435"/>
              <a:gd name="connsiteY95" fmla="*/ 4300973 h 6858000"/>
              <a:gd name="connsiteX96" fmla="*/ 5939320 w 6128435"/>
              <a:gd name="connsiteY96" fmla="*/ 4340435 h 6858000"/>
              <a:gd name="connsiteX97" fmla="*/ 5946705 w 6128435"/>
              <a:gd name="connsiteY97" fmla="*/ 4428051 h 6858000"/>
              <a:gd name="connsiteX98" fmla="*/ 5949261 w 6128435"/>
              <a:gd name="connsiteY98" fmla="*/ 4449185 h 6858000"/>
              <a:gd name="connsiteX99" fmla="*/ 5957504 w 6128435"/>
              <a:gd name="connsiteY99" fmla="*/ 4465911 h 6858000"/>
              <a:gd name="connsiteX100" fmla="*/ 5964689 w 6128435"/>
              <a:gd name="connsiteY100" fmla="*/ 4468532 h 6858000"/>
              <a:gd name="connsiteX101" fmla="*/ 5967062 w 6128435"/>
              <a:gd name="connsiteY101" fmla="*/ 4479923 h 6858000"/>
              <a:gd name="connsiteX102" fmla="*/ 5968960 w 6128435"/>
              <a:gd name="connsiteY102" fmla="*/ 4482655 h 6858000"/>
              <a:gd name="connsiteX103" fmla="*/ 5978567 w 6128435"/>
              <a:gd name="connsiteY103" fmla="*/ 4498605 h 6858000"/>
              <a:gd name="connsiteX104" fmla="*/ 5980106 w 6128435"/>
              <a:gd name="connsiteY104" fmla="*/ 4585087 h 6858000"/>
              <a:gd name="connsiteX105" fmla="*/ 5998138 w 6128435"/>
              <a:gd name="connsiteY105" fmla="*/ 4697518 h 6858000"/>
              <a:gd name="connsiteX106" fmla="*/ 6013516 w 6128435"/>
              <a:gd name="connsiteY106" fmla="*/ 4786619 h 6858000"/>
              <a:gd name="connsiteX107" fmla="*/ 6025404 w 6128435"/>
              <a:gd name="connsiteY107" fmla="*/ 4858148 h 6858000"/>
              <a:gd name="connsiteX108" fmla="*/ 6007749 w 6128435"/>
              <a:gd name="connsiteY108" fmla="*/ 4964715 h 6858000"/>
              <a:gd name="connsiteX109" fmla="*/ 6005269 w 6128435"/>
              <a:gd name="connsiteY109" fmla="*/ 5150567 h 6858000"/>
              <a:gd name="connsiteX110" fmla="*/ 6001127 w 6128435"/>
              <a:gd name="connsiteY110" fmla="*/ 5164609 h 6858000"/>
              <a:gd name="connsiteX111" fmla="*/ 5996647 w 6128435"/>
              <a:gd name="connsiteY111" fmla="*/ 5185640 h 6858000"/>
              <a:gd name="connsiteX112" fmla="*/ 5998514 w 6128435"/>
              <a:gd name="connsiteY112" fmla="*/ 5189673 h 6858000"/>
              <a:gd name="connsiteX113" fmla="*/ 5995970 w 6128435"/>
              <a:gd name="connsiteY113" fmla="*/ 5221547 h 6858000"/>
              <a:gd name="connsiteX114" fmla="*/ 5997218 w 6128435"/>
              <a:gd name="connsiteY114" fmla="*/ 5222031 h 6858000"/>
              <a:gd name="connsiteX115" fmla="*/ 6002116 w 6128435"/>
              <a:gd name="connsiteY115" fmla="*/ 5231223 h 6858000"/>
              <a:gd name="connsiteX116" fmla="*/ 6008541 w 6128435"/>
              <a:gd name="connsiteY116" fmla="*/ 5248680 h 6858000"/>
              <a:gd name="connsiteX117" fmla="*/ 6039260 w 6128435"/>
              <a:gd name="connsiteY117" fmla="*/ 5289518 h 6858000"/>
              <a:gd name="connsiteX118" fmla="*/ 6036748 w 6128435"/>
              <a:gd name="connsiteY118" fmla="*/ 5322752 h 6858000"/>
              <a:gd name="connsiteX119" fmla="*/ 6036943 w 6128435"/>
              <a:gd name="connsiteY119" fmla="*/ 5329480 h 6858000"/>
              <a:gd name="connsiteX120" fmla="*/ 6037236 w 6128435"/>
              <a:gd name="connsiteY120" fmla="*/ 5329634 h 6858000"/>
              <a:gd name="connsiteX121" fmla="*/ 6038019 w 6128435"/>
              <a:gd name="connsiteY121" fmla="*/ 5336764 h 6858000"/>
              <a:gd name="connsiteX122" fmla="*/ 6037298 w 6128435"/>
              <a:gd name="connsiteY122" fmla="*/ 5341753 h 6858000"/>
              <a:gd name="connsiteX123" fmla="*/ 6037677 w 6128435"/>
              <a:gd name="connsiteY123" fmla="*/ 5354807 h 6858000"/>
              <a:gd name="connsiteX124" fmla="*/ 6039728 w 6128435"/>
              <a:gd name="connsiteY124" fmla="*/ 5359416 h 6858000"/>
              <a:gd name="connsiteX125" fmla="*/ 6043311 w 6128435"/>
              <a:gd name="connsiteY125" fmla="*/ 5361407 h 6858000"/>
              <a:gd name="connsiteX126" fmla="*/ 6042954 w 6128435"/>
              <a:gd name="connsiteY126" fmla="*/ 5362576 h 6858000"/>
              <a:gd name="connsiteX127" fmla="*/ 6053435 w 6128435"/>
              <a:gd name="connsiteY127" fmla="*/ 5387547 h 6858000"/>
              <a:gd name="connsiteX128" fmla="*/ 6065933 w 6128435"/>
              <a:gd name="connsiteY128" fmla="*/ 5443002 h 6858000"/>
              <a:gd name="connsiteX129" fmla="*/ 6068640 w 6128435"/>
              <a:gd name="connsiteY129" fmla="*/ 5474503 h 6858000"/>
              <a:gd name="connsiteX130" fmla="*/ 6080922 w 6128435"/>
              <a:gd name="connsiteY130" fmla="*/ 5561070 h 6858000"/>
              <a:gd name="connsiteX131" fmla="*/ 6096949 w 6128435"/>
              <a:gd name="connsiteY131" fmla="*/ 5648179 h 6858000"/>
              <a:gd name="connsiteX132" fmla="*/ 6125703 w 6128435"/>
              <a:gd name="connsiteY132" fmla="*/ 5692894 h 6858000"/>
              <a:gd name="connsiteX133" fmla="*/ 6126670 w 6128435"/>
              <a:gd name="connsiteY133" fmla="*/ 5697882 h 6858000"/>
              <a:gd name="connsiteX134" fmla="*/ 6124061 w 6128435"/>
              <a:gd name="connsiteY134" fmla="*/ 5710294 h 6858000"/>
              <a:gd name="connsiteX135" fmla="*/ 6122213 w 6128435"/>
              <a:gd name="connsiteY135" fmla="*/ 5714762 h 6858000"/>
              <a:gd name="connsiteX136" fmla="*/ 6121353 w 6128435"/>
              <a:gd name="connsiteY136" fmla="*/ 5721725 h 6858000"/>
              <a:gd name="connsiteX137" fmla="*/ 6121607 w 6128435"/>
              <a:gd name="connsiteY137" fmla="*/ 5721959 h 6858000"/>
              <a:gd name="connsiteX138" fmla="*/ 6120262 w 6128435"/>
              <a:gd name="connsiteY138" fmla="*/ 5728358 h 6858000"/>
              <a:gd name="connsiteX139" fmla="*/ 6110194 w 6128435"/>
              <a:gd name="connsiteY139" fmla="*/ 5758853 h 6858000"/>
              <a:gd name="connsiteX140" fmla="*/ 6127519 w 6128435"/>
              <a:gd name="connsiteY140" fmla="*/ 5865775 h 6858000"/>
              <a:gd name="connsiteX141" fmla="*/ 6128435 w 6128435"/>
              <a:gd name="connsiteY141" fmla="*/ 5870164 h 6858000"/>
              <a:gd name="connsiteX142" fmla="*/ 6119217 w 6128435"/>
              <a:gd name="connsiteY142" fmla="*/ 5888542 h 6858000"/>
              <a:gd name="connsiteX143" fmla="*/ 6115966 w 6128435"/>
              <a:gd name="connsiteY143" fmla="*/ 5898387 h 6858000"/>
              <a:gd name="connsiteX144" fmla="*/ 6111924 w 6128435"/>
              <a:gd name="connsiteY144" fmla="*/ 5900444 h 6858000"/>
              <a:gd name="connsiteX145" fmla="*/ 6108716 w 6128435"/>
              <a:gd name="connsiteY145" fmla="*/ 5915345 h 6858000"/>
              <a:gd name="connsiteX146" fmla="*/ 6109524 w 6128435"/>
              <a:gd name="connsiteY146" fmla="*/ 5917328 h 6858000"/>
              <a:gd name="connsiteX147" fmla="*/ 6102493 w 6128435"/>
              <a:gd name="connsiteY147" fmla="*/ 5928602 h 6858000"/>
              <a:gd name="connsiteX148" fmla="*/ 6056863 w 6128435"/>
              <a:gd name="connsiteY148" fmla="*/ 6000643 h 6858000"/>
              <a:gd name="connsiteX149" fmla="*/ 6045436 w 6128435"/>
              <a:gd name="connsiteY149" fmla="*/ 6124480 h 6858000"/>
              <a:gd name="connsiteX150" fmla="*/ 6030489 w 6128435"/>
              <a:gd name="connsiteY150" fmla="*/ 6317666 h 6858000"/>
              <a:gd name="connsiteX151" fmla="*/ 6007492 w 6128435"/>
              <a:gd name="connsiteY151" fmla="*/ 6440818 h 6858000"/>
              <a:gd name="connsiteX152" fmla="*/ 6009467 w 6128435"/>
              <a:gd name="connsiteY152" fmla="*/ 6487076 h 6858000"/>
              <a:gd name="connsiteX153" fmla="*/ 5995064 w 6128435"/>
              <a:gd name="connsiteY153" fmla="*/ 6540791 h 6858000"/>
              <a:gd name="connsiteX154" fmla="*/ 5996309 w 6128435"/>
              <a:gd name="connsiteY154" fmla="*/ 6543961 h 6858000"/>
              <a:gd name="connsiteX155" fmla="*/ 5996048 w 6128435"/>
              <a:gd name="connsiteY155" fmla="*/ 6555444 h 6858000"/>
              <a:gd name="connsiteX156" fmla="*/ 6002524 w 6128435"/>
              <a:gd name="connsiteY156" fmla="*/ 6560188 h 6858000"/>
              <a:gd name="connsiteX157" fmla="*/ 6006823 w 6128435"/>
              <a:gd name="connsiteY157" fmla="*/ 6578546 h 6858000"/>
              <a:gd name="connsiteX158" fmla="*/ 6004510 w 6128435"/>
              <a:gd name="connsiteY158" fmla="*/ 6599256 h 6858000"/>
              <a:gd name="connsiteX159" fmla="*/ 5986207 w 6128435"/>
              <a:gd name="connsiteY159" fmla="*/ 6695855 h 6858000"/>
              <a:gd name="connsiteX160" fmla="*/ 5979428 w 6128435"/>
              <a:gd name="connsiteY160" fmla="*/ 6754678 h 6858000"/>
              <a:gd name="connsiteX161" fmla="*/ 5983398 w 6128435"/>
              <a:gd name="connsiteY161" fmla="*/ 6778641 h 6858000"/>
              <a:gd name="connsiteX162" fmla="*/ 5984543 w 6128435"/>
              <a:gd name="connsiteY162" fmla="*/ 6811016 h 6858000"/>
              <a:gd name="connsiteX163" fmla="*/ 5981802 w 6128435"/>
              <a:gd name="connsiteY163" fmla="*/ 6838578 h 6858000"/>
              <a:gd name="connsiteX164" fmla="*/ 5979671 w 6128435"/>
              <a:gd name="connsiteY164" fmla="*/ 6858000 h 6858000"/>
              <a:gd name="connsiteX165" fmla="*/ 0 w 6128435"/>
              <a:gd name="connsiteY165" fmla="*/ 6858000 h 6858000"/>
              <a:gd name="connsiteX166" fmla="*/ 0 w 6128435"/>
              <a:gd name="connsiteY166"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44434 w 6128435"/>
              <a:gd name="connsiteY24" fmla="*/ 1580810 h 6858000"/>
              <a:gd name="connsiteX25" fmla="*/ 5251453 w 6128435"/>
              <a:gd name="connsiteY25" fmla="*/ 1583934 h 6858000"/>
              <a:gd name="connsiteX26" fmla="*/ 5253136 w 6128435"/>
              <a:gd name="connsiteY26" fmla="*/ 1595457 h 6858000"/>
              <a:gd name="connsiteX27" fmla="*/ 5254863 w 6128435"/>
              <a:gd name="connsiteY27" fmla="*/ 1598311 h 6858000"/>
              <a:gd name="connsiteX28" fmla="*/ 5263491 w 6128435"/>
              <a:gd name="connsiteY28" fmla="*/ 1642938 h 6858000"/>
              <a:gd name="connsiteX29" fmla="*/ 5261314 w 6128435"/>
              <a:gd name="connsiteY29" fmla="*/ 1689177 h 6858000"/>
              <a:gd name="connsiteX30" fmla="*/ 5259788 w 6128435"/>
              <a:gd name="connsiteY30" fmla="*/ 1768516 h 6858000"/>
              <a:gd name="connsiteX31" fmla="*/ 5255696 w 6128435"/>
              <a:gd name="connsiteY31" fmla="*/ 1953770 h 6858000"/>
              <a:gd name="connsiteX32" fmla="*/ 5252592 w 6128435"/>
              <a:gd name="connsiteY32" fmla="*/ 2092210 h 6858000"/>
              <a:gd name="connsiteX33" fmla="*/ 5264303 w 6128435"/>
              <a:gd name="connsiteY33" fmla="*/ 2225157 h 6858000"/>
              <a:gd name="connsiteX34" fmla="*/ 5254949 w 6128435"/>
              <a:gd name="connsiteY34" fmla="*/ 2236160 h 6858000"/>
              <a:gd name="connsiteX35" fmla="*/ 5250104 w 6128435"/>
              <a:gd name="connsiteY35" fmla="*/ 2249166 h 6858000"/>
              <a:gd name="connsiteX36" fmla="*/ 5251214 w 6128435"/>
              <a:gd name="connsiteY36" fmla="*/ 2250944 h 6858000"/>
              <a:gd name="connsiteX37" fmla="*/ 5250644 w 6128435"/>
              <a:gd name="connsiteY37" fmla="*/ 2266619 h 6858000"/>
              <a:gd name="connsiteX38" fmla="*/ 5247111 w 6128435"/>
              <a:gd name="connsiteY38" fmla="*/ 2269679 h 6858000"/>
              <a:gd name="connsiteX39" fmla="*/ 5279312 w 6128435"/>
              <a:gd name="connsiteY39" fmla="*/ 2302757 h 6858000"/>
              <a:gd name="connsiteX40" fmla="*/ 5293877 w 6128435"/>
              <a:gd name="connsiteY40" fmla="*/ 2368649 h 6858000"/>
              <a:gd name="connsiteX41" fmla="*/ 5311338 w 6128435"/>
              <a:gd name="connsiteY41" fmla="*/ 2404034 h 6858000"/>
              <a:gd name="connsiteX42" fmla="*/ 5338366 w 6128435"/>
              <a:gd name="connsiteY42" fmla="*/ 2465052 h 6858000"/>
              <a:gd name="connsiteX43" fmla="*/ 5371263 w 6128435"/>
              <a:gd name="connsiteY43" fmla="*/ 2586413 h 6858000"/>
              <a:gd name="connsiteX44" fmla="*/ 5407503 w 6128435"/>
              <a:gd name="connsiteY44" fmla="*/ 2786290 h 6858000"/>
              <a:gd name="connsiteX45" fmla="*/ 5407356 w 6128435"/>
              <a:gd name="connsiteY45" fmla="*/ 2787545 h 6858000"/>
              <a:gd name="connsiteX46" fmla="*/ 5411130 w 6128435"/>
              <a:gd name="connsiteY46" fmla="*/ 2788640 h 6858000"/>
              <a:gd name="connsiteX47" fmla="*/ 5416439 w 6128435"/>
              <a:gd name="connsiteY47" fmla="*/ 2805666 h 6858000"/>
              <a:gd name="connsiteX48" fmla="*/ 5416589 w 6128435"/>
              <a:gd name="connsiteY48" fmla="*/ 2810822 h 6858000"/>
              <a:gd name="connsiteX49" fmla="*/ 5418542 w 6128435"/>
              <a:gd name="connsiteY49" fmla="*/ 2817745 h 6858000"/>
              <a:gd name="connsiteX50" fmla="*/ 5418847 w 6128435"/>
              <a:gd name="connsiteY50" fmla="*/ 2817825 h 6858000"/>
              <a:gd name="connsiteX51" fmla="*/ 5457023 w 6128435"/>
              <a:gd name="connsiteY51" fmla="*/ 2858292 h 6858000"/>
              <a:gd name="connsiteX52" fmla="*/ 5479298 w 6128435"/>
              <a:gd name="connsiteY52" fmla="*/ 2947791 h 6858000"/>
              <a:gd name="connsiteX53" fmla="*/ 5481770 w 6128435"/>
              <a:gd name="connsiteY53" fmla="*/ 2951352 h 6858000"/>
              <a:gd name="connsiteX54" fmla="*/ 5482045 w 6128435"/>
              <a:gd name="connsiteY54" fmla="*/ 2984371 h 6858000"/>
              <a:gd name="connsiteX55" fmla="*/ 5482415 w 6128435"/>
              <a:gd name="connsiteY55" fmla="*/ 3004079 h 6858000"/>
              <a:gd name="connsiteX56" fmla="*/ 5483865 w 6128435"/>
              <a:gd name="connsiteY56" fmla="*/ 3005467 h 6858000"/>
              <a:gd name="connsiteX57" fmla="*/ 5482236 w 6128435"/>
              <a:gd name="connsiteY57" fmla="*/ 3019791 h 6858000"/>
              <a:gd name="connsiteX58" fmla="*/ 5481505 w 6128435"/>
              <a:gd name="connsiteY58" fmla="*/ 3095286 h 6858000"/>
              <a:gd name="connsiteX59" fmla="*/ 5477595 w 6128435"/>
              <a:gd name="connsiteY59" fmla="*/ 3250534 h 6858000"/>
              <a:gd name="connsiteX60" fmla="*/ 5532836 w 6128435"/>
              <a:gd name="connsiteY60" fmla="*/ 3353840 h 6858000"/>
              <a:gd name="connsiteX61" fmla="*/ 5561229 w 6128435"/>
              <a:gd name="connsiteY61" fmla="*/ 3395784 h 6858000"/>
              <a:gd name="connsiteX62" fmla="*/ 5589758 w 6128435"/>
              <a:gd name="connsiteY62" fmla="*/ 3506453 h 6858000"/>
              <a:gd name="connsiteX63" fmla="*/ 5596144 w 6128435"/>
              <a:gd name="connsiteY63" fmla="*/ 3534624 h 6858000"/>
              <a:gd name="connsiteX64" fmla="*/ 5597750 w 6128435"/>
              <a:gd name="connsiteY64" fmla="*/ 3534129 h 6858000"/>
              <a:gd name="connsiteX65" fmla="*/ 5599700 w 6128435"/>
              <a:gd name="connsiteY65" fmla="*/ 3547221 h 6858000"/>
              <a:gd name="connsiteX66" fmla="*/ 5615031 w 6128435"/>
              <a:gd name="connsiteY66" fmla="*/ 3557482 h 6858000"/>
              <a:gd name="connsiteX67" fmla="*/ 5618377 w 6128435"/>
              <a:gd name="connsiteY67" fmla="*/ 3588431 h 6858000"/>
              <a:gd name="connsiteX68" fmla="*/ 5612155 w 6128435"/>
              <a:gd name="connsiteY68" fmla="*/ 3589869 h 6858000"/>
              <a:gd name="connsiteX69" fmla="*/ 5620843 w 6128435"/>
              <a:gd name="connsiteY69" fmla="*/ 3606745 h 6858000"/>
              <a:gd name="connsiteX70" fmla="*/ 5655472 w 6128435"/>
              <a:gd name="connsiteY70" fmla="*/ 3678877 h 6858000"/>
              <a:gd name="connsiteX71" fmla="*/ 5680448 w 6128435"/>
              <a:gd name="connsiteY71" fmla="*/ 3717760 h 6858000"/>
              <a:gd name="connsiteX72" fmla="*/ 5683015 w 6128435"/>
              <a:gd name="connsiteY72" fmla="*/ 3762025 h 6858000"/>
              <a:gd name="connsiteX73" fmla="*/ 5696643 w 6128435"/>
              <a:gd name="connsiteY73" fmla="*/ 3773888 h 6858000"/>
              <a:gd name="connsiteX74" fmla="*/ 5699203 w 6128435"/>
              <a:gd name="connsiteY74" fmla="*/ 3775823 h 6858000"/>
              <a:gd name="connsiteX75" fmla="*/ 5704824 w 6128435"/>
              <a:gd name="connsiteY75" fmla="*/ 3785966 h 6858000"/>
              <a:gd name="connsiteX76" fmla="*/ 5712204 w 6128435"/>
              <a:gd name="connsiteY76" fmla="*/ 3785830 h 6858000"/>
              <a:gd name="connsiteX77" fmla="*/ 5724816 w 6128435"/>
              <a:gd name="connsiteY77" fmla="*/ 3798949 h 6858000"/>
              <a:gd name="connsiteX78" fmla="*/ 5733539 w 6128435"/>
              <a:gd name="connsiteY78" fmla="*/ 3818457 h 6858000"/>
              <a:gd name="connsiteX79" fmla="*/ 5768491 w 6128435"/>
              <a:gd name="connsiteY79" fmla="*/ 3914399 h 6858000"/>
              <a:gd name="connsiteX80" fmla="*/ 5793123 w 6128435"/>
              <a:gd name="connsiteY80" fmla="*/ 3969952 h 6858000"/>
              <a:gd name="connsiteX81" fmla="*/ 5808321 w 6128435"/>
              <a:gd name="connsiteY81" fmla="*/ 3988153 h 6858000"/>
              <a:gd name="connsiteX82" fmla="*/ 5825621 w 6128435"/>
              <a:gd name="connsiteY82" fmla="*/ 4015525 h 6858000"/>
              <a:gd name="connsiteX83" fmla="*/ 5860672 w 6128435"/>
              <a:gd name="connsiteY83" fmla="*/ 4061579 h 6858000"/>
              <a:gd name="connsiteX84" fmla="*/ 5872173 w 6128435"/>
              <a:gd name="connsiteY84" fmla="*/ 4088497 h 6858000"/>
              <a:gd name="connsiteX85" fmla="*/ 5883705 w 6128435"/>
              <a:gd name="connsiteY85" fmla="*/ 4101899 h 6858000"/>
              <a:gd name="connsiteX86" fmla="*/ 5885314 w 6128435"/>
              <a:gd name="connsiteY86" fmla="*/ 4108387 h 6858000"/>
              <a:gd name="connsiteX87" fmla="*/ 5894095 w 6128435"/>
              <a:gd name="connsiteY87" fmla="*/ 4128857 h 6858000"/>
              <a:gd name="connsiteX88" fmla="*/ 5898339 w 6128435"/>
              <a:gd name="connsiteY88" fmla="*/ 4140800 h 6858000"/>
              <a:gd name="connsiteX89" fmla="*/ 5899734 w 6128435"/>
              <a:gd name="connsiteY89" fmla="*/ 4145632 h 6858000"/>
              <a:gd name="connsiteX90" fmla="*/ 5903513 w 6128435"/>
              <a:gd name="connsiteY90" fmla="*/ 4187661 h 6858000"/>
              <a:gd name="connsiteX91" fmla="*/ 5917114 w 6128435"/>
              <a:gd name="connsiteY91" fmla="*/ 4213096 h 6858000"/>
              <a:gd name="connsiteX92" fmla="*/ 5921153 w 6128435"/>
              <a:gd name="connsiteY92" fmla="*/ 4236222 h 6858000"/>
              <a:gd name="connsiteX93" fmla="*/ 5924233 w 6128435"/>
              <a:gd name="connsiteY93" fmla="*/ 4242060 h 6858000"/>
              <a:gd name="connsiteX94" fmla="*/ 5928910 w 6128435"/>
              <a:gd name="connsiteY94" fmla="*/ 4300973 h 6858000"/>
              <a:gd name="connsiteX95" fmla="*/ 5939320 w 6128435"/>
              <a:gd name="connsiteY95" fmla="*/ 4340435 h 6858000"/>
              <a:gd name="connsiteX96" fmla="*/ 5946705 w 6128435"/>
              <a:gd name="connsiteY96" fmla="*/ 4428051 h 6858000"/>
              <a:gd name="connsiteX97" fmla="*/ 5949261 w 6128435"/>
              <a:gd name="connsiteY97" fmla="*/ 4449185 h 6858000"/>
              <a:gd name="connsiteX98" fmla="*/ 5957504 w 6128435"/>
              <a:gd name="connsiteY98" fmla="*/ 4465911 h 6858000"/>
              <a:gd name="connsiteX99" fmla="*/ 5964689 w 6128435"/>
              <a:gd name="connsiteY99" fmla="*/ 4468532 h 6858000"/>
              <a:gd name="connsiteX100" fmla="*/ 5967062 w 6128435"/>
              <a:gd name="connsiteY100" fmla="*/ 4479923 h 6858000"/>
              <a:gd name="connsiteX101" fmla="*/ 5968960 w 6128435"/>
              <a:gd name="connsiteY101" fmla="*/ 4482655 h 6858000"/>
              <a:gd name="connsiteX102" fmla="*/ 5978567 w 6128435"/>
              <a:gd name="connsiteY102" fmla="*/ 4498605 h 6858000"/>
              <a:gd name="connsiteX103" fmla="*/ 5980106 w 6128435"/>
              <a:gd name="connsiteY103" fmla="*/ 4585087 h 6858000"/>
              <a:gd name="connsiteX104" fmla="*/ 5998138 w 6128435"/>
              <a:gd name="connsiteY104" fmla="*/ 4697518 h 6858000"/>
              <a:gd name="connsiteX105" fmla="*/ 6013516 w 6128435"/>
              <a:gd name="connsiteY105" fmla="*/ 4786619 h 6858000"/>
              <a:gd name="connsiteX106" fmla="*/ 6025404 w 6128435"/>
              <a:gd name="connsiteY106" fmla="*/ 4858148 h 6858000"/>
              <a:gd name="connsiteX107" fmla="*/ 6007749 w 6128435"/>
              <a:gd name="connsiteY107" fmla="*/ 4964715 h 6858000"/>
              <a:gd name="connsiteX108" fmla="*/ 6005269 w 6128435"/>
              <a:gd name="connsiteY108" fmla="*/ 5150567 h 6858000"/>
              <a:gd name="connsiteX109" fmla="*/ 6001127 w 6128435"/>
              <a:gd name="connsiteY109" fmla="*/ 5164609 h 6858000"/>
              <a:gd name="connsiteX110" fmla="*/ 5996647 w 6128435"/>
              <a:gd name="connsiteY110" fmla="*/ 5185640 h 6858000"/>
              <a:gd name="connsiteX111" fmla="*/ 5998514 w 6128435"/>
              <a:gd name="connsiteY111" fmla="*/ 5189673 h 6858000"/>
              <a:gd name="connsiteX112" fmla="*/ 5995970 w 6128435"/>
              <a:gd name="connsiteY112" fmla="*/ 5221547 h 6858000"/>
              <a:gd name="connsiteX113" fmla="*/ 5997218 w 6128435"/>
              <a:gd name="connsiteY113" fmla="*/ 5222031 h 6858000"/>
              <a:gd name="connsiteX114" fmla="*/ 6002116 w 6128435"/>
              <a:gd name="connsiteY114" fmla="*/ 5231223 h 6858000"/>
              <a:gd name="connsiteX115" fmla="*/ 6008541 w 6128435"/>
              <a:gd name="connsiteY115" fmla="*/ 5248680 h 6858000"/>
              <a:gd name="connsiteX116" fmla="*/ 6039260 w 6128435"/>
              <a:gd name="connsiteY116" fmla="*/ 5289518 h 6858000"/>
              <a:gd name="connsiteX117" fmla="*/ 6036748 w 6128435"/>
              <a:gd name="connsiteY117" fmla="*/ 5322752 h 6858000"/>
              <a:gd name="connsiteX118" fmla="*/ 6036943 w 6128435"/>
              <a:gd name="connsiteY118" fmla="*/ 5329480 h 6858000"/>
              <a:gd name="connsiteX119" fmla="*/ 6037236 w 6128435"/>
              <a:gd name="connsiteY119" fmla="*/ 5329634 h 6858000"/>
              <a:gd name="connsiteX120" fmla="*/ 6038019 w 6128435"/>
              <a:gd name="connsiteY120" fmla="*/ 5336764 h 6858000"/>
              <a:gd name="connsiteX121" fmla="*/ 6037298 w 6128435"/>
              <a:gd name="connsiteY121" fmla="*/ 5341753 h 6858000"/>
              <a:gd name="connsiteX122" fmla="*/ 6037677 w 6128435"/>
              <a:gd name="connsiteY122" fmla="*/ 5354807 h 6858000"/>
              <a:gd name="connsiteX123" fmla="*/ 6039728 w 6128435"/>
              <a:gd name="connsiteY123" fmla="*/ 5359416 h 6858000"/>
              <a:gd name="connsiteX124" fmla="*/ 6043311 w 6128435"/>
              <a:gd name="connsiteY124" fmla="*/ 5361407 h 6858000"/>
              <a:gd name="connsiteX125" fmla="*/ 6042954 w 6128435"/>
              <a:gd name="connsiteY125" fmla="*/ 5362576 h 6858000"/>
              <a:gd name="connsiteX126" fmla="*/ 6053435 w 6128435"/>
              <a:gd name="connsiteY126" fmla="*/ 5387547 h 6858000"/>
              <a:gd name="connsiteX127" fmla="*/ 6065933 w 6128435"/>
              <a:gd name="connsiteY127" fmla="*/ 5443002 h 6858000"/>
              <a:gd name="connsiteX128" fmla="*/ 6068640 w 6128435"/>
              <a:gd name="connsiteY128" fmla="*/ 5474503 h 6858000"/>
              <a:gd name="connsiteX129" fmla="*/ 6080922 w 6128435"/>
              <a:gd name="connsiteY129" fmla="*/ 5561070 h 6858000"/>
              <a:gd name="connsiteX130" fmla="*/ 6096949 w 6128435"/>
              <a:gd name="connsiteY130" fmla="*/ 5648179 h 6858000"/>
              <a:gd name="connsiteX131" fmla="*/ 6125703 w 6128435"/>
              <a:gd name="connsiteY131" fmla="*/ 5692894 h 6858000"/>
              <a:gd name="connsiteX132" fmla="*/ 6126670 w 6128435"/>
              <a:gd name="connsiteY132" fmla="*/ 5697882 h 6858000"/>
              <a:gd name="connsiteX133" fmla="*/ 6124061 w 6128435"/>
              <a:gd name="connsiteY133" fmla="*/ 5710294 h 6858000"/>
              <a:gd name="connsiteX134" fmla="*/ 6122213 w 6128435"/>
              <a:gd name="connsiteY134" fmla="*/ 5714762 h 6858000"/>
              <a:gd name="connsiteX135" fmla="*/ 6121353 w 6128435"/>
              <a:gd name="connsiteY135" fmla="*/ 5721725 h 6858000"/>
              <a:gd name="connsiteX136" fmla="*/ 6121607 w 6128435"/>
              <a:gd name="connsiteY136" fmla="*/ 5721959 h 6858000"/>
              <a:gd name="connsiteX137" fmla="*/ 6120262 w 6128435"/>
              <a:gd name="connsiteY137" fmla="*/ 5728358 h 6858000"/>
              <a:gd name="connsiteX138" fmla="*/ 6110194 w 6128435"/>
              <a:gd name="connsiteY138" fmla="*/ 5758853 h 6858000"/>
              <a:gd name="connsiteX139" fmla="*/ 6127519 w 6128435"/>
              <a:gd name="connsiteY139" fmla="*/ 5865775 h 6858000"/>
              <a:gd name="connsiteX140" fmla="*/ 6128435 w 6128435"/>
              <a:gd name="connsiteY140" fmla="*/ 5870164 h 6858000"/>
              <a:gd name="connsiteX141" fmla="*/ 6119217 w 6128435"/>
              <a:gd name="connsiteY141" fmla="*/ 5888542 h 6858000"/>
              <a:gd name="connsiteX142" fmla="*/ 6115966 w 6128435"/>
              <a:gd name="connsiteY142" fmla="*/ 5898387 h 6858000"/>
              <a:gd name="connsiteX143" fmla="*/ 6111924 w 6128435"/>
              <a:gd name="connsiteY143" fmla="*/ 5900444 h 6858000"/>
              <a:gd name="connsiteX144" fmla="*/ 6108716 w 6128435"/>
              <a:gd name="connsiteY144" fmla="*/ 5915345 h 6858000"/>
              <a:gd name="connsiteX145" fmla="*/ 6109524 w 6128435"/>
              <a:gd name="connsiteY145" fmla="*/ 5917328 h 6858000"/>
              <a:gd name="connsiteX146" fmla="*/ 6102493 w 6128435"/>
              <a:gd name="connsiteY146" fmla="*/ 5928602 h 6858000"/>
              <a:gd name="connsiteX147" fmla="*/ 6056863 w 6128435"/>
              <a:gd name="connsiteY147" fmla="*/ 6000643 h 6858000"/>
              <a:gd name="connsiteX148" fmla="*/ 6045436 w 6128435"/>
              <a:gd name="connsiteY148" fmla="*/ 6124480 h 6858000"/>
              <a:gd name="connsiteX149" fmla="*/ 6030489 w 6128435"/>
              <a:gd name="connsiteY149" fmla="*/ 6317666 h 6858000"/>
              <a:gd name="connsiteX150" fmla="*/ 6007492 w 6128435"/>
              <a:gd name="connsiteY150" fmla="*/ 6440818 h 6858000"/>
              <a:gd name="connsiteX151" fmla="*/ 6009467 w 6128435"/>
              <a:gd name="connsiteY151" fmla="*/ 6487076 h 6858000"/>
              <a:gd name="connsiteX152" fmla="*/ 5995064 w 6128435"/>
              <a:gd name="connsiteY152" fmla="*/ 6540791 h 6858000"/>
              <a:gd name="connsiteX153" fmla="*/ 5996309 w 6128435"/>
              <a:gd name="connsiteY153" fmla="*/ 6543961 h 6858000"/>
              <a:gd name="connsiteX154" fmla="*/ 5996048 w 6128435"/>
              <a:gd name="connsiteY154" fmla="*/ 6555444 h 6858000"/>
              <a:gd name="connsiteX155" fmla="*/ 6002524 w 6128435"/>
              <a:gd name="connsiteY155" fmla="*/ 6560188 h 6858000"/>
              <a:gd name="connsiteX156" fmla="*/ 6006823 w 6128435"/>
              <a:gd name="connsiteY156" fmla="*/ 6578546 h 6858000"/>
              <a:gd name="connsiteX157" fmla="*/ 6004510 w 6128435"/>
              <a:gd name="connsiteY157" fmla="*/ 6599256 h 6858000"/>
              <a:gd name="connsiteX158" fmla="*/ 5986207 w 6128435"/>
              <a:gd name="connsiteY158" fmla="*/ 6695855 h 6858000"/>
              <a:gd name="connsiteX159" fmla="*/ 5979428 w 6128435"/>
              <a:gd name="connsiteY159" fmla="*/ 6754678 h 6858000"/>
              <a:gd name="connsiteX160" fmla="*/ 5983398 w 6128435"/>
              <a:gd name="connsiteY160" fmla="*/ 6778641 h 6858000"/>
              <a:gd name="connsiteX161" fmla="*/ 5984543 w 6128435"/>
              <a:gd name="connsiteY161" fmla="*/ 6811016 h 6858000"/>
              <a:gd name="connsiteX162" fmla="*/ 5981802 w 6128435"/>
              <a:gd name="connsiteY162" fmla="*/ 6838578 h 6858000"/>
              <a:gd name="connsiteX163" fmla="*/ 5979671 w 6128435"/>
              <a:gd name="connsiteY163" fmla="*/ 6858000 h 6858000"/>
              <a:gd name="connsiteX164" fmla="*/ 0 w 6128435"/>
              <a:gd name="connsiteY164" fmla="*/ 6858000 h 6858000"/>
              <a:gd name="connsiteX165" fmla="*/ 0 w 6128435"/>
              <a:gd name="connsiteY165"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44434 w 6128435"/>
              <a:gd name="connsiteY24" fmla="*/ 1580810 h 6858000"/>
              <a:gd name="connsiteX25" fmla="*/ 5251453 w 6128435"/>
              <a:gd name="connsiteY25" fmla="*/ 1583934 h 6858000"/>
              <a:gd name="connsiteX26" fmla="*/ 5253136 w 6128435"/>
              <a:gd name="connsiteY26" fmla="*/ 1595457 h 6858000"/>
              <a:gd name="connsiteX27" fmla="*/ 5263491 w 6128435"/>
              <a:gd name="connsiteY27" fmla="*/ 1642938 h 6858000"/>
              <a:gd name="connsiteX28" fmla="*/ 5261314 w 6128435"/>
              <a:gd name="connsiteY28" fmla="*/ 1689177 h 6858000"/>
              <a:gd name="connsiteX29" fmla="*/ 5259788 w 6128435"/>
              <a:gd name="connsiteY29" fmla="*/ 1768516 h 6858000"/>
              <a:gd name="connsiteX30" fmla="*/ 5255696 w 6128435"/>
              <a:gd name="connsiteY30" fmla="*/ 1953770 h 6858000"/>
              <a:gd name="connsiteX31" fmla="*/ 5252592 w 6128435"/>
              <a:gd name="connsiteY31" fmla="*/ 2092210 h 6858000"/>
              <a:gd name="connsiteX32" fmla="*/ 5264303 w 6128435"/>
              <a:gd name="connsiteY32" fmla="*/ 2225157 h 6858000"/>
              <a:gd name="connsiteX33" fmla="*/ 5254949 w 6128435"/>
              <a:gd name="connsiteY33" fmla="*/ 2236160 h 6858000"/>
              <a:gd name="connsiteX34" fmla="*/ 5250104 w 6128435"/>
              <a:gd name="connsiteY34" fmla="*/ 2249166 h 6858000"/>
              <a:gd name="connsiteX35" fmla="*/ 5251214 w 6128435"/>
              <a:gd name="connsiteY35" fmla="*/ 2250944 h 6858000"/>
              <a:gd name="connsiteX36" fmla="*/ 5250644 w 6128435"/>
              <a:gd name="connsiteY36" fmla="*/ 2266619 h 6858000"/>
              <a:gd name="connsiteX37" fmla="*/ 5247111 w 6128435"/>
              <a:gd name="connsiteY37" fmla="*/ 2269679 h 6858000"/>
              <a:gd name="connsiteX38" fmla="*/ 5279312 w 6128435"/>
              <a:gd name="connsiteY38" fmla="*/ 2302757 h 6858000"/>
              <a:gd name="connsiteX39" fmla="*/ 5293877 w 6128435"/>
              <a:gd name="connsiteY39" fmla="*/ 2368649 h 6858000"/>
              <a:gd name="connsiteX40" fmla="*/ 5311338 w 6128435"/>
              <a:gd name="connsiteY40" fmla="*/ 2404034 h 6858000"/>
              <a:gd name="connsiteX41" fmla="*/ 5338366 w 6128435"/>
              <a:gd name="connsiteY41" fmla="*/ 2465052 h 6858000"/>
              <a:gd name="connsiteX42" fmla="*/ 5371263 w 6128435"/>
              <a:gd name="connsiteY42" fmla="*/ 2586413 h 6858000"/>
              <a:gd name="connsiteX43" fmla="*/ 5407503 w 6128435"/>
              <a:gd name="connsiteY43" fmla="*/ 2786290 h 6858000"/>
              <a:gd name="connsiteX44" fmla="*/ 5407356 w 6128435"/>
              <a:gd name="connsiteY44" fmla="*/ 2787545 h 6858000"/>
              <a:gd name="connsiteX45" fmla="*/ 5411130 w 6128435"/>
              <a:gd name="connsiteY45" fmla="*/ 2788640 h 6858000"/>
              <a:gd name="connsiteX46" fmla="*/ 5416439 w 6128435"/>
              <a:gd name="connsiteY46" fmla="*/ 2805666 h 6858000"/>
              <a:gd name="connsiteX47" fmla="*/ 5416589 w 6128435"/>
              <a:gd name="connsiteY47" fmla="*/ 2810822 h 6858000"/>
              <a:gd name="connsiteX48" fmla="*/ 5418542 w 6128435"/>
              <a:gd name="connsiteY48" fmla="*/ 2817745 h 6858000"/>
              <a:gd name="connsiteX49" fmla="*/ 5418847 w 6128435"/>
              <a:gd name="connsiteY49" fmla="*/ 2817825 h 6858000"/>
              <a:gd name="connsiteX50" fmla="*/ 5457023 w 6128435"/>
              <a:gd name="connsiteY50" fmla="*/ 2858292 h 6858000"/>
              <a:gd name="connsiteX51" fmla="*/ 5479298 w 6128435"/>
              <a:gd name="connsiteY51" fmla="*/ 2947791 h 6858000"/>
              <a:gd name="connsiteX52" fmla="*/ 5481770 w 6128435"/>
              <a:gd name="connsiteY52" fmla="*/ 2951352 h 6858000"/>
              <a:gd name="connsiteX53" fmla="*/ 5482045 w 6128435"/>
              <a:gd name="connsiteY53" fmla="*/ 2984371 h 6858000"/>
              <a:gd name="connsiteX54" fmla="*/ 5482415 w 6128435"/>
              <a:gd name="connsiteY54" fmla="*/ 3004079 h 6858000"/>
              <a:gd name="connsiteX55" fmla="*/ 5483865 w 6128435"/>
              <a:gd name="connsiteY55" fmla="*/ 3005467 h 6858000"/>
              <a:gd name="connsiteX56" fmla="*/ 5482236 w 6128435"/>
              <a:gd name="connsiteY56" fmla="*/ 3019791 h 6858000"/>
              <a:gd name="connsiteX57" fmla="*/ 5481505 w 6128435"/>
              <a:gd name="connsiteY57" fmla="*/ 3095286 h 6858000"/>
              <a:gd name="connsiteX58" fmla="*/ 5477595 w 6128435"/>
              <a:gd name="connsiteY58" fmla="*/ 3250534 h 6858000"/>
              <a:gd name="connsiteX59" fmla="*/ 5532836 w 6128435"/>
              <a:gd name="connsiteY59" fmla="*/ 3353840 h 6858000"/>
              <a:gd name="connsiteX60" fmla="*/ 5561229 w 6128435"/>
              <a:gd name="connsiteY60" fmla="*/ 3395784 h 6858000"/>
              <a:gd name="connsiteX61" fmla="*/ 5589758 w 6128435"/>
              <a:gd name="connsiteY61" fmla="*/ 3506453 h 6858000"/>
              <a:gd name="connsiteX62" fmla="*/ 5596144 w 6128435"/>
              <a:gd name="connsiteY62" fmla="*/ 3534624 h 6858000"/>
              <a:gd name="connsiteX63" fmla="*/ 5597750 w 6128435"/>
              <a:gd name="connsiteY63" fmla="*/ 3534129 h 6858000"/>
              <a:gd name="connsiteX64" fmla="*/ 5599700 w 6128435"/>
              <a:gd name="connsiteY64" fmla="*/ 3547221 h 6858000"/>
              <a:gd name="connsiteX65" fmla="*/ 5615031 w 6128435"/>
              <a:gd name="connsiteY65" fmla="*/ 3557482 h 6858000"/>
              <a:gd name="connsiteX66" fmla="*/ 5618377 w 6128435"/>
              <a:gd name="connsiteY66" fmla="*/ 3588431 h 6858000"/>
              <a:gd name="connsiteX67" fmla="*/ 5612155 w 6128435"/>
              <a:gd name="connsiteY67" fmla="*/ 3589869 h 6858000"/>
              <a:gd name="connsiteX68" fmla="*/ 5620843 w 6128435"/>
              <a:gd name="connsiteY68" fmla="*/ 3606745 h 6858000"/>
              <a:gd name="connsiteX69" fmla="*/ 5655472 w 6128435"/>
              <a:gd name="connsiteY69" fmla="*/ 3678877 h 6858000"/>
              <a:gd name="connsiteX70" fmla="*/ 5680448 w 6128435"/>
              <a:gd name="connsiteY70" fmla="*/ 3717760 h 6858000"/>
              <a:gd name="connsiteX71" fmla="*/ 5683015 w 6128435"/>
              <a:gd name="connsiteY71" fmla="*/ 3762025 h 6858000"/>
              <a:gd name="connsiteX72" fmla="*/ 5696643 w 6128435"/>
              <a:gd name="connsiteY72" fmla="*/ 3773888 h 6858000"/>
              <a:gd name="connsiteX73" fmla="*/ 5699203 w 6128435"/>
              <a:gd name="connsiteY73" fmla="*/ 3775823 h 6858000"/>
              <a:gd name="connsiteX74" fmla="*/ 5704824 w 6128435"/>
              <a:gd name="connsiteY74" fmla="*/ 3785966 h 6858000"/>
              <a:gd name="connsiteX75" fmla="*/ 5712204 w 6128435"/>
              <a:gd name="connsiteY75" fmla="*/ 3785830 h 6858000"/>
              <a:gd name="connsiteX76" fmla="*/ 5724816 w 6128435"/>
              <a:gd name="connsiteY76" fmla="*/ 3798949 h 6858000"/>
              <a:gd name="connsiteX77" fmla="*/ 5733539 w 6128435"/>
              <a:gd name="connsiteY77" fmla="*/ 3818457 h 6858000"/>
              <a:gd name="connsiteX78" fmla="*/ 5768491 w 6128435"/>
              <a:gd name="connsiteY78" fmla="*/ 3914399 h 6858000"/>
              <a:gd name="connsiteX79" fmla="*/ 5793123 w 6128435"/>
              <a:gd name="connsiteY79" fmla="*/ 3969952 h 6858000"/>
              <a:gd name="connsiteX80" fmla="*/ 5808321 w 6128435"/>
              <a:gd name="connsiteY80" fmla="*/ 3988153 h 6858000"/>
              <a:gd name="connsiteX81" fmla="*/ 5825621 w 6128435"/>
              <a:gd name="connsiteY81" fmla="*/ 4015525 h 6858000"/>
              <a:gd name="connsiteX82" fmla="*/ 5860672 w 6128435"/>
              <a:gd name="connsiteY82" fmla="*/ 4061579 h 6858000"/>
              <a:gd name="connsiteX83" fmla="*/ 5872173 w 6128435"/>
              <a:gd name="connsiteY83" fmla="*/ 4088497 h 6858000"/>
              <a:gd name="connsiteX84" fmla="*/ 5883705 w 6128435"/>
              <a:gd name="connsiteY84" fmla="*/ 4101899 h 6858000"/>
              <a:gd name="connsiteX85" fmla="*/ 5885314 w 6128435"/>
              <a:gd name="connsiteY85" fmla="*/ 4108387 h 6858000"/>
              <a:gd name="connsiteX86" fmla="*/ 5894095 w 6128435"/>
              <a:gd name="connsiteY86" fmla="*/ 4128857 h 6858000"/>
              <a:gd name="connsiteX87" fmla="*/ 5898339 w 6128435"/>
              <a:gd name="connsiteY87" fmla="*/ 4140800 h 6858000"/>
              <a:gd name="connsiteX88" fmla="*/ 5899734 w 6128435"/>
              <a:gd name="connsiteY88" fmla="*/ 4145632 h 6858000"/>
              <a:gd name="connsiteX89" fmla="*/ 5903513 w 6128435"/>
              <a:gd name="connsiteY89" fmla="*/ 4187661 h 6858000"/>
              <a:gd name="connsiteX90" fmla="*/ 5917114 w 6128435"/>
              <a:gd name="connsiteY90" fmla="*/ 4213096 h 6858000"/>
              <a:gd name="connsiteX91" fmla="*/ 5921153 w 6128435"/>
              <a:gd name="connsiteY91" fmla="*/ 4236222 h 6858000"/>
              <a:gd name="connsiteX92" fmla="*/ 5924233 w 6128435"/>
              <a:gd name="connsiteY92" fmla="*/ 4242060 h 6858000"/>
              <a:gd name="connsiteX93" fmla="*/ 5928910 w 6128435"/>
              <a:gd name="connsiteY93" fmla="*/ 4300973 h 6858000"/>
              <a:gd name="connsiteX94" fmla="*/ 5939320 w 6128435"/>
              <a:gd name="connsiteY94" fmla="*/ 4340435 h 6858000"/>
              <a:gd name="connsiteX95" fmla="*/ 5946705 w 6128435"/>
              <a:gd name="connsiteY95" fmla="*/ 4428051 h 6858000"/>
              <a:gd name="connsiteX96" fmla="*/ 5949261 w 6128435"/>
              <a:gd name="connsiteY96" fmla="*/ 4449185 h 6858000"/>
              <a:gd name="connsiteX97" fmla="*/ 5957504 w 6128435"/>
              <a:gd name="connsiteY97" fmla="*/ 4465911 h 6858000"/>
              <a:gd name="connsiteX98" fmla="*/ 5964689 w 6128435"/>
              <a:gd name="connsiteY98" fmla="*/ 4468532 h 6858000"/>
              <a:gd name="connsiteX99" fmla="*/ 5967062 w 6128435"/>
              <a:gd name="connsiteY99" fmla="*/ 4479923 h 6858000"/>
              <a:gd name="connsiteX100" fmla="*/ 5968960 w 6128435"/>
              <a:gd name="connsiteY100" fmla="*/ 4482655 h 6858000"/>
              <a:gd name="connsiteX101" fmla="*/ 5978567 w 6128435"/>
              <a:gd name="connsiteY101" fmla="*/ 4498605 h 6858000"/>
              <a:gd name="connsiteX102" fmla="*/ 5980106 w 6128435"/>
              <a:gd name="connsiteY102" fmla="*/ 4585087 h 6858000"/>
              <a:gd name="connsiteX103" fmla="*/ 5998138 w 6128435"/>
              <a:gd name="connsiteY103" fmla="*/ 4697518 h 6858000"/>
              <a:gd name="connsiteX104" fmla="*/ 6013516 w 6128435"/>
              <a:gd name="connsiteY104" fmla="*/ 4786619 h 6858000"/>
              <a:gd name="connsiteX105" fmla="*/ 6025404 w 6128435"/>
              <a:gd name="connsiteY105" fmla="*/ 4858148 h 6858000"/>
              <a:gd name="connsiteX106" fmla="*/ 6007749 w 6128435"/>
              <a:gd name="connsiteY106" fmla="*/ 4964715 h 6858000"/>
              <a:gd name="connsiteX107" fmla="*/ 6005269 w 6128435"/>
              <a:gd name="connsiteY107" fmla="*/ 5150567 h 6858000"/>
              <a:gd name="connsiteX108" fmla="*/ 6001127 w 6128435"/>
              <a:gd name="connsiteY108" fmla="*/ 5164609 h 6858000"/>
              <a:gd name="connsiteX109" fmla="*/ 5996647 w 6128435"/>
              <a:gd name="connsiteY109" fmla="*/ 5185640 h 6858000"/>
              <a:gd name="connsiteX110" fmla="*/ 5998514 w 6128435"/>
              <a:gd name="connsiteY110" fmla="*/ 5189673 h 6858000"/>
              <a:gd name="connsiteX111" fmla="*/ 5995970 w 6128435"/>
              <a:gd name="connsiteY111" fmla="*/ 5221547 h 6858000"/>
              <a:gd name="connsiteX112" fmla="*/ 5997218 w 6128435"/>
              <a:gd name="connsiteY112" fmla="*/ 5222031 h 6858000"/>
              <a:gd name="connsiteX113" fmla="*/ 6002116 w 6128435"/>
              <a:gd name="connsiteY113" fmla="*/ 5231223 h 6858000"/>
              <a:gd name="connsiteX114" fmla="*/ 6008541 w 6128435"/>
              <a:gd name="connsiteY114" fmla="*/ 5248680 h 6858000"/>
              <a:gd name="connsiteX115" fmla="*/ 6039260 w 6128435"/>
              <a:gd name="connsiteY115" fmla="*/ 5289518 h 6858000"/>
              <a:gd name="connsiteX116" fmla="*/ 6036748 w 6128435"/>
              <a:gd name="connsiteY116" fmla="*/ 5322752 h 6858000"/>
              <a:gd name="connsiteX117" fmla="*/ 6036943 w 6128435"/>
              <a:gd name="connsiteY117" fmla="*/ 5329480 h 6858000"/>
              <a:gd name="connsiteX118" fmla="*/ 6037236 w 6128435"/>
              <a:gd name="connsiteY118" fmla="*/ 5329634 h 6858000"/>
              <a:gd name="connsiteX119" fmla="*/ 6038019 w 6128435"/>
              <a:gd name="connsiteY119" fmla="*/ 5336764 h 6858000"/>
              <a:gd name="connsiteX120" fmla="*/ 6037298 w 6128435"/>
              <a:gd name="connsiteY120" fmla="*/ 5341753 h 6858000"/>
              <a:gd name="connsiteX121" fmla="*/ 6037677 w 6128435"/>
              <a:gd name="connsiteY121" fmla="*/ 5354807 h 6858000"/>
              <a:gd name="connsiteX122" fmla="*/ 6039728 w 6128435"/>
              <a:gd name="connsiteY122" fmla="*/ 5359416 h 6858000"/>
              <a:gd name="connsiteX123" fmla="*/ 6043311 w 6128435"/>
              <a:gd name="connsiteY123" fmla="*/ 5361407 h 6858000"/>
              <a:gd name="connsiteX124" fmla="*/ 6042954 w 6128435"/>
              <a:gd name="connsiteY124" fmla="*/ 5362576 h 6858000"/>
              <a:gd name="connsiteX125" fmla="*/ 6053435 w 6128435"/>
              <a:gd name="connsiteY125" fmla="*/ 5387547 h 6858000"/>
              <a:gd name="connsiteX126" fmla="*/ 6065933 w 6128435"/>
              <a:gd name="connsiteY126" fmla="*/ 5443002 h 6858000"/>
              <a:gd name="connsiteX127" fmla="*/ 6068640 w 6128435"/>
              <a:gd name="connsiteY127" fmla="*/ 5474503 h 6858000"/>
              <a:gd name="connsiteX128" fmla="*/ 6080922 w 6128435"/>
              <a:gd name="connsiteY128" fmla="*/ 5561070 h 6858000"/>
              <a:gd name="connsiteX129" fmla="*/ 6096949 w 6128435"/>
              <a:gd name="connsiteY129" fmla="*/ 5648179 h 6858000"/>
              <a:gd name="connsiteX130" fmla="*/ 6125703 w 6128435"/>
              <a:gd name="connsiteY130" fmla="*/ 5692894 h 6858000"/>
              <a:gd name="connsiteX131" fmla="*/ 6126670 w 6128435"/>
              <a:gd name="connsiteY131" fmla="*/ 5697882 h 6858000"/>
              <a:gd name="connsiteX132" fmla="*/ 6124061 w 6128435"/>
              <a:gd name="connsiteY132" fmla="*/ 5710294 h 6858000"/>
              <a:gd name="connsiteX133" fmla="*/ 6122213 w 6128435"/>
              <a:gd name="connsiteY133" fmla="*/ 5714762 h 6858000"/>
              <a:gd name="connsiteX134" fmla="*/ 6121353 w 6128435"/>
              <a:gd name="connsiteY134" fmla="*/ 5721725 h 6858000"/>
              <a:gd name="connsiteX135" fmla="*/ 6121607 w 6128435"/>
              <a:gd name="connsiteY135" fmla="*/ 5721959 h 6858000"/>
              <a:gd name="connsiteX136" fmla="*/ 6120262 w 6128435"/>
              <a:gd name="connsiteY136" fmla="*/ 5728358 h 6858000"/>
              <a:gd name="connsiteX137" fmla="*/ 6110194 w 6128435"/>
              <a:gd name="connsiteY137" fmla="*/ 5758853 h 6858000"/>
              <a:gd name="connsiteX138" fmla="*/ 6127519 w 6128435"/>
              <a:gd name="connsiteY138" fmla="*/ 5865775 h 6858000"/>
              <a:gd name="connsiteX139" fmla="*/ 6128435 w 6128435"/>
              <a:gd name="connsiteY139" fmla="*/ 5870164 h 6858000"/>
              <a:gd name="connsiteX140" fmla="*/ 6119217 w 6128435"/>
              <a:gd name="connsiteY140" fmla="*/ 5888542 h 6858000"/>
              <a:gd name="connsiteX141" fmla="*/ 6115966 w 6128435"/>
              <a:gd name="connsiteY141" fmla="*/ 5898387 h 6858000"/>
              <a:gd name="connsiteX142" fmla="*/ 6111924 w 6128435"/>
              <a:gd name="connsiteY142" fmla="*/ 5900444 h 6858000"/>
              <a:gd name="connsiteX143" fmla="*/ 6108716 w 6128435"/>
              <a:gd name="connsiteY143" fmla="*/ 5915345 h 6858000"/>
              <a:gd name="connsiteX144" fmla="*/ 6109524 w 6128435"/>
              <a:gd name="connsiteY144" fmla="*/ 5917328 h 6858000"/>
              <a:gd name="connsiteX145" fmla="*/ 6102493 w 6128435"/>
              <a:gd name="connsiteY145" fmla="*/ 5928602 h 6858000"/>
              <a:gd name="connsiteX146" fmla="*/ 6056863 w 6128435"/>
              <a:gd name="connsiteY146" fmla="*/ 6000643 h 6858000"/>
              <a:gd name="connsiteX147" fmla="*/ 6045436 w 6128435"/>
              <a:gd name="connsiteY147" fmla="*/ 6124480 h 6858000"/>
              <a:gd name="connsiteX148" fmla="*/ 6030489 w 6128435"/>
              <a:gd name="connsiteY148" fmla="*/ 6317666 h 6858000"/>
              <a:gd name="connsiteX149" fmla="*/ 6007492 w 6128435"/>
              <a:gd name="connsiteY149" fmla="*/ 6440818 h 6858000"/>
              <a:gd name="connsiteX150" fmla="*/ 6009467 w 6128435"/>
              <a:gd name="connsiteY150" fmla="*/ 6487076 h 6858000"/>
              <a:gd name="connsiteX151" fmla="*/ 5995064 w 6128435"/>
              <a:gd name="connsiteY151" fmla="*/ 6540791 h 6858000"/>
              <a:gd name="connsiteX152" fmla="*/ 5996309 w 6128435"/>
              <a:gd name="connsiteY152" fmla="*/ 6543961 h 6858000"/>
              <a:gd name="connsiteX153" fmla="*/ 5996048 w 6128435"/>
              <a:gd name="connsiteY153" fmla="*/ 6555444 h 6858000"/>
              <a:gd name="connsiteX154" fmla="*/ 6002524 w 6128435"/>
              <a:gd name="connsiteY154" fmla="*/ 6560188 h 6858000"/>
              <a:gd name="connsiteX155" fmla="*/ 6006823 w 6128435"/>
              <a:gd name="connsiteY155" fmla="*/ 6578546 h 6858000"/>
              <a:gd name="connsiteX156" fmla="*/ 6004510 w 6128435"/>
              <a:gd name="connsiteY156" fmla="*/ 6599256 h 6858000"/>
              <a:gd name="connsiteX157" fmla="*/ 5986207 w 6128435"/>
              <a:gd name="connsiteY157" fmla="*/ 6695855 h 6858000"/>
              <a:gd name="connsiteX158" fmla="*/ 5979428 w 6128435"/>
              <a:gd name="connsiteY158" fmla="*/ 6754678 h 6858000"/>
              <a:gd name="connsiteX159" fmla="*/ 5983398 w 6128435"/>
              <a:gd name="connsiteY159" fmla="*/ 6778641 h 6858000"/>
              <a:gd name="connsiteX160" fmla="*/ 5984543 w 6128435"/>
              <a:gd name="connsiteY160" fmla="*/ 6811016 h 6858000"/>
              <a:gd name="connsiteX161" fmla="*/ 5981802 w 6128435"/>
              <a:gd name="connsiteY161" fmla="*/ 6838578 h 6858000"/>
              <a:gd name="connsiteX162" fmla="*/ 5979671 w 6128435"/>
              <a:gd name="connsiteY162" fmla="*/ 6858000 h 6858000"/>
              <a:gd name="connsiteX163" fmla="*/ 0 w 6128435"/>
              <a:gd name="connsiteY163" fmla="*/ 6858000 h 6858000"/>
              <a:gd name="connsiteX164" fmla="*/ 0 w 6128435"/>
              <a:gd name="connsiteY164"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44434 w 6128435"/>
              <a:gd name="connsiteY24" fmla="*/ 1580810 h 6858000"/>
              <a:gd name="connsiteX25" fmla="*/ 5251453 w 6128435"/>
              <a:gd name="connsiteY25" fmla="*/ 1583934 h 6858000"/>
              <a:gd name="connsiteX26" fmla="*/ 5263491 w 6128435"/>
              <a:gd name="connsiteY26" fmla="*/ 1642938 h 6858000"/>
              <a:gd name="connsiteX27" fmla="*/ 5261314 w 6128435"/>
              <a:gd name="connsiteY27" fmla="*/ 1689177 h 6858000"/>
              <a:gd name="connsiteX28" fmla="*/ 5259788 w 6128435"/>
              <a:gd name="connsiteY28" fmla="*/ 1768516 h 6858000"/>
              <a:gd name="connsiteX29" fmla="*/ 5255696 w 6128435"/>
              <a:gd name="connsiteY29" fmla="*/ 1953770 h 6858000"/>
              <a:gd name="connsiteX30" fmla="*/ 5252592 w 6128435"/>
              <a:gd name="connsiteY30" fmla="*/ 2092210 h 6858000"/>
              <a:gd name="connsiteX31" fmla="*/ 5264303 w 6128435"/>
              <a:gd name="connsiteY31" fmla="*/ 2225157 h 6858000"/>
              <a:gd name="connsiteX32" fmla="*/ 5254949 w 6128435"/>
              <a:gd name="connsiteY32" fmla="*/ 2236160 h 6858000"/>
              <a:gd name="connsiteX33" fmla="*/ 5250104 w 6128435"/>
              <a:gd name="connsiteY33" fmla="*/ 2249166 h 6858000"/>
              <a:gd name="connsiteX34" fmla="*/ 5251214 w 6128435"/>
              <a:gd name="connsiteY34" fmla="*/ 2250944 h 6858000"/>
              <a:gd name="connsiteX35" fmla="*/ 5250644 w 6128435"/>
              <a:gd name="connsiteY35" fmla="*/ 2266619 h 6858000"/>
              <a:gd name="connsiteX36" fmla="*/ 5247111 w 6128435"/>
              <a:gd name="connsiteY36" fmla="*/ 2269679 h 6858000"/>
              <a:gd name="connsiteX37" fmla="*/ 5279312 w 6128435"/>
              <a:gd name="connsiteY37" fmla="*/ 2302757 h 6858000"/>
              <a:gd name="connsiteX38" fmla="*/ 5293877 w 6128435"/>
              <a:gd name="connsiteY38" fmla="*/ 2368649 h 6858000"/>
              <a:gd name="connsiteX39" fmla="*/ 5311338 w 6128435"/>
              <a:gd name="connsiteY39" fmla="*/ 2404034 h 6858000"/>
              <a:gd name="connsiteX40" fmla="*/ 5338366 w 6128435"/>
              <a:gd name="connsiteY40" fmla="*/ 2465052 h 6858000"/>
              <a:gd name="connsiteX41" fmla="*/ 5371263 w 6128435"/>
              <a:gd name="connsiteY41" fmla="*/ 2586413 h 6858000"/>
              <a:gd name="connsiteX42" fmla="*/ 5407503 w 6128435"/>
              <a:gd name="connsiteY42" fmla="*/ 2786290 h 6858000"/>
              <a:gd name="connsiteX43" fmla="*/ 5407356 w 6128435"/>
              <a:gd name="connsiteY43" fmla="*/ 2787545 h 6858000"/>
              <a:gd name="connsiteX44" fmla="*/ 5411130 w 6128435"/>
              <a:gd name="connsiteY44" fmla="*/ 2788640 h 6858000"/>
              <a:gd name="connsiteX45" fmla="*/ 5416439 w 6128435"/>
              <a:gd name="connsiteY45" fmla="*/ 2805666 h 6858000"/>
              <a:gd name="connsiteX46" fmla="*/ 5416589 w 6128435"/>
              <a:gd name="connsiteY46" fmla="*/ 2810822 h 6858000"/>
              <a:gd name="connsiteX47" fmla="*/ 5418542 w 6128435"/>
              <a:gd name="connsiteY47" fmla="*/ 2817745 h 6858000"/>
              <a:gd name="connsiteX48" fmla="*/ 5418847 w 6128435"/>
              <a:gd name="connsiteY48" fmla="*/ 2817825 h 6858000"/>
              <a:gd name="connsiteX49" fmla="*/ 5457023 w 6128435"/>
              <a:gd name="connsiteY49" fmla="*/ 2858292 h 6858000"/>
              <a:gd name="connsiteX50" fmla="*/ 5479298 w 6128435"/>
              <a:gd name="connsiteY50" fmla="*/ 2947791 h 6858000"/>
              <a:gd name="connsiteX51" fmla="*/ 5481770 w 6128435"/>
              <a:gd name="connsiteY51" fmla="*/ 2951352 h 6858000"/>
              <a:gd name="connsiteX52" fmla="*/ 5482045 w 6128435"/>
              <a:gd name="connsiteY52" fmla="*/ 2984371 h 6858000"/>
              <a:gd name="connsiteX53" fmla="*/ 5482415 w 6128435"/>
              <a:gd name="connsiteY53" fmla="*/ 3004079 h 6858000"/>
              <a:gd name="connsiteX54" fmla="*/ 5483865 w 6128435"/>
              <a:gd name="connsiteY54" fmla="*/ 3005467 h 6858000"/>
              <a:gd name="connsiteX55" fmla="*/ 5482236 w 6128435"/>
              <a:gd name="connsiteY55" fmla="*/ 3019791 h 6858000"/>
              <a:gd name="connsiteX56" fmla="*/ 5481505 w 6128435"/>
              <a:gd name="connsiteY56" fmla="*/ 3095286 h 6858000"/>
              <a:gd name="connsiteX57" fmla="*/ 5477595 w 6128435"/>
              <a:gd name="connsiteY57" fmla="*/ 3250534 h 6858000"/>
              <a:gd name="connsiteX58" fmla="*/ 5532836 w 6128435"/>
              <a:gd name="connsiteY58" fmla="*/ 3353840 h 6858000"/>
              <a:gd name="connsiteX59" fmla="*/ 5561229 w 6128435"/>
              <a:gd name="connsiteY59" fmla="*/ 3395784 h 6858000"/>
              <a:gd name="connsiteX60" fmla="*/ 5589758 w 6128435"/>
              <a:gd name="connsiteY60" fmla="*/ 3506453 h 6858000"/>
              <a:gd name="connsiteX61" fmla="*/ 5596144 w 6128435"/>
              <a:gd name="connsiteY61" fmla="*/ 3534624 h 6858000"/>
              <a:gd name="connsiteX62" fmla="*/ 5597750 w 6128435"/>
              <a:gd name="connsiteY62" fmla="*/ 3534129 h 6858000"/>
              <a:gd name="connsiteX63" fmla="*/ 5599700 w 6128435"/>
              <a:gd name="connsiteY63" fmla="*/ 3547221 h 6858000"/>
              <a:gd name="connsiteX64" fmla="*/ 5615031 w 6128435"/>
              <a:gd name="connsiteY64" fmla="*/ 3557482 h 6858000"/>
              <a:gd name="connsiteX65" fmla="*/ 5618377 w 6128435"/>
              <a:gd name="connsiteY65" fmla="*/ 3588431 h 6858000"/>
              <a:gd name="connsiteX66" fmla="*/ 5612155 w 6128435"/>
              <a:gd name="connsiteY66" fmla="*/ 3589869 h 6858000"/>
              <a:gd name="connsiteX67" fmla="*/ 5620843 w 6128435"/>
              <a:gd name="connsiteY67" fmla="*/ 3606745 h 6858000"/>
              <a:gd name="connsiteX68" fmla="*/ 5655472 w 6128435"/>
              <a:gd name="connsiteY68" fmla="*/ 3678877 h 6858000"/>
              <a:gd name="connsiteX69" fmla="*/ 5680448 w 6128435"/>
              <a:gd name="connsiteY69" fmla="*/ 3717760 h 6858000"/>
              <a:gd name="connsiteX70" fmla="*/ 5683015 w 6128435"/>
              <a:gd name="connsiteY70" fmla="*/ 3762025 h 6858000"/>
              <a:gd name="connsiteX71" fmla="*/ 5696643 w 6128435"/>
              <a:gd name="connsiteY71" fmla="*/ 3773888 h 6858000"/>
              <a:gd name="connsiteX72" fmla="*/ 5699203 w 6128435"/>
              <a:gd name="connsiteY72" fmla="*/ 3775823 h 6858000"/>
              <a:gd name="connsiteX73" fmla="*/ 5704824 w 6128435"/>
              <a:gd name="connsiteY73" fmla="*/ 3785966 h 6858000"/>
              <a:gd name="connsiteX74" fmla="*/ 5712204 w 6128435"/>
              <a:gd name="connsiteY74" fmla="*/ 3785830 h 6858000"/>
              <a:gd name="connsiteX75" fmla="*/ 5724816 w 6128435"/>
              <a:gd name="connsiteY75" fmla="*/ 3798949 h 6858000"/>
              <a:gd name="connsiteX76" fmla="*/ 5733539 w 6128435"/>
              <a:gd name="connsiteY76" fmla="*/ 3818457 h 6858000"/>
              <a:gd name="connsiteX77" fmla="*/ 5768491 w 6128435"/>
              <a:gd name="connsiteY77" fmla="*/ 3914399 h 6858000"/>
              <a:gd name="connsiteX78" fmla="*/ 5793123 w 6128435"/>
              <a:gd name="connsiteY78" fmla="*/ 3969952 h 6858000"/>
              <a:gd name="connsiteX79" fmla="*/ 5808321 w 6128435"/>
              <a:gd name="connsiteY79" fmla="*/ 3988153 h 6858000"/>
              <a:gd name="connsiteX80" fmla="*/ 5825621 w 6128435"/>
              <a:gd name="connsiteY80" fmla="*/ 4015525 h 6858000"/>
              <a:gd name="connsiteX81" fmla="*/ 5860672 w 6128435"/>
              <a:gd name="connsiteY81" fmla="*/ 4061579 h 6858000"/>
              <a:gd name="connsiteX82" fmla="*/ 5872173 w 6128435"/>
              <a:gd name="connsiteY82" fmla="*/ 4088497 h 6858000"/>
              <a:gd name="connsiteX83" fmla="*/ 5883705 w 6128435"/>
              <a:gd name="connsiteY83" fmla="*/ 4101899 h 6858000"/>
              <a:gd name="connsiteX84" fmla="*/ 5885314 w 6128435"/>
              <a:gd name="connsiteY84" fmla="*/ 4108387 h 6858000"/>
              <a:gd name="connsiteX85" fmla="*/ 5894095 w 6128435"/>
              <a:gd name="connsiteY85" fmla="*/ 4128857 h 6858000"/>
              <a:gd name="connsiteX86" fmla="*/ 5898339 w 6128435"/>
              <a:gd name="connsiteY86" fmla="*/ 4140800 h 6858000"/>
              <a:gd name="connsiteX87" fmla="*/ 5899734 w 6128435"/>
              <a:gd name="connsiteY87" fmla="*/ 4145632 h 6858000"/>
              <a:gd name="connsiteX88" fmla="*/ 5903513 w 6128435"/>
              <a:gd name="connsiteY88" fmla="*/ 4187661 h 6858000"/>
              <a:gd name="connsiteX89" fmla="*/ 5917114 w 6128435"/>
              <a:gd name="connsiteY89" fmla="*/ 4213096 h 6858000"/>
              <a:gd name="connsiteX90" fmla="*/ 5921153 w 6128435"/>
              <a:gd name="connsiteY90" fmla="*/ 4236222 h 6858000"/>
              <a:gd name="connsiteX91" fmla="*/ 5924233 w 6128435"/>
              <a:gd name="connsiteY91" fmla="*/ 4242060 h 6858000"/>
              <a:gd name="connsiteX92" fmla="*/ 5928910 w 6128435"/>
              <a:gd name="connsiteY92" fmla="*/ 4300973 h 6858000"/>
              <a:gd name="connsiteX93" fmla="*/ 5939320 w 6128435"/>
              <a:gd name="connsiteY93" fmla="*/ 4340435 h 6858000"/>
              <a:gd name="connsiteX94" fmla="*/ 5946705 w 6128435"/>
              <a:gd name="connsiteY94" fmla="*/ 4428051 h 6858000"/>
              <a:gd name="connsiteX95" fmla="*/ 5949261 w 6128435"/>
              <a:gd name="connsiteY95" fmla="*/ 4449185 h 6858000"/>
              <a:gd name="connsiteX96" fmla="*/ 5957504 w 6128435"/>
              <a:gd name="connsiteY96" fmla="*/ 4465911 h 6858000"/>
              <a:gd name="connsiteX97" fmla="*/ 5964689 w 6128435"/>
              <a:gd name="connsiteY97" fmla="*/ 4468532 h 6858000"/>
              <a:gd name="connsiteX98" fmla="*/ 5967062 w 6128435"/>
              <a:gd name="connsiteY98" fmla="*/ 4479923 h 6858000"/>
              <a:gd name="connsiteX99" fmla="*/ 5968960 w 6128435"/>
              <a:gd name="connsiteY99" fmla="*/ 4482655 h 6858000"/>
              <a:gd name="connsiteX100" fmla="*/ 5978567 w 6128435"/>
              <a:gd name="connsiteY100" fmla="*/ 4498605 h 6858000"/>
              <a:gd name="connsiteX101" fmla="*/ 5980106 w 6128435"/>
              <a:gd name="connsiteY101" fmla="*/ 4585087 h 6858000"/>
              <a:gd name="connsiteX102" fmla="*/ 5998138 w 6128435"/>
              <a:gd name="connsiteY102" fmla="*/ 4697518 h 6858000"/>
              <a:gd name="connsiteX103" fmla="*/ 6013516 w 6128435"/>
              <a:gd name="connsiteY103" fmla="*/ 4786619 h 6858000"/>
              <a:gd name="connsiteX104" fmla="*/ 6025404 w 6128435"/>
              <a:gd name="connsiteY104" fmla="*/ 4858148 h 6858000"/>
              <a:gd name="connsiteX105" fmla="*/ 6007749 w 6128435"/>
              <a:gd name="connsiteY105" fmla="*/ 4964715 h 6858000"/>
              <a:gd name="connsiteX106" fmla="*/ 6005269 w 6128435"/>
              <a:gd name="connsiteY106" fmla="*/ 5150567 h 6858000"/>
              <a:gd name="connsiteX107" fmla="*/ 6001127 w 6128435"/>
              <a:gd name="connsiteY107" fmla="*/ 5164609 h 6858000"/>
              <a:gd name="connsiteX108" fmla="*/ 5996647 w 6128435"/>
              <a:gd name="connsiteY108" fmla="*/ 5185640 h 6858000"/>
              <a:gd name="connsiteX109" fmla="*/ 5998514 w 6128435"/>
              <a:gd name="connsiteY109" fmla="*/ 5189673 h 6858000"/>
              <a:gd name="connsiteX110" fmla="*/ 5995970 w 6128435"/>
              <a:gd name="connsiteY110" fmla="*/ 5221547 h 6858000"/>
              <a:gd name="connsiteX111" fmla="*/ 5997218 w 6128435"/>
              <a:gd name="connsiteY111" fmla="*/ 5222031 h 6858000"/>
              <a:gd name="connsiteX112" fmla="*/ 6002116 w 6128435"/>
              <a:gd name="connsiteY112" fmla="*/ 5231223 h 6858000"/>
              <a:gd name="connsiteX113" fmla="*/ 6008541 w 6128435"/>
              <a:gd name="connsiteY113" fmla="*/ 5248680 h 6858000"/>
              <a:gd name="connsiteX114" fmla="*/ 6039260 w 6128435"/>
              <a:gd name="connsiteY114" fmla="*/ 5289518 h 6858000"/>
              <a:gd name="connsiteX115" fmla="*/ 6036748 w 6128435"/>
              <a:gd name="connsiteY115" fmla="*/ 5322752 h 6858000"/>
              <a:gd name="connsiteX116" fmla="*/ 6036943 w 6128435"/>
              <a:gd name="connsiteY116" fmla="*/ 5329480 h 6858000"/>
              <a:gd name="connsiteX117" fmla="*/ 6037236 w 6128435"/>
              <a:gd name="connsiteY117" fmla="*/ 5329634 h 6858000"/>
              <a:gd name="connsiteX118" fmla="*/ 6038019 w 6128435"/>
              <a:gd name="connsiteY118" fmla="*/ 5336764 h 6858000"/>
              <a:gd name="connsiteX119" fmla="*/ 6037298 w 6128435"/>
              <a:gd name="connsiteY119" fmla="*/ 5341753 h 6858000"/>
              <a:gd name="connsiteX120" fmla="*/ 6037677 w 6128435"/>
              <a:gd name="connsiteY120" fmla="*/ 5354807 h 6858000"/>
              <a:gd name="connsiteX121" fmla="*/ 6039728 w 6128435"/>
              <a:gd name="connsiteY121" fmla="*/ 5359416 h 6858000"/>
              <a:gd name="connsiteX122" fmla="*/ 6043311 w 6128435"/>
              <a:gd name="connsiteY122" fmla="*/ 5361407 h 6858000"/>
              <a:gd name="connsiteX123" fmla="*/ 6042954 w 6128435"/>
              <a:gd name="connsiteY123" fmla="*/ 5362576 h 6858000"/>
              <a:gd name="connsiteX124" fmla="*/ 6053435 w 6128435"/>
              <a:gd name="connsiteY124" fmla="*/ 5387547 h 6858000"/>
              <a:gd name="connsiteX125" fmla="*/ 6065933 w 6128435"/>
              <a:gd name="connsiteY125" fmla="*/ 5443002 h 6858000"/>
              <a:gd name="connsiteX126" fmla="*/ 6068640 w 6128435"/>
              <a:gd name="connsiteY126" fmla="*/ 5474503 h 6858000"/>
              <a:gd name="connsiteX127" fmla="*/ 6080922 w 6128435"/>
              <a:gd name="connsiteY127" fmla="*/ 5561070 h 6858000"/>
              <a:gd name="connsiteX128" fmla="*/ 6096949 w 6128435"/>
              <a:gd name="connsiteY128" fmla="*/ 5648179 h 6858000"/>
              <a:gd name="connsiteX129" fmla="*/ 6125703 w 6128435"/>
              <a:gd name="connsiteY129" fmla="*/ 5692894 h 6858000"/>
              <a:gd name="connsiteX130" fmla="*/ 6126670 w 6128435"/>
              <a:gd name="connsiteY130" fmla="*/ 5697882 h 6858000"/>
              <a:gd name="connsiteX131" fmla="*/ 6124061 w 6128435"/>
              <a:gd name="connsiteY131" fmla="*/ 5710294 h 6858000"/>
              <a:gd name="connsiteX132" fmla="*/ 6122213 w 6128435"/>
              <a:gd name="connsiteY132" fmla="*/ 5714762 h 6858000"/>
              <a:gd name="connsiteX133" fmla="*/ 6121353 w 6128435"/>
              <a:gd name="connsiteY133" fmla="*/ 5721725 h 6858000"/>
              <a:gd name="connsiteX134" fmla="*/ 6121607 w 6128435"/>
              <a:gd name="connsiteY134" fmla="*/ 5721959 h 6858000"/>
              <a:gd name="connsiteX135" fmla="*/ 6120262 w 6128435"/>
              <a:gd name="connsiteY135" fmla="*/ 5728358 h 6858000"/>
              <a:gd name="connsiteX136" fmla="*/ 6110194 w 6128435"/>
              <a:gd name="connsiteY136" fmla="*/ 5758853 h 6858000"/>
              <a:gd name="connsiteX137" fmla="*/ 6127519 w 6128435"/>
              <a:gd name="connsiteY137" fmla="*/ 5865775 h 6858000"/>
              <a:gd name="connsiteX138" fmla="*/ 6128435 w 6128435"/>
              <a:gd name="connsiteY138" fmla="*/ 5870164 h 6858000"/>
              <a:gd name="connsiteX139" fmla="*/ 6119217 w 6128435"/>
              <a:gd name="connsiteY139" fmla="*/ 5888542 h 6858000"/>
              <a:gd name="connsiteX140" fmla="*/ 6115966 w 6128435"/>
              <a:gd name="connsiteY140" fmla="*/ 5898387 h 6858000"/>
              <a:gd name="connsiteX141" fmla="*/ 6111924 w 6128435"/>
              <a:gd name="connsiteY141" fmla="*/ 5900444 h 6858000"/>
              <a:gd name="connsiteX142" fmla="*/ 6108716 w 6128435"/>
              <a:gd name="connsiteY142" fmla="*/ 5915345 h 6858000"/>
              <a:gd name="connsiteX143" fmla="*/ 6109524 w 6128435"/>
              <a:gd name="connsiteY143" fmla="*/ 5917328 h 6858000"/>
              <a:gd name="connsiteX144" fmla="*/ 6102493 w 6128435"/>
              <a:gd name="connsiteY144" fmla="*/ 5928602 h 6858000"/>
              <a:gd name="connsiteX145" fmla="*/ 6056863 w 6128435"/>
              <a:gd name="connsiteY145" fmla="*/ 6000643 h 6858000"/>
              <a:gd name="connsiteX146" fmla="*/ 6045436 w 6128435"/>
              <a:gd name="connsiteY146" fmla="*/ 6124480 h 6858000"/>
              <a:gd name="connsiteX147" fmla="*/ 6030489 w 6128435"/>
              <a:gd name="connsiteY147" fmla="*/ 6317666 h 6858000"/>
              <a:gd name="connsiteX148" fmla="*/ 6007492 w 6128435"/>
              <a:gd name="connsiteY148" fmla="*/ 6440818 h 6858000"/>
              <a:gd name="connsiteX149" fmla="*/ 6009467 w 6128435"/>
              <a:gd name="connsiteY149" fmla="*/ 6487076 h 6858000"/>
              <a:gd name="connsiteX150" fmla="*/ 5995064 w 6128435"/>
              <a:gd name="connsiteY150" fmla="*/ 6540791 h 6858000"/>
              <a:gd name="connsiteX151" fmla="*/ 5996309 w 6128435"/>
              <a:gd name="connsiteY151" fmla="*/ 6543961 h 6858000"/>
              <a:gd name="connsiteX152" fmla="*/ 5996048 w 6128435"/>
              <a:gd name="connsiteY152" fmla="*/ 6555444 h 6858000"/>
              <a:gd name="connsiteX153" fmla="*/ 6002524 w 6128435"/>
              <a:gd name="connsiteY153" fmla="*/ 6560188 h 6858000"/>
              <a:gd name="connsiteX154" fmla="*/ 6006823 w 6128435"/>
              <a:gd name="connsiteY154" fmla="*/ 6578546 h 6858000"/>
              <a:gd name="connsiteX155" fmla="*/ 6004510 w 6128435"/>
              <a:gd name="connsiteY155" fmla="*/ 6599256 h 6858000"/>
              <a:gd name="connsiteX156" fmla="*/ 5986207 w 6128435"/>
              <a:gd name="connsiteY156" fmla="*/ 6695855 h 6858000"/>
              <a:gd name="connsiteX157" fmla="*/ 5979428 w 6128435"/>
              <a:gd name="connsiteY157" fmla="*/ 6754678 h 6858000"/>
              <a:gd name="connsiteX158" fmla="*/ 5983398 w 6128435"/>
              <a:gd name="connsiteY158" fmla="*/ 6778641 h 6858000"/>
              <a:gd name="connsiteX159" fmla="*/ 5984543 w 6128435"/>
              <a:gd name="connsiteY159" fmla="*/ 6811016 h 6858000"/>
              <a:gd name="connsiteX160" fmla="*/ 5981802 w 6128435"/>
              <a:gd name="connsiteY160" fmla="*/ 6838578 h 6858000"/>
              <a:gd name="connsiteX161" fmla="*/ 5979671 w 6128435"/>
              <a:gd name="connsiteY161" fmla="*/ 6858000 h 6858000"/>
              <a:gd name="connsiteX162" fmla="*/ 0 w 6128435"/>
              <a:gd name="connsiteY162" fmla="*/ 6858000 h 6858000"/>
              <a:gd name="connsiteX163" fmla="*/ 0 w 6128435"/>
              <a:gd name="connsiteY163"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44434 w 6128435"/>
              <a:gd name="connsiteY24" fmla="*/ 1580810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47111 w 6128435"/>
              <a:gd name="connsiteY35" fmla="*/ 2269679 h 6858000"/>
              <a:gd name="connsiteX36" fmla="*/ 5279312 w 6128435"/>
              <a:gd name="connsiteY36" fmla="*/ 2302757 h 6858000"/>
              <a:gd name="connsiteX37" fmla="*/ 5293877 w 6128435"/>
              <a:gd name="connsiteY37" fmla="*/ 2368649 h 6858000"/>
              <a:gd name="connsiteX38" fmla="*/ 5311338 w 6128435"/>
              <a:gd name="connsiteY38" fmla="*/ 2404034 h 6858000"/>
              <a:gd name="connsiteX39" fmla="*/ 5338366 w 6128435"/>
              <a:gd name="connsiteY39" fmla="*/ 2465052 h 6858000"/>
              <a:gd name="connsiteX40" fmla="*/ 5371263 w 6128435"/>
              <a:gd name="connsiteY40" fmla="*/ 2586413 h 6858000"/>
              <a:gd name="connsiteX41" fmla="*/ 5407503 w 6128435"/>
              <a:gd name="connsiteY41" fmla="*/ 2786290 h 6858000"/>
              <a:gd name="connsiteX42" fmla="*/ 5407356 w 6128435"/>
              <a:gd name="connsiteY42" fmla="*/ 2787545 h 6858000"/>
              <a:gd name="connsiteX43" fmla="*/ 5411130 w 6128435"/>
              <a:gd name="connsiteY43" fmla="*/ 2788640 h 6858000"/>
              <a:gd name="connsiteX44" fmla="*/ 5416439 w 6128435"/>
              <a:gd name="connsiteY44" fmla="*/ 2805666 h 6858000"/>
              <a:gd name="connsiteX45" fmla="*/ 5416589 w 6128435"/>
              <a:gd name="connsiteY45" fmla="*/ 2810822 h 6858000"/>
              <a:gd name="connsiteX46" fmla="*/ 5418542 w 6128435"/>
              <a:gd name="connsiteY46" fmla="*/ 2817745 h 6858000"/>
              <a:gd name="connsiteX47" fmla="*/ 5418847 w 6128435"/>
              <a:gd name="connsiteY47" fmla="*/ 2817825 h 6858000"/>
              <a:gd name="connsiteX48" fmla="*/ 5457023 w 6128435"/>
              <a:gd name="connsiteY48" fmla="*/ 2858292 h 6858000"/>
              <a:gd name="connsiteX49" fmla="*/ 5479298 w 6128435"/>
              <a:gd name="connsiteY49" fmla="*/ 2947791 h 6858000"/>
              <a:gd name="connsiteX50" fmla="*/ 5481770 w 6128435"/>
              <a:gd name="connsiteY50" fmla="*/ 2951352 h 6858000"/>
              <a:gd name="connsiteX51" fmla="*/ 5482045 w 6128435"/>
              <a:gd name="connsiteY51" fmla="*/ 2984371 h 6858000"/>
              <a:gd name="connsiteX52" fmla="*/ 5482415 w 6128435"/>
              <a:gd name="connsiteY52" fmla="*/ 3004079 h 6858000"/>
              <a:gd name="connsiteX53" fmla="*/ 5483865 w 6128435"/>
              <a:gd name="connsiteY53" fmla="*/ 3005467 h 6858000"/>
              <a:gd name="connsiteX54" fmla="*/ 5482236 w 6128435"/>
              <a:gd name="connsiteY54" fmla="*/ 3019791 h 6858000"/>
              <a:gd name="connsiteX55" fmla="*/ 5481505 w 6128435"/>
              <a:gd name="connsiteY55" fmla="*/ 3095286 h 6858000"/>
              <a:gd name="connsiteX56" fmla="*/ 5477595 w 6128435"/>
              <a:gd name="connsiteY56" fmla="*/ 3250534 h 6858000"/>
              <a:gd name="connsiteX57" fmla="*/ 5532836 w 6128435"/>
              <a:gd name="connsiteY57" fmla="*/ 3353840 h 6858000"/>
              <a:gd name="connsiteX58" fmla="*/ 5561229 w 6128435"/>
              <a:gd name="connsiteY58" fmla="*/ 3395784 h 6858000"/>
              <a:gd name="connsiteX59" fmla="*/ 5589758 w 6128435"/>
              <a:gd name="connsiteY59" fmla="*/ 3506453 h 6858000"/>
              <a:gd name="connsiteX60" fmla="*/ 5596144 w 6128435"/>
              <a:gd name="connsiteY60" fmla="*/ 3534624 h 6858000"/>
              <a:gd name="connsiteX61" fmla="*/ 5597750 w 6128435"/>
              <a:gd name="connsiteY61" fmla="*/ 3534129 h 6858000"/>
              <a:gd name="connsiteX62" fmla="*/ 5599700 w 6128435"/>
              <a:gd name="connsiteY62" fmla="*/ 3547221 h 6858000"/>
              <a:gd name="connsiteX63" fmla="*/ 5615031 w 6128435"/>
              <a:gd name="connsiteY63" fmla="*/ 3557482 h 6858000"/>
              <a:gd name="connsiteX64" fmla="*/ 5618377 w 6128435"/>
              <a:gd name="connsiteY64" fmla="*/ 3588431 h 6858000"/>
              <a:gd name="connsiteX65" fmla="*/ 5612155 w 6128435"/>
              <a:gd name="connsiteY65" fmla="*/ 3589869 h 6858000"/>
              <a:gd name="connsiteX66" fmla="*/ 5620843 w 6128435"/>
              <a:gd name="connsiteY66" fmla="*/ 3606745 h 6858000"/>
              <a:gd name="connsiteX67" fmla="*/ 5655472 w 6128435"/>
              <a:gd name="connsiteY67" fmla="*/ 3678877 h 6858000"/>
              <a:gd name="connsiteX68" fmla="*/ 5680448 w 6128435"/>
              <a:gd name="connsiteY68" fmla="*/ 3717760 h 6858000"/>
              <a:gd name="connsiteX69" fmla="*/ 5683015 w 6128435"/>
              <a:gd name="connsiteY69" fmla="*/ 3762025 h 6858000"/>
              <a:gd name="connsiteX70" fmla="*/ 5696643 w 6128435"/>
              <a:gd name="connsiteY70" fmla="*/ 3773888 h 6858000"/>
              <a:gd name="connsiteX71" fmla="*/ 5699203 w 6128435"/>
              <a:gd name="connsiteY71" fmla="*/ 3775823 h 6858000"/>
              <a:gd name="connsiteX72" fmla="*/ 5704824 w 6128435"/>
              <a:gd name="connsiteY72" fmla="*/ 3785966 h 6858000"/>
              <a:gd name="connsiteX73" fmla="*/ 5712204 w 6128435"/>
              <a:gd name="connsiteY73" fmla="*/ 3785830 h 6858000"/>
              <a:gd name="connsiteX74" fmla="*/ 5724816 w 6128435"/>
              <a:gd name="connsiteY74" fmla="*/ 3798949 h 6858000"/>
              <a:gd name="connsiteX75" fmla="*/ 5733539 w 6128435"/>
              <a:gd name="connsiteY75" fmla="*/ 3818457 h 6858000"/>
              <a:gd name="connsiteX76" fmla="*/ 5768491 w 6128435"/>
              <a:gd name="connsiteY76" fmla="*/ 3914399 h 6858000"/>
              <a:gd name="connsiteX77" fmla="*/ 5793123 w 6128435"/>
              <a:gd name="connsiteY77" fmla="*/ 3969952 h 6858000"/>
              <a:gd name="connsiteX78" fmla="*/ 5808321 w 6128435"/>
              <a:gd name="connsiteY78" fmla="*/ 3988153 h 6858000"/>
              <a:gd name="connsiteX79" fmla="*/ 5825621 w 6128435"/>
              <a:gd name="connsiteY79" fmla="*/ 4015525 h 6858000"/>
              <a:gd name="connsiteX80" fmla="*/ 5860672 w 6128435"/>
              <a:gd name="connsiteY80" fmla="*/ 4061579 h 6858000"/>
              <a:gd name="connsiteX81" fmla="*/ 5872173 w 6128435"/>
              <a:gd name="connsiteY81" fmla="*/ 4088497 h 6858000"/>
              <a:gd name="connsiteX82" fmla="*/ 5883705 w 6128435"/>
              <a:gd name="connsiteY82" fmla="*/ 4101899 h 6858000"/>
              <a:gd name="connsiteX83" fmla="*/ 5885314 w 6128435"/>
              <a:gd name="connsiteY83" fmla="*/ 4108387 h 6858000"/>
              <a:gd name="connsiteX84" fmla="*/ 5894095 w 6128435"/>
              <a:gd name="connsiteY84" fmla="*/ 4128857 h 6858000"/>
              <a:gd name="connsiteX85" fmla="*/ 5898339 w 6128435"/>
              <a:gd name="connsiteY85" fmla="*/ 4140800 h 6858000"/>
              <a:gd name="connsiteX86" fmla="*/ 5899734 w 6128435"/>
              <a:gd name="connsiteY86" fmla="*/ 4145632 h 6858000"/>
              <a:gd name="connsiteX87" fmla="*/ 5903513 w 6128435"/>
              <a:gd name="connsiteY87" fmla="*/ 4187661 h 6858000"/>
              <a:gd name="connsiteX88" fmla="*/ 5917114 w 6128435"/>
              <a:gd name="connsiteY88" fmla="*/ 4213096 h 6858000"/>
              <a:gd name="connsiteX89" fmla="*/ 5921153 w 6128435"/>
              <a:gd name="connsiteY89" fmla="*/ 4236222 h 6858000"/>
              <a:gd name="connsiteX90" fmla="*/ 5924233 w 6128435"/>
              <a:gd name="connsiteY90" fmla="*/ 4242060 h 6858000"/>
              <a:gd name="connsiteX91" fmla="*/ 5928910 w 6128435"/>
              <a:gd name="connsiteY91" fmla="*/ 4300973 h 6858000"/>
              <a:gd name="connsiteX92" fmla="*/ 5939320 w 6128435"/>
              <a:gd name="connsiteY92" fmla="*/ 4340435 h 6858000"/>
              <a:gd name="connsiteX93" fmla="*/ 5946705 w 6128435"/>
              <a:gd name="connsiteY93" fmla="*/ 4428051 h 6858000"/>
              <a:gd name="connsiteX94" fmla="*/ 5949261 w 6128435"/>
              <a:gd name="connsiteY94" fmla="*/ 4449185 h 6858000"/>
              <a:gd name="connsiteX95" fmla="*/ 5957504 w 6128435"/>
              <a:gd name="connsiteY95" fmla="*/ 4465911 h 6858000"/>
              <a:gd name="connsiteX96" fmla="*/ 5964689 w 6128435"/>
              <a:gd name="connsiteY96" fmla="*/ 4468532 h 6858000"/>
              <a:gd name="connsiteX97" fmla="*/ 5967062 w 6128435"/>
              <a:gd name="connsiteY97" fmla="*/ 4479923 h 6858000"/>
              <a:gd name="connsiteX98" fmla="*/ 5968960 w 6128435"/>
              <a:gd name="connsiteY98" fmla="*/ 4482655 h 6858000"/>
              <a:gd name="connsiteX99" fmla="*/ 5978567 w 6128435"/>
              <a:gd name="connsiteY99" fmla="*/ 4498605 h 6858000"/>
              <a:gd name="connsiteX100" fmla="*/ 5980106 w 6128435"/>
              <a:gd name="connsiteY100" fmla="*/ 4585087 h 6858000"/>
              <a:gd name="connsiteX101" fmla="*/ 5998138 w 6128435"/>
              <a:gd name="connsiteY101" fmla="*/ 4697518 h 6858000"/>
              <a:gd name="connsiteX102" fmla="*/ 6013516 w 6128435"/>
              <a:gd name="connsiteY102" fmla="*/ 4786619 h 6858000"/>
              <a:gd name="connsiteX103" fmla="*/ 6025404 w 6128435"/>
              <a:gd name="connsiteY103" fmla="*/ 4858148 h 6858000"/>
              <a:gd name="connsiteX104" fmla="*/ 6007749 w 6128435"/>
              <a:gd name="connsiteY104" fmla="*/ 4964715 h 6858000"/>
              <a:gd name="connsiteX105" fmla="*/ 6005269 w 6128435"/>
              <a:gd name="connsiteY105" fmla="*/ 5150567 h 6858000"/>
              <a:gd name="connsiteX106" fmla="*/ 6001127 w 6128435"/>
              <a:gd name="connsiteY106" fmla="*/ 5164609 h 6858000"/>
              <a:gd name="connsiteX107" fmla="*/ 5996647 w 6128435"/>
              <a:gd name="connsiteY107" fmla="*/ 5185640 h 6858000"/>
              <a:gd name="connsiteX108" fmla="*/ 5998514 w 6128435"/>
              <a:gd name="connsiteY108" fmla="*/ 5189673 h 6858000"/>
              <a:gd name="connsiteX109" fmla="*/ 5995970 w 6128435"/>
              <a:gd name="connsiteY109" fmla="*/ 5221547 h 6858000"/>
              <a:gd name="connsiteX110" fmla="*/ 5997218 w 6128435"/>
              <a:gd name="connsiteY110" fmla="*/ 5222031 h 6858000"/>
              <a:gd name="connsiteX111" fmla="*/ 6002116 w 6128435"/>
              <a:gd name="connsiteY111" fmla="*/ 5231223 h 6858000"/>
              <a:gd name="connsiteX112" fmla="*/ 6008541 w 6128435"/>
              <a:gd name="connsiteY112" fmla="*/ 5248680 h 6858000"/>
              <a:gd name="connsiteX113" fmla="*/ 6039260 w 6128435"/>
              <a:gd name="connsiteY113" fmla="*/ 5289518 h 6858000"/>
              <a:gd name="connsiteX114" fmla="*/ 6036748 w 6128435"/>
              <a:gd name="connsiteY114" fmla="*/ 5322752 h 6858000"/>
              <a:gd name="connsiteX115" fmla="*/ 6036943 w 6128435"/>
              <a:gd name="connsiteY115" fmla="*/ 5329480 h 6858000"/>
              <a:gd name="connsiteX116" fmla="*/ 6037236 w 6128435"/>
              <a:gd name="connsiteY116" fmla="*/ 5329634 h 6858000"/>
              <a:gd name="connsiteX117" fmla="*/ 6038019 w 6128435"/>
              <a:gd name="connsiteY117" fmla="*/ 5336764 h 6858000"/>
              <a:gd name="connsiteX118" fmla="*/ 6037298 w 6128435"/>
              <a:gd name="connsiteY118" fmla="*/ 5341753 h 6858000"/>
              <a:gd name="connsiteX119" fmla="*/ 6037677 w 6128435"/>
              <a:gd name="connsiteY119" fmla="*/ 5354807 h 6858000"/>
              <a:gd name="connsiteX120" fmla="*/ 6039728 w 6128435"/>
              <a:gd name="connsiteY120" fmla="*/ 5359416 h 6858000"/>
              <a:gd name="connsiteX121" fmla="*/ 6043311 w 6128435"/>
              <a:gd name="connsiteY121" fmla="*/ 5361407 h 6858000"/>
              <a:gd name="connsiteX122" fmla="*/ 6042954 w 6128435"/>
              <a:gd name="connsiteY122" fmla="*/ 5362576 h 6858000"/>
              <a:gd name="connsiteX123" fmla="*/ 6053435 w 6128435"/>
              <a:gd name="connsiteY123" fmla="*/ 5387547 h 6858000"/>
              <a:gd name="connsiteX124" fmla="*/ 6065933 w 6128435"/>
              <a:gd name="connsiteY124" fmla="*/ 5443002 h 6858000"/>
              <a:gd name="connsiteX125" fmla="*/ 6068640 w 6128435"/>
              <a:gd name="connsiteY125" fmla="*/ 5474503 h 6858000"/>
              <a:gd name="connsiteX126" fmla="*/ 6080922 w 6128435"/>
              <a:gd name="connsiteY126" fmla="*/ 5561070 h 6858000"/>
              <a:gd name="connsiteX127" fmla="*/ 6096949 w 6128435"/>
              <a:gd name="connsiteY127" fmla="*/ 5648179 h 6858000"/>
              <a:gd name="connsiteX128" fmla="*/ 6125703 w 6128435"/>
              <a:gd name="connsiteY128" fmla="*/ 5692894 h 6858000"/>
              <a:gd name="connsiteX129" fmla="*/ 6126670 w 6128435"/>
              <a:gd name="connsiteY129" fmla="*/ 5697882 h 6858000"/>
              <a:gd name="connsiteX130" fmla="*/ 6124061 w 6128435"/>
              <a:gd name="connsiteY130" fmla="*/ 5710294 h 6858000"/>
              <a:gd name="connsiteX131" fmla="*/ 6122213 w 6128435"/>
              <a:gd name="connsiteY131" fmla="*/ 5714762 h 6858000"/>
              <a:gd name="connsiteX132" fmla="*/ 6121353 w 6128435"/>
              <a:gd name="connsiteY132" fmla="*/ 5721725 h 6858000"/>
              <a:gd name="connsiteX133" fmla="*/ 6121607 w 6128435"/>
              <a:gd name="connsiteY133" fmla="*/ 5721959 h 6858000"/>
              <a:gd name="connsiteX134" fmla="*/ 6120262 w 6128435"/>
              <a:gd name="connsiteY134" fmla="*/ 5728358 h 6858000"/>
              <a:gd name="connsiteX135" fmla="*/ 6110194 w 6128435"/>
              <a:gd name="connsiteY135" fmla="*/ 5758853 h 6858000"/>
              <a:gd name="connsiteX136" fmla="*/ 6127519 w 6128435"/>
              <a:gd name="connsiteY136" fmla="*/ 5865775 h 6858000"/>
              <a:gd name="connsiteX137" fmla="*/ 6128435 w 6128435"/>
              <a:gd name="connsiteY137" fmla="*/ 5870164 h 6858000"/>
              <a:gd name="connsiteX138" fmla="*/ 6119217 w 6128435"/>
              <a:gd name="connsiteY138" fmla="*/ 5888542 h 6858000"/>
              <a:gd name="connsiteX139" fmla="*/ 6115966 w 6128435"/>
              <a:gd name="connsiteY139" fmla="*/ 5898387 h 6858000"/>
              <a:gd name="connsiteX140" fmla="*/ 6111924 w 6128435"/>
              <a:gd name="connsiteY140" fmla="*/ 5900444 h 6858000"/>
              <a:gd name="connsiteX141" fmla="*/ 6108716 w 6128435"/>
              <a:gd name="connsiteY141" fmla="*/ 5915345 h 6858000"/>
              <a:gd name="connsiteX142" fmla="*/ 6109524 w 6128435"/>
              <a:gd name="connsiteY142" fmla="*/ 5917328 h 6858000"/>
              <a:gd name="connsiteX143" fmla="*/ 6102493 w 6128435"/>
              <a:gd name="connsiteY143" fmla="*/ 5928602 h 6858000"/>
              <a:gd name="connsiteX144" fmla="*/ 6056863 w 6128435"/>
              <a:gd name="connsiteY144" fmla="*/ 6000643 h 6858000"/>
              <a:gd name="connsiteX145" fmla="*/ 6045436 w 6128435"/>
              <a:gd name="connsiteY145" fmla="*/ 6124480 h 6858000"/>
              <a:gd name="connsiteX146" fmla="*/ 6030489 w 6128435"/>
              <a:gd name="connsiteY146" fmla="*/ 6317666 h 6858000"/>
              <a:gd name="connsiteX147" fmla="*/ 6007492 w 6128435"/>
              <a:gd name="connsiteY147" fmla="*/ 6440818 h 6858000"/>
              <a:gd name="connsiteX148" fmla="*/ 6009467 w 6128435"/>
              <a:gd name="connsiteY148" fmla="*/ 6487076 h 6858000"/>
              <a:gd name="connsiteX149" fmla="*/ 5995064 w 6128435"/>
              <a:gd name="connsiteY149" fmla="*/ 6540791 h 6858000"/>
              <a:gd name="connsiteX150" fmla="*/ 5996309 w 6128435"/>
              <a:gd name="connsiteY150" fmla="*/ 6543961 h 6858000"/>
              <a:gd name="connsiteX151" fmla="*/ 5996048 w 6128435"/>
              <a:gd name="connsiteY151" fmla="*/ 6555444 h 6858000"/>
              <a:gd name="connsiteX152" fmla="*/ 6002524 w 6128435"/>
              <a:gd name="connsiteY152" fmla="*/ 6560188 h 6858000"/>
              <a:gd name="connsiteX153" fmla="*/ 6006823 w 6128435"/>
              <a:gd name="connsiteY153" fmla="*/ 6578546 h 6858000"/>
              <a:gd name="connsiteX154" fmla="*/ 6004510 w 6128435"/>
              <a:gd name="connsiteY154" fmla="*/ 6599256 h 6858000"/>
              <a:gd name="connsiteX155" fmla="*/ 5986207 w 6128435"/>
              <a:gd name="connsiteY155" fmla="*/ 6695855 h 6858000"/>
              <a:gd name="connsiteX156" fmla="*/ 5979428 w 6128435"/>
              <a:gd name="connsiteY156" fmla="*/ 6754678 h 6858000"/>
              <a:gd name="connsiteX157" fmla="*/ 5983398 w 6128435"/>
              <a:gd name="connsiteY157" fmla="*/ 6778641 h 6858000"/>
              <a:gd name="connsiteX158" fmla="*/ 5984543 w 6128435"/>
              <a:gd name="connsiteY158" fmla="*/ 6811016 h 6858000"/>
              <a:gd name="connsiteX159" fmla="*/ 5981802 w 6128435"/>
              <a:gd name="connsiteY159" fmla="*/ 6838578 h 6858000"/>
              <a:gd name="connsiteX160" fmla="*/ 5979671 w 6128435"/>
              <a:gd name="connsiteY160" fmla="*/ 6858000 h 6858000"/>
              <a:gd name="connsiteX161" fmla="*/ 0 w 6128435"/>
              <a:gd name="connsiteY161" fmla="*/ 6858000 h 6858000"/>
              <a:gd name="connsiteX162" fmla="*/ 0 w 6128435"/>
              <a:gd name="connsiteY162"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47111 w 6128435"/>
              <a:gd name="connsiteY35" fmla="*/ 2269679 h 6858000"/>
              <a:gd name="connsiteX36" fmla="*/ 5279312 w 6128435"/>
              <a:gd name="connsiteY36" fmla="*/ 2302757 h 6858000"/>
              <a:gd name="connsiteX37" fmla="*/ 5293877 w 6128435"/>
              <a:gd name="connsiteY37" fmla="*/ 2368649 h 6858000"/>
              <a:gd name="connsiteX38" fmla="*/ 5311338 w 6128435"/>
              <a:gd name="connsiteY38" fmla="*/ 2404034 h 6858000"/>
              <a:gd name="connsiteX39" fmla="*/ 5338366 w 6128435"/>
              <a:gd name="connsiteY39" fmla="*/ 2465052 h 6858000"/>
              <a:gd name="connsiteX40" fmla="*/ 5371263 w 6128435"/>
              <a:gd name="connsiteY40" fmla="*/ 2586413 h 6858000"/>
              <a:gd name="connsiteX41" fmla="*/ 5407503 w 6128435"/>
              <a:gd name="connsiteY41" fmla="*/ 2786290 h 6858000"/>
              <a:gd name="connsiteX42" fmla="*/ 5407356 w 6128435"/>
              <a:gd name="connsiteY42" fmla="*/ 2787545 h 6858000"/>
              <a:gd name="connsiteX43" fmla="*/ 5411130 w 6128435"/>
              <a:gd name="connsiteY43" fmla="*/ 2788640 h 6858000"/>
              <a:gd name="connsiteX44" fmla="*/ 5416439 w 6128435"/>
              <a:gd name="connsiteY44" fmla="*/ 2805666 h 6858000"/>
              <a:gd name="connsiteX45" fmla="*/ 5416589 w 6128435"/>
              <a:gd name="connsiteY45" fmla="*/ 2810822 h 6858000"/>
              <a:gd name="connsiteX46" fmla="*/ 5418542 w 6128435"/>
              <a:gd name="connsiteY46" fmla="*/ 2817745 h 6858000"/>
              <a:gd name="connsiteX47" fmla="*/ 5418847 w 6128435"/>
              <a:gd name="connsiteY47" fmla="*/ 2817825 h 6858000"/>
              <a:gd name="connsiteX48" fmla="*/ 5457023 w 6128435"/>
              <a:gd name="connsiteY48" fmla="*/ 2858292 h 6858000"/>
              <a:gd name="connsiteX49" fmla="*/ 5479298 w 6128435"/>
              <a:gd name="connsiteY49" fmla="*/ 2947791 h 6858000"/>
              <a:gd name="connsiteX50" fmla="*/ 5481770 w 6128435"/>
              <a:gd name="connsiteY50" fmla="*/ 2951352 h 6858000"/>
              <a:gd name="connsiteX51" fmla="*/ 5482045 w 6128435"/>
              <a:gd name="connsiteY51" fmla="*/ 2984371 h 6858000"/>
              <a:gd name="connsiteX52" fmla="*/ 5482415 w 6128435"/>
              <a:gd name="connsiteY52" fmla="*/ 3004079 h 6858000"/>
              <a:gd name="connsiteX53" fmla="*/ 5483865 w 6128435"/>
              <a:gd name="connsiteY53" fmla="*/ 3005467 h 6858000"/>
              <a:gd name="connsiteX54" fmla="*/ 5482236 w 6128435"/>
              <a:gd name="connsiteY54" fmla="*/ 3019791 h 6858000"/>
              <a:gd name="connsiteX55" fmla="*/ 5481505 w 6128435"/>
              <a:gd name="connsiteY55" fmla="*/ 3095286 h 6858000"/>
              <a:gd name="connsiteX56" fmla="*/ 5477595 w 6128435"/>
              <a:gd name="connsiteY56" fmla="*/ 3250534 h 6858000"/>
              <a:gd name="connsiteX57" fmla="*/ 5532836 w 6128435"/>
              <a:gd name="connsiteY57" fmla="*/ 3353840 h 6858000"/>
              <a:gd name="connsiteX58" fmla="*/ 5561229 w 6128435"/>
              <a:gd name="connsiteY58" fmla="*/ 3395784 h 6858000"/>
              <a:gd name="connsiteX59" fmla="*/ 5589758 w 6128435"/>
              <a:gd name="connsiteY59" fmla="*/ 3506453 h 6858000"/>
              <a:gd name="connsiteX60" fmla="*/ 5596144 w 6128435"/>
              <a:gd name="connsiteY60" fmla="*/ 3534624 h 6858000"/>
              <a:gd name="connsiteX61" fmla="*/ 5597750 w 6128435"/>
              <a:gd name="connsiteY61" fmla="*/ 3534129 h 6858000"/>
              <a:gd name="connsiteX62" fmla="*/ 5599700 w 6128435"/>
              <a:gd name="connsiteY62" fmla="*/ 3547221 h 6858000"/>
              <a:gd name="connsiteX63" fmla="*/ 5615031 w 6128435"/>
              <a:gd name="connsiteY63" fmla="*/ 3557482 h 6858000"/>
              <a:gd name="connsiteX64" fmla="*/ 5618377 w 6128435"/>
              <a:gd name="connsiteY64" fmla="*/ 3588431 h 6858000"/>
              <a:gd name="connsiteX65" fmla="*/ 5612155 w 6128435"/>
              <a:gd name="connsiteY65" fmla="*/ 3589869 h 6858000"/>
              <a:gd name="connsiteX66" fmla="*/ 5620843 w 6128435"/>
              <a:gd name="connsiteY66" fmla="*/ 3606745 h 6858000"/>
              <a:gd name="connsiteX67" fmla="*/ 5655472 w 6128435"/>
              <a:gd name="connsiteY67" fmla="*/ 3678877 h 6858000"/>
              <a:gd name="connsiteX68" fmla="*/ 5680448 w 6128435"/>
              <a:gd name="connsiteY68" fmla="*/ 3717760 h 6858000"/>
              <a:gd name="connsiteX69" fmla="*/ 5683015 w 6128435"/>
              <a:gd name="connsiteY69" fmla="*/ 3762025 h 6858000"/>
              <a:gd name="connsiteX70" fmla="*/ 5696643 w 6128435"/>
              <a:gd name="connsiteY70" fmla="*/ 3773888 h 6858000"/>
              <a:gd name="connsiteX71" fmla="*/ 5699203 w 6128435"/>
              <a:gd name="connsiteY71" fmla="*/ 3775823 h 6858000"/>
              <a:gd name="connsiteX72" fmla="*/ 5704824 w 6128435"/>
              <a:gd name="connsiteY72" fmla="*/ 3785966 h 6858000"/>
              <a:gd name="connsiteX73" fmla="*/ 5712204 w 6128435"/>
              <a:gd name="connsiteY73" fmla="*/ 3785830 h 6858000"/>
              <a:gd name="connsiteX74" fmla="*/ 5724816 w 6128435"/>
              <a:gd name="connsiteY74" fmla="*/ 3798949 h 6858000"/>
              <a:gd name="connsiteX75" fmla="*/ 5733539 w 6128435"/>
              <a:gd name="connsiteY75" fmla="*/ 3818457 h 6858000"/>
              <a:gd name="connsiteX76" fmla="*/ 5768491 w 6128435"/>
              <a:gd name="connsiteY76" fmla="*/ 3914399 h 6858000"/>
              <a:gd name="connsiteX77" fmla="*/ 5793123 w 6128435"/>
              <a:gd name="connsiteY77" fmla="*/ 3969952 h 6858000"/>
              <a:gd name="connsiteX78" fmla="*/ 5808321 w 6128435"/>
              <a:gd name="connsiteY78" fmla="*/ 3988153 h 6858000"/>
              <a:gd name="connsiteX79" fmla="*/ 5825621 w 6128435"/>
              <a:gd name="connsiteY79" fmla="*/ 4015525 h 6858000"/>
              <a:gd name="connsiteX80" fmla="*/ 5860672 w 6128435"/>
              <a:gd name="connsiteY80" fmla="*/ 4061579 h 6858000"/>
              <a:gd name="connsiteX81" fmla="*/ 5872173 w 6128435"/>
              <a:gd name="connsiteY81" fmla="*/ 4088497 h 6858000"/>
              <a:gd name="connsiteX82" fmla="*/ 5883705 w 6128435"/>
              <a:gd name="connsiteY82" fmla="*/ 4101899 h 6858000"/>
              <a:gd name="connsiteX83" fmla="*/ 5885314 w 6128435"/>
              <a:gd name="connsiteY83" fmla="*/ 4108387 h 6858000"/>
              <a:gd name="connsiteX84" fmla="*/ 5894095 w 6128435"/>
              <a:gd name="connsiteY84" fmla="*/ 4128857 h 6858000"/>
              <a:gd name="connsiteX85" fmla="*/ 5898339 w 6128435"/>
              <a:gd name="connsiteY85" fmla="*/ 4140800 h 6858000"/>
              <a:gd name="connsiteX86" fmla="*/ 5899734 w 6128435"/>
              <a:gd name="connsiteY86" fmla="*/ 4145632 h 6858000"/>
              <a:gd name="connsiteX87" fmla="*/ 5903513 w 6128435"/>
              <a:gd name="connsiteY87" fmla="*/ 4187661 h 6858000"/>
              <a:gd name="connsiteX88" fmla="*/ 5917114 w 6128435"/>
              <a:gd name="connsiteY88" fmla="*/ 4213096 h 6858000"/>
              <a:gd name="connsiteX89" fmla="*/ 5921153 w 6128435"/>
              <a:gd name="connsiteY89" fmla="*/ 4236222 h 6858000"/>
              <a:gd name="connsiteX90" fmla="*/ 5924233 w 6128435"/>
              <a:gd name="connsiteY90" fmla="*/ 4242060 h 6858000"/>
              <a:gd name="connsiteX91" fmla="*/ 5928910 w 6128435"/>
              <a:gd name="connsiteY91" fmla="*/ 4300973 h 6858000"/>
              <a:gd name="connsiteX92" fmla="*/ 5939320 w 6128435"/>
              <a:gd name="connsiteY92" fmla="*/ 4340435 h 6858000"/>
              <a:gd name="connsiteX93" fmla="*/ 5946705 w 6128435"/>
              <a:gd name="connsiteY93" fmla="*/ 4428051 h 6858000"/>
              <a:gd name="connsiteX94" fmla="*/ 5949261 w 6128435"/>
              <a:gd name="connsiteY94" fmla="*/ 4449185 h 6858000"/>
              <a:gd name="connsiteX95" fmla="*/ 5957504 w 6128435"/>
              <a:gd name="connsiteY95" fmla="*/ 4465911 h 6858000"/>
              <a:gd name="connsiteX96" fmla="*/ 5964689 w 6128435"/>
              <a:gd name="connsiteY96" fmla="*/ 4468532 h 6858000"/>
              <a:gd name="connsiteX97" fmla="*/ 5967062 w 6128435"/>
              <a:gd name="connsiteY97" fmla="*/ 4479923 h 6858000"/>
              <a:gd name="connsiteX98" fmla="*/ 5968960 w 6128435"/>
              <a:gd name="connsiteY98" fmla="*/ 4482655 h 6858000"/>
              <a:gd name="connsiteX99" fmla="*/ 5978567 w 6128435"/>
              <a:gd name="connsiteY99" fmla="*/ 4498605 h 6858000"/>
              <a:gd name="connsiteX100" fmla="*/ 5980106 w 6128435"/>
              <a:gd name="connsiteY100" fmla="*/ 4585087 h 6858000"/>
              <a:gd name="connsiteX101" fmla="*/ 5998138 w 6128435"/>
              <a:gd name="connsiteY101" fmla="*/ 4697518 h 6858000"/>
              <a:gd name="connsiteX102" fmla="*/ 6013516 w 6128435"/>
              <a:gd name="connsiteY102" fmla="*/ 4786619 h 6858000"/>
              <a:gd name="connsiteX103" fmla="*/ 6025404 w 6128435"/>
              <a:gd name="connsiteY103" fmla="*/ 4858148 h 6858000"/>
              <a:gd name="connsiteX104" fmla="*/ 6007749 w 6128435"/>
              <a:gd name="connsiteY104" fmla="*/ 4964715 h 6858000"/>
              <a:gd name="connsiteX105" fmla="*/ 6005269 w 6128435"/>
              <a:gd name="connsiteY105" fmla="*/ 5150567 h 6858000"/>
              <a:gd name="connsiteX106" fmla="*/ 6001127 w 6128435"/>
              <a:gd name="connsiteY106" fmla="*/ 5164609 h 6858000"/>
              <a:gd name="connsiteX107" fmla="*/ 5996647 w 6128435"/>
              <a:gd name="connsiteY107" fmla="*/ 5185640 h 6858000"/>
              <a:gd name="connsiteX108" fmla="*/ 5998514 w 6128435"/>
              <a:gd name="connsiteY108" fmla="*/ 5189673 h 6858000"/>
              <a:gd name="connsiteX109" fmla="*/ 5995970 w 6128435"/>
              <a:gd name="connsiteY109" fmla="*/ 5221547 h 6858000"/>
              <a:gd name="connsiteX110" fmla="*/ 5997218 w 6128435"/>
              <a:gd name="connsiteY110" fmla="*/ 5222031 h 6858000"/>
              <a:gd name="connsiteX111" fmla="*/ 6002116 w 6128435"/>
              <a:gd name="connsiteY111" fmla="*/ 5231223 h 6858000"/>
              <a:gd name="connsiteX112" fmla="*/ 6008541 w 6128435"/>
              <a:gd name="connsiteY112" fmla="*/ 5248680 h 6858000"/>
              <a:gd name="connsiteX113" fmla="*/ 6039260 w 6128435"/>
              <a:gd name="connsiteY113" fmla="*/ 5289518 h 6858000"/>
              <a:gd name="connsiteX114" fmla="*/ 6036748 w 6128435"/>
              <a:gd name="connsiteY114" fmla="*/ 5322752 h 6858000"/>
              <a:gd name="connsiteX115" fmla="*/ 6036943 w 6128435"/>
              <a:gd name="connsiteY115" fmla="*/ 5329480 h 6858000"/>
              <a:gd name="connsiteX116" fmla="*/ 6037236 w 6128435"/>
              <a:gd name="connsiteY116" fmla="*/ 5329634 h 6858000"/>
              <a:gd name="connsiteX117" fmla="*/ 6038019 w 6128435"/>
              <a:gd name="connsiteY117" fmla="*/ 5336764 h 6858000"/>
              <a:gd name="connsiteX118" fmla="*/ 6037298 w 6128435"/>
              <a:gd name="connsiteY118" fmla="*/ 5341753 h 6858000"/>
              <a:gd name="connsiteX119" fmla="*/ 6037677 w 6128435"/>
              <a:gd name="connsiteY119" fmla="*/ 5354807 h 6858000"/>
              <a:gd name="connsiteX120" fmla="*/ 6039728 w 6128435"/>
              <a:gd name="connsiteY120" fmla="*/ 5359416 h 6858000"/>
              <a:gd name="connsiteX121" fmla="*/ 6043311 w 6128435"/>
              <a:gd name="connsiteY121" fmla="*/ 5361407 h 6858000"/>
              <a:gd name="connsiteX122" fmla="*/ 6042954 w 6128435"/>
              <a:gd name="connsiteY122" fmla="*/ 5362576 h 6858000"/>
              <a:gd name="connsiteX123" fmla="*/ 6053435 w 6128435"/>
              <a:gd name="connsiteY123" fmla="*/ 5387547 h 6858000"/>
              <a:gd name="connsiteX124" fmla="*/ 6065933 w 6128435"/>
              <a:gd name="connsiteY124" fmla="*/ 5443002 h 6858000"/>
              <a:gd name="connsiteX125" fmla="*/ 6068640 w 6128435"/>
              <a:gd name="connsiteY125" fmla="*/ 5474503 h 6858000"/>
              <a:gd name="connsiteX126" fmla="*/ 6080922 w 6128435"/>
              <a:gd name="connsiteY126" fmla="*/ 5561070 h 6858000"/>
              <a:gd name="connsiteX127" fmla="*/ 6096949 w 6128435"/>
              <a:gd name="connsiteY127" fmla="*/ 5648179 h 6858000"/>
              <a:gd name="connsiteX128" fmla="*/ 6125703 w 6128435"/>
              <a:gd name="connsiteY128" fmla="*/ 5692894 h 6858000"/>
              <a:gd name="connsiteX129" fmla="*/ 6126670 w 6128435"/>
              <a:gd name="connsiteY129" fmla="*/ 5697882 h 6858000"/>
              <a:gd name="connsiteX130" fmla="*/ 6124061 w 6128435"/>
              <a:gd name="connsiteY130" fmla="*/ 5710294 h 6858000"/>
              <a:gd name="connsiteX131" fmla="*/ 6122213 w 6128435"/>
              <a:gd name="connsiteY131" fmla="*/ 5714762 h 6858000"/>
              <a:gd name="connsiteX132" fmla="*/ 6121353 w 6128435"/>
              <a:gd name="connsiteY132" fmla="*/ 5721725 h 6858000"/>
              <a:gd name="connsiteX133" fmla="*/ 6121607 w 6128435"/>
              <a:gd name="connsiteY133" fmla="*/ 5721959 h 6858000"/>
              <a:gd name="connsiteX134" fmla="*/ 6120262 w 6128435"/>
              <a:gd name="connsiteY134" fmla="*/ 5728358 h 6858000"/>
              <a:gd name="connsiteX135" fmla="*/ 6110194 w 6128435"/>
              <a:gd name="connsiteY135" fmla="*/ 5758853 h 6858000"/>
              <a:gd name="connsiteX136" fmla="*/ 6127519 w 6128435"/>
              <a:gd name="connsiteY136" fmla="*/ 5865775 h 6858000"/>
              <a:gd name="connsiteX137" fmla="*/ 6128435 w 6128435"/>
              <a:gd name="connsiteY137" fmla="*/ 5870164 h 6858000"/>
              <a:gd name="connsiteX138" fmla="*/ 6119217 w 6128435"/>
              <a:gd name="connsiteY138" fmla="*/ 5888542 h 6858000"/>
              <a:gd name="connsiteX139" fmla="*/ 6115966 w 6128435"/>
              <a:gd name="connsiteY139" fmla="*/ 5898387 h 6858000"/>
              <a:gd name="connsiteX140" fmla="*/ 6111924 w 6128435"/>
              <a:gd name="connsiteY140" fmla="*/ 5900444 h 6858000"/>
              <a:gd name="connsiteX141" fmla="*/ 6108716 w 6128435"/>
              <a:gd name="connsiteY141" fmla="*/ 5915345 h 6858000"/>
              <a:gd name="connsiteX142" fmla="*/ 6109524 w 6128435"/>
              <a:gd name="connsiteY142" fmla="*/ 5917328 h 6858000"/>
              <a:gd name="connsiteX143" fmla="*/ 6102493 w 6128435"/>
              <a:gd name="connsiteY143" fmla="*/ 5928602 h 6858000"/>
              <a:gd name="connsiteX144" fmla="*/ 6056863 w 6128435"/>
              <a:gd name="connsiteY144" fmla="*/ 6000643 h 6858000"/>
              <a:gd name="connsiteX145" fmla="*/ 6045436 w 6128435"/>
              <a:gd name="connsiteY145" fmla="*/ 6124480 h 6858000"/>
              <a:gd name="connsiteX146" fmla="*/ 6030489 w 6128435"/>
              <a:gd name="connsiteY146" fmla="*/ 6317666 h 6858000"/>
              <a:gd name="connsiteX147" fmla="*/ 6007492 w 6128435"/>
              <a:gd name="connsiteY147" fmla="*/ 6440818 h 6858000"/>
              <a:gd name="connsiteX148" fmla="*/ 6009467 w 6128435"/>
              <a:gd name="connsiteY148" fmla="*/ 6487076 h 6858000"/>
              <a:gd name="connsiteX149" fmla="*/ 5995064 w 6128435"/>
              <a:gd name="connsiteY149" fmla="*/ 6540791 h 6858000"/>
              <a:gd name="connsiteX150" fmla="*/ 5996309 w 6128435"/>
              <a:gd name="connsiteY150" fmla="*/ 6543961 h 6858000"/>
              <a:gd name="connsiteX151" fmla="*/ 5996048 w 6128435"/>
              <a:gd name="connsiteY151" fmla="*/ 6555444 h 6858000"/>
              <a:gd name="connsiteX152" fmla="*/ 6002524 w 6128435"/>
              <a:gd name="connsiteY152" fmla="*/ 6560188 h 6858000"/>
              <a:gd name="connsiteX153" fmla="*/ 6006823 w 6128435"/>
              <a:gd name="connsiteY153" fmla="*/ 6578546 h 6858000"/>
              <a:gd name="connsiteX154" fmla="*/ 6004510 w 6128435"/>
              <a:gd name="connsiteY154" fmla="*/ 6599256 h 6858000"/>
              <a:gd name="connsiteX155" fmla="*/ 5986207 w 6128435"/>
              <a:gd name="connsiteY155" fmla="*/ 6695855 h 6858000"/>
              <a:gd name="connsiteX156" fmla="*/ 5979428 w 6128435"/>
              <a:gd name="connsiteY156" fmla="*/ 6754678 h 6858000"/>
              <a:gd name="connsiteX157" fmla="*/ 5983398 w 6128435"/>
              <a:gd name="connsiteY157" fmla="*/ 6778641 h 6858000"/>
              <a:gd name="connsiteX158" fmla="*/ 5984543 w 6128435"/>
              <a:gd name="connsiteY158" fmla="*/ 6811016 h 6858000"/>
              <a:gd name="connsiteX159" fmla="*/ 5981802 w 6128435"/>
              <a:gd name="connsiteY159" fmla="*/ 6838578 h 6858000"/>
              <a:gd name="connsiteX160" fmla="*/ 5979671 w 6128435"/>
              <a:gd name="connsiteY160" fmla="*/ 6858000 h 6858000"/>
              <a:gd name="connsiteX161" fmla="*/ 0 w 6128435"/>
              <a:gd name="connsiteY161" fmla="*/ 6858000 h 6858000"/>
              <a:gd name="connsiteX162" fmla="*/ 0 w 6128435"/>
              <a:gd name="connsiteY162"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79312 w 6128435"/>
              <a:gd name="connsiteY35" fmla="*/ 2302757 h 6858000"/>
              <a:gd name="connsiteX36" fmla="*/ 5293877 w 6128435"/>
              <a:gd name="connsiteY36" fmla="*/ 2368649 h 6858000"/>
              <a:gd name="connsiteX37" fmla="*/ 5311338 w 6128435"/>
              <a:gd name="connsiteY37" fmla="*/ 2404034 h 6858000"/>
              <a:gd name="connsiteX38" fmla="*/ 5338366 w 6128435"/>
              <a:gd name="connsiteY38" fmla="*/ 2465052 h 6858000"/>
              <a:gd name="connsiteX39" fmla="*/ 5371263 w 6128435"/>
              <a:gd name="connsiteY39" fmla="*/ 2586413 h 6858000"/>
              <a:gd name="connsiteX40" fmla="*/ 5407503 w 6128435"/>
              <a:gd name="connsiteY40" fmla="*/ 2786290 h 6858000"/>
              <a:gd name="connsiteX41" fmla="*/ 5407356 w 6128435"/>
              <a:gd name="connsiteY41" fmla="*/ 2787545 h 6858000"/>
              <a:gd name="connsiteX42" fmla="*/ 5411130 w 6128435"/>
              <a:gd name="connsiteY42" fmla="*/ 2788640 h 6858000"/>
              <a:gd name="connsiteX43" fmla="*/ 5416439 w 6128435"/>
              <a:gd name="connsiteY43" fmla="*/ 2805666 h 6858000"/>
              <a:gd name="connsiteX44" fmla="*/ 5416589 w 6128435"/>
              <a:gd name="connsiteY44" fmla="*/ 2810822 h 6858000"/>
              <a:gd name="connsiteX45" fmla="*/ 5418542 w 6128435"/>
              <a:gd name="connsiteY45" fmla="*/ 2817745 h 6858000"/>
              <a:gd name="connsiteX46" fmla="*/ 5418847 w 6128435"/>
              <a:gd name="connsiteY46" fmla="*/ 2817825 h 6858000"/>
              <a:gd name="connsiteX47" fmla="*/ 5457023 w 6128435"/>
              <a:gd name="connsiteY47" fmla="*/ 2858292 h 6858000"/>
              <a:gd name="connsiteX48" fmla="*/ 5479298 w 6128435"/>
              <a:gd name="connsiteY48" fmla="*/ 2947791 h 6858000"/>
              <a:gd name="connsiteX49" fmla="*/ 5481770 w 6128435"/>
              <a:gd name="connsiteY49" fmla="*/ 2951352 h 6858000"/>
              <a:gd name="connsiteX50" fmla="*/ 5482045 w 6128435"/>
              <a:gd name="connsiteY50" fmla="*/ 2984371 h 6858000"/>
              <a:gd name="connsiteX51" fmla="*/ 5482415 w 6128435"/>
              <a:gd name="connsiteY51" fmla="*/ 3004079 h 6858000"/>
              <a:gd name="connsiteX52" fmla="*/ 5483865 w 6128435"/>
              <a:gd name="connsiteY52" fmla="*/ 3005467 h 6858000"/>
              <a:gd name="connsiteX53" fmla="*/ 5482236 w 6128435"/>
              <a:gd name="connsiteY53" fmla="*/ 3019791 h 6858000"/>
              <a:gd name="connsiteX54" fmla="*/ 5481505 w 6128435"/>
              <a:gd name="connsiteY54" fmla="*/ 3095286 h 6858000"/>
              <a:gd name="connsiteX55" fmla="*/ 5477595 w 6128435"/>
              <a:gd name="connsiteY55" fmla="*/ 3250534 h 6858000"/>
              <a:gd name="connsiteX56" fmla="*/ 5532836 w 6128435"/>
              <a:gd name="connsiteY56" fmla="*/ 3353840 h 6858000"/>
              <a:gd name="connsiteX57" fmla="*/ 5561229 w 6128435"/>
              <a:gd name="connsiteY57" fmla="*/ 3395784 h 6858000"/>
              <a:gd name="connsiteX58" fmla="*/ 5589758 w 6128435"/>
              <a:gd name="connsiteY58" fmla="*/ 3506453 h 6858000"/>
              <a:gd name="connsiteX59" fmla="*/ 5596144 w 6128435"/>
              <a:gd name="connsiteY59" fmla="*/ 3534624 h 6858000"/>
              <a:gd name="connsiteX60" fmla="*/ 5597750 w 6128435"/>
              <a:gd name="connsiteY60" fmla="*/ 3534129 h 6858000"/>
              <a:gd name="connsiteX61" fmla="*/ 5599700 w 6128435"/>
              <a:gd name="connsiteY61" fmla="*/ 3547221 h 6858000"/>
              <a:gd name="connsiteX62" fmla="*/ 5615031 w 6128435"/>
              <a:gd name="connsiteY62" fmla="*/ 3557482 h 6858000"/>
              <a:gd name="connsiteX63" fmla="*/ 5618377 w 6128435"/>
              <a:gd name="connsiteY63" fmla="*/ 3588431 h 6858000"/>
              <a:gd name="connsiteX64" fmla="*/ 5612155 w 6128435"/>
              <a:gd name="connsiteY64" fmla="*/ 3589869 h 6858000"/>
              <a:gd name="connsiteX65" fmla="*/ 5620843 w 6128435"/>
              <a:gd name="connsiteY65" fmla="*/ 3606745 h 6858000"/>
              <a:gd name="connsiteX66" fmla="*/ 5655472 w 6128435"/>
              <a:gd name="connsiteY66" fmla="*/ 3678877 h 6858000"/>
              <a:gd name="connsiteX67" fmla="*/ 5680448 w 6128435"/>
              <a:gd name="connsiteY67" fmla="*/ 3717760 h 6858000"/>
              <a:gd name="connsiteX68" fmla="*/ 5683015 w 6128435"/>
              <a:gd name="connsiteY68" fmla="*/ 3762025 h 6858000"/>
              <a:gd name="connsiteX69" fmla="*/ 5696643 w 6128435"/>
              <a:gd name="connsiteY69" fmla="*/ 3773888 h 6858000"/>
              <a:gd name="connsiteX70" fmla="*/ 5699203 w 6128435"/>
              <a:gd name="connsiteY70" fmla="*/ 3775823 h 6858000"/>
              <a:gd name="connsiteX71" fmla="*/ 5704824 w 6128435"/>
              <a:gd name="connsiteY71" fmla="*/ 3785966 h 6858000"/>
              <a:gd name="connsiteX72" fmla="*/ 5712204 w 6128435"/>
              <a:gd name="connsiteY72" fmla="*/ 3785830 h 6858000"/>
              <a:gd name="connsiteX73" fmla="*/ 5724816 w 6128435"/>
              <a:gd name="connsiteY73" fmla="*/ 3798949 h 6858000"/>
              <a:gd name="connsiteX74" fmla="*/ 5733539 w 6128435"/>
              <a:gd name="connsiteY74" fmla="*/ 3818457 h 6858000"/>
              <a:gd name="connsiteX75" fmla="*/ 5768491 w 6128435"/>
              <a:gd name="connsiteY75" fmla="*/ 3914399 h 6858000"/>
              <a:gd name="connsiteX76" fmla="*/ 5793123 w 6128435"/>
              <a:gd name="connsiteY76" fmla="*/ 3969952 h 6858000"/>
              <a:gd name="connsiteX77" fmla="*/ 5808321 w 6128435"/>
              <a:gd name="connsiteY77" fmla="*/ 3988153 h 6858000"/>
              <a:gd name="connsiteX78" fmla="*/ 5825621 w 6128435"/>
              <a:gd name="connsiteY78" fmla="*/ 4015525 h 6858000"/>
              <a:gd name="connsiteX79" fmla="*/ 5860672 w 6128435"/>
              <a:gd name="connsiteY79" fmla="*/ 4061579 h 6858000"/>
              <a:gd name="connsiteX80" fmla="*/ 5872173 w 6128435"/>
              <a:gd name="connsiteY80" fmla="*/ 4088497 h 6858000"/>
              <a:gd name="connsiteX81" fmla="*/ 5883705 w 6128435"/>
              <a:gd name="connsiteY81" fmla="*/ 4101899 h 6858000"/>
              <a:gd name="connsiteX82" fmla="*/ 5885314 w 6128435"/>
              <a:gd name="connsiteY82" fmla="*/ 4108387 h 6858000"/>
              <a:gd name="connsiteX83" fmla="*/ 5894095 w 6128435"/>
              <a:gd name="connsiteY83" fmla="*/ 4128857 h 6858000"/>
              <a:gd name="connsiteX84" fmla="*/ 5898339 w 6128435"/>
              <a:gd name="connsiteY84" fmla="*/ 4140800 h 6858000"/>
              <a:gd name="connsiteX85" fmla="*/ 5899734 w 6128435"/>
              <a:gd name="connsiteY85" fmla="*/ 4145632 h 6858000"/>
              <a:gd name="connsiteX86" fmla="*/ 5903513 w 6128435"/>
              <a:gd name="connsiteY86" fmla="*/ 4187661 h 6858000"/>
              <a:gd name="connsiteX87" fmla="*/ 5917114 w 6128435"/>
              <a:gd name="connsiteY87" fmla="*/ 4213096 h 6858000"/>
              <a:gd name="connsiteX88" fmla="*/ 5921153 w 6128435"/>
              <a:gd name="connsiteY88" fmla="*/ 4236222 h 6858000"/>
              <a:gd name="connsiteX89" fmla="*/ 5924233 w 6128435"/>
              <a:gd name="connsiteY89" fmla="*/ 4242060 h 6858000"/>
              <a:gd name="connsiteX90" fmla="*/ 5928910 w 6128435"/>
              <a:gd name="connsiteY90" fmla="*/ 4300973 h 6858000"/>
              <a:gd name="connsiteX91" fmla="*/ 5939320 w 6128435"/>
              <a:gd name="connsiteY91" fmla="*/ 4340435 h 6858000"/>
              <a:gd name="connsiteX92" fmla="*/ 5946705 w 6128435"/>
              <a:gd name="connsiteY92" fmla="*/ 4428051 h 6858000"/>
              <a:gd name="connsiteX93" fmla="*/ 5949261 w 6128435"/>
              <a:gd name="connsiteY93" fmla="*/ 4449185 h 6858000"/>
              <a:gd name="connsiteX94" fmla="*/ 5957504 w 6128435"/>
              <a:gd name="connsiteY94" fmla="*/ 4465911 h 6858000"/>
              <a:gd name="connsiteX95" fmla="*/ 5964689 w 6128435"/>
              <a:gd name="connsiteY95" fmla="*/ 4468532 h 6858000"/>
              <a:gd name="connsiteX96" fmla="*/ 5967062 w 6128435"/>
              <a:gd name="connsiteY96" fmla="*/ 4479923 h 6858000"/>
              <a:gd name="connsiteX97" fmla="*/ 5968960 w 6128435"/>
              <a:gd name="connsiteY97" fmla="*/ 4482655 h 6858000"/>
              <a:gd name="connsiteX98" fmla="*/ 5978567 w 6128435"/>
              <a:gd name="connsiteY98" fmla="*/ 4498605 h 6858000"/>
              <a:gd name="connsiteX99" fmla="*/ 5980106 w 6128435"/>
              <a:gd name="connsiteY99" fmla="*/ 4585087 h 6858000"/>
              <a:gd name="connsiteX100" fmla="*/ 5998138 w 6128435"/>
              <a:gd name="connsiteY100" fmla="*/ 4697518 h 6858000"/>
              <a:gd name="connsiteX101" fmla="*/ 6013516 w 6128435"/>
              <a:gd name="connsiteY101" fmla="*/ 4786619 h 6858000"/>
              <a:gd name="connsiteX102" fmla="*/ 6025404 w 6128435"/>
              <a:gd name="connsiteY102" fmla="*/ 4858148 h 6858000"/>
              <a:gd name="connsiteX103" fmla="*/ 6007749 w 6128435"/>
              <a:gd name="connsiteY103" fmla="*/ 4964715 h 6858000"/>
              <a:gd name="connsiteX104" fmla="*/ 6005269 w 6128435"/>
              <a:gd name="connsiteY104" fmla="*/ 5150567 h 6858000"/>
              <a:gd name="connsiteX105" fmla="*/ 6001127 w 6128435"/>
              <a:gd name="connsiteY105" fmla="*/ 5164609 h 6858000"/>
              <a:gd name="connsiteX106" fmla="*/ 5996647 w 6128435"/>
              <a:gd name="connsiteY106" fmla="*/ 5185640 h 6858000"/>
              <a:gd name="connsiteX107" fmla="*/ 5998514 w 6128435"/>
              <a:gd name="connsiteY107" fmla="*/ 5189673 h 6858000"/>
              <a:gd name="connsiteX108" fmla="*/ 5995970 w 6128435"/>
              <a:gd name="connsiteY108" fmla="*/ 5221547 h 6858000"/>
              <a:gd name="connsiteX109" fmla="*/ 5997218 w 6128435"/>
              <a:gd name="connsiteY109" fmla="*/ 5222031 h 6858000"/>
              <a:gd name="connsiteX110" fmla="*/ 6002116 w 6128435"/>
              <a:gd name="connsiteY110" fmla="*/ 5231223 h 6858000"/>
              <a:gd name="connsiteX111" fmla="*/ 6008541 w 6128435"/>
              <a:gd name="connsiteY111" fmla="*/ 5248680 h 6858000"/>
              <a:gd name="connsiteX112" fmla="*/ 6039260 w 6128435"/>
              <a:gd name="connsiteY112" fmla="*/ 5289518 h 6858000"/>
              <a:gd name="connsiteX113" fmla="*/ 6036748 w 6128435"/>
              <a:gd name="connsiteY113" fmla="*/ 5322752 h 6858000"/>
              <a:gd name="connsiteX114" fmla="*/ 6036943 w 6128435"/>
              <a:gd name="connsiteY114" fmla="*/ 5329480 h 6858000"/>
              <a:gd name="connsiteX115" fmla="*/ 6037236 w 6128435"/>
              <a:gd name="connsiteY115" fmla="*/ 5329634 h 6858000"/>
              <a:gd name="connsiteX116" fmla="*/ 6038019 w 6128435"/>
              <a:gd name="connsiteY116" fmla="*/ 5336764 h 6858000"/>
              <a:gd name="connsiteX117" fmla="*/ 6037298 w 6128435"/>
              <a:gd name="connsiteY117" fmla="*/ 5341753 h 6858000"/>
              <a:gd name="connsiteX118" fmla="*/ 6037677 w 6128435"/>
              <a:gd name="connsiteY118" fmla="*/ 5354807 h 6858000"/>
              <a:gd name="connsiteX119" fmla="*/ 6039728 w 6128435"/>
              <a:gd name="connsiteY119" fmla="*/ 5359416 h 6858000"/>
              <a:gd name="connsiteX120" fmla="*/ 6043311 w 6128435"/>
              <a:gd name="connsiteY120" fmla="*/ 5361407 h 6858000"/>
              <a:gd name="connsiteX121" fmla="*/ 6042954 w 6128435"/>
              <a:gd name="connsiteY121" fmla="*/ 5362576 h 6858000"/>
              <a:gd name="connsiteX122" fmla="*/ 6053435 w 6128435"/>
              <a:gd name="connsiteY122" fmla="*/ 5387547 h 6858000"/>
              <a:gd name="connsiteX123" fmla="*/ 6065933 w 6128435"/>
              <a:gd name="connsiteY123" fmla="*/ 5443002 h 6858000"/>
              <a:gd name="connsiteX124" fmla="*/ 6068640 w 6128435"/>
              <a:gd name="connsiteY124" fmla="*/ 5474503 h 6858000"/>
              <a:gd name="connsiteX125" fmla="*/ 6080922 w 6128435"/>
              <a:gd name="connsiteY125" fmla="*/ 5561070 h 6858000"/>
              <a:gd name="connsiteX126" fmla="*/ 6096949 w 6128435"/>
              <a:gd name="connsiteY126" fmla="*/ 5648179 h 6858000"/>
              <a:gd name="connsiteX127" fmla="*/ 6125703 w 6128435"/>
              <a:gd name="connsiteY127" fmla="*/ 5692894 h 6858000"/>
              <a:gd name="connsiteX128" fmla="*/ 6126670 w 6128435"/>
              <a:gd name="connsiteY128" fmla="*/ 5697882 h 6858000"/>
              <a:gd name="connsiteX129" fmla="*/ 6124061 w 6128435"/>
              <a:gd name="connsiteY129" fmla="*/ 5710294 h 6858000"/>
              <a:gd name="connsiteX130" fmla="*/ 6122213 w 6128435"/>
              <a:gd name="connsiteY130" fmla="*/ 5714762 h 6858000"/>
              <a:gd name="connsiteX131" fmla="*/ 6121353 w 6128435"/>
              <a:gd name="connsiteY131" fmla="*/ 5721725 h 6858000"/>
              <a:gd name="connsiteX132" fmla="*/ 6121607 w 6128435"/>
              <a:gd name="connsiteY132" fmla="*/ 5721959 h 6858000"/>
              <a:gd name="connsiteX133" fmla="*/ 6120262 w 6128435"/>
              <a:gd name="connsiteY133" fmla="*/ 5728358 h 6858000"/>
              <a:gd name="connsiteX134" fmla="*/ 6110194 w 6128435"/>
              <a:gd name="connsiteY134" fmla="*/ 5758853 h 6858000"/>
              <a:gd name="connsiteX135" fmla="*/ 6127519 w 6128435"/>
              <a:gd name="connsiteY135" fmla="*/ 5865775 h 6858000"/>
              <a:gd name="connsiteX136" fmla="*/ 6128435 w 6128435"/>
              <a:gd name="connsiteY136" fmla="*/ 5870164 h 6858000"/>
              <a:gd name="connsiteX137" fmla="*/ 6119217 w 6128435"/>
              <a:gd name="connsiteY137" fmla="*/ 5888542 h 6858000"/>
              <a:gd name="connsiteX138" fmla="*/ 6115966 w 6128435"/>
              <a:gd name="connsiteY138" fmla="*/ 5898387 h 6858000"/>
              <a:gd name="connsiteX139" fmla="*/ 6111924 w 6128435"/>
              <a:gd name="connsiteY139" fmla="*/ 5900444 h 6858000"/>
              <a:gd name="connsiteX140" fmla="*/ 6108716 w 6128435"/>
              <a:gd name="connsiteY140" fmla="*/ 5915345 h 6858000"/>
              <a:gd name="connsiteX141" fmla="*/ 6109524 w 6128435"/>
              <a:gd name="connsiteY141" fmla="*/ 5917328 h 6858000"/>
              <a:gd name="connsiteX142" fmla="*/ 6102493 w 6128435"/>
              <a:gd name="connsiteY142" fmla="*/ 5928602 h 6858000"/>
              <a:gd name="connsiteX143" fmla="*/ 6056863 w 6128435"/>
              <a:gd name="connsiteY143" fmla="*/ 6000643 h 6858000"/>
              <a:gd name="connsiteX144" fmla="*/ 6045436 w 6128435"/>
              <a:gd name="connsiteY144" fmla="*/ 6124480 h 6858000"/>
              <a:gd name="connsiteX145" fmla="*/ 6030489 w 6128435"/>
              <a:gd name="connsiteY145" fmla="*/ 6317666 h 6858000"/>
              <a:gd name="connsiteX146" fmla="*/ 6007492 w 6128435"/>
              <a:gd name="connsiteY146" fmla="*/ 6440818 h 6858000"/>
              <a:gd name="connsiteX147" fmla="*/ 6009467 w 6128435"/>
              <a:gd name="connsiteY147" fmla="*/ 6487076 h 6858000"/>
              <a:gd name="connsiteX148" fmla="*/ 5995064 w 6128435"/>
              <a:gd name="connsiteY148" fmla="*/ 6540791 h 6858000"/>
              <a:gd name="connsiteX149" fmla="*/ 5996309 w 6128435"/>
              <a:gd name="connsiteY149" fmla="*/ 6543961 h 6858000"/>
              <a:gd name="connsiteX150" fmla="*/ 5996048 w 6128435"/>
              <a:gd name="connsiteY150" fmla="*/ 6555444 h 6858000"/>
              <a:gd name="connsiteX151" fmla="*/ 6002524 w 6128435"/>
              <a:gd name="connsiteY151" fmla="*/ 6560188 h 6858000"/>
              <a:gd name="connsiteX152" fmla="*/ 6006823 w 6128435"/>
              <a:gd name="connsiteY152" fmla="*/ 6578546 h 6858000"/>
              <a:gd name="connsiteX153" fmla="*/ 6004510 w 6128435"/>
              <a:gd name="connsiteY153" fmla="*/ 6599256 h 6858000"/>
              <a:gd name="connsiteX154" fmla="*/ 5986207 w 6128435"/>
              <a:gd name="connsiteY154" fmla="*/ 6695855 h 6858000"/>
              <a:gd name="connsiteX155" fmla="*/ 5979428 w 6128435"/>
              <a:gd name="connsiteY155" fmla="*/ 6754678 h 6858000"/>
              <a:gd name="connsiteX156" fmla="*/ 5983398 w 6128435"/>
              <a:gd name="connsiteY156" fmla="*/ 6778641 h 6858000"/>
              <a:gd name="connsiteX157" fmla="*/ 5984543 w 6128435"/>
              <a:gd name="connsiteY157" fmla="*/ 6811016 h 6858000"/>
              <a:gd name="connsiteX158" fmla="*/ 5981802 w 6128435"/>
              <a:gd name="connsiteY158" fmla="*/ 6838578 h 6858000"/>
              <a:gd name="connsiteX159" fmla="*/ 5979671 w 6128435"/>
              <a:gd name="connsiteY159" fmla="*/ 6858000 h 6858000"/>
              <a:gd name="connsiteX160" fmla="*/ 0 w 6128435"/>
              <a:gd name="connsiteY160" fmla="*/ 6858000 h 6858000"/>
              <a:gd name="connsiteX161" fmla="*/ 0 w 6128435"/>
              <a:gd name="connsiteY161"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483865 w 6128435"/>
              <a:gd name="connsiteY51" fmla="*/ 3005467 h 6858000"/>
              <a:gd name="connsiteX52" fmla="*/ 5482236 w 6128435"/>
              <a:gd name="connsiteY52" fmla="*/ 3019791 h 6858000"/>
              <a:gd name="connsiteX53" fmla="*/ 5481505 w 6128435"/>
              <a:gd name="connsiteY53" fmla="*/ 3095286 h 6858000"/>
              <a:gd name="connsiteX54" fmla="*/ 5477595 w 6128435"/>
              <a:gd name="connsiteY54" fmla="*/ 3250534 h 6858000"/>
              <a:gd name="connsiteX55" fmla="*/ 5532836 w 6128435"/>
              <a:gd name="connsiteY55" fmla="*/ 3353840 h 6858000"/>
              <a:gd name="connsiteX56" fmla="*/ 5561229 w 6128435"/>
              <a:gd name="connsiteY56" fmla="*/ 3395784 h 6858000"/>
              <a:gd name="connsiteX57" fmla="*/ 5589758 w 6128435"/>
              <a:gd name="connsiteY57" fmla="*/ 3506453 h 6858000"/>
              <a:gd name="connsiteX58" fmla="*/ 5596144 w 6128435"/>
              <a:gd name="connsiteY58" fmla="*/ 3534624 h 6858000"/>
              <a:gd name="connsiteX59" fmla="*/ 5597750 w 6128435"/>
              <a:gd name="connsiteY59" fmla="*/ 3534129 h 6858000"/>
              <a:gd name="connsiteX60" fmla="*/ 5599700 w 6128435"/>
              <a:gd name="connsiteY60" fmla="*/ 3547221 h 6858000"/>
              <a:gd name="connsiteX61" fmla="*/ 5615031 w 6128435"/>
              <a:gd name="connsiteY61" fmla="*/ 3557482 h 6858000"/>
              <a:gd name="connsiteX62" fmla="*/ 5618377 w 6128435"/>
              <a:gd name="connsiteY62" fmla="*/ 3588431 h 6858000"/>
              <a:gd name="connsiteX63" fmla="*/ 5612155 w 6128435"/>
              <a:gd name="connsiteY63" fmla="*/ 3589869 h 6858000"/>
              <a:gd name="connsiteX64" fmla="*/ 5620843 w 6128435"/>
              <a:gd name="connsiteY64" fmla="*/ 3606745 h 6858000"/>
              <a:gd name="connsiteX65" fmla="*/ 5655472 w 6128435"/>
              <a:gd name="connsiteY65" fmla="*/ 3678877 h 6858000"/>
              <a:gd name="connsiteX66" fmla="*/ 5680448 w 6128435"/>
              <a:gd name="connsiteY66" fmla="*/ 3717760 h 6858000"/>
              <a:gd name="connsiteX67" fmla="*/ 5683015 w 6128435"/>
              <a:gd name="connsiteY67" fmla="*/ 3762025 h 6858000"/>
              <a:gd name="connsiteX68" fmla="*/ 5696643 w 6128435"/>
              <a:gd name="connsiteY68" fmla="*/ 3773888 h 6858000"/>
              <a:gd name="connsiteX69" fmla="*/ 5699203 w 6128435"/>
              <a:gd name="connsiteY69" fmla="*/ 3775823 h 6858000"/>
              <a:gd name="connsiteX70" fmla="*/ 5704824 w 6128435"/>
              <a:gd name="connsiteY70" fmla="*/ 3785966 h 6858000"/>
              <a:gd name="connsiteX71" fmla="*/ 5712204 w 6128435"/>
              <a:gd name="connsiteY71" fmla="*/ 3785830 h 6858000"/>
              <a:gd name="connsiteX72" fmla="*/ 5724816 w 6128435"/>
              <a:gd name="connsiteY72" fmla="*/ 3798949 h 6858000"/>
              <a:gd name="connsiteX73" fmla="*/ 5733539 w 6128435"/>
              <a:gd name="connsiteY73" fmla="*/ 3818457 h 6858000"/>
              <a:gd name="connsiteX74" fmla="*/ 5768491 w 6128435"/>
              <a:gd name="connsiteY74" fmla="*/ 3914399 h 6858000"/>
              <a:gd name="connsiteX75" fmla="*/ 5793123 w 6128435"/>
              <a:gd name="connsiteY75" fmla="*/ 3969952 h 6858000"/>
              <a:gd name="connsiteX76" fmla="*/ 5808321 w 6128435"/>
              <a:gd name="connsiteY76" fmla="*/ 3988153 h 6858000"/>
              <a:gd name="connsiteX77" fmla="*/ 5825621 w 6128435"/>
              <a:gd name="connsiteY77" fmla="*/ 4015525 h 6858000"/>
              <a:gd name="connsiteX78" fmla="*/ 5860672 w 6128435"/>
              <a:gd name="connsiteY78" fmla="*/ 4061579 h 6858000"/>
              <a:gd name="connsiteX79" fmla="*/ 5872173 w 6128435"/>
              <a:gd name="connsiteY79" fmla="*/ 4088497 h 6858000"/>
              <a:gd name="connsiteX80" fmla="*/ 5883705 w 6128435"/>
              <a:gd name="connsiteY80" fmla="*/ 4101899 h 6858000"/>
              <a:gd name="connsiteX81" fmla="*/ 5885314 w 6128435"/>
              <a:gd name="connsiteY81" fmla="*/ 4108387 h 6858000"/>
              <a:gd name="connsiteX82" fmla="*/ 5894095 w 6128435"/>
              <a:gd name="connsiteY82" fmla="*/ 4128857 h 6858000"/>
              <a:gd name="connsiteX83" fmla="*/ 5898339 w 6128435"/>
              <a:gd name="connsiteY83" fmla="*/ 4140800 h 6858000"/>
              <a:gd name="connsiteX84" fmla="*/ 5899734 w 6128435"/>
              <a:gd name="connsiteY84" fmla="*/ 4145632 h 6858000"/>
              <a:gd name="connsiteX85" fmla="*/ 5903513 w 6128435"/>
              <a:gd name="connsiteY85" fmla="*/ 4187661 h 6858000"/>
              <a:gd name="connsiteX86" fmla="*/ 5917114 w 6128435"/>
              <a:gd name="connsiteY86" fmla="*/ 4213096 h 6858000"/>
              <a:gd name="connsiteX87" fmla="*/ 5921153 w 6128435"/>
              <a:gd name="connsiteY87" fmla="*/ 4236222 h 6858000"/>
              <a:gd name="connsiteX88" fmla="*/ 5924233 w 6128435"/>
              <a:gd name="connsiteY88" fmla="*/ 4242060 h 6858000"/>
              <a:gd name="connsiteX89" fmla="*/ 5928910 w 6128435"/>
              <a:gd name="connsiteY89" fmla="*/ 4300973 h 6858000"/>
              <a:gd name="connsiteX90" fmla="*/ 5939320 w 6128435"/>
              <a:gd name="connsiteY90" fmla="*/ 4340435 h 6858000"/>
              <a:gd name="connsiteX91" fmla="*/ 5946705 w 6128435"/>
              <a:gd name="connsiteY91" fmla="*/ 4428051 h 6858000"/>
              <a:gd name="connsiteX92" fmla="*/ 5949261 w 6128435"/>
              <a:gd name="connsiteY92" fmla="*/ 4449185 h 6858000"/>
              <a:gd name="connsiteX93" fmla="*/ 5957504 w 6128435"/>
              <a:gd name="connsiteY93" fmla="*/ 4465911 h 6858000"/>
              <a:gd name="connsiteX94" fmla="*/ 5964689 w 6128435"/>
              <a:gd name="connsiteY94" fmla="*/ 4468532 h 6858000"/>
              <a:gd name="connsiteX95" fmla="*/ 5967062 w 6128435"/>
              <a:gd name="connsiteY95" fmla="*/ 4479923 h 6858000"/>
              <a:gd name="connsiteX96" fmla="*/ 5968960 w 6128435"/>
              <a:gd name="connsiteY96" fmla="*/ 4482655 h 6858000"/>
              <a:gd name="connsiteX97" fmla="*/ 5978567 w 6128435"/>
              <a:gd name="connsiteY97" fmla="*/ 4498605 h 6858000"/>
              <a:gd name="connsiteX98" fmla="*/ 5980106 w 6128435"/>
              <a:gd name="connsiteY98" fmla="*/ 4585087 h 6858000"/>
              <a:gd name="connsiteX99" fmla="*/ 5998138 w 6128435"/>
              <a:gd name="connsiteY99" fmla="*/ 4697518 h 6858000"/>
              <a:gd name="connsiteX100" fmla="*/ 6013516 w 6128435"/>
              <a:gd name="connsiteY100" fmla="*/ 4786619 h 6858000"/>
              <a:gd name="connsiteX101" fmla="*/ 6025404 w 6128435"/>
              <a:gd name="connsiteY101" fmla="*/ 4858148 h 6858000"/>
              <a:gd name="connsiteX102" fmla="*/ 6007749 w 6128435"/>
              <a:gd name="connsiteY102" fmla="*/ 4964715 h 6858000"/>
              <a:gd name="connsiteX103" fmla="*/ 6005269 w 6128435"/>
              <a:gd name="connsiteY103" fmla="*/ 5150567 h 6858000"/>
              <a:gd name="connsiteX104" fmla="*/ 6001127 w 6128435"/>
              <a:gd name="connsiteY104" fmla="*/ 5164609 h 6858000"/>
              <a:gd name="connsiteX105" fmla="*/ 5996647 w 6128435"/>
              <a:gd name="connsiteY105" fmla="*/ 5185640 h 6858000"/>
              <a:gd name="connsiteX106" fmla="*/ 5998514 w 6128435"/>
              <a:gd name="connsiteY106" fmla="*/ 5189673 h 6858000"/>
              <a:gd name="connsiteX107" fmla="*/ 5995970 w 6128435"/>
              <a:gd name="connsiteY107" fmla="*/ 5221547 h 6858000"/>
              <a:gd name="connsiteX108" fmla="*/ 5997218 w 6128435"/>
              <a:gd name="connsiteY108" fmla="*/ 5222031 h 6858000"/>
              <a:gd name="connsiteX109" fmla="*/ 6002116 w 6128435"/>
              <a:gd name="connsiteY109" fmla="*/ 5231223 h 6858000"/>
              <a:gd name="connsiteX110" fmla="*/ 6008541 w 6128435"/>
              <a:gd name="connsiteY110" fmla="*/ 5248680 h 6858000"/>
              <a:gd name="connsiteX111" fmla="*/ 6039260 w 6128435"/>
              <a:gd name="connsiteY111" fmla="*/ 5289518 h 6858000"/>
              <a:gd name="connsiteX112" fmla="*/ 6036748 w 6128435"/>
              <a:gd name="connsiteY112" fmla="*/ 5322752 h 6858000"/>
              <a:gd name="connsiteX113" fmla="*/ 6036943 w 6128435"/>
              <a:gd name="connsiteY113" fmla="*/ 5329480 h 6858000"/>
              <a:gd name="connsiteX114" fmla="*/ 6037236 w 6128435"/>
              <a:gd name="connsiteY114" fmla="*/ 5329634 h 6858000"/>
              <a:gd name="connsiteX115" fmla="*/ 6038019 w 6128435"/>
              <a:gd name="connsiteY115" fmla="*/ 5336764 h 6858000"/>
              <a:gd name="connsiteX116" fmla="*/ 6037298 w 6128435"/>
              <a:gd name="connsiteY116" fmla="*/ 5341753 h 6858000"/>
              <a:gd name="connsiteX117" fmla="*/ 6037677 w 6128435"/>
              <a:gd name="connsiteY117" fmla="*/ 5354807 h 6858000"/>
              <a:gd name="connsiteX118" fmla="*/ 6039728 w 6128435"/>
              <a:gd name="connsiteY118" fmla="*/ 5359416 h 6858000"/>
              <a:gd name="connsiteX119" fmla="*/ 6043311 w 6128435"/>
              <a:gd name="connsiteY119" fmla="*/ 5361407 h 6858000"/>
              <a:gd name="connsiteX120" fmla="*/ 6042954 w 6128435"/>
              <a:gd name="connsiteY120" fmla="*/ 5362576 h 6858000"/>
              <a:gd name="connsiteX121" fmla="*/ 6053435 w 6128435"/>
              <a:gd name="connsiteY121" fmla="*/ 5387547 h 6858000"/>
              <a:gd name="connsiteX122" fmla="*/ 6065933 w 6128435"/>
              <a:gd name="connsiteY122" fmla="*/ 5443002 h 6858000"/>
              <a:gd name="connsiteX123" fmla="*/ 6068640 w 6128435"/>
              <a:gd name="connsiteY123" fmla="*/ 5474503 h 6858000"/>
              <a:gd name="connsiteX124" fmla="*/ 6080922 w 6128435"/>
              <a:gd name="connsiteY124" fmla="*/ 5561070 h 6858000"/>
              <a:gd name="connsiteX125" fmla="*/ 6096949 w 6128435"/>
              <a:gd name="connsiteY125" fmla="*/ 5648179 h 6858000"/>
              <a:gd name="connsiteX126" fmla="*/ 6125703 w 6128435"/>
              <a:gd name="connsiteY126" fmla="*/ 5692894 h 6858000"/>
              <a:gd name="connsiteX127" fmla="*/ 6126670 w 6128435"/>
              <a:gd name="connsiteY127" fmla="*/ 5697882 h 6858000"/>
              <a:gd name="connsiteX128" fmla="*/ 6124061 w 6128435"/>
              <a:gd name="connsiteY128" fmla="*/ 5710294 h 6858000"/>
              <a:gd name="connsiteX129" fmla="*/ 6122213 w 6128435"/>
              <a:gd name="connsiteY129" fmla="*/ 5714762 h 6858000"/>
              <a:gd name="connsiteX130" fmla="*/ 6121353 w 6128435"/>
              <a:gd name="connsiteY130" fmla="*/ 5721725 h 6858000"/>
              <a:gd name="connsiteX131" fmla="*/ 6121607 w 6128435"/>
              <a:gd name="connsiteY131" fmla="*/ 5721959 h 6858000"/>
              <a:gd name="connsiteX132" fmla="*/ 6120262 w 6128435"/>
              <a:gd name="connsiteY132" fmla="*/ 5728358 h 6858000"/>
              <a:gd name="connsiteX133" fmla="*/ 6110194 w 6128435"/>
              <a:gd name="connsiteY133" fmla="*/ 5758853 h 6858000"/>
              <a:gd name="connsiteX134" fmla="*/ 6127519 w 6128435"/>
              <a:gd name="connsiteY134" fmla="*/ 5865775 h 6858000"/>
              <a:gd name="connsiteX135" fmla="*/ 6128435 w 6128435"/>
              <a:gd name="connsiteY135" fmla="*/ 5870164 h 6858000"/>
              <a:gd name="connsiteX136" fmla="*/ 6119217 w 6128435"/>
              <a:gd name="connsiteY136" fmla="*/ 5888542 h 6858000"/>
              <a:gd name="connsiteX137" fmla="*/ 6115966 w 6128435"/>
              <a:gd name="connsiteY137" fmla="*/ 5898387 h 6858000"/>
              <a:gd name="connsiteX138" fmla="*/ 6111924 w 6128435"/>
              <a:gd name="connsiteY138" fmla="*/ 5900444 h 6858000"/>
              <a:gd name="connsiteX139" fmla="*/ 6108716 w 6128435"/>
              <a:gd name="connsiteY139" fmla="*/ 5915345 h 6858000"/>
              <a:gd name="connsiteX140" fmla="*/ 6109524 w 6128435"/>
              <a:gd name="connsiteY140" fmla="*/ 5917328 h 6858000"/>
              <a:gd name="connsiteX141" fmla="*/ 6102493 w 6128435"/>
              <a:gd name="connsiteY141" fmla="*/ 5928602 h 6858000"/>
              <a:gd name="connsiteX142" fmla="*/ 6056863 w 6128435"/>
              <a:gd name="connsiteY142" fmla="*/ 6000643 h 6858000"/>
              <a:gd name="connsiteX143" fmla="*/ 6045436 w 6128435"/>
              <a:gd name="connsiteY143" fmla="*/ 6124480 h 6858000"/>
              <a:gd name="connsiteX144" fmla="*/ 6030489 w 6128435"/>
              <a:gd name="connsiteY144" fmla="*/ 6317666 h 6858000"/>
              <a:gd name="connsiteX145" fmla="*/ 6007492 w 6128435"/>
              <a:gd name="connsiteY145" fmla="*/ 6440818 h 6858000"/>
              <a:gd name="connsiteX146" fmla="*/ 6009467 w 6128435"/>
              <a:gd name="connsiteY146" fmla="*/ 6487076 h 6858000"/>
              <a:gd name="connsiteX147" fmla="*/ 5995064 w 6128435"/>
              <a:gd name="connsiteY147" fmla="*/ 6540791 h 6858000"/>
              <a:gd name="connsiteX148" fmla="*/ 5996309 w 6128435"/>
              <a:gd name="connsiteY148" fmla="*/ 6543961 h 6858000"/>
              <a:gd name="connsiteX149" fmla="*/ 5996048 w 6128435"/>
              <a:gd name="connsiteY149" fmla="*/ 6555444 h 6858000"/>
              <a:gd name="connsiteX150" fmla="*/ 6002524 w 6128435"/>
              <a:gd name="connsiteY150" fmla="*/ 6560188 h 6858000"/>
              <a:gd name="connsiteX151" fmla="*/ 6006823 w 6128435"/>
              <a:gd name="connsiteY151" fmla="*/ 6578546 h 6858000"/>
              <a:gd name="connsiteX152" fmla="*/ 6004510 w 6128435"/>
              <a:gd name="connsiteY152" fmla="*/ 6599256 h 6858000"/>
              <a:gd name="connsiteX153" fmla="*/ 5986207 w 6128435"/>
              <a:gd name="connsiteY153" fmla="*/ 6695855 h 6858000"/>
              <a:gd name="connsiteX154" fmla="*/ 5979428 w 6128435"/>
              <a:gd name="connsiteY154" fmla="*/ 6754678 h 6858000"/>
              <a:gd name="connsiteX155" fmla="*/ 5983398 w 6128435"/>
              <a:gd name="connsiteY155" fmla="*/ 6778641 h 6858000"/>
              <a:gd name="connsiteX156" fmla="*/ 5984543 w 6128435"/>
              <a:gd name="connsiteY156" fmla="*/ 6811016 h 6858000"/>
              <a:gd name="connsiteX157" fmla="*/ 5981802 w 6128435"/>
              <a:gd name="connsiteY157" fmla="*/ 6838578 h 6858000"/>
              <a:gd name="connsiteX158" fmla="*/ 5979671 w 6128435"/>
              <a:gd name="connsiteY158" fmla="*/ 6858000 h 6858000"/>
              <a:gd name="connsiteX159" fmla="*/ 0 w 6128435"/>
              <a:gd name="connsiteY159" fmla="*/ 6858000 h 6858000"/>
              <a:gd name="connsiteX160" fmla="*/ 0 w 6128435"/>
              <a:gd name="connsiteY160"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483865 w 6128435"/>
              <a:gd name="connsiteY51" fmla="*/ 3005467 h 6858000"/>
              <a:gd name="connsiteX52" fmla="*/ 5481505 w 6128435"/>
              <a:gd name="connsiteY52" fmla="*/ 3095286 h 6858000"/>
              <a:gd name="connsiteX53" fmla="*/ 5477595 w 6128435"/>
              <a:gd name="connsiteY53" fmla="*/ 3250534 h 6858000"/>
              <a:gd name="connsiteX54" fmla="*/ 5532836 w 6128435"/>
              <a:gd name="connsiteY54" fmla="*/ 3353840 h 6858000"/>
              <a:gd name="connsiteX55" fmla="*/ 5561229 w 6128435"/>
              <a:gd name="connsiteY55" fmla="*/ 3395784 h 6858000"/>
              <a:gd name="connsiteX56" fmla="*/ 5589758 w 6128435"/>
              <a:gd name="connsiteY56" fmla="*/ 3506453 h 6858000"/>
              <a:gd name="connsiteX57" fmla="*/ 5596144 w 6128435"/>
              <a:gd name="connsiteY57" fmla="*/ 3534624 h 6858000"/>
              <a:gd name="connsiteX58" fmla="*/ 5597750 w 6128435"/>
              <a:gd name="connsiteY58" fmla="*/ 3534129 h 6858000"/>
              <a:gd name="connsiteX59" fmla="*/ 5599700 w 6128435"/>
              <a:gd name="connsiteY59" fmla="*/ 3547221 h 6858000"/>
              <a:gd name="connsiteX60" fmla="*/ 5615031 w 6128435"/>
              <a:gd name="connsiteY60" fmla="*/ 3557482 h 6858000"/>
              <a:gd name="connsiteX61" fmla="*/ 5618377 w 6128435"/>
              <a:gd name="connsiteY61" fmla="*/ 3588431 h 6858000"/>
              <a:gd name="connsiteX62" fmla="*/ 5612155 w 6128435"/>
              <a:gd name="connsiteY62" fmla="*/ 3589869 h 6858000"/>
              <a:gd name="connsiteX63" fmla="*/ 5620843 w 6128435"/>
              <a:gd name="connsiteY63" fmla="*/ 3606745 h 6858000"/>
              <a:gd name="connsiteX64" fmla="*/ 5655472 w 6128435"/>
              <a:gd name="connsiteY64" fmla="*/ 3678877 h 6858000"/>
              <a:gd name="connsiteX65" fmla="*/ 5680448 w 6128435"/>
              <a:gd name="connsiteY65" fmla="*/ 3717760 h 6858000"/>
              <a:gd name="connsiteX66" fmla="*/ 5683015 w 6128435"/>
              <a:gd name="connsiteY66" fmla="*/ 3762025 h 6858000"/>
              <a:gd name="connsiteX67" fmla="*/ 5696643 w 6128435"/>
              <a:gd name="connsiteY67" fmla="*/ 3773888 h 6858000"/>
              <a:gd name="connsiteX68" fmla="*/ 5699203 w 6128435"/>
              <a:gd name="connsiteY68" fmla="*/ 3775823 h 6858000"/>
              <a:gd name="connsiteX69" fmla="*/ 5704824 w 6128435"/>
              <a:gd name="connsiteY69" fmla="*/ 3785966 h 6858000"/>
              <a:gd name="connsiteX70" fmla="*/ 5712204 w 6128435"/>
              <a:gd name="connsiteY70" fmla="*/ 3785830 h 6858000"/>
              <a:gd name="connsiteX71" fmla="*/ 5724816 w 6128435"/>
              <a:gd name="connsiteY71" fmla="*/ 3798949 h 6858000"/>
              <a:gd name="connsiteX72" fmla="*/ 5733539 w 6128435"/>
              <a:gd name="connsiteY72" fmla="*/ 3818457 h 6858000"/>
              <a:gd name="connsiteX73" fmla="*/ 5768491 w 6128435"/>
              <a:gd name="connsiteY73" fmla="*/ 3914399 h 6858000"/>
              <a:gd name="connsiteX74" fmla="*/ 5793123 w 6128435"/>
              <a:gd name="connsiteY74" fmla="*/ 3969952 h 6858000"/>
              <a:gd name="connsiteX75" fmla="*/ 5808321 w 6128435"/>
              <a:gd name="connsiteY75" fmla="*/ 3988153 h 6858000"/>
              <a:gd name="connsiteX76" fmla="*/ 5825621 w 6128435"/>
              <a:gd name="connsiteY76" fmla="*/ 4015525 h 6858000"/>
              <a:gd name="connsiteX77" fmla="*/ 5860672 w 6128435"/>
              <a:gd name="connsiteY77" fmla="*/ 4061579 h 6858000"/>
              <a:gd name="connsiteX78" fmla="*/ 5872173 w 6128435"/>
              <a:gd name="connsiteY78" fmla="*/ 4088497 h 6858000"/>
              <a:gd name="connsiteX79" fmla="*/ 5883705 w 6128435"/>
              <a:gd name="connsiteY79" fmla="*/ 4101899 h 6858000"/>
              <a:gd name="connsiteX80" fmla="*/ 5885314 w 6128435"/>
              <a:gd name="connsiteY80" fmla="*/ 4108387 h 6858000"/>
              <a:gd name="connsiteX81" fmla="*/ 5894095 w 6128435"/>
              <a:gd name="connsiteY81" fmla="*/ 4128857 h 6858000"/>
              <a:gd name="connsiteX82" fmla="*/ 5898339 w 6128435"/>
              <a:gd name="connsiteY82" fmla="*/ 4140800 h 6858000"/>
              <a:gd name="connsiteX83" fmla="*/ 5899734 w 6128435"/>
              <a:gd name="connsiteY83" fmla="*/ 4145632 h 6858000"/>
              <a:gd name="connsiteX84" fmla="*/ 5903513 w 6128435"/>
              <a:gd name="connsiteY84" fmla="*/ 4187661 h 6858000"/>
              <a:gd name="connsiteX85" fmla="*/ 5917114 w 6128435"/>
              <a:gd name="connsiteY85" fmla="*/ 4213096 h 6858000"/>
              <a:gd name="connsiteX86" fmla="*/ 5921153 w 6128435"/>
              <a:gd name="connsiteY86" fmla="*/ 4236222 h 6858000"/>
              <a:gd name="connsiteX87" fmla="*/ 5924233 w 6128435"/>
              <a:gd name="connsiteY87" fmla="*/ 4242060 h 6858000"/>
              <a:gd name="connsiteX88" fmla="*/ 5928910 w 6128435"/>
              <a:gd name="connsiteY88" fmla="*/ 4300973 h 6858000"/>
              <a:gd name="connsiteX89" fmla="*/ 5939320 w 6128435"/>
              <a:gd name="connsiteY89" fmla="*/ 4340435 h 6858000"/>
              <a:gd name="connsiteX90" fmla="*/ 5946705 w 6128435"/>
              <a:gd name="connsiteY90" fmla="*/ 4428051 h 6858000"/>
              <a:gd name="connsiteX91" fmla="*/ 5949261 w 6128435"/>
              <a:gd name="connsiteY91" fmla="*/ 4449185 h 6858000"/>
              <a:gd name="connsiteX92" fmla="*/ 5957504 w 6128435"/>
              <a:gd name="connsiteY92" fmla="*/ 4465911 h 6858000"/>
              <a:gd name="connsiteX93" fmla="*/ 5964689 w 6128435"/>
              <a:gd name="connsiteY93" fmla="*/ 4468532 h 6858000"/>
              <a:gd name="connsiteX94" fmla="*/ 5967062 w 6128435"/>
              <a:gd name="connsiteY94" fmla="*/ 4479923 h 6858000"/>
              <a:gd name="connsiteX95" fmla="*/ 5968960 w 6128435"/>
              <a:gd name="connsiteY95" fmla="*/ 4482655 h 6858000"/>
              <a:gd name="connsiteX96" fmla="*/ 5978567 w 6128435"/>
              <a:gd name="connsiteY96" fmla="*/ 4498605 h 6858000"/>
              <a:gd name="connsiteX97" fmla="*/ 5980106 w 6128435"/>
              <a:gd name="connsiteY97" fmla="*/ 4585087 h 6858000"/>
              <a:gd name="connsiteX98" fmla="*/ 5998138 w 6128435"/>
              <a:gd name="connsiteY98" fmla="*/ 4697518 h 6858000"/>
              <a:gd name="connsiteX99" fmla="*/ 6013516 w 6128435"/>
              <a:gd name="connsiteY99" fmla="*/ 4786619 h 6858000"/>
              <a:gd name="connsiteX100" fmla="*/ 6025404 w 6128435"/>
              <a:gd name="connsiteY100" fmla="*/ 4858148 h 6858000"/>
              <a:gd name="connsiteX101" fmla="*/ 6007749 w 6128435"/>
              <a:gd name="connsiteY101" fmla="*/ 4964715 h 6858000"/>
              <a:gd name="connsiteX102" fmla="*/ 6005269 w 6128435"/>
              <a:gd name="connsiteY102" fmla="*/ 5150567 h 6858000"/>
              <a:gd name="connsiteX103" fmla="*/ 6001127 w 6128435"/>
              <a:gd name="connsiteY103" fmla="*/ 5164609 h 6858000"/>
              <a:gd name="connsiteX104" fmla="*/ 5996647 w 6128435"/>
              <a:gd name="connsiteY104" fmla="*/ 5185640 h 6858000"/>
              <a:gd name="connsiteX105" fmla="*/ 5998514 w 6128435"/>
              <a:gd name="connsiteY105" fmla="*/ 5189673 h 6858000"/>
              <a:gd name="connsiteX106" fmla="*/ 5995970 w 6128435"/>
              <a:gd name="connsiteY106" fmla="*/ 5221547 h 6858000"/>
              <a:gd name="connsiteX107" fmla="*/ 5997218 w 6128435"/>
              <a:gd name="connsiteY107" fmla="*/ 5222031 h 6858000"/>
              <a:gd name="connsiteX108" fmla="*/ 6002116 w 6128435"/>
              <a:gd name="connsiteY108" fmla="*/ 5231223 h 6858000"/>
              <a:gd name="connsiteX109" fmla="*/ 6008541 w 6128435"/>
              <a:gd name="connsiteY109" fmla="*/ 5248680 h 6858000"/>
              <a:gd name="connsiteX110" fmla="*/ 6039260 w 6128435"/>
              <a:gd name="connsiteY110" fmla="*/ 5289518 h 6858000"/>
              <a:gd name="connsiteX111" fmla="*/ 6036748 w 6128435"/>
              <a:gd name="connsiteY111" fmla="*/ 5322752 h 6858000"/>
              <a:gd name="connsiteX112" fmla="*/ 6036943 w 6128435"/>
              <a:gd name="connsiteY112" fmla="*/ 5329480 h 6858000"/>
              <a:gd name="connsiteX113" fmla="*/ 6037236 w 6128435"/>
              <a:gd name="connsiteY113" fmla="*/ 5329634 h 6858000"/>
              <a:gd name="connsiteX114" fmla="*/ 6038019 w 6128435"/>
              <a:gd name="connsiteY114" fmla="*/ 5336764 h 6858000"/>
              <a:gd name="connsiteX115" fmla="*/ 6037298 w 6128435"/>
              <a:gd name="connsiteY115" fmla="*/ 5341753 h 6858000"/>
              <a:gd name="connsiteX116" fmla="*/ 6037677 w 6128435"/>
              <a:gd name="connsiteY116" fmla="*/ 5354807 h 6858000"/>
              <a:gd name="connsiteX117" fmla="*/ 6039728 w 6128435"/>
              <a:gd name="connsiteY117" fmla="*/ 5359416 h 6858000"/>
              <a:gd name="connsiteX118" fmla="*/ 6043311 w 6128435"/>
              <a:gd name="connsiteY118" fmla="*/ 5361407 h 6858000"/>
              <a:gd name="connsiteX119" fmla="*/ 6042954 w 6128435"/>
              <a:gd name="connsiteY119" fmla="*/ 5362576 h 6858000"/>
              <a:gd name="connsiteX120" fmla="*/ 6053435 w 6128435"/>
              <a:gd name="connsiteY120" fmla="*/ 5387547 h 6858000"/>
              <a:gd name="connsiteX121" fmla="*/ 6065933 w 6128435"/>
              <a:gd name="connsiteY121" fmla="*/ 5443002 h 6858000"/>
              <a:gd name="connsiteX122" fmla="*/ 6068640 w 6128435"/>
              <a:gd name="connsiteY122" fmla="*/ 5474503 h 6858000"/>
              <a:gd name="connsiteX123" fmla="*/ 6080922 w 6128435"/>
              <a:gd name="connsiteY123" fmla="*/ 5561070 h 6858000"/>
              <a:gd name="connsiteX124" fmla="*/ 6096949 w 6128435"/>
              <a:gd name="connsiteY124" fmla="*/ 5648179 h 6858000"/>
              <a:gd name="connsiteX125" fmla="*/ 6125703 w 6128435"/>
              <a:gd name="connsiteY125" fmla="*/ 5692894 h 6858000"/>
              <a:gd name="connsiteX126" fmla="*/ 6126670 w 6128435"/>
              <a:gd name="connsiteY126" fmla="*/ 5697882 h 6858000"/>
              <a:gd name="connsiteX127" fmla="*/ 6124061 w 6128435"/>
              <a:gd name="connsiteY127" fmla="*/ 5710294 h 6858000"/>
              <a:gd name="connsiteX128" fmla="*/ 6122213 w 6128435"/>
              <a:gd name="connsiteY128" fmla="*/ 5714762 h 6858000"/>
              <a:gd name="connsiteX129" fmla="*/ 6121353 w 6128435"/>
              <a:gd name="connsiteY129" fmla="*/ 5721725 h 6858000"/>
              <a:gd name="connsiteX130" fmla="*/ 6121607 w 6128435"/>
              <a:gd name="connsiteY130" fmla="*/ 5721959 h 6858000"/>
              <a:gd name="connsiteX131" fmla="*/ 6120262 w 6128435"/>
              <a:gd name="connsiteY131" fmla="*/ 5728358 h 6858000"/>
              <a:gd name="connsiteX132" fmla="*/ 6110194 w 6128435"/>
              <a:gd name="connsiteY132" fmla="*/ 5758853 h 6858000"/>
              <a:gd name="connsiteX133" fmla="*/ 6127519 w 6128435"/>
              <a:gd name="connsiteY133" fmla="*/ 5865775 h 6858000"/>
              <a:gd name="connsiteX134" fmla="*/ 6128435 w 6128435"/>
              <a:gd name="connsiteY134" fmla="*/ 5870164 h 6858000"/>
              <a:gd name="connsiteX135" fmla="*/ 6119217 w 6128435"/>
              <a:gd name="connsiteY135" fmla="*/ 5888542 h 6858000"/>
              <a:gd name="connsiteX136" fmla="*/ 6115966 w 6128435"/>
              <a:gd name="connsiteY136" fmla="*/ 5898387 h 6858000"/>
              <a:gd name="connsiteX137" fmla="*/ 6111924 w 6128435"/>
              <a:gd name="connsiteY137" fmla="*/ 5900444 h 6858000"/>
              <a:gd name="connsiteX138" fmla="*/ 6108716 w 6128435"/>
              <a:gd name="connsiteY138" fmla="*/ 5915345 h 6858000"/>
              <a:gd name="connsiteX139" fmla="*/ 6109524 w 6128435"/>
              <a:gd name="connsiteY139" fmla="*/ 5917328 h 6858000"/>
              <a:gd name="connsiteX140" fmla="*/ 6102493 w 6128435"/>
              <a:gd name="connsiteY140" fmla="*/ 5928602 h 6858000"/>
              <a:gd name="connsiteX141" fmla="*/ 6056863 w 6128435"/>
              <a:gd name="connsiteY141" fmla="*/ 6000643 h 6858000"/>
              <a:gd name="connsiteX142" fmla="*/ 6045436 w 6128435"/>
              <a:gd name="connsiteY142" fmla="*/ 6124480 h 6858000"/>
              <a:gd name="connsiteX143" fmla="*/ 6030489 w 6128435"/>
              <a:gd name="connsiteY143" fmla="*/ 6317666 h 6858000"/>
              <a:gd name="connsiteX144" fmla="*/ 6007492 w 6128435"/>
              <a:gd name="connsiteY144" fmla="*/ 6440818 h 6858000"/>
              <a:gd name="connsiteX145" fmla="*/ 6009467 w 6128435"/>
              <a:gd name="connsiteY145" fmla="*/ 6487076 h 6858000"/>
              <a:gd name="connsiteX146" fmla="*/ 5995064 w 6128435"/>
              <a:gd name="connsiteY146" fmla="*/ 6540791 h 6858000"/>
              <a:gd name="connsiteX147" fmla="*/ 5996309 w 6128435"/>
              <a:gd name="connsiteY147" fmla="*/ 6543961 h 6858000"/>
              <a:gd name="connsiteX148" fmla="*/ 5996048 w 6128435"/>
              <a:gd name="connsiteY148" fmla="*/ 6555444 h 6858000"/>
              <a:gd name="connsiteX149" fmla="*/ 6002524 w 6128435"/>
              <a:gd name="connsiteY149" fmla="*/ 6560188 h 6858000"/>
              <a:gd name="connsiteX150" fmla="*/ 6006823 w 6128435"/>
              <a:gd name="connsiteY150" fmla="*/ 6578546 h 6858000"/>
              <a:gd name="connsiteX151" fmla="*/ 6004510 w 6128435"/>
              <a:gd name="connsiteY151" fmla="*/ 6599256 h 6858000"/>
              <a:gd name="connsiteX152" fmla="*/ 5986207 w 6128435"/>
              <a:gd name="connsiteY152" fmla="*/ 6695855 h 6858000"/>
              <a:gd name="connsiteX153" fmla="*/ 5979428 w 6128435"/>
              <a:gd name="connsiteY153" fmla="*/ 6754678 h 6858000"/>
              <a:gd name="connsiteX154" fmla="*/ 5983398 w 6128435"/>
              <a:gd name="connsiteY154" fmla="*/ 6778641 h 6858000"/>
              <a:gd name="connsiteX155" fmla="*/ 5984543 w 6128435"/>
              <a:gd name="connsiteY155" fmla="*/ 6811016 h 6858000"/>
              <a:gd name="connsiteX156" fmla="*/ 5981802 w 6128435"/>
              <a:gd name="connsiteY156" fmla="*/ 6838578 h 6858000"/>
              <a:gd name="connsiteX157" fmla="*/ 5979671 w 6128435"/>
              <a:gd name="connsiteY157" fmla="*/ 6858000 h 6858000"/>
              <a:gd name="connsiteX158" fmla="*/ 0 w 6128435"/>
              <a:gd name="connsiteY158" fmla="*/ 6858000 h 6858000"/>
              <a:gd name="connsiteX159" fmla="*/ 0 w 6128435"/>
              <a:gd name="connsiteY159"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481505 w 6128435"/>
              <a:gd name="connsiteY51" fmla="*/ 3095286 h 6858000"/>
              <a:gd name="connsiteX52" fmla="*/ 5477595 w 6128435"/>
              <a:gd name="connsiteY52" fmla="*/ 3250534 h 6858000"/>
              <a:gd name="connsiteX53" fmla="*/ 5532836 w 6128435"/>
              <a:gd name="connsiteY53" fmla="*/ 3353840 h 6858000"/>
              <a:gd name="connsiteX54" fmla="*/ 5561229 w 6128435"/>
              <a:gd name="connsiteY54" fmla="*/ 3395784 h 6858000"/>
              <a:gd name="connsiteX55" fmla="*/ 5589758 w 6128435"/>
              <a:gd name="connsiteY55" fmla="*/ 3506453 h 6858000"/>
              <a:gd name="connsiteX56" fmla="*/ 5596144 w 6128435"/>
              <a:gd name="connsiteY56" fmla="*/ 3534624 h 6858000"/>
              <a:gd name="connsiteX57" fmla="*/ 5597750 w 6128435"/>
              <a:gd name="connsiteY57" fmla="*/ 3534129 h 6858000"/>
              <a:gd name="connsiteX58" fmla="*/ 5599700 w 6128435"/>
              <a:gd name="connsiteY58" fmla="*/ 3547221 h 6858000"/>
              <a:gd name="connsiteX59" fmla="*/ 5615031 w 6128435"/>
              <a:gd name="connsiteY59" fmla="*/ 3557482 h 6858000"/>
              <a:gd name="connsiteX60" fmla="*/ 5618377 w 6128435"/>
              <a:gd name="connsiteY60" fmla="*/ 3588431 h 6858000"/>
              <a:gd name="connsiteX61" fmla="*/ 5612155 w 6128435"/>
              <a:gd name="connsiteY61" fmla="*/ 3589869 h 6858000"/>
              <a:gd name="connsiteX62" fmla="*/ 5620843 w 6128435"/>
              <a:gd name="connsiteY62" fmla="*/ 3606745 h 6858000"/>
              <a:gd name="connsiteX63" fmla="*/ 5655472 w 6128435"/>
              <a:gd name="connsiteY63" fmla="*/ 3678877 h 6858000"/>
              <a:gd name="connsiteX64" fmla="*/ 5680448 w 6128435"/>
              <a:gd name="connsiteY64" fmla="*/ 3717760 h 6858000"/>
              <a:gd name="connsiteX65" fmla="*/ 5683015 w 6128435"/>
              <a:gd name="connsiteY65" fmla="*/ 3762025 h 6858000"/>
              <a:gd name="connsiteX66" fmla="*/ 5696643 w 6128435"/>
              <a:gd name="connsiteY66" fmla="*/ 3773888 h 6858000"/>
              <a:gd name="connsiteX67" fmla="*/ 5699203 w 6128435"/>
              <a:gd name="connsiteY67" fmla="*/ 3775823 h 6858000"/>
              <a:gd name="connsiteX68" fmla="*/ 5704824 w 6128435"/>
              <a:gd name="connsiteY68" fmla="*/ 3785966 h 6858000"/>
              <a:gd name="connsiteX69" fmla="*/ 5712204 w 6128435"/>
              <a:gd name="connsiteY69" fmla="*/ 3785830 h 6858000"/>
              <a:gd name="connsiteX70" fmla="*/ 5724816 w 6128435"/>
              <a:gd name="connsiteY70" fmla="*/ 3798949 h 6858000"/>
              <a:gd name="connsiteX71" fmla="*/ 5733539 w 6128435"/>
              <a:gd name="connsiteY71" fmla="*/ 3818457 h 6858000"/>
              <a:gd name="connsiteX72" fmla="*/ 5768491 w 6128435"/>
              <a:gd name="connsiteY72" fmla="*/ 3914399 h 6858000"/>
              <a:gd name="connsiteX73" fmla="*/ 5793123 w 6128435"/>
              <a:gd name="connsiteY73" fmla="*/ 3969952 h 6858000"/>
              <a:gd name="connsiteX74" fmla="*/ 5808321 w 6128435"/>
              <a:gd name="connsiteY74" fmla="*/ 3988153 h 6858000"/>
              <a:gd name="connsiteX75" fmla="*/ 5825621 w 6128435"/>
              <a:gd name="connsiteY75" fmla="*/ 4015525 h 6858000"/>
              <a:gd name="connsiteX76" fmla="*/ 5860672 w 6128435"/>
              <a:gd name="connsiteY76" fmla="*/ 4061579 h 6858000"/>
              <a:gd name="connsiteX77" fmla="*/ 5872173 w 6128435"/>
              <a:gd name="connsiteY77" fmla="*/ 4088497 h 6858000"/>
              <a:gd name="connsiteX78" fmla="*/ 5883705 w 6128435"/>
              <a:gd name="connsiteY78" fmla="*/ 4101899 h 6858000"/>
              <a:gd name="connsiteX79" fmla="*/ 5885314 w 6128435"/>
              <a:gd name="connsiteY79" fmla="*/ 4108387 h 6858000"/>
              <a:gd name="connsiteX80" fmla="*/ 5894095 w 6128435"/>
              <a:gd name="connsiteY80" fmla="*/ 4128857 h 6858000"/>
              <a:gd name="connsiteX81" fmla="*/ 5898339 w 6128435"/>
              <a:gd name="connsiteY81" fmla="*/ 4140800 h 6858000"/>
              <a:gd name="connsiteX82" fmla="*/ 5899734 w 6128435"/>
              <a:gd name="connsiteY82" fmla="*/ 4145632 h 6858000"/>
              <a:gd name="connsiteX83" fmla="*/ 5903513 w 6128435"/>
              <a:gd name="connsiteY83" fmla="*/ 4187661 h 6858000"/>
              <a:gd name="connsiteX84" fmla="*/ 5917114 w 6128435"/>
              <a:gd name="connsiteY84" fmla="*/ 4213096 h 6858000"/>
              <a:gd name="connsiteX85" fmla="*/ 5921153 w 6128435"/>
              <a:gd name="connsiteY85" fmla="*/ 4236222 h 6858000"/>
              <a:gd name="connsiteX86" fmla="*/ 5924233 w 6128435"/>
              <a:gd name="connsiteY86" fmla="*/ 4242060 h 6858000"/>
              <a:gd name="connsiteX87" fmla="*/ 5928910 w 6128435"/>
              <a:gd name="connsiteY87" fmla="*/ 4300973 h 6858000"/>
              <a:gd name="connsiteX88" fmla="*/ 5939320 w 6128435"/>
              <a:gd name="connsiteY88" fmla="*/ 4340435 h 6858000"/>
              <a:gd name="connsiteX89" fmla="*/ 5946705 w 6128435"/>
              <a:gd name="connsiteY89" fmla="*/ 4428051 h 6858000"/>
              <a:gd name="connsiteX90" fmla="*/ 5949261 w 6128435"/>
              <a:gd name="connsiteY90" fmla="*/ 4449185 h 6858000"/>
              <a:gd name="connsiteX91" fmla="*/ 5957504 w 6128435"/>
              <a:gd name="connsiteY91" fmla="*/ 4465911 h 6858000"/>
              <a:gd name="connsiteX92" fmla="*/ 5964689 w 6128435"/>
              <a:gd name="connsiteY92" fmla="*/ 4468532 h 6858000"/>
              <a:gd name="connsiteX93" fmla="*/ 5967062 w 6128435"/>
              <a:gd name="connsiteY93" fmla="*/ 4479923 h 6858000"/>
              <a:gd name="connsiteX94" fmla="*/ 5968960 w 6128435"/>
              <a:gd name="connsiteY94" fmla="*/ 4482655 h 6858000"/>
              <a:gd name="connsiteX95" fmla="*/ 5978567 w 6128435"/>
              <a:gd name="connsiteY95" fmla="*/ 4498605 h 6858000"/>
              <a:gd name="connsiteX96" fmla="*/ 5980106 w 6128435"/>
              <a:gd name="connsiteY96" fmla="*/ 4585087 h 6858000"/>
              <a:gd name="connsiteX97" fmla="*/ 5998138 w 6128435"/>
              <a:gd name="connsiteY97" fmla="*/ 4697518 h 6858000"/>
              <a:gd name="connsiteX98" fmla="*/ 6013516 w 6128435"/>
              <a:gd name="connsiteY98" fmla="*/ 4786619 h 6858000"/>
              <a:gd name="connsiteX99" fmla="*/ 6025404 w 6128435"/>
              <a:gd name="connsiteY99" fmla="*/ 4858148 h 6858000"/>
              <a:gd name="connsiteX100" fmla="*/ 6007749 w 6128435"/>
              <a:gd name="connsiteY100" fmla="*/ 4964715 h 6858000"/>
              <a:gd name="connsiteX101" fmla="*/ 6005269 w 6128435"/>
              <a:gd name="connsiteY101" fmla="*/ 5150567 h 6858000"/>
              <a:gd name="connsiteX102" fmla="*/ 6001127 w 6128435"/>
              <a:gd name="connsiteY102" fmla="*/ 5164609 h 6858000"/>
              <a:gd name="connsiteX103" fmla="*/ 5996647 w 6128435"/>
              <a:gd name="connsiteY103" fmla="*/ 5185640 h 6858000"/>
              <a:gd name="connsiteX104" fmla="*/ 5998514 w 6128435"/>
              <a:gd name="connsiteY104" fmla="*/ 5189673 h 6858000"/>
              <a:gd name="connsiteX105" fmla="*/ 5995970 w 6128435"/>
              <a:gd name="connsiteY105" fmla="*/ 5221547 h 6858000"/>
              <a:gd name="connsiteX106" fmla="*/ 5997218 w 6128435"/>
              <a:gd name="connsiteY106" fmla="*/ 5222031 h 6858000"/>
              <a:gd name="connsiteX107" fmla="*/ 6002116 w 6128435"/>
              <a:gd name="connsiteY107" fmla="*/ 5231223 h 6858000"/>
              <a:gd name="connsiteX108" fmla="*/ 6008541 w 6128435"/>
              <a:gd name="connsiteY108" fmla="*/ 5248680 h 6858000"/>
              <a:gd name="connsiteX109" fmla="*/ 6039260 w 6128435"/>
              <a:gd name="connsiteY109" fmla="*/ 5289518 h 6858000"/>
              <a:gd name="connsiteX110" fmla="*/ 6036748 w 6128435"/>
              <a:gd name="connsiteY110" fmla="*/ 5322752 h 6858000"/>
              <a:gd name="connsiteX111" fmla="*/ 6036943 w 6128435"/>
              <a:gd name="connsiteY111" fmla="*/ 5329480 h 6858000"/>
              <a:gd name="connsiteX112" fmla="*/ 6037236 w 6128435"/>
              <a:gd name="connsiteY112" fmla="*/ 5329634 h 6858000"/>
              <a:gd name="connsiteX113" fmla="*/ 6038019 w 6128435"/>
              <a:gd name="connsiteY113" fmla="*/ 5336764 h 6858000"/>
              <a:gd name="connsiteX114" fmla="*/ 6037298 w 6128435"/>
              <a:gd name="connsiteY114" fmla="*/ 5341753 h 6858000"/>
              <a:gd name="connsiteX115" fmla="*/ 6037677 w 6128435"/>
              <a:gd name="connsiteY115" fmla="*/ 5354807 h 6858000"/>
              <a:gd name="connsiteX116" fmla="*/ 6039728 w 6128435"/>
              <a:gd name="connsiteY116" fmla="*/ 5359416 h 6858000"/>
              <a:gd name="connsiteX117" fmla="*/ 6043311 w 6128435"/>
              <a:gd name="connsiteY117" fmla="*/ 5361407 h 6858000"/>
              <a:gd name="connsiteX118" fmla="*/ 6042954 w 6128435"/>
              <a:gd name="connsiteY118" fmla="*/ 5362576 h 6858000"/>
              <a:gd name="connsiteX119" fmla="*/ 6053435 w 6128435"/>
              <a:gd name="connsiteY119" fmla="*/ 5387547 h 6858000"/>
              <a:gd name="connsiteX120" fmla="*/ 6065933 w 6128435"/>
              <a:gd name="connsiteY120" fmla="*/ 5443002 h 6858000"/>
              <a:gd name="connsiteX121" fmla="*/ 6068640 w 6128435"/>
              <a:gd name="connsiteY121" fmla="*/ 5474503 h 6858000"/>
              <a:gd name="connsiteX122" fmla="*/ 6080922 w 6128435"/>
              <a:gd name="connsiteY122" fmla="*/ 5561070 h 6858000"/>
              <a:gd name="connsiteX123" fmla="*/ 6096949 w 6128435"/>
              <a:gd name="connsiteY123" fmla="*/ 5648179 h 6858000"/>
              <a:gd name="connsiteX124" fmla="*/ 6125703 w 6128435"/>
              <a:gd name="connsiteY124" fmla="*/ 5692894 h 6858000"/>
              <a:gd name="connsiteX125" fmla="*/ 6126670 w 6128435"/>
              <a:gd name="connsiteY125" fmla="*/ 5697882 h 6858000"/>
              <a:gd name="connsiteX126" fmla="*/ 6124061 w 6128435"/>
              <a:gd name="connsiteY126" fmla="*/ 5710294 h 6858000"/>
              <a:gd name="connsiteX127" fmla="*/ 6122213 w 6128435"/>
              <a:gd name="connsiteY127" fmla="*/ 5714762 h 6858000"/>
              <a:gd name="connsiteX128" fmla="*/ 6121353 w 6128435"/>
              <a:gd name="connsiteY128" fmla="*/ 5721725 h 6858000"/>
              <a:gd name="connsiteX129" fmla="*/ 6121607 w 6128435"/>
              <a:gd name="connsiteY129" fmla="*/ 5721959 h 6858000"/>
              <a:gd name="connsiteX130" fmla="*/ 6120262 w 6128435"/>
              <a:gd name="connsiteY130" fmla="*/ 5728358 h 6858000"/>
              <a:gd name="connsiteX131" fmla="*/ 6110194 w 6128435"/>
              <a:gd name="connsiteY131" fmla="*/ 5758853 h 6858000"/>
              <a:gd name="connsiteX132" fmla="*/ 6127519 w 6128435"/>
              <a:gd name="connsiteY132" fmla="*/ 5865775 h 6858000"/>
              <a:gd name="connsiteX133" fmla="*/ 6128435 w 6128435"/>
              <a:gd name="connsiteY133" fmla="*/ 5870164 h 6858000"/>
              <a:gd name="connsiteX134" fmla="*/ 6119217 w 6128435"/>
              <a:gd name="connsiteY134" fmla="*/ 5888542 h 6858000"/>
              <a:gd name="connsiteX135" fmla="*/ 6115966 w 6128435"/>
              <a:gd name="connsiteY135" fmla="*/ 5898387 h 6858000"/>
              <a:gd name="connsiteX136" fmla="*/ 6111924 w 6128435"/>
              <a:gd name="connsiteY136" fmla="*/ 5900444 h 6858000"/>
              <a:gd name="connsiteX137" fmla="*/ 6108716 w 6128435"/>
              <a:gd name="connsiteY137" fmla="*/ 5915345 h 6858000"/>
              <a:gd name="connsiteX138" fmla="*/ 6109524 w 6128435"/>
              <a:gd name="connsiteY138" fmla="*/ 5917328 h 6858000"/>
              <a:gd name="connsiteX139" fmla="*/ 6102493 w 6128435"/>
              <a:gd name="connsiteY139" fmla="*/ 5928602 h 6858000"/>
              <a:gd name="connsiteX140" fmla="*/ 6056863 w 6128435"/>
              <a:gd name="connsiteY140" fmla="*/ 6000643 h 6858000"/>
              <a:gd name="connsiteX141" fmla="*/ 6045436 w 6128435"/>
              <a:gd name="connsiteY141" fmla="*/ 6124480 h 6858000"/>
              <a:gd name="connsiteX142" fmla="*/ 6030489 w 6128435"/>
              <a:gd name="connsiteY142" fmla="*/ 6317666 h 6858000"/>
              <a:gd name="connsiteX143" fmla="*/ 6007492 w 6128435"/>
              <a:gd name="connsiteY143" fmla="*/ 6440818 h 6858000"/>
              <a:gd name="connsiteX144" fmla="*/ 6009467 w 6128435"/>
              <a:gd name="connsiteY144" fmla="*/ 6487076 h 6858000"/>
              <a:gd name="connsiteX145" fmla="*/ 5995064 w 6128435"/>
              <a:gd name="connsiteY145" fmla="*/ 6540791 h 6858000"/>
              <a:gd name="connsiteX146" fmla="*/ 5996309 w 6128435"/>
              <a:gd name="connsiteY146" fmla="*/ 6543961 h 6858000"/>
              <a:gd name="connsiteX147" fmla="*/ 5996048 w 6128435"/>
              <a:gd name="connsiteY147" fmla="*/ 6555444 h 6858000"/>
              <a:gd name="connsiteX148" fmla="*/ 6002524 w 6128435"/>
              <a:gd name="connsiteY148" fmla="*/ 6560188 h 6858000"/>
              <a:gd name="connsiteX149" fmla="*/ 6006823 w 6128435"/>
              <a:gd name="connsiteY149" fmla="*/ 6578546 h 6858000"/>
              <a:gd name="connsiteX150" fmla="*/ 6004510 w 6128435"/>
              <a:gd name="connsiteY150" fmla="*/ 6599256 h 6858000"/>
              <a:gd name="connsiteX151" fmla="*/ 5986207 w 6128435"/>
              <a:gd name="connsiteY151" fmla="*/ 6695855 h 6858000"/>
              <a:gd name="connsiteX152" fmla="*/ 5979428 w 6128435"/>
              <a:gd name="connsiteY152" fmla="*/ 6754678 h 6858000"/>
              <a:gd name="connsiteX153" fmla="*/ 5983398 w 6128435"/>
              <a:gd name="connsiteY153" fmla="*/ 6778641 h 6858000"/>
              <a:gd name="connsiteX154" fmla="*/ 5984543 w 6128435"/>
              <a:gd name="connsiteY154" fmla="*/ 6811016 h 6858000"/>
              <a:gd name="connsiteX155" fmla="*/ 5981802 w 6128435"/>
              <a:gd name="connsiteY155" fmla="*/ 6838578 h 6858000"/>
              <a:gd name="connsiteX156" fmla="*/ 5979671 w 6128435"/>
              <a:gd name="connsiteY156" fmla="*/ 6858000 h 6858000"/>
              <a:gd name="connsiteX157" fmla="*/ 0 w 6128435"/>
              <a:gd name="connsiteY157" fmla="*/ 6858000 h 6858000"/>
              <a:gd name="connsiteX158" fmla="*/ 0 w 6128435"/>
              <a:gd name="connsiteY158"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481505 w 6128435"/>
              <a:gd name="connsiteY51" fmla="*/ 3095286 h 6858000"/>
              <a:gd name="connsiteX52" fmla="*/ 5532836 w 6128435"/>
              <a:gd name="connsiteY52" fmla="*/ 3353840 h 6858000"/>
              <a:gd name="connsiteX53" fmla="*/ 5561229 w 6128435"/>
              <a:gd name="connsiteY53" fmla="*/ 3395784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15966 w 6128435"/>
              <a:gd name="connsiteY134" fmla="*/ 5898387 h 6858000"/>
              <a:gd name="connsiteX135" fmla="*/ 6111924 w 6128435"/>
              <a:gd name="connsiteY135" fmla="*/ 5900444 h 6858000"/>
              <a:gd name="connsiteX136" fmla="*/ 6108716 w 6128435"/>
              <a:gd name="connsiteY136" fmla="*/ 5915345 h 6858000"/>
              <a:gd name="connsiteX137" fmla="*/ 6109524 w 6128435"/>
              <a:gd name="connsiteY137" fmla="*/ 5917328 h 6858000"/>
              <a:gd name="connsiteX138" fmla="*/ 6102493 w 6128435"/>
              <a:gd name="connsiteY138" fmla="*/ 5928602 h 6858000"/>
              <a:gd name="connsiteX139" fmla="*/ 6056863 w 6128435"/>
              <a:gd name="connsiteY139" fmla="*/ 6000643 h 6858000"/>
              <a:gd name="connsiteX140" fmla="*/ 6045436 w 6128435"/>
              <a:gd name="connsiteY140" fmla="*/ 6124480 h 6858000"/>
              <a:gd name="connsiteX141" fmla="*/ 6030489 w 6128435"/>
              <a:gd name="connsiteY141" fmla="*/ 6317666 h 6858000"/>
              <a:gd name="connsiteX142" fmla="*/ 6007492 w 6128435"/>
              <a:gd name="connsiteY142" fmla="*/ 6440818 h 6858000"/>
              <a:gd name="connsiteX143" fmla="*/ 6009467 w 6128435"/>
              <a:gd name="connsiteY143" fmla="*/ 6487076 h 6858000"/>
              <a:gd name="connsiteX144" fmla="*/ 5995064 w 6128435"/>
              <a:gd name="connsiteY144" fmla="*/ 6540791 h 6858000"/>
              <a:gd name="connsiteX145" fmla="*/ 5996309 w 6128435"/>
              <a:gd name="connsiteY145" fmla="*/ 6543961 h 6858000"/>
              <a:gd name="connsiteX146" fmla="*/ 5996048 w 6128435"/>
              <a:gd name="connsiteY146" fmla="*/ 6555444 h 6858000"/>
              <a:gd name="connsiteX147" fmla="*/ 6002524 w 6128435"/>
              <a:gd name="connsiteY147" fmla="*/ 6560188 h 6858000"/>
              <a:gd name="connsiteX148" fmla="*/ 6006823 w 6128435"/>
              <a:gd name="connsiteY148" fmla="*/ 6578546 h 6858000"/>
              <a:gd name="connsiteX149" fmla="*/ 6004510 w 6128435"/>
              <a:gd name="connsiteY149" fmla="*/ 6599256 h 6858000"/>
              <a:gd name="connsiteX150" fmla="*/ 5986207 w 6128435"/>
              <a:gd name="connsiteY150" fmla="*/ 6695855 h 6858000"/>
              <a:gd name="connsiteX151" fmla="*/ 5979428 w 6128435"/>
              <a:gd name="connsiteY151" fmla="*/ 6754678 h 6858000"/>
              <a:gd name="connsiteX152" fmla="*/ 5983398 w 6128435"/>
              <a:gd name="connsiteY152" fmla="*/ 6778641 h 6858000"/>
              <a:gd name="connsiteX153" fmla="*/ 5984543 w 6128435"/>
              <a:gd name="connsiteY153" fmla="*/ 6811016 h 6858000"/>
              <a:gd name="connsiteX154" fmla="*/ 5981802 w 6128435"/>
              <a:gd name="connsiteY154" fmla="*/ 6838578 h 6858000"/>
              <a:gd name="connsiteX155" fmla="*/ 5979671 w 6128435"/>
              <a:gd name="connsiteY155" fmla="*/ 6858000 h 6858000"/>
              <a:gd name="connsiteX156" fmla="*/ 0 w 6128435"/>
              <a:gd name="connsiteY156" fmla="*/ 6858000 h 6858000"/>
              <a:gd name="connsiteX157" fmla="*/ 0 w 6128435"/>
              <a:gd name="connsiteY15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481505 w 6128435"/>
              <a:gd name="connsiteY51" fmla="*/ 3095286 h 6858000"/>
              <a:gd name="connsiteX52" fmla="*/ 5516007 w 6128435"/>
              <a:gd name="connsiteY52" fmla="*/ 3258473 h 6858000"/>
              <a:gd name="connsiteX53" fmla="*/ 5561229 w 6128435"/>
              <a:gd name="connsiteY53" fmla="*/ 3395784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15966 w 6128435"/>
              <a:gd name="connsiteY134" fmla="*/ 5898387 h 6858000"/>
              <a:gd name="connsiteX135" fmla="*/ 6111924 w 6128435"/>
              <a:gd name="connsiteY135" fmla="*/ 5900444 h 6858000"/>
              <a:gd name="connsiteX136" fmla="*/ 6108716 w 6128435"/>
              <a:gd name="connsiteY136" fmla="*/ 5915345 h 6858000"/>
              <a:gd name="connsiteX137" fmla="*/ 6109524 w 6128435"/>
              <a:gd name="connsiteY137" fmla="*/ 5917328 h 6858000"/>
              <a:gd name="connsiteX138" fmla="*/ 6102493 w 6128435"/>
              <a:gd name="connsiteY138" fmla="*/ 5928602 h 6858000"/>
              <a:gd name="connsiteX139" fmla="*/ 6056863 w 6128435"/>
              <a:gd name="connsiteY139" fmla="*/ 6000643 h 6858000"/>
              <a:gd name="connsiteX140" fmla="*/ 6045436 w 6128435"/>
              <a:gd name="connsiteY140" fmla="*/ 6124480 h 6858000"/>
              <a:gd name="connsiteX141" fmla="*/ 6030489 w 6128435"/>
              <a:gd name="connsiteY141" fmla="*/ 6317666 h 6858000"/>
              <a:gd name="connsiteX142" fmla="*/ 6007492 w 6128435"/>
              <a:gd name="connsiteY142" fmla="*/ 6440818 h 6858000"/>
              <a:gd name="connsiteX143" fmla="*/ 6009467 w 6128435"/>
              <a:gd name="connsiteY143" fmla="*/ 6487076 h 6858000"/>
              <a:gd name="connsiteX144" fmla="*/ 5995064 w 6128435"/>
              <a:gd name="connsiteY144" fmla="*/ 6540791 h 6858000"/>
              <a:gd name="connsiteX145" fmla="*/ 5996309 w 6128435"/>
              <a:gd name="connsiteY145" fmla="*/ 6543961 h 6858000"/>
              <a:gd name="connsiteX146" fmla="*/ 5996048 w 6128435"/>
              <a:gd name="connsiteY146" fmla="*/ 6555444 h 6858000"/>
              <a:gd name="connsiteX147" fmla="*/ 6002524 w 6128435"/>
              <a:gd name="connsiteY147" fmla="*/ 6560188 h 6858000"/>
              <a:gd name="connsiteX148" fmla="*/ 6006823 w 6128435"/>
              <a:gd name="connsiteY148" fmla="*/ 6578546 h 6858000"/>
              <a:gd name="connsiteX149" fmla="*/ 6004510 w 6128435"/>
              <a:gd name="connsiteY149" fmla="*/ 6599256 h 6858000"/>
              <a:gd name="connsiteX150" fmla="*/ 5986207 w 6128435"/>
              <a:gd name="connsiteY150" fmla="*/ 6695855 h 6858000"/>
              <a:gd name="connsiteX151" fmla="*/ 5979428 w 6128435"/>
              <a:gd name="connsiteY151" fmla="*/ 6754678 h 6858000"/>
              <a:gd name="connsiteX152" fmla="*/ 5983398 w 6128435"/>
              <a:gd name="connsiteY152" fmla="*/ 6778641 h 6858000"/>
              <a:gd name="connsiteX153" fmla="*/ 5984543 w 6128435"/>
              <a:gd name="connsiteY153" fmla="*/ 6811016 h 6858000"/>
              <a:gd name="connsiteX154" fmla="*/ 5981802 w 6128435"/>
              <a:gd name="connsiteY154" fmla="*/ 6838578 h 6858000"/>
              <a:gd name="connsiteX155" fmla="*/ 5979671 w 6128435"/>
              <a:gd name="connsiteY155" fmla="*/ 6858000 h 6858000"/>
              <a:gd name="connsiteX156" fmla="*/ 0 w 6128435"/>
              <a:gd name="connsiteY156" fmla="*/ 6858000 h 6858000"/>
              <a:gd name="connsiteX157" fmla="*/ 0 w 6128435"/>
              <a:gd name="connsiteY15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481505 w 6128435"/>
              <a:gd name="connsiteY51" fmla="*/ 3095286 h 6858000"/>
              <a:gd name="connsiteX52" fmla="*/ 5516007 w 6128435"/>
              <a:gd name="connsiteY52" fmla="*/ 3258473 h 6858000"/>
              <a:gd name="connsiteX53" fmla="*/ 5566839 w 6128435"/>
              <a:gd name="connsiteY53" fmla="*/ 3345295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15966 w 6128435"/>
              <a:gd name="connsiteY134" fmla="*/ 5898387 h 6858000"/>
              <a:gd name="connsiteX135" fmla="*/ 6111924 w 6128435"/>
              <a:gd name="connsiteY135" fmla="*/ 5900444 h 6858000"/>
              <a:gd name="connsiteX136" fmla="*/ 6108716 w 6128435"/>
              <a:gd name="connsiteY136" fmla="*/ 5915345 h 6858000"/>
              <a:gd name="connsiteX137" fmla="*/ 6109524 w 6128435"/>
              <a:gd name="connsiteY137" fmla="*/ 5917328 h 6858000"/>
              <a:gd name="connsiteX138" fmla="*/ 6102493 w 6128435"/>
              <a:gd name="connsiteY138" fmla="*/ 5928602 h 6858000"/>
              <a:gd name="connsiteX139" fmla="*/ 6056863 w 6128435"/>
              <a:gd name="connsiteY139" fmla="*/ 6000643 h 6858000"/>
              <a:gd name="connsiteX140" fmla="*/ 6045436 w 6128435"/>
              <a:gd name="connsiteY140" fmla="*/ 6124480 h 6858000"/>
              <a:gd name="connsiteX141" fmla="*/ 6030489 w 6128435"/>
              <a:gd name="connsiteY141" fmla="*/ 6317666 h 6858000"/>
              <a:gd name="connsiteX142" fmla="*/ 6007492 w 6128435"/>
              <a:gd name="connsiteY142" fmla="*/ 6440818 h 6858000"/>
              <a:gd name="connsiteX143" fmla="*/ 6009467 w 6128435"/>
              <a:gd name="connsiteY143" fmla="*/ 6487076 h 6858000"/>
              <a:gd name="connsiteX144" fmla="*/ 5995064 w 6128435"/>
              <a:gd name="connsiteY144" fmla="*/ 6540791 h 6858000"/>
              <a:gd name="connsiteX145" fmla="*/ 5996309 w 6128435"/>
              <a:gd name="connsiteY145" fmla="*/ 6543961 h 6858000"/>
              <a:gd name="connsiteX146" fmla="*/ 5996048 w 6128435"/>
              <a:gd name="connsiteY146" fmla="*/ 6555444 h 6858000"/>
              <a:gd name="connsiteX147" fmla="*/ 6002524 w 6128435"/>
              <a:gd name="connsiteY147" fmla="*/ 6560188 h 6858000"/>
              <a:gd name="connsiteX148" fmla="*/ 6006823 w 6128435"/>
              <a:gd name="connsiteY148" fmla="*/ 6578546 h 6858000"/>
              <a:gd name="connsiteX149" fmla="*/ 6004510 w 6128435"/>
              <a:gd name="connsiteY149" fmla="*/ 6599256 h 6858000"/>
              <a:gd name="connsiteX150" fmla="*/ 5986207 w 6128435"/>
              <a:gd name="connsiteY150" fmla="*/ 6695855 h 6858000"/>
              <a:gd name="connsiteX151" fmla="*/ 5979428 w 6128435"/>
              <a:gd name="connsiteY151" fmla="*/ 6754678 h 6858000"/>
              <a:gd name="connsiteX152" fmla="*/ 5983398 w 6128435"/>
              <a:gd name="connsiteY152" fmla="*/ 6778641 h 6858000"/>
              <a:gd name="connsiteX153" fmla="*/ 5984543 w 6128435"/>
              <a:gd name="connsiteY153" fmla="*/ 6811016 h 6858000"/>
              <a:gd name="connsiteX154" fmla="*/ 5981802 w 6128435"/>
              <a:gd name="connsiteY154" fmla="*/ 6838578 h 6858000"/>
              <a:gd name="connsiteX155" fmla="*/ 5979671 w 6128435"/>
              <a:gd name="connsiteY155" fmla="*/ 6858000 h 6858000"/>
              <a:gd name="connsiteX156" fmla="*/ 0 w 6128435"/>
              <a:gd name="connsiteY156" fmla="*/ 6858000 h 6858000"/>
              <a:gd name="connsiteX157" fmla="*/ 0 w 6128435"/>
              <a:gd name="connsiteY15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503944 w 6128435"/>
              <a:gd name="connsiteY51" fmla="*/ 3123335 h 6858000"/>
              <a:gd name="connsiteX52" fmla="*/ 5516007 w 6128435"/>
              <a:gd name="connsiteY52" fmla="*/ 3258473 h 6858000"/>
              <a:gd name="connsiteX53" fmla="*/ 5566839 w 6128435"/>
              <a:gd name="connsiteY53" fmla="*/ 3345295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15966 w 6128435"/>
              <a:gd name="connsiteY134" fmla="*/ 5898387 h 6858000"/>
              <a:gd name="connsiteX135" fmla="*/ 6111924 w 6128435"/>
              <a:gd name="connsiteY135" fmla="*/ 5900444 h 6858000"/>
              <a:gd name="connsiteX136" fmla="*/ 6108716 w 6128435"/>
              <a:gd name="connsiteY136" fmla="*/ 5915345 h 6858000"/>
              <a:gd name="connsiteX137" fmla="*/ 6109524 w 6128435"/>
              <a:gd name="connsiteY137" fmla="*/ 5917328 h 6858000"/>
              <a:gd name="connsiteX138" fmla="*/ 6102493 w 6128435"/>
              <a:gd name="connsiteY138" fmla="*/ 5928602 h 6858000"/>
              <a:gd name="connsiteX139" fmla="*/ 6056863 w 6128435"/>
              <a:gd name="connsiteY139" fmla="*/ 6000643 h 6858000"/>
              <a:gd name="connsiteX140" fmla="*/ 6045436 w 6128435"/>
              <a:gd name="connsiteY140" fmla="*/ 6124480 h 6858000"/>
              <a:gd name="connsiteX141" fmla="*/ 6030489 w 6128435"/>
              <a:gd name="connsiteY141" fmla="*/ 6317666 h 6858000"/>
              <a:gd name="connsiteX142" fmla="*/ 6007492 w 6128435"/>
              <a:gd name="connsiteY142" fmla="*/ 6440818 h 6858000"/>
              <a:gd name="connsiteX143" fmla="*/ 6009467 w 6128435"/>
              <a:gd name="connsiteY143" fmla="*/ 6487076 h 6858000"/>
              <a:gd name="connsiteX144" fmla="*/ 5995064 w 6128435"/>
              <a:gd name="connsiteY144" fmla="*/ 6540791 h 6858000"/>
              <a:gd name="connsiteX145" fmla="*/ 5996309 w 6128435"/>
              <a:gd name="connsiteY145" fmla="*/ 6543961 h 6858000"/>
              <a:gd name="connsiteX146" fmla="*/ 5996048 w 6128435"/>
              <a:gd name="connsiteY146" fmla="*/ 6555444 h 6858000"/>
              <a:gd name="connsiteX147" fmla="*/ 6002524 w 6128435"/>
              <a:gd name="connsiteY147" fmla="*/ 6560188 h 6858000"/>
              <a:gd name="connsiteX148" fmla="*/ 6006823 w 6128435"/>
              <a:gd name="connsiteY148" fmla="*/ 6578546 h 6858000"/>
              <a:gd name="connsiteX149" fmla="*/ 6004510 w 6128435"/>
              <a:gd name="connsiteY149" fmla="*/ 6599256 h 6858000"/>
              <a:gd name="connsiteX150" fmla="*/ 5986207 w 6128435"/>
              <a:gd name="connsiteY150" fmla="*/ 6695855 h 6858000"/>
              <a:gd name="connsiteX151" fmla="*/ 5979428 w 6128435"/>
              <a:gd name="connsiteY151" fmla="*/ 6754678 h 6858000"/>
              <a:gd name="connsiteX152" fmla="*/ 5983398 w 6128435"/>
              <a:gd name="connsiteY152" fmla="*/ 6778641 h 6858000"/>
              <a:gd name="connsiteX153" fmla="*/ 5984543 w 6128435"/>
              <a:gd name="connsiteY153" fmla="*/ 6811016 h 6858000"/>
              <a:gd name="connsiteX154" fmla="*/ 5981802 w 6128435"/>
              <a:gd name="connsiteY154" fmla="*/ 6838578 h 6858000"/>
              <a:gd name="connsiteX155" fmla="*/ 5979671 w 6128435"/>
              <a:gd name="connsiteY155" fmla="*/ 6858000 h 6858000"/>
              <a:gd name="connsiteX156" fmla="*/ 0 w 6128435"/>
              <a:gd name="connsiteY156" fmla="*/ 6858000 h 6858000"/>
              <a:gd name="connsiteX157" fmla="*/ 0 w 6128435"/>
              <a:gd name="connsiteY157"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503944 w 6128435"/>
              <a:gd name="connsiteY51" fmla="*/ 3123335 h 6858000"/>
              <a:gd name="connsiteX52" fmla="*/ 5516007 w 6128435"/>
              <a:gd name="connsiteY52" fmla="*/ 3258473 h 6858000"/>
              <a:gd name="connsiteX53" fmla="*/ 5566839 w 6128435"/>
              <a:gd name="connsiteY53" fmla="*/ 3345295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15966 w 6128435"/>
              <a:gd name="connsiteY134" fmla="*/ 5898387 h 6858000"/>
              <a:gd name="connsiteX135" fmla="*/ 6108716 w 6128435"/>
              <a:gd name="connsiteY135" fmla="*/ 5915345 h 6858000"/>
              <a:gd name="connsiteX136" fmla="*/ 6109524 w 6128435"/>
              <a:gd name="connsiteY136" fmla="*/ 5917328 h 6858000"/>
              <a:gd name="connsiteX137" fmla="*/ 6102493 w 6128435"/>
              <a:gd name="connsiteY137" fmla="*/ 5928602 h 6858000"/>
              <a:gd name="connsiteX138" fmla="*/ 6056863 w 6128435"/>
              <a:gd name="connsiteY138" fmla="*/ 6000643 h 6858000"/>
              <a:gd name="connsiteX139" fmla="*/ 6045436 w 6128435"/>
              <a:gd name="connsiteY139" fmla="*/ 6124480 h 6858000"/>
              <a:gd name="connsiteX140" fmla="*/ 6030489 w 6128435"/>
              <a:gd name="connsiteY140" fmla="*/ 6317666 h 6858000"/>
              <a:gd name="connsiteX141" fmla="*/ 6007492 w 6128435"/>
              <a:gd name="connsiteY141" fmla="*/ 6440818 h 6858000"/>
              <a:gd name="connsiteX142" fmla="*/ 6009467 w 6128435"/>
              <a:gd name="connsiteY142" fmla="*/ 6487076 h 6858000"/>
              <a:gd name="connsiteX143" fmla="*/ 5995064 w 6128435"/>
              <a:gd name="connsiteY143" fmla="*/ 6540791 h 6858000"/>
              <a:gd name="connsiteX144" fmla="*/ 5996309 w 6128435"/>
              <a:gd name="connsiteY144" fmla="*/ 6543961 h 6858000"/>
              <a:gd name="connsiteX145" fmla="*/ 5996048 w 6128435"/>
              <a:gd name="connsiteY145" fmla="*/ 6555444 h 6858000"/>
              <a:gd name="connsiteX146" fmla="*/ 6002524 w 6128435"/>
              <a:gd name="connsiteY146" fmla="*/ 6560188 h 6858000"/>
              <a:gd name="connsiteX147" fmla="*/ 6006823 w 6128435"/>
              <a:gd name="connsiteY147" fmla="*/ 6578546 h 6858000"/>
              <a:gd name="connsiteX148" fmla="*/ 6004510 w 6128435"/>
              <a:gd name="connsiteY148" fmla="*/ 6599256 h 6858000"/>
              <a:gd name="connsiteX149" fmla="*/ 5986207 w 6128435"/>
              <a:gd name="connsiteY149" fmla="*/ 6695855 h 6858000"/>
              <a:gd name="connsiteX150" fmla="*/ 5979428 w 6128435"/>
              <a:gd name="connsiteY150" fmla="*/ 6754678 h 6858000"/>
              <a:gd name="connsiteX151" fmla="*/ 5983398 w 6128435"/>
              <a:gd name="connsiteY151" fmla="*/ 6778641 h 6858000"/>
              <a:gd name="connsiteX152" fmla="*/ 5984543 w 6128435"/>
              <a:gd name="connsiteY152" fmla="*/ 6811016 h 6858000"/>
              <a:gd name="connsiteX153" fmla="*/ 5981802 w 6128435"/>
              <a:gd name="connsiteY153" fmla="*/ 6838578 h 6858000"/>
              <a:gd name="connsiteX154" fmla="*/ 5979671 w 6128435"/>
              <a:gd name="connsiteY154" fmla="*/ 6858000 h 6858000"/>
              <a:gd name="connsiteX155" fmla="*/ 0 w 6128435"/>
              <a:gd name="connsiteY155" fmla="*/ 6858000 h 6858000"/>
              <a:gd name="connsiteX156" fmla="*/ 0 w 6128435"/>
              <a:gd name="connsiteY156"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503944 w 6128435"/>
              <a:gd name="connsiteY51" fmla="*/ 3123335 h 6858000"/>
              <a:gd name="connsiteX52" fmla="*/ 5516007 w 6128435"/>
              <a:gd name="connsiteY52" fmla="*/ 3258473 h 6858000"/>
              <a:gd name="connsiteX53" fmla="*/ 5566839 w 6128435"/>
              <a:gd name="connsiteY53" fmla="*/ 3345295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15966 w 6128435"/>
              <a:gd name="connsiteY134" fmla="*/ 5898387 h 6858000"/>
              <a:gd name="connsiteX135" fmla="*/ 6108716 w 6128435"/>
              <a:gd name="connsiteY135" fmla="*/ 5915345 h 6858000"/>
              <a:gd name="connsiteX136" fmla="*/ 6102493 w 6128435"/>
              <a:gd name="connsiteY136" fmla="*/ 5928602 h 6858000"/>
              <a:gd name="connsiteX137" fmla="*/ 6056863 w 6128435"/>
              <a:gd name="connsiteY137" fmla="*/ 6000643 h 6858000"/>
              <a:gd name="connsiteX138" fmla="*/ 6045436 w 6128435"/>
              <a:gd name="connsiteY138" fmla="*/ 6124480 h 6858000"/>
              <a:gd name="connsiteX139" fmla="*/ 6030489 w 6128435"/>
              <a:gd name="connsiteY139" fmla="*/ 6317666 h 6858000"/>
              <a:gd name="connsiteX140" fmla="*/ 6007492 w 6128435"/>
              <a:gd name="connsiteY140" fmla="*/ 6440818 h 6858000"/>
              <a:gd name="connsiteX141" fmla="*/ 6009467 w 6128435"/>
              <a:gd name="connsiteY141" fmla="*/ 6487076 h 6858000"/>
              <a:gd name="connsiteX142" fmla="*/ 5995064 w 6128435"/>
              <a:gd name="connsiteY142" fmla="*/ 6540791 h 6858000"/>
              <a:gd name="connsiteX143" fmla="*/ 5996309 w 6128435"/>
              <a:gd name="connsiteY143" fmla="*/ 6543961 h 6858000"/>
              <a:gd name="connsiteX144" fmla="*/ 5996048 w 6128435"/>
              <a:gd name="connsiteY144" fmla="*/ 6555444 h 6858000"/>
              <a:gd name="connsiteX145" fmla="*/ 6002524 w 6128435"/>
              <a:gd name="connsiteY145" fmla="*/ 6560188 h 6858000"/>
              <a:gd name="connsiteX146" fmla="*/ 6006823 w 6128435"/>
              <a:gd name="connsiteY146" fmla="*/ 6578546 h 6858000"/>
              <a:gd name="connsiteX147" fmla="*/ 6004510 w 6128435"/>
              <a:gd name="connsiteY147" fmla="*/ 6599256 h 6858000"/>
              <a:gd name="connsiteX148" fmla="*/ 5986207 w 6128435"/>
              <a:gd name="connsiteY148" fmla="*/ 6695855 h 6858000"/>
              <a:gd name="connsiteX149" fmla="*/ 5979428 w 6128435"/>
              <a:gd name="connsiteY149" fmla="*/ 6754678 h 6858000"/>
              <a:gd name="connsiteX150" fmla="*/ 5983398 w 6128435"/>
              <a:gd name="connsiteY150" fmla="*/ 6778641 h 6858000"/>
              <a:gd name="connsiteX151" fmla="*/ 5984543 w 6128435"/>
              <a:gd name="connsiteY151" fmla="*/ 6811016 h 6858000"/>
              <a:gd name="connsiteX152" fmla="*/ 5981802 w 6128435"/>
              <a:gd name="connsiteY152" fmla="*/ 6838578 h 6858000"/>
              <a:gd name="connsiteX153" fmla="*/ 5979671 w 6128435"/>
              <a:gd name="connsiteY153" fmla="*/ 6858000 h 6858000"/>
              <a:gd name="connsiteX154" fmla="*/ 0 w 6128435"/>
              <a:gd name="connsiteY154" fmla="*/ 6858000 h 6858000"/>
              <a:gd name="connsiteX155" fmla="*/ 0 w 6128435"/>
              <a:gd name="connsiteY155"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503944 w 6128435"/>
              <a:gd name="connsiteY51" fmla="*/ 3123335 h 6858000"/>
              <a:gd name="connsiteX52" fmla="*/ 5516007 w 6128435"/>
              <a:gd name="connsiteY52" fmla="*/ 3258473 h 6858000"/>
              <a:gd name="connsiteX53" fmla="*/ 5566839 w 6128435"/>
              <a:gd name="connsiteY53" fmla="*/ 3345295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15966 w 6128435"/>
              <a:gd name="connsiteY134" fmla="*/ 5898387 h 6858000"/>
              <a:gd name="connsiteX135" fmla="*/ 6102493 w 6128435"/>
              <a:gd name="connsiteY135" fmla="*/ 5928602 h 6858000"/>
              <a:gd name="connsiteX136" fmla="*/ 6056863 w 6128435"/>
              <a:gd name="connsiteY136" fmla="*/ 6000643 h 6858000"/>
              <a:gd name="connsiteX137" fmla="*/ 6045436 w 6128435"/>
              <a:gd name="connsiteY137" fmla="*/ 6124480 h 6858000"/>
              <a:gd name="connsiteX138" fmla="*/ 6030489 w 6128435"/>
              <a:gd name="connsiteY138" fmla="*/ 6317666 h 6858000"/>
              <a:gd name="connsiteX139" fmla="*/ 6007492 w 6128435"/>
              <a:gd name="connsiteY139" fmla="*/ 6440818 h 6858000"/>
              <a:gd name="connsiteX140" fmla="*/ 6009467 w 6128435"/>
              <a:gd name="connsiteY140" fmla="*/ 6487076 h 6858000"/>
              <a:gd name="connsiteX141" fmla="*/ 5995064 w 6128435"/>
              <a:gd name="connsiteY141" fmla="*/ 6540791 h 6858000"/>
              <a:gd name="connsiteX142" fmla="*/ 5996309 w 6128435"/>
              <a:gd name="connsiteY142" fmla="*/ 6543961 h 6858000"/>
              <a:gd name="connsiteX143" fmla="*/ 5996048 w 6128435"/>
              <a:gd name="connsiteY143" fmla="*/ 6555444 h 6858000"/>
              <a:gd name="connsiteX144" fmla="*/ 6002524 w 6128435"/>
              <a:gd name="connsiteY144" fmla="*/ 6560188 h 6858000"/>
              <a:gd name="connsiteX145" fmla="*/ 6006823 w 6128435"/>
              <a:gd name="connsiteY145" fmla="*/ 6578546 h 6858000"/>
              <a:gd name="connsiteX146" fmla="*/ 6004510 w 6128435"/>
              <a:gd name="connsiteY146" fmla="*/ 6599256 h 6858000"/>
              <a:gd name="connsiteX147" fmla="*/ 5986207 w 6128435"/>
              <a:gd name="connsiteY147" fmla="*/ 6695855 h 6858000"/>
              <a:gd name="connsiteX148" fmla="*/ 5979428 w 6128435"/>
              <a:gd name="connsiteY148" fmla="*/ 6754678 h 6858000"/>
              <a:gd name="connsiteX149" fmla="*/ 5983398 w 6128435"/>
              <a:gd name="connsiteY149" fmla="*/ 6778641 h 6858000"/>
              <a:gd name="connsiteX150" fmla="*/ 5984543 w 6128435"/>
              <a:gd name="connsiteY150" fmla="*/ 6811016 h 6858000"/>
              <a:gd name="connsiteX151" fmla="*/ 5981802 w 6128435"/>
              <a:gd name="connsiteY151" fmla="*/ 6838578 h 6858000"/>
              <a:gd name="connsiteX152" fmla="*/ 5979671 w 6128435"/>
              <a:gd name="connsiteY152" fmla="*/ 6858000 h 6858000"/>
              <a:gd name="connsiteX153" fmla="*/ 0 w 6128435"/>
              <a:gd name="connsiteY153" fmla="*/ 6858000 h 6858000"/>
              <a:gd name="connsiteX154" fmla="*/ 0 w 6128435"/>
              <a:gd name="connsiteY154" fmla="*/ 0 h 6858000"/>
              <a:gd name="connsiteX0" fmla="*/ 0 w 6128435"/>
              <a:gd name="connsiteY0" fmla="*/ 0 h 6858000"/>
              <a:gd name="connsiteX1" fmla="*/ 4965888 w 6128435"/>
              <a:gd name="connsiteY1" fmla="*/ 0 h 6858000"/>
              <a:gd name="connsiteX2" fmla="*/ 4967767 w 6128435"/>
              <a:gd name="connsiteY2" fmla="*/ 7930 h 6858000"/>
              <a:gd name="connsiteX3" fmla="*/ 4979444 w 6128435"/>
              <a:gd name="connsiteY3" fmla="*/ 43921 h 6858000"/>
              <a:gd name="connsiteX4" fmla="*/ 5021173 w 6128435"/>
              <a:gd name="connsiteY4" fmla="*/ 123738 h 6858000"/>
              <a:gd name="connsiteX5" fmla="*/ 5075458 w 6128435"/>
              <a:gd name="connsiteY5" fmla="*/ 264355 h 6858000"/>
              <a:gd name="connsiteX6" fmla="*/ 5081175 w 6128435"/>
              <a:gd name="connsiteY6" fmla="*/ 277448 h 6858000"/>
              <a:gd name="connsiteX7" fmla="*/ 5097011 w 6128435"/>
              <a:gd name="connsiteY7" fmla="*/ 355616 h 6858000"/>
              <a:gd name="connsiteX8" fmla="*/ 5130982 w 6128435"/>
              <a:gd name="connsiteY8" fmla="*/ 412030 h 6858000"/>
              <a:gd name="connsiteX9" fmla="*/ 5153000 w 6128435"/>
              <a:gd name="connsiteY9" fmla="*/ 507134 h 6858000"/>
              <a:gd name="connsiteX10" fmla="*/ 5171282 w 6128435"/>
              <a:gd name="connsiteY10" fmla="*/ 602071 h 6858000"/>
              <a:gd name="connsiteX11" fmla="*/ 5176196 w 6128435"/>
              <a:gd name="connsiteY11" fmla="*/ 636822 h 6858000"/>
              <a:gd name="connsiteX12" fmla="*/ 5189051 w 6128435"/>
              <a:gd name="connsiteY12" fmla="*/ 782518 h 6858000"/>
              <a:gd name="connsiteX13" fmla="*/ 5210428 w 6128435"/>
              <a:gd name="connsiteY13" fmla="*/ 815772 h 6858000"/>
              <a:gd name="connsiteX14" fmla="*/ 5221088 w 6128435"/>
              <a:gd name="connsiteY14" fmla="*/ 860193 h 6858000"/>
              <a:gd name="connsiteX15" fmla="*/ 5230806 w 6128435"/>
              <a:gd name="connsiteY15" fmla="*/ 961354 h 6858000"/>
              <a:gd name="connsiteX16" fmla="*/ 5201018 w 6128435"/>
              <a:gd name="connsiteY16" fmla="*/ 1095027 h 6858000"/>
              <a:gd name="connsiteX17" fmla="*/ 5202153 w 6128435"/>
              <a:gd name="connsiteY17" fmla="*/ 1133224 h 6858000"/>
              <a:gd name="connsiteX18" fmla="*/ 5207370 w 6128435"/>
              <a:gd name="connsiteY18" fmla="*/ 1138097 h 6858000"/>
              <a:gd name="connsiteX19" fmla="*/ 5189234 w 6128435"/>
              <a:gd name="connsiteY19" fmla="*/ 1193495 h 6858000"/>
              <a:gd name="connsiteX20" fmla="*/ 5202769 w 6128435"/>
              <a:gd name="connsiteY20" fmla="*/ 1269450 h 6858000"/>
              <a:gd name="connsiteX21" fmla="*/ 5225968 w 6128435"/>
              <a:gd name="connsiteY21" fmla="*/ 1357994 h 6858000"/>
              <a:gd name="connsiteX22" fmla="*/ 5233819 w 6128435"/>
              <a:gd name="connsiteY22" fmla="*/ 1380922 h 6858000"/>
              <a:gd name="connsiteX23" fmla="*/ 5237226 w 6128435"/>
              <a:gd name="connsiteY23" fmla="*/ 1441327 h 6858000"/>
              <a:gd name="connsiteX24" fmla="*/ 5255653 w 6128435"/>
              <a:gd name="connsiteY24" fmla="*/ 1524712 h 6858000"/>
              <a:gd name="connsiteX25" fmla="*/ 5263491 w 6128435"/>
              <a:gd name="connsiteY25" fmla="*/ 1642938 h 6858000"/>
              <a:gd name="connsiteX26" fmla="*/ 5261314 w 6128435"/>
              <a:gd name="connsiteY26" fmla="*/ 1689177 h 6858000"/>
              <a:gd name="connsiteX27" fmla="*/ 5259788 w 6128435"/>
              <a:gd name="connsiteY27" fmla="*/ 1768516 h 6858000"/>
              <a:gd name="connsiteX28" fmla="*/ 5255696 w 6128435"/>
              <a:gd name="connsiteY28" fmla="*/ 1953770 h 6858000"/>
              <a:gd name="connsiteX29" fmla="*/ 5252592 w 6128435"/>
              <a:gd name="connsiteY29" fmla="*/ 2092210 h 6858000"/>
              <a:gd name="connsiteX30" fmla="*/ 5264303 w 6128435"/>
              <a:gd name="connsiteY30" fmla="*/ 2225157 h 6858000"/>
              <a:gd name="connsiteX31" fmla="*/ 5254949 w 6128435"/>
              <a:gd name="connsiteY31" fmla="*/ 2236160 h 6858000"/>
              <a:gd name="connsiteX32" fmla="*/ 5250104 w 6128435"/>
              <a:gd name="connsiteY32" fmla="*/ 2249166 h 6858000"/>
              <a:gd name="connsiteX33" fmla="*/ 5251214 w 6128435"/>
              <a:gd name="connsiteY33" fmla="*/ 2250944 h 6858000"/>
              <a:gd name="connsiteX34" fmla="*/ 5250644 w 6128435"/>
              <a:gd name="connsiteY34" fmla="*/ 2266619 h 6858000"/>
              <a:gd name="connsiteX35" fmla="*/ 5293877 w 6128435"/>
              <a:gd name="connsiteY35" fmla="*/ 2368649 h 6858000"/>
              <a:gd name="connsiteX36" fmla="*/ 5311338 w 6128435"/>
              <a:gd name="connsiteY36" fmla="*/ 2404034 h 6858000"/>
              <a:gd name="connsiteX37" fmla="*/ 5338366 w 6128435"/>
              <a:gd name="connsiteY37" fmla="*/ 2465052 h 6858000"/>
              <a:gd name="connsiteX38" fmla="*/ 5371263 w 6128435"/>
              <a:gd name="connsiteY38" fmla="*/ 2586413 h 6858000"/>
              <a:gd name="connsiteX39" fmla="*/ 5407503 w 6128435"/>
              <a:gd name="connsiteY39" fmla="*/ 2786290 h 6858000"/>
              <a:gd name="connsiteX40" fmla="*/ 5407356 w 6128435"/>
              <a:gd name="connsiteY40" fmla="*/ 2787545 h 6858000"/>
              <a:gd name="connsiteX41" fmla="*/ 5411130 w 6128435"/>
              <a:gd name="connsiteY41" fmla="*/ 2788640 h 6858000"/>
              <a:gd name="connsiteX42" fmla="*/ 5416439 w 6128435"/>
              <a:gd name="connsiteY42" fmla="*/ 2805666 h 6858000"/>
              <a:gd name="connsiteX43" fmla="*/ 5416589 w 6128435"/>
              <a:gd name="connsiteY43" fmla="*/ 2810822 h 6858000"/>
              <a:gd name="connsiteX44" fmla="*/ 5418542 w 6128435"/>
              <a:gd name="connsiteY44" fmla="*/ 2817745 h 6858000"/>
              <a:gd name="connsiteX45" fmla="*/ 5418847 w 6128435"/>
              <a:gd name="connsiteY45" fmla="*/ 2817825 h 6858000"/>
              <a:gd name="connsiteX46" fmla="*/ 5457023 w 6128435"/>
              <a:gd name="connsiteY46" fmla="*/ 2858292 h 6858000"/>
              <a:gd name="connsiteX47" fmla="*/ 5479298 w 6128435"/>
              <a:gd name="connsiteY47" fmla="*/ 2947791 h 6858000"/>
              <a:gd name="connsiteX48" fmla="*/ 5481770 w 6128435"/>
              <a:gd name="connsiteY48" fmla="*/ 2951352 h 6858000"/>
              <a:gd name="connsiteX49" fmla="*/ 5482045 w 6128435"/>
              <a:gd name="connsiteY49" fmla="*/ 2984371 h 6858000"/>
              <a:gd name="connsiteX50" fmla="*/ 5482415 w 6128435"/>
              <a:gd name="connsiteY50" fmla="*/ 3004079 h 6858000"/>
              <a:gd name="connsiteX51" fmla="*/ 5503944 w 6128435"/>
              <a:gd name="connsiteY51" fmla="*/ 3123335 h 6858000"/>
              <a:gd name="connsiteX52" fmla="*/ 5516007 w 6128435"/>
              <a:gd name="connsiteY52" fmla="*/ 3258473 h 6858000"/>
              <a:gd name="connsiteX53" fmla="*/ 5566839 w 6128435"/>
              <a:gd name="connsiteY53" fmla="*/ 3345295 h 6858000"/>
              <a:gd name="connsiteX54" fmla="*/ 5589758 w 6128435"/>
              <a:gd name="connsiteY54" fmla="*/ 3506453 h 6858000"/>
              <a:gd name="connsiteX55" fmla="*/ 5596144 w 6128435"/>
              <a:gd name="connsiteY55" fmla="*/ 3534624 h 6858000"/>
              <a:gd name="connsiteX56" fmla="*/ 5597750 w 6128435"/>
              <a:gd name="connsiteY56" fmla="*/ 3534129 h 6858000"/>
              <a:gd name="connsiteX57" fmla="*/ 5599700 w 6128435"/>
              <a:gd name="connsiteY57" fmla="*/ 3547221 h 6858000"/>
              <a:gd name="connsiteX58" fmla="*/ 5615031 w 6128435"/>
              <a:gd name="connsiteY58" fmla="*/ 3557482 h 6858000"/>
              <a:gd name="connsiteX59" fmla="*/ 5618377 w 6128435"/>
              <a:gd name="connsiteY59" fmla="*/ 3588431 h 6858000"/>
              <a:gd name="connsiteX60" fmla="*/ 5612155 w 6128435"/>
              <a:gd name="connsiteY60" fmla="*/ 3589869 h 6858000"/>
              <a:gd name="connsiteX61" fmla="*/ 5620843 w 6128435"/>
              <a:gd name="connsiteY61" fmla="*/ 3606745 h 6858000"/>
              <a:gd name="connsiteX62" fmla="*/ 5655472 w 6128435"/>
              <a:gd name="connsiteY62" fmla="*/ 3678877 h 6858000"/>
              <a:gd name="connsiteX63" fmla="*/ 5680448 w 6128435"/>
              <a:gd name="connsiteY63" fmla="*/ 3717760 h 6858000"/>
              <a:gd name="connsiteX64" fmla="*/ 5683015 w 6128435"/>
              <a:gd name="connsiteY64" fmla="*/ 3762025 h 6858000"/>
              <a:gd name="connsiteX65" fmla="*/ 5696643 w 6128435"/>
              <a:gd name="connsiteY65" fmla="*/ 3773888 h 6858000"/>
              <a:gd name="connsiteX66" fmla="*/ 5699203 w 6128435"/>
              <a:gd name="connsiteY66" fmla="*/ 3775823 h 6858000"/>
              <a:gd name="connsiteX67" fmla="*/ 5704824 w 6128435"/>
              <a:gd name="connsiteY67" fmla="*/ 3785966 h 6858000"/>
              <a:gd name="connsiteX68" fmla="*/ 5712204 w 6128435"/>
              <a:gd name="connsiteY68" fmla="*/ 3785830 h 6858000"/>
              <a:gd name="connsiteX69" fmla="*/ 5724816 w 6128435"/>
              <a:gd name="connsiteY69" fmla="*/ 3798949 h 6858000"/>
              <a:gd name="connsiteX70" fmla="*/ 5733539 w 6128435"/>
              <a:gd name="connsiteY70" fmla="*/ 3818457 h 6858000"/>
              <a:gd name="connsiteX71" fmla="*/ 5768491 w 6128435"/>
              <a:gd name="connsiteY71" fmla="*/ 3914399 h 6858000"/>
              <a:gd name="connsiteX72" fmla="*/ 5793123 w 6128435"/>
              <a:gd name="connsiteY72" fmla="*/ 3969952 h 6858000"/>
              <a:gd name="connsiteX73" fmla="*/ 5808321 w 6128435"/>
              <a:gd name="connsiteY73" fmla="*/ 3988153 h 6858000"/>
              <a:gd name="connsiteX74" fmla="*/ 5825621 w 6128435"/>
              <a:gd name="connsiteY74" fmla="*/ 4015525 h 6858000"/>
              <a:gd name="connsiteX75" fmla="*/ 5860672 w 6128435"/>
              <a:gd name="connsiteY75" fmla="*/ 4061579 h 6858000"/>
              <a:gd name="connsiteX76" fmla="*/ 5872173 w 6128435"/>
              <a:gd name="connsiteY76" fmla="*/ 4088497 h 6858000"/>
              <a:gd name="connsiteX77" fmla="*/ 5883705 w 6128435"/>
              <a:gd name="connsiteY77" fmla="*/ 4101899 h 6858000"/>
              <a:gd name="connsiteX78" fmla="*/ 5885314 w 6128435"/>
              <a:gd name="connsiteY78" fmla="*/ 4108387 h 6858000"/>
              <a:gd name="connsiteX79" fmla="*/ 5894095 w 6128435"/>
              <a:gd name="connsiteY79" fmla="*/ 4128857 h 6858000"/>
              <a:gd name="connsiteX80" fmla="*/ 5898339 w 6128435"/>
              <a:gd name="connsiteY80" fmla="*/ 4140800 h 6858000"/>
              <a:gd name="connsiteX81" fmla="*/ 5899734 w 6128435"/>
              <a:gd name="connsiteY81" fmla="*/ 4145632 h 6858000"/>
              <a:gd name="connsiteX82" fmla="*/ 5903513 w 6128435"/>
              <a:gd name="connsiteY82" fmla="*/ 4187661 h 6858000"/>
              <a:gd name="connsiteX83" fmla="*/ 5917114 w 6128435"/>
              <a:gd name="connsiteY83" fmla="*/ 4213096 h 6858000"/>
              <a:gd name="connsiteX84" fmla="*/ 5921153 w 6128435"/>
              <a:gd name="connsiteY84" fmla="*/ 4236222 h 6858000"/>
              <a:gd name="connsiteX85" fmla="*/ 5924233 w 6128435"/>
              <a:gd name="connsiteY85" fmla="*/ 4242060 h 6858000"/>
              <a:gd name="connsiteX86" fmla="*/ 5928910 w 6128435"/>
              <a:gd name="connsiteY86" fmla="*/ 4300973 h 6858000"/>
              <a:gd name="connsiteX87" fmla="*/ 5939320 w 6128435"/>
              <a:gd name="connsiteY87" fmla="*/ 4340435 h 6858000"/>
              <a:gd name="connsiteX88" fmla="*/ 5946705 w 6128435"/>
              <a:gd name="connsiteY88" fmla="*/ 4428051 h 6858000"/>
              <a:gd name="connsiteX89" fmla="*/ 5949261 w 6128435"/>
              <a:gd name="connsiteY89" fmla="*/ 4449185 h 6858000"/>
              <a:gd name="connsiteX90" fmla="*/ 5957504 w 6128435"/>
              <a:gd name="connsiteY90" fmla="*/ 4465911 h 6858000"/>
              <a:gd name="connsiteX91" fmla="*/ 5964689 w 6128435"/>
              <a:gd name="connsiteY91" fmla="*/ 4468532 h 6858000"/>
              <a:gd name="connsiteX92" fmla="*/ 5967062 w 6128435"/>
              <a:gd name="connsiteY92" fmla="*/ 4479923 h 6858000"/>
              <a:gd name="connsiteX93" fmla="*/ 5968960 w 6128435"/>
              <a:gd name="connsiteY93" fmla="*/ 4482655 h 6858000"/>
              <a:gd name="connsiteX94" fmla="*/ 5978567 w 6128435"/>
              <a:gd name="connsiteY94" fmla="*/ 4498605 h 6858000"/>
              <a:gd name="connsiteX95" fmla="*/ 5980106 w 6128435"/>
              <a:gd name="connsiteY95" fmla="*/ 4585087 h 6858000"/>
              <a:gd name="connsiteX96" fmla="*/ 5998138 w 6128435"/>
              <a:gd name="connsiteY96" fmla="*/ 4697518 h 6858000"/>
              <a:gd name="connsiteX97" fmla="*/ 6013516 w 6128435"/>
              <a:gd name="connsiteY97" fmla="*/ 4786619 h 6858000"/>
              <a:gd name="connsiteX98" fmla="*/ 6025404 w 6128435"/>
              <a:gd name="connsiteY98" fmla="*/ 4858148 h 6858000"/>
              <a:gd name="connsiteX99" fmla="*/ 6007749 w 6128435"/>
              <a:gd name="connsiteY99" fmla="*/ 4964715 h 6858000"/>
              <a:gd name="connsiteX100" fmla="*/ 6005269 w 6128435"/>
              <a:gd name="connsiteY100" fmla="*/ 5150567 h 6858000"/>
              <a:gd name="connsiteX101" fmla="*/ 6001127 w 6128435"/>
              <a:gd name="connsiteY101" fmla="*/ 5164609 h 6858000"/>
              <a:gd name="connsiteX102" fmla="*/ 5996647 w 6128435"/>
              <a:gd name="connsiteY102" fmla="*/ 5185640 h 6858000"/>
              <a:gd name="connsiteX103" fmla="*/ 5998514 w 6128435"/>
              <a:gd name="connsiteY103" fmla="*/ 5189673 h 6858000"/>
              <a:gd name="connsiteX104" fmla="*/ 5995970 w 6128435"/>
              <a:gd name="connsiteY104" fmla="*/ 5221547 h 6858000"/>
              <a:gd name="connsiteX105" fmla="*/ 5997218 w 6128435"/>
              <a:gd name="connsiteY105" fmla="*/ 5222031 h 6858000"/>
              <a:gd name="connsiteX106" fmla="*/ 6002116 w 6128435"/>
              <a:gd name="connsiteY106" fmla="*/ 5231223 h 6858000"/>
              <a:gd name="connsiteX107" fmla="*/ 6008541 w 6128435"/>
              <a:gd name="connsiteY107" fmla="*/ 5248680 h 6858000"/>
              <a:gd name="connsiteX108" fmla="*/ 6039260 w 6128435"/>
              <a:gd name="connsiteY108" fmla="*/ 5289518 h 6858000"/>
              <a:gd name="connsiteX109" fmla="*/ 6036748 w 6128435"/>
              <a:gd name="connsiteY109" fmla="*/ 5322752 h 6858000"/>
              <a:gd name="connsiteX110" fmla="*/ 6036943 w 6128435"/>
              <a:gd name="connsiteY110" fmla="*/ 5329480 h 6858000"/>
              <a:gd name="connsiteX111" fmla="*/ 6037236 w 6128435"/>
              <a:gd name="connsiteY111" fmla="*/ 5329634 h 6858000"/>
              <a:gd name="connsiteX112" fmla="*/ 6038019 w 6128435"/>
              <a:gd name="connsiteY112" fmla="*/ 5336764 h 6858000"/>
              <a:gd name="connsiteX113" fmla="*/ 6037298 w 6128435"/>
              <a:gd name="connsiteY113" fmla="*/ 5341753 h 6858000"/>
              <a:gd name="connsiteX114" fmla="*/ 6037677 w 6128435"/>
              <a:gd name="connsiteY114" fmla="*/ 5354807 h 6858000"/>
              <a:gd name="connsiteX115" fmla="*/ 6039728 w 6128435"/>
              <a:gd name="connsiteY115" fmla="*/ 5359416 h 6858000"/>
              <a:gd name="connsiteX116" fmla="*/ 6043311 w 6128435"/>
              <a:gd name="connsiteY116" fmla="*/ 5361407 h 6858000"/>
              <a:gd name="connsiteX117" fmla="*/ 6042954 w 6128435"/>
              <a:gd name="connsiteY117" fmla="*/ 5362576 h 6858000"/>
              <a:gd name="connsiteX118" fmla="*/ 6053435 w 6128435"/>
              <a:gd name="connsiteY118" fmla="*/ 5387547 h 6858000"/>
              <a:gd name="connsiteX119" fmla="*/ 6065933 w 6128435"/>
              <a:gd name="connsiteY119" fmla="*/ 5443002 h 6858000"/>
              <a:gd name="connsiteX120" fmla="*/ 6068640 w 6128435"/>
              <a:gd name="connsiteY120" fmla="*/ 5474503 h 6858000"/>
              <a:gd name="connsiteX121" fmla="*/ 6080922 w 6128435"/>
              <a:gd name="connsiteY121" fmla="*/ 5561070 h 6858000"/>
              <a:gd name="connsiteX122" fmla="*/ 6096949 w 6128435"/>
              <a:gd name="connsiteY122" fmla="*/ 5648179 h 6858000"/>
              <a:gd name="connsiteX123" fmla="*/ 6125703 w 6128435"/>
              <a:gd name="connsiteY123" fmla="*/ 5692894 h 6858000"/>
              <a:gd name="connsiteX124" fmla="*/ 6126670 w 6128435"/>
              <a:gd name="connsiteY124" fmla="*/ 5697882 h 6858000"/>
              <a:gd name="connsiteX125" fmla="*/ 6124061 w 6128435"/>
              <a:gd name="connsiteY125" fmla="*/ 5710294 h 6858000"/>
              <a:gd name="connsiteX126" fmla="*/ 6122213 w 6128435"/>
              <a:gd name="connsiteY126" fmla="*/ 5714762 h 6858000"/>
              <a:gd name="connsiteX127" fmla="*/ 6121353 w 6128435"/>
              <a:gd name="connsiteY127" fmla="*/ 5721725 h 6858000"/>
              <a:gd name="connsiteX128" fmla="*/ 6121607 w 6128435"/>
              <a:gd name="connsiteY128" fmla="*/ 5721959 h 6858000"/>
              <a:gd name="connsiteX129" fmla="*/ 6120262 w 6128435"/>
              <a:gd name="connsiteY129" fmla="*/ 5728358 h 6858000"/>
              <a:gd name="connsiteX130" fmla="*/ 6110194 w 6128435"/>
              <a:gd name="connsiteY130" fmla="*/ 5758853 h 6858000"/>
              <a:gd name="connsiteX131" fmla="*/ 6127519 w 6128435"/>
              <a:gd name="connsiteY131" fmla="*/ 5865775 h 6858000"/>
              <a:gd name="connsiteX132" fmla="*/ 6128435 w 6128435"/>
              <a:gd name="connsiteY132" fmla="*/ 5870164 h 6858000"/>
              <a:gd name="connsiteX133" fmla="*/ 6119217 w 6128435"/>
              <a:gd name="connsiteY133" fmla="*/ 5888542 h 6858000"/>
              <a:gd name="connsiteX134" fmla="*/ 6102493 w 6128435"/>
              <a:gd name="connsiteY134" fmla="*/ 5928602 h 6858000"/>
              <a:gd name="connsiteX135" fmla="*/ 6056863 w 6128435"/>
              <a:gd name="connsiteY135" fmla="*/ 6000643 h 6858000"/>
              <a:gd name="connsiteX136" fmla="*/ 6045436 w 6128435"/>
              <a:gd name="connsiteY136" fmla="*/ 6124480 h 6858000"/>
              <a:gd name="connsiteX137" fmla="*/ 6030489 w 6128435"/>
              <a:gd name="connsiteY137" fmla="*/ 6317666 h 6858000"/>
              <a:gd name="connsiteX138" fmla="*/ 6007492 w 6128435"/>
              <a:gd name="connsiteY138" fmla="*/ 6440818 h 6858000"/>
              <a:gd name="connsiteX139" fmla="*/ 6009467 w 6128435"/>
              <a:gd name="connsiteY139" fmla="*/ 6487076 h 6858000"/>
              <a:gd name="connsiteX140" fmla="*/ 5995064 w 6128435"/>
              <a:gd name="connsiteY140" fmla="*/ 6540791 h 6858000"/>
              <a:gd name="connsiteX141" fmla="*/ 5996309 w 6128435"/>
              <a:gd name="connsiteY141" fmla="*/ 6543961 h 6858000"/>
              <a:gd name="connsiteX142" fmla="*/ 5996048 w 6128435"/>
              <a:gd name="connsiteY142" fmla="*/ 6555444 h 6858000"/>
              <a:gd name="connsiteX143" fmla="*/ 6002524 w 6128435"/>
              <a:gd name="connsiteY143" fmla="*/ 6560188 h 6858000"/>
              <a:gd name="connsiteX144" fmla="*/ 6006823 w 6128435"/>
              <a:gd name="connsiteY144" fmla="*/ 6578546 h 6858000"/>
              <a:gd name="connsiteX145" fmla="*/ 6004510 w 6128435"/>
              <a:gd name="connsiteY145" fmla="*/ 6599256 h 6858000"/>
              <a:gd name="connsiteX146" fmla="*/ 5986207 w 6128435"/>
              <a:gd name="connsiteY146" fmla="*/ 6695855 h 6858000"/>
              <a:gd name="connsiteX147" fmla="*/ 5979428 w 6128435"/>
              <a:gd name="connsiteY147" fmla="*/ 6754678 h 6858000"/>
              <a:gd name="connsiteX148" fmla="*/ 5983398 w 6128435"/>
              <a:gd name="connsiteY148" fmla="*/ 6778641 h 6858000"/>
              <a:gd name="connsiteX149" fmla="*/ 5984543 w 6128435"/>
              <a:gd name="connsiteY149" fmla="*/ 6811016 h 6858000"/>
              <a:gd name="connsiteX150" fmla="*/ 5981802 w 6128435"/>
              <a:gd name="connsiteY150" fmla="*/ 6838578 h 6858000"/>
              <a:gd name="connsiteX151" fmla="*/ 5979671 w 6128435"/>
              <a:gd name="connsiteY151" fmla="*/ 6858000 h 6858000"/>
              <a:gd name="connsiteX152" fmla="*/ 0 w 6128435"/>
              <a:gd name="connsiteY152" fmla="*/ 6858000 h 6858000"/>
              <a:gd name="connsiteX153" fmla="*/ 0 w 6128435"/>
              <a:gd name="connsiteY153"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16589 w 6127519"/>
              <a:gd name="connsiteY43" fmla="*/ 2810822 h 6858000"/>
              <a:gd name="connsiteX44" fmla="*/ 5418542 w 6127519"/>
              <a:gd name="connsiteY44" fmla="*/ 2817745 h 6858000"/>
              <a:gd name="connsiteX45" fmla="*/ 5418847 w 6127519"/>
              <a:gd name="connsiteY45" fmla="*/ 2817825 h 6858000"/>
              <a:gd name="connsiteX46" fmla="*/ 5457023 w 6127519"/>
              <a:gd name="connsiteY46" fmla="*/ 2858292 h 6858000"/>
              <a:gd name="connsiteX47" fmla="*/ 5479298 w 6127519"/>
              <a:gd name="connsiteY47" fmla="*/ 2947791 h 6858000"/>
              <a:gd name="connsiteX48" fmla="*/ 5481770 w 6127519"/>
              <a:gd name="connsiteY48" fmla="*/ 2951352 h 6858000"/>
              <a:gd name="connsiteX49" fmla="*/ 5482045 w 6127519"/>
              <a:gd name="connsiteY49" fmla="*/ 2984371 h 6858000"/>
              <a:gd name="connsiteX50" fmla="*/ 5482415 w 6127519"/>
              <a:gd name="connsiteY50" fmla="*/ 3004079 h 6858000"/>
              <a:gd name="connsiteX51" fmla="*/ 5503944 w 6127519"/>
              <a:gd name="connsiteY51" fmla="*/ 3123335 h 6858000"/>
              <a:gd name="connsiteX52" fmla="*/ 5516007 w 6127519"/>
              <a:gd name="connsiteY52" fmla="*/ 3258473 h 6858000"/>
              <a:gd name="connsiteX53" fmla="*/ 5566839 w 6127519"/>
              <a:gd name="connsiteY53" fmla="*/ 3345295 h 6858000"/>
              <a:gd name="connsiteX54" fmla="*/ 5589758 w 6127519"/>
              <a:gd name="connsiteY54" fmla="*/ 3506453 h 6858000"/>
              <a:gd name="connsiteX55" fmla="*/ 5596144 w 6127519"/>
              <a:gd name="connsiteY55" fmla="*/ 3534624 h 6858000"/>
              <a:gd name="connsiteX56" fmla="*/ 5597750 w 6127519"/>
              <a:gd name="connsiteY56" fmla="*/ 3534129 h 6858000"/>
              <a:gd name="connsiteX57" fmla="*/ 5599700 w 6127519"/>
              <a:gd name="connsiteY57" fmla="*/ 3547221 h 6858000"/>
              <a:gd name="connsiteX58" fmla="*/ 5615031 w 6127519"/>
              <a:gd name="connsiteY58" fmla="*/ 3557482 h 6858000"/>
              <a:gd name="connsiteX59" fmla="*/ 5618377 w 6127519"/>
              <a:gd name="connsiteY59" fmla="*/ 3588431 h 6858000"/>
              <a:gd name="connsiteX60" fmla="*/ 5612155 w 6127519"/>
              <a:gd name="connsiteY60" fmla="*/ 3589869 h 6858000"/>
              <a:gd name="connsiteX61" fmla="*/ 5620843 w 6127519"/>
              <a:gd name="connsiteY61" fmla="*/ 3606745 h 6858000"/>
              <a:gd name="connsiteX62" fmla="*/ 5655472 w 6127519"/>
              <a:gd name="connsiteY62" fmla="*/ 3678877 h 6858000"/>
              <a:gd name="connsiteX63" fmla="*/ 5680448 w 6127519"/>
              <a:gd name="connsiteY63" fmla="*/ 3717760 h 6858000"/>
              <a:gd name="connsiteX64" fmla="*/ 5683015 w 6127519"/>
              <a:gd name="connsiteY64" fmla="*/ 3762025 h 6858000"/>
              <a:gd name="connsiteX65" fmla="*/ 5696643 w 6127519"/>
              <a:gd name="connsiteY65" fmla="*/ 3773888 h 6858000"/>
              <a:gd name="connsiteX66" fmla="*/ 5699203 w 6127519"/>
              <a:gd name="connsiteY66" fmla="*/ 3775823 h 6858000"/>
              <a:gd name="connsiteX67" fmla="*/ 5704824 w 6127519"/>
              <a:gd name="connsiteY67" fmla="*/ 3785966 h 6858000"/>
              <a:gd name="connsiteX68" fmla="*/ 5712204 w 6127519"/>
              <a:gd name="connsiteY68" fmla="*/ 3785830 h 6858000"/>
              <a:gd name="connsiteX69" fmla="*/ 5724816 w 6127519"/>
              <a:gd name="connsiteY69" fmla="*/ 3798949 h 6858000"/>
              <a:gd name="connsiteX70" fmla="*/ 5733539 w 6127519"/>
              <a:gd name="connsiteY70" fmla="*/ 3818457 h 6858000"/>
              <a:gd name="connsiteX71" fmla="*/ 5768491 w 6127519"/>
              <a:gd name="connsiteY71" fmla="*/ 3914399 h 6858000"/>
              <a:gd name="connsiteX72" fmla="*/ 5793123 w 6127519"/>
              <a:gd name="connsiteY72" fmla="*/ 3969952 h 6858000"/>
              <a:gd name="connsiteX73" fmla="*/ 5808321 w 6127519"/>
              <a:gd name="connsiteY73" fmla="*/ 3988153 h 6858000"/>
              <a:gd name="connsiteX74" fmla="*/ 5825621 w 6127519"/>
              <a:gd name="connsiteY74" fmla="*/ 4015525 h 6858000"/>
              <a:gd name="connsiteX75" fmla="*/ 5860672 w 6127519"/>
              <a:gd name="connsiteY75" fmla="*/ 4061579 h 6858000"/>
              <a:gd name="connsiteX76" fmla="*/ 5872173 w 6127519"/>
              <a:gd name="connsiteY76" fmla="*/ 4088497 h 6858000"/>
              <a:gd name="connsiteX77" fmla="*/ 5883705 w 6127519"/>
              <a:gd name="connsiteY77" fmla="*/ 4101899 h 6858000"/>
              <a:gd name="connsiteX78" fmla="*/ 5885314 w 6127519"/>
              <a:gd name="connsiteY78" fmla="*/ 4108387 h 6858000"/>
              <a:gd name="connsiteX79" fmla="*/ 5894095 w 6127519"/>
              <a:gd name="connsiteY79" fmla="*/ 4128857 h 6858000"/>
              <a:gd name="connsiteX80" fmla="*/ 5898339 w 6127519"/>
              <a:gd name="connsiteY80" fmla="*/ 4140800 h 6858000"/>
              <a:gd name="connsiteX81" fmla="*/ 5899734 w 6127519"/>
              <a:gd name="connsiteY81" fmla="*/ 4145632 h 6858000"/>
              <a:gd name="connsiteX82" fmla="*/ 5903513 w 6127519"/>
              <a:gd name="connsiteY82" fmla="*/ 4187661 h 6858000"/>
              <a:gd name="connsiteX83" fmla="*/ 5917114 w 6127519"/>
              <a:gd name="connsiteY83" fmla="*/ 4213096 h 6858000"/>
              <a:gd name="connsiteX84" fmla="*/ 5921153 w 6127519"/>
              <a:gd name="connsiteY84" fmla="*/ 4236222 h 6858000"/>
              <a:gd name="connsiteX85" fmla="*/ 5924233 w 6127519"/>
              <a:gd name="connsiteY85" fmla="*/ 4242060 h 6858000"/>
              <a:gd name="connsiteX86" fmla="*/ 5928910 w 6127519"/>
              <a:gd name="connsiteY86" fmla="*/ 4300973 h 6858000"/>
              <a:gd name="connsiteX87" fmla="*/ 5939320 w 6127519"/>
              <a:gd name="connsiteY87" fmla="*/ 4340435 h 6858000"/>
              <a:gd name="connsiteX88" fmla="*/ 5946705 w 6127519"/>
              <a:gd name="connsiteY88" fmla="*/ 4428051 h 6858000"/>
              <a:gd name="connsiteX89" fmla="*/ 5949261 w 6127519"/>
              <a:gd name="connsiteY89" fmla="*/ 4449185 h 6858000"/>
              <a:gd name="connsiteX90" fmla="*/ 5957504 w 6127519"/>
              <a:gd name="connsiteY90" fmla="*/ 4465911 h 6858000"/>
              <a:gd name="connsiteX91" fmla="*/ 5964689 w 6127519"/>
              <a:gd name="connsiteY91" fmla="*/ 4468532 h 6858000"/>
              <a:gd name="connsiteX92" fmla="*/ 5967062 w 6127519"/>
              <a:gd name="connsiteY92" fmla="*/ 4479923 h 6858000"/>
              <a:gd name="connsiteX93" fmla="*/ 5968960 w 6127519"/>
              <a:gd name="connsiteY93" fmla="*/ 4482655 h 6858000"/>
              <a:gd name="connsiteX94" fmla="*/ 5978567 w 6127519"/>
              <a:gd name="connsiteY94" fmla="*/ 4498605 h 6858000"/>
              <a:gd name="connsiteX95" fmla="*/ 5980106 w 6127519"/>
              <a:gd name="connsiteY95" fmla="*/ 4585087 h 6858000"/>
              <a:gd name="connsiteX96" fmla="*/ 5998138 w 6127519"/>
              <a:gd name="connsiteY96" fmla="*/ 4697518 h 6858000"/>
              <a:gd name="connsiteX97" fmla="*/ 6013516 w 6127519"/>
              <a:gd name="connsiteY97" fmla="*/ 4786619 h 6858000"/>
              <a:gd name="connsiteX98" fmla="*/ 6025404 w 6127519"/>
              <a:gd name="connsiteY98" fmla="*/ 4858148 h 6858000"/>
              <a:gd name="connsiteX99" fmla="*/ 6007749 w 6127519"/>
              <a:gd name="connsiteY99" fmla="*/ 4964715 h 6858000"/>
              <a:gd name="connsiteX100" fmla="*/ 6005269 w 6127519"/>
              <a:gd name="connsiteY100" fmla="*/ 5150567 h 6858000"/>
              <a:gd name="connsiteX101" fmla="*/ 6001127 w 6127519"/>
              <a:gd name="connsiteY101" fmla="*/ 5164609 h 6858000"/>
              <a:gd name="connsiteX102" fmla="*/ 5996647 w 6127519"/>
              <a:gd name="connsiteY102" fmla="*/ 5185640 h 6858000"/>
              <a:gd name="connsiteX103" fmla="*/ 5998514 w 6127519"/>
              <a:gd name="connsiteY103" fmla="*/ 5189673 h 6858000"/>
              <a:gd name="connsiteX104" fmla="*/ 5995970 w 6127519"/>
              <a:gd name="connsiteY104" fmla="*/ 5221547 h 6858000"/>
              <a:gd name="connsiteX105" fmla="*/ 5997218 w 6127519"/>
              <a:gd name="connsiteY105" fmla="*/ 5222031 h 6858000"/>
              <a:gd name="connsiteX106" fmla="*/ 6002116 w 6127519"/>
              <a:gd name="connsiteY106" fmla="*/ 5231223 h 6858000"/>
              <a:gd name="connsiteX107" fmla="*/ 6008541 w 6127519"/>
              <a:gd name="connsiteY107" fmla="*/ 5248680 h 6858000"/>
              <a:gd name="connsiteX108" fmla="*/ 6039260 w 6127519"/>
              <a:gd name="connsiteY108" fmla="*/ 5289518 h 6858000"/>
              <a:gd name="connsiteX109" fmla="*/ 6036748 w 6127519"/>
              <a:gd name="connsiteY109" fmla="*/ 5322752 h 6858000"/>
              <a:gd name="connsiteX110" fmla="*/ 6036943 w 6127519"/>
              <a:gd name="connsiteY110" fmla="*/ 5329480 h 6858000"/>
              <a:gd name="connsiteX111" fmla="*/ 6037236 w 6127519"/>
              <a:gd name="connsiteY111" fmla="*/ 5329634 h 6858000"/>
              <a:gd name="connsiteX112" fmla="*/ 6038019 w 6127519"/>
              <a:gd name="connsiteY112" fmla="*/ 5336764 h 6858000"/>
              <a:gd name="connsiteX113" fmla="*/ 6037298 w 6127519"/>
              <a:gd name="connsiteY113" fmla="*/ 5341753 h 6858000"/>
              <a:gd name="connsiteX114" fmla="*/ 6037677 w 6127519"/>
              <a:gd name="connsiteY114" fmla="*/ 5354807 h 6858000"/>
              <a:gd name="connsiteX115" fmla="*/ 6039728 w 6127519"/>
              <a:gd name="connsiteY115" fmla="*/ 5359416 h 6858000"/>
              <a:gd name="connsiteX116" fmla="*/ 6043311 w 6127519"/>
              <a:gd name="connsiteY116" fmla="*/ 5361407 h 6858000"/>
              <a:gd name="connsiteX117" fmla="*/ 6042954 w 6127519"/>
              <a:gd name="connsiteY117" fmla="*/ 5362576 h 6858000"/>
              <a:gd name="connsiteX118" fmla="*/ 6053435 w 6127519"/>
              <a:gd name="connsiteY118" fmla="*/ 5387547 h 6858000"/>
              <a:gd name="connsiteX119" fmla="*/ 6065933 w 6127519"/>
              <a:gd name="connsiteY119" fmla="*/ 5443002 h 6858000"/>
              <a:gd name="connsiteX120" fmla="*/ 6068640 w 6127519"/>
              <a:gd name="connsiteY120" fmla="*/ 5474503 h 6858000"/>
              <a:gd name="connsiteX121" fmla="*/ 6080922 w 6127519"/>
              <a:gd name="connsiteY121" fmla="*/ 5561070 h 6858000"/>
              <a:gd name="connsiteX122" fmla="*/ 6096949 w 6127519"/>
              <a:gd name="connsiteY122" fmla="*/ 5648179 h 6858000"/>
              <a:gd name="connsiteX123" fmla="*/ 6125703 w 6127519"/>
              <a:gd name="connsiteY123" fmla="*/ 5692894 h 6858000"/>
              <a:gd name="connsiteX124" fmla="*/ 6126670 w 6127519"/>
              <a:gd name="connsiteY124" fmla="*/ 5697882 h 6858000"/>
              <a:gd name="connsiteX125" fmla="*/ 6124061 w 6127519"/>
              <a:gd name="connsiteY125" fmla="*/ 5710294 h 6858000"/>
              <a:gd name="connsiteX126" fmla="*/ 6122213 w 6127519"/>
              <a:gd name="connsiteY126" fmla="*/ 5714762 h 6858000"/>
              <a:gd name="connsiteX127" fmla="*/ 6121353 w 6127519"/>
              <a:gd name="connsiteY127" fmla="*/ 5721725 h 6858000"/>
              <a:gd name="connsiteX128" fmla="*/ 6121607 w 6127519"/>
              <a:gd name="connsiteY128" fmla="*/ 5721959 h 6858000"/>
              <a:gd name="connsiteX129" fmla="*/ 6120262 w 6127519"/>
              <a:gd name="connsiteY129" fmla="*/ 5728358 h 6858000"/>
              <a:gd name="connsiteX130" fmla="*/ 6110194 w 6127519"/>
              <a:gd name="connsiteY130" fmla="*/ 5758853 h 6858000"/>
              <a:gd name="connsiteX131" fmla="*/ 6127519 w 6127519"/>
              <a:gd name="connsiteY131" fmla="*/ 5865775 h 6858000"/>
              <a:gd name="connsiteX132" fmla="*/ 6119217 w 6127519"/>
              <a:gd name="connsiteY132" fmla="*/ 5888542 h 6858000"/>
              <a:gd name="connsiteX133" fmla="*/ 6102493 w 6127519"/>
              <a:gd name="connsiteY133" fmla="*/ 5928602 h 6858000"/>
              <a:gd name="connsiteX134" fmla="*/ 6056863 w 6127519"/>
              <a:gd name="connsiteY134" fmla="*/ 6000643 h 6858000"/>
              <a:gd name="connsiteX135" fmla="*/ 6045436 w 6127519"/>
              <a:gd name="connsiteY135" fmla="*/ 6124480 h 6858000"/>
              <a:gd name="connsiteX136" fmla="*/ 6030489 w 6127519"/>
              <a:gd name="connsiteY136" fmla="*/ 6317666 h 6858000"/>
              <a:gd name="connsiteX137" fmla="*/ 6007492 w 6127519"/>
              <a:gd name="connsiteY137" fmla="*/ 6440818 h 6858000"/>
              <a:gd name="connsiteX138" fmla="*/ 6009467 w 6127519"/>
              <a:gd name="connsiteY138" fmla="*/ 6487076 h 6858000"/>
              <a:gd name="connsiteX139" fmla="*/ 5995064 w 6127519"/>
              <a:gd name="connsiteY139" fmla="*/ 6540791 h 6858000"/>
              <a:gd name="connsiteX140" fmla="*/ 5996309 w 6127519"/>
              <a:gd name="connsiteY140" fmla="*/ 6543961 h 6858000"/>
              <a:gd name="connsiteX141" fmla="*/ 5996048 w 6127519"/>
              <a:gd name="connsiteY141" fmla="*/ 6555444 h 6858000"/>
              <a:gd name="connsiteX142" fmla="*/ 6002524 w 6127519"/>
              <a:gd name="connsiteY142" fmla="*/ 6560188 h 6858000"/>
              <a:gd name="connsiteX143" fmla="*/ 6006823 w 6127519"/>
              <a:gd name="connsiteY143" fmla="*/ 6578546 h 6858000"/>
              <a:gd name="connsiteX144" fmla="*/ 6004510 w 6127519"/>
              <a:gd name="connsiteY144" fmla="*/ 6599256 h 6858000"/>
              <a:gd name="connsiteX145" fmla="*/ 5986207 w 6127519"/>
              <a:gd name="connsiteY145" fmla="*/ 6695855 h 6858000"/>
              <a:gd name="connsiteX146" fmla="*/ 5979428 w 6127519"/>
              <a:gd name="connsiteY146" fmla="*/ 6754678 h 6858000"/>
              <a:gd name="connsiteX147" fmla="*/ 5983398 w 6127519"/>
              <a:gd name="connsiteY147" fmla="*/ 6778641 h 6858000"/>
              <a:gd name="connsiteX148" fmla="*/ 5984543 w 6127519"/>
              <a:gd name="connsiteY148" fmla="*/ 6811016 h 6858000"/>
              <a:gd name="connsiteX149" fmla="*/ 5981802 w 6127519"/>
              <a:gd name="connsiteY149" fmla="*/ 6838578 h 6858000"/>
              <a:gd name="connsiteX150" fmla="*/ 5979671 w 6127519"/>
              <a:gd name="connsiteY150" fmla="*/ 6858000 h 6858000"/>
              <a:gd name="connsiteX151" fmla="*/ 0 w 6127519"/>
              <a:gd name="connsiteY151" fmla="*/ 6858000 h 6858000"/>
              <a:gd name="connsiteX152" fmla="*/ 0 w 6127519"/>
              <a:gd name="connsiteY152"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85314 w 6127689"/>
              <a:gd name="connsiteY78" fmla="*/ 4108387 h 6858000"/>
              <a:gd name="connsiteX79" fmla="*/ 5894095 w 6127689"/>
              <a:gd name="connsiteY79" fmla="*/ 4128857 h 6858000"/>
              <a:gd name="connsiteX80" fmla="*/ 5898339 w 6127689"/>
              <a:gd name="connsiteY80" fmla="*/ 4140800 h 6858000"/>
              <a:gd name="connsiteX81" fmla="*/ 5899734 w 6127689"/>
              <a:gd name="connsiteY81" fmla="*/ 4145632 h 6858000"/>
              <a:gd name="connsiteX82" fmla="*/ 5903513 w 6127689"/>
              <a:gd name="connsiteY82" fmla="*/ 4187661 h 6858000"/>
              <a:gd name="connsiteX83" fmla="*/ 5917114 w 6127689"/>
              <a:gd name="connsiteY83" fmla="*/ 4213096 h 6858000"/>
              <a:gd name="connsiteX84" fmla="*/ 5921153 w 6127689"/>
              <a:gd name="connsiteY84" fmla="*/ 4236222 h 6858000"/>
              <a:gd name="connsiteX85" fmla="*/ 5924233 w 6127689"/>
              <a:gd name="connsiteY85" fmla="*/ 4242060 h 6858000"/>
              <a:gd name="connsiteX86" fmla="*/ 5928910 w 6127689"/>
              <a:gd name="connsiteY86" fmla="*/ 4300973 h 6858000"/>
              <a:gd name="connsiteX87" fmla="*/ 5939320 w 6127689"/>
              <a:gd name="connsiteY87" fmla="*/ 4340435 h 6858000"/>
              <a:gd name="connsiteX88" fmla="*/ 5946705 w 6127689"/>
              <a:gd name="connsiteY88" fmla="*/ 4428051 h 6858000"/>
              <a:gd name="connsiteX89" fmla="*/ 5949261 w 6127689"/>
              <a:gd name="connsiteY89" fmla="*/ 4449185 h 6858000"/>
              <a:gd name="connsiteX90" fmla="*/ 5957504 w 6127689"/>
              <a:gd name="connsiteY90" fmla="*/ 4465911 h 6858000"/>
              <a:gd name="connsiteX91" fmla="*/ 5964689 w 6127689"/>
              <a:gd name="connsiteY91" fmla="*/ 4468532 h 6858000"/>
              <a:gd name="connsiteX92" fmla="*/ 5967062 w 6127689"/>
              <a:gd name="connsiteY92" fmla="*/ 4479923 h 6858000"/>
              <a:gd name="connsiteX93" fmla="*/ 5968960 w 6127689"/>
              <a:gd name="connsiteY93" fmla="*/ 4482655 h 6858000"/>
              <a:gd name="connsiteX94" fmla="*/ 5978567 w 6127689"/>
              <a:gd name="connsiteY94" fmla="*/ 4498605 h 6858000"/>
              <a:gd name="connsiteX95" fmla="*/ 5980106 w 6127689"/>
              <a:gd name="connsiteY95" fmla="*/ 4585087 h 6858000"/>
              <a:gd name="connsiteX96" fmla="*/ 5998138 w 6127689"/>
              <a:gd name="connsiteY96" fmla="*/ 4697518 h 6858000"/>
              <a:gd name="connsiteX97" fmla="*/ 6013516 w 6127689"/>
              <a:gd name="connsiteY97" fmla="*/ 4786619 h 6858000"/>
              <a:gd name="connsiteX98" fmla="*/ 6025404 w 6127689"/>
              <a:gd name="connsiteY98" fmla="*/ 4858148 h 6858000"/>
              <a:gd name="connsiteX99" fmla="*/ 6007749 w 6127689"/>
              <a:gd name="connsiteY99" fmla="*/ 4964715 h 6858000"/>
              <a:gd name="connsiteX100" fmla="*/ 6005269 w 6127689"/>
              <a:gd name="connsiteY100" fmla="*/ 5150567 h 6858000"/>
              <a:gd name="connsiteX101" fmla="*/ 6001127 w 6127689"/>
              <a:gd name="connsiteY101" fmla="*/ 5164609 h 6858000"/>
              <a:gd name="connsiteX102" fmla="*/ 5996647 w 6127689"/>
              <a:gd name="connsiteY102" fmla="*/ 5185640 h 6858000"/>
              <a:gd name="connsiteX103" fmla="*/ 5998514 w 6127689"/>
              <a:gd name="connsiteY103" fmla="*/ 5189673 h 6858000"/>
              <a:gd name="connsiteX104" fmla="*/ 5995970 w 6127689"/>
              <a:gd name="connsiteY104" fmla="*/ 5221547 h 6858000"/>
              <a:gd name="connsiteX105" fmla="*/ 5997218 w 6127689"/>
              <a:gd name="connsiteY105" fmla="*/ 5222031 h 6858000"/>
              <a:gd name="connsiteX106" fmla="*/ 6002116 w 6127689"/>
              <a:gd name="connsiteY106" fmla="*/ 5231223 h 6858000"/>
              <a:gd name="connsiteX107" fmla="*/ 6008541 w 6127689"/>
              <a:gd name="connsiteY107" fmla="*/ 5248680 h 6858000"/>
              <a:gd name="connsiteX108" fmla="*/ 6039260 w 6127689"/>
              <a:gd name="connsiteY108" fmla="*/ 5289518 h 6858000"/>
              <a:gd name="connsiteX109" fmla="*/ 6036748 w 6127689"/>
              <a:gd name="connsiteY109" fmla="*/ 5322752 h 6858000"/>
              <a:gd name="connsiteX110" fmla="*/ 6036943 w 6127689"/>
              <a:gd name="connsiteY110" fmla="*/ 5329480 h 6858000"/>
              <a:gd name="connsiteX111" fmla="*/ 6037236 w 6127689"/>
              <a:gd name="connsiteY111" fmla="*/ 5329634 h 6858000"/>
              <a:gd name="connsiteX112" fmla="*/ 6038019 w 6127689"/>
              <a:gd name="connsiteY112" fmla="*/ 5336764 h 6858000"/>
              <a:gd name="connsiteX113" fmla="*/ 6037298 w 6127689"/>
              <a:gd name="connsiteY113" fmla="*/ 5341753 h 6858000"/>
              <a:gd name="connsiteX114" fmla="*/ 6037677 w 6127689"/>
              <a:gd name="connsiteY114" fmla="*/ 5354807 h 6858000"/>
              <a:gd name="connsiteX115" fmla="*/ 6039728 w 6127689"/>
              <a:gd name="connsiteY115" fmla="*/ 5359416 h 6858000"/>
              <a:gd name="connsiteX116" fmla="*/ 6043311 w 6127689"/>
              <a:gd name="connsiteY116" fmla="*/ 5361407 h 6858000"/>
              <a:gd name="connsiteX117" fmla="*/ 6042954 w 6127689"/>
              <a:gd name="connsiteY117" fmla="*/ 5362576 h 6858000"/>
              <a:gd name="connsiteX118" fmla="*/ 6053435 w 6127689"/>
              <a:gd name="connsiteY118" fmla="*/ 5387547 h 6858000"/>
              <a:gd name="connsiteX119" fmla="*/ 6065933 w 6127689"/>
              <a:gd name="connsiteY119" fmla="*/ 5443002 h 6858000"/>
              <a:gd name="connsiteX120" fmla="*/ 6068640 w 6127689"/>
              <a:gd name="connsiteY120" fmla="*/ 5474503 h 6858000"/>
              <a:gd name="connsiteX121" fmla="*/ 6080922 w 6127689"/>
              <a:gd name="connsiteY121" fmla="*/ 5561070 h 6858000"/>
              <a:gd name="connsiteX122" fmla="*/ 6096949 w 6127689"/>
              <a:gd name="connsiteY122" fmla="*/ 5648179 h 6858000"/>
              <a:gd name="connsiteX123" fmla="*/ 6125703 w 6127689"/>
              <a:gd name="connsiteY123" fmla="*/ 5692894 h 6858000"/>
              <a:gd name="connsiteX124" fmla="*/ 6126670 w 6127689"/>
              <a:gd name="connsiteY124" fmla="*/ 5697882 h 6858000"/>
              <a:gd name="connsiteX125" fmla="*/ 6124061 w 6127689"/>
              <a:gd name="connsiteY125" fmla="*/ 5710294 h 6858000"/>
              <a:gd name="connsiteX126" fmla="*/ 6122213 w 6127689"/>
              <a:gd name="connsiteY126" fmla="*/ 5714762 h 6858000"/>
              <a:gd name="connsiteX127" fmla="*/ 6121353 w 6127689"/>
              <a:gd name="connsiteY127" fmla="*/ 5721725 h 6858000"/>
              <a:gd name="connsiteX128" fmla="*/ 6121607 w 6127689"/>
              <a:gd name="connsiteY128" fmla="*/ 5721959 h 6858000"/>
              <a:gd name="connsiteX129" fmla="*/ 6120262 w 6127689"/>
              <a:gd name="connsiteY129" fmla="*/ 5728358 h 6858000"/>
              <a:gd name="connsiteX130" fmla="*/ 6127024 w 6127689"/>
              <a:gd name="connsiteY130" fmla="*/ 5786902 h 6858000"/>
              <a:gd name="connsiteX131" fmla="*/ 6127519 w 6127689"/>
              <a:gd name="connsiteY131" fmla="*/ 5865775 h 6858000"/>
              <a:gd name="connsiteX132" fmla="*/ 6119217 w 6127689"/>
              <a:gd name="connsiteY132" fmla="*/ 5888542 h 6858000"/>
              <a:gd name="connsiteX133" fmla="*/ 6102493 w 6127689"/>
              <a:gd name="connsiteY133" fmla="*/ 5928602 h 6858000"/>
              <a:gd name="connsiteX134" fmla="*/ 6056863 w 6127689"/>
              <a:gd name="connsiteY134" fmla="*/ 6000643 h 6858000"/>
              <a:gd name="connsiteX135" fmla="*/ 6045436 w 6127689"/>
              <a:gd name="connsiteY135" fmla="*/ 6124480 h 6858000"/>
              <a:gd name="connsiteX136" fmla="*/ 6030489 w 6127689"/>
              <a:gd name="connsiteY136" fmla="*/ 6317666 h 6858000"/>
              <a:gd name="connsiteX137" fmla="*/ 6007492 w 6127689"/>
              <a:gd name="connsiteY137" fmla="*/ 6440818 h 6858000"/>
              <a:gd name="connsiteX138" fmla="*/ 6009467 w 6127689"/>
              <a:gd name="connsiteY138" fmla="*/ 6487076 h 6858000"/>
              <a:gd name="connsiteX139" fmla="*/ 5995064 w 6127689"/>
              <a:gd name="connsiteY139" fmla="*/ 6540791 h 6858000"/>
              <a:gd name="connsiteX140" fmla="*/ 5996309 w 6127689"/>
              <a:gd name="connsiteY140" fmla="*/ 6543961 h 6858000"/>
              <a:gd name="connsiteX141" fmla="*/ 5996048 w 6127689"/>
              <a:gd name="connsiteY141" fmla="*/ 6555444 h 6858000"/>
              <a:gd name="connsiteX142" fmla="*/ 6002524 w 6127689"/>
              <a:gd name="connsiteY142" fmla="*/ 6560188 h 6858000"/>
              <a:gd name="connsiteX143" fmla="*/ 6006823 w 6127689"/>
              <a:gd name="connsiteY143" fmla="*/ 6578546 h 6858000"/>
              <a:gd name="connsiteX144" fmla="*/ 6004510 w 6127689"/>
              <a:gd name="connsiteY144" fmla="*/ 6599256 h 6858000"/>
              <a:gd name="connsiteX145" fmla="*/ 5986207 w 6127689"/>
              <a:gd name="connsiteY145" fmla="*/ 6695855 h 6858000"/>
              <a:gd name="connsiteX146" fmla="*/ 5979428 w 6127689"/>
              <a:gd name="connsiteY146" fmla="*/ 6754678 h 6858000"/>
              <a:gd name="connsiteX147" fmla="*/ 5983398 w 6127689"/>
              <a:gd name="connsiteY147" fmla="*/ 6778641 h 6858000"/>
              <a:gd name="connsiteX148" fmla="*/ 5984543 w 6127689"/>
              <a:gd name="connsiteY148" fmla="*/ 6811016 h 6858000"/>
              <a:gd name="connsiteX149" fmla="*/ 5981802 w 6127689"/>
              <a:gd name="connsiteY149" fmla="*/ 6838578 h 6858000"/>
              <a:gd name="connsiteX150" fmla="*/ 5979671 w 6127689"/>
              <a:gd name="connsiteY150" fmla="*/ 6858000 h 6858000"/>
              <a:gd name="connsiteX151" fmla="*/ 0 w 6127689"/>
              <a:gd name="connsiteY151" fmla="*/ 6858000 h 6858000"/>
              <a:gd name="connsiteX152" fmla="*/ 0 w 6127689"/>
              <a:gd name="connsiteY152"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85314 w 6127689"/>
              <a:gd name="connsiteY78" fmla="*/ 4108387 h 6858000"/>
              <a:gd name="connsiteX79" fmla="*/ 5894095 w 6127689"/>
              <a:gd name="connsiteY79" fmla="*/ 4128857 h 6858000"/>
              <a:gd name="connsiteX80" fmla="*/ 5898339 w 6127689"/>
              <a:gd name="connsiteY80" fmla="*/ 4140800 h 6858000"/>
              <a:gd name="connsiteX81" fmla="*/ 5899734 w 6127689"/>
              <a:gd name="connsiteY81" fmla="*/ 4145632 h 6858000"/>
              <a:gd name="connsiteX82" fmla="*/ 5903513 w 6127689"/>
              <a:gd name="connsiteY82" fmla="*/ 4187661 h 6858000"/>
              <a:gd name="connsiteX83" fmla="*/ 5917114 w 6127689"/>
              <a:gd name="connsiteY83" fmla="*/ 4213096 h 6858000"/>
              <a:gd name="connsiteX84" fmla="*/ 5921153 w 6127689"/>
              <a:gd name="connsiteY84" fmla="*/ 4236222 h 6858000"/>
              <a:gd name="connsiteX85" fmla="*/ 5924233 w 6127689"/>
              <a:gd name="connsiteY85" fmla="*/ 4242060 h 6858000"/>
              <a:gd name="connsiteX86" fmla="*/ 5928910 w 6127689"/>
              <a:gd name="connsiteY86" fmla="*/ 4300973 h 6858000"/>
              <a:gd name="connsiteX87" fmla="*/ 5939320 w 6127689"/>
              <a:gd name="connsiteY87" fmla="*/ 4340435 h 6858000"/>
              <a:gd name="connsiteX88" fmla="*/ 5946705 w 6127689"/>
              <a:gd name="connsiteY88" fmla="*/ 4428051 h 6858000"/>
              <a:gd name="connsiteX89" fmla="*/ 5949261 w 6127689"/>
              <a:gd name="connsiteY89" fmla="*/ 4449185 h 6858000"/>
              <a:gd name="connsiteX90" fmla="*/ 5957504 w 6127689"/>
              <a:gd name="connsiteY90" fmla="*/ 4465911 h 6858000"/>
              <a:gd name="connsiteX91" fmla="*/ 5964689 w 6127689"/>
              <a:gd name="connsiteY91" fmla="*/ 4468532 h 6858000"/>
              <a:gd name="connsiteX92" fmla="*/ 5967062 w 6127689"/>
              <a:gd name="connsiteY92" fmla="*/ 4479923 h 6858000"/>
              <a:gd name="connsiteX93" fmla="*/ 5968960 w 6127689"/>
              <a:gd name="connsiteY93" fmla="*/ 4482655 h 6858000"/>
              <a:gd name="connsiteX94" fmla="*/ 5978567 w 6127689"/>
              <a:gd name="connsiteY94" fmla="*/ 4498605 h 6858000"/>
              <a:gd name="connsiteX95" fmla="*/ 5980106 w 6127689"/>
              <a:gd name="connsiteY95" fmla="*/ 4585087 h 6858000"/>
              <a:gd name="connsiteX96" fmla="*/ 5998138 w 6127689"/>
              <a:gd name="connsiteY96" fmla="*/ 4697518 h 6858000"/>
              <a:gd name="connsiteX97" fmla="*/ 6013516 w 6127689"/>
              <a:gd name="connsiteY97" fmla="*/ 4786619 h 6858000"/>
              <a:gd name="connsiteX98" fmla="*/ 6025404 w 6127689"/>
              <a:gd name="connsiteY98" fmla="*/ 4858148 h 6858000"/>
              <a:gd name="connsiteX99" fmla="*/ 6007749 w 6127689"/>
              <a:gd name="connsiteY99" fmla="*/ 4964715 h 6858000"/>
              <a:gd name="connsiteX100" fmla="*/ 6005269 w 6127689"/>
              <a:gd name="connsiteY100" fmla="*/ 5150567 h 6858000"/>
              <a:gd name="connsiteX101" fmla="*/ 6001127 w 6127689"/>
              <a:gd name="connsiteY101" fmla="*/ 5164609 h 6858000"/>
              <a:gd name="connsiteX102" fmla="*/ 5996647 w 6127689"/>
              <a:gd name="connsiteY102" fmla="*/ 5185640 h 6858000"/>
              <a:gd name="connsiteX103" fmla="*/ 5998514 w 6127689"/>
              <a:gd name="connsiteY103" fmla="*/ 5189673 h 6858000"/>
              <a:gd name="connsiteX104" fmla="*/ 5995970 w 6127689"/>
              <a:gd name="connsiteY104" fmla="*/ 5221547 h 6858000"/>
              <a:gd name="connsiteX105" fmla="*/ 5997218 w 6127689"/>
              <a:gd name="connsiteY105" fmla="*/ 5222031 h 6858000"/>
              <a:gd name="connsiteX106" fmla="*/ 6002116 w 6127689"/>
              <a:gd name="connsiteY106" fmla="*/ 5231223 h 6858000"/>
              <a:gd name="connsiteX107" fmla="*/ 6039260 w 6127689"/>
              <a:gd name="connsiteY107" fmla="*/ 5289518 h 6858000"/>
              <a:gd name="connsiteX108" fmla="*/ 6036748 w 6127689"/>
              <a:gd name="connsiteY108" fmla="*/ 5322752 h 6858000"/>
              <a:gd name="connsiteX109" fmla="*/ 6036943 w 6127689"/>
              <a:gd name="connsiteY109" fmla="*/ 5329480 h 6858000"/>
              <a:gd name="connsiteX110" fmla="*/ 6037236 w 6127689"/>
              <a:gd name="connsiteY110" fmla="*/ 5329634 h 6858000"/>
              <a:gd name="connsiteX111" fmla="*/ 6038019 w 6127689"/>
              <a:gd name="connsiteY111" fmla="*/ 5336764 h 6858000"/>
              <a:gd name="connsiteX112" fmla="*/ 6037298 w 6127689"/>
              <a:gd name="connsiteY112" fmla="*/ 5341753 h 6858000"/>
              <a:gd name="connsiteX113" fmla="*/ 6037677 w 6127689"/>
              <a:gd name="connsiteY113" fmla="*/ 5354807 h 6858000"/>
              <a:gd name="connsiteX114" fmla="*/ 6039728 w 6127689"/>
              <a:gd name="connsiteY114" fmla="*/ 5359416 h 6858000"/>
              <a:gd name="connsiteX115" fmla="*/ 6043311 w 6127689"/>
              <a:gd name="connsiteY115" fmla="*/ 5361407 h 6858000"/>
              <a:gd name="connsiteX116" fmla="*/ 6042954 w 6127689"/>
              <a:gd name="connsiteY116" fmla="*/ 5362576 h 6858000"/>
              <a:gd name="connsiteX117" fmla="*/ 6053435 w 6127689"/>
              <a:gd name="connsiteY117" fmla="*/ 5387547 h 6858000"/>
              <a:gd name="connsiteX118" fmla="*/ 6065933 w 6127689"/>
              <a:gd name="connsiteY118" fmla="*/ 5443002 h 6858000"/>
              <a:gd name="connsiteX119" fmla="*/ 6068640 w 6127689"/>
              <a:gd name="connsiteY119" fmla="*/ 5474503 h 6858000"/>
              <a:gd name="connsiteX120" fmla="*/ 6080922 w 6127689"/>
              <a:gd name="connsiteY120" fmla="*/ 5561070 h 6858000"/>
              <a:gd name="connsiteX121" fmla="*/ 6096949 w 6127689"/>
              <a:gd name="connsiteY121" fmla="*/ 5648179 h 6858000"/>
              <a:gd name="connsiteX122" fmla="*/ 6125703 w 6127689"/>
              <a:gd name="connsiteY122" fmla="*/ 5692894 h 6858000"/>
              <a:gd name="connsiteX123" fmla="*/ 6126670 w 6127689"/>
              <a:gd name="connsiteY123" fmla="*/ 5697882 h 6858000"/>
              <a:gd name="connsiteX124" fmla="*/ 6124061 w 6127689"/>
              <a:gd name="connsiteY124" fmla="*/ 5710294 h 6858000"/>
              <a:gd name="connsiteX125" fmla="*/ 6122213 w 6127689"/>
              <a:gd name="connsiteY125" fmla="*/ 5714762 h 6858000"/>
              <a:gd name="connsiteX126" fmla="*/ 6121353 w 6127689"/>
              <a:gd name="connsiteY126" fmla="*/ 5721725 h 6858000"/>
              <a:gd name="connsiteX127" fmla="*/ 6121607 w 6127689"/>
              <a:gd name="connsiteY127" fmla="*/ 5721959 h 6858000"/>
              <a:gd name="connsiteX128" fmla="*/ 6120262 w 6127689"/>
              <a:gd name="connsiteY128" fmla="*/ 5728358 h 6858000"/>
              <a:gd name="connsiteX129" fmla="*/ 6127024 w 6127689"/>
              <a:gd name="connsiteY129" fmla="*/ 5786902 h 6858000"/>
              <a:gd name="connsiteX130" fmla="*/ 6127519 w 6127689"/>
              <a:gd name="connsiteY130" fmla="*/ 5865775 h 6858000"/>
              <a:gd name="connsiteX131" fmla="*/ 6119217 w 6127689"/>
              <a:gd name="connsiteY131" fmla="*/ 5888542 h 6858000"/>
              <a:gd name="connsiteX132" fmla="*/ 6102493 w 6127689"/>
              <a:gd name="connsiteY132" fmla="*/ 5928602 h 6858000"/>
              <a:gd name="connsiteX133" fmla="*/ 6056863 w 6127689"/>
              <a:gd name="connsiteY133" fmla="*/ 6000643 h 6858000"/>
              <a:gd name="connsiteX134" fmla="*/ 6045436 w 6127689"/>
              <a:gd name="connsiteY134" fmla="*/ 6124480 h 6858000"/>
              <a:gd name="connsiteX135" fmla="*/ 6030489 w 6127689"/>
              <a:gd name="connsiteY135" fmla="*/ 6317666 h 6858000"/>
              <a:gd name="connsiteX136" fmla="*/ 6007492 w 6127689"/>
              <a:gd name="connsiteY136" fmla="*/ 6440818 h 6858000"/>
              <a:gd name="connsiteX137" fmla="*/ 6009467 w 6127689"/>
              <a:gd name="connsiteY137" fmla="*/ 6487076 h 6858000"/>
              <a:gd name="connsiteX138" fmla="*/ 5995064 w 6127689"/>
              <a:gd name="connsiteY138" fmla="*/ 6540791 h 6858000"/>
              <a:gd name="connsiteX139" fmla="*/ 5996309 w 6127689"/>
              <a:gd name="connsiteY139" fmla="*/ 6543961 h 6858000"/>
              <a:gd name="connsiteX140" fmla="*/ 5996048 w 6127689"/>
              <a:gd name="connsiteY140" fmla="*/ 6555444 h 6858000"/>
              <a:gd name="connsiteX141" fmla="*/ 6002524 w 6127689"/>
              <a:gd name="connsiteY141" fmla="*/ 6560188 h 6858000"/>
              <a:gd name="connsiteX142" fmla="*/ 6006823 w 6127689"/>
              <a:gd name="connsiteY142" fmla="*/ 6578546 h 6858000"/>
              <a:gd name="connsiteX143" fmla="*/ 6004510 w 6127689"/>
              <a:gd name="connsiteY143" fmla="*/ 6599256 h 6858000"/>
              <a:gd name="connsiteX144" fmla="*/ 5986207 w 6127689"/>
              <a:gd name="connsiteY144" fmla="*/ 6695855 h 6858000"/>
              <a:gd name="connsiteX145" fmla="*/ 5979428 w 6127689"/>
              <a:gd name="connsiteY145" fmla="*/ 6754678 h 6858000"/>
              <a:gd name="connsiteX146" fmla="*/ 5983398 w 6127689"/>
              <a:gd name="connsiteY146" fmla="*/ 6778641 h 6858000"/>
              <a:gd name="connsiteX147" fmla="*/ 5984543 w 6127689"/>
              <a:gd name="connsiteY147" fmla="*/ 6811016 h 6858000"/>
              <a:gd name="connsiteX148" fmla="*/ 5981802 w 6127689"/>
              <a:gd name="connsiteY148" fmla="*/ 6838578 h 6858000"/>
              <a:gd name="connsiteX149" fmla="*/ 5979671 w 6127689"/>
              <a:gd name="connsiteY149" fmla="*/ 6858000 h 6858000"/>
              <a:gd name="connsiteX150" fmla="*/ 0 w 6127689"/>
              <a:gd name="connsiteY150" fmla="*/ 6858000 h 6858000"/>
              <a:gd name="connsiteX151" fmla="*/ 0 w 6127689"/>
              <a:gd name="connsiteY151"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85314 w 6127689"/>
              <a:gd name="connsiteY78" fmla="*/ 4108387 h 6858000"/>
              <a:gd name="connsiteX79" fmla="*/ 5894095 w 6127689"/>
              <a:gd name="connsiteY79" fmla="*/ 4128857 h 6858000"/>
              <a:gd name="connsiteX80" fmla="*/ 5898339 w 6127689"/>
              <a:gd name="connsiteY80" fmla="*/ 4140800 h 6858000"/>
              <a:gd name="connsiteX81" fmla="*/ 5899734 w 6127689"/>
              <a:gd name="connsiteY81" fmla="*/ 4145632 h 6858000"/>
              <a:gd name="connsiteX82" fmla="*/ 5903513 w 6127689"/>
              <a:gd name="connsiteY82" fmla="*/ 4187661 h 6858000"/>
              <a:gd name="connsiteX83" fmla="*/ 5917114 w 6127689"/>
              <a:gd name="connsiteY83" fmla="*/ 4213096 h 6858000"/>
              <a:gd name="connsiteX84" fmla="*/ 5921153 w 6127689"/>
              <a:gd name="connsiteY84" fmla="*/ 4236222 h 6858000"/>
              <a:gd name="connsiteX85" fmla="*/ 5924233 w 6127689"/>
              <a:gd name="connsiteY85" fmla="*/ 4242060 h 6858000"/>
              <a:gd name="connsiteX86" fmla="*/ 5928910 w 6127689"/>
              <a:gd name="connsiteY86" fmla="*/ 4300973 h 6858000"/>
              <a:gd name="connsiteX87" fmla="*/ 5939320 w 6127689"/>
              <a:gd name="connsiteY87" fmla="*/ 4340435 h 6858000"/>
              <a:gd name="connsiteX88" fmla="*/ 5946705 w 6127689"/>
              <a:gd name="connsiteY88" fmla="*/ 4428051 h 6858000"/>
              <a:gd name="connsiteX89" fmla="*/ 5949261 w 6127689"/>
              <a:gd name="connsiteY89" fmla="*/ 4449185 h 6858000"/>
              <a:gd name="connsiteX90" fmla="*/ 5957504 w 6127689"/>
              <a:gd name="connsiteY90" fmla="*/ 4465911 h 6858000"/>
              <a:gd name="connsiteX91" fmla="*/ 5964689 w 6127689"/>
              <a:gd name="connsiteY91" fmla="*/ 4468532 h 6858000"/>
              <a:gd name="connsiteX92" fmla="*/ 5967062 w 6127689"/>
              <a:gd name="connsiteY92" fmla="*/ 4479923 h 6858000"/>
              <a:gd name="connsiteX93" fmla="*/ 5968960 w 6127689"/>
              <a:gd name="connsiteY93" fmla="*/ 4482655 h 6858000"/>
              <a:gd name="connsiteX94" fmla="*/ 5978567 w 6127689"/>
              <a:gd name="connsiteY94" fmla="*/ 4498605 h 6858000"/>
              <a:gd name="connsiteX95" fmla="*/ 5980106 w 6127689"/>
              <a:gd name="connsiteY95" fmla="*/ 4585087 h 6858000"/>
              <a:gd name="connsiteX96" fmla="*/ 5998138 w 6127689"/>
              <a:gd name="connsiteY96" fmla="*/ 4697518 h 6858000"/>
              <a:gd name="connsiteX97" fmla="*/ 6013516 w 6127689"/>
              <a:gd name="connsiteY97" fmla="*/ 4786619 h 6858000"/>
              <a:gd name="connsiteX98" fmla="*/ 6025404 w 6127689"/>
              <a:gd name="connsiteY98" fmla="*/ 4858148 h 6858000"/>
              <a:gd name="connsiteX99" fmla="*/ 6007749 w 6127689"/>
              <a:gd name="connsiteY99" fmla="*/ 4964715 h 6858000"/>
              <a:gd name="connsiteX100" fmla="*/ 6005269 w 6127689"/>
              <a:gd name="connsiteY100" fmla="*/ 5150567 h 6858000"/>
              <a:gd name="connsiteX101" fmla="*/ 6001127 w 6127689"/>
              <a:gd name="connsiteY101" fmla="*/ 5164609 h 6858000"/>
              <a:gd name="connsiteX102" fmla="*/ 5996647 w 6127689"/>
              <a:gd name="connsiteY102" fmla="*/ 5185640 h 6858000"/>
              <a:gd name="connsiteX103" fmla="*/ 5998514 w 6127689"/>
              <a:gd name="connsiteY103" fmla="*/ 5189673 h 6858000"/>
              <a:gd name="connsiteX104" fmla="*/ 5995970 w 6127689"/>
              <a:gd name="connsiteY104" fmla="*/ 5221547 h 6858000"/>
              <a:gd name="connsiteX105" fmla="*/ 5997218 w 6127689"/>
              <a:gd name="connsiteY105" fmla="*/ 5222031 h 6858000"/>
              <a:gd name="connsiteX106" fmla="*/ 6039260 w 6127689"/>
              <a:gd name="connsiteY106" fmla="*/ 5289518 h 6858000"/>
              <a:gd name="connsiteX107" fmla="*/ 6036748 w 6127689"/>
              <a:gd name="connsiteY107" fmla="*/ 5322752 h 6858000"/>
              <a:gd name="connsiteX108" fmla="*/ 6036943 w 6127689"/>
              <a:gd name="connsiteY108" fmla="*/ 5329480 h 6858000"/>
              <a:gd name="connsiteX109" fmla="*/ 6037236 w 6127689"/>
              <a:gd name="connsiteY109" fmla="*/ 5329634 h 6858000"/>
              <a:gd name="connsiteX110" fmla="*/ 6038019 w 6127689"/>
              <a:gd name="connsiteY110" fmla="*/ 5336764 h 6858000"/>
              <a:gd name="connsiteX111" fmla="*/ 6037298 w 6127689"/>
              <a:gd name="connsiteY111" fmla="*/ 5341753 h 6858000"/>
              <a:gd name="connsiteX112" fmla="*/ 6037677 w 6127689"/>
              <a:gd name="connsiteY112" fmla="*/ 5354807 h 6858000"/>
              <a:gd name="connsiteX113" fmla="*/ 6039728 w 6127689"/>
              <a:gd name="connsiteY113" fmla="*/ 5359416 h 6858000"/>
              <a:gd name="connsiteX114" fmla="*/ 6043311 w 6127689"/>
              <a:gd name="connsiteY114" fmla="*/ 5361407 h 6858000"/>
              <a:gd name="connsiteX115" fmla="*/ 6042954 w 6127689"/>
              <a:gd name="connsiteY115" fmla="*/ 5362576 h 6858000"/>
              <a:gd name="connsiteX116" fmla="*/ 6053435 w 6127689"/>
              <a:gd name="connsiteY116" fmla="*/ 5387547 h 6858000"/>
              <a:gd name="connsiteX117" fmla="*/ 6065933 w 6127689"/>
              <a:gd name="connsiteY117" fmla="*/ 5443002 h 6858000"/>
              <a:gd name="connsiteX118" fmla="*/ 6068640 w 6127689"/>
              <a:gd name="connsiteY118" fmla="*/ 5474503 h 6858000"/>
              <a:gd name="connsiteX119" fmla="*/ 6080922 w 6127689"/>
              <a:gd name="connsiteY119" fmla="*/ 5561070 h 6858000"/>
              <a:gd name="connsiteX120" fmla="*/ 6096949 w 6127689"/>
              <a:gd name="connsiteY120" fmla="*/ 5648179 h 6858000"/>
              <a:gd name="connsiteX121" fmla="*/ 6125703 w 6127689"/>
              <a:gd name="connsiteY121" fmla="*/ 5692894 h 6858000"/>
              <a:gd name="connsiteX122" fmla="*/ 6126670 w 6127689"/>
              <a:gd name="connsiteY122" fmla="*/ 5697882 h 6858000"/>
              <a:gd name="connsiteX123" fmla="*/ 6124061 w 6127689"/>
              <a:gd name="connsiteY123" fmla="*/ 5710294 h 6858000"/>
              <a:gd name="connsiteX124" fmla="*/ 6122213 w 6127689"/>
              <a:gd name="connsiteY124" fmla="*/ 5714762 h 6858000"/>
              <a:gd name="connsiteX125" fmla="*/ 6121353 w 6127689"/>
              <a:gd name="connsiteY125" fmla="*/ 5721725 h 6858000"/>
              <a:gd name="connsiteX126" fmla="*/ 6121607 w 6127689"/>
              <a:gd name="connsiteY126" fmla="*/ 5721959 h 6858000"/>
              <a:gd name="connsiteX127" fmla="*/ 6120262 w 6127689"/>
              <a:gd name="connsiteY127" fmla="*/ 5728358 h 6858000"/>
              <a:gd name="connsiteX128" fmla="*/ 6127024 w 6127689"/>
              <a:gd name="connsiteY128" fmla="*/ 5786902 h 6858000"/>
              <a:gd name="connsiteX129" fmla="*/ 6127519 w 6127689"/>
              <a:gd name="connsiteY129" fmla="*/ 5865775 h 6858000"/>
              <a:gd name="connsiteX130" fmla="*/ 6119217 w 6127689"/>
              <a:gd name="connsiteY130" fmla="*/ 5888542 h 6858000"/>
              <a:gd name="connsiteX131" fmla="*/ 6102493 w 6127689"/>
              <a:gd name="connsiteY131" fmla="*/ 5928602 h 6858000"/>
              <a:gd name="connsiteX132" fmla="*/ 6056863 w 6127689"/>
              <a:gd name="connsiteY132" fmla="*/ 6000643 h 6858000"/>
              <a:gd name="connsiteX133" fmla="*/ 6045436 w 6127689"/>
              <a:gd name="connsiteY133" fmla="*/ 6124480 h 6858000"/>
              <a:gd name="connsiteX134" fmla="*/ 6030489 w 6127689"/>
              <a:gd name="connsiteY134" fmla="*/ 6317666 h 6858000"/>
              <a:gd name="connsiteX135" fmla="*/ 6007492 w 6127689"/>
              <a:gd name="connsiteY135" fmla="*/ 6440818 h 6858000"/>
              <a:gd name="connsiteX136" fmla="*/ 6009467 w 6127689"/>
              <a:gd name="connsiteY136" fmla="*/ 6487076 h 6858000"/>
              <a:gd name="connsiteX137" fmla="*/ 5995064 w 6127689"/>
              <a:gd name="connsiteY137" fmla="*/ 6540791 h 6858000"/>
              <a:gd name="connsiteX138" fmla="*/ 5996309 w 6127689"/>
              <a:gd name="connsiteY138" fmla="*/ 6543961 h 6858000"/>
              <a:gd name="connsiteX139" fmla="*/ 5996048 w 6127689"/>
              <a:gd name="connsiteY139" fmla="*/ 6555444 h 6858000"/>
              <a:gd name="connsiteX140" fmla="*/ 6002524 w 6127689"/>
              <a:gd name="connsiteY140" fmla="*/ 6560188 h 6858000"/>
              <a:gd name="connsiteX141" fmla="*/ 6006823 w 6127689"/>
              <a:gd name="connsiteY141" fmla="*/ 6578546 h 6858000"/>
              <a:gd name="connsiteX142" fmla="*/ 6004510 w 6127689"/>
              <a:gd name="connsiteY142" fmla="*/ 6599256 h 6858000"/>
              <a:gd name="connsiteX143" fmla="*/ 5986207 w 6127689"/>
              <a:gd name="connsiteY143" fmla="*/ 6695855 h 6858000"/>
              <a:gd name="connsiteX144" fmla="*/ 5979428 w 6127689"/>
              <a:gd name="connsiteY144" fmla="*/ 6754678 h 6858000"/>
              <a:gd name="connsiteX145" fmla="*/ 5983398 w 6127689"/>
              <a:gd name="connsiteY145" fmla="*/ 6778641 h 6858000"/>
              <a:gd name="connsiteX146" fmla="*/ 5984543 w 6127689"/>
              <a:gd name="connsiteY146" fmla="*/ 6811016 h 6858000"/>
              <a:gd name="connsiteX147" fmla="*/ 5981802 w 6127689"/>
              <a:gd name="connsiteY147" fmla="*/ 6838578 h 6858000"/>
              <a:gd name="connsiteX148" fmla="*/ 5979671 w 6127689"/>
              <a:gd name="connsiteY148" fmla="*/ 6858000 h 6858000"/>
              <a:gd name="connsiteX149" fmla="*/ 0 w 6127689"/>
              <a:gd name="connsiteY149" fmla="*/ 6858000 h 6858000"/>
              <a:gd name="connsiteX150" fmla="*/ 0 w 6127689"/>
              <a:gd name="connsiteY150"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85314 w 6127689"/>
              <a:gd name="connsiteY78" fmla="*/ 4108387 h 6858000"/>
              <a:gd name="connsiteX79" fmla="*/ 5894095 w 6127689"/>
              <a:gd name="connsiteY79" fmla="*/ 4128857 h 6858000"/>
              <a:gd name="connsiteX80" fmla="*/ 5898339 w 6127689"/>
              <a:gd name="connsiteY80" fmla="*/ 4140800 h 6858000"/>
              <a:gd name="connsiteX81" fmla="*/ 5899734 w 6127689"/>
              <a:gd name="connsiteY81" fmla="*/ 4145632 h 6858000"/>
              <a:gd name="connsiteX82" fmla="*/ 5903513 w 6127689"/>
              <a:gd name="connsiteY82" fmla="*/ 4187661 h 6858000"/>
              <a:gd name="connsiteX83" fmla="*/ 5917114 w 6127689"/>
              <a:gd name="connsiteY83" fmla="*/ 4213096 h 6858000"/>
              <a:gd name="connsiteX84" fmla="*/ 5921153 w 6127689"/>
              <a:gd name="connsiteY84" fmla="*/ 4236222 h 6858000"/>
              <a:gd name="connsiteX85" fmla="*/ 5924233 w 6127689"/>
              <a:gd name="connsiteY85" fmla="*/ 4242060 h 6858000"/>
              <a:gd name="connsiteX86" fmla="*/ 5928910 w 6127689"/>
              <a:gd name="connsiteY86" fmla="*/ 4300973 h 6858000"/>
              <a:gd name="connsiteX87" fmla="*/ 5939320 w 6127689"/>
              <a:gd name="connsiteY87" fmla="*/ 4340435 h 6858000"/>
              <a:gd name="connsiteX88" fmla="*/ 5946705 w 6127689"/>
              <a:gd name="connsiteY88" fmla="*/ 4428051 h 6858000"/>
              <a:gd name="connsiteX89" fmla="*/ 5949261 w 6127689"/>
              <a:gd name="connsiteY89" fmla="*/ 4449185 h 6858000"/>
              <a:gd name="connsiteX90" fmla="*/ 5957504 w 6127689"/>
              <a:gd name="connsiteY90" fmla="*/ 4465911 h 6858000"/>
              <a:gd name="connsiteX91" fmla="*/ 5964689 w 6127689"/>
              <a:gd name="connsiteY91" fmla="*/ 4468532 h 6858000"/>
              <a:gd name="connsiteX92" fmla="*/ 5967062 w 6127689"/>
              <a:gd name="connsiteY92" fmla="*/ 4479923 h 6858000"/>
              <a:gd name="connsiteX93" fmla="*/ 5968960 w 6127689"/>
              <a:gd name="connsiteY93" fmla="*/ 4482655 h 6858000"/>
              <a:gd name="connsiteX94" fmla="*/ 5978567 w 6127689"/>
              <a:gd name="connsiteY94" fmla="*/ 4498605 h 6858000"/>
              <a:gd name="connsiteX95" fmla="*/ 5980106 w 6127689"/>
              <a:gd name="connsiteY95" fmla="*/ 4585087 h 6858000"/>
              <a:gd name="connsiteX96" fmla="*/ 5998138 w 6127689"/>
              <a:gd name="connsiteY96" fmla="*/ 4697518 h 6858000"/>
              <a:gd name="connsiteX97" fmla="*/ 6013516 w 6127689"/>
              <a:gd name="connsiteY97" fmla="*/ 4786619 h 6858000"/>
              <a:gd name="connsiteX98" fmla="*/ 6025404 w 6127689"/>
              <a:gd name="connsiteY98" fmla="*/ 4858148 h 6858000"/>
              <a:gd name="connsiteX99" fmla="*/ 6007749 w 6127689"/>
              <a:gd name="connsiteY99" fmla="*/ 4964715 h 6858000"/>
              <a:gd name="connsiteX100" fmla="*/ 6005269 w 6127689"/>
              <a:gd name="connsiteY100" fmla="*/ 5150567 h 6858000"/>
              <a:gd name="connsiteX101" fmla="*/ 6001127 w 6127689"/>
              <a:gd name="connsiteY101" fmla="*/ 5164609 h 6858000"/>
              <a:gd name="connsiteX102" fmla="*/ 5996647 w 6127689"/>
              <a:gd name="connsiteY102" fmla="*/ 5185640 h 6858000"/>
              <a:gd name="connsiteX103" fmla="*/ 5998514 w 6127689"/>
              <a:gd name="connsiteY103" fmla="*/ 5189673 h 6858000"/>
              <a:gd name="connsiteX104" fmla="*/ 5995970 w 6127689"/>
              <a:gd name="connsiteY104" fmla="*/ 5221547 h 6858000"/>
              <a:gd name="connsiteX105" fmla="*/ 5997218 w 6127689"/>
              <a:gd name="connsiteY105" fmla="*/ 5222031 h 6858000"/>
              <a:gd name="connsiteX106" fmla="*/ 6036748 w 6127689"/>
              <a:gd name="connsiteY106" fmla="*/ 5322752 h 6858000"/>
              <a:gd name="connsiteX107" fmla="*/ 6036943 w 6127689"/>
              <a:gd name="connsiteY107" fmla="*/ 5329480 h 6858000"/>
              <a:gd name="connsiteX108" fmla="*/ 6037236 w 6127689"/>
              <a:gd name="connsiteY108" fmla="*/ 5329634 h 6858000"/>
              <a:gd name="connsiteX109" fmla="*/ 6038019 w 6127689"/>
              <a:gd name="connsiteY109" fmla="*/ 5336764 h 6858000"/>
              <a:gd name="connsiteX110" fmla="*/ 6037298 w 6127689"/>
              <a:gd name="connsiteY110" fmla="*/ 5341753 h 6858000"/>
              <a:gd name="connsiteX111" fmla="*/ 6037677 w 6127689"/>
              <a:gd name="connsiteY111" fmla="*/ 5354807 h 6858000"/>
              <a:gd name="connsiteX112" fmla="*/ 6039728 w 6127689"/>
              <a:gd name="connsiteY112" fmla="*/ 5359416 h 6858000"/>
              <a:gd name="connsiteX113" fmla="*/ 6043311 w 6127689"/>
              <a:gd name="connsiteY113" fmla="*/ 5361407 h 6858000"/>
              <a:gd name="connsiteX114" fmla="*/ 6042954 w 6127689"/>
              <a:gd name="connsiteY114" fmla="*/ 5362576 h 6858000"/>
              <a:gd name="connsiteX115" fmla="*/ 6053435 w 6127689"/>
              <a:gd name="connsiteY115" fmla="*/ 5387547 h 6858000"/>
              <a:gd name="connsiteX116" fmla="*/ 6065933 w 6127689"/>
              <a:gd name="connsiteY116" fmla="*/ 5443002 h 6858000"/>
              <a:gd name="connsiteX117" fmla="*/ 6068640 w 6127689"/>
              <a:gd name="connsiteY117" fmla="*/ 5474503 h 6858000"/>
              <a:gd name="connsiteX118" fmla="*/ 6080922 w 6127689"/>
              <a:gd name="connsiteY118" fmla="*/ 5561070 h 6858000"/>
              <a:gd name="connsiteX119" fmla="*/ 6096949 w 6127689"/>
              <a:gd name="connsiteY119" fmla="*/ 5648179 h 6858000"/>
              <a:gd name="connsiteX120" fmla="*/ 6125703 w 6127689"/>
              <a:gd name="connsiteY120" fmla="*/ 5692894 h 6858000"/>
              <a:gd name="connsiteX121" fmla="*/ 6126670 w 6127689"/>
              <a:gd name="connsiteY121" fmla="*/ 5697882 h 6858000"/>
              <a:gd name="connsiteX122" fmla="*/ 6124061 w 6127689"/>
              <a:gd name="connsiteY122" fmla="*/ 5710294 h 6858000"/>
              <a:gd name="connsiteX123" fmla="*/ 6122213 w 6127689"/>
              <a:gd name="connsiteY123" fmla="*/ 5714762 h 6858000"/>
              <a:gd name="connsiteX124" fmla="*/ 6121353 w 6127689"/>
              <a:gd name="connsiteY124" fmla="*/ 5721725 h 6858000"/>
              <a:gd name="connsiteX125" fmla="*/ 6121607 w 6127689"/>
              <a:gd name="connsiteY125" fmla="*/ 5721959 h 6858000"/>
              <a:gd name="connsiteX126" fmla="*/ 6120262 w 6127689"/>
              <a:gd name="connsiteY126" fmla="*/ 5728358 h 6858000"/>
              <a:gd name="connsiteX127" fmla="*/ 6127024 w 6127689"/>
              <a:gd name="connsiteY127" fmla="*/ 5786902 h 6858000"/>
              <a:gd name="connsiteX128" fmla="*/ 6127519 w 6127689"/>
              <a:gd name="connsiteY128" fmla="*/ 5865775 h 6858000"/>
              <a:gd name="connsiteX129" fmla="*/ 6119217 w 6127689"/>
              <a:gd name="connsiteY129" fmla="*/ 5888542 h 6858000"/>
              <a:gd name="connsiteX130" fmla="*/ 6102493 w 6127689"/>
              <a:gd name="connsiteY130" fmla="*/ 5928602 h 6858000"/>
              <a:gd name="connsiteX131" fmla="*/ 6056863 w 6127689"/>
              <a:gd name="connsiteY131" fmla="*/ 6000643 h 6858000"/>
              <a:gd name="connsiteX132" fmla="*/ 6045436 w 6127689"/>
              <a:gd name="connsiteY132" fmla="*/ 6124480 h 6858000"/>
              <a:gd name="connsiteX133" fmla="*/ 6030489 w 6127689"/>
              <a:gd name="connsiteY133" fmla="*/ 6317666 h 6858000"/>
              <a:gd name="connsiteX134" fmla="*/ 6007492 w 6127689"/>
              <a:gd name="connsiteY134" fmla="*/ 6440818 h 6858000"/>
              <a:gd name="connsiteX135" fmla="*/ 6009467 w 6127689"/>
              <a:gd name="connsiteY135" fmla="*/ 6487076 h 6858000"/>
              <a:gd name="connsiteX136" fmla="*/ 5995064 w 6127689"/>
              <a:gd name="connsiteY136" fmla="*/ 6540791 h 6858000"/>
              <a:gd name="connsiteX137" fmla="*/ 5996309 w 6127689"/>
              <a:gd name="connsiteY137" fmla="*/ 6543961 h 6858000"/>
              <a:gd name="connsiteX138" fmla="*/ 5996048 w 6127689"/>
              <a:gd name="connsiteY138" fmla="*/ 6555444 h 6858000"/>
              <a:gd name="connsiteX139" fmla="*/ 6002524 w 6127689"/>
              <a:gd name="connsiteY139" fmla="*/ 6560188 h 6858000"/>
              <a:gd name="connsiteX140" fmla="*/ 6006823 w 6127689"/>
              <a:gd name="connsiteY140" fmla="*/ 6578546 h 6858000"/>
              <a:gd name="connsiteX141" fmla="*/ 6004510 w 6127689"/>
              <a:gd name="connsiteY141" fmla="*/ 6599256 h 6858000"/>
              <a:gd name="connsiteX142" fmla="*/ 5986207 w 6127689"/>
              <a:gd name="connsiteY142" fmla="*/ 6695855 h 6858000"/>
              <a:gd name="connsiteX143" fmla="*/ 5979428 w 6127689"/>
              <a:gd name="connsiteY143" fmla="*/ 6754678 h 6858000"/>
              <a:gd name="connsiteX144" fmla="*/ 5983398 w 6127689"/>
              <a:gd name="connsiteY144" fmla="*/ 6778641 h 6858000"/>
              <a:gd name="connsiteX145" fmla="*/ 5984543 w 6127689"/>
              <a:gd name="connsiteY145" fmla="*/ 6811016 h 6858000"/>
              <a:gd name="connsiteX146" fmla="*/ 5981802 w 6127689"/>
              <a:gd name="connsiteY146" fmla="*/ 6838578 h 6858000"/>
              <a:gd name="connsiteX147" fmla="*/ 5979671 w 6127689"/>
              <a:gd name="connsiteY147" fmla="*/ 6858000 h 6858000"/>
              <a:gd name="connsiteX148" fmla="*/ 0 w 6127689"/>
              <a:gd name="connsiteY148" fmla="*/ 6858000 h 6858000"/>
              <a:gd name="connsiteX149" fmla="*/ 0 w 6127689"/>
              <a:gd name="connsiteY149"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85314 w 6127689"/>
              <a:gd name="connsiteY78" fmla="*/ 4108387 h 6858000"/>
              <a:gd name="connsiteX79" fmla="*/ 5894095 w 6127689"/>
              <a:gd name="connsiteY79" fmla="*/ 4128857 h 6858000"/>
              <a:gd name="connsiteX80" fmla="*/ 5898339 w 6127689"/>
              <a:gd name="connsiteY80" fmla="*/ 4140800 h 6858000"/>
              <a:gd name="connsiteX81" fmla="*/ 5899734 w 6127689"/>
              <a:gd name="connsiteY81" fmla="*/ 4145632 h 6858000"/>
              <a:gd name="connsiteX82" fmla="*/ 5903513 w 6127689"/>
              <a:gd name="connsiteY82" fmla="*/ 4187661 h 6858000"/>
              <a:gd name="connsiteX83" fmla="*/ 5917114 w 6127689"/>
              <a:gd name="connsiteY83" fmla="*/ 4213096 h 6858000"/>
              <a:gd name="connsiteX84" fmla="*/ 5921153 w 6127689"/>
              <a:gd name="connsiteY84" fmla="*/ 4236222 h 6858000"/>
              <a:gd name="connsiteX85" fmla="*/ 5924233 w 6127689"/>
              <a:gd name="connsiteY85" fmla="*/ 4242060 h 6858000"/>
              <a:gd name="connsiteX86" fmla="*/ 5928910 w 6127689"/>
              <a:gd name="connsiteY86" fmla="*/ 4300973 h 6858000"/>
              <a:gd name="connsiteX87" fmla="*/ 5939320 w 6127689"/>
              <a:gd name="connsiteY87" fmla="*/ 4340435 h 6858000"/>
              <a:gd name="connsiteX88" fmla="*/ 5946705 w 6127689"/>
              <a:gd name="connsiteY88" fmla="*/ 4428051 h 6858000"/>
              <a:gd name="connsiteX89" fmla="*/ 5949261 w 6127689"/>
              <a:gd name="connsiteY89" fmla="*/ 4449185 h 6858000"/>
              <a:gd name="connsiteX90" fmla="*/ 5957504 w 6127689"/>
              <a:gd name="connsiteY90" fmla="*/ 4465911 h 6858000"/>
              <a:gd name="connsiteX91" fmla="*/ 5964689 w 6127689"/>
              <a:gd name="connsiteY91" fmla="*/ 4468532 h 6858000"/>
              <a:gd name="connsiteX92" fmla="*/ 5967062 w 6127689"/>
              <a:gd name="connsiteY92" fmla="*/ 4479923 h 6858000"/>
              <a:gd name="connsiteX93" fmla="*/ 5968960 w 6127689"/>
              <a:gd name="connsiteY93" fmla="*/ 4482655 h 6858000"/>
              <a:gd name="connsiteX94" fmla="*/ 5978567 w 6127689"/>
              <a:gd name="connsiteY94" fmla="*/ 4498605 h 6858000"/>
              <a:gd name="connsiteX95" fmla="*/ 5980106 w 6127689"/>
              <a:gd name="connsiteY95" fmla="*/ 4585087 h 6858000"/>
              <a:gd name="connsiteX96" fmla="*/ 5998138 w 6127689"/>
              <a:gd name="connsiteY96" fmla="*/ 4697518 h 6858000"/>
              <a:gd name="connsiteX97" fmla="*/ 6013516 w 6127689"/>
              <a:gd name="connsiteY97" fmla="*/ 4786619 h 6858000"/>
              <a:gd name="connsiteX98" fmla="*/ 6025404 w 6127689"/>
              <a:gd name="connsiteY98" fmla="*/ 4858148 h 6858000"/>
              <a:gd name="connsiteX99" fmla="*/ 6007749 w 6127689"/>
              <a:gd name="connsiteY99" fmla="*/ 4964715 h 6858000"/>
              <a:gd name="connsiteX100" fmla="*/ 6005269 w 6127689"/>
              <a:gd name="connsiteY100" fmla="*/ 5150567 h 6858000"/>
              <a:gd name="connsiteX101" fmla="*/ 6001127 w 6127689"/>
              <a:gd name="connsiteY101" fmla="*/ 5164609 h 6858000"/>
              <a:gd name="connsiteX102" fmla="*/ 5996647 w 6127689"/>
              <a:gd name="connsiteY102" fmla="*/ 5185640 h 6858000"/>
              <a:gd name="connsiteX103" fmla="*/ 5998514 w 6127689"/>
              <a:gd name="connsiteY103" fmla="*/ 5189673 h 6858000"/>
              <a:gd name="connsiteX104" fmla="*/ 5995970 w 6127689"/>
              <a:gd name="connsiteY104" fmla="*/ 5221547 h 6858000"/>
              <a:gd name="connsiteX105" fmla="*/ 6042096 w 6127689"/>
              <a:gd name="connsiteY105" fmla="*/ 5233251 h 6858000"/>
              <a:gd name="connsiteX106" fmla="*/ 6036748 w 6127689"/>
              <a:gd name="connsiteY106" fmla="*/ 5322752 h 6858000"/>
              <a:gd name="connsiteX107" fmla="*/ 6036943 w 6127689"/>
              <a:gd name="connsiteY107" fmla="*/ 5329480 h 6858000"/>
              <a:gd name="connsiteX108" fmla="*/ 6037236 w 6127689"/>
              <a:gd name="connsiteY108" fmla="*/ 5329634 h 6858000"/>
              <a:gd name="connsiteX109" fmla="*/ 6038019 w 6127689"/>
              <a:gd name="connsiteY109" fmla="*/ 5336764 h 6858000"/>
              <a:gd name="connsiteX110" fmla="*/ 6037298 w 6127689"/>
              <a:gd name="connsiteY110" fmla="*/ 5341753 h 6858000"/>
              <a:gd name="connsiteX111" fmla="*/ 6037677 w 6127689"/>
              <a:gd name="connsiteY111" fmla="*/ 5354807 h 6858000"/>
              <a:gd name="connsiteX112" fmla="*/ 6039728 w 6127689"/>
              <a:gd name="connsiteY112" fmla="*/ 5359416 h 6858000"/>
              <a:gd name="connsiteX113" fmla="*/ 6043311 w 6127689"/>
              <a:gd name="connsiteY113" fmla="*/ 5361407 h 6858000"/>
              <a:gd name="connsiteX114" fmla="*/ 6042954 w 6127689"/>
              <a:gd name="connsiteY114" fmla="*/ 5362576 h 6858000"/>
              <a:gd name="connsiteX115" fmla="*/ 6053435 w 6127689"/>
              <a:gd name="connsiteY115" fmla="*/ 5387547 h 6858000"/>
              <a:gd name="connsiteX116" fmla="*/ 6065933 w 6127689"/>
              <a:gd name="connsiteY116" fmla="*/ 5443002 h 6858000"/>
              <a:gd name="connsiteX117" fmla="*/ 6068640 w 6127689"/>
              <a:gd name="connsiteY117" fmla="*/ 5474503 h 6858000"/>
              <a:gd name="connsiteX118" fmla="*/ 6080922 w 6127689"/>
              <a:gd name="connsiteY118" fmla="*/ 5561070 h 6858000"/>
              <a:gd name="connsiteX119" fmla="*/ 6096949 w 6127689"/>
              <a:gd name="connsiteY119" fmla="*/ 5648179 h 6858000"/>
              <a:gd name="connsiteX120" fmla="*/ 6125703 w 6127689"/>
              <a:gd name="connsiteY120" fmla="*/ 5692894 h 6858000"/>
              <a:gd name="connsiteX121" fmla="*/ 6126670 w 6127689"/>
              <a:gd name="connsiteY121" fmla="*/ 5697882 h 6858000"/>
              <a:gd name="connsiteX122" fmla="*/ 6124061 w 6127689"/>
              <a:gd name="connsiteY122" fmla="*/ 5710294 h 6858000"/>
              <a:gd name="connsiteX123" fmla="*/ 6122213 w 6127689"/>
              <a:gd name="connsiteY123" fmla="*/ 5714762 h 6858000"/>
              <a:gd name="connsiteX124" fmla="*/ 6121353 w 6127689"/>
              <a:gd name="connsiteY124" fmla="*/ 5721725 h 6858000"/>
              <a:gd name="connsiteX125" fmla="*/ 6121607 w 6127689"/>
              <a:gd name="connsiteY125" fmla="*/ 5721959 h 6858000"/>
              <a:gd name="connsiteX126" fmla="*/ 6120262 w 6127689"/>
              <a:gd name="connsiteY126" fmla="*/ 5728358 h 6858000"/>
              <a:gd name="connsiteX127" fmla="*/ 6127024 w 6127689"/>
              <a:gd name="connsiteY127" fmla="*/ 5786902 h 6858000"/>
              <a:gd name="connsiteX128" fmla="*/ 6127519 w 6127689"/>
              <a:gd name="connsiteY128" fmla="*/ 5865775 h 6858000"/>
              <a:gd name="connsiteX129" fmla="*/ 6119217 w 6127689"/>
              <a:gd name="connsiteY129" fmla="*/ 5888542 h 6858000"/>
              <a:gd name="connsiteX130" fmla="*/ 6102493 w 6127689"/>
              <a:gd name="connsiteY130" fmla="*/ 5928602 h 6858000"/>
              <a:gd name="connsiteX131" fmla="*/ 6056863 w 6127689"/>
              <a:gd name="connsiteY131" fmla="*/ 6000643 h 6858000"/>
              <a:gd name="connsiteX132" fmla="*/ 6045436 w 6127689"/>
              <a:gd name="connsiteY132" fmla="*/ 6124480 h 6858000"/>
              <a:gd name="connsiteX133" fmla="*/ 6030489 w 6127689"/>
              <a:gd name="connsiteY133" fmla="*/ 6317666 h 6858000"/>
              <a:gd name="connsiteX134" fmla="*/ 6007492 w 6127689"/>
              <a:gd name="connsiteY134" fmla="*/ 6440818 h 6858000"/>
              <a:gd name="connsiteX135" fmla="*/ 6009467 w 6127689"/>
              <a:gd name="connsiteY135" fmla="*/ 6487076 h 6858000"/>
              <a:gd name="connsiteX136" fmla="*/ 5995064 w 6127689"/>
              <a:gd name="connsiteY136" fmla="*/ 6540791 h 6858000"/>
              <a:gd name="connsiteX137" fmla="*/ 5996309 w 6127689"/>
              <a:gd name="connsiteY137" fmla="*/ 6543961 h 6858000"/>
              <a:gd name="connsiteX138" fmla="*/ 5996048 w 6127689"/>
              <a:gd name="connsiteY138" fmla="*/ 6555444 h 6858000"/>
              <a:gd name="connsiteX139" fmla="*/ 6002524 w 6127689"/>
              <a:gd name="connsiteY139" fmla="*/ 6560188 h 6858000"/>
              <a:gd name="connsiteX140" fmla="*/ 6006823 w 6127689"/>
              <a:gd name="connsiteY140" fmla="*/ 6578546 h 6858000"/>
              <a:gd name="connsiteX141" fmla="*/ 6004510 w 6127689"/>
              <a:gd name="connsiteY141" fmla="*/ 6599256 h 6858000"/>
              <a:gd name="connsiteX142" fmla="*/ 5986207 w 6127689"/>
              <a:gd name="connsiteY142" fmla="*/ 6695855 h 6858000"/>
              <a:gd name="connsiteX143" fmla="*/ 5979428 w 6127689"/>
              <a:gd name="connsiteY143" fmla="*/ 6754678 h 6858000"/>
              <a:gd name="connsiteX144" fmla="*/ 5983398 w 6127689"/>
              <a:gd name="connsiteY144" fmla="*/ 6778641 h 6858000"/>
              <a:gd name="connsiteX145" fmla="*/ 5984543 w 6127689"/>
              <a:gd name="connsiteY145" fmla="*/ 6811016 h 6858000"/>
              <a:gd name="connsiteX146" fmla="*/ 5981802 w 6127689"/>
              <a:gd name="connsiteY146" fmla="*/ 6838578 h 6858000"/>
              <a:gd name="connsiteX147" fmla="*/ 5979671 w 6127689"/>
              <a:gd name="connsiteY147" fmla="*/ 6858000 h 6858000"/>
              <a:gd name="connsiteX148" fmla="*/ 0 w 6127689"/>
              <a:gd name="connsiteY148" fmla="*/ 6858000 h 6858000"/>
              <a:gd name="connsiteX149" fmla="*/ 0 w 6127689"/>
              <a:gd name="connsiteY149"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85314 w 6127689"/>
              <a:gd name="connsiteY78" fmla="*/ 4108387 h 6858000"/>
              <a:gd name="connsiteX79" fmla="*/ 5894095 w 6127689"/>
              <a:gd name="connsiteY79" fmla="*/ 4128857 h 6858000"/>
              <a:gd name="connsiteX80" fmla="*/ 5898339 w 6127689"/>
              <a:gd name="connsiteY80" fmla="*/ 4140800 h 6858000"/>
              <a:gd name="connsiteX81" fmla="*/ 5899734 w 6127689"/>
              <a:gd name="connsiteY81" fmla="*/ 4145632 h 6858000"/>
              <a:gd name="connsiteX82" fmla="*/ 5903513 w 6127689"/>
              <a:gd name="connsiteY82" fmla="*/ 4187661 h 6858000"/>
              <a:gd name="connsiteX83" fmla="*/ 5917114 w 6127689"/>
              <a:gd name="connsiteY83" fmla="*/ 4213096 h 6858000"/>
              <a:gd name="connsiteX84" fmla="*/ 5921153 w 6127689"/>
              <a:gd name="connsiteY84" fmla="*/ 4236222 h 6858000"/>
              <a:gd name="connsiteX85" fmla="*/ 5924233 w 6127689"/>
              <a:gd name="connsiteY85" fmla="*/ 4242060 h 6858000"/>
              <a:gd name="connsiteX86" fmla="*/ 5928910 w 6127689"/>
              <a:gd name="connsiteY86" fmla="*/ 4300973 h 6858000"/>
              <a:gd name="connsiteX87" fmla="*/ 5939320 w 6127689"/>
              <a:gd name="connsiteY87" fmla="*/ 4340435 h 6858000"/>
              <a:gd name="connsiteX88" fmla="*/ 5946705 w 6127689"/>
              <a:gd name="connsiteY88" fmla="*/ 4428051 h 6858000"/>
              <a:gd name="connsiteX89" fmla="*/ 5949261 w 6127689"/>
              <a:gd name="connsiteY89" fmla="*/ 4449185 h 6858000"/>
              <a:gd name="connsiteX90" fmla="*/ 5957504 w 6127689"/>
              <a:gd name="connsiteY90" fmla="*/ 4465911 h 6858000"/>
              <a:gd name="connsiteX91" fmla="*/ 5964689 w 6127689"/>
              <a:gd name="connsiteY91" fmla="*/ 4468532 h 6858000"/>
              <a:gd name="connsiteX92" fmla="*/ 5967062 w 6127689"/>
              <a:gd name="connsiteY92" fmla="*/ 4479923 h 6858000"/>
              <a:gd name="connsiteX93" fmla="*/ 5968960 w 6127689"/>
              <a:gd name="connsiteY93" fmla="*/ 4482655 h 6858000"/>
              <a:gd name="connsiteX94" fmla="*/ 5978567 w 6127689"/>
              <a:gd name="connsiteY94" fmla="*/ 4498605 h 6858000"/>
              <a:gd name="connsiteX95" fmla="*/ 5980106 w 6127689"/>
              <a:gd name="connsiteY95" fmla="*/ 4585087 h 6858000"/>
              <a:gd name="connsiteX96" fmla="*/ 5998138 w 6127689"/>
              <a:gd name="connsiteY96" fmla="*/ 4697518 h 6858000"/>
              <a:gd name="connsiteX97" fmla="*/ 6013516 w 6127689"/>
              <a:gd name="connsiteY97" fmla="*/ 4786619 h 6858000"/>
              <a:gd name="connsiteX98" fmla="*/ 6025404 w 6127689"/>
              <a:gd name="connsiteY98" fmla="*/ 4858148 h 6858000"/>
              <a:gd name="connsiteX99" fmla="*/ 6007749 w 6127689"/>
              <a:gd name="connsiteY99" fmla="*/ 4964715 h 6858000"/>
              <a:gd name="connsiteX100" fmla="*/ 6005269 w 6127689"/>
              <a:gd name="connsiteY100" fmla="*/ 5150567 h 6858000"/>
              <a:gd name="connsiteX101" fmla="*/ 6001127 w 6127689"/>
              <a:gd name="connsiteY101" fmla="*/ 5164609 h 6858000"/>
              <a:gd name="connsiteX102" fmla="*/ 5996647 w 6127689"/>
              <a:gd name="connsiteY102" fmla="*/ 5185640 h 6858000"/>
              <a:gd name="connsiteX103" fmla="*/ 5998514 w 6127689"/>
              <a:gd name="connsiteY103" fmla="*/ 5189673 h 6858000"/>
              <a:gd name="connsiteX104" fmla="*/ 5995970 w 6127689"/>
              <a:gd name="connsiteY104" fmla="*/ 5221547 h 6858000"/>
              <a:gd name="connsiteX105" fmla="*/ 6036748 w 6127689"/>
              <a:gd name="connsiteY105" fmla="*/ 5322752 h 6858000"/>
              <a:gd name="connsiteX106" fmla="*/ 6036943 w 6127689"/>
              <a:gd name="connsiteY106" fmla="*/ 5329480 h 6858000"/>
              <a:gd name="connsiteX107" fmla="*/ 6037236 w 6127689"/>
              <a:gd name="connsiteY107" fmla="*/ 5329634 h 6858000"/>
              <a:gd name="connsiteX108" fmla="*/ 6038019 w 6127689"/>
              <a:gd name="connsiteY108" fmla="*/ 5336764 h 6858000"/>
              <a:gd name="connsiteX109" fmla="*/ 6037298 w 6127689"/>
              <a:gd name="connsiteY109" fmla="*/ 5341753 h 6858000"/>
              <a:gd name="connsiteX110" fmla="*/ 6037677 w 6127689"/>
              <a:gd name="connsiteY110" fmla="*/ 5354807 h 6858000"/>
              <a:gd name="connsiteX111" fmla="*/ 6039728 w 6127689"/>
              <a:gd name="connsiteY111" fmla="*/ 5359416 h 6858000"/>
              <a:gd name="connsiteX112" fmla="*/ 6043311 w 6127689"/>
              <a:gd name="connsiteY112" fmla="*/ 5361407 h 6858000"/>
              <a:gd name="connsiteX113" fmla="*/ 6042954 w 6127689"/>
              <a:gd name="connsiteY113" fmla="*/ 5362576 h 6858000"/>
              <a:gd name="connsiteX114" fmla="*/ 6053435 w 6127689"/>
              <a:gd name="connsiteY114" fmla="*/ 5387547 h 6858000"/>
              <a:gd name="connsiteX115" fmla="*/ 6065933 w 6127689"/>
              <a:gd name="connsiteY115" fmla="*/ 5443002 h 6858000"/>
              <a:gd name="connsiteX116" fmla="*/ 6068640 w 6127689"/>
              <a:gd name="connsiteY116" fmla="*/ 5474503 h 6858000"/>
              <a:gd name="connsiteX117" fmla="*/ 6080922 w 6127689"/>
              <a:gd name="connsiteY117" fmla="*/ 5561070 h 6858000"/>
              <a:gd name="connsiteX118" fmla="*/ 6096949 w 6127689"/>
              <a:gd name="connsiteY118" fmla="*/ 5648179 h 6858000"/>
              <a:gd name="connsiteX119" fmla="*/ 6125703 w 6127689"/>
              <a:gd name="connsiteY119" fmla="*/ 5692894 h 6858000"/>
              <a:gd name="connsiteX120" fmla="*/ 6126670 w 6127689"/>
              <a:gd name="connsiteY120" fmla="*/ 5697882 h 6858000"/>
              <a:gd name="connsiteX121" fmla="*/ 6124061 w 6127689"/>
              <a:gd name="connsiteY121" fmla="*/ 5710294 h 6858000"/>
              <a:gd name="connsiteX122" fmla="*/ 6122213 w 6127689"/>
              <a:gd name="connsiteY122" fmla="*/ 5714762 h 6858000"/>
              <a:gd name="connsiteX123" fmla="*/ 6121353 w 6127689"/>
              <a:gd name="connsiteY123" fmla="*/ 5721725 h 6858000"/>
              <a:gd name="connsiteX124" fmla="*/ 6121607 w 6127689"/>
              <a:gd name="connsiteY124" fmla="*/ 5721959 h 6858000"/>
              <a:gd name="connsiteX125" fmla="*/ 6120262 w 6127689"/>
              <a:gd name="connsiteY125" fmla="*/ 5728358 h 6858000"/>
              <a:gd name="connsiteX126" fmla="*/ 6127024 w 6127689"/>
              <a:gd name="connsiteY126" fmla="*/ 5786902 h 6858000"/>
              <a:gd name="connsiteX127" fmla="*/ 6127519 w 6127689"/>
              <a:gd name="connsiteY127" fmla="*/ 5865775 h 6858000"/>
              <a:gd name="connsiteX128" fmla="*/ 6119217 w 6127689"/>
              <a:gd name="connsiteY128" fmla="*/ 5888542 h 6858000"/>
              <a:gd name="connsiteX129" fmla="*/ 6102493 w 6127689"/>
              <a:gd name="connsiteY129" fmla="*/ 5928602 h 6858000"/>
              <a:gd name="connsiteX130" fmla="*/ 6056863 w 6127689"/>
              <a:gd name="connsiteY130" fmla="*/ 6000643 h 6858000"/>
              <a:gd name="connsiteX131" fmla="*/ 6045436 w 6127689"/>
              <a:gd name="connsiteY131" fmla="*/ 6124480 h 6858000"/>
              <a:gd name="connsiteX132" fmla="*/ 6030489 w 6127689"/>
              <a:gd name="connsiteY132" fmla="*/ 6317666 h 6858000"/>
              <a:gd name="connsiteX133" fmla="*/ 6007492 w 6127689"/>
              <a:gd name="connsiteY133" fmla="*/ 6440818 h 6858000"/>
              <a:gd name="connsiteX134" fmla="*/ 6009467 w 6127689"/>
              <a:gd name="connsiteY134" fmla="*/ 6487076 h 6858000"/>
              <a:gd name="connsiteX135" fmla="*/ 5995064 w 6127689"/>
              <a:gd name="connsiteY135" fmla="*/ 6540791 h 6858000"/>
              <a:gd name="connsiteX136" fmla="*/ 5996309 w 6127689"/>
              <a:gd name="connsiteY136" fmla="*/ 6543961 h 6858000"/>
              <a:gd name="connsiteX137" fmla="*/ 5996048 w 6127689"/>
              <a:gd name="connsiteY137" fmla="*/ 6555444 h 6858000"/>
              <a:gd name="connsiteX138" fmla="*/ 6002524 w 6127689"/>
              <a:gd name="connsiteY138" fmla="*/ 6560188 h 6858000"/>
              <a:gd name="connsiteX139" fmla="*/ 6006823 w 6127689"/>
              <a:gd name="connsiteY139" fmla="*/ 6578546 h 6858000"/>
              <a:gd name="connsiteX140" fmla="*/ 6004510 w 6127689"/>
              <a:gd name="connsiteY140" fmla="*/ 6599256 h 6858000"/>
              <a:gd name="connsiteX141" fmla="*/ 5986207 w 6127689"/>
              <a:gd name="connsiteY141" fmla="*/ 6695855 h 6858000"/>
              <a:gd name="connsiteX142" fmla="*/ 5979428 w 6127689"/>
              <a:gd name="connsiteY142" fmla="*/ 6754678 h 6858000"/>
              <a:gd name="connsiteX143" fmla="*/ 5983398 w 6127689"/>
              <a:gd name="connsiteY143" fmla="*/ 6778641 h 6858000"/>
              <a:gd name="connsiteX144" fmla="*/ 5984543 w 6127689"/>
              <a:gd name="connsiteY144" fmla="*/ 6811016 h 6858000"/>
              <a:gd name="connsiteX145" fmla="*/ 5981802 w 6127689"/>
              <a:gd name="connsiteY145" fmla="*/ 6838578 h 6858000"/>
              <a:gd name="connsiteX146" fmla="*/ 5979671 w 6127689"/>
              <a:gd name="connsiteY146" fmla="*/ 6858000 h 6858000"/>
              <a:gd name="connsiteX147" fmla="*/ 0 w 6127689"/>
              <a:gd name="connsiteY147" fmla="*/ 6858000 h 6858000"/>
              <a:gd name="connsiteX148" fmla="*/ 0 w 6127689"/>
              <a:gd name="connsiteY148"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85314 w 6127689"/>
              <a:gd name="connsiteY78" fmla="*/ 4108387 h 6858000"/>
              <a:gd name="connsiteX79" fmla="*/ 5894095 w 6127689"/>
              <a:gd name="connsiteY79" fmla="*/ 4128857 h 6858000"/>
              <a:gd name="connsiteX80" fmla="*/ 5898339 w 6127689"/>
              <a:gd name="connsiteY80" fmla="*/ 4140800 h 6858000"/>
              <a:gd name="connsiteX81" fmla="*/ 5899734 w 6127689"/>
              <a:gd name="connsiteY81" fmla="*/ 4145632 h 6858000"/>
              <a:gd name="connsiteX82" fmla="*/ 5903513 w 6127689"/>
              <a:gd name="connsiteY82" fmla="*/ 4187661 h 6858000"/>
              <a:gd name="connsiteX83" fmla="*/ 5917114 w 6127689"/>
              <a:gd name="connsiteY83" fmla="*/ 4213096 h 6858000"/>
              <a:gd name="connsiteX84" fmla="*/ 5921153 w 6127689"/>
              <a:gd name="connsiteY84" fmla="*/ 4236222 h 6858000"/>
              <a:gd name="connsiteX85" fmla="*/ 5924233 w 6127689"/>
              <a:gd name="connsiteY85" fmla="*/ 4242060 h 6858000"/>
              <a:gd name="connsiteX86" fmla="*/ 5928910 w 6127689"/>
              <a:gd name="connsiteY86" fmla="*/ 4300973 h 6858000"/>
              <a:gd name="connsiteX87" fmla="*/ 5939320 w 6127689"/>
              <a:gd name="connsiteY87" fmla="*/ 4340435 h 6858000"/>
              <a:gd name="connsiteX88" fmla="*/ 5946705 w 6127689"/>
              <a:gd name="connsiteY88" fmla="*/ 4428051 h 6858000"/>
              <a:gd name="connsiteX89" fmla="*/ 5949261 w 6127689"/>
              <a:gd name="connsiteY89" fmla="*/ 4449185 h 6858000"/>
              <a:gd name="connsiteX90" fmla="*/ 5957504 w 6127689"/>
              <a:gd name="connsiteY90" fmla="*/ 4465911 h 6858000"/>
              <a:gd name="connsiteX91" fmla="*/ 5964689 w 6127689"/>
              <a:gd name="connsiteY91" fmla="*/ 4468532 h 6858000"/>
              <a:gd name="connsiteX92" fmla="*/ 5967062 w 6127689"/>
              <a:gd name="connsiteY92" fmla="*/ 4479923 h 6858000"/>
              <a:gd name="connsiteX93" fmla="*/ 5968960 w 6127689"/>
              <a:gd name="connsiteY93" fmla="*/ 4482655 h 6858000"/>
              <a:gd name="connsiteX94" fmla="*/ 5978567 w 6127689"/>
              <a:gd name="connsiteY94" fmla="*/ 4498605 h 6858000"/>
              <a:gd name="connsiteX95" fmla="*/ 5980106 w 6127689"/>
              <a:gd name="connsiteY95" fmla="*/ 4585087 h 6858000"/>
              <a:gd name="connsiteX96" fmla="*/ 5998138 w 6127689"/>
              <a:gd name="connsiteY96" fmla="*/ 4697518 h 6858000"/>
              <a:gd name="connsiteX97" fmla="*/ 6013516 w 6127689"/>
              <a:gd name="connsiteY97" fmla="*/ 4786619 h 6858000"/>
              <a:gd name="connsiteX98" fmla="*/ 6025404 w 6127689"/>
              <a:gd name="connsiteY98" fmla="*/ 4858148 h 6858000"/>
              <a:gd name="connsiteX99" fmla="*/ 6007749 w 6127689"/>
              <a:gd name="connsiteY99" fmla="*/ 4964715 h 6858000"/>
              <a:gd name="connsiteX100" fmla="*/ 6005269 w 6127689"/>
              <a:gd name="connsiteY100" fmla="*/ 5150567 h 6858000"/>
              <a:gd name="connsiteX101" fmla="*/ 6001127 w 6127689"/>
              <a:gd name="connsiteY101" fmla="*/ 5164609 h 6858000"/>
              <a:gd name="connsiteX102" fmla="*/ 5996647 w 6127689"/>
              <a:gd name="connsiteY102" fmla="*/ 5185640 h 6858000"/>
              <a:gd name="connsiteX103" fmla="*/ 5998514 w 6127689"/>
              <a:gd name="connsiteY103" fmla="*/ 5189673 h 6858000"/>
              <a:gd name="connsiteX104" fmla="*/ 6018409 w 6127689"/>
              <a:gd name="connsiteY104" fmla="*/ 5227157 h 6858000"/>
              <a:gd name="connsiteX105" fmla="*/ 6036748 w 6127689"/>
              <a:gd name="connsiteY105" fmla="*/ 5322752 h 6858000"/>
              <a:gd name="connsiteX106" fmla="*/ 6036943 w 6127689"/>
              <a:gd name="connsiteY106" fmla="*/ 5329480 h 6858000"/>
              <a:gd name="connsiteX107" fmla="*/ 6037236 w 6127689"/>
              <a:gd name="connsiteY107" fmla="*/ 5329634 h 6858000"/>
              <a:gd name="connsiteX108" fmla="*/ 6038019 w 6127689"/>
              <a:gd name="connsiteY108" fmla="*/ 5336764 h 6858000"/>
              <a:gd name="connsiteX109" fmla="*/ 6037298 w 6127689"/>
              <a:gd name="connsiteY109" fmla="*/ 5341753 h 6858000"/>
              <a:gd name="connsiteX110" fmla="*/ 6037677 w 6127689"/>
              <a:gd name="connsiteY110" fmla="*/ 5354807 h 6858000"/>
              <a:gd name="connsiteX111" fmla="*/ 6039728 w 6127689"/>
              <a:gd name="connsiteY111" fmla="*/ 5359416 h 6858000"/>
              <a:gd name="connsiteX112" fmla="*/ 6043311 w 6127689"/>
              <a:gd name="connsiteY112" fmla="*/ 5361407 h 6858000"/>
              <a:gd name="connsiteX113" fmla="*/ 6042954 w 6127689"/>
              <a:gd name="connsiteY113" fmla="*/ 5362576 h 6858000"/>
              <a:gd name="connsiteX114" fmla="*/ 6053435 w 6127689"/>
              <a:gd name="connsiteY114" fmla="*/ 5387547 h 6858000"/>
              <a:gd name="connsiteX115" fmla="*/ 6065933 w 6127689"/>
              <a:gd name="connsiteY115" fmla="*/ 5443002 h 6858000"/>
              <a:gd name="connsiteX116" fmla="*/ 6068640 w 6127689"/>
              <a:gd name="connsiteY116" fmla="*/ 5474503 h 6858000"/>
              <a:gd name="connsiteX117" fmla="*/ 6080922 w 6127689"/>
              <a:gd name="connsiteY117" fmla="*/ 5561070 h 6858000"/>
              <a:gd name="connsiteX118" fmla="*/ 6096949 w 6127689"/>
              <a:gd name="connsiteY118" fmla="*/ 5648179 h 6858000"/>
              <a:gd name="connsiteX119" fmla="*/ 6125703 w 6127689"/>
              <a:gd name="connsiteY119" fmla="*/ 5692894 h 6858000"/>
              <a:gd name="connsiteX120" fmla="*/ 6126670 w 6127689"/>
              <a:gd name="connsiteY120" fmla="*/ 5697882 h 6858000"/>
              <a:gd name="connsiteX121" fmla="*/ 6124061 w 6127689"/>
              <a:gd name="connsiteY121" fmla="*/ 5710294 h 6858000"/>
              <a:gd name="connsiteX122" fmla="*/ 6122213 w 6127689"/>
              <a:gd name="connsiteY122" fmla="*/ 5714762 h 6858000"/>
              <a:gd name="connsiteX123" fmla="*/ 6121353 w 6127689"/>
              <a:gd name="connsiteY123" fmla="*/ 5721725 h 6858000"/>
              <a:gd name="connsiteX124" fmla="*/ 6121607 w 6127689"/>
              <a:gd name="connsiteY124" fmla="*/ 5721959 h 6858000"/>
              <a:gd name="connsiteX125" fmla="*/ 6120262 w 6127689"/>
              <a:gd name="connsiteY125" fmla="*/ 5728358 h 6858000"/>
              <a:gd name="connsiteX126" fmla="*/ 6127024 w 6127689"/>
              <a:gd name="connsiteY126" fmla="*/ 5786902 h 6858000"/>
              <a:gd name="connsiteX127" fmla="*/ 6127519 w 6127689"/>
              <a:gd name="connsiteY127" fmla="*/ 5865775 h 6858000"/>
              <a:gd name="connsiteX128" fmla="*/ 6119217 w 6127689"/>
              <a:gd name="connsiteY128" fmla="*/ 5888542 h 6858000"/>
              <a:gd name="connsiteX129" fmla="*/ 6102493 w 6127689"/>
              <a:gd name="connsiteY129" fmla="*/ 5928602 h 6858000"/>
              <a:gd name="connsiteX130" fmla="*/ 6056863 w 6127689"/>
              <a:gd name="connsiteY130" fmla="*/ 6000643 h 6858000"/>
              <a:gd name="connsiteX131" fmla="*/ 6045436 w 6127689"/>
              <a:gd name="connsiteY131" fmla="*/ 6124480 h 6858000"/>
              <a:gd name="connsiteX132" fmla="*/ 6030489 w 6127689"/>
              <a:gd name="connsiteY132" fmla="*/ 6317666 h 6858000"/>
              <a:gd name="connsiteX133" fmla="*/ 6007492 w 6127689"/>
              <a:gd name="connsiteY133" fmla="*/ 6440818 h 6858000"/>
              <a:gd name="connsiteX134" fmla="*/ 6009467 w 6127689"/>
              <a:gd name="connsiteY134" fmla="*/ 6487076 h 6858000"/>
              <a:gd name="connsiteX135" fmla="*/ 5995064 w 6127689"/>
              <a:gd name="connsiteY135" fmla="*/ 6540791 h 6858000"/>
              <a:gd name="connsiteX136" fmla="*/ 5996309 w 6127689"/>
              <a:gd name="connsiteY136" fmla="*/ 6543961 h 6858000"/>
              <a:gd name="connsiteX137" fmla="*/ 5996048 w 6127689"/>
              <a:gd name="connsiteY137" fmla="*/ 6555444 h 6858000"/>
              <a:gd name="connsiteX138" fmla="*/ 6002524 w 6127689"/>
              <a:gd name="connsiteY138" fmla="*/ 6560188 h 6858000"/>
              <a:gd name="connsiteX139" fmla="*/ 6006823 w 6127689"/>
              <a:gd name="connsiteY139" fmla="*/ 6578546 h 6858000"/>
              <a:gd name="connsiteX140" fmla="*/ 6004510 w 6127689"/>
              <a:gd name="connsiteY140" fmla="*/ 6599256 h 6858000"/>
              <a:gd name="connsiteX141" fmla="*/ 5986207 w 6127689"/>
              <a:gd name="connsiteY141" fmla="*/ 6695855 h 6858000"/>
              <a:gd name="connsiteX142" fmla="*/ 5979428 w 6127689"/>
              <a:gd name="connsiteY142" fmla="*/ 6754678 h 6858000"/>
              <a:gd name="connsiteX143" fmla="*/ 5983398 w 6127689"/>
              <a:gd name="connsiteY143" fmla="*/ 6778641 h 6858000"/>
              <a:gd name="connsiteX144" fmla="*/ 5984543 w 6127689"/>
              <a:gd name="connsiteY144" fmla="*/ 6811016 h 6858000"/>
              <a:gd name="connsiteX145" fmla="*/ 5981802 w 6127689"/>
              <a:gd name="connsiteY145" fmla="*/ 6838578 h 6858000"/>
              <a:gd name="connsiteX146" fmla="*/ 5979671 w 6127689"/>
              <a:gd name="connsiteY146" fmla="*/ 6858000 h 6858000"/>
              <a:gd name="connsiteX147" fmla="*/ 0 w 6127689"/>
              <a:gd name="connsiteY147" fmla="*/ 6858000 h 6858000"/>
              <a:gd name="connsiteX148" fmla="*/ 0 w 6127689"/>
              <a:gd name="connsiteY148"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94095 w 6127689"/>
              <a:gd name="connsiteY78" fmla="*/ 4128857 h 6858000"/>
              <a:gd name="connsiteX79" fmla="*/ 5898339 w 6127689"/>
              <a:gd name="connsiteY79" fmla="*/ 4140800 h 6858000"/>
              <a:gd name="connsiteX80" fmla="*/ 5899734 w 6127689"/>
              <a:gd name="connsiteY80" fmla="*/ 4145632 h 6858000"/>
              <a:gd name="connsiteX81" fmla="*/ 5903513 w 6127689"/>
              <a:gd name="connsiteY81" fmla="*/ 4187661 h 6858000"/>
              <a:gd name="connsiteX82" fmla="*/ 5917114 w 6127689"/>
              <a:gd name="connsiteY82" fmla="*/ 4213096 h 6858000"/>
              <a:gd name="connsiteX83" fmla="*/ 5921153 w 6127689"/>
              <a:gd name="connsiteY83" fmla="*/ 4236222 h 6858000"/>
              <a:gd name="connsiteX84" fmla="*/ 5924233 w 6127689"/>
              <a:gd name="connsiteY84" fmla="*/ 4242060 h 6858000"/>
              <a:gd name="connsiteX85" fmla="*/ 5928910 w 6127689"/>
              <a:gd name="connsiteY85" fmla="*/ 4300973 h 6858000"/>
              <a:gd name="connsiteX86" fmla="*/ 5939320 w 6127689"/>
              <a:gd name="connsiteY86" fmla="*/ 4340435 h 6858000"/>
              <a:gd name="connsiteX87" fmla="*/ 5946705 w 6127689"/>
              <a:gd name="connsiteY87" fmla="*/ 4428051 h 6858000"/>
              <a:gd name="connsiteX88" fmla="*/ 5949261 w 6127689"/>
              <a:gd name="connsiteY88" fmla="*/ 4449185 h 6858000"/>
              <a:gd name="connsiteX89" fmla="*/ 5957504 w 6127689"/>
              <a:gd name="connsiteY89" fmla="*/ 4465911 h 6858000"/>
              <a:gd name="connsiteX90" fmla="*/ 5964689 w 6127689"/>
              <a:gd name="connsiteY90" fmla="*/ 4468532 h 6858000"/>
              <a:gd name="connsiteX91" fmla="*/ 5967062 w 6127689"/>
              <a:gd name="connsiteY91" fmla="*/ 4479923 h 6858000"/>
              <a:gd name="connsiteX92" fmla="*/ 5968960 w 6127689"/>
              <a:gd name="connsiteY92" fmla="*/ 4482655 h 6858000"/>
              <a:gd name="connsiteX93" fmla="*/ 5978567 w 6127689"/>
              <a:gd name="connsiteY93" fmla="*/ 4498605 h 6858000"/>
              <a:gd name="connsiteX94" fmla="*/ 5980106 w 6127689"/>
              <a:gd name="connsiteY94" fmla="*/ 4585087 h 6858000"/>
              <a:gd name="connsiteX95" fmla="*/ 5998138 w 6127689"/>
              <a:gd name="connsiteY95" fmla="*/ 4697518 h 6858000"/>
              <a:gd name="connsiteX96" fmla="*/ 6013516 w 6127689"/>
              <a:gd name="connsiteY96" fmla="*/ 4786619 h 6858000"/>
              <a:gd name="connsiteX97" fmla="*/ 6025404 w 6127689"/>
              <a:gd name="connsiteY97" fmla="*/ 4858148 h 6858000"/>
              <a:gd name="connsiteX98" fmla="*/ 6007749 w 6127689"/>
              <a:gd name="connsiteY98" fmla="*/ 4964715 h 6858000"/>
              <a:gd name="connsiteX99" fmla="*/ 6005269 w 6127689"/>
              <a:gd name="connsiteY99" fmla="*/ 5150567 h 6858000"/>
              <a:gd name="connsiteX100" fmla="*/ 6001127 w 6127689"/>
              <a:gd name="connsiteY100" fmla="*/ 5164609 h 6858000"/>
              <a:gd name="connsiteX101" fmla="*/ 5996647 w 6127689"/>
              <a:gd name="connsiteY101" fmla="*/ 5185640 h 6858000"/>
              <a:gd name="connsiteX102" fmla="*/ 5998514 w 6127689"/>
              <a:gd name="connsiteY102" fmla="*/ 5189673 h 6858000"/>
              <a:gd name="connsiteX103" fmla="*/ 6018409 w 6127689"/>
              <a:gd name="connsiteY103" fmla="*/ 5227157 h 6858000"/>
              <a:gd name="connsiteX104" fmla="*/ 6036748 w 6127689"/>
              <a:gd name="connsiteY104" fmla="*/ 5322752 h 6858000"/>
              <a:gd name="connsiteX105" fmla="*/ 6036943 w 6127689"/>
              <a:gd name="connsiteY105" fmla="*/ 5329480 h 6858000"/>
              <a:gd name="connsiteX106" fmla="*/ 6037236 w 6127689"/>
              <a:gd name="connsiteY106" fmla="*/ 5329634 h 6858000"/>
              <a:gd name="connsiteX107" fmla="*/ 6038019 w 6127689"/>
              <a:gd name="connsiteY107" fmla="*/ 5336764 h 6858000"/>
              <a:gd name="connsiteX108" fmla="*/ 6037298 w 6127689"/>
              <a:gd name="connsiteY108" fmla="*/ 5341753 h 6858000"/>
              <a:gd name="connsiteX109" fmla="*/ 6037677 w 6127689"/>
              <a:gd name="connsiteY109" fmla="*/ 5354807 h 6858000"/>
              <a:gd name="connsiteX110" fmla="*/ 6039728 w 6127689"/>
              <a:gd name="connsiteY110" fmla="*/ 5359416 h 6858000"/>
              <a:gd name="connsiteX111" fmla="*/ 6043311 w 6127689"/>
              <a:gd name="connsiteY111" fmla="*/ 5361407 h 6858000"/>
              <a:gd name="connsiteX112" fmla="*/ 6042954 w 6127689"/>
              <a:gd name="connsiteY112" fmla="*/ 5362576 h 6858000"/>
              <a:gd name="connsiteX113" fmla="*/ 6053435 w 6127689"/>
              <a:gd name="connsiteY113" fmla="*/ 5387547 h 6858000"/>
              <a:gd name="connsiteX114" fmla="*/ 6065933 w 6127689"/>
              <a:gd name="connsiteY114" fmla="*/ 5443002 h 6858000"/>
              <a:gd name="connsiteX115" fmla="*/ 6068640 w 6127689"/>
              <a:gd name="connsiteY115" fmla="*/ 5474503 h 6858000"/>
              <a:gd name="connsiteX116" fmla="*/ 6080922 w 6127689"/>
              <a:gd name="connsiteY116" fmla="*/ 5561070 h 6858000"/>
              <a:gd name="connsiteX117" fmla="*/ 6096949 w 6127689"/>
              <a:gd name="connsiteY117" fmla="*/ 5648179 h 6858000"/>
              <a:gd name="connsiteX118" fmla="*/ 6125703 w 6127689"/>
              <a:gd name="connsiteY118" fmla="*/ 5692894 h 6858000"/>
              <a:gd name="connsiteX119" fmla="*/ 6126670 w 6127689"/>
              <a:gd name="connsiteY119" fmla="*/ 5697882 h 6858000"/>
              <a:gd name="connsiteX120" fmla="*/ 6124061 w 6127689"/>
              <a:gd name="connsiteY120" fmla="*/ 5710294 h 6858000"/>
              <a:gd name="connsiteX121" fmla="*/ 6122213 w 6127689"/>
              <a:gd name="connsiteY121" fmla="*/ 5714762 h 6858000"/>
              <a:gd name="connsiteX122" fmla="*/ 6121353 w 6127689"/>
              <a:gd name="connsiteY122" fmla="*/ 5721725 h 6858000"/>
              <a:gd name="connsiteX123" fmla="*/ 6121607 w 6127689"/>
              <a:gd name="connsiteY123" fmla="*/ 5721959 h 6858000"/>
              <a:gd name="connsiteX124" fmla="*/ 6120262 w 6127689"/>
              <a:gd name="connsiteY124" fmla="*/ 5728358 h 6858000"/>
              <a:gd name="connsiteX125" fmla="*/ 6127024 w 6127689"/>
              <a:gd name="connsiteY125" fmla="*/ 5786902 h 6858000"/>
              <a:gd name="connsiteX126" fmla="*/ 6127519 w 6127689"/>
              <a:gd name="connsiteY126" fmla="*/ 5865775 h 6858000"/>
              <a:gd name="connsiteX127" fmla="*/ 6119217 w 6127689"/>
              <a:gd name="connsiteY127" fmla="*/ 5888542 h 6858000"/>
              <a:gd name="connsiteX128" fmla="*/ 6102493 w 6127689"/>
              <a:gd name="connsiteY128" fmla="*/ 5928602 h 6858000"/>
              <a:gd name="connsiteX129" fmla="*/ 6056863 w 6127689"/>
              <a:gd name="connsiteY129" fmla="*/ 6000643 h 6858000"/>
              <a:gd name="connsiteX130" fmla="*/ 6045436 w 6127689"/>
              <a:gd name="connsiteY130" fmla="*/ 6124480 h 6858000"/>
              <a:gd name="connsiteX131" fmla="*/ 6030489 w 6127689"/>
              <a:gd name="connsiteY131" fmla="*/ 6317666 h 6858000"/>
              <a:gd name="connsiteX132" fmla="*/ 6007492 w 6127689"/>
              <a:gd name="connsiteY132" fmla="*/ 6440818 h 6858000"/>
              <a:gd name="connsiteX133" fmla="*/ 6009467 w 6127689"/>
              <a:gd name="connsiteY133" fmla="*/ 6487076 h 6858000"/>
              <a:gd name="connsiteX134" fmla="*/ 5995064 w 6127689"/>
              <a:gd name="connsiteY134" fmla="*/ 6540791 h 6858000"/>
              <a:gd name="connsiteX135" fmla="*/ 5996309 w 6127689"/>
              <a:gd name="connsiteY135" fmla="*/ 6543961 h 6858000"/>
              <a:gd name="connsiteX136" fmla="*/ 5996048 w 6127689"/>
              <a:gd name="connsiteY136" fmla="*/ 6555444 h 6858000"/>
              <a:gd name="connsiteX137" fmla="*/ 6002524 w 6127689"/>
              <a:gd name="connsiteY137" fmla="*/ 6560188 h 6858000"/>
              <a:gd name="connsiteX138" fmla="*/ 6006823 w 6127689"/>
              <a:gd name="connsiteY138" fmla="*/ 6578546 h 6858000"/>
              <a:gd name="connsiteX139" fmla="*/ 6004510 w 6127689"/>
              <a:gd name="connsiteY139" fmla="*/ 6599256 h 6858000"/>
              <a:gd name="connsiteX140" fmla="*/ 5986207 w 6127689"/>
              <a:gd name="connsiteY140" fmla="*/ 6695855 h 6858000"/>
              <a:gd name="connsiteX141" fmla="*/ 5979428 w 6127689"/>
              <a:gd name="connsiteY141" fmla="*/ 6754678 h 6858000"/>
              <a:gd name="connsiteX142" fmla="*/ 5983398 w 6127689"/>
              <a:gd name="connsiteY142" fmla="*/ 6778641 h 6858000"/>
              <a:gd name="connsiteX143" fmla="*/ 5984543 w 6127689"/>
              <a:gd name="connsiteY143" fmla="*/ 6811016 h 6858000"/>
              <a:gd name="connsiteX144" fmla="*/ 5981802 w 6127689"/>
              <a:gd name="connsiteY144" fmla="*/ 6838578 h 6858000"/>
              <a:gd name="connsiteX145" fmla="*/ 5979671 w 6127689"/>
              <a:gd name="connsiteY145" fmla="*/ 6858000 h 6858000"/>
              <a:gd name="connsiteX146" fmla="*/ 0 w 6127689"/>
              <a:gd name="connsiteY146" fmla="*/ 6858000 h 6858000"/>
              <a:gd name="connsiteX147" fmla="*/ 0 w 6127689"/>
              <a:gd name="connsiteY147"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24816 w 6127689"/>
              <a:gd name="connsiteY69" fmla="*/ 3798949 h 6858000"/>
              <a:gd name="connsiteX70" fmla="*/ 5733539 w 6127689"/>
              <a:gd name="connsiteY70" fmla="*/ 3818457 h 6858000"/>
              <a:gd name="connsiteX71" fmla="*/ 5768491 w 6127689"/>
              <a:gd name="connsiteY71" fmla="*/ 3914399 h 6858000"/>
              <a:gd name="connsiteX72" fmla="*/ 5793123 w 6127689"/>
              <a:gd name="connsiteY72" fmla="*/ 3969952 h 6858000"/>
              <a:gd name="connsiteX73" fmla="*/ 5808321 w 6127689"/>
              <a:gd name="connsiteY73" fmla="*/ 3988153 h 6858000"/>
              <a:gd name="connsiteX74" fmla="*/ 5825621 w 6127689"/>
              <a:gd name="connsiteY74" fmla="*/ 4015525 h 6858000"/>
              <a:gd name="connsiteX75" fmla="*/ 5860672 w 6127689"/>
              <a:gd name="connsiteY75" fmla="*/ 4061579 h 6858000"/>
              <a:gd name="connsiteX76" fmla="*/ 5872173 w 6127689"/>
              <a:gd name="connsiteY76" fmla="*/ 4088497 h 6858000"/>
              <a:gd name="connsiteX77" fmla="*/ 5883705 w 6127689"/>
              <a:gd name="connsiteY77" fmla="*/ 4101899 h 6858000"/>
              <a:gd name="connsiteX78" fmla="*/ 5894095 w 6127689"/>
              <a:gd name="connsiteY78" fmla="*/ 4128857 h 6858000"/>
              <a:gd name="connsiteX79" fmla="*/ 5898339 w 6127689"/>
              <a:gd name="connsiteY79" fmla="*/ 4140800 h 6858000"/>
              <a:gd name="connsiteX80" fmla="*/ 5899734 w 6127689"/>
              <a:gd name="connsiteY80" fmla="*/ 4145632 h 6858000"/>
              <a:gd name="connsiteX81" fmla="*/ 5903513 w 6127689"/>
              <a:gd name="connsiteY81" fmla="*/ 4187661 h 6858000"/>
              <a:gd name="connsiteX82" fmla="*/ 5917114 w 6127689"/>
              <a:gd name="connsiteY82" fmla="*/ 4213096 h 6858000"/>
              <a:gd name="connsiteX83" fmla="*/ 5924233 w 6127689"/>
              <a:gd name="connsiteY83" fmla="*/ 4242060 h 6858000"/>
              <a:gd name="connsiteX84" fmla="*/ 5928910 w 6127689"/>
              <a:gd name="connsiteY84" fmla="*/ 4300973 h 6858000"/>
              <a:gd name="connsiteX85" fmla="*/ 5939320 w 6127689"/>
              <a:gd name="connsiteY85" fmla="*/ 4340435 h 6858000"/>
              <a:gd name="connsiteX86" fmla="*/ 5946705 w 6127689"/>
              <a:gd name="connsiteY86" fmla="*/ 4428051 h 6858000"/>
              <a:gd name="connsiteX87" fmla="*/ 5949261 w 6127689"/>
              <a:gd name="connsiteY87" fmla="*/ 4449185 h 6858000"/>
              <a:gd name="connsiteX88" fmla="*/ 5957504 w 6127689"/>
              <a:gd name="connsiteY88" fmla="*/ 4465911 h 6858000"/>
              <a:gd name="connsiteX89" fmla="*/ 5964689 w 6127689"/>
              <a:gd name="connsiteY89" fmla="*/ 4468532 h 6858000"/>
              <a:gd name="connsiteX90" fmla="*/ 5967062 w 6127689"/>
              <a:gd name="connsiteY90" fmla="*/ 4479923 h 6858000"/>
              <a:gd name="connsiteX91" fmla="*/ 5968960 w 6127689"/>
              <a:gd name="connsiteY91" fmla="*/ 4482655 h 6858000"/>
              <a:gd name="connsiteX92" fmla="*/ 5978567 w 6127689"/>
              <a:gd name="connsiteY92" fmla="*/ 4498605 h 6858000"/>
              <a:gd name="connsiteX93" fmla="*/ 5980106 w 6127689"/>
              <a:gd name="connsiteY93" fmla="*/ 4585087 h 6858000"/>
              <a:gd name="connsiteX94" fmla="*/ 5998138 w 6127689"/>
              <a:gd name="connsiteY94" fmla="*/ 4697518 h 6858000"/>
              <a:gd name="connsiteX95" fmla="*/ 6013516 w 6127689"/>
              <a:gd name="connsiteY95" fmla="*/ 4786619 h 6858000"/>
              <a:gd name="connsiteX96" fmla="*/ 6025404 w 6127689"/>
              <a:gd name="connsiteY96" fmla="*/ 4858148 h 6858000"/>
              <a:gd name="connsiteX97" fmla="*/ 6007749 w 6127689"/>
              <a:gd name="connsiteY97" fmla="*/ 4964715 h 6858000"/>
              <a:gd name="connsiteX98" fmla="*/ 6005269 w 6127689"/>
              <a:gd name="connsiteY98" fmla="*/ 5150567 h 6858000"/>
              <a:gd name="connsiteX99" fmla="*/ 6001127 w 6127689"/>
              <a:gd name="connsiteY99" fmla="*/ 5164609 h 6858000"/>
              <a:gd name="connsiteX100" fmla="*/ 5996647 w 6127689"/>
              <a:gd name="connsiteY100" fmla="*/ 5185640 h 6858000"/>
              <a:gd name="connsiteX101" fmla="*/ 5998514 w 6127689"/>
              <a:gd name="connsiteY101" fmla="*/ 5189673 h 6858000"/>
              <a:gd name="connsiteX102" fmla="*/ 6018409 w 6127689"/>
              <a:gd name="connsiteY102" fmla="*/ 5227157 h 6858000"/>
              <a:gd name="connsiteX103" fmla="*/ 6036748 w 6127689"/>
              <a:gd name="connsiteY103" fmla="*/ 5322752 h 6858000"/>
              <a:gd name="connsiteX104" fmla="*/ 6036943 w 6127689"/>
              <a:gd name="connsiteY104" fmla="*/ 5329480 h 6858000"/>
              <a:gd name="connsiteX105" fmla="*/ 6037236 w 6127689"/>
              <a:gd name="connsiteY105" fmla="*/ 5329634 h 6858000"/>
              <a:gd name="connsiteX106" fmla="*/ 6038019 w 6127689"/>
              <a:gd name="connsiteY106" fmla="*/ 5336764 h 6858000"/>
              <a:gd name="connsiteX107" fmla="*/ 6037298 w 6127689"/>
              <a:gd name="connsiteY107" fmla="*/ 5341753 h 6858000"/>
              <a:gd name="connsiteX108" fmla="*/ 6037677 w 6127689"/>
              <a:gd name="connsiteY108" fmla="*/ 5354807 h 6858000"/>
              <a:gd name="connsiteX109" fmla="*/ 6039728 w 6127689"/>
              <a:gd name="connsiteY109" fmla="*/ 5359416 h 6858000"/>
              <a:gd name="connsiteX110" fmla="*/ 6043311 w 6127689"/>
              <a:gd name="connsiteY110" fmla="*/ 5361407 h 6858000"/>
              <a:gd name="connsiteX111" fmla="*/ 6042954 w 6127689"/>
              <a:gd name="connsiteY111" fmla="*/ 5362576 h 6858000"/>
              <a:gd name="connsiteX112" fmla="*/ 6053435 w 6127689"/>
              <a:gd name="connsiteY112" fmla="*/ 5387547 h 6858000"/>
              <a:gd name="connsiteX113" fmla="*/ 6065933 w 6127689"/>
              <a:gd name="connsiteY113" fmla="*/ 5443002 h 6858000"/>
              <a:gd name="connsiteX114" fmla="*/ 6068640 w 6127689"/>
              <a:gd name="connsiteY114" fmla="*/ 5474503 h 6858000"/>
              <a:gd name="connsiteX115" fmla="*/ 6080922 w 6127689"/>
              <a:gd name="connsiteY115" fmla="*/ 5561070 h 6858000"/>
              <a:gd name="connsiteX116" fmla="*/ 6096949 w 6127689"/>
              <a:gd name="connsiteY116" fmla="*/ 5648179 h 6858000"/>
              <a:gd name="connsiteX117" fmla="*/ 6125703 w 6127689"/>
              <a:gd name="connsiteY117" fmla="*/ 5692894 h 6858000"/>
              <a:gd name="connsiteX118" fmla="*/ 6126670 w 6127689"/>
              <a:gd name="connsiteY118" fmla="*/ 5697882 h 6858000"/>
              <a:gd name="connsiteX119" fmla="*/ 6124061 w 6127689"/>
              <a:gd name="connsiteY119" fmla="*/ 5710294 h 6858000"/>
              <a:gd name="connsiteX120" fmla="*/ 6122213 w 6127689"/>
              <a:gd name="connsiteY120" fmla="*/ 5714762 h 6858000"/>
              <a:gd name="connsiteX121" fmla="*/ 6121353 w 6127689"/>
              <a:gd name="connsiteY121" fmla="*/ 5721725 h 6858000"/>
              <a:gd name="connsiteX122" fmla="*/ 6121607 w 6127689"/>
              <a:gd name="connsiteY122" fmla="*/ 5721959 h 6858000"/>
              <a:gd name="connsiteX123" fmla="*/ 6120262 w 6127689"/>
              <a:gd name="connsiteY123" fmla="*/ 5728358 h 6858000"/>
              <a:gd name="connsiteX124" fmla="*/ 6127024 w 6127689"/>
              <a:gd name="connsiteY124" fmla="*/ 5786902 h 6858000"/>
              <a:gd name="connsiteX125" fmla="*/ 6127519 w 6127689"/>
              <a:gd name="connsiteY125" fmla="*/ 5865775 h 6858000"/>
              <a:gd name="connsiteX126" fmla="*/ 6119217 w 6127689"/>
              <a:gd name="connsiteY126" fmla="*/ 5888542 h 6858000"/>
              <a:gd name="connsiteX127" fmla="*/ 6102493 w 6127689"/>
              <a:gd name="connsiteY127" fmla="*/ 5928602 h 6858000"/>
              <a:gd name="connsiteX128" fmla="*/ 6056863 w 6127689"/>
              <a:gd name="connsiteY128" fmla="*/ 6000643 h 6858000"/>
              <a:gd name="connsiteX129" fmla="*/ 6045436 w 6127689"/>
              <a:gd name="connsiteY129" fmla="*/ 6124480 h 6858000"/>
              <a:gd name="connsiteX130" fmla="*/ 6030489 w 6127689"/>
              <a:gd name="connsiteY130" fmla="*/ 6317666 h 6858000"/>
              <a:gd name="connsiteX131" fmla="*/ 6007492 w 6127689"/>
              <a:gd name="connsiteY131" fmla="*/ 6440818 h 6858000"/>
              <a:gd name="connsiteX132" fmla="*/ 6009467 w 6127689"/>
              <a:gd name="connsiteY132" fmla="*/ 6487076 h 6858000"/>
              <a:gd name="connsiteX133" fmla="*/ 5995064 w 6127689"/>
              <a:gd name="connsiteY133" fmla="*/ 6540791 h 6858000"/>
              <a:gd name="connsiteX134" fmla="*/ 5996309 w 6127689"/>
              <a:gd name="connsiteY134" fmla="*/ 6543961 h 6858000"/>
              <a:gd name="connsiteX135" fmla="*/ 5996048 w 6127689"/>
              <a:gd name="connsiteY135" fmla="*/ 6555444 h 6858000"/>
              <a:gd name="connsiteX136" fmla="*/ 6002524 w 6127689"/>
              <a:gd name="connsiteY136" fmla="*/ 6560188 h 6858000"/>
              <a:gd name="connsiteX137" fmla="*/ 6006823 w 6127689"/>
              <a:gd name="connsiteY137" fmla="*/ 6578546 h 6858000"/>
              <a:gd name="connsiteX138" fmla="*/ 6004510 w 6127689"/>
              <a:gd name="connsiteY138" fmla="*/ 6599256 h 6858000"/>
              <a:gd name="connsiteX139" fmla="*/ 5986207 w 6127689"/>
              <a:gd name="connsiteY139" fmla="*/ 6695855 h 6858000"/>
              <a:gd name="connsiteX140" fmla="*/ 5979428 w 6127689"/>
              <a:gd name="connsiteY140" fmla="*/ 6754678 h 6858000"/>
              <a:gd name="connsiteX141" fmla="*/ 5983398 w 6127689"/>
              <a:gd name="connsiteY141" fmla="*/ 6778641 h 6858000"/>
              <a:gd name="connsiteX142" fmla="*/ 5984543 w 6127689"/>
              <a:gd name="connsiteY142" fmla="*/ 6811016 h 6858000"/>
              <a:gd name="connsiteX143" fmla="*/ 5981802 w 6127689"/>
              <a:gd name="connsiteY143" fmla="*/ 6838578 h 6858000"/>
              <a:gd name="connsiteX144" fmla="*/ 5979671 w 6127689"/>
              <a:gd name="connsiteY144" fmla="*/ 6858000 h 6858000"/>
              <a:gd name="connsiteX145" fmla="*/ 0 w 6127689"/>
              <a:gd name="connsiteY145" fmla="*/ 6858000 h 6858000"/>
              <a:gd name="connsiteX146" fmla="*/ 0 w 6127689"/>
              <a:gd name="connsiteY146"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0448 w 6127689"/>
              <a:gd name="connsiteY63" fmla="*/ 3717760 h 6858000"/>
              <a:gd name="connsiteX64" fmla="*/ 5683015 w 6127689"/>
              <a:gd name="connsiteY64" fmla="*/ 3762025 h 6858000"/>
              <a:gd name="connsiteX65" fmla="*/ 5696643 w 6127689"/>
              <a:gd name="connsiteY65" fmla="*/ 3773888 h 6858000"/>
              <a:gd name="connsiteX66" fmla="*/ 5699203 w 6127689"/>
              <a:gd name="connsiteY66" fmla="*/ 3775823 h 6858000"/>
              <a:gd name="connsiteX67" fmla="*/ 5704824 w 6127689"/>
              <a:gd name="connsiteY67" fmla="*/ 3785966 h 6858000"/>
              <a:gd name="connsiteX68" fmla="*/ 5712204 w 6127689"/>
              <a:gd name="connsiteY68" fmla="*/ 3785830 h 6858000"/>
              <a:gd name="connsiteX69" fmla="*/ 5733539 w 6127689"/>
              <a:gd name="connsiteY69" fmla="*/ 3818457 h 6858000"/>
              <a:gd name="connsiteX70" fmla="*/ 5768491 w 6127689"/>
              <a:gd name="connsiteY70" fmla="*/ 3914399 h 6858000"/>
              <a:gd name="connsiteX71" fmla="*/ 5793123 w 6127689"/>
              <a:gd name="connsiteY71" fmla="*/ 3969952 h 6858000"/>
              <a:gd name="connsiteX72" fmla="*/ 5808321 w 6127689"/>
              <a:gd name="connsiteY72" fmla="*/ 3988153 h 6858000"/>
              <a:gd name="connsiteX73" fmla="*/ 5825621 w 6127689"/>
              <a:gd name="connsiteY73" fmla="*/ 4015525 h 6858000"/>
              <a:gd name="connsiteX74" fmla="*/ 5860672 w 6127689"/>
              <a:gd name="connsiteY74" fmla="*/ 4061579 h 6858000"/>
              <a:gd name="connsiteX75" fmla="*/ 5872173 w 6127689"/>
              <a:gd name="connsiteY75" fmla="*/ 4088497 h 6858000"/>
              <a:gd name="connsiteX76" fmla="*/ 5883705 w 6127689"/>
              <a:gd name="connsiteY76" fmla="*/ 4101899 h 6858000"/>
              <a:gd name="connsiteX77" fmla="*/ 5894095 w 6127689"/>
              <a:gd name="connsiteY77" fmla="*/ 4128857 h 6858000"/>
              <a:gd name="connsiteX78" fmla="*/ 5898339 w 6127689"/>
              <a:gd name="connsiteY78" fmla="*/ 4140800 h 6858000"/>
              <a:gd name="connsiteX79" fmla="*/ 5899734 w 6127689"/>
              <a:gd name="connsiteY79" fmla="*/ 4145632 h 6858000"/>
              <a:gd name="connsiteX80" fmla="*/ 5903513 w 6127689"/>
              <a:gd name="connsiteY80" fmla="*/ 4187661 h 6858000"/>
              <a:gd name="connsiteX81" fmla="*/ 5917114 w 6127689"/>
              <a:gd name="connsiteY81" fmla="*/ 4213096 h 6858000"/>
              <a:gd name="connsiteX82" fmla="*/ 5924233 w 6127689"/>
              <a:gd name="connsiteY82" fmla="*/ 4242060 h 6858000"/>
              <a:gd name="connsiteX83" fmla="*/ 5928910 w 6127689"/>
              <a:gd name="connsiteY83" fmla="*/ 4300973 h 6858000"/>
              <a:gd name="connsiteX84" fmla="*/ 5939320 w 6127689"/>
              <a:gd name="connsiteY84" fmla="*/ 4340435 h 6858000"/>
              <a:gd name="connsiteX85" fmla="*/ 5946705 w 6127689"/>
              <a:gd name="connsiteY85" fmla="*/ 4428051 h 6858000"/>
              <a:gd name="connsiteX86" fmla="*/ 5949261 w 6127689"/>
              <a:gd name="connsiteY86" fmla="*/ 4449185 h 6858000"/>
              <a:gd name="connsiteX87" fmla="*/ 5957504 w 6127689"/>
              <a:gd name="connsiteY87" fmla="*/ 4465911 h 6858000"/>
              <a:gd name="connsiteX88" fmla="*/ 5964689 w 6127689"/>
              <a:gd name="connsiteY88" fmla="*/ 4468532 h 6858000"/>
              <a:gd name="connsiteX89" fmla="*/ 5967062 w 6127689"/>
              <a:gd name="connsiteY89" fmla="*/ 4479923 h 6858000"/>
              <a:gd name="connsiteX90" fmla="*/ 5968960 w 6127689"/>
              <a:gd name="connsiteY90" fmla="*/ 4482655 h 6858000"/>
              <a:gd name="connsiteX91" fmla="*/ 5978567 w 6127689"/>
              <a:gd name="connsiteY91" fmla="*/ 4498605 h 6858000"/>
              <a:gd name="connsiteX92" fmla="*/ 5980106 w 6127689"/>
              <a:gd name="connsiteY92" fmla="*/ 4585087 h 6858000"/>
              <a:gd name="connsiteX93" fmla="*/ 5998138 w 6127689"/>
              <a:gd name="connsiteY93" fmla="*/ 4697518 h 6858000"/>
              <a:gd name="connsiteX94" fmla="*/ 6013516 w 6127689"/>
              <a:gd name="connsiteY94" fmla="*/ 4786619 h 6858000"/>
              <a:gd name="connsiteX95" fmla="*/ 6025404 w 6127689"/>
              <a:gd name="connsiteY95" fmla="*/ 4858148 h 6858000"/>
              <a:gd name="connsiteX96" fmla="*/ 6007749 w 6127689"/>
              <a:gd name="connsiteY96" fmla="*/ 4964715 h 6858000"/>
              <a:gd name="connsiteX97" fmla="*/ 6005269 w 6127689"/>
              <a:gd name="connsiteY97" fmla="*/ 5150567 h 6858000"/>
              <a:gd name="connsiteX98" fmla="*/ 6001127 w 6127689"/>
              <a:gd name="connsiteY98" fmla="*/ 5164609 h 6858000"/>
              <a:gd name="connsiteX99" fmla="*/ 5996647 w 6127689"/>
              <a:gd name="connsiteY99" fmla="*/ 5185640 h 6858000"/>
              <a:gd name="connsiteX100" fmla="*/ 5998514 w 6127689"/>
              <a:gd name="connsiteY100" fmla="*/ 5189673 h 6858000"/>
              <a:gd name="connsiteX101" fmla="*/ 6018409 w 6127689"/>
              <a:gd name="connsiteY101" fmla="*/ 5227157 h 6858000"/>
              <a:gd name="connsiteX102" fmla="*/ 6036748 w 6127689"/>
              <a:gd name="connsiteY102" fmla="*/ 5322752 h 6858000"/>
              <a:gd name="connsiteX103" fmla="*/ 6036943 w 6127689"/>
              <a:gd name="connsiteY103" fmla="*/ 5329480 h 6858000"/>
              <a:gd name="connsiteX104" fmla="*/ 6037236 w 6127689"/>
              <a:gd name="connsiteY104" fmla="*/ 5329634 h 6858000"/>
              <a:gd name="connsiteX105" fmla="*/ 6038019 w 6127689"/>
              <a:gd name="connsiteY105" fmla="*/ 5336764 h 6858000"/>
              <a:gd name="connsiteX106" fmla="*/ 6037298 w 6127689"/>
              <a:gd name="connsiteY106" fmla="*/ 5341753 h 6858000"/>
              <a:gd name="connsiteX107" fmla="*/ 6037677 w 6127689"/>
              <a:gd name="connsiteY107" fmla="*/ 5354807 h 6858000"/>
              <a:gd name="connsiteX108" fmla="*/ 6039728 w 6127689"/>
              <a:gd name="connsiteY108" fmla="*/ 5359416 h 6858000"/>
              <a:gd name="connsiteX109" fmla="*/ 6043311 w 6127689"/>
              <a:gd name="connsiteY109" fmla="*/ 5361407 h 6858000"/>
              <a:gd name="connsiteX110" fmla="*/ 6042954 w 6127689"/>
              <a:gd name="connsiteY110" fmla="*/ 5362576 h 6858000"/>
              <a:gd name="connsiteX111" fmla="*/ 6053435 w 6127689"/>
              <a:gd name="connsiteY111" fmla="*/ 5387547 h 6858000"/>
              <a:gd name="connsiteX112" fmla="*/ 6065933 w 6127689"/>
              <a:gd name="connsiteY112" fmla="*/ 5443002 h 6858000"/>
              <a:gd name="connsiteX113" fmla="*/ 6068640 w 6127689"/>
              <a:gd name="connsiteY113" fmla="*/ 5474503 h 6858000"/>
              <a:gd name="connsiteX114" fmla="*/ 6080922 w 6127689"/>
              <a:gd name="connsiteY114" fmla="*/ 5561070 h 6858000"/>
              <a:gd name="connsiteX115" fmla="*/ 6096949 w 6127689"/>
              <a:gd name="connsiteY115" fmla="*/ 5648179 h 6858000"/>
              <a:gd name="connsiteX116" fmla="*/ 6125703 w 6127689"/>
              <a:gd name="connsiteY116" fmla="*/ 5692894 h 6858000"/>
              <a:gd name="connsiteX117" fmla="*/ 6126670 w 6127689"/>
              <a:gd name="connsiteY117" fmla="*/ 5697882 h 6858000"/>
              <a:gd name="connsiteX118" fmla="*/ 6124061 w 6127689"/>
              <a:gd name="connsiteY118" fmla="*/ 5710294 h 6858000"/>
              <a:gd name="connsiteX119" fmla="*/ 6122213 w 6127689"/>
              <a:gd name="connsiteY119" fmla="*/ 5714762 h 6858000"/>
              <a:gd name="connsiteX120" fmla="*/ 6121353 w 6127689"/>
              <a:gd name="connsiteY120" fmla="*/ 5721725 h 6858000"/>
              <a:gd name="connsiteX121" fmla="*/ 6121607 w 6127689"/>
              <a:gd name="connsiteY121" fmla="*/ 5721959 h 6858000"/>
              <a:gd name="connsiteX122" fmla="*/ 6120262 w 6127689"/>
              <a:gd name="connsiteY122" fmla="*/ 5728358 h 6858000"/>
              <a:gd name="connsiteX123" fmla="*/ 6127024 w 6127689"/>
              <a:gd name="connsiteY123" fmla="*/ 5786902 h 6858000"/>
              <a:gd name="connsiteX124" fmla="*/ 6127519 w 6127689"/>
              <a:gd name="connsiteY124" fmla="*/ 5865775 h 6858000"/>
              <a:gd name="connsiteX125" fmla="*/ 6119217 w 6127689"/>
              <a:gd name="connsiteY125" fmla="*/ 5888542 h 6858000"/>
              <a:gd name="connsiteX126" fmla="*/ 6102493 w 6127689"/>
              <a:gd name="connsiteY126" fmla="*/ 5928602 h 6858000"/>
              <a:gd name="connsiteX127" fmla="*/ 6056863 w 6127689"/>
              <a:gd name="connsiteY127" fmla="*/ 6000643 h 6858000"/>
              <a:gd name="connsiteX128" fmla="*/ 6045436 w 6127689"/>
              <a:gd name="connsiteY128" fmla="*/ 6124480 h 6858000"/>
              <a:gd name="connsiteX129" fmla="*/ 6030489 w 6127689"/>
              <a:gd name="connsiteY129" fmla="*/ 6317666 h 6858000"/>
              <a:gd name="connsiteX130" fmla="*/ 6007492 w 6127689"/>
              <a:gd name="connsiteY130" fmla="*/ 6440818 h 6858000"/>
              <a:gd name="connsiteX131" fmla="*/ 6009467 w 6127689"/>
              <a:gd name="connsiteY131" fmla="*/ 6487076 h 6858000"/>
              <a:gd name="connsiteX132" fmla="*/ 5995064 w 6127689"/>
              <a:gd name="connsiteY132" fmla="*/ 6540791 h 6858000"/>
              <a:gd name="connsiteX133" fmla="*/ 5996309 w 6127689"/>
              <a:gd name="connsiteY133" fmla="*/ 6543961 h 6858000"/>
              <a:gd name="connsiteX134" fmla="*/ 5996048 w 6127689"/>
              <a:gd name="connsiteY134" fmla="*/ 6555444 h 6858000"/>
              <a:gd name="connsiteX135" fmla="*/ 6002524 w 6127689"/>
              <a:gd name="connsiteY135" fmla="*/ 6560188 h 6858000"/>
              <a:gd name="connsiteX136" fmla="*/ 6006823 w 6127689"/>
              <a:gd name="connsiteY136" fmla="*/ 6578546 h 6858000"/>
              <a:gd name="connsiteX137" fmla="*/ 6004510 w 6127689"/>
              <a:gd name="connsiteY137" fmla="*/ 6599256 h 6858000"/>
              <a:gd name="connsiteX138" fmla="*/ 5986207 w 6127689"/>
              <a:gd name="connsiteY138" fmla="*/ 6695855 h 6858000"/>
              <a:gd name="connsiteX139" fmla="*/ 5979428 w 6127689"/>
              <a:gd name="connsiteY139" fmla="*/ 6754678 h 6858000"/>
              <a:gd name="connsiteX140" fmla="*/ 5983398 w 6127689"/>
              <a:gd name="connsiteY140" fmla="*/ 6778641 h 6858000"/>
              <a:gd name="connsiteX141" fmla="*/ 5984543 w 6127689"/>
              <a:gd name="connsiteY141" fmla="*/ 6811016 h 6858000"/>
              <a:gd name="connsiteX142" fmla="*/ 5981802 w 6127689"/>
              <a:gd name="connsiteY142" fmla="*/ 6838578 h 6858000"/>
              <a:gd name="connsiteX143" fmla="*/ 5979671 w 6127689"/>
              <a:gd name="connsiteY143" fmla="*/ 6858000 h 6858000"/>
              <a:gd name="connsiteX144" fmla="*/ 0 w 6127689"/>
              <a:gd name="connsiteY144" fmla="*/ 6858000 h 6858000"/>
              <a:gd name="connsiteX145" fmla="*/ 0 w 6127689"/>
              <a:gd name="connsiteY145"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3015 w 6127689"/>
              <a:gd name="connsiteY63" fmla="*/ 3762025 h 6858000"/>
              <a:gd name="connsiteX64" fmla="*/ 5696643 w 6127689"/>
              <a:gd name="connsiteY64" fmla="*/ 3773888 h 6858000"/>
              <a:gd name="connsiteX65" fmla="*/ 5699203 w 6127689"/>
              <a:gd name="connsiteY65" fmla="*/ 3775823 h 6858000"/>
              <a:gd name="connsiteX66" fmla="*/ 5704824 w 6127689"/>
              <a:gd name="connsiteY66" fmla="*/ 3785966 h 6858000"/>
              <a:gd name="connsiteX67" fmla="*/ 5712204 w 6127689"/>
              <a:gd name="connsiteY67" fmla="*/ 3785830 h 6858000"/>
              <a:gd name="connsiteX68" fmla="*/ 5733539 w 6127689"/>
              <a:gd name="connsiteY68" fmla="*/ 3818457 h 6858000"/>
              <a:gd name="connsiteX69" fmla="*/ 5768491 w 6127689"/>
              <a:gd name="connsiteY69" fmla="*/ 3914399 h 6858000"/>
              <a:gd name="connsiteX70" fmla="*/ 5793123 w 6127689"/>
              <a:gd name="connsiteY70" fmla="*/ 3969952 h 6858000"/>
              <a:gd name="connsiteX71" fmla="*/ 5808321 w 6127689"/>
              <a:gd name="connsiteY71" fmla="*/ 3988153 h 6858000"/>
              <a:gd name="connsiteX72" fmla="*/ 5825621 w 6127689"/>
              <a:gd name="connsiteY72" fmla="*/ 4015525 h 6858000"/>
              <a:gd name="connsiteX73" fmla="*/ 5860672 w 6127689"/>
              <a:gd name="connsiteY73" fmla="*/ 4061579 h 6858000"/>
              <a:gd name="connsiteX74" fmla="*/ 5872173 w 6127689"/>
              <a:gd name="connsiteY74" fmla="*/ 4088497 h 6858000"/>
              <a:gd name="connsiteX75" fmla="*/ 5883705 w 6127689"/>
              <a:gd name="connsiteY75" fmla="*/ 4101899 h 6858000"/>
              <a:gd name="connsiteX76" fmla="*/ 5894095 w 6127689"/>
              <a:gd name="connsiteY76" fmla="*/ 4128857 h 6858000"/>
              <a:gd name="connsiteX77" fmla="*/ 5898339 w 6127689"/>
              <a:gd name="connsiteY77" fmla="*/ 4140800 h 6858000"/>
              <a:gd name="connsiteX78" fmla="*/ 5899734 w 6127689"/>
              <a:gd name="connsiteY78" fmla="*/ 4145632 h 6858000"/>
              <a:gd name="connsiteX79" fmla="*/ 5903513 w 6127689"/>
              <a:gd name="connsiteY79" fmla="*/ 4187661 h 6858000"/>
              <a:gd name="connsiteX80" fmla="*/ 5917114 w 6127689"/>
              <a:gd name="connsiteY80" fmla="*/ 4213096 h 6858000"/>
              <a:gd name="connsiteX81" fmla="*/ 5924233 w 6127689"/>
              <a:gd name="connsiteY81" fmla="*/ 4242060 h 6858000"/>
              <a:gd name="connsiteX82" fmla="*/ 5928910 w 6127689"/>
              <a:gd name="connsiteY82" fmla="*/ 4300973 h 6858000"/>
              <a:gd name="connsiteX83" fmla="*/ 5939320 w 6127689"/>
              <a:gd name="connsiteY83" fmla="*/ 4340435 h 6858000"/>
              <a:gd name="connsiteX84" fmla="*/ 5946705 w 6127689"/>
              <a:gd name="connsiteY84" fmla="*/ 4428051 h 6858000"/>
              <a:gd name="connsiteX85" fmla="*/ 5949261 w 6127689"/>
              <a:gd name="connsiteY85" fmla="*/ 4449185 h 6858000"/>
              <a:gd name="connsiteX86" fmla="*/ 5957504 w 6127689"/>
              <a:gd name="connsiteY86" fmla="*/ 4465911 h 6858000"/>
              <a:gd name="connsiteX87" fmla="*/ 5964689 w 6127689"/>
              <a:gd name="connsiteY87" fmla="*/ 4468532 h 6858000"/>
              <a:gd name="connsiteX88" fmla="*/ 5967062 w 6127689"/>
              <a:gd name="connsiteY88" fmla="*/ 4479923 h 6858000"/>
              <a:gd name="connsiteX89" fmla="*/ 5968960 w 6127689"/>
              <a:gd name="connsiteY89" fmla="*/ 4482655 h 6858000"/>
              <a:gd name="connsiteX90" fmla="*/ 5978567 w 6127689"/>
              <a:gd name="connsiteY90" fmla="*/ 4498605 h 6858000"/>
              <a:gd name="connsiteX91" fmla="*/ 5980106 w 6127689"/>
              <a:gd name="connsiteY91" fmla="*/ 4585087 h 6858000"/>
              <a:gd name="connsiteX92" fmla="*/ 5998138 w 6127689"/>
              <a:gd name="connsiteY92" fmla="*/ 4697518 h 6858000"/>
              <a:gd name="connsiteX93" fmla="*/ 6013516 w 6127689"/>
              <a:gd name="connsiteY93" fmla="*/ 4786619 h 6858000"/>
              <a:gd name="connsiteX94" fmla="*/ 6025404 w 6127689"/>
              <a:gd name="connsiteY94" fmla="*/ 4858148 h 6858000"/>
              <a:gd name="connsiteX95" fmla="*/ 6007749 w 6127689"/>
              <a:gd name="connsiteY95" fmla="*/ 4964715 h 6858000"/>
              <a:gd name="connsiteX96" fmla="*/ 6005269 w 6127689"/>
              <a:gd name="connsiteY96" fmla="*/ 5150567 h 6858000"/>
              <a:gd name="connsiteX97" fmla="*/ 6001127 w 6127689"/>
              <a:gd name="connsiteY97" fmla="*/ 5164609 h 6858000"/>
              <a:gd name="connsiteX98" fmla="*/ 5996647 w 6127689"/>
              <a:gd name="connsiteY98" fmla="*/ 5185640 h 6858000"/>
              <a:gd name="connsiteX99" fmla="*/ 5998514 w 6127689"/>
              <a:gd name="connsiteY99" fmla="*/ 5189673 h 6858000"/>
              <a:gd name="connsiteX100" fmla="*/ 6018409 w 6127689"/>
              <a:gd name="connsiteY100" fmla="*/ 5227157 h 6858000"/>
              <a:gd name="connsiteX101" fmla="*/ 6036748 w 6127689"/>
              <a:gd name="connsiteY101" fmla="*/ 5322752 h 6858000"/>
              <a:gd name="connsiteX102" fmla="*/ 6036943 w 6127689"/>
              <a:gd name="connsiteY102" fmla="*/ 5329480 h 6858000"/>
              <a:gd name="connsiteX103" fmla="*/ 6037236 w 6127689"/>
              <a:gd name="connsiteY103" fmla="*/ 5329634 h 6858000"/>
              <a:gd name="connsiteX104" fmla="*/ 6038019 w 6127689"/>
              <a:gd name="connsiteY104" fmla="*/ 5336764 h 6858000"/>
              <a:gd name="connsiteX105" fmla="*/ 6037298 w 6127689"/>
              <a:gd name="connsiteY105" fmla="*/ 5341753 h 6858000"/>
              <a:gd name="connsiteX106" fmla="*/ 6037677 w 6127689"/>
              <a:gd name="connsiteY106" fmla="*/ 5354807 h 6858000"/>
              <a:gd name="connsiteX107" fmla="*/ 6039728 w 6127689"/>
              <a:gd name="connsiteY107" fmla="*/ 5359416 h 6858000"/>
              <a:gd name="connsiteX108" fmla="*/ 6043311 w 6127689"/>
              <a:gd name="connsiteY108" fmla="*/ 5361407 h 6858000"/>
              <a:gd name="connsiteX109" fmla="*/ 6042954 w 6127689"/>
              <a:gd name="connsiteY109" fmla="*/ 5362576 h 6858000"/>
              <a:gd name="connsiteX110" fmla="*/ 6053435 w 6127689"/>
              <a:gd name="connsiteY110" fmla="*/ 5387547 h 6858000"/>
              <a:gd name="connsiteX111" fmla="*/ 6065933 w 6127689"/>
              <a:gd name="connsiteY111" fmla="*/ 5443002 h 6858000"/>
              <a:gd name="connsiteX112" fmla="*/ 6068640 w 6127689"/>
              <a:gd name="connsiteY112" fmla="*/ 5474503 h 6858000"/>
              <a:gd name="connsiteX113" fmla="*/ 6080922 w 6127689"/>
              <a:gd name="connsiteY113" fmla="*/ 5561070 h 6858000"/>
              <a:gd name="connsiteX114" fmla="*/ 6096949 w 6127689"/>
              <a:gd name="connsiteY114" fmla="*/ 5648179 h 6858000"/>
              <a:gd name="connsiteX115" fmla="*/ 6125703 w 6127689"/>
              <a:gd name="connsiteY115" fmla="*/ 5692894 h 6858000"/>
              <a:gd name="connsiteX116" fmla="*/ 6126670 w 6127689"/>
              <a:gd name="connsiteY116" fmla="*/ 5697882 h 6858000"/>
              <a:gd name="connsiteX117" fmla="*/ 6124061 w 6127689"/>
              <a:gd name="connsiteY117" fmla="*/ 5710294 h 6858000"/>
              <a:gd name="connsiteX118" fmla="*/ 6122213 w 6127689"/>
              <a:gd name="connsiteY118" fmla="*/ 5714762 h 6858000"/>
              <a:gd name="connsiteX119" fmla="*/ 6121353 w 6127689"/>
              <a:gd name="connsiteY119" fmla="*/ 5721725 h 6858000"/>
              <a:gd name="connsiteX120" fmla="*/ 6121607 w 6127689"/>
              <a:gd name="connsiteY120" fmla="*/ 5721959 h 6858000"/>
              <a:gd name="connsiteX121" fmla="*/ 6120262 w 6127689"/>
              <a:gd name="connsiteY121" fmla="*/ 5728358 h 6858000"/>
              <a:gd name="connsiteX122" fmla="*/ 6127024 w 6127689"/>
              <a:gd name="connsiteY122" fmla="*/ 5786902 h 6858000"/>
              <a:gd name="connsiteX123" fmla="*/ 6127519 w 6127689"/>
              <a:gd name="connsiteY123" fmla="*/ 5865775 h 6858000"/>
              <a:gd name="connsiteX124" fmla="*/ 6119217 w 6127689"/>
              <a:gd name="connsiteY124" fmla="*/ 5888542 h 6858000"/>
              <a:gd name="connsiteX125" fmla="*/ 6102493 w 6127689"/>
              <a:gd name="connsiteY125" fmla="*/ 5928602 h 6858000"/>
              <a:gd name="connsiteX126" fmla="*/ 6056863 w 6127689"/>
              <a:gd name="connsiteY126" fmla="*/ 6000643 h 6858000"/>
              <a:gd name="connsiteX127" fmla="*/ 6045436 w 6127689"/>
              <a:gd name="connsiteY127" fmla="*/ 6124480 h 6858000"/>
              <a:gd name="connsiteX128" fmla="*/ 6030489 w 6127689"/>
              <a:gd name="connsiteY128" fmla="*/ 6317666 h 6858000"/>
              <a:gd name="connsiteX129" fmla="*/ 6007492 w 6127689"/>
              <a:gd name="connsiteY129" fmla="*/ 6440818 h 6858000"/>
              <a:gd name="connsiteX130" fmla="*/ 6009467 w 6127689"/>
              <a:gd name="connsiteY130" fmla="*/ 6487076 h 6858000"/>
              <a:gd name="connsiteX131" fmla="*/ 5995064 w 6127689"/>
              <a:gd name="connsiteY131" fmla="*/ 6540791 h 6858000"/>
              <a:gd name="connsiteX132" fmla="*/ 5996309 w 6127689"/>
              <a:gd name="connsiteY132" fmla="*/ 6543961 h 6858000"/>
              <a:gd name="connsiteX133" fmla="*/ 5996048 w 6127689"/>
              <a:gd name="connsiteY133" fmla="*/ 6555444 h 6858000"/>
              <a:gd name="connsiteX134" fmla="*/ 6002524 w 6127689"/>
              <a:gd name="connsiteY134" fmla="*/ 6560188 h 6858000"/>
              <a:gd name="connsiteX135" fmla="*/ 6006823 w 6127689"/>
              <a:gd name="connsiteY135" fmla="*/ 6578546 h 6858000"/>
              <a:gd name="connsiteX136" fmla="*/ 6004510 w 6127689"/>
              <a:gd name="connsiteY136" fmla="*/ 6599256 h 6858000"/>
              <a:gd name="connsiteX137" fmla="*/ 5986207 w 6127689"/>
              <a:gd name="connsiteY137" fmla="*/ 6695855 h 6858000"/>
              <a:gd name="connsiteX138" fmla="*/ 5979428 w 6127689"/>
              <a:gd name="connsiteY138" fmla="*/ 6754678 h 6858000"/>
              <a:gd name="connsiteX139" fmla="*/ 5983398 w 6127689"/>
              <a:gd name="connsiteY139" fmla="*/ 6778641 h 6858000"/>
              <a:gd name="connsiteX140" fmla="*/ 5984543 w 6127689"/>
              <a:gd name="connsiteY140" fmla="*/ 6811016 h 6858000"/>
              <a:gd name="connsiteX141" fmla="*/ 5981802 w 6127689"/>
              <a:gd name="connsiteY141" fmla="*/ 6838578 h 6858000"/>
              <a:gd name="connsiteX142" fmla="*/ 5979671 w 6127689"/>
              <a:gd name="connsiteY142" fmla="*/ 6858000 h 6858000"/>
              <a:gd name="connsiteX143" fmla="*/ 0 w 6127689"/>
              <a:gd name="connsiteY143" fmla="*/ 6858000 h 6858000"/>
              <a:gd name="connsiteX144" fmla="*/ 0 w 6127689"/>
              <a:gd name="connsiteY144"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3015 w 6127689"/>
              <a:gd name="connsiteY63" fmla="*/ 3762025 h 6858000"/>
              <a:gd name="connsiteX64" fmla="*/ 5696643 w 6127689"/>
              <a:gd name="connsiteY64" fmla="*/ 3773888 h 6858000"/>
              <a:gd name="connsiteX65" fmla="*/ 5699203 w 6127689"/>
              <a:gd name="connsiteY65" fmla="*/ 3775823 h 6858000"/>
              <a:gd name="connsiteX66" fmla="*/ 5704824 w 6127689"/>
              <a:gd name="connsiteY66" fmla="*/ 3785966 h 6858000"/>
              <a:gd name="connsiteX67" fmla="*/ 5733539 w 6127689"/>
              <a:gd name="connsiteY67" fmla="*/ 3818457 h 6858000"/>
              <a:gd name="connsiteX68" fmla="*/ 5768491 w 6127689"/>
              <a:gd name="connsiteY68" fmla="*/ 3914399 h 6858000"/>
              <a:gd name="connsiteX69" fmla="*/ 5793123 w 6127689"/>
              <a:gd name="connsiteY69" fmla="*/ 3969952 h 6858000"/>
              <a:gd name="connsiteX70" fmla="*/ 5808321 w 6127689"/>
              <a:gd name="connsiteY70" fmla="*/ 3988153 h 6858000"/>
              <a:gd name="connsiteX71" fmla="*/ 5825621 w 6127689"/>
              <a:gd name="connsiteY71" fmla="*/ 4015525 h 6858000"/>
              <a:gd name="connsiteX72" fmla="*/ 5860672 w 6127689"/>
              <a:gd name="connsiteY72" fmla="*/ 4061579 h 6858000"/>
              <a:gd name="connsiteX73" fmla="*/ 5872173 w 6127689"/>
              <a:gd name="connsiteY73" fmla="*/ 4088497 h 6858000"/>
              <a:gd name="connsiteX74" fmla="*/ 5883705 w 6127689"/>
              <a:gd name="connsiteY74" fmla="*/ 4101899 h 6858000"/>
              <a:gd name="connsiteX75" fmla="*/ 5894095 w 6127689"/>
              <a:gd name="connsiteY75" fmla="*/ 4128857 h 6858000"/>
              <a:gd name="connsiteX76" fmla="*/ 5898339 w 6127689"/>
              <a:gd name="connsiteY76" fmla="*/ 4140800 h 6858000"/>
              <a:gd name="connsiteX77" fmla="*/ 5899734 w 6127689"/>
              <a:gd name="connsiteY77" fmla="*/ 4145632 h 6858000"/>
              <a:gd name="connsiteX78" fmla="*/ 5903513 w 6127689"/>
              <a:gd name="connsiteY78" fmla="*/ 4187661 h 6858000"/>
              <a:gd name="connsiteX79" fmla="*/ 5917114 w 6127689"/>
              <a:gd name="connsiteY79" fmla="*/ 4213096 h 6858000"/>
              <a:gd name="connsiteX80" fmla="*/ 5924233 w 6127689"/>
              <a:gd name="connsiteY80" fmla="*/ 4242060 h 6858000"/>
              <a:gd name="connsiteX81" fmla="*/ 5928910 w 6127689"/>
              <a:gd name="connsiteY81" fmla="*/ 4300973 h 6858000"/>
              <a:gd name="connsiteX82" fmla="*/ 5939320 w 6127689"/>
              <a:gd name="connsiteY82" fmla="*/ 4340435 h 6858000"/>
              <a:gd name="connsiteX83" fmla="*/ 5946705 w 6127689"/>
              <a:gd name="connsiteY83" fmla="*/ 4428051 h 6858000"/>
              <a:gd name="connsiteX84" fmla="*/ 5949261 w 6127689"/>
              <a:gd name="connsiteY84" fmla="*/ 4449185 h 6858000"/>
              <a:gd name="connsiteX85" fmla="*/ 5957504 w 6127689"/>
              <a:gd name="connsiteY85" fmla="*/ 4465911 h 6858000"/>
              <a:gd name="connsiteX86" fmla="*/ 5964689 w 6127689"/>
              <a:gd name="connsiteY86" fmla="*/ 4468532 h 6858000"/>
              <a:gd name="connsiteX87" fmla="*/ 5967062 w 6127689"/>
              <a:gd name="connsiteY87" fmla="*/ 4479923 h 6858000"/>
              <a:gd name="connsiteX88" fmla="*/ 5968960 w 6127689"/>
              <a:gd name="connsiteY88" fmla="*/ 4482655 h 6858000"/>
              <a:gd name="connsiteX89" fmla="*/ 5978567 w 6127689"/>
              <a:gd name="connsiteY89" fmla="*/ 4498605 h 6858000"/>
              <a:gd name="connsiteX90" fmla="*/ 5980106 w 6127689"/>
              <a:gd name="connsiteY90" fmla="*/ 4585087 h 6858000"/>
              <a:gd name="connsiteX91" fmla="*/ 5998138 w 6127689"/>
              <a:gd name="connsiteY91" fmla="*/ 4697518 h 6858000"/>
              <a:gd name="connsiteX92" fmla="*/ 6013516 w 6127689"/>
              <a:gd name="connsiteY92" fmla="*/ 4786619 h 6858000"/>
              <a:gd name="connsiteX93" fmla="*/ 6025404 w 6127689"/>
              <a:gd name="connsiteY93" fmla="*/ 4858148 h 6858000"/>
              <a:gd name="connsiteX94" fmla="*/ 6007749 w 6127689"/>
              <a:gd name="connsiteY94" fmla="*/ 4964715 h 6858000"/>
              <a:gd name="connsiteX95" fmla="*/ 6005269 w 6127689"/>
              <a:gd name="connsiteY95" fmla="*/ 5150567 h 6858000"/>
              <a:gd name="connsiteX96" fmla="*/ 6001127 w 6127689"/>
              <a:gd name="connsiteY96" fmla="*/ 5164609 h 6858000"/>
              <a:gd name="connsiteX97" fmla="*/ 5996647 w 6127689"/>
              <a:gd name="connsiteY97" fmla="*/ 5185640 h 6858000"/>
              <a:gd name="connsiteX98" fmla="*/ 5998514 w 6127689"/>
              <a:gd name="connsiteY98" fmla="*/ 5189673 h 6858000"/>
              <a:gd name="connsiteX99" fmla="*/ 6018409 w 6127689"/>
              <a:gd name="connsiteY99" fmla="*/ 5227157 h 6858000"/>
              <a:gd name="connsiteX100" fmla="*/ 6036748 w 6127689"/>
              <a:gd name="connsiteY100" fmla="*/ 5322752 h 6858000"/>
              <a:gd name="connsiteX101" fmla="*/ 6036943 w 6127689"/>
              <a:gd name="connsiteY101" fmla="*/ 5329480 h 6858000"/>
              <a:gd name="connsiteX102" fmla="*/ 6037236 w 6127689"/>
              <a:gd name="connsiteY102" fmla="*/ 5329634 h 6858000"/>
              <a:gd name="connsiteX103" fmla="*/ 6038019 w 6127689"/>
              <a:gd name="connsiteY103" fmla="*/ 5336764 h 6858000"/>
              <a:gd name="connsiteX104" fmla="*/ 6037298 w 6127689"/>
              <a:gd name="connsiteY104" fmla="*/ 5341753 h 6858000"/>
              <a:gd name="connsiteX105" fmla="*/ 6037677 w 6127689"/>
              <a:gd name="connsiteY105" fmla="*/ 5354807 h 6858000"/>
              <a:gd name="connsiteX106" fmla="*/ 6039728 w 6127689"/>
              <a:gd name="connsiteY106" fmla="*/ 5359416 h 6858000"/>
              <a:gd name="connsiteX107" fmla="*/ 6043311 w 6127689"/>
              <a:gd name="connsiteY107" fmla="*/ 5361407 h 6858000"/>
              <a:gd name="connsiteX108" fmla="*/ 6042954 w 6127689"/>
              <a:gd name="connsiteY108" fmla="*/ 5362576 h 6858000"/>
              <a:gd name="connsiteX109" fmla="*/ 6053435 w 6127689"/>
              <a:gd name="connsiteY109" fmla="*/ 5387547 h 6858000"/>
              <a:gd name="connsiteX110" fmla="*/ 6065933 w 6127689"/>
              <a:gd name="connsiteY110" fmla="*/ 5443002 h 6858000"/>
              <a:gd name="connsiteX111" fmla="*/ 6068640 w 6127689"/>
              <a:gd name="connsiteY111" fmla="*/ 5474503 h 6858000"/>
              <a:gd name="connsiteX112" fmla="*/ 6080922 w 6127689"/>
              <a:gd name="connsiteY112" fmla="*/ 5561070 h 6858000"/>
              <a:gd name="connsiteX113" fmla="*/ 6096949 w 6127689"/>
              <a:gd name="connsiteY113" fmla="*/ 5648179 h 6858000"/>
              <a:gd name="connsiteX114" fmla="*/ 6125703 w 6127689"/>
              <a:gd name="connsiteY114" fmla="*/ 5692894 h 6858000"/>
              <a:gd name="connsiteX115" fmla="*/ 6126670 w 6127689"/>
              <a:gd name="connsiteY115" fmla="*/ 5697882 h 6858000"/>
              <a:gd name="connsiteX116" fmla="*/ 6124061 w 6127689"/>
              <a:gd name="connsiteY116" fmla="*/ 5710294 h 6858000"/>
              <a:gd name="connsiteX117" fmla="*/ 6122213 w 6127689"/>
              <a:gd name="connsiteY117" fmla="*/ 5714762 h 6858000"/>
              <a:gd name="connsiteX118" fmla="*/ 6121353 w 6127689"/>
              <a:gd name="connsiteY118" fmla="*/ 5721725 h 6858000"/>
              <a:gd name="connsiteX119" fmla="*/ 6121607 w 6127689"/>
              <a:gd name="connsiteY119" fmla="*/ 5721959 h 6858000"/>
              <a:gd name="connsiteX120" fmla="*/ 6120262 w 6127689"/>
              <a:gd name="connsiteY120" fmla="*/ 5728358 h 6858000"/>
              <a:gd name="connsiteX121" fmla="*/ 6127024 w 6127689"/>
              <a:gd name="connsiteY121" fmla="*/ 5786902 h 6858000"/>
              <a:gd name="connsiteX122" fmla="*/ 6127519 w 6127689"/>
              <a:gd name="connsiteY122" fmla="*/ 5865775 h 6858000"/>
              <a:gd name="connsiteX123" fmla="*/ 6119217 w 6127689"/>
              <a:gd name="connsiteY123" fmla="*/ 5888542 h 6858000"/>
              <a:gd name="connsiteX124" fmla="*/ 6102493 w 6127689"/>
              <a:gd name="connsiteY124" fmla="*/ 5928602 h 6858000"/>
              <a:gd name="connsiteX125" fmla="*/ 6056863 w 6127689"/>
              <a:gd name="connsiteY125" fmla="*/ 6000643 h 6858000"/>
              <a:gd name="connsiteX126" fmla="*/ 6045436 w 6127689"/>
              <a:gd name="connsiteY126" fmla="*/ 6124480 h 6858000"/>
              <a:gd name="connsiteX127" fmla="*/ 6030489 w 6127689"/>
              <a:gd name="connsiteY127" fmla="*/ 6317666 h 6858000"/>
              <a:gd name="connsiteX128" fmla="*/ 6007492 w 6127689"/>
              <a:gd name="connsiteY128" fmla="*/ 6440818 h 6858000"/>
              <a:gd name="connsiteX129" fmla="*/ 6009467 w 6127689"/>
              <a:gd name="connsiteY129" fmla="*/ 6487076 h 6858000"/>
              <a:gd name="connsiteX130" fmla="*/ 5995064 w 6127689"/>
              <a:gd name="connsiteY130" fmla="*/ 6540791 h 6858000"/>
              <a:gd name="connsiteX131" fmla="*/ 5996309 w 6127689"/>
              <a:gd name="connsiteY131" fmla="*/ 6543961 h 6858000"/>
              <a:gd name="connsiteX132" fmla="*/ 5996048 w 6127689"/>
              <a:gd name="connsiteY132" fmla="*/ 6555444 h 6858000"/>
              <a:gd name="connsiteX133" fmla="*/ 6002524 w 6127689"/>
              <a:gd name="connsiteY133" fmla="*/ 6560188 h 6858000"/>
              <a:gd name="connsiteX134" fmla="*/ 6006823 w 6127689"/>
              <a:gd name="connsiteY134" fmla="*/ 6578546 h 6858000"/>
              <a:gd name="connsiteX135" fmla="*/ 6004510 w 6127689"/>
              <a:gd name="connsiteY135" fmla="*/ 6599256 h 6858000"/>
              <a:gd name="connsiteX136" fmla="*/ 5986207 w 6127689"/>
              <a:gd name="connsiteY136" fmla="*/ 6695855 h 6858000"/>
              <a:gd name="connsiteX137" fmla="*/ 5979428 w 6127689"/>
              <a:gd name="connsiteY137" fmla="*/ 6754678 h 6858000"/>
              <a:gd name="connsiteX138" fmla="*/ 5983398 w 6127689"/>
              <a:gd name="connsiteY138" fmla="*/ 6778641 h 6858000"/>
              <a:gd name="connsiteX139" fmla="*/ 5984543 w 6127689"/>
              <a:gd name="connsiteY139" fmla="*/ 6811016 h 6858000"/>
              <a:gd name="connsiteX140" fmla="*/ 5981802 w 6127689"/>
              <a:gd name="connsiteY140" fmla="*/ 6838578 h 6858000"/>
              <a:gd name="connsiteX141" fmla="*/ 5979671 w 6127689"/>
              <a:gd name="connsiteY141" fmla="*/ 6858000 h 6858000"/>
              <a:gd name="connsiteX142" fmla="*/ 0 w 6127689"/>
              <a:gd name="connsiteY142" fmla="*/ 6858000 h 6858000"/>
              <a:gd name="connsiteX143" fmla="*/ 0 w 6127689"/>
              <a:gd name="connsiteY143"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18847 w 6127689"/>
              <a:gd name="connsiteY45" fmla="*/ 2817825 h 6858000"/>
              <a:gd name="connsiteX46" fmla="*/ 5457023 w 6127689"/>
              <a:gd name="connsiteY46" fmla="*/ 2858292 h 6858000"/>
              <a:gd name="connsiteX47" fmla="*/ 5479298 w 6127689"/>
              <a:gd name="connsiteY47" fmla="*/ 2947791 h 6858000"/>
              <a:gd name="connsiteX48" fmla="*/ 5481770 w 6127689"/>
              <a:gd name="connsiteY48" fmla="*/ 2951352 h 6858000"/>
              <a:gd name="connsiteX49" fmla="*/ 5482045 w 6127689"/>
              <a:gd name="connsiteY49" fmla="*/ 2984371 h 6858000"/>
              <a:gd name="connsiteX50" fmla="*/ 5482415 w 6127689"/>
              <a:gd name="connsiteY50" fmla="*/ 3004079 h 6858000"/>
              <a:gd name="connsiteX51" fmla="*/ 5503944 w 6127689"/>
              <a:gd name="connsiteY51" fmla="*/ 3123335 h 6858000"/>
              <a:gd name="connsiteX52" fmla="*/ 5516007 w 6127689"/>
              <a:gd name="connsiteY52" fmla="*/ 3258473 h 6858000"/>
              <a:gd name="connsiteX53" fmla="*/ 5566839 w 6127689"/>
              <a:gd name="connsiteY53" fmla="*/ 3345295 h 6858000"/>
              <a:gd name="connsiteX54" fmla="*/ 5589758 w 6127689"/>
              <a:gd name="connsiteY54" fmla="*/ 3506453 h 6858000"/>
              <a:gd name="connsiteX55" fmla="*/ 5596144 w 6127689"/>
              <a:gd name="connsiteY55" fmla="*/ 3534624 h 6858000"/>
              <a:gd name="connsiteX56" fmla="*/ 5597750 w 6127689"/>
              <a:gd name="connsiteY56" fmla="*/ 3534129 h 6858000"/>
              <a:gd name="connsiteX57" fmla="*/ 5599700 w 6127689"/>
              <a:gd name="connsiteY57" fmla="*/ 3547221 h 6858000"/>
              <a:gd name="connsiteX58" fmla="*/ 5615031 w 6127689"/>
              <a:gd name="connsiteY58" fmla="*/ 3557482 h 6858000"/>
              <a:gd name="connsiteX59" fmla="*/ 5618377 w 6127689"/>
              <a:gd name="connsiteY59" fmla="*/ 3588431 h 6858000"/>
              <a:gd name="connsiteX60" fmla="*/ 5612155 w 6127689"/>
              <a:gd name="connsiteY60" fmla="*/ 3589869 h 6858000"/>
              <a:gd name="connsiteX61" fmla="*/ 5620843 w 6127689"/>
              <a:gd name="connsiteY61" fmla="*/ 3606745 h 6858000"/>
              <a:gd name="connsiteX62" fmla="*/ 5655472 w 6127689"/>
              <a:gd name="connsiteY62" fmla="*/ 3678877 h 6858000"/>
              <a:gd name="connsiteX63" fmla="*/ 5683015 w 6127689"/>
              <a:gd name="connsiteY63" fmla="*/ 3762025 h 6858000"/>
              <a:gd name="connsiteX64" fmla="*/ 5696643 w 6127689"/>
              <a:gd name="connsiteY64" fmla="*/ 3773888 h 6858000"/>
              <a:gd name="connsiteX65" fmla="*/ 5699203 w 6127689"/>
              <a:gd name="connsiteY65" fmla="*/ 3775823 h 6858000"/>
              <a:gd name="connsiteX66" fmla="*/ 5704824 w 6127689"/>
              <a:gd name="connsiteY66" fmla="*/ 3785966 h 6858000"/>
              <a:gd name="connsiteX67" fmla="*/ 5733539 w 6127689"/>
              <a:gd name="connsiteY67" fmla="*/ 3818457 h 6858000"/>
              <a:gd name="connsiteX68" fmla="*/ 5768491 w 6127689"/>
              <a:gd name="connsiteY68" fmla="*/ 3914399 h 6858000"/>
              <a:gd name="connsiteX69" fmla="*/ 5793123 w 6127689"/>
              <a:gd name="connsiteY69" fmla="*/ 3969952 h 6858000"/>
              <a:gd name="connsiteX70" fmla="*/ 5808321 w 6127689"/>
              <a:gd name="connsiteY70" fmla="*/ 3988153 h 6858000"/>
              <a:gd name="connsiteX71" fmla="*/ 5825621 w 6127689"/>
              <a:gd name="connsiteY71" fmla="*/ 4015525 h 6858000"/>
              <a:gd name="connsiteX72" fmla="*/ 5860672 w 6127689"/>
              <a:gd name="connsiteY72" fmla="*/ 4061579 h 6858000"/>
              <a:gd name="connsiteX73" fmla="*/ 5872173 w 6127689"/>
              <a:gd name="connsiteY73" fmla="*/ 4088497 h 6858000"/>
              <a:gd name="connsiteX74" fmla="*/ 5883705 w 6127689"/>
              <a:gd name="connsiteY74" fmla="*/ 4101899 h 6858000"/>
              <a:gd name="connsiteX75" fmla="*/ 5894095 w 6127689"/>
              <a:gd name="connsiteY75" fmla="*/ 4128857 h 6858000"/>
              <a:gd name="connsiteX76" fmla="*/ 5898339 w 6127689"/>
              <a:gd name="connsiteY76" fmla="*/ 4140800 h 6858000"/>
              <a:gd name="connsiteX77" fmla="*/ 5903513 w 6127689"/>
              <a:gd name="connsiteY77" fmla="*/ 4187661 h 6858000"/>
              <a:gd name="connsiteX78" fmla="*/ 5917114 w 6127689"/>
              <a:gd name="connsiteY78" fmla="*/ 4213096 h 6858000"/>
              <a:gd name="connsiteX79" fmla="*/ 5924233 w 6127689"/>
              <a:gd name="connsiteY79" fmla="*/ 4242060 h 6858000"/>
              <a:gd name="connsiteX80" fmla="*/ 5928910 w 6127689"/>
              <a:gd name="connsiteY80" fmla="*/ 4300973 h 6858000"/>
              <a:gd name="connsiteX81" fmla="*/ 5939320 w 6127689"/>
              <a:gd name="connsiteY81" fmla="*/ 4340435 h 6858000"/>
              <a:gd name="connsiteX82" fmla="*/ 5946705 w 6127689"/>
              <a:gd name="connsiteY82" fmla="*/ 4428051 h 6858000"/>
              <a:gd name="connsiteX83" fmla="*/ 5949261 w 6127689"/>
              <a:gd name="connsiteY83" fmla="*/ 4449185 h 6858000"/>
              <a:gd name="connsiteX84" fmla="*/ 5957504 w 6127689"/>
              <a:gd name="connsiteY84" fmla="*/ 4465911 h 6858000"/>
              <a:gd name="connsiteX85" fmla="*/ 5964689 w 6127689"/>
              <a:gd name="connsiteY85" fmla="*/ 4468532 h 6858000"/>
              <a:gd name="connsiteX86" fmla="*/ 5967062 w 6127689"/>
              <a:gd name="connsiteY86" fmla="*/ 4479923 h 6858000"/>
              <a:gd name="connsiteX87" fmla="*/ 5968960 w 6127689"/>
              <a:gd name="connsiteY87" fmla="*/ 4482655 h 6858000"/>
              <a:gd name="connsiteX88" fmla="*/ 5978567 w 6127689"/>
              <a:gd name="connsiteY88" fmla="*/ 4498605 h 6858000"/>
              <a:gd name="connsiteX89" fmla="*/ 5980106 w 6127689"/>
              <a:gd name="connsiteY89" fmla="*/ 4585087 h 6858000"/>
              <a:gd name="connsiteX90" fmla="*/ 5998138 w 6127689"/>
              <a:gd name="connsiteY90" fmla="*/ 4697518 h 6858000"/>
              <a:gd name="connsiteX91" fmla="*/ 6013516 w 6127689"/>
              <a:gd name="connsiteY91" fmla="*/ 4786619 h 6858000"/>
              <a:gd name="connsiteX92" fmla="*/ 6025404 w 6127689"/>
              <a:gd name="connsiteY92" fmla="*/ 4858148 h 6858000"/>
              <a:gd name="connsiteX93" fmla="*/ 6007749 w 6127689"/>
              <a:gd name="connsiteY93" fmla="*/ 4964715 h 6858000"/>
              <a:gd name="connsiteX94" fmla="*/ 6005269 w 6127689"/>
              <a:gd name="connsiteY94" fmla="*/ 5150567 h 6858000"/>
              <a:gd name="connsiteX95" fmla="*/ 6001127 w 6127689"/>
              <a:gd name="connsiteY95" fmla="*/ 5164609 h 6858000"/>
              <a:gd name="connsiteX96" fmla="*/ 5996647 w 6127689"/>
              <a:gd name="connsiteY96" fmla="*/ 5185640 h 6858000"/>
              <a:gd name="connsiteX97" fmla="*/ 5998514 w 6127689"/>
              <a:gd name="connsiteY97" fmla="*/ 5189673 h 6858000"/>
              <a:gd name="connsiteX98" fmla="*/ 6018409 w 6127689"/>
              <a:gd name="connsiteY98" fmla="*/ 5227157 h 6858000"/>
              <a:gd name="connsiteX99" fmla="*/ 6036748 w 6127689"/>
              <a:gd name="connsiteY99" fmla="*/ 5322752 h 6858000"/>
              <a:gd name="connsiteX100" fmla="*/ 6036943 w 6127689"/>
              <a:gd name="connsiteY100" fmla="*/ 5329480 h 6858000"/>
              <a:gd name="connsiteX101" fmla="*/ 6037236 w 6127689"/>
              <a:gd name="connsiteY101" fmla="*/ 5329634 h 6858000"/>
              <a:gd name="connsiteX102" fmla="*/ 6038019 w 6127689"/>
              <a:gd name="connsiteY102" fmla="*/ 5336764 h 6858000"/>
              <a:gd name="connsiteX103" fmla="*/ 6037298 w 6127689"/>
              <a:gd name="connsiteY103" fmla="*/ 5341753 h 6858000"/>
              <a:gd name="connsiteX104" fmla="*/ 6037677 w 6127689"/>
              <a:gd name="connsiteY104" fmla="*/ 5354807 h 6858000"/>
              <a:gd name="connsiteX105" fmla="*/ 6039728 w 6127689"/>
              <a:gd name="connsiteY105" fmla="*/ 5359416 h 6858000"/>
              <a:gd name="connsiteX106" fmla="*/ 6043311 w 6127689"/>
              <a:gd name="connsiteY106" fmla="*/ 5361407 h 6858000"/>
              <a:gd name="connsiteX107" fmla="*/ 6042954 w 6127689"/>
              <a:gd name="connsiteY107" fmla="*/ 5362576 h 6858000"/>
              <a:gd name="connsiteX108" fmla="*/ 6053435 w 6127689"/>
              <a:gd name="connsiteY108" fmla="*/ 5387547 h 6858000"/>
              <a:gd name="connsiteX109" fmla="*/ 6065933 w 6127689"/>
              <a:gd name="connsiteY109" fmla="*/ 5443002 h 6858000"/>
              <a:gd name="connsiteX110" fmla="*/ 6068640 w 6127689"/>
              <a:gd name="connsiteY110" fmla="*/ 5474503 h 6858000"/>
              <a:gd name="connsiteX111" fmla="*/ 6080922 w 6127689"/>
              <a:gd name="connsiteY111" fmla="*/ 5561070 h 6858000"/>
              <a:gd name="connsiteX112" fmla="*/ 6096949 w 6127689"/>
              <a:gd name="connsiteY112" fmla="*/ 5648179 h 6858000"/>
              <a:gd name="connsiteX113" fmla="*/ 6125703 w 6127689"/>
              <a:gd name="connsiteY113" fmla="*/ 5692894 h 6858000"/>
              <a:gd name="connsiteX114" fmla="*/ 6126670 w 6127689"/>
              <a:gd name="connsiteY114" fmla="*/ 5697882 h 6858000"/>
              <a:gd name="connsiteX115" fmla="*/ 6124061 w 6127689"/>
              <a:gd name="connsiteY115" fmla="*/ 5710294 h 6858000"/>
              <a:gd name="connsiteX116" fmla="*/ 6122213 w 6127689"/>
              <a:gd name="connsiteY116" fmla="*/ 5714762 h 6858000"/>
              <a:gd name="connsiteX117" fmla="*/ 6121353 w 6127689"/>
              <a:gd name="connsiteY117" fmla="*/ 5721725 h 6858000"/>
              <a:gd name="connsiteX118" fmla="*/ 6121607 w 6127689"/>
              <a:gd name="connsiteY118" fmla="*/ 5721959 h 6858000"/>
              <a:gd name="connsiteX119" fmla="*/ 6120262 w 6127689"/>
              <a:gd name="connsiteY119" fmla="*/ 5728358 h 6858000"/>
              <a:gd name="connsiteX120" fmla="*/ 6127024 w 6127689"/>
              <a:gd name="connsiteY120" fmla="*/ 5786902 h 6858000"/>
              <a:gd name="connsiteX121" fmla="*/ 6127519 w 6127689"/>
              <a:gd name="connsiteY121" fmla="*/ 5865775 h 6858000"/>
              <a:gd name="connsiteX122" fmla="*/ 6119217 w 6127689"/>
              <a:gd name="connsiteY122" fmla="*/ 5888542 h 6858000"/>
              <a:gd name="connsiteX123" fmla="*/ 6102493 w 6127689"/>
              <a:gd name="connsiteY123" fmla="*/ 5928602 h 6858000"/>
              <a:gd name="connsiteX124" fmla="*/ 6056863 w 6127689"/>
              <a:gd name="connsiteY124" fmla="*/ 6000643 h 6858000"/>
              <a:gd name="connsiteX125" fmla="*/ 6045436 w 6127689"/>
              <a:gd name="connsiteY125" fmla="*/ 6124480 h 6858000"/>
              <a:gd name="connsiteX126" fmla="*/ 6030489 w 6127689"/>
              <a:gd name="connsiteY126" fmla="*/ 6317666 h 6858000"/>
              <a:gd name="connsiteX127" fmla="*/ 6007492 w 6127689"/>
              <a:gd name="connsiteY127" fmla="*/ 6440818 h 6858000"/>
              <a:gd name="connsiteX128" fmla="*/ 6009467 w 6127689"/>
              <a:gd name="connsiteY128" fmla="*/ 6487076 h 6858000"/>
              <a:gd name="connsiteX129" fmla="*/ 5995064 w 6127689"/>
              <a:gd name="connsiteY129" fmla="*/ 6540791 h 6858000"/>
              <a:gd name="connsiteX130" fmla="*/ 5996309 w 6127689"/>
              <a:gd name="connsiteY130" fmla="*/ 6543961 h 6858000"/>
              <a:gd name="connsiteX131" fmla="*/ 5996048 w 6127689"/>
              <a:gd name="connsiteY131" fmla="*/ 6555444 h 6858000"/>
              <a:gd name="connsiteX132" fmla="*/ 6002524 w 6127689"/>
              <a:gd name="connsiteY132" fmla="*/ 6560188 h 6858000"/>
              <a:gd name="connsiteX133" fmla="*/ 6006823 w 6127689"/>
              <a:gd name="connsiteY133" fmla="*/ 6578546 h 6858000"/>
              <a:gd name="connsiteX134" fmla="*/ 6004510 w 6127689"/>
              <a:gd name="connsiteY134" fmla="*/ 6599256 h 6858000"/>
              <a:gd name="connsiteX135" fmla="*/ 5986207 w 6127689"/>
              <a:gd name="connsiteY135" fmla="*/ 6695855 h 6858000"/>
              <a:gd name="connsiteX136" fmla="*/ 5979428 w 6127689"/>
              <a:gd name="connsiteY136" fmla="*/ 6754678 h 6858000"/>
              <a:gd name="connsiteX137" fmla="*/ 5983398 w 6127689"/>
              <a:gd name="connsiteY137" fmla="*/ 6778641 h 6858000"/>
              <a:gd name="connsiteX138" fmla="*/ 5984543 w 6127689"/>
              <a:gd name="connsiteY138" fmla="*/ 6811016 h 6858000"/>
              <a:gd name="connsiteX139" fmla="*/ 5981802 w 6127689"/>
              <a:gd name="connsiteY139" fmla="*/ 6838578 h 6858000"/>
              <a:gd name="connsiteX140" fmla="*/ 5979671 w 6127689"/>
              <a:gd name="connsiteY140" fmla="*/ 6858000 h 6858000"/>
              <a:gd name="connsiteX141" fmla="*/ 0 w 6127689"/>
              <a:gd name="connsiteY141" fmla="*/ 6858000 h 6858000"/>
              <a:gd name="connsiteX142" fmla="*/ 0 w 6127689"/>
              <a:gd name="connsiteY142"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6589 w 6127689"/>
              <a:gd name="connsiteY43" fmla="*/ 2810822 h 6858000"/>
              <a:gd name="connsiteX44" fmla="*/ 5418542 w 6127689"/>
              <a:gd name="connsiteY44" fmla="*/ 2817745 h 6858000"/>
              <a:gd name="connsiteX45" fmla="*/ 5457023 w 6127689"/>
              <a:gd name="connsiteY45" fmla="*/ 2858292 h 6858000"/>
              <a:gd name="connsiteX46" fmla="*/ 5479298 w 6127689"/>
              <a:gd name="connsiteY46" fmla="*/ 2947791 h 6858000"/>
              <a:gd name="connsiteX47" fmla="*/ 5481770 w 6127689"/>
              <a:gd name="connsiteY47" fmla="*/ 2951352 h 6858000"/>
              <a:gd name="connsiteX48" fmla="*/ 5482045 w 6127689"/>
              <a:gd name="connsiteY48" fmla="*/ 2984371 h 6858000"/>
              <a:gd name="connsiteX49" fmla="*/ 5482415 w 6127689"/>
              <a:gd name="connsiteY49" fmla="*/ 3004079 h 6858000"/>
              <a:gd name="connsiteX50" fmla="*/ 5503944 w 6127689"/>
              <a:gd name="connsiteY50" fmla="*/ 3123335 h 6858000"/>
              <a:gd name="connsiteX51" fmla="*/ 5516007 w 6127689"/>
              <a:gd name="connsiteY51" fmla="*/ 3258473 h 6858000"/>
              <a:gd name="connsiteX52" fmla="*/ 5566839 w 6127689"/>
              <a:gd name="connsiteY52" fmla="*/ 3345295 h 6858000"/>
              <a:gd name="connsiteX53" fmla="*/ 5589758 w 6127689"/>
              <a:gd name="connsiteY53" fmla="*/ 3506453 h 6858000"/>
              <a:gd name="connsiteX54" fmla="*/ 5596144 w 6127689"/>
              <a:gd name="connsiteY54" fmla="*/ 3534624 h 6858000"/>
              <a:gd name="connsiteX55" fmla="*/ 5597750 w 6127689"/>
              <a:gd name="connsiteY55" fmla="*/ 3534129 h 6858000"/>
              <a:gd name="connsiteX56" fmla="*/ 5599700 w 6127689"/>
              <a:gd name="connsiteY56" fmla="*/ 3547221 h 6858000"/>
              <a:gd name="connsiteX57" fmla="*/ 5615031 w 6127689"/>
              <a:gd name="connsiteY57" fmla="*/ 3557482 h 6858000"/>
              <a:gd name="connsiteX58" fmla="*/ 5618377 w 6127689"/>
              <a:gd name="connsiteY58" fmla="*/ 3588431 h 6858000"/>
              <a:gd name="connsiteX59" fmla="*/ 5612155 w 6127689"/>
              <a:gd name="connsiteY59" fmla="*/ 3589869 h 6858000"/>
              <a:gd name="connsiteX60" fmla="*/ 5620843 w 6127689"/>
              <a:gd name="connsiteY60" fmla="*/ 3606745 h 6858000"/>
              <a:gd name="connsiteX61" fmla="*/ 5655472 w 6127689"/>
              <a:gd name="connsiteY61" fmla="*/ 3678877 h 6858000"/>
              <a:gd name="connsiteX62" fmla="*/ 5683015 w 6127689"/>
              <a:gd name="connsiteY62" fmla="*/ 3762025 h 6858000"/>
              <a:gd name="connsiteX63" fmla="*/ 5696643 w 6127689"/>
              <a:gd name="connsiteY63" fmla="*/ 3773888 h 6858000"/>
              <a:gd name="connsiteX64" fmla="*/ 5699203 w 6127689"/>
              <a:gd name="connsiteY64" fmla="*/ 3775823 h 6858000"/>
              <a:gd name="connsiteX65" fmla="*/ 5704824 w 6127689"/>
              <a:gd name="connsiteY65" fmla="*/ 3785966 h 6858000"/>
              <a:gd name="connsiteX66" fmla="*/ 5733539 w 6127689"/>
              <a:gd name="connsiteY66" fmla="*/ 3818457 h 6858000"/>
              <a:gd name="connsiteX67" fmla="*/ 5768491 w 6127689"/>
              <a:gd name="connsiteY67" fmla="*/ 3914399 h 6858000"/>
              <a:gd name="connsiteX68" fmla="*/ 5793123 w 6127689"/>
              <a:gd name="connsiteY68" fmla="*/ 3969952 h 6858000"/>
              <a:gd name="connsiteX69" fmla="*/ 5808321 w 6127689"/>
              <a:gd name="connsiteY69" fmla="*/ 3988153 h 6858000"/>
              <a:gd name="connsiteX70" fmla="*/ 5825621 w 6127689"/>
              <a:gd name="connsiteY70" fmla="*/ 4015525 h 6858000"/>
              <a:gd name="connsiteX71" fmla="*/ 5860672 w 6127689"/>
              <a:gd name="connsiteY71" fmla="*/ 4061579 h 6858000"/>
              <a:gd name="connsiteX72" fmla="*/ 5872173 w 6127689"/>
              <a:gd name="connsiteY72" fmla="*/ 4088497 h 6858000"/>
              <a:gd name="connsiteX73" fmla="*/ 5883705 w 6127689"/>
              <a:gd name="connsiteY73" fmla="*/ 4101899 h 6858000"/>
              <a:gd name="connsiteX74" fmla="*/ 5894095 w 6127689"/>
              <a:gd name="connsiteY74" fmla="*/ 4128857 h 6858000"/>
              <a:gd name="connsiteX75" fmla="*/ 5898339 w 6127689"/>
              <a:gd name="connsiteY75" fmla="*/ 4140800 h 6858000"/>
              <a:gd name="connsiteX76" fmla="*/ 5903513 w 6127689"/>
              <a:gd name="connsiteY76" fmla="*/ 4187661 h 6858000"/>
              <a:gd name="connsiteX77" fmla="*/ 5917114 w 6127689"/>
              <a:gd name="connsiteY77" fmla="*/ 4213096 h 6858000"/>
              <a:gd name="connsiteX78" fmla="*/ 5924233 w 6127689"/>
              <a:gd name="connsiteY78" fmla="*/ 4242060 h 6858000"/>
              <a:gd name="connsiteX79" fmla="*/ 5928910 w 6127689"/>
              <a:gd name="connsiteY79" fmla="*/ 4300973 h 6858000"/>
              <a:gd name="connsiteX80" fmla="*/ 5939320 w 6127689"/>
              <a:gd name="connsiteY80" fmla="*/ 4340435 h 6858000"/>
              <a:gd name="connsiteX81" fmla="*/ 5946705 w 6127689"/>
              <a:gd name="connsiteY81" fmla="*/ 4428051 h 6858000"/>
              <a:gd name="connsiteX82" fmla="*/ 5949261 w 6127689"/>
              <a:gd name="connsiteY82" fmla="*/ 4449185 h 6858000"/>
              <a:gd name="connsiteX83" fmla="*/ 5957504 w 6127689"/>
              <a:gd name="connsiteY83" fmla="*/ 4465911 h 6858000"/>
              <a:gd name="connsiteX84" fmla="*/ 5964689 w 6127689"/>
              <a:gd name="connsiteY84" fmla="*/ 4468532 h 6858000"/>
              <a:gd name="connsiteX85" fmla="*/ 5967062 w 6127689"/>
              <a:gd name="connsiteY85" fmla="*/ 4479923 h 6858000"/>
              <a:gd name="connsiteX86" fmla="*/ 5968960 w 6127689"/>
              <a:gd name="connsiteY86" fmla="*/ 4482655 h 6858000"/>
              <a:gd name="connsiteX87" fmla="*/ 5978567 w 6127689"/>
              <a:gd name="connsiteY87" fmla="*/ 4498605 h 6858000"/>
              <a:gd name="connsiteX88" fmla="*/ 5980106 w 6127689"/>
              <a:gd name="connsiteY88" fmla="*/ 4585087 h 6858000"/>
              <a:gd name="connsiteX89" fmla="*/ 5998138 w 6127689"/>
              <a:gd name="connsiteY89" fmla="*/ 4697518 h 6858000"/>
              <a:gd name="connsiteX90" fmla="*/ 6013516 w 6127689"/>
              <a:gd name="connsiteY90" fmla="*/ 4786619 h 6858000"/>
              <a:gd name="connsiteX91" fmla="*/ 6025404 w 6127689"/>
              <a:gd name="connsiteY91" fmla="*/ 4858148 h 6858000"/>
              <a:gd name="connsiteX92" fmla="*/ 6007749 w 6127689"/>
              <a:gd name="connsiteY92" fmla="*/ 4964715 h 6858000"/>
              <a:gd name="connsiteX93" fmla="*/ 6005269 w 6127689"/>
              <a:gd name="connsiteY93" fmla="*/ 5150567 h 6858000"/>
              <a:gd name="connsiteX94" fmla="*/ 6001127 w 6127689"/>
              <a:gd name="connsiteY94" fmla="*/ 5164609 h 6858000"/>
              <a:gd name="connsiteX95" fmla="*/ 5996647 w 6127689"/>
              <a:gd name="connsiteY95" fmla="*/ 5185640 h 6858000"/>
              <a:gd name="connsiteX96" fmla="*/ 5998514 w 6127689"/>
              <a:gd name="connsiteY96" fmla="*/ 5189673 h 6858000"/>
              <a:gd name="connsiteX97" fmla="*/ 6018409 w 6127689"/>
              <a:gd name="connsiteY97" fmla="*/ 5227157 h 6858000"/>
              <a:gd name="connsiteX98" fmla="*/ 6036748 w 6127689"/>
              <a:gd name="connsiteY98" fmla="*/ 5322752 h 6858000"/>
              <a:gd name="connsiteX99" fmla="*/ 6036943 w 6127689"/>
              <a:gd name="connsiteY99" fmla="*/ 5329480 h 6858000"/>
              <a:gd name="connsiteX100" fmla="*/ 6037236 w 6127689"/>
              <a:gd name="connsiteY100" fmla="*/ 5329634 h 6858000"/>
              <a:gd name="connsiteX101" fmla="*/ 6038019 w 6127689"/>
              <a:gd name="connsiteY101" fmla="*/ 5336764 h 6858000"/>
              <a:gd name="connsiteX102" fmla="*/ 6037298 w 6127689"/>
              <a:gd name="connsiteY102" fmla="*/ 5341753 h 6858000"/>
              <a:gd name="connsiteX103" fmla="*/ 6037677 w 6127689"/>
              <a:gd name="connsiteY103" fmla="*/ 5354807 h 6858000"/>
              <a:gd name="connsiteX104" fmla="*/ 6039728 w 6127689"/>
              <a:gd name="connsiteY104" fmla="*/ 5359416 h 6858000"/>
              <a:gd name="connsiteX105" fmla="*/ 6043311 w 6127689"/>
              <a:gd name="connsiteY105" fmla="*/ 5361407 h 6858000"/>
              <a:gd name="connsiteX106" fmla="*/ 6042954 w 6127689"/>
              <a:gd name="connsiteY106" fmla="*/ 5362576 h 6858000"/>
              <a:gd name="connsiteX107" fmla="*/ 6053435 w 6127689"/>
              <a:gd name="connsiteY107" fmla="*/ 5387547 h 6858000"/>
              <a:gd name="connsiteX108" fmla="*/ 6065933 w 6127689"/>
              <a:gd name="connsiteY108" fmla="*/ 5443002 h 6858000"/>
              <a:gd name="connsiteX109" fmla="*/ 6068640 w 6127689"/>
              <a:gd name="connsiteY109" fmla="*/ 5474503 h 6858000"/>
              <a:gd name="connsiteX110" fmla="*/ 6080922 w 6127689"/>
              <a:gd name="connsiteY110" fmla="*/ 5561070 h 6858000"/>
              <a:gd name="connsiteX111" fmla="*/ 6096949 w 6127689"/>
              <a:gd name="connsiteY111" fmla="*/ 5648179 h 6858000"/>
              <a:gd name="connsiteX112" fmla="*/ 6125703 w 6127689"/>
              <a:gd name="connsiteY112" fmla="*/ 5692894 h 6858000"/>
              <a:gd name="connsiteX113" fmla="*/ 6126670 w 6127689"/>
              <a:gd name="connsiteY113" fmla="*/ 5697882 h 6858000"/>
              <a:gd name="connsiteX114" fmla="*/ 6124061 w 6127689"/>
              <a:gd name="connsiteY114" fmla="*/ 5710294 h 6858000"/>
              <a:gd name="connsiteX115" fmla="*/ 6122213 w 6127689"/>
              <a:gd name="connsiteY115" fmla="*/ 5714762 h 6858000"/>
              <a:gd name="connsiteX116" fmla="*/ 6121353 w 6127689"/>
              <a:gd name="connsiteY116" fmla="*/ 5721725 h 6858000"/>
              <a:gd name="connsiteX117" fmla="*/ 6121607 w 6127689"/>
              <a:gd name="connsiteY117" fmla="*/ 5721959 h 6858000"/>
              <a:gd name="connsiteX118" fmla="*/ 6120262 w 6127689"/>
              <a:gd name="connsiteY118" fmla="*/ 5728358 h 6858000"/>
              <a:gd name="connsiteX119" fmla="*/ 6127024 w 6127689"/>
              <a:gd name="connsiteY119" fmla="*/ 5786902 h 6858000"/>
              <a:gd name="connsiteX120" fmla="*/ 6127519 w 6127689"/>
              <a:gd name="connsiteY120" fmla="*/ 5865775 h 6858000"/>
              <a:gd name="connsiteX121" fmla="*/ 6119217 w 6127689"/>
              <a:gd name="connsiteY121" fmla="*/ 5888542 h 6858000"/>
              <a:gd name="connsiteX122" fmla="*/ 6102493 w 6127689"/>
              <a:gd name="connsiteY122" fmla="*/ 5928602 h 6858000"/>
              <a:gd name="connsiteX123" fmla="*/ 6056863 w 6127689"/>
              <a:gd name="connsiteY123" fmla="*/ 6000643 h 6858000"/>
              <a:gd name="connsiteX124" fmla="*/ 6045436 w 6127689"/>
              <a:gd name="connsiteY124" fmla="*/ 6124480 h 6858000"/>
              <a:gd name="connsiteX125" fmla="*/ 6030489 w 6127689"/>
              <a:gd name="connsiteY125" fmla="*/ 6317666 h 6858000"/>
              <a:gd name="connsiteX126" fmla="*/ 6007492 w 6127689"/>
              <a:gd name="connsiteY126" fmla="*/ 6440818 h 6858000"/>
              <a:gd name="connsiteX127" fmla="*/ 6009467 w 6127689"/>
              <a:gd name="connsiteY127" fmla="*/ 6487076 h 6858000"/>
              <a:gd name="connsiteX128" fmla="*/ 5995064 w 6127689"/>
              <a:gd name="connsiteY128" fmla="*/ 6540791 h 6858000"/>
              <a:gd name="connsiteX129" fmla="*/ 5996309 w 6127689"/>
              <a:gd name="connsiteY129" fmla="*/ 6543961 h 6858000"/>
              <a:gd name="connsiteX130" fmla="*/ 5996048 w 6127689"/>
              <a:gd name="connsiteY130" fmla="*/ 6555444 h 6858000"/>
              <a:gd name="connsiteX131" fmla="*/ 6002524 w 6127689"/>
              <a:gd name="connsiteY131" fmla="*/ 6560188 h 6858000"/>
              <a:gd name="connsiteX132" fmla="*/ 6006823 w 6127689"/>
              <a:gd name="connsiteY132" fmla="*/ 6578546 h 6858000"/>
              <a:gd name="connsiteX133" fmla="*/ 6004510 w 6127689"/>
              <a:gd name="connsiteY133" fmla="*/ 6599256 h 6858000"/>
              <a:gd name="connsiteX134" fmla="*/ 5986207 w 6127689"/>
              <a:gd name="connsiteY134" fmla="*/ 6695855 h 6858000"/>
              <a:gd name="connsiteX135" fmla="*/ 5979428 w 6127689"/>
              <a:gd name="connsiteY135" fmla="*/ 6754678 h 6858000"/>
              <a:gd name="connsiteX136" fmla="*/ 5983398 w 6127689"/>
              <a:gd name="connsiteY136" fmla="*/ 6778641 h 6858000"/>
              <a:gd name="connsiteX137" fmla="*/ 5984543 w 6127689"/>
              <a:gd name="connsiteY137" fmla="*/ 6811016 h 6858000"/>
              <a:gd name="connsiteX138" fmla="*/ 5981802 w 6127689"/>
              <a:gd name="connsiteY138" fmla="*/ 6838578 h 6858000"/>
              <a:gd name="connsiteX139" fmla="*/ 5979671 w 6127689"/>
              <a:gd name="connsiteY139" fmla="*/ 6858000 h 6858000"/>
              <a:gd name="connsiteX140" fmla="*/ 0 w 6127689"/>
              <a:gd name="connsiteY140" fmla="*/ 6858000 h 6858000"/>
              <a:gd name="connsiteX141" fmla="*/ 0 w 6127689"/>
              <a:gd name="connsiteY141"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18542 w 6127689"/>
              <a:gd name="connsiteY43" fmla="*/ 2817745 h 6858000"/>
              <a:gd name="connsiteX44" fmla="*/ 5457023 w 6127689"/>
              <a:gd name="connsiteY44" fmla="*/ 2858292 h 6858000"/>
              <a:gd name="connsiteX45" fmla="*/ 5479298 w 6127689"/>
              <a:gd name="connsiteY45" fmla="*/ 2947791 h 6858000"/>
              <a:gd name="connsiteX46" fmla="*/ 5481770 w 6127689"/>
              <a:gd name="connsiteY46" fmla="*/ 2951352 h 6858000"/>
              <a:gd name="connsiteX47" fmla="*/ 5482045 w 6127689"/>
              <a:gd name="connsiteY47" fmla="*/ 2984371 h 6858000"/>
              <a:gd name="connsiteX48" fmla="*/ 5482415 w 6127689"/>
              <a:gd name="connsiteY48" fmla="*/ 3004079 h 6858000"/>
              <a:gd name="connsiteX49" fmla="*/ 5503944 w 6127689"/>
              <a:gd name="connsiteY49" fmla="*/ 3123335 h 6858000"/>
              <a:gd name="connsiteX50" fmla="*/ 5516007 w 6127689"/>
              <a:gd name="connsiteY50" fmla="*/ 3258473 h 6858000"/>
              <a:gd name="connsiteX51" fmla="*/ 5566839 w 6127689"/>
              <a:gd name="connsiteY51" fmla="*/ 3345295 h 6858000"/>
              <a:gd name="connsiteX52" fmla="*/ 5589758 w 6127689"/>
              <a:gd name="connsiteY52" fmla="*/ 3506453 h 6858000"/>
              <a:gd name="connsiteX53" fmla="*/ 5596144 w 6127689"/>
              <a:gd name="connsiteY53" fmla="*/ 3534624 h 6858000"/>
              <a:gd name="connsiteX54" fmla="*/ 5597750 w 6127689"/>
              <a:gd name="connsiteY54" fmla="*/ 3534129 h 6858000"/>
              <a:gd name="connsiteX55" fmla="*/ 5599700 w 6127689"/>
              <a:gd name="connsiteY55" fmla="*/ 3547221 h 6858000"/>
              <a:gd name="connsiteX56" fmla="*/ 5615031 w 6127689"/>
              <a:gd name="connsiteY56" fmla="*/ 3557482 h 6858000"/>
              <a:gd name="connsiteX57" fmla="*/ 5618377 w 6127689"/>
              <a:gd name="connsiteY57" fmla="*/ 3588431 h 6858000"/>
              <a:gd name="connsiteX58" fmla="*/ 5612155 w 6127689"/>
              <a:gd name="connsiteY58" fmla="*/ 3589869 h 6858000"/>
              <a:gd name="connsiteX59" fmla="*/ 5620843 w 6127689"/>
              <a:gd name="connsiteY59" fmla="*/ 3606745 h 6858000"/>
              <a:gd name="connsiteX60" fmla="*/ 5655472 w 6127689"/>
              <a:gd name="connsiteY60" fmla="*/ 3678877 h 6858000"/>
              <a:gd name="connsiteX61" fmla="*/ 5683015 w 6127689"/>
              <a:gd name="connsiteY61" fmla="*/ 3762025 h 6858000"/>
              <a:gd name="connsiteX62" fmla="*/ 5696643 w 6127689"/>
              <a:gd name="connsiteY62" fmla="*/ 3773888 h 6858000"/>
              <a:gd name="connsiteX63" fmla="*/ 5699203 w 6127689"/>
              <a:gd name="connsiteY63" fmla="*/ 3775823 h 6858000"/>
              <a:gd name="connsiteX64" fmla="*/ 5704824 w 6127689"/>
              <a:gd name="connsiteY64" fmla="*/ 3785966 h 6858000"/>
              <a:gd name="connsiteX65" fmla="*/ 5733539 w 6127689"/>
              <a:gd name="connsiteY65" fmla="*/ 3818457 h 6858000"/>
              <a:gd name="connsiteX66" fmla="*/ 5768491 w 6127689"/>
              <a:gd name="connsiteY66" fmla="*/ 3914399 h 6858000"/>
              <a:gd name="connsiteX67" fmla="*/ 5793123 w 6127689"/>
              <a:gd name="connsiteY67" fmla="*/ 3969952 h 6858000"/>
              <a:gd name="connsiteX68" fmla="*/ 5808321 w 6127689"/>
              <a:gd name="connsiteY68" fmla="*/ 3988153 h 6858000"/>
              <a:gd name="connsiteX69" fmla="*/ 5825621 w 6127689"/>
              <a:gd name="connsiteY69" fmla="*/ 4015525 h 6858000"/>
              <a:gd name="connsiteX70" fmla="*/ 5860672 w 6127689"/>
              <a:gd name="connsiteY70" fmla="*/ 4061579 h 6858000"/>
              <a:gd name="connsiteX71" fmla="*/ 5872173 w 6127689"/>
              <a:gd name="connsiteY71" fmla="*/ 4088497 h 6858000"/>
              <a:gd name="connsiteX72" fmla="*/ 5883705 w 6127689"/>
              <a:gd name="connsiteY72" fmla="*/ 4101899 h 6858000"/>
              <a:gd name="connsiteX73" fmla="*/ 5894095 w 6127689"/>
              <a:gd name="connsiteY73" fmla="*/ 4128857 h 6858000"/>
              <a:gd name="connsiteX74" fmla="*/ 5898339 w 6127689"/>
              <a:gd name="connsiteY74" fmla="*/ 4140800 h 6858000"/>
              <a:gd name="connsiteX75" fmla="*/ 5903513 w 6127689"/>
              <a:gd name="connsiteY75" fmla="*/ 4187661 h 6858000"/>
              <a:gd name="connsiteX76" fmla="*/ 5917114 w 6127689"/>
              <a:gd name="connsiteY76" fmla="*/ 4213096 h 6858000"/>
              <a:gd name="connsiteX77" fmla="*/ 5924233 w 6127689"/>
              <a:gd name="connsiteY77" fmla="*/ 4242060 h 6858000"/>
              <a:gd name="connsiteX78" fmla="*/ 5928910 w 6127689"/>
              <a:gd name="connsiteY78" fmla="*/ 4300973 h 6858000"/>
              <a:gd name="connsiteX79" fmla="*/ 5939320 w 6127689"/>
              <a:gd name="connsiteY79" fmla="*/ 4340435 h 6858000"/>
              <a:gd name="connsiteX80" fmla="*/ 5946705 w 6127689"/>
              <a:gd name="connsiteY80" fmla="*/ 4428051 h 6858000"/>
              <a:gd name="connsiteX81" fmla="*/ 5949261 w 6127689"/>
              <a:gd name="connsiteY81" fmla="*/ 4449185 h 6858000"/>
              <a:gd name="connsiteX82" fmla="*/ 5957504 w 6127689"/>
              <a:gd name="connsiteY82" fmla="*/ 4465911 h 6858000"/>
              <a:gd name="connsiteX83" fmla="*/ 5964689 w 6127689"/>
              <a:gd name="connsiteY83" fmla="*/ 4468532 h 6858000"/>
              <a:gd name="connsiteX84" fmla="*/ 5967062 w 6127689"/>
              <a:gd name="connsiteY84" fmla="*/ 4479923 h 6858000"/>
              <a:gd name="connsiteX85" fmla="*/ 5968960 w 6127689"/>
              <a:gd name="connsiteY85" fmla="*/ 4482655 h 6858000"/>
              <a:gd name="connsiteX86" fmla="*/ 5978567 w 6127689"/>
              <a:gd name="connsiteY86" fmla="*/ 4498605 h 6858000"/>
              <a:gd name="connsiteX87" fmla="*/ 5980106 w 6127689"/>
              <a:gd name="connsiteY87" fmla="*/ 4585087 h 6858000"/>
              <a:gd name="connsiteX88" fmla="*/ 5998138 w 6127689"/>
              <a:gd name="connsiteY88" fmla="*/ 4697518 h 6858000"/>
              <a:gd name="connsiteX89" fmla="*/ 6013516 w 6127689"/>
              <a:gd name="connsiteY89" fmla="*/ 4786619 h 6858000"/>
              <a:gd name="connsiteX90" fmla="*/ 6025404 w 6127689"/>
              <a:gd name="connsiteY90" fmla="*/ 4858148 h 6858000"/>
              <a:gd name="connsiteX91" fmla="*/ 6007749 w 6127689"/>
              <a:gd name="connsiteY91" fmla="*/ 4964715 h 6858000"/>
              <a:gd name="connsiteX92" fmla="*/ 6005269 w 6127689"/>
              <a:gd name="connsiteY92" fmla="*/ 5150567 h 6858000"/>
              <a:gd name="connsiteX93" fmla="*/ 6001127 w 6127689"/>
              <a:gd name="connsiteY93" fmla="*/ 5164609 h 6858000"/>
              <a:gd name="connsiteX94" fmla="*/ 5996647 w 6127689"/>
              <a:gd name="connsiteY94" fmla="*/ 5185640 h 6858000"/>
              <a:gd name="connsiteX95" fmla="*/ 5998514 w 6127689"/>
              <a:gd name="connsiteY95" fmla="*/ 5189673 h 6858000"/>
              <a:gd name="connsiteX96" fmla="*/ 6018409 w 6127689"/>
              <a:gd name="connsiteY96" fmla="*/ 5227157 h 6858000"/>
              <a:gd name="connsiteX97" fmla="*/ 6036748 w 6127689"/>
              <a:gd name="connsiteY97" fmla="*/ 5322752 h 6858000"/>
              <a:gd name="connsiteX98" fmla="*/ 6036943 w 6127689"/>
              <a:gd name="connsiteY98" fmla="*/ 5329480 h 6858000"/>
              <a:gd name="connsiteX99" fmla="*/ 6037236 w 6127689"/>
              <a:gd name="connsiteY99" fmla="*/ 5329634 h 6858000"/>
              <a:gd name="connsiteX100" fmla="*/ 6038019 w 6127689"/>
              <a:gd name="connsiteY100" fmla="*/ 5336764 h 6858000"/>
              <a:gd name="connsiteX101" fmla="*/ 6037298 w 6127689"/>
              <a:gd name="connsiteY101" fmla="*/ 5341753 h 6858000"/>
              <a:gd name="connsiteX102" fmla="*/ 6037677 w 6127689"/>
              <a:gd name="connsiteY102" fmla="*/ 5354807 h 6858000"/>
              <a:gd name="connsiteX103" fmla="*/ 6039728 w 6127689"/>
              <a:gd name="connsiteY103" fmla="*/ 5359416 h 6858000"/>
              <a:gd name="connsiteX104" fmla="*/ 6043311 w 6127689"/>
              <a:gd name="connsiteY104" fmla="*/ 5361407 h 6858000"/>
              <a:gd name="connsiteX105" fmla="*/ 6042954 w 6127689"/>
              <a:gd name="connsiteY105" fmla="*/ 5362576 h 6858000"/>
              <a:gd name="connsiteX106" fmla="*/ 6053435 w 6127689"/>
              <a:gd name="connsiteY106" fmla="*/ 5387547 h 6858000"/>
              <a:gd name="connsiteX107" fmla="*/ 6065933 w 6127689"/>
              <a:gd name="connsiteY107" fmla="*/ 5443002 h 6858000"/>
              <a:gd name="connsiteX108" fmla="*/ 6068640 w 6127689"/>
              <a:gd name="connsiteY108" fmla="*/ 5474503 h 6858000"/>
              <a:gd name="connsiteX109" fmla="*/ 6080922 w 6127689"/>
              <a:gd name="connsiteY109" fmla="*/ 5561070 h 6858000"/>
              <a:gd name="connsiteX110" fmla="*/ 6096949 w 6127689"/>
              <a:gd name="connsiteY110" fmla="*/ 5648179 h 6858000"/>
              <a:gd name="connsiteX111" fmla="*/ 6125703 w 6127689"/>
              <a:gd name="connsiteY111" fmla="*/ 5692894 h 6858000"/>
              <a:gd name="connsiteX112" fmla="*/ 6126670 w 6127689"/>
              <a:gd name="connsiteY112" fmla="*/ 5697882 h 6858000"/>
              <a:gd name="connsiteX113" fmla="*/ 6124061 w 6127689"/>
              <a:gd name="connsiteY113" fmla="*/ 5710294 h 6858000"/>
              <a:gd name="connsiteX114" fmla="*/ 6122213 w 6127689"/>
              <a:gd name="connsiteY114" fmla="*/ 5714762 h 6858000"/>
              <a:gd name="connsiteX115" fmla="*/ 6121353 w 6127689"/>
              <a:gd name="connsiteY115" fmla="*/ 5721725 h 6858000"/>
              <a:gd name="connsiteX116" fmla="*/ 6121607 w 6127689"/>
              <a:gd name="connsiteY116" fmla="*/ 5721959 h 6858000"/>
              <a:gd name="connsiteX117" fmla="*/ 6120262 w 6127689"/>
              <a:gd name="connsiteY117" fmla="*/ 5728358 h 6858000"/>
              <a:gd name="connsiteX118" fmla="*/ 6127024 w 6127689"/>
              <a:gd name="connsiteY118" fmla="*/ 5786902 h 6858000"/>
              <a:gd name="connsiteX119" fmla="*/ 6127519 w 6127689"/>
              <a:gd name="connsiteY119" fmla="*/ 5865775 h 6858000"/>
              <a:gd name="connsiteX120" fmla="*/ 6119217 w 6127689"/>
              <a:gd name="connsiteY120" fmla="*/ 5888542 h 6858000"/>
              <a:gd name="connsiteX121" fmla="*/ 6102493 w 6127689"/>
              <a:gd name="connsiteY121" fmla="*/ 5928602 h 6858000"/>
              <a:gd name="connsiteX122" fmla="*/ 6056863 w 6127689"/>
              <a:gd name="connsiteY122" fmla="*/ 6000643 h 6858000"/>
              <a:gd name="connsiteX123" fmla="*/ 6045436 w 6127689"/>
              <a:gd name="connsiteY123" fmla="*/ 6124480 h 6858000"/>
              <a:gd name="connsiteX124" fmla="*/ 6030489 w 6127689"/>
              <a:gd name="connsiteY124" fmla="*/ 6317666 h 6858000"/>
              <a:gd name="connsiteX125" fmla="*/ 6007492 w 6127689"/>
              <a:gd name="connsiteY125" fmla="*/ 6440818 h 6858000"/>
              <a:gd name="connsiteX126" fmla="*/ 6009467 w 6127689"/>
              <a:gd name="connsiteY126" fmla="*/ 6487076 h 6858000"/>
              <a:gd name="connsiteX127" fmla="*/ 5995064 w 6127689"/>
              <a:gd name="connsiteY127" fmla="*/ 6540791 h 6858000"/>
              <a:gd name="connsiteX128" fmla="*/ 5996309 w 6127689"/>
              <a:gd name="connsiteY128" fmla="*/ 6543961 h 6858000"/>
              <a:gd name="connsiteX129" fmla="*/ 5996048 w 6127689"/>
              <a:gd name="connsiteY129" fmla="*/ 6555444 h 6858000"/>
              <a:gd name="connsiteX130" fmla="*/ 6002524 w 6127689"/>
              <a:gd name="connsiteY130" fmla="*/ 6560188 h 6858000"/>
              <a:gd name="connsiteX131" fmla="*/ 6006823 w 6127689"/>
              <a:gd name="connsiteY131" fmla="*/ 6578546 h 6858000"/>
              <a:gd name="connsiteX132" fmla="*/ 6004510 w 6127689"/>
              <a:gd name="connsiteY132" fmla="*/ 6599256 h 6858000"/>
              <a:gd name="connsiteX133" fmla="*/ 5986207 w 6127689"/>
              <a:gd name="connsiteY133" fmla="*/ 6695855 h 6858000"/>
              <a:gd name="connsiteX134" fmla="*/ 5979428 w 6127689"/>
              <a:gd name="connsiteY134" fmla="*/ 6754678 h 6858000"/>
              <a:gd name="connsiteX135" fmla="*/ 5983398 w 6127689"/>
              <a:gd name="connsiteY135" fmla="*/ 6778641 h 6858000"/>
              <a:gd name="connsiteX136" fmla="*/ 5984543 w 6127689"/>
              <a:gd name="connsiteY136" fmla="*/ 6811016 h 6858000"/>
              <a:gd name="connsiteX137" fmla="*/ 5981802 w 6127689"/>
              <a:gd name="connsiteY137" fmla="*/ 6838578 h 6858000"/>
              <a:gd name="connsiteX138" fmla="*/ 5979671 w 6127689"/>
              <a:gd name="connsiteY138" fmla="*/ 6858000 h 6858000"/>
              <a:gd name="connsiteX139" fmla="*/ 0 w 6127689"/>
              <a:gd name="connsiteY139" fmla="*/ 6858000 h 6858000"/>
              <a:gd name="connsiteX140" fmla="*/ 0 w 6127689"/>
              <a:gd name="connsiteY140"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898339 w 6127689"/>
              <a:gd name="connsiteY73" fmla="*/ 4140800 h 6858000"/>
              <a:gd name="connsiteX74" fmla="*/ 5903513 w 6127689"/>
              <a:gd name="connsiteY74" fmla="*/ 4187661 h 6858000"/>
              <a:gd name="connsiteX75" fmla="*/ 5917114 w 6127689"/>
              <a:gd name="connsiteY75" fmla="*/ 4213096 h 6858000"/>
              <a:gd name="connsiteX76" fmla="*/ 5924233 w 6127689"/>
              <a:gd name="connsiteY76" fmla="*/ 4242060 h 6858000"/>
              <a:gd name="connsiteX77" fmla="*/ 5928910 w 6127689"/>
              <a:gd name="connsiteY77" fmla="*/ 4300973 h 6858000"/>
              <a:gd name="connsiteX78" fmla="*/ 5939320 w 6127689"/>
              <a:gd name="connsiteY78" fmla="*/ 4340435 h 6858000"/>
              <a:gd name="connsiteX79" fmla="*/ 5946705 w 6127689"/>
              <a:gd name="connsiteY79" fmla="*/ 4428051 h 6858000"/>
              <a:gd name="connsiteX80" fmla="*/ 5949261 w 6127689"/>
              <a:gd name="connsiteY80" fmla="*/ 4449185 h 6858000"/>
              <a:gd name="connsiteX81" fmla="*/ 5957504 w 6127689"/>
              <a:gd name="connsiteY81" fmla="*/ 4465911 h 6858000"/>
              <a:gd name="connsiteX82" fmla="*/ 5964689 w 6127689"/>
              <a:gd name="connsiteY82" fmla="*/ 4468532 h 6858000"/>
              <a:gd name="connsiteX83" fmla="*/ 5967062 w 6127689"/>
              <a:gd name="connsiteY83" fmla="*/ 4479923 h 6858000"/>
              <a:gd name="connsiteX84" fmla="*/ 5968960 w 6127689"/>
              <a:gd name="connsiteY84" fmla="*/ 4482655 h 6858000"/>
              <a:gd name="connsiteX85" fmla="*/ 5978567 w 6127689"/>
              <a:gd name="connsiteY85" fmla="*/ 4498605 h 6858000"/>
              <a:gd name="connsiteX86" fmla="*/ 5980106 w 6127689"/>
              <a:gd name="connsiteY86" fmla="*/ 4585087 h 6858000"/>
              <a:gd name="connsiteX87" fmla="*/ 5998138 w 6127689"/>
              <a:gd name="connsiteY87" fmla="*/ 4697518 h 6858000"/>
              <a:gd name="connsiteX88" fmla="*/ 6013516 w 6127689"/>
              <a:gd name="connsiteY88" fmla="*/ 4786619 h 6858000"/>
              <a:gd name="connsiteX89" fmla="*/ 6025404 w 6127689"/>
              <a:gd name="connsiteY89" fmla="*/ 4858148 h 6858000"/>
              <a:gd name="connsiteX90" fmla="*/ 6007749 w 6127689"/>
              <a:gd name="connsiteY90" fmla="*/ 4964715 h 6858000"/>
              <a:gd name="connsiteX91" fmla="*/ 6005269 w 6127689"/>
              <a:gd name="connsiteY91" fmla="*/ 5150567 h 6858000"/>
              <a:gd name="connsiteX92" fmla="*/ 6001127 w 6127689"/>
              <a:gd name="connsiteY92" fmla="*/ 5164609 h 6858000"/>
              <a:gd name="connsiteX93" fmla="*/ 5996647 w 6127689"/>
              <a:gd name="connsiteY93" fmla="*/ 5185640 h 6858000"/>
              <a:gd name="connsiteX94" fmla="*/ 5998514 w 6127689"/>
              <a:gd name="connsiteY94" fmla="*/ 5189673 h 6858000"/>
              <a:gd name="connsiteX95" fmla="*/ 6018409 w 6127689"/>
              <a:gd name="connsiteY95" fmla="*/ 5227157 h 6858000"/>
              <a:gd name="connsiteX96" fmla="*/ 6036748 w 6127689"/>
              <a:gd name="connsiteY96" fmla="*/ 5322752 h 6858000"/>
              <a:gd name="connsiteX97" fmla="*/ 6036943 w 6127689"/>
              <a:gd name="connsiteY97" fmla="*/ 5329480 h 6858000"/>
              <a:gd name="connsiteX98" fmla="*/ 6037236 w 6127689"/>
              <a:gd name="connsiteY98" fmla="*/ 5329634 h 6858000"/>
              <a:gd name="connsiteX99" fmla="*/ 6038019 w 6127689"/>
              <a:gd name="connsiteY99" fmla="*/ 5336764 h 6858000"/>
              <a:gd name="connsiteX100" fmla="*/ 6037298 w 6127689"/>
              <a:gd name="connsiteY100" fmla="*/ 5341753 h 6858000"/>
              <a:gd name="connsiteX101" fmla="*/ 6037677 w 6127689"/>
              <a:gd name="connsiteY101" fmla="*/ 5354807 h 6858000"/>
              <a:gd name="connsiteX102" fmla="*/ 6039728 w 6127689"/>
              <a:gd name="connsiteY102" fmla="*/ 5359416 h 6858000"/>
              <a:gd name="connsiteX103" fmla="*/ 6043311 w 6127689"/>
              <a:gd name="connsiteY103" fmla="*/ 5361407 h 6858000"/>
              <a:gd name="connsiteX104" fmla="*/ 6042954 w 6127689"/>
              <a:gd name="connsiteY104" fmla="*/ 5362576 h 6858000"/>
              <a:gd name="connsiteX105" fmla="*/ 6053435 w 6127689"/>
              <a:gd name="connsiteY105" fmla="*/ 5387547 h 6858000"/>
              <a:gd name="connsiteX106" fmla="*/ 6065933 w 6127689"/>
              <a:gd name="connsiteY106" fmla="*/ 5443002 h 6858000"/>
              <a:gd name="connsiteX107" fmla="*/ 6068640 w 6127689"/>
              <a:gd name="connsiteY107" fmla="*/ 5474503 h 6858000"/>
              <a:gd name="connsiteX108" fmla="*/ 6080922 w 6127689"/>
              <a:gd name="connsiteY108" fmla="*/ 5561070 h 6858000"/>
              <a:gd name="connsiteX109" fmla="*/ 6096949 w 6127689"/>
              <a:gd name="connsiteY109" fmla="*/ 5648179 h 6858000"/>
              <a:gd name="connsiteX110" fmla="*/ 6125703 w 6127689"/>
              <a:gd name="connsiteY110" fmla="*/ 5692894 h 6858000"/>
              <a:gd name="connsiteX111" fmla="*/ 6126670 w 6127689"/>
              <a:gd name="connsiteY111" fmla="*/ 5697882 h 6858000"/>
              <a:gd name="connsiteX112" fmla="*/ 6124061 w 6127689"/>
              <a:gd name="connsiteY112" fmla="*/ 5710294 h 6858000"/>
              <a:gd name="connsiteX113" fmla="*/ 6122213 w 6127689"/>
              <a:gd name="connsiteY113" fmla="*/ 5714762 h 6858000"/>
              <a:gd name="connsiteX114" fmla="*/ 6121353 w 6127689"/>
              <a:gd name="connsiteY114" fmla="*/ 5721725 h 6858000"/>
              <a:gd name="connsiteX115" fmla="*/ 6121607 w 6127689"/>
              <a:gd name="connsiteY115" fmla="*/ 5721959 h 6858000"/>
              <a:gd name="connsiteX116" fmla="*/ 6120262 w 6127689"/>
              <a:gd name="connsiteY116" fmla="*/ 5728358 h 6858000"/>
              <a:gd name="connsiteX117" fmla="*/ 6127024 w 6127689"/>
              <a:gd name="connsiteY117" fmla="*/ 5786902 h 6858000"/>
              <a:gd name="connsiteX118" fmla="*/ 6127519 w 6127689"/>
              <a:gd name="connsiteY118" fmla="*/ 5865775 h 6858000"/>
              <a:gd name="connsiteX119" fmla="*/ 6119217 w 6127689"/>
              <a:gd name="connsiteY119" fmla="*/ 5888542 h 6858000"/>
              <a:gd name="connsiteX120" fmla="*/ 6102493 w 6127689"/>
              <a:gd name="connsiteY120" fmla="*/ 5928602 h 6858000"/>
              <a:gd name="connsiteX121" fmla="*/ 6056863 w 6127689"/>
              <a:gd name="connsiteY121" fmla="*/ 6000643 h 6858000"/>
              <a:gd name="connsiteX122" fmla="*/ 6045436 w 6127689"/>
              <a:gd name="connsiteY122" fmla="*/ 6124480 h 6858000"/>
              <a:gd name="connsiteX123" fmla="*/ 6030489 w 6127689"/>
              <a:gd name="connsiteY123" fmla="*/ 6317666 h 6858000"/>
              <a:gd name="connsiteX124" fmla="*/ 6007492 w 6127689"/>
              <a:gd name="connsiteY124" fmla="*/ 6440818 h 6858000"/>
              <a:gd name="connsiteX125" fmla="*/ 6009467 w 6127689"/>
              <a:gd name="connsiteY125" fmla="*/ 6487076 h 6858000"/>
              <a:gd name="connsiteX126" fmla="*/ 5995064 w 6127689"/>
              <a:gd name="connsiteY126" fmla="*/ 6540791 h 6858000"/>
              <a:gd name="connsiteX127" fmla="*/ 5996309 w 6127689"/>
              <a:gd name="connsiteY127" fmla="*/ 6543961 h 6858000"/>
              <a:gd name="connsiteX128" fmla="*/ 5996048 w 6127689"/>
              <a:gd name="connsiteY128" fmla="*/ 6555444 h 6858000"/>
              <a:gd name="connsiteX129" fmla="*/ 6002524 w 6127689"/>
              <a:gd name="connsiteY129" fmla="*/ 6560188 h 6858000"/>
              <a:gd name="connsiteX130" fmla="*/ 6006823 w 6127689"/>
              <a:gd name="connsiteY130" fmla="*/ 6578546 h 6858000"/>
              <a:gd name="connsiteX131" fmla="*/ 6004510 w 6127689"/>
              <a:gd name="connsiteY131" fmla="*/ 6599256 h 6858000"/>
              <a:gd name="connsiteX132" fmla="*/ 5986207 w 6127689"/>
              <a:gd name="connsiteY132" fmla="*/ 6695855 h 6858000"/>
              <a:gd name="connsiteX133" fmla="*/ 5979428 w 6127689"/>
              <a:gd name="connsiteY133" fmla="*/ 6754678 h 6858000"/>
              <a:gd name="connsiteX134" fmla="*/ 5983398 w 6127689"/>
              <a:gd name="connsiteY134" fmla="*/ 6778641 h 6858000"/>
              <a:gd name="connsiteX135" fmla="*/ 5984543 w 6127689"/>
              <a:gd name="connsiteY135" fmla="*/ 6811016 h 6858000"/>
              <a:gd name="connsiteX136" fmla="*/ 5981802 w 6127689"/>
              <a:gd name="connsiteY136" fmla="*/ 6838578 h 6858000"/>
              <a:gd name="connsiteX137" fmla="*/ 5979671 w 6127689"/>
              <a:gd name="connsiteY137" fmla="*/ 6858000 h 6858000"/>
              <a:gd name="connsiteX138" fmla="*/ 0 w 6127689"/>
              <a:gd name="connsiteY138" fmla="*/ 6858000 h 6858000"/>
              <a:gd name="connsiteX139" fmla="*/ 0 w 6127689"/>
              <a:gd name="connsiteY139"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898339 w 6127689"/>
              <a:gd name="connsiteY73" fmla="*/ 4140800 h 6858000"/>
              <a:gd name="connsiteX74" fmla="*/ 5903513 w 6127689"/>
              <a:gd name="connsiteY74" fmla="*/ 4187661 h 6858000"/>
              <a:gd name="connsiteX75" fmla="*/ 5917114 w 6127689"/>
              <a:gd name="connsiteY75" fmla="*/ 4213096 h 6858000"/>
              <a:gd name="connsiteX76" fmla="*/ 5924233 w 6127689"/>
              <a:gd name="connsiteY76" fmla="*/ 4242060 h 6858000"/>
              <a:gd name="connsiteX77" fmla="*/ 5928910 w 6127689"/>
              <a:gd name="connsiteY77" fmla="*/ 4300973 h 6858000"/>
              <a:gd name="connsiteX78" fmla="*/ 5939320 w 6127689"/>
              <a:gd name="connsiteY78" fmla="*/ 4340435 h 6858000"/>
              <a:gd name="connsiteX79" fmla="*/ 5946705 w 6127689"/>
              <a:gd name="connsiteY79" fmla="*/ 4428051 h 6858000"/>
              <a:gd name="connsiteX80" fmla="*/ 5949261 w 6127689"/>
              <a:gd name="connsiteY80" fmla="*/ 4449185 h 6858000"/>
              <a:gd name="connsiteX81" fmla="*/ 5957504 w 6127689"/>
              <a:gd name="connsiteY81" fmla="*/ 4465911 h 6858000"/>
              <a:gd name="connsiteX82" fmla="*/ 5964689 w 6127689"/>
              <a:gd name="connsiteY82" fmla="*/ 4468532 h 6858000"/>
              <a:gd name="connsiteX83" fmla="*/ 5967062 w 6127689"/>
              <a:gd name="connsiteY83" fmla="*/ 4479923 h 6858000"/>
              <a:gd name="connsiteX84" fmla="*/ 5968960 w 6127689"/>
              <a:gd name="connsiteY84" fmla="*/ 4482655 h 6858000"/>
              <a:gd name="connsiteX85" fmla="*/ 5980106 w 6127689"/>
              <a:gd name="connsiteY85" fmla="*/ 4585087 h 6858000"/>
              <a:gd name="connsiteX86" fmla="*/ 5998138 w 6127689"/>
              <a:gd name="connsiteY86" fmla="*/ 4697518 h 6858000"/>
              <a:gd name="connsiteX87" fmla="*/ 6013516 w 6127689"/>
              <a:gd name="connsiteY87" fmla="*/ 4786619 h 6858000"/>
              <a:gd name="connsiteX88" fmla="*/ 6025404 w 6127689"/>
              <a:gd name="connsiteY88" fmla="*/ 4858148 h 6858000"/>
              <a:gd name="connsiteX89" fmla="*/ 6007749 w 6127689"/>
              <a:gd name="connsiteY89" fmla="*/ 4964715 h 6858000"/>
              <a:gd name="connsiteX90" fmla="*/ 6005269 w 6127689"/>
              <a:gd name="connsiteY90" fmla="*/ 5150567 h 6858000"/>
              <a:gd name="connsiteX91" fmla="*/ 6001127 w 6127689"/>
              <a:gd name="connsiteY91" fmla="*/ 5164609 h 6858000"/>
              <a:gd name="connsiteX92" fmla="*/ 5996647 w 6127689"/>
              <a:gd name="connsiteY92" fmla="*/ 5185640 h 6858000"/>
              <a:gd name="connsiteX93" fmla="*/ 5998514 w 6127689"/>
              <a:gd name="connsiteY93" fmla="*/ 5189673 h 6858000"/>
              <a:gd name="connsiteX94" fmla="*/ 6018409 w 6127689"/>
              <a:gd name="connsiteY94" fmla="*/ 5227157 h 6858000"/>
              <a:gd name="connsiteX95" fmla="*/ 6036748 w 6127689"/>
              <a:gd name="connsiteY95" fmla="*/ 5322752 h 6858000"/>
              <a:gd name="connsiteX96" fmla="*/ 6036943 w 6127689"/>
              <a:gd name="connsiteY96" fmla="*/ 5329480 h 6858000"/>
              <a:gd name="connsiteX97" fmla="*/ 6037236 w 6127689"/>
              <a:gd name="connsiteY97" fmla="*/ 5329634 h 6858000"/>
              <a:gd name="connsiteX98" fmla="*/ 6038019 w 6127689"/>
              <a:gd name="connsiteY98" fmla="*/ 5336764 h 6858000"/>
              <a:gd name="connsiteX99" fmla="*/ 6037298 w 6127689"/>
              <a:gd name="connsiteY99" fmla="*/ 5341753 h 6858000"/>
              <a:gd name="connsiteX100" fmla="*/ 6037677 w 6127689"/>
              <a:gd name="connsiteY100" fmla="*/ 5354807 h 6858000"/>
              <a:gd name="connsiteX101" fmla="*/ 6039728 w 6127689"/>
              <a:gd name="connsiteY101" fmla="*/ 5359416 h 6858000"/>
              <a:gd name="connsiteX102" fmla="*/ 6043311 w 6127689"/>
              <a:gd name="connsiteY102" fmla="*/ 5361407 h 6858000"/>
              <a:gd name="connsiteX103" fmla="*/ 6042954 w 6127689"/>
              <a:gd name="connsiteY103" fmla="*/ 5362576 h 6858000"/>
              <a:gd name="connsiteX104" fmla="*/ 6053435 w 6127689"/>
              <a:gd name="connsiteY104" fmla="*/ 5387547 h 6858000"/>
              <a:gd name="connsiteX105" fmla="*/ 6065933 w 6127689"/>
              <a:gd name="connsiteY105" fmla="*/ 5443002 h 6858000"/>
              <a:gd name="connsiteX106" fmla="*/ 6068640 w 6127689"/>
              <a:gd name="connsiteY106" fmla="*/ 5474503 h 6858000"/>
              <a:gd name="connsiteX107" fmla="*/ 6080922 w 6127689"/>
              <a:gd name="connsiteY107" fmla="*/ 5561070 h 6858000"/>
              <a:gd name="connsiteX108" fmla="*/ 6096949 w 6127689"/>
              <a:gd name="connsiteY108" fmla="*/ 5648179 h 6858000"/>
              <a:gd name="connsiteX109" fmla="*/ 6125703 w 6127689"/>
              <a:gd name="connsiteY109" fmla="*/ 5692894 h 6858000"/>
              <a:gd name="connsiteX110" fmla="*/ 6126670 w 6127689"/>
              <a:gd name="connsiteY110" fmla="*/ 5697882 h 6858000"/>
              <a:gd name="connsiteX111" fmla="*/ 6124061 w 6127689"/>
              <a:gd name="connsiteY111" fmla="*/ 5710294 h 6858000"/>
              <a:gd name="connsiteX112" fmla="*/ 6122213 w 6127689"/>
              <a:gd name="connsiteY112" fmla="*/ 5714762 h 6858000"/>
              <a:gd name="connsiteX113" fmla="*/ 6121353 w 6127689"/>
              <a:gd name="connsiteY113" fmla="*/ 5721725 h 6858000"/>
              <a:gd name="connsiteX114" fmla="*/ 6121607 w 6127689"/>
              <a:gd name="connsiteY114" fmla="*/ 5721959 h 6858000"/>
              <a:gd name="connsiteX115" fmla="*/ 6120262 w 6127689"/>
              <a:gd name="connsiteY115" fmla="*/ 5728358 h 6858000"/>
              <a:gd name="connsiteX116" fmla="*/ 6127024 w 6127689"/>
              <a:gd name="connsiteY116" fmla="*/ 5786902 h 6858000"/>
              <a:gd name="connsiteX117" fmla="*/ 6127519 w 6127689"/>
              <a:gd name="connsiteY117" fmla="*/ 5865775 h 6858000"/>
              <a:gd name="connsiteX118" fmla="*/ 6119217 w 6127689"/>
              <a:gd name="connsiteY118" fmla="*/ 5888542 h 6858000"/>
              <a:gd name="connsiteX119" fmla="*/ 6102493 w 6127689"/>
              <a:gd name="connsiteY119" fmla="*/ 5928602 h 6858000"/>
              <a:gd name="connsiteX120" fmla="*/ 6056863 w 6127689"/>
              <a:gd name="connsiteY120" fmla="*/ 6000643 h 6858000"/>
              <a:gd name="connsiteX121" fmla="*/ 6045436 w 6127689"/>
              <a:gd name="connsiteY121" fmla="*/ 6124480 h 6858000"/>
              <a:gd name="connsiteX122" fmla="*/ 6030489 w 6127689"/>
              <a:gd name="connsiteY122" fmla="*/ 6317666 h 6858000"/>
              <a:gd name="connsiteX123" fmla="*/ 6007492 w 6127689"/>
              <a:gd name="connsiteY123" fmla="*/ 6440818 h 6858000"/>
              <a:gd name="connsiteX124" fmla="*/ 6009467 w 6127689"/>
              <a:gd name="connsiteY124" fmla="*/ 6487076 h 6858000"/>
              <a:gd name="connsiteX125" fmla="*/ 5995064 w 6127689"/>
              <a:gd name="connsiteY125" fmla="*/ 6540791 h 6858000"/>
              <a:gd name="connsiteX126" fmla="*/ 5996309 w 6127689"/>
              <a:gd name="connsiteY126" fmla="*/ 6543961 h 6858000"/>
              <a:gd name="connsiteX127" fmla="*/ 5996048 w 6127689"/>
              <a:gd name="connsiteY127" fmla="*/ 6555444 h 6858000"/>
              <a:gd name="connsiteX128" fmla="*/ 6002524 w 6127689"/>
              <a:gd name="connsiteY128" fmla="*/ 6560188 h 6858000"/>
              <a:gd name="connsiteX129" fmla="*/ 6006823 w 6127689"/>
              <a:gd name="connsiteY129" fmla="*/ 6578546 h 6858000"/>
              <a:gd name="connsiteX130" fmla="*/ 6004510 w 6127689"/>
              <a:gd name="connsiteY130" fmla="*/ 6599256 h 6858000"/>
              <a:gd name="connsiteX131" fmla="*/ 5986207 w 6127689"/>
              <a:gd name="connsiteY131" fmla="*/ 6695855 h 6858000"/>
              <a:gd name="connsiteX132" fmla="*/ 5979428 w 6127689"/>
              <a:gd name="connsiteY132" fmla="*/ 6754678 h 6858000"/>
              <a:gd name="connsiteX133" fmla="*/ 5983398 w 6127689"/>
              <a:gd name="connsiteY133" fmla="*/ 6778641 h 6858000"/>
              <a:gd name="connsiteX134" fmla="*/ 5984543 w 6127689"/>
              <a:gd name="connsiteY134" fmla="*/ 6811016 h 6858000"/>
              <a:gd name="connsiteX135" fmla="*/ 5981802 w 6127689"/>
              <a:gd name="connsiteY135" fmla="*/ 6838578 h 6858000"/>
              <a:gd name="connsiteX136" fmla="*/ 5979671 w 6127689"/>
              <a:gd name="connsiteY136" fmla="*/ 6858000 h 6858000"/>
              <a:gd name="connsiteX137" fmla="*/ 0 w 6127689"/>
              <a:gd name="connsiteY137" fmla="*/ 6858000 h 6858000"/>
              <a:gd name="connsiteX138" fmla="*/ 0 w 6127689"/>
              <a:gd name="connsiteY138"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898339 w 6127689"/>
              <a:gd name="connsiteY73" fmla="*/ 4140800 h 6858000"/>
              <a:gd name="connsiteX74" fmla="*/ 5903513 w 6127689"/>
              <a:gd name="connsiteY74" fmla="*/ 4187661 h 6858000"/>
              <a:gd name="connsiteX75" fmla="*/ 5917114 w 6127689"/>
              <a:gd name="connsiteY75" fmla="*/ 4213096 h 6858000"/>
              <a:gd name="connsiteX76" fmla="*/ 5924233 w 6127689"/>
              <a:gd name="connsiteY76" fmla="*/ 4242060 h 6858000"/>
              <a:gd name="connsiteX77" fmla="*/ 5928910 w 6127689"/>
              <a:gd name="connsiteY77" fmla="*/ 4300973 h 6858000"/>
              <a:gd name="connsiteX78" fmla="*/ 5939320 w 6127689"/>
              <a:gd name="connsiteY78" fmla="*/ 4340435 h 6858000"/>
              <a:gd name="connsiteX79" fmla="*/ 5946705 w 6127689"/>
              <a:gd name="connsiteY79" fmla="*/ 4428051 h 6858000"/>
              <a:gd name="connsiteX80" fmla="*/ 5949261 w 6127689"/>
              <a:gd name="connsiteY80" fmla="*/ 4449185 h 6858000"/>
              <a:gd name="connsiteX81" fmla="*/ 5957504 w 6127689"/>
              <a:gd name="connsiteY81" fmla="*/ 4465911 h 6858000"/>
              <a:gd name="connsiteX82" fmla="*/ 5967062 w 6127689"/>
              <a:gd name="connsiteY82" fmla="*/ 4479923 h 6858000"/>
              <a:gd name="connsiteX83" fmla="*/ 5968960 w 6127689"/>
              <a:gd name="connsiteY83" fmla="*/ 4482655 h 6858000"/>
              <a:gd name="connsiteX84" fmla="*/ 5980106 w 6127689"/>
              <a:gd name="connsiteY84" fmla="*/ 4585087 h 6858000"/>
              <a:gd name="connsiteX85" fmla="*/ 5998138 w 6127689"/>
              <a:gd name="connsiteY85" fmla="*/ 4697518 h 6858000"/>
              <a:gd name="connsiteX86" fmla="*/ 6013516 w 6127689"/>
              <a:gd name="connsiteY86" fmla="*/ 4786619 h 6858000"/>
              <a:gd name="connsiteX87" fmla="*/ 6025404 w 6127689"/>
              <a:gd name="connsiteY87" fmla="*/ 4858148 h 6858000"/>
              <a:gd name="connsiteX88" fmla="*/ 6007749 w 6127689"/>
              <a:gd name="connsiteY88" fmla="*/ 4964715 h 6858000"/>
              <a:gd name="connsiteX89" fmla="*/ 6005269 w 6127689"/>
              <a:gd name="connsiteY89" fmla="*/ 5150567 h 6858000"/>
              <a:gd name="connsiteX90" fmla="*/ 6001127 w 6127689"/>
              <a:gd name="connsiteY90" fmla="*/ 5164609 h 6858000"/>
              <a:gd name="connsiteX91" fmla="*/ 5996647 w 6127689"/>
              <a:gd name="connsiteY91" fmla="*/ 5185640 h 6858000"/>
              <a:gd name="connsiteX92" fmla="*/ 5998514 w 6127689"/>
              <a:gd name="connsiteY92" fmla="*/ 5189673 h 6858000"/>
              <a:gd name="connsiteX93" fmla="*/ 6018409 w 6127689"/>
              <a:gd name="connsiteY93" fmla="*/ 5227157 h 6858000"/>
              <a:gd name="connsiteX94" fmla="*/ 6036748 w 6127689"/>
              <a:gd name="connsiteY94" fmla="*/ 5322752 h 6858000"/>
              <a:gd name="connsiteX95" fmla="*/ 6036943 w 6127689"/>
              <a:gd name="connsiteY95" fmla="*/ 5329480 h 6858000"/>
              <a:gd name="connsiteX96" fmla="*/ 6037236 w 6127689"/>
              <a:gd name="connsiteY96" fmla="*/ 5329634 h 6858000"/>
              <a:gd name="connsiteX97" fmla="*/ 6038019 w 6127689"/>
              <a:gd name="connsiteY97" fmla="*/ 5336764 h 6858000"/>
              <a:gd name="connsiteX98" fmla="*/ 6037298 w 6127689"/>
              <a:gd name="connsiteY98" fmla="*/ 5341753 h 6858000"/>
              <a:gd name="connsiteX99" fmla="*/ 6037677 w 6127689"/>
              <a:gd name="connsiteY99" fmla="*/ 5354807 h 6858000"/>
              <a:gd name="connsiteX100" fmla="*/ 6039728 w 6127689"/>
              <a:gd name="connsiteY100" fmla="*/ 5359416 h 6858000"/>
              <a:gd name="connsiteX101" fmla="*/ 6043311 w 6127689"/>
              <a:gd name="connsiteY101" fmla="*/ 5361407 h 6858000"/>
              <a:gd name="connsiteX102" fmla="*/ 6042954 w 6127689"/>
              <a:gd name="connsiteY102" fmla="*/ 5362576 h 6858000"/>
              <a:gd name="connsiteX103" fmla="*/ 6053435 w 6127689"/>
              <a:gd name="connsiteY103" fmla="*/ 5387547 h 6858000"/>
              <a:gd name="connsiteX104" fmla="*/ 6065933 w 6127689"/>
              <a:gd name="connsiteY104" fmla="*/ 5443002 h 6858000"/>
              <a:gd name="connsiteX105" fmla="*/ 6068640 w 6127689"/>
              <a:gd name="connsiteY105" fmla="*/ 5474503 h 6858000"/>
              <a:gd name="connsiteX106" fmla="*/ 6080922 w 6127689"/>
              <a:gd name="connsiteY106" fmla="*/ 5561070 h 6858000"/>
              <a:gd name="connsiteX107" fmla="*/ 6096949 w 6127689"/>
              <a:gd name="connsiteY107" fmla="*/ 5648179 h 6858000"/>
              <a:gd name="connsiteX108" fmla="*/ 6125703 w 6127689"/>
              <a:gd name="connsiteY108" fmla="*/ 5692894 h 6858000"/>
              <a:gd name="connsiteX109" fmla="*/ 6126670 w 6127689"/>
              <a:gd name="connsiteY109" fmla="*/ 5697882 h 6858000"/>
              <a:gd name="connsiteX110" fmla="*/ 6124061 w 6127689"/>
              <a:gd name="connsiteY110" fmla="*/ 5710294 h 6858000"/>
              <a:gd name="connsiteX111" fmla="*/ 6122213 w 6127689"/>
              <a:gd name="connsiteY111" fmla="*/ 5714762 h 6858000"/>
              <a:gd name="connsiteX112" fmla="*/ 6121353 w 6127689"/>
              <a:gd name="connsiteY112" fmla="*/ 5721725 h 6858000"/>
              <a:gd name="connsiteX113" fmla="*/ 6121607 w 6127689"/>
              <a:gd name="connsiteY113" fmla="*/ 5721959 h 6858000"/>
              <a:gd name="connsiteX114" fmla="*/ 6120262 w 6127689"/>
              <a:gd name="connsiteY114" fmla="*/ 5728358 h 6858000"/>
              <a:gd name="connsiteX115" fmla="*/ 6127024 w 6127689"/>
              <a:gd name="connsiteY115" fmla="*/ 5786902 h 6858000"/>
              <a:gd name="connsiteX116" fmla="*/ 6127519 w 6127689"/>
              <a:gd name="connsiteY116" fmla="*/ 5865775 h 6858000"/>
              <a:gd name="connsiteX117" fmla="*/ 6119217 w 6127689"/>
              <a:gd name="connsiteY117" fmla="*/ 5888542 h 6858000"/>
              <a:gd name="connsiteX118" fmla="*/ 6102493 w 6127689"/>
              <a:gd name="connsiteY118" fmla="*/ 5928602 h 6858000"/>
              <a:gd name="connsiteX119" fmla="*/ 6056863 w 6127689"/>
              <a:gd name="connsiteY119" fmla="*/ 6000643 h 6858000"/>
              <a:gd name="connsiteX120" fmla="*/ 6045436 w 6127689"/>
              <a:gd name="connsiteY120" fmla="*/ 6124480 h 6858000"/>
              <a:gd name="connsiteX121" fmla="*/ 6030489 w 6127689"/>
              <a:gd name="connsiteY121" fmla="*/ 6317666 h 6858000"/>
              <a:gd name="connsiteX122" fmla="*/ 6007492 w 6127689"/>
              <a:gd name="connsiteY122" fmla="*/ 6440818 h 6858000"/>
              <a:gd name="connsiteX123" fmla="*/ 6009467 w 6127689"/>
              <a:gd name="connsiteY123" fmla="*/ 6487076 h 6858000"/>
              <a:gd name="connsiteX124" fmla="*/ 5995064 w 6127689"/>
              <a:gd name="connsiteY124" fmla="*/ 6540791 h 6858000"/>
              <a:gd name="connsiteX125" fmla="*/ 5996309 w 6127689"/>
              <a:gd name="connsiteY125" fmla="*/ 6543961 h 6858000"/>
              <a:gd name="connsiteX126" fmla="*/ 5996048 w 6127689"/>
              <a:gd name="connsiteY126" fmla="*/ 6555444 h 6858000"/>
              <a:gd name="connsiteX127" fmla="*/ 6002524 w 6127689"/>
              <a:gd name="connsiteY127" fmla="*/ 6560188 h 6858000"/>
              <a:gd name="connsiteX128" fmla="*/ 6006823 w 6127689"/>
              <a:gd name="connsiteY128" fmla="*/ 6578546 h 6858000"/>
              <a:gd name="connsiteX129" fmla="*/ 6004510 w 6127689"/>
              <a:gd name="connsiteY129" fmla="*/ 6599256 h 6858000"/>
              <a:gd name="connsiteX130" fmla="*/ 5986207 w 6127689"/>
              <a:gd name="connsiteY130" fmla="*/ 6695855 h 6858000"/>
              <a:gd name="connsiteX131" fmla="*/ 5979428 w 6127689"/>
              <a:gd name="connsiteY131" fmla="*/ 6754678 h 6858000"/>
              <a:gd name="connsiteX132" fmla="*/ 5983398 w 6127689"/>
              <a:gd name="connsiteY132" fmla="*/ 6778641 h 6858000"/>
              <a:gd name="connsiteX133" fmla="*/ 5984543 w 6127689"/>
              <a:gd name="connsiteY133" fmla="*/ 6811016 h 6858000"/>
              <a:gd name="connsiteX134" fmla="*/ 5981802 w 6127689"/>
              <a:gd name="connsiteY134" fmla="*/ 6838578 h 6858000"/>
              <a:gd name="connsiteX135" fmla="*/ 5979671 w 6127689"/>
              <a:gd name="connsiteY135" fmla="*/ 6858000 h 6858000"/>
              <a:gd name="connsiteX136" fmla="*/ 0 w 6127689"/>
              <a:gd name="connsiteY136" fmla="*/ 6858000 h 6858000"/>
              <a:gd name="connsiteX137" fmla="*/ 0 w 6127689"/>
              <a:gd name="connsiteY137"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898339 w 6127689"/>
              <a:gd name="connsiteY73" fmla="*/ 4140800 h 6858000"/>
              <a:gd name="connsiteX74" fmla="*/ 5903513 w 6127689"/>
              <a:gd name="connsiteY74" fmla="*/ 4187661 h 6858000"/>
              <a:gd name="connsiteX75" fmla="*/ 5917114 w 6127689"/>
              <a:gd name="connsiteY75" fmla="*/ 4213096 h 6858000"/>
              <a:gd name="connsiteX76" fmla="*/ 5924233 w 6127689"/>
              <a:gd name="connsiteY76" fmla="*/ 4242060 h 6858000"/>
              <a:gd name="connsiteX77" fmla="*/ 5928910 w 6127689"/>
              <a:gd name="connsiteY77" fmla="*/ 4300973 h 6858000"/>
              <a:gd name="connsiteX78" fmla="*/ 5939320 w 6127689"/>
              <a:gd name="connsiteY78" fmla="*/ 4340435 h 6858000"/>
              <a:gd name="connsiteX79" fmla="*/ 5946705 w 6127689"/>
              <a:gd name="connsiteY79" fmla="*/ 4428051 h 6858000"/>
              <a:gd name="connsiteX80" fmla="*/ 5949261 w 6127689"/>
              <a:gd name="connsiteY80" fmla="*/ 4449185 h 6858000"/>
              <a:gd name="connsiteX81" fmla="*/ 5957504 w 6127689"/>
              <a:gd name="connsiteY81" fmla="*/ 4465911 h 6858000"/>
              <a:gd name="connsiteX82" fmla="*/ 5968960 w 6127689"/>
              <a:gd name="connsiteY82" fmla="*/ 4482655 h 6858000"/>
              <a:gd name="connsiteX83" fmla="*/ 5980106 w 6127689"/>
              <a:gd name="connsiteY83" fmla="*/ 4585087 h 6858000"/>
              <a:gd name="connsiteX84" fmla="*/ 5998138 w 6127689"/>
              <a:gd name="connsiteY84" fmla="*/ 4697518 h 6858000"/>
              <a:gd name="connsiteX85" fmla="*/ 6013516 w 6127689"/>
              <a:gd name="connsiteY85" fmla="*/ 4786619 h 6858000"/>
              <a:gd name="connsiteX86" fmla="*/ 6025404 w 6127689"/>
              <a:gd name="connsiteY86" fmla="*/ 4858148 h 6858000"/>
              <a:gd name="connsiteX87" fmla="*/ 6007749 w 6127689"/>
              <a:gd name="connsiteY87" fmla="*/ 4964715 h 6858000"/>
              <a:gd name="connsiteX88" fmla="*/ 6005269 w 6127689"/>
              <a:gd name="connsiteY88" fmla="*/ 5150567 h 6858000"/>
              <a:gd name="connsiteX89" fmla="*/ 6001127 w 6127689"/>
              <a:gd name="connsiteY89" fmla="*/ 5164609 h 6858000"/>
              <a:gd name="connsiteX90" fmla="*/ 5996647 w 6127689"/>
              <a:gd name="connsiteY90" fmla="*/ 5185640 h 6858000"/>
              <a:gd name="connsiteX91" fmla="*/ 5998514 w 6127689"/>
              <a:gd name="connsiteY91" fmla="*/ 5189673 h 6858000"/>
              <a:gd name="connsiteX92" fmla="*/ 6018409 w 6127689"/>
              <a:gd name="connsiteY92" fmla="*/ 5227157 h 6858000"/>
              <a:gd name="connsiteX93" fmla="*/ 6036748 w 6127689"/>
              <a:gd name="connsiteY93" fmla="*/ 5322752 h 6858000"/>
              <a:gd name="connsiteX94" fmla="*/ 6036943 w 6127689"/>
              <a:gd name="connsiteY94" fmla="*/ 5329480 h 6858000"/>
              <a:gd name="connsiteX95" fmla="*/ 6037236 w 6127689"/>
              <a:gd name="connsiteY95" fmla="*/ 5329634 h 6858000"/>
              <a:gd name="connsiteX96" fmla="*/ 6038019 w 6127689"/>
              <a:gd name="connsiteY96" fmla="*/ 5336764 h 6858000"/>
              <a:gd name="connsiteX97" fmla="*/ 6037298 w 6127689"/>
              <a:gd name="connsiteY97" fmla="*/ 5341753 h 6858000"/>
              <a:gd name="connsiteX98" fmla="*/ 6037677 w 6127689"/>
              <a:gd name="connsiteY98" fmla="*/ 5354807 h 6858000"/>
              <a:gd name="connsiteX99" fmla="*/ 6039728 w 6127689"/>
              <a:gd name="connsiteY99" fmla="*/ 5359416 h 6858000"/>
              <a:gd name="connsiteX100" fmla="*/ 6043311 w 6127689"/>
              <a:gd name="connsiteY100" fmla="*/ 5361407 h 6858000"/>
              <a:gd name="connsiteX101" fmla="*/ 6042954 w 6127689"/>
              <a:gd name="connsiteY101" fmla="*/ 5362576 h 6858000"/>
              <a:gd name="connsiteX102" fmla="*/ 6053435 w 6127689"/>
              <a:gd name="connsiteY102" fmla="*/ 5387547 h 6858000"/>
              <a:gd name="connsiteX103" fmla="*/ 6065933 w 6127689"/>
              <a:gd name="connsiteY103" fmla="*/ 5443002 h 6858000"/>
              <a:gd name="connsiteX104" fmla="*/ 6068640 w 6127689"/>
              <a:gd name="connsiteY104" fmla="*/ 5474503 h 6858000"/>
              <a:gd name="connsiteX105" fmla="*/ 6080922 w 6127689"/>
              <a:gd name="connsiteY105" fmla="*/ 5561070 h 6858000"/>
              <a:gd name="connsiteX106" fmla="*/ 6096949 w 6127689"/>
              <a:gd name="connsiteY106" fmla="*/ 5648179 h 6858000"/>
              <a:gd name="connsiteX107" fmla="*/ 6125703 w 6127689"/>
              <a:gd name="connsiteY107" fmla="*/ 5692894 h 6858000"/>
              <a:gd name="connsiteX108" fmla="*/ 6126670 w 6127689"/>
              <a:gd name="connsiteY108" fmla="*/ 5697882 h 6858000"/>
              <a:gd name="connsiteX109" fmla="*/ 6124061 w 6127689"/>
              <a:gd name="connsiteY109" fmla="*/ 5710294 h 6858000"/>
              <a:gd name="connsiteX110" fmla="*/ 6122213 w 6127689"/>
              <a:gd name="connsiteY110" fmla="*/ 5714762 h 6858000"/>
              <a:gd name="connsiteX111" fmla="*/ 6121353 w 6127689"/>
              <a:gd name="connsiteY111" fmla="*/ 5721725 h 6858000"/>
              <a:gd name="connsiteX112" fmla="*/ 6121607 w 6127689"/>
              <a:gd name="connsiteY112" fmla="*/ 5721959 h 6858000"/>
              <a:gd name="connsiteX113" fmla="*/ 6120262 w 6127689"/>
              <a:gd name="connsiteY113" fmla="*/ 5728358 h 6858000"/>
              <a:gd name="connsiteX114" fmla="*/ 6127024 w 6127689"/>
              <a:gd name="connsiteY114" fmla="*/ 5786902 h 6858000"/>
              <a:gd name="connsiteX115" fmla="*/ 6127519 w 6127689"/>
              <a:gd name="connsiteY115" fmla="*/ 5865775 h 6858000"/>
              <a:gd name="connsiteX116" fmla="*/ 6119217 w 6127689"/>
              <a:gd name="connsiteY116" fmla="*/ 5888542 h 6858000"/>
              <a:gd name="connsiteX117" fmla="*/ 6102493 w 6127689"/>
              <a:gd name="connsiteY117" fmla="*/ 5928602 h 6858000"/>
              <a:gd name="connsiteX118" fmla="*/ 6056863 w 6127689"/>
              <a:gd name="connsiteY118" fmla="*/ 6000643 h 6858000"/>
              <a:gd name="connsiteX119" fmla="*/ 6045436 w 6127689"/>
              <a:gd name="connsiteY119" fmla="*/ 6124480 h 6858000"/>
              <a:gd name="connsiteX120" fmla="*/ 6030489 w 6127689"/>
              <a:gd name="connsiteY120" fmla="*/ 6317666 h 6858000"/>
              <a:gd name="connsiteX121" fmla="*/ 6007492 w 6127689"/>
              <a:gd name="connsiteY121" fmla="*/ 6440818 h 6858000"/>
              <a:gd name="connsiteX122" fmla="*/ 6009467 w 6127689"/>
              <a:gd name="connsiteY122" fmla="*/ 6487076 h 6858000"/>
              <a:gd name="connsiteX123" fmla="*/ 5995064 w 6127689"/>
              <a:gd name="connsiteY123" fmla="*/ 6540791 h 6858000"/>
              <a:gd name="connsiteX124" fmla="*/ 5996309 w 6127689"/>
              <a:gd name="connsiteY124" fmla="*/ 6543961 h 6858000"/>
              <a:gd name="connsiteX125" fmla="*/ 5996048 w 6127689"/>
              <a:gd name="connsiteY125" fmla="*/ 6555444 h 6858000"/>
              <a:gd name="connsiteX126" fmla="*/ 6002524 w 6127689"/>
              <a:gd name="connsiteY126" fmla="*/ 6560188 h 6858000"/>
              <a:gd name="connsiteX127" fmla="*/ 6006823 w 6127689"/>
              <a:gd name="connsiteY127" fmla="*/ 6578546 h 6858000"/>
              <a:gd name="connsiteX128" fmla="*/ 6004510 w 6127689"/>
              <a:gd name="connsiteY128" fmla="*/ 6599256 h 6858000"/>
              <a:gd name="connsiteX129" fmla="*/ 5986207 w 6127689"/>
              <a:gd name="connsiteY129" fmla="*/ 6695855 h 6858000"/>
              <a:gd name="connsiteX130" fmla="*/ 5979428 w 6127689"/>
              <a:gd name="connsiteY130" fmla="*/ 6754678 h 6858000"/>
              <a:gd name="connsiteX131" fmla="*/ 5983398 w 6127689"/>
              <a:gd name="connsiteY131" fmla="*/ 6778641 h 6858000"/>
              <a:gd name="connsiteX132" fmla="*/ 5984543 w 6127689"/>
              <a:gd name="connsiteY132" fmla="*/ 6811016 h 6858000"/>
              <a:gd name="connsiteX133" fmla="*/ 5981802 w 6127689"/>
              <a:gd name="connsiteY133" fmla="*/ 6838578 h 6858000"/>
              <a:gd name="connsiteX134" fmla="*/ 5979671 w 6127689"/>
              <a:gd name="connsiteY134" fmla="*/ 6858000 h 6858000"/>
              <a:gd name="connsiteX135" fmla="*/ 0 w 6127689"/>
              <a:gd name="connsiteY135" fmla="*/ 6858000 h 6858000"/>
              <a:gd name="connsiteX136" fmla="*/ 0 w 6127689"/>
              <a:gd name="connsiteY136"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898339 w 6127689"/>
              <a:gd name="connsiteY73" fmla="*/ 4140800 h 6858000"/>
              <a:gd name="connsiteX74" fmla="*/ 5903513 w 6127689"/>
              <a:gd name="connsiteY74" fmla="*/ 4187661 h 6858000"/>
              <a:gd name="connsiteX75" fmla="*/ 5917114 w 6127689"/>
              <a:gd name="connsiteY75" fmla="*/ 4213096 h 6858000"/>
              <a:gd name="connsiteX76" fmla="*/ 5924233 w 6127689"/>
              <a:gd name="connsiteY76" fmla="*/ 4242060 h 6858000"/>
              <a:gd name="connsiteX77" fmla="*/ 5928910 w 6127689"/>
              <a:gd name="connsiteY77" fmla="*/ 4300973 h 6858000"/>
              <a:gd name="connsiteX78" fmla="*/ 5939320 w 6127689"/>
              <a:gd name="connsiteY78" fmla="*/ 4340435 h 6858000"/>
              <a:gd name="connsiteX79" fmla="*/ 5946705 w 6127689"/>
              <a:gd name="connsiteY79" fmla="*/ 4428051 h 6858000"/>
              <a:gd name="connsiteX80" fmla="*/ 5949261 w 6127689"/>
              <a:gd name="connsiteY80" fmla="*/ 4449185 h 6858000"/>
              <a:gd name="connsiteX81" fmla="*/ 5968960 w 6127689"/>
              <a:gd name="connsiteY81" fmla="*/ 4482655 h 6858000"/>
              <a:gd name="connsiteX82" fmla="*/ 5980106 w 6127689"/>
              <a:gd name="connsiteY82" fmla="*/ 4585087 h 6858000"/>
              <a:gd name="connsiteX83" fmla="*/ 5998138 w 6127689"/>
              <a:gd name="connsiteY83" fmla="*/ 4697518 h 6858000"/>
              <a:gd name="connsiteX84" fmla="*/ 6013516 w 6127689"/>
              <a:gd name="connsiteY84" fmla="*/ 4786619 h 6858000"/>
              <a:gd name="connsiteX85" fmla="*/ 6025404 w 6127689"/>
              <a:gd name="connsiteY85" fmla="*/ 4858148 h 6858000"/>
              <a:gd name="connsiteX86" fmla="*/ 6007749 w 6127689"/>
              <a:gd name="connsiteY86" fmla="*/ 4964715 h 6858000"/>
              <a:gd name="connsiteX87" fmla="*/ 6005269 w 6127689"/>
              <a:gd name="connsiteY87" fmla="*/ 5150567 h 6858000"/>
              <a:gd name="connsiteX88" fmla="*/ 6001127 w 6127689"/>
              <a:gd name="connsiteY88" fmla="*/ 5164609 h 6858000"/>
              <a:gd name="connsiteX89" fmla="*/ 5996647 w 6127689"/>
              <a:gd name="connsiteY89" fmla="*/ 5185640 h 6858000"/>
              <a:gd name="connsiteX90" fmla="*/ 5998514 w 6127689"/>
              <a:gd name="connsiteY90" fmla="*/ 5189673 h 6858000"/>
              <a:gd name="connsiteX91" fmla="*/ 6018409 w 6127689"/>
              <a:gd name="connsiteY91" fmla="*/ 5227157 h 6858000"/>
              <a:gd name="connsiteX92" fmla="*/ 6036748 w 6127689"/>
              <a:gd name="connsiteY92" fmla="*/ 5322752 h 6858000"/>
              <a:gd name="connsiteX93" fmla="*/ 6036943 w 6127689"/>
              <a:gd name="connsiteY93" fmla="*/ 5329480 h 6858000"/>
              <a:gd name="connsiteX94" fmla="*/ 6037236 w 6127689"/>
              <a:gd name="connsiteY94" fmla="*/ 5329634 h 6858000"/>
              <a:gd name="connsiteX95" fmla="*/ 6038019 w 6127689"/>
              <a:gd name="connsiteY95" fmla="*/ 5336764 h 6858000"/>
              <a:gd name="connsiteX96" fmla="*/ 6037298 w 6127689"/>
              <a:gd name="connsiteY96" fmla="*/ 5341753 h 6858000"/>
              <a:gd name="connsiteX97" fmla="*/ 6037677 w 6127689"/>
              <a:gd name="connsiteY97" fmla="*/ 5354807 h 6858000"/>
              <a:gd name="connsiteX98" fmla="*/ 6039728 w 6127689"/>
              <a:gd name="connsiteY98" fmla="*/ 5359416 h 6858000"/>
              <a:gd name="connsiteX99" fmla="*/ 6043311 w 6127689"/>
              <a:gd name="connsiteY99" fmla="*/ 5361407 h 6858000"/>
              <a:gd name="connsiteX100" fmla="*/ 6042954 w 6127689"/>
              <a:gd name="connsiteY100" fmla="*/ 5362576 h 6858000"/>
              <a:gd name="connsiteX101" fmla="*/ 6053435 w 6127689"/>
              <a:gd name="connsiteY101" fmla="*/ 5387547 h 6858000"/>
              <a:gd name="connsiteX102" fmla="*/ 6065933 w 6127689"/>
              <a:gd name="connsiteY102" fmla="*/ 5443002 h 6858000"/>
              <a:gd name="connsiteX103" fmla="*/ 6068640 w 6127689"/>
              <a:gd name="connsiteY103" fmla="*/ 5474503 h 6858000"/>
              <a:gd name="connsiteX104" fmla="*/ 6080922 w 6127689"/>
              <a:gd name="connsiteY104" fmla="*/ 5561070 h 6858000"/>
              <a:gd name="connsiteX105" fmla="*/ 6096949 w 6127689"/>
              <a:gd name="connsiteY105" fmla="*/ 5648179 h 6858000"/>
              <a:gd name="connsiteX106" fmla="*/ 6125703 w 6127689"/>
              <a:gd name="connsiteY106" fmla="*/ 5692894 h 6858000"/>
              <a:gd name="connsiteX107" fmla="*/ 6126670 w 6127689"/>
              <a:gd name="connsiteY107" fmla="*/ 5697882 h 6858000"/>
              <a:gd name="connsiteX108" fmla="*/ 6124061 w 6127689"/>
              <a:gd name="connsiteY108" fmla="*/ 5710294 h 6858000"/>
              <a:gd name="connsiteX109" fmla="*/ 6122213 w 6127689"/>
              <a:gd name="connsiteY109" fmla="*/ 5714762 h 6858000"/>
              <a:gd name="connsiteX110" fmla="*/ 6121353 w 6127689"/>
              <a:gd name="connsiteY110" fmla="*/ 5721725 h 6858000"/>
              <a:gd name="connsiteX111" fmla="*/ 6121607 w 6127689"/>
              <a:gd name="connsiteY111" fmla="*/ 5721959 h 6858000"/>
              <a:gd name="connsiteX112" fmla="*/ 6120262 w 6127689"/>
              <a:gd name="connsiteY112" fmla="*/ 5728358 h 6858000"/>
              <a:gd name="connsiteX113" fmla="*/ 6127024 w 6127689"/>
              <a:gd name="connsiteY113" fmla="*/ 5786902 h 6858000"/>
              <a:gd name="connsiteX114" fmla="*/ 6127519 w 6127689"/>
              <a:gd name="connsiteY114" fmla="*/ 5865775 h 6858000"/>
              <a:gd name="connsiteX115" fmla="*/ 6119217 w 6127689"/>
              <a:gd name="connsiteY115" fmla="*/ 5888542 h 6858000"/>
              <a:gd name="connsiteX116" fmla="*/ 6102493 w 6127689"/>
              <a:gd name="connsiteY116" fmla="*/ 5928602 h 6858000"/>
              <a:gd name="connsiteX117" fmla="*/ 6056863 w 6127689"/>
              <a:gd name="connsiteY117" fmla="*/ 6000643 h 6858000"/>
              <a:gd name="connsiteX118" fmla="*/ 6045436 w 6127689"/>
              <a:gd name="connsiteY118" fmla="*/ 6124480 h 6858000"/>
              <a:gd name="connsiteX119" fmla="*/ 6030489 w 6127689"/>
              <a:gd name="connsiteY119" fmla="*/ 6317666 h 6858000"/>
              <a:gd name="connsiteX120" fmla="*/ 6007492 w 6127689"/>
              <a:gd name="connsiteY120" fmla="*/ 6440818 h 6858000"/>
              <a:gd name="connsiteX121" fmla="*/ 6009467 w 6127689"/>
              <a:gd name="connsiteY121" fmla="*/ 6487076 h 6858000"/>
              <a:gd name="connsiteX122" fmla="*/ 5995064 w 6127689"/>
              <a:gd name="connsiteY122" fmla="*/ 6540791 h 6858000"/>
              <a:gd name="connsiteX123" fmla="*/ 5996309 w 6127689"/>
              <a:gd name="connsiteY123" fmla="*/ 6543961 h 6858000"/>
              <a:gd name="connsiteX124" fmla="*/ 5996048 w 6127689"/>
              <a:gd name="connsiteY124" fmla="*/ 6555444 h 6858000"/>
              <a:gd name="connsiteX125" fmla="*/ 6002524 w 6127689"/>
              <a:gd name="connsiteY125" fmla="*/ 6560188 h 6858000"/>
              <a:gd name="connsiteX126" fmla="*/ 6006823 w 6127689"/>
              <a:gd name="connsiteY126" fmla="*/ 6578546 h 6858000"/>
              <a:gd name="connsiteX127" fmla="*/ 6004510 w 6127689"/>
              <a:gd name="connsiteY127" fmla="*/ 6599256 h 6858000"/>
              <a:gd name="connsiteX128" fmla="*/ 5986207 w 6127689"/>
              <a:gd name="connsiteY128" fmla="*/ 6695855 h 6858000"/>
              <a:gd name="connsiteX129" fmla="*/ 5979428 w 6127689"/>
              <a:gd name="connsiteY129" fmla="*/ 6754678 h 6858000"/>
              <a:gd name="connsiteX130" fmla="*/ 5983398 w 6127689"/>
              <a:gd name="connsiteY130" fmla="*/ 6778641 h 6858000"/>
              <a:gd name="connsiteX131" fmla="*/ 5984543 w 6127689"/>
              <a:gd name="connsiteY131" fmla="*/ 6811016 h 6858000"/>
              <a:gd name="connsiteX132" fmla="*/ 5981802 w 6127689"/>
              <a:gd name="connsiteY132" fmla="*/ 6838578 h 6858000"/>
              <a:gd name="connsiteX133" fmla="*/ 5979671 w 6127689"/>
              <a:gd name="connsiteY133" fmla="*/ 6858000 h 6858000"/>
              <a:gd name="connsiteX134" fmla="*/ 0 w 6127689"/>
              <a:gd name="connsiteY134" fmla="*/ 6858000 h 6858000"/>
              <a:gd name="connsiteX135" fmla="*/ 0 w 6127689"/>
              <a:gd name="connsiteY135"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903513 w 6127689"/>
              <a:gd name="connsiteY73" fmla="*/ 4187661 h 6858000"/>
              <a:gd name="connsiteX74" fmla="*/ 5917114 w 6127689"/>
              <a:gd name="connsiteY74" fmla="*/ 4213096 h 6858000"/>
              <a:gd name="connsiteX75" fmla="*/ 5924233 w 6127689"/>
              <a:gd name="connsiteY75" fmla="*/ 4242060 h 6858000"/>
              <a:gd name="connsiteX76" fmla="*/ 5928910 w 6127689"/>
              <a:gd name="connsiteY76" fmla="*/ 4300973 h 6858000"/>
              <a:gd name="connsiteX77" fmla="*/ 5939320 w 6127689"/>
              <a:gd name="connsiteY77" fmla="*/ 4340435 h 6858000"/>
              <a:gd name="connsiteX78" fmla="*/ 5946705 w 6127689"/>
              <a:gd name="connsiteY78" fmla="*/ 4428051 h 6858000"/>
              <a:gd name="connsiteX79" fmla="*/ 5949261 w 6127689"/>
              <a:gd name="connsiteY79" fmla="*/ 4449185 h 6858000"/>
              <a:gd name="connsiteX80" fmla="*/ 5968960 w 6127689"/>
              <a:gd name="connsiteY80" fmla="*/ 4482655 h 6858000"/>
              <a:gd name="connsiteX81" fmla="*/ 5980106 w 6127689"/>
              <a:gd name="connsiteY81" fmla="*/ 4585087 h 6858000"/>
              <a:gd name="connsiteX82" fmla="*/ 5998138 w 6127689"/>
              <a:gd name="connsiteY82" fmla="*/ 4697518 h 6858000"/>
              <a:gd name="connsiteX83" fmla="*/ 6013516 w 6127689"/>
              <a:gd name="connsiteY83" fmla="*/ 4786619 h 6858000"/>
              <a:gd name="connsiteX84" fmla="*/ 6025404 w 6127689"/>
              <a:gd name="connsiteY84" fmla="*/ 4858148 h 6858000"/>
              <a:gd name="connsiteX85" fmla="*/ 6007749 w 6127689"/>
              <a:gd name="connsiteY85" fmla="*/ 4964715 h 6858000"/>
              <a:gd name="connsiteX86" fmla="*/ 6005269 w 6127689"/>
              <a:gd name="connsiteY86" fmla="*/ 5150567 h 6858000"/>
              <a:gd name="connsiteX87" fmla="*/ 6001127 w 6127689"/>
              <a:gd name="connsiteY87" fmla="*/ 5164609 h 6858000"/>
              <a:gd name="connsiteX88" fmla="*/ 5996647 w 6127689"/>
              <a:gd name="connsiteY88" fmla="*/ 5185640 h 6858000"/>
              <a:gd name="connsiteX89" fmla="*/ 5998514 w 6127689"/>
              <a:gd name="connsiteY89" fmla="*/ 5189673 h 6858000"/>
              <a:gd name="connsiteX90" fmla="*/ 6018409 w 6127689"/>
              <a:gd name="connsiteY90" fmla="*/ 5227157 h 6858000"/>
              <a:gd name="connsiteX91" fmla="*/ 6036748 w 6127689"/>
              <a:gd name="connsiteY91" fmla="*/ 5322752 h 6858000"/>
              <a:gd name="connsiteX92" fmla="*/ 6036943 w 6127689"/>
              <a:gd name="connsiteY92" fmla="*/ 5329480 h 6858000"/>
              <a:gd name="connsiteX93" fmla="*/ 6037236 w 6127689"/>
              <a:gd name="connsiteY93" fmla="*/ 5329634 h 6858000"/>
              <a:gd name="connsiteX94" fmla="*/ 6038019 w 6127689"/>
              <a:gd name="connsiteY94" fmla="*/ 5336764 h 6858000"/>
              <a:gd name="connsiteX95" fmla="*/ 6037298 w 6127689"/>
              <a:gd name="connsiteY95" fmla="*/ 5341753 h 6858000"/>
              <a:gd name="connsiteX96" fmla="*/ 6037677 w 6127689"/>
              <a:gd name="connsiteY96" fmla="*/ 5354807 h 6858000"/>
              <a:gd name="connsiteX97" fmla="*/ 6039728 w 6127689"/>
              <a:gd name="connsiteY97" fmla="*/ 5359416 h 6858000"/>
              <a:gd name="connsiteX98" fmla="*/ 6043311 w 6127689"/>
              <a:gd name="connsiteY98" fmla="*/ 5361407 h 6858000"/>
              <a:gd name="connsiteX99" fmla="*/ 6042954 w 6127689"/>
              <a:gd name="connsiteY99" fmla="*/ 5362576 h 6858000"/>
              <a:gd name="connsiteX100" fmla="*/ 6053435 w 6127689"/>
              <a:gd name="connsiteY100" fmla="*/ 5387547 h 6858000"/>
              <a:gd name="connsiteX101" fmla="*/ 6065933 w 6127689"/>
              <a:gd name="connsiteY101" fmla="*/ 5443002 h 6858000"/>
              <a:gd name="connsiteX102" fmla="*/ 6068640 w 6127689"/>
              <a:gd name="connsiteY102" fmla="*/ 5474503 h 6858000"/>
              <a:gd name="connsiteX103" fmla="*/ 6080922 w 6127689"/>
              <a:gd name="connsiteY103" fmla="*/ 5561070 h 6858000"/>
              <a:gd name="connsiteX104" fmla="*/ 6096949 w 6127689"/>
              <a:gd name="connsiteY104" fmla="*/ 5648179 h 6858000"/>
              <a:gd name="connsiteX105" fmla="*/ 6125703 w 6127689"/>
              <a:gd name="connsiteY105" fmla="*/ 5692894 h 6858000"/>
              <a:gd name="connsiteX106" fmla="*/ 6126670 w 6127689"/>
              <a:gd name="connsiteY106" fmla="*/ 5697882 h 6858000"/>
              <a:gd name="connsiteX107" fmla="*/ 6124061 w 6127689"/>
              <a:gd name="connsiteY107" fmla="*/ 5710294 h 6858000"/>
              <a:gd name="connsiteX108" fmla="*/ 6122213 w 6127689"/>
              <a:gd name="connsiteY108" fmla="*/ 5714762 h 6858000"/>
              <a:gd name="connsiteX109" fmla="*/ 6121353 w 6127689"/>
              <a:gd name="connsiteY109" fmla="*/ 5721725 h 6858000"/>
              <a:gd name="connsiteX110" fmla="*/ 6121607 w 6127689"/>
              <a:gd name="connsiteY110" fmla="*/ 5721959 h 6858000"/>
              <a:gd name="connsiteX111" fmla="*/ 6120262 w 6127689"/>
              <a:gd name="connsiteY111" fmla="*/ 5728358 h 6858000"/>
              <a:gd name="connsiteX112" fmla="*/ 6127024 w 6127689"/>
              <a:gd name="connsiteY112" fmla="*/ 5786902 h 6858000"/>
              <a:gd name="connsiteX113" fmla="*/ 6127519 w 6127689"/>
              <a:gd name="connsiteY113" fmla="*/ 5865775 h 6858000"/>
              <a:gd name="connsiteX114" fmla="*/ 6119217 w 6127689"/>
              <a:gd name="connsiteY114" fmla="*/ 5888542 h 6858000"/>
              <a:gd name="connsiteX115" fmla="*/ 6102493 w 6127689"/>
              <a:gd name="connsiteY115" fmla="*/ 5928602 h 6858000"/>
              <a:gd name="connsiteX116" fmla="*/ 6056863 w 6127689"/>
              <a:gd name="connsiteY116" fmla="*/ 6000643 h 6858000"/>
              <a:gd name="connsiteX117" fmla="*/ 6045436 w 6127689"/>
              <a:gd name="connsiteY117" fmla="*/ 6124480 h 6858000"/>
              <a:gd name="connsiteX118" fmla="*/ 6030489 w 6127689"/>
              <a:gd name="connsiteY118" fmla="*/ 6317666 h 6858000"/>
              <a:gd name="connsiteX119" fmla="*/ 6007492 w 6127689"/>
              <a:gd name="connsiteY119" fmla="*/ 6440818 h 6858000"/>
              <a:gd name="connsiteX120" fmla="*/ 6009467 w 6127689"/>
              <a:gd name="connsiteY120" fmla="*/ 6487076 h 6858000"/>
              <a:gd name="connsiteX121" fmla="*/ 5995064 w 6127689"/>
              <a:gd name="connsiteY121" fmla="*/ 6540791 h 6858000"/>
              <a:gd name="connsiteX122" fmla="*/ 5996309 w 6127689"/>
              <a:gd name="connsiteY122" fmla="*/ 6543961 h 6858000"/>
              <a:gd name="connsiteX123" fmla="*/ 5996048 w 6127689"/>
              <a:gd name="connsiteY123" fmla="*/ 6555444 h 6858000"/>
              <a:gd name="connsiteX124" fmla="*/ 6002524 w 6127689"/>
              <a:gd name="connsiteY124" fmla="*/ 6560188 h 6858000"/>
              <a:gd name="connsiteX125" fmla="*/ 6006823 w 6127689"/>
              <a:gd name="connsiteY125" fmla="*/ 6578546 h 6858000"/>
              <a:gd name="connsiteX126" fmla="*/ 6004510 w 6127689"/>
              <a:gd name="connsiteY126" fmla="*/ 6599256 h 6858000"/>
              <a:gd name="connsiteX127" fmla="*/ 5986207 w 6127689"/>
              <a:gd name="connsiteY127" fmla="*/ 6695855 h 6858000"/>
              <a:gd name="connsiteX128" fmla="*/ 5979428 w 6127689"/>
              <a:gd name="connsiteY128" fmla="*/ 6754678 h 6858000"/>
              <a:gd name="connsiteX129" fmla="*/ 5983398 w 6127689"/>
              <a:gd name="connsiteY129" fmla="*/ 6778641 h 6858000"/>
              <a:gd name="connsiteX130" fmla="*/ 5984543 w 6127689"/>
              <a:gd name="connsiteY130" fmla="*/ 6811016 h 6858000"/>
              <a:gd name="connsiteX131" fmla="*/ 5981802 w 6127689"/>
              <a:gd name="connsiteY131" fmla="*/ 6838578 h 6858000"/>
              <a:gd name="connsiteX132" fmla="*/ 5979671 w 6127689"/>
              <a:gd name="connsiteY132" fmla="*/ 6858000 h 6858000"/>
              <a:gd name="connsiteX133" fmla="*/ 0 w 6127689"/>
              <a:gd name="connsiteY133" fmla="*/ 6858000 h 6858000"/>
              <a:gd name="connsiteX134" fmla="*/ 0 w 6127689"/>
              <a:gd name="connsiteY134"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903513 w 6127689"/>
              <a:gd name="connsiteY73" fmla="*/ 4187661 h 6858000"/>
              <a:gd name="connsiteX74" fmla="*/ 5917114 w 6127689"/>
              <a:gd name="connsiteY74" fmla="*/ 4213096 h 6858000"/>
              <a:gd name="connsiteX75" fmla="*/ 5924233 w 6127689"/>
              <a:gd name="connsiteY75" fmla="*/ 4242060 h 6858000"/>
              <a:gd name="connsiteX76" fmla="*/ 5928910 w 6127689"/>
              <a:gd name="connsiteY76" fmla="*/ 4300973 h 6858000"/>
              <a:gd name="connsiteX77" fmla="*/ 5939320 w 6127689"/>
              <a:gd name="connsiteY77" fmla="*/ 4340435 h 6858000"/>
              <a:gd name="connsiteX78" fmla="*/ 5946705 w 6127689"/>
              <a:gd name="connsiteY78" fmla="*/ 4428051 h 6858000"/>
              <a:gd name="connsiteX79" fmla="*/ 5949261 w 6127689"/>
              <a:gd name="connsiteY79" fmla="*/ 4449185 h 6858000"/>
              <a:gd name="connsiteX80" fmla="*/ 5968960 w 6127689"/>
              <a:gd name="connsiteY80" fmla="*/ 4482655 h 6858000"/>
              <a:gd name="connsiteX81" fmla="*/ 5980106 w 6127689"/>
              <a:gd name="connsiteY81" fmla="*/ 4585087 h 6858000"/>
              <a:gd name="connsiteX82" fmla="*/ 5998138 w 6127689"/>
              <a:gd name="connsiteY82" fmla="*/ 4697518 h 6858000"/>
              <a:gd name="connsiteX83" fmla="*/ 6013516 w 6127689"/>
              <a:gd name="connsiteY83" fmla="*/ 4786619 h 6858000"/>
              <a:gd name="connsiteX84" fmla="*/ 6025404 w 6127689"/>
              <a:gd name="connsiteY84" fmla="*/ 4858148 h 6858000"/>
              <a:gd name="connsiteX85" fmla="*/ 6007749 w 6127689"/>
              <a:gd name="connsiteY85" fmla="*/ 4964715 h 6858000"/>
              <a:gd name="connsiteX86" fmla="*/ 6005269 w 6127689"/>
              <a:gd name="connsiteY86" fmla="*/ 5150567 h 6858000"/>
              <a:gd name="connsiteX87" fmla="*/ 6001127 w 6127689"/>
              <a:gd name="connsiteY87" fmla="*/ 5164609 h 6858000"/>
              <a:gd name="connsiteX88" fmla="*/ 5996647 w 6127689"/>
              <a:gd name="connsiteY88" fmla="*/ 5185640 h 6858000"/>
              <a:gd name="connsiteX89" fmla="*/ 5998514 w 6127689"/>
              <a:gd name="connsiteY89" fmla="*/ 5189673 h 6858000"/>
              <a:gd name="connsiteX90" fmla="*/ 6018409 w 6127689"/>
              <a:gd name="connsiteY90" fmla="*/ 5227157 h 6858000"/>
              <a:gd name="connsiteX91" fmla="*/ 6036748 w 6127689"/>
              <a:gd name="connsiteY91" fmla="*/ 5322752 h 6858000"/>
              <a:gd name="connsiteX92" fmla="*/ 6036943 w 6127689"/>
              <a:gd name="connsiteY92" fmla="*/ 5329480 h 6858000"/>
              <a:gd name="connsiteX93" fmla="*/ 6037236 w 6127689"/>
              <a:gd name="connsiteY93" fmla="*/ 5329634 h 6858000"/>
              <a:gd name="connsiteX94" fmla="*/ 6038019 w 6127689"/>
              <a:gd name="connsiteY94" fmla="*/ 5336764 h 6858000"/>
              <a:gd name="connsiteX95" fmla="*/ 6037298 w 6127689"/>
              <a:gd name="connsiteY95" fmla="*/ 5341753 h 6858000"/>
              <a:gd name="connsiteX96" fmla="*/ 6037677 w 6127689"/>
              <a:gd name="connsiteY96" fmla="*/ 5354807 h 6858000"/>
              <a:gd name="connsiteX97" fmla="*/ 6039728 w 6127689"/>
              <a:gd name="connsiteY97" fmla="*/ 5359416 h 6858000"/>
              <a:gd name="connsiteX98" fmla="*/ 6043311 w 6127689"/>
              <a:gd name="connsiteY98" fmla="*/ 5361407 h 6858000"/>
              <a:gd name="connsiteX99" fmla="*/ 6053435 w 6127689"/>
              <a:gd name="connsiteY99" fmla="*/ 5387547 h 6858000"/>
              <a:gd name="connsiteX100" fmla="*/ 6065933 w 6127689"/>
              <a:gd name="connsiteY100" fmla="*/ 5443002 h 6858000"/>
              <a:gd name="connsiteX101" fmla="*/ 6068640 w 6127689"/>
              <a:gd name="connsiteY101" fmla="*/ 5474503 h 6858000"/>
              <a:gd name="connsiteX102" fmla="*/ 6080922 w 6127689"/>
              <a:gd name="connsiteY102" fmla="*/ 5561070 h 6858000"/>
              <a:gd name="connsiteX103" fmla="*/ 6096949 w 6127689"/>
              <a:gd name="connsiteY103" fmla="*/ 5648179 h 6858000"/>
              <a:gd name="connsiteX104" fmla="*/ 6125703 w 6127689"/>
              <a:gd name="connsiteY104" fmla="*/ 5692894 h 6858000"/>
              <a:gd name="connsiteX105" fmla="*/ 6126670 w 6127689"/>
              <a:gd name="connsiteY105" fmla="*/ 5697882 h 6858000"/>
              <a:gd name="connsiteX106" fmla="*/ 6124061 w 6127689"/>
              <a:gd name="connsiteY106" fmla="*/ 5710294 h 6858000"/>
              <a:gd name="connsiteX107" fmla="*/ 6122213 w 6127689"/>
              <a:gd name="connsiteY107" fmla="*/ 5714762 h 6858000"/>
              <a:gd name="connsiteX108" fmla="*/ 6121353 w 6127689"/>
              <a:gd name="connsiteY108" fmla="*/ 5721725 h 6858000"/>
              <a:gd name="connsiteX109" fmla="*/ 6121607 w 6127689"/>
              <a:gd name="connsiteY109" fmla="*/ 5721959 h 6858000"/>
              <a:gd name="connsiteX110" fmla="*/ 6120262 w 6127689"/>
              <a:gd name="connsiteY110" fmla="*/ 5728358 h 6858000"/>
              <a:gd name="connsiteX111" fmla="*/ 6127024 w 6127689"/>
              <a:gd name="connsiteY111" fmla="*/ 5786902 h 6858000"/>
              <a:gd name="connsiteX112" fmla="*/ 6127519 w 6127689"/>
              <a:gd name="connsiteY112" fmla="*/ 5865775 h 6858000"/>
              <a:gd name="connsiteX113" fmla="*/ 6119217 w 6127689"/>
              <a:gd name="connsiteY113" fmla="*/ 5888542 h 6858000"/>
              <a:gd name="connsiteX114" fmla="*/ 6102493 w 6127689"/>
              <a:gd name="connsiteY114" fmla="*/ 5928602 h 6858000"/>
              <a:gd name="connsiteX115" fmla="*/ 6056863 w 6127689"/>
              <a:gd name="connsiteY115" fmla="*/ 6000643 h 6858000"/>
              <a:gd name="connsiteX116" fmla="*/ 6045436 w 6127689"/>
              <a:gd name="connsiteY116" fmla="*/ 6124480 h 6858000"/>
              <a:gd name="connsiteX117" fmla="*/ 6030489 w 6127689"/>
              <a:gd name="connsiteY117" fmla="*/ 6317666 h 6858000"/>
              <a:gd name="connsiteX118" fmla="*/ 6007492 w 6127689"/>
              <a:gd name="connsiteY118" fmla="*/ 6440818 h 6858000"/>
              <a:gd name="connsiteX119" fmla="*/ 6009467 w 6127689"/>
              <a:gd name="connsiteY119" fmla="*/ 6487076 h 6858000"/>
              <a:gd name="connsiteX120" fmla="*/ 5995064 w 6127689"/>
              <a:gd name="connsiteY120" fmla="*/ 6540791 h 6858000"/>
              <a:gd name="connsiteX121" fmla="*/ 5996309 w 6127689"/>
              <a:gd name="connsiteY121" fmla="*/ 6543961 h 6858000"/>
              <a:gd name="connsiteX122" fmla="*/ 5996048 w 6127689"/>
              <a:gd name="connsiteY122" fmla="*/ 6555444 h 6858000"/>
              <a:gd name="connsiteX123" fmla="*/ 6002524 w 6127689"/>
              <a:gd name="connsiteY123" fmla="*/ 6560188 h 6858000"/>
              <a:gd name="connsiteX124" fmla="*/ 6006823 w 6127689"/>
              <a:gd name="connsiteY124" fmla="*/ 6578546 h 6858000"/>
              <a:gd name="connsiteX125" fmla="*/ 6004510 w 6127689"/>
              <a:gd name="connsiteY125" fmla="*/ 6599256 h 6858000"/>
              <a:gd name="connsiteX126" fmla="*/ 5986207 w 6127689"/>
              <a:gd name="connsiteY126" fmla="*/ 6695855 h 6858000"/>
              <a:gd name="connsiteX127" fmla="*/ 5979428 w 6127689"/>
              <a:gd name="connsiteY127" fmla="*/ 6754678 h 6858000"/>
              <a:gd name="connsiteX128" fmla="*/ 5983398 w 6127689"/>
              <a:gd name="connsiteY128" fmla="*/ 6778641 h 6858000"/>
              <a:gd name="connsiteX129" fmla="*/ 5984543 w 6127689"/>
              <a:gd name="connsiteY129" fmla="*/ 6811016 h 6858000"/>
              <a:gd name="connsiteX130" fmla="*/ 5981802 w 6127689"/>
              <a:gd name="connsiteY130" fmla="*/ 6838578 h 6858000"/>
              <a:gd name="connsiteX131" fmla="*/ 5979671 w 6127689"/>
              <a:gd name="connsiteY131" fmla="*/ 6858000 h 6858000"/>
              <a:gd name="connsiteX132" fmla="*/ 0 w 6127689"/>
              <a:gd name="connsiteY132" fmla="*/ 6858000 h 6858000"/>
              <a:gd name="connsiteX133" fmla="*/ 0 w 6127689"/>
              <a:gd name="connsiteY133"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903513 w 6127689"/>
              <a:gd name="connsiteY73" fmla="*/ 4187661 h 6858000"/>
              <a:gd name="connsiteX74" fmla="*/ 5917114 w 6127689"/>
              <a:gd name="connsiteY74" fmla="*/ 4213096 h 6858000"/>
              <a:gd name="connsiteX75" fmla="*/ 5924233 w 6127689"/>
              <a:gd name="connsiteY75" fmla="*/ 4242060 h 6858000"/>
              <a:gd name="connsiteX76" fmla="*/ 5928910 w 6127689"/>
              <a:gd name="connsiteY76" fmla="*/ 4300973 h 6858000"/>
              <a:gd name="connsiteX77" fmla="*/ 5939320 w 6127689"/>
              <a:gd name="connsiteY77" fmla="*/ 4340435 h 6858000"/>
              <a:gd name="connsiteX78" fmla="*/ 5946705 w 6127689"/>
              <a:gd name="connsiteY78" fmla="*/ 4428051 h 6858000"/>
              <a:gd name="connsiteX79" fmla="*/ 5949261 w 6127689"/>
              <a:gd name="connsiteY79" fmla="*/ 4449185 h 6858000"/>
              <a:gd name="connsiteX80" fmla="*/ 5968960 w 6127689"/>
              <a:gd name="connsiteY80" fmla="*/ 4482655 h 6858000"/>
              <a:gd name="connsiteX81" fmla="*/ 5980106 w 6127689"/>
              <a:gd name="connsiteY81" fmla="*/ 4585087 h 6858000"/>
              <a:gd name="connsiteX82" fmla="*/ 5998138 w 6127689"/>
              <a:gd name="connsiteY82" fmla="*/ 4697518 h 6858000"/>
              <a:gd name="connsiteX83" fmla="*/ 6013516 w 6127689"/>
              <a:gd name="connsiteY83" fmla="*/ 4786619 h 6858000"/>
              <a:gd name="connsiteX84" fmla="*/ 6025404 w 6127689"/>
              <a:gd name="connsiteY84" fmla="*/ 4858148 h 6858000"/>
              <a:gd name="connsiteX85" fmla="*/ 6007749 w 6127689"/>
              <a:gd name="connsiteY85" fmla="*/ 4964715 h 6858000"/>
              <a:gd name="connsiteX86" fmla="*/ 6005269 w 6127689"/>
              <a:gd name="connsiteY86" fmla="*/ 5150567 h 6858000"/>
              <a:gd name="connsiteX87" fmla="*/ 6001127 w 6127689"/>
              <a:gd name="connsiteY87" fmla="*/ 5164609 h 6858000"/>
              <a:gd name="connsiteX88" fmla="*/ 5996647 w 6127689"/>
              <a:gd name="connsiteY88" fmla="*/ 5185640 h 6858000"/>
              <a:gd name="connsiteX89" fmla="*/ 5998514 w 6127689"/>
              <a:gd name="connsiteY89" fmla="*/ 5189673 h 6858000"/>
              <a:gd name="connsiteX90" fmla="*/ 6018409 w 6127689"/>
              <a:gd name="connsiteY90" fmla="*/ 5227157 h 6858000"/>
              <a:gd name="connsiteX91" fmla="*/ 6036748 w 6127689"/>
              <a:gd name="connsiteY91" fmla="*/ 5322752 h 6858000"/>
              <a:gd name="connsiteX92" fmla="*/ 6036943 w 6127689"/>
              <a:gd name="connsiteY92" fmla="*/ 5329480 h 6858000"/>
              <a:gd name="connsiteX93" fmla="*/ 6037236 w 6127689"/>
              <a:gd name="connsiteY93" fmla="*/ 5329634 h 6858000"/>
              <a:gd name="connsiteX94" fmla="*/ 6038019 w 6127689"/>
              <a:gd name="connsiteY94" fmla="*/ 5336764 h 6858000"/>
              <a:gd name="connsiteX95" fmla="*/ 6037677 w 6127689"/>
              <a:gd name="connsiteY95" fmla="*/ 5354807 h 6858000"/>
              <a:gd name="connsiteX96" fmla="*/ 6039728 w 6127689"/>
              <a:gd name="connsiteY96" fmla="*/ 5359416 h 6858000"/>
              <a:gd name="connsiteX97" fmla="*/ 6043311 w 6127689"/>
              <a:gd name="connsiteY97" fmla="*/ 5361407 h 6858000"/>
              <a:gd name="connsiteX98" fmla="*/ 6053435 w 6127689"/>
              <a:gd name="connsiteY98" fmla="*/ 5387547 h 6858000"/>
              <a:gd name="connsiteX99" fmla="*/ 6065933 w 6127689"/>
              <a:gd name="connsiteY99" fmla="*/ 5443002 h 6858000"/>
              <a:gd name="connsiteX100" fmla="*/ 6068640 w 6127689"/>
              <a:gd name="connsiteY100" fmla="*/ 5474503 h 6858000"/>
              <a:gd name="connsiteX101" fmla="*/ 6080922 w 6127689"/>
              <a:gd name="connsiteY101" fmla="*/ 5561070 h 6858000"/>
              <a:gd name="connsiteX102" fmla="*/ 6096949 w 6127689"/>
              <a:gd name="connsiteY102" fmla="*/ 5648179 h 6858000"/>
              <a:gd name="connsiteX103" fmla="*/ 6125703 w 6127689"/>
              <a:gd name="connsiteY103" fmla="*/ 5692894 h 6858000"/>
              <a:gd name="connsiteX104" fmla="*/ 6126670 w 6127689"/>
              <a:gd name="connsiteY104" fmla="*/ 5697882 h 6858000"/>
              <a:gd name="connsiteX105" fmla="*/ 6124061 w 6127689"/>
              <a:gd name="connsiteY105" fmla="*/ 5710294 h 6858000"/>
              <a:gd name="connsiteX106" fmla="*/ 6122213 w 6127689"/>
              <a:gd name="connsiteY106" fmla="*/ 5714762 h 6858000"/>
              <a:gd name="connsiteX107" fmla="*/ 6121353 w 6127689"/>
              <a:gd name="connsiteY107" fmla="*/ 5721725 h 6858000"/>
              <a:gd name="connsiteX108" fmla="*/ 6121607 w 6127689"/>
              <a:gd name="connsiteY108" fmla="*/ 5721959 h 6858000"/>
              <a:gd name="connsiteX109" fmla="*/ 6120262 w 6127689"/>
              <a:gd name="connsiteY109" fmla="*/ 5728358 h 6858000"/>
              <a:gd name="connsiteX110" fmla="*/ 6127024 w 6127689"/>
              <a:gd name="connsiteY110" fmla="*/ 5786902 h 6858000"/>
              <a:gd name="connsiteX111" fmla="*/ 6127519 w 6127689"/>
              <a:gd name="connsiteY111" fmla="*/ 5865775 h 6858000"/>
              <a:gd name="connsiteX112" fmla="*/ 6119217 w 6127689"/>
              <a:gd name="connsiteY112" fmla="*/ 5888542 h 6858000"/>
              <a:gd name="connsiteX113" fmla="*/ 6102493 w 6127689"/>
              <a:gd name="connsiteY113" fmla="*/ 5928602 h 6858000"/>
              <a:gd name="connsiteX114" fmla="*/ 6056863 w 6127689"/>
              <a:gd name="connsiteY114" fmla="*/ 6000643 h 6858000"/>
              <a:gd name="connsiteX115" fmla="*/ 6045436 w 6127689"/>
              <a:gd name="connsiteY115" fmla="*/ 6124480 h 6858000"/>
              <a:gd name="connsiteX116" fmla="*/ 6030489 w 6127689"/>
              <a:gd name="connsiteY116" fmla="*/ 6317666 h 6858000"/>
              <a:gd name="connsiteX117" fmla="*/ 6007492 w 6127689"/>
              <a:gd name="connsiteY117" fmla="*/ 6440818 h 6858000"/>
              <a:gd name="connsiteX118" fmla="*/ 6009467 w 6127689"/>
              <a:gd name="connsiteY118" fmla="*/ 6487076 h 6858000"/>
              <a:gd name="connsiteX119" fmla="*/ 5995064 w 6127689"/>
              <a:gd name="connsiteY119" fmla="*/ 6540791 h 6858000"/>
              <a:gd name="connsiteX120" fmla="*/ 5996309 w 6127689"/>
              <a:gd name="connsiteY120" fmla="*/ 6543961 h 6858000"/>
              <a:gd name="connsiteX121" fmla="*/ 5996048 w 6127689"/>
              <a:gd name="connsiteY121" fmla="*/ 6555444 h 6858000"/>
              <a:gd name="connsiteX122" fmla="*/ 6002524 w 6127689"/>
              <a:gd name="connsiteY122" fmla="*/ 6560188 h 6858000"/>
              <a:gd name="connsiteX123" fmla="*/ 6006823 w 6127689"/>
              <a:gd name="connsiteY123" fmla="*/ 6578546 h 6858000"/>
              <a:gd name="connsiteX124" fmla="*/ 6004510 w 6127689"/>
              <a:gd name="connsiteY124" fmla="*/ 6599256 h 6858000"/>
              <a:gd name="connsiteX125" fmla="*/ 5986207 w 6127689"/>
              <a:gd name="connsiteY125" fmla="*/ 6695855 h 6858000"/>
              <a:gd name="connsiteX126" fmla="*/ 5979428 w 6127689"/>
              <a:gd name="connsiteY126" fmla="*/ 6754678 h 6858000"/>
              <a:gd name="connsiteX127" fmla="*/ 5983398 w 6127689"/>
              <a:gd name="connsiteY127" fmla="*/ 6778641 h 6858000"/>
              <a:gd name="connsiteX128" fmla="*/ 5984543 w 6127689"/>
              <a:gd name="connsiteY128" fmla="*/ 6811016 h 6858000"/>
              <a:gd name="connsiteX129" fmla="*/ 5981802 w 6127689"/>
              <a:gd name="connsiteY129" fmla="*/ 6838578 h 6858000"/>
              <a:gd name="connsiteX130" fmla="*/ 5979671 w 6127689"/>
              <a:gd name="connsiteY130" fmla="*/ 6858000 h 6858000"/>
              <a:gd name="connsiteX131" fmla="*/ 0 w 6127689"/>
              <a:gd name="connsiteY131" fmla="*/ 6858000 h 6858000"/>
              <a:gd name="connsiteX132" fmla="*/ 0 w 6127689"/>
              <a:gd name="connsiteY132"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903513 w 6127689"/>
              <a:gd name="connsiteY73" fmla="*/ 4187661 h 6858000"/>
              <a:gd name="connsiteX74" fmla="*/ 5917114 w 6127689"/>
              <a:gd name="connsiteY74" fmla="*/ 4213096 h 6858000"/>
              <a:gd name="connsiteX75" fmla="*/ 5924233 w 6127689"/>
              <a:gd name="connsiteY75" fmla="*/ 4242060 h 6858000"/>
              <a:gd name="connsiteX76" fmla="*/ 5928910 w 6127689"/>
              <a:gd name="connsiteY76" fmla="*/ 4300973 h 6858000"/>
              <a:gd name="connsiteX77" fmla="*/ 5939320 w 6127689"/>
              <a:gd name="connsiteY77" fmla="*/ 4340435 h 6858000"/>
              <a:gd name="connsiteX78" fmla="*/ 5946705 w 6127689"/>
              <a:gd name="connsiteY78" fmla="*/ 4428051 h 6858000"/>
              <a:gd name="connsiteX79" fmla="*/ 5949261 w 6127689"/>
              <a:gd name="connsiteY79" fmla="*/ 4449185 h 6858000"/>
              <a:gd name="connsiteX80" fmla="*/ 5968960 w 6127689"/>
              <a:gd name="connsiteY80" fmla="*/ 4482655 h 6858000"/>
              <a:gd name="connsiteX81" fmla="*/ 5980106 w 6127689"/>
              <a:gd name="connsiteY81" fmla="*/ 4585087 h 6858000"/>
              <a:gd name="connsiteX82" fmla="*/ 5998138 w 6127689"/>
              <a:gd name="connsiteY82" fmla="*/ 4697518 h 6858000"/>
              <a:gd name="connsiteX83" fmla="*/ 6013516 w 6127689"/>
              <a:gd name="connsiteY83" fmla="*/ 4786619 h 6858000"/>
              <a:gd name="connsiteX84" fmla="*/ 6025404 w 6127689"/>
              <a:gd name="connsiteY84" fmla="*/ 4858148 h 6858000"/>
              <a:gd name="connsiteX85" fmla="*/ 6007749 w 6127689"/>
              <a:gd name="connsiteY85" fmla="*/ 4964715 h 6858000"/>
              <a:gd name="connsiteX86" fmla="*/ 6005269 w 6127689"/>
              <a:gd name="connsiteY86" fmla="*/ 5150567 h 6858000"/>
              <a:gd name="connsiteX87" fmla="*/ 6001127 w 6127689"/>
              <a:gd name="connsiteY87" fmla="*/ 5164609 h 6858000"/>
              <a:gd name="connsiteX88" fmla="*/ 5996647 w 6127689"/>
              <a:gd name="connsiteY88" fmla="*/ 5185640 h 6858000"/>
              <a:gd name="connsiteX89" fmla="*/ 5998514 w 6127689"/>
              <a:gd name="connsiteY89" fmla="*/ 5189673 h 6858000"/>
              <a:gd name="connsiteX90" fmla="*/ 6018409 w 6127689"/>
              <a:gd name="connsiteY90" fmla="*/ 5227157 h 6858000"/>
              <a:gd name="connsiteX91" fmla="*/ 6036748 w 6127689"/>
              <a:gd name="connsiteY91" fmla="*/ 5322752 h 6858000"/>
              <a:gd name="connsiteX92" fmla="*/ 6036943 w 6127689"/>
              <a:gd name="connsiteY92" fmla="*/ 5329480 h 6858000"/>
              <a:gd name="connsiteX93" fmla="*/ 6037236 w 6127689"/>
              <a:gd name="connsiteY93" fmla="*/ 5329634 h 6858000"/>
              <a:gd name="connsiteX94" fmla="*/ 6037677 w 6127689"/>
              <a:gd name="connsiteY94" fmla="*/ 5354807 h 6858000"/>
              <a:gd name="connsiteX95" fmla="*/ 6039728 w 6127689"/>
              <a:gd name="connsiteY95" fmla="*/ 5359416 h 6858000"/>
              <a:gd name="connsiteX96" fmla="*/ 6043311 w 6127689"/>
              <a:gd name="connsiteY96" fmla="*/ 5361407 h 6858000"/>
              <a:gd name="connsiteX97" fmla="*/ 6053435 w 6127689"/>
              <a:gd name="connsiteY97" fmla="*/ 5387547 h 6858000"/>
              <a:gd name="connsiteX98" fmla="*/ 6065933 w 6127689"/>
              <a:gd name="connsiteY98" fmla="*/ 5443002 h 6858000"/>
              <a:gd name="connsiteX99" fmla="*/ 6068640 w 6127689"/>
              <a:gd name="connsiteY99" fmla="*/ 5474503 h 6858000"/>
              <a:gd name="connsiteX100" fmla="*/ 6080922 w 6127689"/>
              <a:gd name="connsiteY100" fmla="*/ 5561070 h 6858000"/>
              <a:gd name="connsiteX101" fmla="*/ 6096949 w 6127689"/>
              <a:gd name="connsiteY101" fmla="*/ 5648179 h 6858000"/>
              <a:gd name="connsiteX102" fmla="*/ 6125703 w 6127689"/>
              <a:gd name="connsiteY102" fmla="*/ 5692894 h 6858000"/>
              <a:gd name="connsiteX103" fmla="*/ 6126670 w 6127689"/>
              <a:gd name="connsiteY103" fmla="*/ 5697882 h 6858000"/>
              <a:gd name="connsiteX104" fmla="*/ 6124061 w 6127689"/>
              <a:gd name="connsiteY104" fmla="*/ 5710294 h 6858000"/>
              <a:gd name="connsiteX105" fmla="*/ 6122213 w 6127689"/>
              <a:gd name="connsiteY105" fmla="*/ 5714762 h 6858000"/>
              <a:gd name="connsiteX106" fmla="*/ 6121353 w 6127689"/>
              <a:gd name="connsiteY106" fmla="*/ 5721725 h 6858000"/>
              <a:gd name="connsiteX107" fmla="*/ 6121607 w 6127689"/>
              <a:gd name="connsiteY107" fmla="*/ 5721959 h 6858000"/>
              <a:gd name="connsiteX108" fmla="*/ 6120262 w 6127689"/>
              <a:gd name="connsiteY108" fmla="*/ 5728358 h 6858000"/>
              <a:gd name="connsiteX109" fmla="*/ 6127024 w 6127689"/>
              <a:gd name="connsiteY109" fmla="*/ 5786902 h 6858000"/>
              <a:gd name="connsiteX110" fmla="*/ 6127519 w 6127689"/>
              <a:gd name="connsiteY110" fmla="*/ 5865775 h 6858000"/>
              <a:gd name="connsiteX111" fmla="*/ 6119217 w 6127689"/>
              <a:gd name="connsiteY111" fmla="*/ 5888542 h 6858000"/>
              <a:gd name="connsiteX112" fmla="*/ 6102493 w 6127689"/>
              <a:gd name="connsiteY112" fmla="*/ 5928602 h 6858000"/>
              <a:gd name="connsiteX113" fmla="*/ 6056863 w 6127689"/>
              <a:gd name="connsiteY113" fmla="*/ 6000643 h 6858000"/>
              <a:gd name="connsiteX114" fmla="*/ 6045436 w 6127689"/>
              <a:gd name="connsiteY114" fmla="*/ 6124480 h 6858000"/>
              <a:gd name="connsiteX115" fmla="*/ 6030489 w 6127689"/>
              <a:gd name="connsiteY115" fmla="*/ 6317666 h 6858000"/>
              <a:gd name="connsiteX116" fmla="*/ 6007492 w 6127689"/>
              <a:gd name="connsiteY116" fmla="*/ 6440818 h 6858000"/>
              <a:gd name="connsiteX117" fmla="*/ 6009467 w 6127689"/>
              <a:gd name="connsiteY117" fmla="*/ 6487076 h 6858000"/>
              <a:gd name="connsiteX118" fmla="*/ 5995064 w 6127689"/>
              <a:gd name="connsiteY118" fmla="*/ 6540791 h 6858000"/>
              <a:gd name="connsiteX119" fmla="*/ 5996309 w 6127689"/>
              <a:gd name="connsiteY119" fmla="*/ 6543961 h 6858000"/>
              <a:gd name="connsiteX120" fmla="*/ 5996048 w 6127689"/>
              <a:gd name="connsiteY120" fmla="*/ 6555444 h 6858000"/>
              <a:gd name="connsiteX121" fmla="*/ 6002524 w 6127689"/>
              <a:gd name="connsiteY121" fmla="*/ 6560188 h 6858000"/>
              <a:gd name="connsiteX122" fmla="*/ 6006823 w 6127689"/>
              <a:gd name="connsiteY122" fmla="*/ 6578546 h 6858000"/>
              <a:gd name="connsiteX123" fmla="*/ 6004510 w 6127689"/>
              <a:gd name="connsiteY123" fmla="*/ 6599256 h 6858000"/>
              <a:gd name="connsiteX124" fmla="*/ 5986207 w 6127689"/>
              <a:gd name="connsiteY124" fmla="*/ 6695855 h 6858000"/>
              <a:gd name="connsiteX125" fmla="*/ 5979428 w 6127689"/>
              <a:gd name="connsiteY125" fmla="*/ 6754678 h 6858000"/>
              <a:gd name="connsiteX126" fmla="*/ 5983398 w 6127689"/>
              <a:gd name="connsiteY126" fmla="*/ 6778641 h 6858000"/>
              <a:gd name="connsiteX127" fmla="*/ 5984543 w 6127689"/>
              <a:gd name="connsiteY127" fmla="*/ 6811016 h 6858000"/>
              <a:gd name="connsiteX128" fmla="*/ 5981802 w 6127689"/>
              <a:gd name="connsiteY128" fmla="*/ 6838578 h 6858000"/>
              <a:gd name="connsiteX129" fmla="*/ 5979671 w 6127689"/>
              <a:gd name="connsiteY129" fmla="*/ 6858000 h 6858000"/>
              <a:gd name="connsiteX130" fmla="*/ 0 w 6127689"/>
              <a:gd name="connsiteY130" fmla="*/ 6858000 h 6858000"/>
              <a:gd name="connsiteX131" fmla="*/ 0 w 6127689"/>
              <a:gd name="connsiteY131"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903513 w 6127689"/>
              <a:gd name="connsiteY73" fmla="*/ 4187661 h 6858000"/>
              <a:gd name="connsiteX74" fmla="*/ 5917114 w 6127689"/>
              <a:gd name="connsiteY74" fmla="*/ 4213096 h 6858000"/>
              <a:gd name="connsiteX75" fmla="*/ 5924233 w 6127689"/>
              <a:gd name="connsiteY75" fmla="*/ 4242060 h 6858000"/>
              <a:gd name="connsiteX76" fmla="*/ 5928910 w 6127689"/>
              <a:gd name="connsiteY76" fmla="*/ 4300973 h 6858000"/>
              <a:gd name="connsiteX77" fmla="*/ 5939320 w 6127689"/>
              <a:gd name="connsiteY77" fmla="*/ 4340435 h 6858000"/>
              <a:gd name="connsiteX78" fmla="*/ 5946705 w 6127689"/>
              <a:gd name="connsiteY78" fmla="*/ 4428051 h 6858000"/>
              <a:gd name="connsiteX79" fmla="*/ 5949261 w 6127689"/>
              <a:gd name="connsiteY79" fmla="*/ 4449185 h 6858000"/>
              <a:gd name="connsiteX80" fmla="*/ 5968960 w 6127689"/>
              <a:gd name="connsiteY80" fmla="*/ 4482655 h 6858000"/>
              <a:gd name="connsiteX81" fmla="*/ 5980106 w 6127689"/>
              <a:gd name="connsiteY81" fmla="*/ 4585087 h 6858000"/>
              <a:gd name="connsiteX82" fmla="*/ 5998138 w 6127689"/>
              <a:gd name="connsiteY82" fmla="*/ 4697518 h 6858000"/>
              <a:gd name="connsiteX83" fmla="*/ 6013516 w 6127689"/>
              <a:gd name="connsiteY83" fmla="*/ 4786619 h 6858000"/>
              <a:gd name="connsiteX84" fmla="*/ 6025404 w 6127689"/>
              <a:gd name="connsiteY84" fmla="*/ 4858148 h 6858000"/>
              <a:gd name="connsiteX85" fmla="*/ 6007749 w 6127689"/>
              <a:gd name="connsiteY85" fmla="*/ 4964715 h 6858000"/>
              <a:gd name="connsiteX86" fmla="*/ 6005269 w 6127689"/>
              <a:gd name="connsiteY86" fmla="*/ 5150567 h 6858000"/>
              <a:gd name="connsiteX87" fmla="*/ 6001127 w 6127689"/>
              <a:gd name="connsiteY87" fmla="*/ 5164609 h 6858000"/>
              <a:gd name="connsiteX88" fmla="*/ 5998514 w 6127689"/>
              <a:gd name="connsiteY88" fmla="*/ 5189673 h 6858000"/>
              <a:gd name="connsiteX89" fmla="*/ 6018409 w 6127689"/>
              <a:gd name="connsiteY89" fmla="*/ 5227157 h 6858000"/>
              <a:gd name="connsiteX90" fmla="*/ 6036748 w 6127689"/>
              <a:gd name="connsiteY90" fmla="*/ 5322752 h 6858000"/>
              <a:gd name="connsiteX91" fmla="*/ 6036943 w 6127689"/>
              <a:gd name="connsiteY91" fmla="*/ 5329480 h 6858000"/>
              <a:gd name="connsiteX92" fmla="*/ 6037236 w 6127689"/>
              <a:gd name="connsiteY92" fmla="*/ 5329634 h 6858000"/>
              <a:gd name="connsiteX93" fmla="*/ 6037677 w 6127689"/>
              <a:gd name="connsiteY93" fmla="*/ 5354807 h 6858000"/>
              <a:gd name="connsiteX94" fmla="*/ 6039728 w 6127689"/>
              <a:gd name="connsiteY94" fmla="*/ 5359416 h 6858000"/>
              <a:gd name="connsiteX95" fmla="*/ 6043311 w 6127689"/>
              <a:gd name="connsiteY95" fmla="*/ 5361407 h 6858000"/>
              <a:gd name="connsiteX96" fmla="*/ 6053435 w 6127689"/>
              <a:gd name="connsiteY96" fmla="*/ 5387547 h 6858000"/>
              <a:gd name="connsiteX97" fmla="*/ 6065933 w 6127689"/>
              <a:gd name="connsiteY97" fmla="*/ 5443002 h 6858000"/>
              <a:gd name="connsiteX98" fmla="*/ 6068640 w 6127689"/>
              <a:gd name="connsiteY98" fmla="*/ 5474503 h 6858000"/>
              <a:gd name="connsiteX99" fmla="*/ 6080922 w 6127689"/>
              <a:gd name="connsiteY99" fmla="*/ 5561070 h 6858000"/>
              <a:gd name="connsiteX100" fmla="*/ 6096949 w 6127689"/>
              <a:gd name="connsiteY100" fmla="*/ 5648179 h 6858000"/>
              <a:gd name="connsiteX101" fmla="*/ 6125703 w 6127689"/>
              <a:gd name="connsiteY101" fmla="*/ 5692894 h 6858000"/>
              <a:gd name="connsiteX102" fmla="*/ 6126670 w 6127689"/>
              <a:gd name="connsiteY102" fmla="*/ 5697882 h 6858000"/>
              <a:gd name="connsiteX103" fmla="*/ 6124061 w 6127689"/>
              <a:gd name="connsiteY103" fmla="*/ 5710294 h 6858000"/>
              <a:gd name="connsiteX104" fmla="*/ 6122213 w 6127689"/>
              <a:gd name="connsiteY104" fmla="*/ 5714762 h 6858000"/>
              <a:gd name="connsiteX105" fmla="*/ 6121353 w 6127689"/>
              <a:gd name="connsiteY105" fmla="*/ 5721725 h 6858000"/>
              <a:gd name="connsiteX106" fmla="*/ 6121607 w 6127689"/>
              <a:gd name="connsiteY106" fmla="*/ 5721959 h 6858000"/>
              <a:gd name="connsiteX107" fmla="*/ 6120262 w 6127689"/>
              <a:gd name="connsiteY107" fmla="*/ 5728358 h 6858000"/>
              <a:gd name="connsiteX108" fmla="*/ 6127024 w 6127689"/>
              <a:gd name="connsiteY108" fmla="*/ 5786902 h 6858000"/>
              <a:gd name="connsiteX109" fmla="*/ 6127519 w 6127689"/>
              <a:gd name="connsiteY109" fmla="*/ 5865775 h 6858000"/>
              <a:gd name="connsiteX110" fmla="*/ 6119217 w 6127689"/>
              <a:gd name="connsiteY110" fmla="*/ 5888542 h 6858000"/>
              <a:gd name="connsiteX111" fmla="*/ 6102493 w 6127689"/>
              <a:gd name="connsiteY111" fmla="*/ 5928602 h 6858000"/>
              <a:gd name="connsiteX112" fmla="*/ 6056863 w 6127689"/>
              <a:gd name="connsiteY112" fmla="*/ 6000643 h 6858000"/>
              <a:gd name="connsiteX113" fmla="*/ 6045436 w 6127689"/>
              <a:gd name="connsiteY113" fmla="*/ 6124480 h 6858000"/>
              <a:gd name="connsiteX114" fmla="*/ 6030489 w 6127689"/>
              <a:gd name="connsiteY114" fmla="*/ 6317666 h 6858000"/>
              <a:gd name="connsiteX115" fmla="*/ 6007492 w 6127689"/>
              <a:gd name="connsiteY115" fmla="*/ 6440818 h 6858000"/>
              <a:gd name="connsiteX116" fmla="*/ 6009467 w 6127689"/>
              <a:gd name="connsiteY116" fmla="*/ 6487076 h 6858000"/>
              <a:gd name="connsiteX117" fmla="*/ 5995064 w 6127689"/>
              <a:gd name="connsiteY117" fmla="*/ 6540791 h 6858000"/>
              <a:gd name="connsiteX118" fmla="*/ 5996309 w 6127689"/>
              <a:gd name="connsiteY118" fmla="*/ 6543961 h 6858000"/>
              <a:gd name="connsiteX119" fmla="*/ 5996048 w 6127689"/>
              <a:gd name="connsiteY119" fmla="*/ 6555444 h 6858000"/>
              <a:gd name="connsiteX120" fmla="*/ 6002524 w 6127689"/>
              <a:gd name="connsiteY120" fmla="*/ 6560188 h 6858000"/>
              <a:gd name="connsiteX121" fmla="*/ 6006823 w 6127689"/>
              <a:gd name="connsiteY121" fmla="*/ 6578546 h 6858000"/>
              <a:gd name="connsiteX122" fmla="*/ 6004510 w 6127689"/>
              <a:gd name="connsiteY122" fmla="*/ 6599256 h 6858000"/>
              <a:gd name="connsiteX123" fmla="*/ 5986207 w 6127689"/>
              <a:gd name="connsiteY123" fmla="*/ 6695855 h 6858000"/>
              <a:gd name="connsiteX124" fmla="*/ 5979428 w 6127689"/>
              <a:gd name="connsiteY124" fmla="*/ 6754678 h 6858000"/>
              <a:gd name="connsiteX125" fmla="*/ 5983398 w 6127689"/>
              <a:gd name="connsiteY125" fmla="*/ 6778641 h 6858000"/>
              <a:gd name="connsiteX126" fmla="*/ 5984543 w 6127689"/>
              <a:gd name="connsiteY126" fmla="*/ 6811016 h 6858000"/>
              <a:gd name="connsiteX127" fmla="*/ 5981802 w 6127689"/>
              <a:gd name="connsiteY127" fmla="*/ 6838578 h 6858000"/>
              <a:gd name="connsiteX128" fmla="*/ 5979671 w 6127689"/>
              <a:gd name="connsiteY128" fmla="*/ 6858000 h 6858000"/>
              <a:gd name="connsiteX129" fmla="*/ 0 w 6127689"/>
              <a:gd name="connsiteY129" fmla="*/ 6858000 h 6858000"/>
              <a:gd name="connsiteX130" fmla="*/ 0 w 6127689"/>
              <a:gd name="connsiteY130"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903513 w 6127689"/>
              <a:gd name="connsiteY73" fmla="*/ 4187661 h 6858000"/>
              <a:gd name="connsiteX74" fmla="*/ 5917114 w 6127689"/>
              <a:gd name="connsiteY74" fmla="*/ 4213096 h 6858000"/>
              <a:gd name="connsiteX75" fmla="*/ 5924233 w 6127689"/>
              <a:gd name="connsiteY75" fmla="*/ 4242060 h 6858000"/>
              <a:gd name="connsiteX76" fmla="*/ 5928910 w 6127689"/>
              <a:gd name="connsiteY76" fmla="*/ 4300973 h 6858000"/>
              <a:gd name="connsiteX77" fmla="*/ 5939320 w 6127689"/>
              <a:gd name="connsiteY77" fmla="*/ 4340435 h 6858000"/>
              <a:gd name="connsiteX78" fmla="*/ 5946705 w 6127689"/>
              <a:gd name="connsiteY78" fmla="*/ 4428051 h 6858000"/>
              <a:gd name="connsiteX79" fmla="*/ 5949261 w 6127689"/>
              <a:gd name="connsiteY79" fmla="*/ 4449185 h 6858000"/>
              <a:gd name="connsiteX80" fmla="*/ 5968960 w 6127689"/>
              <a:gd name="connsiteY80" fmla="*/ 4482655 h 6858000"/>
              <a:gd name="connsiteX81" fmla="*/ 5980106 w 6127689"/>
              <a:gd name="connsiteY81" fmla="*/ 4585087 h 6858000"/>
              <a:gd name="connsiteX82" fmla="*/ 5998138 w 6127689"/>
              <a:gd name="connsiteY82" fmla="*/ 4697518 h 6858000"/>
              <a:gd name="connsiteX83" fmla="*/ 6013516 w 6127689"/>
              <a:gd name="connsiteY83" fmla="*/ 4786619 h 6858000"/>
              <a:gd name="connsiteX84" fmla="*/ 6025404 w 6127689"/>
              <a:gd name="connsiteY84" fmla="*/ 4858148 h 6858000"/>
              <a:gd name="connsiteX85" fmla="*/ 6007749 w 6127689"/>
              <a:gd name="connsiteY85" fmla="*/ 4964715 h 6858000"/>
              <a:gd name="connsiteX86" fmla="*/ 6005269 w 6127689"/>
              <a:gd name="connsiteY86" fmla="*/ 5150567 h 6858000"/>
              <a:gd name="connsiteX87" fmla="*/ 6001127 w 6127689"/>
              <a:gd name="connsiteY87" fmla="*/ 5164609 h 6858000"/>
              <a:gd name="connsiteX88" fmla="*/ 5998514 w 6127689"/>
              <a:gd name="connsiteY88" fmla="*/ 5189673 h 6858000"/>
              <a:gd name="connsiteX89" fmla="*/ 6018409 w 6127689"/>
              <a:gd name="connsiteY89" fmla="*/ 5227157 h 6858000"/>
              <a:gd name="connsiteX90" fmla="*/ 6036748 w 6127689"/>
              <a:gd name="connsiteY90" fmla="*/ 5322752 h 6858000"/>
              <a:gd name="connsiteX91" fmla="*/ 6036943 w 6127689"/>
              <a:gd name="connsiteY91" fmla="*/ 5329480 h 6858000"/>
              <a:gd name="connsiteX92" fmla="*/ 6037236 w 6127689"/>
              <a:gd name="connsiteY92" fmla="*/ 5329634 h 6858000"/>
              <a:gd name="connsiteX93" fmla="*/ 6037677 w 6127689"/>
              <a:gd name="connsiteY93" fmla="*/ 5354807 h 6858000"/>
              <a:gd name="connsiteX94" fmla="*/ 6039728 w 6127689"/>
              <a:gd name="connsiteY94" fmla="*/ 5359416 h 6858000"/>
              <a:gd name="connsiteX95" fmla="*/ 6053435 w 6127689"/>
              <a:gd name="connsiteY95" fmla="*/ 5387547 h 6858000"/>
              <a:gd name="connsiteX96" fmla="*/ 6065933 w 6127689"/>
              <a:gd name="connsiteY96" fmla="*/ 5443002 h 6858000"/>
              <a:gd name="connsiteX97" fmla="*/ 6068640 w 6127689"/>
              <a:gd name="connsiteY97" fmla="*/ 5474503 h 6858000"/>
              <a:gd name="connsiteX98" fmla="*/ 6080922 w 6127689"/>
              <a:gd name="connsiteY98" fmla="*/ 5561070 h 6858000"/>
              <a:gd name="connsiteX99" fmla="*/ 6096949 w 6127689"/>
              <a:gd name="connsiteY99" fmla="*/ 5648179 h 6858000"/>
              <a:gd name="connsiteX100" fmla="*/ 6125703 w 6127689"/>
              <a:gd name="connsiteY100" fmla="*/ 5692894 h 6858000"/>
              <a:gd name="connsiteX101" fmla="*/ 6126670 w 6127689"/>
              <a:gd name="connsiteY101" fmla="*/ 5697882 h 6858000"/>
              <a:gd name="connsiteX102" fmla="*/ 6124061 w 6127689"/>
              <a:gd name="connsiteY102" fmla="*/ 5710294 h 6858000"/>
              <a:gd name="connsiteX103" fmla="*/ 6122213 w 6127689"/>
              <a:gd name="connsiteY103" fmla="*/ 5714762 h 6858000"/>
              <a:gd name="connsiteX104" fmla="*/ 6121353 w 6127689"/>
              <a:gd name="connsiteY104" fmla="*/ 5721725 h 6858000"/>
              <a:gd name="connsiteX105" fmla="*/ 6121607 w 6127689"/>
              <a:gd name="connsiteY105" fmla="*/ 5721959 h 6858000"/>
              <a:gd name="connsiteX106" fmla="*/ 6120262 w 6127689"/>
              <a:gd name="connsiteY106" fmla="*/ 5728358 h 6858000"/>
              <a:gd name="connsiteX107" fmla="*/ 6127024 w 6127689"/>
              <a:gd name="connsiteY107" fmla="*/ 5786902 h 6858000"/>
              <a:gd name="connsiteX108" fmla="*/ 6127519 w 6127689"/>
              <a:gd name="connsiteY108" fmla="*/ 5865775 h 6858000"/>
              <a:gd name="connsiteX109" fmla="*/ 6119217 w 6127689"/>
              <a:gd name="connsiteY109" fmla="*/ 5888542 h 6858000"/>
              <a:gd name="connsiteX110" fmla="*/ 6102493 w 6127689"/>
              <a:gd name="connsiteY110" fmla="*/ 5928602 h 6858000"/>
              <a:gd name="connsiteX111" fmla="*/ 6056863 w 6127689"/>
              <a:gd name="connsiteY111" fmla="*/ 6000643 h 6858000"/>
              <a:gd name="connsiteX112" fmla="*/ 6045436 w 6127689"/>
              <a:gd name="connsiteY112" fmla="*/ 6124480 h 6858000"/>
              <a:gd name="connsiteX113" fmla="*/ 6030489 w 6127689"/>
              <a:gd name="connsiteY113" fmla="*/ 6317666 h 6858000"/>
              <a:gd name="connsiteX114" fmla="*/ 6007492 w 6127689"/>
              <a:gd name="connsiteY114" fmla="*/ 6440818 h 6858000"/>
              <a:gd name="connsiteX115" fmla="*/ 6009467 w 6127689"/>
              <a:gd name="connsiteY115" fmla="*/ 6487076 h 6858000"/>
              <a:gd name="connsiteX116" fmla="*/ 5995064 w 6127689"/>
              <a:gd name="connsiteY116" fmla="*/ 6540791 h 6858000"/>
              <a:gd name="connsiteX117" fmla="*/ 5996309 w 6127689"/>
              <a:gd name="connsiteY117" fmla="*/ 6543961 h 6858000"/>
              <a:gd name="connsiteX118" fmla="*/ 5996048 w 6127689"/>
              <a:gd name="connsiteY118" fmla="*/ 6555444 h 6858000"/>
              <a:gd name="connsiteX119" fmla="*/ 6002524 w 6127689"/>
              <a:gd name="connsiteY119" fmla="*/ 6560188 h 6858000"/>
              <a:gd name="connsiteX120" fmla="*/ 6006823 w 6127689"/>
              <a:gd name="connsiteY120" fmla="*/ 6578546 h 6858000"/>
              <a:gd name="connsiteX121" fmla="*/ 6004510 w 6127689"/>
              <a:gd name="connsiteY121" fmla="*/ 6599256 h 6858000"/>
              <a:gd name="connsiteX122" fmla="*/ 5986207 w 6127689"/>
              <a:gd name="connsiteY122" fmla="*/ 6695855 h 6858000"/>
              <a:gd name="connsiteX123" fmla="*/ 5979428 w 6127689"/>
              <a:gd name="connsiteY123" fmla="*/ 6754678 h 6858000"/>
              <a:gd name="connsiteX124" fmla="*/ 5983398 w 6127689"/>
              <a:gd name="connsiteY124" fmla="*/ 6778641 h 6858000"/>
              <a:gd name="connsiteX125" fmla="*/ 5984543 w 6127689"/>
              <a:gd name="connsiteY125" fmla="*/ 6811016 h 6858000"/>
              <a:gd name="connsiteX126" fmla="*/ 5981802 w 6127689"/>
              <a:gd name="connsiteY126" fmla="*/ 6838578 h 6858000"/>
              <a:gd name="connsiteX127" fmla="*/ 5979671 w 6127689"/>
              <a:gd name="connsiteY127" fmla="*/ 6858000 h 6858000"/>
              <a:gd name="connsiteX128" fmla="*/ 0 w 6127689"/>
              <a:gd name="connsiteY128" fmla="*/ 6858000 h 6858000"/>
              <a:gd name="connsiteX129" fmla="*/ 0 w 6127689"/>
              <a:gd name="connsiteY129"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83705 w 6127689"/>
              <a:gd name="connsiteY71" fmla="*/ 4101899 h 6858000"/>
              <a:gd name="connsiteX72" fmla="*/ 5894095 w 6127689"/>
              <a:gd name="connsiteY72" fmla="*/ 4128857 h 6858000"/>
              <a:gd name="connsiteX73" fmla="*/ 5903513 w 6127689"/>
              <a:gd name="connsiteY73" fmla="*/ 4187661 h 6858000"/>
              <a:gd name="connsiteX74" fmla="*/ 5917114 w 6127689"/>
              <a:gd name="connsiteY74" fmla="*/ 4213096 h 6858000"/>
              <a:gd name="connsiteX75" fmla="*/ 5924233 w 6127689"/>
              <a:gd name="connsiteY75" fmla="*/ 4242060 h 6858000"/>
              <a:gd name="connsiteX76" fmla="*/ 5928910 w 6127689"/>
              <a:gd name="connsiteY76" fmla="*/ 4300973 h 6858000"/>
              <a:gd name="connsiteX77" fmla="*/ 5939320 w 6127689"/>
              <a:gd name="connsiteY77" fmla="*/ 4340435 h 6858000"/>
              <a:gd name="connsiteX78" fmla="*/ 5946705 w 6127689"/>
              <a:gd name="connsiteY78" fmla="*/ 4428051 h 6858000"/>
              <a:gd name="connsiteX79" fmla="*/ 5949261 w 6127689"/>
              <a:gd name="connsiteY79" fmla="*/ 4449185 h 6858000"/>
              <a:gd name="connsiteX80" fmla="*/ 5968960 w 6127689"/>
              <a:gd name="connsiteY80" fmla="*/ 4482655 h 6858000"/>
              <a:gd name="connsiteX81" fmla="*/ 5980106 w 6127689"/>
              <a:gd name="connsiteY81" fmla="*/ 4585087 h 6858000"/>
              <a:gd name="connsiteX82" fmla="*/ 5998138 w 6127689"/>
              <a:gd name="connsiteY82" fmla="*/ 4697518 h 6858000"/>
              <a:gd name="connsiteX83" fmla="*/ 6013516 w 6127689"/>
              <a:gd name="connsiteY83" fmla="*/ 4786619 h 6858000"/>
              <a:gd name="connsiteX84" fmla="*/ 6025404 w 6127689"/>
              <a:gd name="connsiteY84" fmla="*/ 4858148 h 6858000"/>
              <a:gd name="connsiteX85" fmla="*/ 6007749 w 6127689"/>
              <a:gd name="connsiteY85" fmla="*/ 4964715 h 6858000"/>
              <a:gd name="connsiteX86" fmla="*/ 6005269 w 6127689"/>
              <a:gd name="connsiteY86" fmla="*/ 5150567 h 6858000"/>
              <a:gd name="connsiteX87" fmla="*/ 6001127 w 6127689"/>
              <a:gd name="connsiteY87" fmla="*/ 5164609 h 6858000"/>
              <a:gd name="connsiteX88" fmla="*/ 5998514 w 6127689"/>
              <a:gd name="connsiteY88" fmla="*/ 5189673 h 6858000"/>
              <a:gd name="connsiteX89" fmla="*/ 6018409 w 6127689"/>
              <a:gd name="connsiteY89" fmla="*/ 5227157 h 6858000"/>
              <a:gd name="connsiteX90" fmla="*/ 6036748 w 6127689"/>
              <a:gd name="connsiteY90" fmla="*/ 5322752 h 6858000"/>
              <a:gd name="connsiteX91" fmla="*/ 6036943 w 6127689"/>
              <a:gd name="connsiteY91" fmla="*/ 5329480 h 6858000"/>
              <a:gd name="connsiteX92" fmla="*/ 6037677 w 6127689"/>
              <a:gd name="connsiteY92" fmla="*/ 5354807 h 6858000"/>
              <a:gd name="connsiteX93" fmla="*/ 6039728 w 6127689"/>
              <a:gd name="connsiteY93" fmla="*/ 5359416 h 6858000"/>
              <a:gd name="connsiteX94" fmla="*/ 6053435 w 6127689"/>
              <a:gd name="connsiteY94" fmla="*/ 5387547 h 6858000"/>
              <a:gd name="connsiteX95" fmla="*/ 6065933 w 6127689"/>
              <a:gd name="connsiteY95" fmla="*/ 5443002 h 6858000"/>
              <a:gd name="connsiteX96" fmla="*/ 6068640 w 6127689"/>
              <a:gd name="connsiteY96" fmla="*/ 5474503 h 6858000"/>
              <a:gd name="connsiteX97" fmla="*/ 6080922 w 6127689"/>
              <a:gd name="connsiteY97" fmla="*/ 5561070 h 6858000"/>
              <a:gd name="connsiteX98" fmla="*/ 6096949 w 6127689"/>
              <a:gd name="connsiteY98" fmla="*/ 5648179 h 6858000"/>
              <a:gd name="connsiteX99" fmla="*/ 6125703 w 6127689"/>
              <a:gd name="connsiteY99" fmla="*/ 5692894 h 6858000"/>
              <a:gd name="connsiteX100" fmla="*/ 6126670 w 6127689"/>
              <a:gd name="connsiteY100" fmla="*/ 5697882 h 6858000"/>
              <a:gd name="connsiteX101" fmla="*/ 6124061 w 6127689"/>
              <a:gd name="connsiteY101" fmla="*/ 5710294 h 6858000"/>
              <a:gd name="connsiteX102" fmla="*/ 6122213 w 6127689"/>
              <a:gd name="connsiteY102" fmla="*/ 5714762 h 6858000"/>
              <a:gd name="connsiteX103" fmla="*/ 6121353 w 6127689"/>
              <a:gd name="connsiteY103" fmla="*/ 5721725 h 6858000"/>
              <a:gd name="connsiteX104" fmla="*/ 6121607 w 6127689"/>
              <a:gd name="connsiteY104" fmla="*/ 5721959 h 6858000"/>
              <a:gd name="connsiteX105" fmla="*/ 6120262 w 6127689"/>
              <a:gd name="connsiteY105" fmla="*/ 5728358 h 6858000"/>
              <a:gd name="connsiteX106" fmla="*/ 6127024 w 6127689"/>
              <a:gd name="connsiteY106" fmla="*/ 5786902 h 6858000"/>
              <a:gd name="connsiteX107" fmla="*/ 6127519 w 6127689"/>
              <a:gd name="connsiteY107" fmla="*/ 5865775 h 6858000"/>
              <a:gd name="connsiteX108" fmla="*/ 6119217 w 6127689"/>
              <a:gd name="connsiteY108" fmla="*/ 5888542 h 6858000"/>
              <a:gd name="connsiteX109" fmla="*/ 6102493 w 6127689"/>
              <a:gd name="connsiteY109" fmla="*/ 5928602 h 6858000"/>
              <a:gd name="connsiteX110" fmla="*/ 6056863 w 6127689"/>
              <a:gd name="connsiteY110" fmla="*/ 6000643 h 6858000"/>
              <a:gd name="connsiteX111" fmla="*/ 6045436 w 6127689"/>
              <a:gd name="connsiteY111" fmla="*/ 6124480 h 6858000"/>
              <a:gd name="connsiteX112" fmla="*/ 6030489 w 6127689"/>
              <a:gd name="connsiteY112" fmla="*/ 6317666 h 6858000"/>
              <a:gd name="connsiteX113" fmla="*/ 6007492 w 6127689"/>
              <a:gd name="connsiteY113" fmla="*/ 6440818 h 6858000"/>
              <a:gd name="connsiteX114" fmla="*/ 6009467 w 6127689"/>
              <a:gd name="connsiteY114" fmla="*/ 6487076 h 6858000"/>
              <a:gd name="connsiteX115" fmla="*/ 5995064 w 6127689"/>
              <a:gd name="connsiteY115" fmla="*/ 6540791 h 6858000"/>
              <a:gd name="connsiteX116" fmla="*/ 5996309 w 6127689"/>
              <a:gd name="connsiteY116" fmla="*/ 6543961 h 6858000"/>
              <a:gd name="connsiteX117" fmla="*/ 5996048 w 6127689"/>
              <a:gd name="connsiteY117" fmla="*/ 6555444 h 6858000"/>
              <a:gd name="connsiteX118" fmla="*/ 6002524 w 6127689"/>
              <a:gd name="connsiteY118" fmla="*/ 6560188 h 6858000"/>
              <a:gd name="connsiteX119" fmla="*/ 6006823 w 6127689"/>
              <a:gd name="connsiteY119" fmla="*/ 6578546 h 6858000"/>
              <a:gd name="connsiteX120" fmla="*/ 6004510 w 6127689"/>
              <a:gd name="connsiteY120" fmla="*/ 6599256 h 6858000"/>
              <a:gd name="connsiteX121" fmla="*/ 5986207 w 6127689"/>
              <a:gd name="connsiteY121" fmla="*/ 6695855 h 6858000"/>
              <a:gd name="connsiteX122" fmla="*/ 5979428 w 6127689"/>
              <a:gd name="connsiteY122" fmla="*/ 6754678 h 6858000"/>
              <a:gd name="connsiteX123" fmla="*/ 5983398 w 6127689"/>
              <a:gd name="connsiteY123" fmla="*/ 6778641 h 6858000"/>
              <a:gd name="connsiteX124" fmla="*/ 5984543 w 6127689"/>
              <a:gd name="connsiteY124" fmla="*/ 6811016 h 6858000"/>
              <a:gd name="connsiteX125" fmla="*/ 5981802 w 6127689"/>
              <a:gd name="connsiteY125" fmla="*/ 6838578 h 6858000"/>
              <a:gd name="connsiteX126" fmla="*/ 5979671 w 6127689"/>
              <a:gd name="connsiteY126" fmla="*/ 6858000 h 6858000"/>
              <a:gd name="connsiteX127" fmla="*/ 0 w 6127689"/>
              <a:gd name="connsiteY127" fmla="*/ 6858000 h 6858000"/>
              <a:gd name="connsiteX128" fmla="*/ 0 w 6127689"/>
              <a:gd name="connsiteY128"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94095 w 6127689"/>
              <a:gd name="connsiteY71" fmla="*/ 4128857 h 6858000"/>
              <a:gd name="connsiteX72" fmla="*/ 5903513 w 6127689"/>
              <a:gd name="connsiteY72" fmla="*/ 4187661 h 6858000"/>
              <a:gd name="connsiteX73" fmla="*/ 5917114 w 6127689"/>
              <a:gd name="connsiteY73" fmla="*/ 4213096 h 6858000"/>
              <a:gd name="connsiteX74" fmla="*/ 5924233 w 6127689"/>
              <a:gd name="connsiteY74" fmla="*/ 4242060 h 6858000"/>
              <a:gd name="connsiteX75" fmla="*/ 5928910 w 6127689"/>
              <a:gd name="connsiteY75" fmla="*/ 4300973 h 6858000"/>
              <a:gd name="connsiteX76" fmla="*/ 5939320 w 6127689"/>
              <a:gd name="connsiteY76" fmla="*/ 4340435 h 6858000"/>
              <a:gd name="connsiteX77" fmla="*/ 5946705 w 6127689"/>
              <a:gd name="connsiteY77" fmla="*/ 4428051 h 6858000"/>
              <a:gd name="connsiteX78" fmla="*/ 5949261 w 6127689"/>
              <a:gd name="connsiteY78" fmla="*/ 4449185 h 6858000"/>
              <a:gd name="connsiteX79" fmla="*/ 5968960 w 6127689"/>
              <a:gd name="connsiteY79" fmla="*/ 4482655 h 6858000"/>
              <a:gd name="connsiteX80" fmla="*/ 5980106 w 6127689"/>
              <a:gd name="connsiteY80" fmla="*/ 4585087 h 6858000"/>
              <a:gd name="connsiteX81" fmla="*/ 5998138 w 6127689"/>
              <a:gd name="connsiteY81" fmla="*/ 4697518 h 6858000"/>
              <a:gd name="connsiteX82" fmla="*/ 6013516 w 6127689"/>
              <a:gd name="connsiteY82" fmla="*/ 4786619 h 6858000"/>
              <a:gd name="connsiteX83" fmla="*/ 6025404 w 6127689"/>
              <a:gd name="connsiteY83" fmla="*/ 4858148 h 6858000"/>
              <a:gd name="connsiteX84" fmla="*/ 6007749 w 6127689"/>
              <a:gd name="connsiteY84" fmla="*/ 4964715 h 6858000"/>
              <a:gd name="connsiteX85" fmla="*/ 6005269 w 6127689"/>
              <a:gd name="connsiteY85" fmla="*/ 5150567 h 6858000"/>
              <a:gd name="connsiteX86" fmla="*/ 6001127 w 6127689"/>
              <a:gd name="connsiteY86" fmla="*/ 5164609 h 6858000"/>
              <a:gd name="connsiteX87" fmla="*/ 5998514 w 6127689"/>
              <a:gd name="connsiteY87" fmla="*/ 5189673 h 6858000"/>
              <a:gd name="connsiteX88" fmla="*/ 6018409 w 6127689"/>
              <a:gd name="connsiteY88" fmla="*/ 5227157 h 6858000"/>
              <a:gd name="connsiteX89" fmla="*/ 6036748 w 6127689"/>
              <a:gd name="connsiteY89" fmla="*/ 5322752 h 6858000"/>
              <a:gd name="connsiteX90" fmla="*/ 6036943 w 6127689"/>
              <a:gd name="connsiteY90" fmla="*/ 5329480 h 6858000"/>
              <a:gd name="connsiteX91" fmla="*/ 6037677 w 6127689"/>
              <a:gd name="connsiteY91" fmla="*/ 5354807 h 6858000"/>
              <a:gd name="connsiteX92" fmla="*/ 6039728 w 6127689"/>
              <a:gd name="connsiteY92" fmla="*/ 5359416 h 6858000"/>
              <a:gd name="connsiteX93" fmla="*/ 6053435 w 6127689"/>
              <a:gd name="connsiteY93" fmla="*/ 5387547 h 6858000"/>
              <a:gd name="connsiteX94" fmla="*/ 6065933 w 6127689"/>
              <a:gd name="connsiteY94" fmla="*/ 5443002 h 6858000"/>
              <a:gd name="connsiteX95" fmla="*/ 6068640 w 6127689"/>
              <a:gd name="connsiteY95" fmla="*/ 5474503 h 6858000"/>
              <a:gd name="connsiteX96" fmla="*/ 6080922 w 6127689"/>
              <a:gd name="connsiteY96" fmla="*/ 5561070 h 6858000"/>
              <a:gd name="connsiteX97" fmla="*/ 6096949 w 6127689"/>
              <a:gd name="connsiteY97" fmla="*/ 5648179 h 6858000"/>
              <a:gd name="connsiteX98" fmla="*/ 6125703 w 6127689"/>
              <a:gd name="connsiteY98" fmla="*/ 5692894 h 6858000"/>
              <a:gd name="connsiteX99" fmla="*/ 6126670 w 6127689"/>
              <a:gd name="connsiteY99" fmla="*/ 5697882 h 6858000"/>
              <a:gd name="connsiteX100" fmla="*/ 6124061 w 6127689"/>
              <a:gd name="connsiteY100" fmla="*/ 5710294 h 6858000"/>
              <a:gd name="connsiteX101" fmla="*/ 6122213 w 6127689"/>
              <a:gd name="connsiteY101" fmla="*/ 5714762 h 6858000"/>
              <a:gd name="connsiteX102" fmla="*/ 6121353 w 6127689"/>
              <a:gd name="connsiteY102" fmla="*/ 5721725 h 6858000"/>
              <a:gd name="connsiteX103" fmla="*/ 6121607 w 6127689"/>
              <a:gd name="connsiteY103" fmla="*/ 5721959 h 6858000"/>
              <a:gd name="connsiteX104" fmla="*/ 6120262 w 6127689"/>
              <a:gd name="connsiteY104" fmla="*/ 5728358 h 6858000"/>
              <a:gd name="connsiteX105" fmla="*/ 6127024 w 6127689"/>
              <a:gd name="connsiteY105" fmla="*/ 5786902 h 6858000"/>
              <a:gd name="connsiteX106" fmla="*/ 6127519 w 6127689"/>
              <a:gd name="connsiteY106" fmla="*/ 5865775 h 6858000"/>
              <a:gd name="connsiteX107" fmla="*/ 6119217 w 6127689"/>
              <a:gd name="connsiteY107" fmla="*/ 5888542 h 6858000"/>
              <a:gd name="connsiteX108" fmla="*/ 6102493 w 6127689"/>
              <a:gd name="connsiteY108" fmla="*/ 5928602 h 6858000"/>
              <a:gd name="connsiteX109" fmla="*/ 6056863 w 6127689"/>
              <a:gd name="connsiteY109" fmla="*/ 6000643 h 6858000"/>
              <a:gd name="connsiteX110" fmla="*/ 6045436 w 6127689"/>
              <a:gd name="connsiteY110" fmla="*/ 6124480 h 6858000"/>
              <a:gd name="connsiteX111" fmla="*/ 6030489 w 6127689"/>
              <a:gd name="connsiteY111" fmla="*/ 6317666 h 6858000"/>
              <a:gd name="connsiteX112" fmla="*/ 6007492 w 6127689"/>
              <a:gd name="connsiteY112" fmla="*/ 6440818 h 6858000"/>
              <a:gd name="connsiteX113" fmla="*/ 6009467 w 6127689"/>
              <a:gd name="connsiteY113" fmla="*/ 6487076 h 6858000"/>
              <a:gd name="connsiteX114" fmla="*/ 5995064 w 6127689"/>
              <a:gd name="connsiteY114" fmla="*/ 6540791 h 6858000"/>
              <a:gd name="connsiteX115" fmla="*/ 5996309 w 6127689"/>
              <a:gd name="connsiteY115" fmla="*/ 6543961 h 6858000"/>
              <a:gd name="connsiteX116" fmla="*/ 5996048 w 6127689"/>
              <a:gd name="connsiteY116" fmla="*/ 6555444 h 6858000"/>
              <a:gd name="connsiteX117" fmla="*/ 6002524 w 6127689"/>
              <a:gd name="connsiteY117" fmla="*/ 6560188 h 6858000"/>
              <a:gd name="connsiteX118" fmla="*/ 6006823 w 6127689"/>
              <a:gd name="connsiteY118" fmla="*/ 6578546 h 6858000"/>
              <a:gd name="connsiteX119" fmla="*/ 6004510 w 6127689"/>
              <a:gd name="connsiteY119" fmla="*/ 6599256 h 6858000"/>
              <a:gd name="connsiteX120" fmla="*/ 5986207 w 6127689"/>
              <a:gd name="connsiteY120" fmla="*/ 6695855 h 6858000"/>
              <a:gd name="connsiteX121" fmla="*/ 5979428 w 6127689"/>
              <a:gd name="connsiteY121" fmla="*/ 6754678 h 6858000"/>
              <a:gd name="connsiteX122" fmla="*/ 5983398 w 6127689"/>
              <a:gd name="connsiteY122" fmla="*/ 6778641 h 6858000"/>
              <a:gd name="connsiteX123" fmla="*/ 5984543 w 6127689"/>
              <a:gd name="connsiteY123" fmla="*/ 6811016 h 6858000"/>
              <a:gd name="connsiteX124" fmla="*/ 5981802 w 6127689"/>
              <a:gd name="connsiteY124" fmla="*/ 6838578 h 6858000"/>
              <a:gd name="connsiteX125" fmla="*/ 5979671 w 6127689"/>
              <a:gd name="connsiteY125" fmla="*/ 6858000 h 6858000"/>
              <a:gd name="connsiteX126" fmla="*/ 0 w 6127689"/>
              <a:gd name="connsiteY126" fmla="*/ 6858000 h 6858000"/>
              <a:gd name="connsiteX127" fmla="*/ 0 w 6127689"/>
              <a:gd name="connsiteY127"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94095 w 6127689"/>
              <a:gd name="connsiteY71" fmla="*/ 4128857 h 6858000"/>
              <a:gd name="connsiteX72" fmla="*/ 5903513 w 6127689"/>
              <a:gd name="connsiteY72" fmla="*/ 4187661 h 6858000"/>
              <a:gd name="connsiteX73" fmla="*/ 5917114 w 6127689"/>
              <a:gd name="connsiteY73" fmla="*/ 4213096 h 6858000"/>
              <a:gd name="connsiteX74" fmla="*/ 5924233 w 6127689"/>
              <a:gd name="connsiteY74" fmla="*/ 4242060 h 6858000"/>
              <a:gd name="connsiteX75" fmla="*/ 5928910 w 6127689"/>
              <a:gd name="connsiteY75" fmla="*/ 4300973 h 6858000"/>
              <a:gd name="connsiteX76" fmla="*/ 5939320 w 6127689"/>
              <a:gd name="connsiteY76" fmla="*/ 4340435 h 6858000"/>
              <a:gd name="connsiteX77" fmla="*/ 5946705 w 6127689"/>
              <a:gd name="connsiteY77" fmla="*/ 4428051 h 6858000"/>
              <a:gd name="connsiteX78" fmla="*/ 5949261 w 6127689"/>
              <a:gd name="connsiteY78" fmla="*/ 4449185 h 6858000"/>
              <a:gd name="connsiteX79" fmla="*/ 5968960 w 6127689"/>
              <a:gd name="connsiteY79" fmla="*/ 4482655 h 6858000"/>
              <a:gd name="connsiteX80" fmla="*/ 5980106 w 6127689"/>
              <a:gd name="connsiteY80" fmla="*/ 4585087 h 6858000"/>
              <a:gd name="connsiteX81" fmla="*/ 5998138 w 6127689"/>
              <a:gd name="connsiteY81" fmla="*/ 4697518 h 6858000"/>
              <a:gd name="connsiteX82" fmla="*/ 6013516 w 6127689"/>
              <a:gd name="connsiteY82" fmla="*/ 4786619 h 6858000"/>
              <a:gd name="connsiteX83" fmla="*/ 6025404 w 6127689"/>
              <a:gd name="connsiteY83" fmla="*/ 4858148 h 6858000"/>
              <a:gd name="connsiteX84" fmla="*/ 6007749 w 6127689"/>
              <a:gd name="connsiteY84" fmla="*/ 4964715 h 6858000"/>
              <a:gd name="connsiteX85" fmla="*/ 6005269 w 6127689"/>
              <a:gd name="connsiteY85" fmla="*/ 5150567 h 6858000"/>
              <a:gd name="connsiteX86" fmla="*/ 6001127 w 6127689"/>
              <a:gd name="connsiteY86" fmla="*/ 5164609 h 6858000"/>
              <a:gd name="connsiteX87" fmla="*/ 5998514 w 6127689"/>
              <a:gd name="connsiteY87" fmla="*/ 5189673 h 6858000"/>
              <a:gd name="connsiteX88" fmla="*/ 6018409 w 6127689"/>
              <a:gd name="connsiteY88" fmla="*/ 5227157 h 6858000"/>
              <a:gd name="connsiteX89" fmla="*/ 6036748 w 6127689"/>
              <a:gd name="connsiteY89" fmla="*/ 5322752 h 6858000"/>
              <a:gd name="connsiteX90" fmla="*/ 6036943 w 6127689"/>
              <a:gd name="connsiteY90" fmla="*/ 5329480 h 6858000"/>
              <a:gd name="connsiteX91" fmla="*/ 6037677 w 6127689"/>
              <a:gd name="connsiteY91" fmla="*/ 5354807 h 6858000"/>
              <a:gd name="connsiteX92" fmla="*/ 6039728 w 6127689"/>
              <a:gd name="connsiteY92" fmla="*/ 5359416 h 6858000"/>
              <a:gd name="connsiteX93" fmla="*/ 6053435 w 6127689"/>
              <a:gd name="connsiteY93" fmla="*/ 5387547 h 6858000"/>
              <a:gd name="connsiteX94" fmla="*/ 6065933 w 6127689"/>
              <a:gd name="connsiteY94" fmla="*/ 5443002 h 6858000"/>
              <a:gd name="connsiteX95" fmla="*/ 6068640 w 6127689"/>
              <a:gd name="connsiteY95" fmla="*/ 5474503 h 6858000"/>
              <a:gd name="connsiteX96" fmla="*/ 6080922 w 6127689"/>
              <a:gd name="connsiteY96" fmla="*/ 5561070 h 6858000"/>
              <a:gd name="connsiteX97" fmla="*/ 6096949 w 6127689"/>
              <a:gd name="connsiteY97" fmla="*/ 5648179 h 6858000"/>
              <a:gd name="connsiteX98" fmla="*/ 6125703 w 6127689"/>
              <a:gd name="connsiteY98" fmla="*/ 5692894 h 6858000"/>
              <a:gd name="connsiteX99" fmla="*/ 6126670 w 6127689"/>
              <a:gd name="connsiteY99" fmla="*/ 5697882 h 6858000"/>
              <a:gd name="connsiteX100" fmla="*/ 6124061 w 6127689"/>
              <a:gd name="connsiteY100" fmla="*/ 5710294 h 6858000"/>
              <a:gd name="connsiteX101" fmla="*/ 6121353 w 6127689"/>
              <a:gd name="connsiteY101" fmla="*/ 5721725 h 6858000"/>
              <a:gd name="connsiteX102" fmla="*/ 6121607 w 6127689"/>
              <a:gd name="connsiteY102" fmla="*/ 5721959 h 6858000"/>
              <a:gd name="connsiteX103" fmla="*/ 6120262 w 6127689"/>
              <a:gd name="connsiteY103" fmla="*/ 5728358 h 6858000"/>
              <a:gd name="connsiteX104" fmla="*/ 6127024 w 6127689"/>
              <a:gd name="connsiteY104" fmla="*/ 5786902 h 6858000"/>
              <a:gd name="connsiteX105" fmla="*/ 6127519 w 6127689"/>
              <a:gd name="connsiteY105" fmla="*/ 5865775 h 6858000"/>
              <a:gd name="connsiteX106" fmla="*/ 6119217 w 6127689"/>
              <a:gd name="connsiteY106" fmla="*/ 5888542 h 6858000"/>
              <a:gd name="connsiteX107" fmla="*/ 6102493 w 6127689"/>
              <a:gd name="connsiteY107" fmla="*/ 5928602 h 6858000"/>
              <a:gd name="connsiteX108" fmla="*/ 6056863 w 6127689"/>
              <a:gd name="connsiteY108" fmla="*/ 6000643 h 6858000"/>
              <a:gd name="connsiteX109" fmla="*/ 6045436 w 6127689"/>
              <a:gd name="connsiteY109" fmla="*/ 6124480 h 6858000"/>
              <a:gd name="connsiteX110" fmla="*/ 6030489 w 6127689"/>
              <a:gd name="connsiteY110" fmla="*/ 6317666 h 6858000"/>
              <a:gd name="connsiteX111" fmla="*/ 6007492 w 6127689"/>
              <a:gd name="connsiteY111" fmla="*/ 6440818 h 6858000"/>
              <a:gd name="connsiteX112" fmla="*/ 6009467 w 6127689"/>
              <a:gd name="connsiteY112" fmla="*/ 6487076 h 6858000"/>
              <a:gd name="connsiteX113" fmla="*/ 5995064 w 6127689"/>
              <a:gd name="connsiteY113" fmla="*/ 6540791 h 6858000"/>
              <a:gd name="connsiteX114" fmla="*/ 5996309 w 6127689"/>
              <a:gd name="connsiteY114" fmla="*/ 6543961 h 6858000"/>
              <a:gd name="connsiteX115" fmla="*/ 5996048 w 6127689"/>
              <a:gd name="connsiteY115" fmla="*/ 6555444 h 6858000"/>
              <a:gd name="connsiteX116" fmla="*/ 6002524 w 6127689"/>
              <a:gd name="connsiteY116" fmla="*/ 6560188 h 6858000"/>
              <a:gd name="connsiteX117" fmla="*/ 6006823 w 6127689"/>
              <a:gd name="connsiteY117" fmla="*/ 6578546 h 6858000"/>
              <a:gd name="connsiteX118" fmla="*/ 6004510 w 6127689"/>
              <a:gd name="connsiteY118" fmla="*/ 6599256 h 6858000"/>
              <a:gd name="connsiteX119" fmla="*/ 5986207 w 6127689"/>
              <a:gd name="connsiteY119" fmla="*/ 6695855 h 6858000"/>
              <a:gd name="connsiteX120" fmla="*/ 5979428 w 6127689"/>
              <a:gd name="connsiteY120" fmla="*/ 6754678 h 6858000"/>
              <a:gd name="connsiteX121" fmla="*/ 5983398 w 6127689"/>
              <a:gd name="connsiteY121" fmla="*/ 6778641 h 6858000"/>
              <a:gd name="connsiteX122" fmla="*/ 5984543 w 6127689"/>
              <a:gd name="connsiteY122" fmla="*/ 6811016 h 6858000"/>
              <a:gd name="connsiteX123" fmla="*/ 5981802 w 6127689"/>
              <a:gd name="connsiteY123" fmla="*/ 6838578 h 6858000"/>
              <a:gd name="connsiteX124" fmla="*/ 5979671 w 6127689"/>
              <a:gd name="connsiteY124" fmla="*/ 6858000 h 6858000"/>
              <a:gd name="connsiteX125" fmla="*/ 0 w 6127689"/>
              <a:gd name="connsiteY125" fmla="*/ 6858000 h 6858000"/>
              <a:gd name="connsiteX126" fmla="*/ 0 w 6127689"/>
              <a:gd name="connsiteY126" fmla="*/ 0 h 6858000"/>
              <a:gd name="connsiteX0" fmla="*/ 0 w 6127689"/>
              <a:gd name="connsiteY0" fmla="*/ 0 h 6858000"/>
              <a:gd name="connsiteX1" fmla="*/ 4965888 w 6127689"/>
              <a:gd name="connsiteY1" fmla="*/ 0 h 6858000"/>
              <a:gd name="connsiteX2" fmla="*/ 4967767 w 6127689"/>
              <a:gd name="connsiteY2" fmla="*/ 7930 h 6858000"/>
              <a:gd name="connsiteX3" fmla="*/ 4979444 w 6127689"/>
              <a:gd name="connsiteY3" fmla="*/ 43921 h 6858000"/>
              <a:gd name="connsiteX4" fmla="*/ 5021173 w 6127689"/>
              <a:gd name="connsiteY4" fmla="*/ 123738 h 6858000"/>
              <a:gd name="connsiteX5" fmla="*/ 5075458 w 6127689"/>
              <a:gd name="connsiteY5" fmla="*/ 264355 h 6858000"/>
              <a:gd name="connsiteX6" fmla="*/ 5081175 w 6127689"/>
              <a:gd name="connsiteY6" fmla="*/ 277448 h 6858000"/>
              <a:gd name="connsiteX7" fmla="*/ 5097011 w 6127689"/>
              <a:gd name="connsiteY7" fmla="*/ 355616 h 6858000"/>
              <a:gd name="connsiteX8" fmla="*/ 5130982 w 6127689"/>
              <a:gd name="connsiteY8" fmla="*/ 412030 h 6858000"/>
              <a:gd name="connsiteX9" fmla="*/ 5153000 w 6127689"/>
              <a:gd name="connsiteY9" fmla="*/ 507134 h 6858000"/>
              <a:gd name="connsiteX10" fmla="*/ 5171282 w 6127689"/>
              <a:gd name="connsiteY10" fmla="*/ 602071 h 6858000"/>
              <a:gd name="connsiteX11" fmla="*/ 5176196 w 6127689"/>
              <a:gd name="connsiteY11" fmla="*/ 636822 h 6858000"/>
              <a:gd name="connsiteX12" fmla="*/ 5189051 w 6127689"/>
              <a:gd name="connsiteY12" fmla="*/ 782518 h 6858000"/>
              <a:gd name="connsiteX13" fmla="*/ 5210428 w 6127689"/>
              <a:gd name="connsiteY13" fmla="*/ 815772 h 6858000"/>
              <a:gd name="connsiteX14" fmla="*/ 5221088 w 6127689"/>
              <a:gd name="connsiteY14" fmla="*/ 860193 h 6858000"/>
              <a:gd name="connsiteX15" fmla="*/ 5230806 w 6127689"/>
              <a:gd name="connsiteY15" fmla="*/ 961354 h 6858000"/>
              <a:gd name="connsiteX16" fmla="*/ 5201018 w 6127689"/>
              <a:gd name="connsiteY16" fmla="*/ 1095027 h 6858000"/>
              <a:gd name="connsiteX17" fmla="*/ 5202153 w 6127689"/>
              <a:gd name="connsiteY17" fmla="*/ 1133224 h 6858000"/>
              <a:gd name="connsiteX18" fmla="*/ 5207370 w 6127689"/>
              <a:gd name="connsiteY18" fmla="*/ 1138097 h 6858000"/>
              <a:gd name="connsiteX19" fmla="*/ 5189234 w 6127689"/>
              <a:gd name="connsiteY19" fmla="*/ 1193495 h 6858000"/>
              <a:gd name="connsiteX20" fmla="*/ 5202769 w 6127689"/>
              <a:gd name="connsiteY20" fmla="*/ 1269450 h 6858000"/>
              <a:gd name="connsiteX21" fmla="*/ 5225968 w 6127689"/>
              <a:gd name="connsiteY21" fmla="*/ 1357994 h 6858000"/>
              <a:gd name="connsiteX22" fmla="*/ 5233819 w 6127689"/>
              <a:gd name="connsiteY22" fmla="*/ 1380922 h 6858000"/>
              <a:gd name="connsiteX23" fmla="*/ 5237226 w 6127689"/>
              <a:gd name="connsiteY23" fmla="*/ 1441327 h 6858000"/>
              <a:gd name="connsiteX24" fmla="*/ 5255653 w 6127689"/>
              <a:gd name="connsiteY24" fmla="*/ 1524712 h 6858000"/>
              <a:gd name="connsiteX25" fmla="*/ 5263491 w 6127689"/>
              <a:gd name="connsiteY25" fmla="*/ 1642938 h 6858000"/>
              <a:gd name="connsiteX26" fmla="*/ 5261314 w 6127689"/>
              <a:gd name="connsiteY26" fmla="*/ 1689177 h 6858000"/>
              <a:gd name="connsiteX27" fmla="*/ 5259788 w 6127689"/>
              <a:gd name="connsiteY27" fmla="*/ 1768516 h 6858000"/>
              <a:gd name="connsiteX28" fmla="*/ 5255696 w 6127689"/>
              <a:gd name="connsiteY28" fmla="*/ 1953770 h 6858000"/>
              <a:gd name="connsiteX29" fmla="*/ 5252592 w 6127689"/>
              <a:gd name="connsiteY29" fmla="*/ 2092210 h 6858000"/>
              <a:gd name="connsiteX30" fmla="*/ 5264303 w 6127689"/>
              <a:gd name="connsiteY30" fmla="*/ 2225157 h 6858000"/>
              <a:gd name="connsiteX31" fmla="*/ 5254949 w 6127689"/>
              <a:gd name="connsiteY31" fmla="*/ 2236160 h 6858000"/>
              <a:gd name="connsiteX32" fmla="*/ 5250104 w 6127689"/>
              <a:gd name="connsiteY32" fmla="*/ 2249166 h 6858000"/>
              <a:gd name="connsiteX33" fmla="*/ 5251214 w 6127689"/>
              <a:gd name="connsiteY33" fmla="*/ 2250944 h 6858000"/>
              <a:gd name="connsiteX34" fmla="*/ 5250644 w 6127689"/>
              <a:gd name="connsiteY34" fmla="*/ 2266619 h 6858000"/>
              <a:gd name="connsiteX35" fmla="*/ 5293877 w 6127689"/>
              <a:gd name="connsiteY35" fmla="*/ 2368649 h 6858000"/>
              <a:gd name="connsiteX36" fmla="*/ 5311338 w 6127689"/>
              <a:gd name="connsiteY36" fmla="*/ 2404034 h 6858000"/>
              <a:gd name="connsiteX37" fmla="*/ 5338366 w 6127689"/>
              <a:gd name="connsiteY37" fmla="*/ 2465052 h 6858000"/>
              <a:gd name="connsiteX38" fmla="*/ 5371263 w 6127689"/>
              <a:gd name="connsiteY38" fmla="*/ 2586413 h 6858000"/>
              <a:gd name="connsiteX39" fmla="*/ 5407503 w 6127689"/>
              <a:gd name="connsiteY39" fmla="*/ 2786290 h 6858000"/>
              <a:gd name="connsiteX40" fmla="*/ 5407356 w 6127689"/>
              <a:gd name="connsiteY40" fmla="*/ 2787545 h 6858000"/>
              <a:gd name="connsiteX41" fmla="*/ 5411130 w 6127689"/>
              <a:gd name="connsiteY41" fmla="*/ 2788640 h 6858000"/>
              <a:gd name="connsiteX42" fmla="*/ 5416439 w 6127689"/>
              <a:gd name="connsiteY42" fmla="*/ 2805666 h 6858000"/>
              <a:gd name="connsiteX43" fmla="*/ 5457023 w 6127689"/>
              <a:gd name="connsiteY43" fmla="*/ 2858292 h 6858000"/>
              <a:gd name="connsiteX44" fmla="*/ 5479298 w 6127689"/>
              <a:gd name="connsiteY44" fmla="*/ 2947791 h 6858000"/>
              <a:gd name="connsiteX45" fmla="*/ 5481770 w 6127689"/>
              <a:gd name="connsiteY45" fmla="*/ 2951352 h 6858000"/>
              <a:gd name="connsiteX46" fmla="*/ 5482045 w 6127689"/>
              <a:gd name="connsiteY46" fmla="*/ 2984371 h 6858000"/>
              <a:gd name="connsiteX47" fmla="*/ 5482415 w 6127689"/>
              <a:gd name="connsiteY47" fmla="*/ 3004079 h 6858000"/>
              <a:gd name="connsiteX48" fmla="*/ 5503944 w 6127689"/>
              <a:gd name="connsiteY48" fmla="*/ 3123335 h 6858000"/>
              <a:gd name="connsiteX49" fmla="*/ 5516007 w 6127689"/>
              <a:gd name="connsiteY49" fmla="*/ 3258473 h 6858000"/>
              <a:gd name="connsiteX50" fmla="*/ 5566839 w 6127689"/>
              <a:gd name="connsiteY50" fmla="*/ 3345295 h 6858000"/>
              <a:gd name="connsiteX51" fmla="*/ 5589758 w 6127689"/>
              <a:gd name="connsiteY51" fmla="*/ 3506453 h 6858000"/>
              <a:gd name="connsiteX52" fmla="*/ 5596144 w 6127689"/>
              <a:gd name="connsiteY52" fmla="*/ 3534624 h 6858000"/>
              <a:gd name="connsiteX53" fmla="*/ 5597750 w 6127689"/>
              <a:gd name="connsiteY53" fmla="*/ 3534129 h 6858000"/>
              <a:gd name="connsiteX54" fmla="*/ 5599700 w 6127689"/>
              <a:gd name="connsiteY54" fmla="*/ 3547221 h 6858000"/>
              <a:gd name="connsiteX55" fmla="*/ 5615031 w 6127689"/>
              <a:gd name="connsiteY55" fmla="*/ 3557482 h 6858000"/>
              <a:gd name="connsiteX56" fmla="*/ 5618377 w 6127689"/>
              <a:gd name="connsiteY56" fmla="*/ 3588431 h 6858000"/>
              <a:gd name="connsiteX57" fmla="*/ 5612155 w 6127689"/>
              <a:gd name="connsiteY57" fmla="*/ 3589869 h 6858000"/>
              <a:gd name="connsiteX58" fmla="*/ 5620843 w 6127689"/>
              <a:gd name="connsiteY58" fmla="*/ 3606745 h 6858000"/>
              <a:gd name="connsiteX59" fmla="*/ 5655472 w 6127689"/>
              <a:gd name="connsiteY59" fmla="*/ 3678877 h 6858000"/>
              <a:gd name="connsiteX60" fmla="*/ 5683015 w 6127689"/>
              <a:gd name="connsiteY60" fmla="*/ 3762025 h 6858000"/>
              <a:gd name="connsiteX61" fmla="*/ 5696643 w 6127689"/>
              <a:gd name="connsiteY61" fmla="*/ 3773888 h 6858000"/>
              <a:gd name="connsiteX62" fmla="*/ 5699203 w 6127689"/>
              <a:gd name="connsiteY62" fmla="*/ 3775823 h 6858000"/>
              <a:gd name="connsiteX63" fmla="*/ 5704824 w 6127689"/>
              <a:gd name="connsiteY63" fmla="*/ 3785966 h 6858000"/>
              <a:gd name="connsiteX64" fmla="*/ 5733539 w 6127689"/>
              <a:gd name="connsiteY64" fmla="*/ 3818457 h 6858000"/>
              <a:gd name="connsiteX65" fmla="*/ 5768491 w 6127689"/>
              <a:gd name="connsiteY65" fmla="*/ 3914399 h 6858000"/>
              <a:gd name="connsiteX66" fmla="*/ 5793123 w 6127689"/>
              <a:gd name="connsiteY66" fmla="*/ 3969952 h 6858000"/>
              <a:gd name="connsiteX67" fmla="*/ 5808321 w 6127689"/>
              <a:gd name="connsiteY67" fmla="*/ 3988153 h 6858000"/>
              <a:gd name="connsiteX68" fmla="*/ 5825621 w 6127689"/>
              <a:gd name="connsiteY68" fmla="*/ 4015525 h 6858000"/>
              <a:gd name="connsiteX69" fmla="*/ 5860672 w 6127689"/>
              <a:gd name="connsiteY69" fmla="*/ 4061579 h 6858000"/>
              <a:gd name="connsiteX70" fmla="*/ 5872173 w 6127689"/>
              <a:gd name="connsiteY70" fmla="*/ 4088497 h 6858000"/>
              <a:gd name="connsiteX71" fmla="*/ 5894095 w 6127689"/>
              <a:gd name="connsiteY71" fmla="*/ 4128857 h 6858000"/>
              <a:gd name="connsiteX72" fmla="*/ 5903513 w 6127689"/>
              <a:gd name="connsiteY72" fmla="*/ 4187661 h 6858000"/>
              <a:gd name="connsiteX73" fmla="*/ 5917114 w 6127689"/>
              <a:gd name="connsiteY73" fmla="*/ 4213096 h 6858000"/>
              <a:gd name="connsiteX74" fmla="*/ 5924233 w 6127689"/>
              <a:gd name="connsiteY74" fmla="*/ 4242060 h 6858000"/>
              <a:gd name="connsiteX75" fmla="*/ 5928910 w 6127689"/>
              <a:gd name="connsiteY75" fmla="*/ 4300973 h 6858000"/>
              <a:gd name="connsiteX76" fmla="*/ 5939320 w 6127689"/>
              <a:gd name="connsiteY76" fmla="*/ 4340435 h 6858000"/>
              <a:gd name="connsiteX77" fmla="*/ 5946705 w 6127689"/>
              <a:gd name="connsiteY77" fmla="*/ 4428051 h 6858000"/>
              <a:gd name="connsiteX78" fmla="*/ 5949261 w 6127689"/>
              <a:gd name="connsiteY78" fmla="*/ 4449185 h 6858000"/>
              <a:gd name="connsiteX79" fmla="*/ 5968960 w 6127689"/>
              <a:gd name="connsiteY79" fmla="*/ 4482655 h 6858000"/>
              <a:gd name="connsiteX80" fmla="*/ 5980106 w 6127689"/>
              <a:gd name="connsiteY80" fmla="*/ 4585087 h 6858000"/>
              <a:gd name="connsiteX81" fmla="*/ 5998138 w 6127689"/>
              <a:gd name="connsiteY81" fmla="*/ 4697518 h 6858000"/>
              <a:gd name="connsiteX82" fmla="*/ 6013516 w 6127689"/>
              <a:gd name="connsiteY82" fmla="*/ 4786619 h 6858000"/>
              <a:gd name="connsiteX83" fmla="*/ 6025404 w 6127689"/>
              <a:gd name="connsiteY83" fmla="*/ 4858148 h 6858000"/>
              <a:gd name="connsiteX84" fmla="*/ 6007749 w 6127689"/>
              <a:gd name="connsiteY84" fmla="*/ 4964715 h 6858000"/>
              <a:gd name="connsiteX85" fmla="*/ 6005269 w 6127689"/>
              <a:gd name="connsiteY85" fmla="*/ 5150567 h 6858000"/>
              <a:gd name="connsiteX86" fmla="*/ 6001127 w 6127689"/>
              <a:gd name="connsiteY86" fmla="*/ 5164609 h 6858000"/>
              <a:gd name="connsiteX87" fmla="*/ 5998514 w 6127689"/>
              <a:gd name="connsiteY87" fmla="*/ 5189673 h 6858000"/>
              <a:gd name="connsiteX88" fmla="*/ 6018409 w 6127689"/>
              <a:gd name="connsiteY88" fmla="*/ 5227157 h 6858000"/>
              <a:gd name="connsiteX89" fmla="*/ 6036748 w 6127689"/>
              <a:gd name="connsiteY89" fmla="*/ 5322752 h 6858000"/>
              <a:gd name="connsiteX90" fmla="*/ 6036943 w 6127689"/>
              <a:gd name="connsiteY90" fmla="*/ 5329480 h 6858000"/>
              <a:gd name="connsiteX91" fmla="*/ 6037677 w 6127689"/>
              <a:gd name="connsiteY91" fmla="*/ 5354807 h 6858000"/>
              <a:gd name="connsiteX92" fmla="*/ 6039728 w 6127689"/>
              <a:gd name="connsiteY92" fmla="*/ 5359416 h 6858000"/>
              <a:gd name="connsiteX93" fmla="*/ 6053435 w 6127689"/>
              <a:gd name="connsiteY93" fmla="*/ 5387547 h 6858000"/>
              <a:gd name="connsiteX94" fmla="*/ 6065933 w 6127689"/>
              <a:gd name="connsiteY94" fmla="*/ 5443002 h 6858000"/>
              <a:gd name="connsiteX95" fmla="*/ 6068640 w 6127689"/>
              <a:gd name="connsiteY95" fmla="*/ 5474503 h 6858000"/>
              <a:gd name="connsiteX96" fmla="*/ 6080922 w 6127689"/>
              <a:gd name="connsiteY96" fmla="*/ 5561070 h 6858000"/>
              <a:gd name="connsiteX97" fmla="*/ 6096949 w 6127689"/>
              <a:gd name="connsiteY97" fmla="*/ 5648179 h 6858000"/>
              <a:gd name="connsiteX98" fmla="*/ 6125703 w 6127689"/>
              <a:gd name="connsiteY98" fmla="*/ 5692894 h 6858000"/>
              <a:gd name="connsiteX99" fmla="*/ 6126670 w 6127689"/>
              <a:gd name="connsiteY99" fmla="*/ 5697882 h 6858000"/>
              <a:gd name="connsiteX100" fmla="*/ 6121353 w 6127689"/>
              <a:gd name="connsiteY100" fmla="*/ 5721725 h 6858000"/>
              <a:gd name="connsiteX101" fmla="*/ 6121607 w 6127689"/>
              <a:gd name="connsiteY101" fmla="*/ 5721959 h 6858000"/>
              <a:gd name="connsiteX102" fmla="*/ 6120262 w 6127689"/>
              <a:gd name="connsiteY102" fmla="*/ 5728358 h 6858000"/>
              <a:gd name="connsiteX103" fmla="*/ 6127024 w 6127689"/>
              <a:gd name="connsiteY103" fmla="*/ 5786902 h 6858000"/>
              <a:gd name="connsiteX104" fmla="*/ 6127519 w 6127689"/>
              <a:gd name="connsiteY104" fmla="*/ 5865775 h 6858000"/>
              <a:gd name="connsiteX105" fmla="*/ 6119217 w 6127689"/>
              <a:gd name="connsiteY105" fmla="*/ 5888542 h 6858000"/>
              <a:gd name="connsiteX106" fmla="*/ 6102493 w 6127689"/>
              <a:gd name="connsiteY106" fmla="*/ 5928602 h 6858000"/>
              <a:gd name="connsiteX107" fmla="*/ 6056863 w 6127689"/>
              <a:gd name="connsiteY107" fmla="*/ 6000643 h 6858000"/>
              <a:gd name="connsiteX108" fmla="*/ 6045436 w 6127689"/>
              <a:gd name="connsiteY108" fmla="*/ 6124480 h 6858000"/>
              <a:gd name="connsiteX109" fmla="*/ 6030489 w 6127689"/>
              <a:gd name="connsiteY109" fmla="*/ 6317666 h 6858000"/>
              <a:gd name="connsiteX110" fmla="*/ 6007492 w 6127689"/>
              <a:gd name="connsiteY110" fmla="*/ 6440818 h 6858000"/>
              <a:gd name="connsiteX111" fmla="*/ 6009467 w 6127689"/>
              <a:gd name="connsiteY111" fmla="*/ 6487076 h 6858000"/>
              <a:gd name="connsiteX112" fmla="*/ 5995064 w 6127689"/>
              <a:gd name="connsiteY112" fmla="*/ 6540791 h 6858000"/>
              <a:gd name="connsiteX113" fmla="*/ 5996309 w 6127689"/>
              <a:gd name="connsiteY113" fmla="*/ 6543961 h 6858000"/>
              <a:gd name="connsiteX114" fmla="*/ 5996048 w 6127689"/>
              <a:gd name="connsiteY114" fmla="*/ 6555444 h 6858000"/>
              <a:gd name="connsiteX115" fmla="*/ 6002524 w 6127689"/>
              <a:gd name="connsiteY115" fmla="*/ 6560188 h 6858000"/>
              <a:gd name="connsiteX116" fmla="*/ 6006823 w 6127689"/>
              <a:gd name="connsiteY116" fmla="*/ 6578546 h 6858000"/>
              <a:gd name="connsiteX117" fmla="*/ 6004510 w 6127689"/>
              <a:gd name="connsiteY117" fmla="*/ 6599256 h 6858000"/>
              <a:gd name="connsiteX118" fmla="*/ 5986207 w 6127689"/>
              <a:gd name="connsiteY118" fmla="*/ 6695855 h 6858000"/>
              <a:gd name="connsiteX119" fmla="*/ 5979428 w 6127689"/>
              <a:gd name="connsiteY119" fmla="*/ 6754678 h 6858000"/>
              <a:gd name="connsiteX120" fmla="*/ 5983398 w 6127689"/>
              <a:gd name="connsiteY120" fmla="*/ 6778641 h 6858000"/>
              <a:gd name="connsiteX121" fmla="*/ 5984543 w 6127689"/>
              <a:gd name="connsiteY121" fmla="*/ 6811016 h 6858000"/>
              <a:gd name="connsiteX122" fmla="*/ 5981802 w 6127689"/>
              <a:gd name="connsiteY122" fmla="*/ 6838578 h 6858000"/>
              <a:gd name="connsiteX123" fmla="*/ 5979671 w 6127689"/>
              <a:gd name="connsiteY123" fmla="*/ 6858000 h 6858000"/>
              <a:gd name="connsiteX124" fmla="*/ 0 w 6127689"/>
              <a:gd name="connsiteY124" fmla="*/ 6858000 h 6858000"/>
              <a:gd name="connsiteX125" fmla="*/ 0 w 6127689"/>
              <a:gd name="connsiteY125"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6670 w 6127519"/>
              <a:gd name="connsiteY99" fmla="*/ 5697882 h 6858000"/>
              <a:gd name="connsiteX100" fmla="*/ 6121353 w 6127519"/>
              <a:gd name="connsiteY100" fmla="*/ 5721725 h 6858000"/>
              <a:gd name="connsiteX101" fmla="*/ 6121607 w 6127519"/>
              <a:gd name="connsiteY101" fmla="*/ 5721959 h 6858000"/>
              <a:gd name="connsiteX102" fmla="*/ 6127024 w 6127519"/>
              <a:gd name="connsiteY102" fmla="*/ 5786902 h 6858000"/>
              <a:gd name="connsiteX103" fmla="*/ 6127519 w 6127519"/>
              <a:gd name="connsiteY103" fmla="*/ 5865775 h 6858000"/>
              <a:gd name="connsiteX104" fmla="*/ 6119217 w 6127519"/>
              <a:gd name="connsiteY104" fmla="*/ 5888542 h 6858000"/>
              <a:gd name="connsiteX105" fmla="*/ 6102493 w 6127519"/>
              <a:gd name="connsiteY105" fmla="*/ 5928602 h 6858000"/>
              <a:gd name="connsiteX106" fmla="*/ 6056863 w 6127519"/>
              <a:gd name="connsiteY106" fmla="*/ 6000643 h 6858000"/>
              <a:gd name="connsiteX107" fmla="*/ 6045436 w 6127519"/>
              <a:gd name="connsiteY107" fmla="*/ 6124480 h 6858000"/>
              <a:gd name="connsiteX108" fmla="*/ 6030489 w 6127519"/>
              <a:gd name="connsiteY108" fmla="*/ 6317666 h 6858000"/>
              <a:gd name="connsiteX109" fmla="*/ 6007492 w 6127519"/>
              <a:gd name="connsiteY109" fmla="*/ 6440818 h 6858000"/>
              <a:gd name="connsiteX110" fmla="*/ 6009467 w 6127519"/>
              <a:gd name="connsiteY110" fmla="*/ 6487076 h 6858000"/>
              <a:gd name="connsiteX111" fmla="*/ 5995064 w 6127519"/>
              <a:gd name="connsiteY111" fmla="*/ 6540791 h 6858000"/>
              <a:gd name="connsiteX112" fmla="*/ 5996309 w 6127519"/>
              <a:gd name="connsiteY112" fmla="*/ 6543961 h 6858000"/>
              <a:gd name="connsiteX113" fmla="*/ 5996048 w 6127519"/>
              <a:gd name="connsiteY113" fmla="*/ 6555444 h 6858000"/>
              <a:gd name="connsiteX114" fmla="*/ 6002524 w 6127519"/>
              <a:gd name="connsiteY114" fmla="*/ 6560188 h 6858000"/>
              <a:gd name="connsiteX115" fmla="*/ 6006823 w 6127519"/>
              <a:gd name="connsiteY115" fmla="*/ 6578546 h 6858000"/>
              <a:gd name="connsiteX116" fmla="*/ 6004510 w 6127519"/>
              <a:gd name="connsiteY116" fmla="*/ 6599256 h 6858000"/>
              <a:gd name="connsiteX117" fmla="*/ 5986207 w 6127519"/>
              <a:gd name="connsiteY117" fmla="*/ 6695855 h 6858000"/>
              <a:gd name="connsiteX118" fmla="*/ 5979428 w 6127519"/>
              <a:gd name="connsiteY118" fmla="*/ 6754678 h 6858000"/>
              <a:gd name="connsiteX119" fmla="*/ 5983398 w 6127519"/>
              <a:gd name="connsiteY119" fmla="*/ 6778641 h 6858000"/>
              <a:gd name="connsiteX120" fmla="*/ 5984543 w 6127519"/>
              <a:gd name="connsiteY120" fmla="*/ 6811016 h 6858000"/>
              <a:gd name="connsiteX121" fmla="*/ 5981802 w 6127519"/>
              <a:gd name="connsiteY121" fmla="*/ 6838578 h 6858000"/>
              <a:gd name="connsiteX122" fmla="*/ 5979671 w 6127519"/>
              <a:gd name="connsiteY122" fmla="*/ 6858000 h 6858000"/>
              <a:gd name="connsiteX123" fmla="*/ 0 w 6127519"/>
              <a:gd name="connsiteY123" fmla="*/ 6858000 h 6858000"/>
              <a:gd name="connsiteX124" fmla="*/ 0 w 6127519"/>
              <a:gd name="connsiteY124"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1353 w 6127519"/>
              <a:gd name="connsiteY99" fmla="*/ 5721725 h 6858000"/>
              <a:gd name="connsiteX100" fmla="*/ 6121607 w 6127519"/>
              <a:gd name="connsiteY100" fmla="*/ 5721959 h 6858000"/>
              <a:gd name="connsiteX101" fmla="*/ 6127024 w 6127519"/>
              <a:gd name="connsiteY101" fmla="*/ 5786902 h 6858000"/>
              <a:gd name="connsiteX102" fmla="*/ 6127519 w 6127519"/>
              <a:gd name="connsiteY102" fmla="*/ 5865775 h 6858000"/>
              <a:gd name="connsiteX103" fmla="*/ 6119217 w 6127519"/>
              <a:gd name="connsiteY103" fmla="*/ 5888542 h 6858000"/>
              <a:gd name="connsiteX104" fmla="*/ 6102493 w 6127519"/>
              <a:gd name="connsiteY104" fmla="*/ 5928602 h 6858000"/>
              <a:gd name="connsiteX105" fmla="*/ 6056863 w 6127519"/>
              <a:gd name="connsiteY105" fmla="*/ 6000643 h 6858000"/>
              <a:gd name="connsiteX106" fmla="*/ 6045436 w 6127519"/>
              <a:gd name="connsiteY106" fmla="*/ 6124480 h 6858000"/>
              <a:gd name="connsiteX107" fmla="*/ 6030489 w 6127519"/>
              <a:gd name="connsiteY107" fmla="*/ 6317666 h 6858000"/>
              <a:gd name="connsiteX108" fmla="*/ 6007492 w 6127519"/>
              <a:gd name="connsiteY108" fmla="*/ 6440818 h 6858000"/>
              <a:gd name="connsiteX109" fmla="*/ 6009467 w 6127519"/>
              <a:gd name="connsiteY109" fmla="*/ 6487076 h 6858000"/>
              <a:gd name="connsiteX110" fmla="*/ 5995064 w 6127519"/>
              <a:gd name="connsiteY110" fmla="*/ 6540791 h 6858000"/>
              <a:gd name="connsiteX111" fmla="*/ 5996309 w 6127519"/>
              <a:gd name="connsiteY111" fmla="*/ 6543961 h 6858000"/>
              <a:gd name="connsiteX112" fmla="*/ 5996048 w 6127519"/>
              <a:gd name="connsiteY112" fmla="*/ 6555444 h 6858000"/>
              <a:gd name="connsiteX113" fmla="*/ 6002524 w 6127519"/>
              <a:gd name="connsiteY113" fmla="*/ 6560188 h 6858000"/>
              <a:gd name="connsiteX114" fmla="*/ 6006823 w 6127519"/>
              <a:gd name="connsiteY114" fmla="*/ 6578546 h 6858000"/>
              <a:gd name="connsiteX115" fmla="*/ 6004510 w 6127519"/>
              <a:gd name="connsiteY115" fmla="*/ 6599256 h 6858000"/>
              <a:gd name="connsiteX116" fmla="*/ 5986207 w 6127519"/>
              <a:gd name="connsiteY116" fmla="*/ 6695855 h 6858000"/>
              <a:gd name="connsiteX117" fmla="*/ 5979428 w 6127519"/>
              <a:gd name="connsiteY117" fmla="*/ 6754678 h 6858000"/>
              <a:gd name="connsiteX118" fmla="*/ 5983398 w 6127519"/>
              <a:gd name="connsiteY118" fmla="*/ 6778641 h 6858000"/>
              <a:gd name="connsiteX119" fmla="*/ 5984543 w 6127519"/>
              <a:gd name="connsiteY119" fmla="*/ 6811016 h 6858000"/>
              <a:gd name="connsiteX120" fmla="*/ 5981802 w 6127519"/>
              <a:gd name="connsiteY120" fmla="*/ 6838578 h 6858000"/>
              <a:gd name="connsiteX121" fmla="*/ 5979671 w 6127519"/>
              <a:gd name="connsiteY121" fmla="*/ 6858000 h 6858000"/>
              <a:gd name="connsiteX122" fmla="*/ 0 w 6127519"/>
              <a:gd name="connsiteY122" fmla="*/ 6858000 h 6858000"/>
              <a:gd name="connsiteX123" fmla="*/ 0 w 6127519"/>
              <a:gd name="connsiteY123"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1353 w 6127519"/>
              <a:gd name="connsiteY99" fmla="*/ 5721725 h 6858000"/>
              <a:gd name="connsiteX100" fmla="*/ 6121607 w 6127519"/>
              <a:gd name="connsiteY100" fmla="*/ 5721959 h 6858000"/>
              <a:gd name="connsiteX101" fmla="*/ 6127024 w 6127519"/>
              <a:gd name="connsiteY101" fmla="*/ 5786902 h 6858000"/>
              <a:gd name="connsiteX102" fmla="*/ 6127519 w 6127519"/>
              <a:gd name="connsiteY102" fmla="*/ 5865775 h 6858000"/>
              <a:gd name="connsiteX103" fmla="*/ 6119217 w 6127519"/>
              <a:gd name="connsiteY103" fmla="*/ 5888542 h 6858000"/>
              <a:gd name="connsiteX104" fmla="*/ 6102493 w 6127519"/>
              <a:gd name="connsiteY104" fmla="*/ 5928602 h 6858000"/>
              <a:gd name="connsiteX105" fmla="*/ 6056863 w 6127519"/>
              <a:gd name="connsiteY105" fmla="*/ 6000643 h 6858000"/>
              <a:gd name="connsiteX106" fmla="*/ 6045436 w 6127519"/>
              <a:gd name="connsiteY106" fmla="*/ 6124480 h 6858000"/>
              <a:gd name="connsiteX107" fmla="*/ 6030489 w 6127519"/>
              <a:gd name="connsiteY107" fmla="*/ 6317666 h 6858000"/>
              <a:gd name="connsiteX108" fmla="*/ 6007492 w 6127519"/>
              <a:gd name="connsiteY108" fmla="*/ 6440818 h 6858000"/>
              <a:gd name="connsiteX109" fmla="*/ 6009467 w 6127519"/>
              <a:gd name="connsiteY109" fmla="*/ 6487076 h 6858000"/>
              <a:gd name="connsiteX110" fmla="*/ 5995064 w 6127519"/>
              <a:gd name="connsiteY110" fmla="*/ 6540791 h 6858000"/>
              <a:gd name="connsiteX111" fmla="*/ 5996309 w 6127519"/>
              <a:gd name="connsiteY111" fmla="*/ 6543961 h 6858000"/>
              <a:gd name="connsiteX112" fmla="*/ 5996048 w 6127519"/>
              <a:gd name="connsiteY112" fmla="*/ 6555444 h 6858000"/>
              <a:gd name="connsiteX113" fmla="*/ 6002524 w 6127519"/>
              <a:gd name="connsiteY113" fmla="*/ 6560188 h 6858000"/>
              <a:gd name="connsiteX114" fmla="*/ 6004510 w 6127519"/>
              <a:gd name="connsiteY114" fmla="*/ 6599256 h 6858000"/>
              <a:gd name="connsiteX115" fmla="*/ 5986207 w 6127519"/>
              <a:gd name="connsiteY115" fmla="*/ 6695855 h 6858000"/>
              <a:gd name="connsiteX116" fmla="*/ 5979428 w 6127519"/>
              <a:gd name="connsiteY116" fmla="*/ 6754678 h 6858000"/>
              <a:gd name="connsiteX117" fmla="*/ 5983398 w 6127519"/>
              <a:gd name="connsiteY117" fmla="*/ 6778641 h 6858000"/>
              <a:gd name="connsiteX118" fmla="*/ 5984543 w 6127519"/>
              <a:gd name="connsiteY118" fmla="*/ 6811016 h 6858000"/>
              <a:gd name="connsiteX119" fmla="*/ 5981802 w 6127519"/>
              <a:gd name="connsiteY119" fmla="*/ 6838578 h 6858000"/>
              <a:gd name="connsiteX120" fmla="*/ 5979671 w 6127519"/>
              <a:gd name="connsiteY120" fmla="*/ 6858000 h 6858000"/>
              <a:gd name="connsiteX121" fmla="*/ 0 w 6127519"/>
              <a:gd name="connsiteY121" fmla="*/ 6858000 h 6858000"/>
              <a:gd name="connsiteX122" fmla="*/ 0 w 6127519"/>
              <a:gd name="connsiteY122"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1353 w 6127519"/>
              <a:gd name="connsiteY99" fmla="*/ 5721725 h 6858000"/>
              <a:gd name="connsiteX100" fmla="*/ 6121607 w 6127519"/>
              <a:gd name="connsiteY100" fmla="*/ 5721959 h 6858000"/>
              <a:gd name="connsiteX101" fmla="*/ 6127024 w 6127519"/>
              <a:gd name="connsiteY101" fmla="*/ 5786902 h 6858000"/>
              <a:gd name="connsiteX102" fmla="*/ 6127519 w 6127519"/>
              <a:gd name="connsiteY102" fmla="*/ 5865775 h 6858000"/>
              <a:gd name="connsiteX103" fmla="*/ 6119217 w 6127519"/>
              <a:gd name="connsiteY103" fmla="*/ 5888542 h 6858000"/>
              <a:gd name="connsiteX104" fmla="*/ 6102493 w 6127519"/>
              <a:gd name="connsiteY104" fmla="*/ 5928602 h 6858000"/>
              <a:gd name="connsiteX105" fmla="*/ 6056863 w 6127519"/>
              <a:gd name="connsiteY105" fmla="*/ 6000643 h 6858000"/>
              <a:gd name="connsiteX106" fmla="*/ 6045436 w 6127519"/>
              <a:gd name="connsiteY106" fmla="*/ 6124480 h 6858000"/>
              <a:gd name="connsiteX107" fmla="*/ 6030489 w 6127519"/>
              <a:gd name="connsiteY107" fmla="*/ 6317666 h 6858000"/>
              <a:gd name="connsiteX108" fmla="*/ 6007492 w 6127519"/>
              <a:gd name="connsiteY108" fmla="*/ 6440818 h 6858000"/>
              <a:gd name="connsiteX109" fmla="*/ 6009467 w 6127519"/>
              <a:gd name="connsiteY109" fmla="*/ 6487076 h 6858000"/>
              <a:gd name="connsiteX110" fmla="*/ 5995064 w 6127519"/>
              <a:gd name="connsiteY110" fmla="*/ 6540791 h 6858000"/>
              <a:gd name="connsiteX111" fmla="*/ 5996309 w 6127519"/>
              <a:gd name="connsiteY111" fmla="*/ 6543961 h 6858000"/>
              <a:gd name="connsiteX112" fmla="*/ 5996048 w 6127519"/>
              <a:gd name="connsiteY112" fmla="*/ 6555444 h 6858000"/>
              <a:gd name="connsiteX113" fmla="*/ 6004510 w 6127519"/>
              <a:gd name="connsiteY113" fmla="*/ 6599256 h 6858000"/>
              <a:gd name="connsiteX114" fmla="*/ 5986207 w 6127519"/>
              <a:gd name="connsiteY114" fmla="*/ 6695855 h 6858000"/>
              <a:gd name="connsiteX115" fmla="*/ 5979428 w 6127519"/>
              <a:gd name="connsiteY115" fmla="*/ 6754678 h 6858000"/>
              <a:gd name="connsiteX116" fmla="*/ 5983398 w 6127519"/>
              <a:gd name="connsiteY116" fmla="*/ 6778641 h 6858000"/>
              <a:gd name="connsiteX117" fmla="*/ 5984543 w 6127519"/>
              <a:gd name="connsiteY117" fmla="*/ 6811016 h 6858000"/>
              <a:gd name="connsiteX118" fmla="*/ 5981802 w 6127519"/>
              <a:gd name="connsiteY118" fmla="*/ 6838578 h 6858000"/>
              <a:gd name="connsiteX119" fmla="*/ 5979671 w 6127519"/>
              <a:gd name="connsiteY119" fmla="*/ 6858000 h 6858000"/>
              <a:gd name="connsiteX120" fmla="*/ 0 w 6127519"/>
              <a:gd name="connsiteY120" fmla="*/ 6858000 h 6858000"/>
              <a:gd name="connsiteX121" fmla="*/ 0 w 6127519"/>
              <a:gd name="connsiteY121"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1353 w 6127519"/>
              <a:gd name="connsiteY99" fmla="*/ 5721725 h 6858000"/>
              <a:gd name="connsiteX100" fmla="*/ 6121607 w 6127519"/>
              <a:gd name="connsiteY100" fmla="*/ 5721959 h 6858000"/>
              <a:gd name="connsiteX101" fmla="*/ 6127024 w 6127519"/>
              <a:gd name="connsiteY101" fmla="*/ 5786902 h 6858000"/>
              <a:gd name="connsiteX102" fmla="*/ 6127519 w 6127519"/>
              <a:gd name="connsiteY102" fmla="*/ 5865775 h 6858000"/>
              <a:gd name="connsiteX103" fmla="*/ 6119217 w 6127519"/>
              <a:gd name="connsiteY103" fmla="*/ 5888542 h 6858000"/>
              <a:gd name="connsiteX104" fmla="*/ 6102493 w 6127519"/>
              <a:gd name="connsiteY104" fmla="*/ 5928602 h 6858000"/>
              <a:gd name="connsiteX105" fmla="*/ 6056863 w 6127519"/>
              <a:gd name="connsiteY105" fmla="*/ 6000643 h 6858000"/>
              <a:gd name="connsiteX106" fmla="*/ 6045436 w 6127519"/>
              <a:gd name="connsiteY106" fmla="*/ 6124480 h 6858000"/>
              <a:gd name="connsiteX107" fmla="*/ 6030489 w 6127519"/>
              <a:gd name="connsiteY107" fmla="*/ 6317666 h 6858000"/>
              <a:gd name="connsiteX108" fmla="*/ 6007492 w 6127519"/>
              <a:gd name="connsiteY108" fmla="*/ 6440818 h 6858000"/>
              <a:gd name="connsiteX109" fmla="*/ 6009467 w 6127519"/>
              <a:gd name="connsiteY109" fmla="*/ 6487076 h 6858000"/>
              <a:gd name="connsiteX110" fmla="*/ 5995064 w 6127519"/>
              <a:gd name="connsiteY110" fmla="*/ 6540791 h 6858000"/>
              <a:gd name="connsiteX111" fmla="*/ 5996309 w 6127519"/>
              <a:gd name="connsiteY111" fmla="*/ 6543961 h 6858000"/>
              <a:gd name="connsiteX112" fmla="*/ 6004510 w 6127519"/>
              <a:gd name="connsiteY112" fmla="*/ 6599256 h 6858000"/>
              <a:gd name="connsiteX113" fmla="*/ 5986207 w 6127519"/>
              <a:gd name="connsiteY113" fmla="*/ 6695855 h 6858000"/>
              <a:gd name="connsiteX114" fmla="*/ 5979428 w 6127519"/>
              <a:gd name="connsiteY114" fmla="*/ 6754678 h 6858000"/>
              <a:gd name="connsiteX115" fmla="*/ 5983398 w 6127519"/>
              <a:gd name="connsiteY115" fmla="*/ 6778641 h 6858000"/>
              <a:gd name="connsiteX116" fmla="*/ 5984543 w 6127519"/>
              <a:gd name="connsiteY116" fmla="*/ 6811016 h 6858000"/>
              <a:gd name="connsiteX117" fmla="*/ 5981802 w 6127519"/>
              <a:gd name="connsiteY117" fmla="*/ 6838578 h 6858000"/>
              <a:gd name="connsiteX118" fmla="*/ 5979671 w 6127519"/>
              <a:gd name="connsiteY118" fmla="*/ 6858000 h 6858000"/>
              <a:gd name="connsiteX119" fmla="*/ 0 w 6127519"/>
              <a:gd name="connsiteY119" fmla="*/ 6858000 h 6858000"/>
              <a:gd name="connsiteX120" fmla="*/ 0 w 6127519"/>
              <a:gd name="connsiteY120"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1353 w 6127519"/>
              <a:gd name="connsiteY99" fmla="*/ 5721725 h 6858000"/>
              <a:gd name="connsiteX100" fmla="*/ 6121607 w 6127519"/>
              <a:gd name="connsiteY100" fmla="*/ 5721959 h 6858000"/>
              <a:gd name="connsiteX101" fmla="*/ 6127024 w 6127519"/>
              <a:gd name="connsiteY101" fmla="*/ 5786902 h 6858000"/>
              <a:gd name="connsiteX102" fmla="*/ 6127519 w 6127519"/>
              <a:gd name="connsiteY102" fmla="*/ 5865775 h 6858000"/>
              <a:gd name="connsiteX103" fmla="*/ 6119217 w 6127519"/>
              <a:gd name="connsiteY103" fmla="*/ 5888542 h 6858000"/>
              <a:gd name="connsiteX104" fmla="*/ 6102493 w 6127519"/>
              <a:gd name="connsiteY104" fmla="*/ 5928602 h 6858000"/>
              <a:gd name="connsiteX105" fmla="*/ 6056863 w 6127519"/>
              <a:gd name="connsiteY105" fmla="*/ 6000643 h 6858000"/>
              <a:gd name="connsiteX106" fmla="*/ 6045436 w 6127519"/>
              <a:gd name="connsiteY106" fmla="*/ 6124480 h 6858000"/>
              <a:gd name="connsiteX107" fmla="*/ 6030489 w 6127519"/>
              <a:gd name="connsiteY107" fmla="*/ 6317666 h 6858000"/>
              <a:gd name="connsiteX108" fmla="*/ 6007492 w 6127519"/>
              <a:gd name="connsiteY108" fmla="*/ 6440818 h 6858000"/>
              <a:gd name="connsiteX109" fmla="*/ 6009467 w 6127519"/>
              <a:gd name="connsiteY109" fmla="*/ 6487076 h 6858000"/>
              <a:gd name="connsiteX110" fmla="*/ 5995064 w 6127519"/>
              <a:gd name="connsiteY110" fmla="*/ 6540791 h 6858000"/>
              <a:gd name="connsiteX111" fmla="*/ 6004510 w 6127519"/>
              <a:gd name="connsiteY111" fmla="*/ 6599256 h 6858000"/>
              <a:gd name="connsiteX112" fmla="*/ 5986207 w 6127519"/>
              <a:gd name="connsiteY112" fmla="*/ 6695855 h 6858000"/>
              <a:gd name="connsiteX113" fmla="*/ 5979428 w 6127519"/>
              <a:gd name="connsiteY113" fmla="*/ 6754678 h 6858000"/>
              <a:gd name="connsiteX114" fmla="*/ 5983398 w 6127519"/>
              <a:gd name="connsiteY114" fmla="*/ 6778641 h 6858000"/>
              <a:gd name="connsiteX115" fmla="*/ 5984543 w 6127519"/>
              <a:gd name="connsiteY115" fmla="*/ 6811016 h 6858000"/>
              <a:gd name="connsiteX116" fmla="*/ 5981802 w 6127519"/>
              <a:gd name="connsiteY116" fmla="*/ 6838578 h 6858000"/>
              <a:gd name="connsiteX117" fmla="*/ 5979671 w 6127519"/>
              <a:gd name="connsiteY117" fmla="*/ 6858000 h 6858000"/>
              <a:gd name="connsiteX118" fmla="*/ 0 w 6127519"/>
              <a:gd name="connsiteY118" fmla="*/ 6858000 h 6858000"/>
              <a:gd name="connsiteX119" fmla="*/ 0 w 6127519"/>
              <a:gd name="connsiteY119"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1353 w 6127519"/>
              <a:gd name="connsiteY99" fmla="*/ 5721725 h 6858000"/>
              <a:gd name="connsiteX100" fmla="*/ 6121607 w 6127519"/>
              <a:gd name="connsiteY100" fmla="*/ 5721959 h 6858000"/>
              <a:gd name="connsiteX101" fmla="*/ 6127024 w 6127519"/>
              <a:gd name="connsiteY101" fmla="*/ 5786902 h 6858000"/>
              <a:gd name="connsiteX102" fmla="*/ 6127519 w 6127519"/>
              <a:gd name="connsiteY102" fmla="*/ 5865775 h 6858000"/>
              <a:gd name="connsiteX103" fmla="*/ 6119217 w 6127519"/>
              <a:gd name="connsiteY103" fmla="*/ 5888542 h 6858000"/>
              <a:gd name="connsiteX104" fmla="*/ 6102493 w 6127519"/>
              <a:gd name="connsiteY104" fmla="*/ 5928602 h 6858000"/>
              <a:gd name="connsiteX105" fmla="*/ 6056863 w 6127519"/>
              <a:gd name="connsiteY105" fmla="*/ 6000643 h 6858000"/>
              <a:gd name="connsiteX106" fmla="*/ 6045436 w 6127519"/>
              <a:gd name="connsiteY106" fmla="*/ 6124480 h 6858000"/>
              <a:gd name="connsiteX107" fmla="*/ 6030489 w 6127519"/>
              <a:gd name="connsiteY107" fmla="*/ 6317666 h 6858000"/>
              <a:gd name="connsiteX108" fmla="*/ 6007492 w 6127519"/>
              <a:gd name="connsiteY108" fmla="*/ 6440818 h 6858000"/>
              <a:gd name="connsiteX109" fmla="*/ 6009467 w 6127519"/>
              <a:gd name="connsiteY109" fmla="*/ 6487076 h 6858000"/>
              <a:gd name="connsiteX110" fmla="*/ 5995064 w 6127519"/>
              <a:gd name="connsiteY110" fmla="*/ 6540791 h 6858000"/>
              <a:gd name="connsiteX111" fmla="*/ 6004510 w 6127519"/>
              <a:gd name="connsiteY111" fmla="*/ 6599256 h 6858000"/>
              <a:gd name="connsiteX112" fmla="*/ 5986207 w 6127519"/>
              <a:gd name="connsiteY112" fmla="*/ 6695855 h 6858000"/>
              <a:gd name="connsiteX113" fmla="*/ 5979428 w 6127519"/>
              <a:gd name="connsiteY113" fmla="*/ 6754678 h 6858000"/>
              <a:gd name="connsiteX114" fmla="*/ 5983398 w 6127519"/>
              <a:gd name="connsiteY114" fmla="*/ 6778641 h 6858000"/>
              <a:gd name="connsiteX115" fmla="*/ 5984543 w 6127519"/>
              <a:gd name="connsiteY115" fmla="*/ 6811016 h 6858000"/>
              <a:gd name="connsiteX116" fmla="*/ 5981802 w 6127519"/>
              <a:gd name="connsiteY116" fmla="*/ 6838578 h 6858000"/>
              <a:gd name="connsiteX117" fmla="*/ 5979671 w 6127519"/>
              <a:gd name="connsiteY117" fmla="*/ 6858000 h 6858000"/>
              <a:gd name="connsiteX118" fmla="*/ 0 w 6127519"/>
              <a:gd name="connsiteY118" fmla="*/ 6858000 h 6858000"/>
              <a:gd name="connsiteX119" fmla="*/ 0 w 6127519"/>
              <a:gd name="connsiteY119" fmla="*/ 0 h 6858000"/>
              <a:gd name="connsiteX0" fmla="*/ 0 w 6424098"/>
              <a:gd name="connsiteY0" fmla="*/ 0 h 6858000"/>
              <a:gd name="connsiteX1" fmla="*/ 4965888 w 6424098"/>
              <a:gd name="connsiteY1" fmla="*/ 0 h 6858000"/>
              <a:gd name="connsiteX2" fmla="*/ 4967767 w 6424098"/>
              <a:gd name="connsiteY2" fmla="*/ 7930 h 6858000"/>
              <a:gd name="connsiteX3" fmla="*/ 4979444 w 6424098"/>
              <a:gd name="connsiteY3" fmla="*/ 43921 h 6858000"/>
              <a:gd name="connsiteX4" fmla="*/ 5021173 w 6424098"/>
              <a:gd name="connsiteY4" fmla="*/ 123738 h 6858000"/>
              <a:gd name="connsiteX5" fmla="*/ 5075458 w 6424098"/>
              <a:gd name="connsiteY5" fmla="*/ 264355 h 6858000"/>
              <a:gd name="connsiteX6" fmla="*/ 5081175 w 6424098"/>
              <a:gd name="connsiteY6" fmla="*/ 277448 h 6858000"/>
              <a:gd name="connsiteX7" fmla="*/ 5097011 w 6424098"/>
              <a:gd name="connsiteY7" fmla="*/ 355616 h 6858000"/>
              <a:gd name="connsiteX8" fmla="*/ 5130982 w 6424098"/>
              <a:gd name="connsiteY8" fmla="*/ 412030 h 6858000"/>
              <a:gd name="connsiteX9" fmla="*/ 5153000 w 6424098"/>
              <a:gd name="connsiteY9" fmla="*/ 507134 h 6858000"/>
              <a:gd name="connsiteX10" fmla="*/ 5171282 w 6424098"/>
              <a:gd name="connsiteY10" fmla="*/ 602071 h 6858000"/>
              <a:gd name="connsiteX11" fmla="*/ 5176196 w 6424098"/>
              <a:gd name="connsiteY11" fmla="*/ 636822 h 6858000"/>
              <a:gd name="connsiteX12" fmla="*/ 5189051 w 6424098"/>
              <a:gd name="connsiteY12" fmla="*/ 782518 h 6858000"/>
              <a:gd name="connsiteX13" fmla="*/ 5210428 w 6424098"/>
              <a:gd name="connsiteY13" fmla="*/ 815772 h 6858000"/>
              <a:gd name="connsiteX14" fmla="*/ 5221088 w 6424098"/>
              <a:gd name="connsiteY14" fmla="*/ 860193 h 6858000"/>
              <a:gd name="connsiteX15" fmla="*/ 5230806 w 6424098"/>
              <a:gd name="connsiteY15" fmla="*/ 961354 h 6858000"/>
              <a:gd name="connsiteX16" fmla="*/ 5201018 w 6424098"/>
              <a:gd name="connsiteY16" fmla="*/ 1095027 h 6858000"/>
              <a:gd name="connsiteX17" fmla="*/ 5202153 w 6424098"/>
              <a:gd name="connsiteY17" fmla="*/ 1133224 h 6858000"/>
              <a:gd name="connsiteX18" fmla="*/ 5207370 w 6424098"/>
              <a:gd name="connsiteY18" fmla="*/ 1138097 h 6858000"/>
              <a:gd name="connsiteX19" fmla="*/ 5189234 w 6424098"/>
              <a:gd name="connsiteY19" fmla="*/ 1193495 h 6858000"/>
              <a:gd name="connsiteX20" fmla="*/ 5202769 w 6424098"/>
              <a:gd name="connsiteY20" fmla="*/ 1269450 h 6858000"/>
              <a:gd name="connsiteX21" fmla="*/ 5225968 w 6424098"/>
              <a:gd name="connsiteY21" fmla="*/ 1357994 h 6858000"/>
              <a:gd name="connsiteX22" fmla="*/ 5233819 w 6424098"/>
              <a:gd name="connsiteY22" fmla="*/ 1380922 h 6858000"/>
              <a:gd name="connsiteX23" fmla="*/ 5237226 w 6424098"/>
              <a:gd name="connsiteY23" fmla="*/ 1441327 h 6858000"/>
              <a:gd name="connsiteX24" fmla="*/ 5255653 w 6424098"/>
              <a:gd name="connsiteY24" fmla="*/ 1524712 h 6858000"/>
              <a:gd name="connsiteX25" fmla="*/ 5263491 w 6424098"/>
              <a:gd name="connsiteY25" fmla="*/ 1642938 h 6858000"/>
              <a:gd name="connsiteX26" fmla="*/ 5261314 w 6424098"/>
              <a:gd name="connsiteY26" fmla="*/ 1689177 h 6858000"/>
              <a:gd name="connsiteX27" fmla="*/ 5259788 w 6424098"/>
              <a:gd name="connsiteY27" fmla="*/ 1768516 h 6858000"/>
              <a:gd name="connsiteX28" fmla="*/ 5255696 w 6424098"/>
              <a:gd name="connsiteY28" fmla="*/ 1953770 h 6858000"/>
              <a:gd name="connsiteX29" fmla="*/ 5252592 w 6424098"/>
              <a:gd name="connsiteY29" fmla="*/ 2092210 h 6858000"/>
              <a:gd name="connsiteX30" fmla="*/ 5264303 w 6424098"/>
              <a:gd name="connsiteY30" fmla="*/ 2225157 h 6858000"/>
              <a:gd name="connsiteX31" fmla="*/ 5254949 w 6424098"/>
              <a:gd name="connsiteY31" fmla="*/ 2236160 h 6858000"/>
              <a:gd name="connsiteX32" fmla="*/ 5250104 w 6424098"/>
              <a:gd name="connsiteY32" fmla="*/ 2249166 h 6858000"/>
              <a:gd name="connsiteX33" fmla="*/ 5251214 w 6424098"/>
              <a:gd name="connsiteY33" fmla="*/ 2250944 h 6858000"/>
              <a:gd name="connsiteX34" fmla="*/ 5250644 w 6424098"/>
              <a:gd name="connsiteY34" fmla="*/ 2266619 h 6858000"/>
              <a:gd name="connsiteX35" fmla="*/ 5293877 w 6424098"/>
              <a:gd name="connsiteY35" fmla="*/ 2368649 h 6858000"/>
              <a:gd name="connsiteX36" fmla="*/ 5311338 w 6424098"/>
              <a:gd name="connsiteY36" fmla="*/ 2404034 h 6858000"/>
              <a:gd name="connsiteX37" fmla="*/ 5338366 w 6424098"/>
              <a:gd name="connsiteY37" fmla="*/ 2465052 h 6858000"/>
              <a:gd name="connsiteX38" fmla="*/ 5371263 w 6424098"/>
              <a:gd name="connsiteY38" fmla="*/ 2586413 h 6858000"/>
              <a:gd name="connsiteX39" fmla="*/ 5407503 w 6424098"/>
              <a:gd name="connsiteY39" fmla="*/ 2786290 h 6858000"/>
              <a:gd name="connsiteX40" fmla="*/ 5407356 w 6424098"/>
              <a:gd name="connsiteY40" fmla="*/ 2787545 h 6858000"/>
              <a:gd name="connsiteX41" fmla="*/ 5411130 w 6424098"/>
              <a:gd name="connsiteY41" fmla="*/ 2788640 h 6858000"/>
              <a:gd name="connsiteX42" fmla="*/ 5416439 w 6424098"/>
              <a:gd name="connsiteY42" fmla="*/ 2805666 h 6858000"/>
              <a:gd name="connsiteX43" fmla="*/ 5457023 w 6424098"/>
              <a:gd name="connsiteY43" fmla="*/ 2858292 h 6858000"/>
              <a:gd name="connsiteX44" fmla="*/ 5479298 w 6424098"/>
              <a:gd name="connsiteY44" fmla="*/ 2947791 h 6858000"/>
              <a:gd name="connsiteX45" fmla="*/ 5481770 w 6424098"/>
              <a:gd name="connsiteY45" fmla="*/ 2951352 h 6858000"/>
              <a:gd name="connsiteX46" fmla="*/ 5482045 w 6424098"/>
              <a:gd name="connsiteY46" fmla="*/ 2984371 h 6858000"/>
              <a:gd name="connsiteX47" fmla="*/ 5482415 w 6424098"/>
              <a:gd name="connsiteY47" fmla="*/ 3004079 h 6858000"/>
              <a:gd name="connsiteX48" fmla="*/ 5503944 w 6424098"/>
              <a:gd name="connsiteY48" fmla="*/ 3123335 h 6858000"/>
              <a:gd name="connsiteX49" fmla="*/ 5516007 w 6424098"/>
              <a:gd name="connsiteY49" fmla="*/ 3258473 h 6858000"/>
              <a:gd name="connsiteX50" fmla="*/ 5566839 w 6424098"/>
              <a:gd name="connsiteY50" fmla="*/ 3345295 h 6858000"/>
              <a:gd name="connsiteX51" fmla="*/ 5589758 w 6424098"/>
              <a:gd name="connsiteY51" fmla="*/ 3506453 h 6858000"/>
              <a:gd name="connsiteX52" fmla="*/ 5596144 w 6424098"/>
              <a:gd name="connsiteY52" fmla="*/ 3534624 h 6858000"/>
              <a:gd name="connsiteX53" fmla="*/ 5597750 w 6424098"/>
              <a:gd name="connsiteY53" fmla="*/ 3534129 h 6858000"/>
              <a:gd name="connsiteX54" fmla="*/ 5599700 w 6424098"/>
              <a:gd name="connsiteY54" fmla="*/ 3547221 h 6858000"/>
              <a:gd name="connsiteX55" fmla="*/ 5615031 w 6424098"/>
              <a:gd name="connsiteY55" fmla="*/ 3557482 h 6858000"/>
              <a:gd name="connsiteX56" fmla="*/ 5618377 w 6424098"/>
              <a:gd name="connsiteY56" fmla="*/ 3588431 h 6858000"/>
              <a:gd name="connsiteX57" fmla="*/ 5612155 w 6424098"/>
              <a:gd name="connsiteY57" fmla="*/ 3589869 h 6858000"/>
              <a:gd name="connsiteX58" fmla="*/ 5620843 w 6424098"/>
              <a:gd name="connsiteY58" fmla="*/ 3606745 h 6858000"/>
              <a:gd name="connsiteX59" fmla="*/ 5655472 w 6424098"/>
              <a:gd name="connsiteY59" fmla="*/ 3678877 h 6858000"/>
              <a:gd name="connsiteX60" fmla="*/ 5683015 w 6424098"/>
              <a:gd name="connsiteY60" fmla="*/ 3762025 h 6858000"/>
              <a:gd name="connsiteX61" fmla="*/ 5696643 w 6424098"/>
              <a:gd name="connsiteY61" fmla="*/ 3773888 h 6858000"/>
              <a:gd name="connsiteX62" fmla="*/ 5699203 w 6424098"/>
              <a:gd name="connsiteY62" fmla="*/ 3775823 h 6858000"/>
              <a:gd name="connsiteX63" fmla="*/ 5704824 w 6424098"/>
              <a:gd name="connsiteY63" fmla="*/ 3785966 h 6858000"/>
              <a:gd name="connsiteX64" fmla="*/ 5733539 w 6424098"/>
              <a:gd name="connsiteY64" fmla="*/ 3818457 h 6858000"/>
              <a:gd name="connsiteX65" fmla="*/ 5768491 w 6424098"/>
              <a:gd name="connsiteY65" fmla="*/ 3914399 h 6858000"/>
              <a:gd name="connsiteX66" fmla="*/ 5793123 w 6424098"/>
              <a:gd name="connsiteY66" fmla="*/ 3969952 h 6858000"/>
              <a:gd name="connsiteX67" fmla="*/ 5808321 w 6424098"/>
              <a:gd name="connsiteY67" fmla="*/ 3988153 h 6858000"/>
              <a:gd name="connsiteX68" fmla="*/ 5825621 w 6424098"/>
              <a:gd name="connsiteY68" fmla="*/ 4015525 h 6858000"/>
              <a:gd name="connsiteX69" fmla="*/ 5860672 w 6424098"/>
              <a:gd name="connsiteY69" fmla="*/ 4061579 h 6858000"/>
              <a:gd name="connsiteX70" fmla="*/ 5872173 w 6424098"/>
              <a:gd name="connsiteY70" fmla="*/ 4088497 h 6858000"/>
              <a:gd name="connsiteX71" fmla="*/ 5894095 w 6424098"/>
              <a:gd name="connsiteY71" fmla="*/ 4128857 h 6858000"/>
              <a:gd name="connsiteX72" fmla="*/ 5903513 w 6424098"/>
              <a:gd name="connsiteY72" fmla="*/ 4187661 h 6858000"/>
              <a:gd name="connsiteX73" fmla="*/ 5917114 w 6424098"/>
              <a:gd name="connsiteY73" fmla="*/ 4213096 h 6858000"/>
              <a:gd name="connsiteX74" fmla="*/ 5924233 w 6424098"/>
              <a:gd name="connsiteY74" fmla="*/ 4242060 h 6858000"/>
              <a:gd name="connsiteX75" fmla="*/ 5928910 w 6424098"/>
              <a:gd name="connsiteY75" fmla="*/ 4300973 h 6858000"/>
              <a:gd name="connsiteX76" fmla="*/ 5939320 w 6424098"/>
              <a:gd name="connsiteY76" fmla="*/ 4340435 h 6858000"/>
              <a:gd name="connsiteX77" fmla="*/ 5946705 w 6424098"/>
              <a:gd name="connsiteY77" fmla="*/ 4428051 h 6858000"/>
              <a:gd name="connsiteX78" fmla="*/ 5949261 w 6424098"/>
              <a:gd name="connsiteY78" fmla="*/ 4449185 h 6858000"/>
              <a:gd name="connsiteX79" fmla="*/ 5968960 w 6424098"/>
              <a:gd name="connsiteY79" fmla="*/ 4482655 h 6858000"/>
              <a:gd name="connsiteX80" fmla="*/ 5980106 w 6424098"/>
              <a:gd name="connsiteY80" fmla="*/ 4585087 h 6858000"/>
              <a:gd name="connsiteX81" fmla="*/ 5998138 w 6424098"/>
              <a:gd name="connsiteY81" fmla="*/ 4697518 h 6858000"/>
              <a:gd name="connsiteX82" fmla="*/ 6013516 w 6424098"/>
              <a:gd name="connsiteY82" fmla="*/ 4786619 h 6858000"/>
              <a:gd name="connsiteX83" fmla="*/ 6025404 w 6424098"/>
              <a:gd name="connsiteY83" fmla="*/ 4858148 h 6858000"/>
              <a:gd name="connsiteX84" fmla="*/ 6007749 w 6424098"/>
              <a:gd name="connsiteY84" fmla="*/ 4964715 h 6858000"/>
              <a:gd name="connsiteX85" fmla="*/ 6005269 w 6424098"/>
              <a:gd name="connsiteY85" fmla="*/ 5150567 h 6858000"/>
              <a:gd name="connsiteX86" fmla="*/ 6001127 w 6424098"/>
              <a:gd name="connsiteY86" fmla="*/ 5164609 h 6858000"/>
              <a:gd name="connsiteX87" fmla="*/ 5998514 w 6424098"/>
              <a:gd name="connsiteY87" fmla="*/ 5189673 h 6858000"/>
              <a:gd name="connsiteX88" fmla="*/ 6018409 w 6424098"/>
              <a:gd name="connsiteY88" fmla="*/ 5227157 h 6858000"/>
              <a:gd name="connsiteX89" fmla="*/ 6036748 w 6424098"/>
              <a:gd name="connsiteY89" fmla="*/ 5322752 h 6858000"/>
              <a:gd name="connsiteX90" fmla="*/ 6036943 w 6424098"/>
              <a:gd name="connsiteY90" fmla="*/ 5329480 h 6858000"/>
              <a:gd name="connsiteX91" fmla="*/ 6037677 w 6424098"/>
              <a:gd name="connsiteY91" fmla="*/ 5354807 h 6858000"/>
              <a:gd name="connsiteX92" fmla="*/ 6039728 w 6424098"/>
              <a:gd name="connsiteY92" fmla="*/ 5359416 h 6858000"/>
              <a:gd name="connsiteX93" fmla="*/ 6053435 w 6424098"/>
              <a:gd name="connsiteY93" fmla="*/ 5387547 h 6858000"/>
              <a:gd name="connsiteX94" fmla="*/ 6065933 w 6424098"/>
              <a:gd name="connsiteY94" fmla="*/ 5443002 h 6858000"/>
              <a:gd name="connsiteX95" fmla="*/ 6068640 w 6424098"/>
              <a:gd name="connsiteY95" fmla="*/ 5474503 h 6858000"/>
              <a:gd name="connsiteX96" fmla="*/ 6080922 w 6424098"/>
              <a:gd name="connsiteY96" fmla="*/ 5561070 h 6858000"/>
              <a:gd name="connsiteX97" fmla="*/ 6096949 w 6424098"/>
              <a:gd name="connsiteY97" fmla="*/ 5648179 h 6858000"/>
              <a:gd name="connsiteX98" fmla="*/ 6125703 w 6424098"/>
              <a:gd name="connsiteY98" fmla="*/ 5692894 h 6858000"/>
              <a:gd name="connsiteX99" fmla="*/ 6121353 w 6424098"/>
              <a:gd name="connsiteY99" fmla="*/ 5721725 h 6858000"/>
              <a:gd name="connsiteX100" fmla="*/ 6121607 w 6424098"/>
              <a:gd name="connsiteY100" fmla="*/ 5721959 h 6858000"/>
              <a:gd name="connsiteX101" fmla="*/ 6127024 w 6424098"/>
              <a:gd name="connsiteY101" fmla="*/ 5786902 h 6858000"/>
              <a:gd name="connsiteX102" fmla="*/ 6127519 w 6424098"/>
              <a:gd name="connsiteY102" fmla="*/ 5865775 h 6858000"/>
              <a:gd name="connsiteX103" fmla="*/ 6119217 w 6424098"/>
              <a:gd name="connsiteY103" fmla="*/ 5888542 h 6858000"/>
              <a:gd name="connsiteX104" fmla="*/ 6102493 w 6424098"/>
              <a:gd name="connsiteY104" fmla="*/ 5928602 h 6858000"/>
              <a:gd name="connsiteX105" fmla="*/ 6056863 w 6424098"/>
              <a:gd name="connsiteY105" fmla="*/ 6000643 h 6858000"/>
              <a:gd name="connsiteX106" fmla="*/ 6045436 w 6424098"/>
              <a:gd name="connsiteY106" fmla="*/ 6124480 h 6858000"/>
              <a:gd name="connsiteX107" fmla="*/ 6030489 w 6424098"/>
              <a:gd name="connsiteY107" fmla="*/ 6317666 h 6858000"/>
              <a:gd name="connsiteX108" fmla="*/ 6007492 w 6424098"/>
              <a:gd name="connsiteY108" fmla="*/ 6440818 h 6858000"/>
              <a:gd name="connsiteX109" fmla="*/ 6009467 w 6424098"/>
              <a:gd name="connsiteY109" fmla="*/ 6487076 h 6858000"/>
              <a:gd name="connsiteX110" fmla="*/ 5995064 w 6424098"/>
              <a:gd name="connsiteY110" fmla="*/ 6540791 h 6858000"/>
              <a:gd name="connsiteX111" fmla="*/ 6004510 w 6424098"/>
              <a:gd name="connsiteY111" fmla="*/ 6599256 h 6858000"/>
              <a:gd name="connsiteX112" fmla="*/ 5986207 w 6424098"/>
              <a:gd name="connsiteY112" fmla="*/ 6695855 h 6858000"/>
              <a:gd name="connsiteX113" fmla="*/ 5979428 w 6424098"/>
              <a:gd name="connsiteY113" fmla="*/ 6754678 h 6858000"/>
              <a:gd name="connsiteX114" fmla="*/ 5983398 w 6424098"/>
              <a:gd name="connsiteY114" fmla="*/ 6778641 h 6858000"/>
              <a:gd name="connsiteX115" fmla="*/ 5984543 w 6424098"/>
              <a:gd name="connsiteY115" fmla="*/ 6811016 h 6858000"/>
              <a:gd name="connsiteX116" fmla="*/ 5979671 w 6424098"/>
              <a:gd name="connsiteY116" fmla="*/ 6858000 h 6858000"/>
              <a:gd name="connsiteX117" fmla="*/ 0 w 6424098"/>
              <a:gd name="connsiteY117" fmla="*/ 6858000 h 6858000"/>
              <a:gd name="connsiteX118" fmla="*/ 0 w 6424098"/>
              <a:gd name="connsiteY118"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13516 w 6127519"/>
              <a:gd name="connsiteY82" fmla="*/ 4786619 h 6858000"/>
              <a:gd name="connsiteX83" fmla="*/ 6025404 w 6127519"/>
              <a:gd name="connsiteY83" fmla="*/ 4858148 h 6858000"/>
              <a:gd name="connsiteX84" fmla="*/ 6007749 w 6127519"/>
              <a:gd name="connsiteY84" fmla="*/ 4964715 h 6858000"/>
              <a:gd name="connsiteX85" fmla="*/ 6005269 w 6127519"/>
              <a:gd name="connsiteY85" fmla="*/ 5150567 h 6858000"/>
              <a:gd name="connsiteX86" fmla="*/ 6001127 w 6127519"/>
              <a:gd name="connsiteY86" fmla="*/ 5164609 h 6858000"/>
              <a:gd name="connsiteX87" fmla="*/ 5998514 w 6127519"/>
              <a:gd name="connsiteY87" fmla="*/ 5189673 h 6858000"/>
              <a:gd name="connsiteX88" fmla="*/ 6018409 w 6127519"/>
              <a:gd name="connsiteY88" fmla="*/ 5227157 h 6858000"/>
              <a:gd name="connsiteX89" fmla="*/ 6036748 w 6127519"/>
              <a:gd name="connsiteY89" fmla="*/ 5322752 h 6858000"/>
              <a:gd name="connsiteX90" fmla="*/ 6036943 w 6127519"/>
              <a:gd name="connsiteY90" fmla="*/ 5329480 h 6858000"/>
              <a:gd name="connsiteX91" fmla="*/ 6037677 w 6127519"/>
              <a:gd name="connsiteY91" fmla="*/ 5354807 h 6858000"/>
              <a:gd name="connsiteX92" fmla="*/ 6039728 w 6127519"/>
              <a:gd name="connsiteY92" fmla="*/ 5359416 h 6858000"/>
              <a:gd name="connsiteX93" fmla="*/ 6053435 w 6127519"/>
              <a:gd name="connsiteY93" fmla="*/ 5387547 h 6858000"/>
              <a:gd name="connsiteX94" fmla="*/ 6065933 w 6127519"/>
              <a:gd name="connsiteY94" fmla="*/ 5443002 h 6858000"/>
              <a:gd name="connsiteX95" fmla="*/ 6068640 w 6127519"/>
              <a:gd name="connsiteY95" fmla="*/ 5474503 h 6858000"/>
              <a:gd name="connsiteX96" fmla="*/ 6080922 w 6127519"/>
              <a:gd name="connsiteY96" fmla="*/ 5561070 h 6858000"/>
              <a:gd name="connsiteX97" fmla="*/ 6096949 w 6127519"/>
              <a:gd name="connsiteY97" fmla="*/ 5648179 h 6858000"/>
              <a:gd name="connsiteX98" fmla="*/ 6125703 w 6127519"/>
              <a:gd name="connsiteY98" fmla="*/ 5692894 h 6858000"/>
              <a:gd name="connsiteX99" fmla="*/ 6121353 w 6127519"/>
              <a:gd name="connsiteY99" fmla="*/ 5721725 h 6858000"/>
              <a:gd name="connsiteX100" fmla="*/ 6121607 w 6127519"/>
              <a:gd name="connsiteY100" fmla="*/ 5721959 h 6858000"/>
              <a:gd name="connsiteX101" fmla="*/ 6127024 w 6127519"/>
              <a:gd name="connsiteY101" fmla="*/ 5786902 h 6858000"/>
              <a:gd name="connsiteX102" fmla="*/ 6127519 w 6127519"/>
              <a:gd name="connsiteY102" fmla="*/ 5865775 h 6858000"/>
              <a:gd name="connsiteX103" fmla="*/ 6119217 w 6127519"/>
              <a:gd name="connsiteY103" fmla="*/ 5888542 h 6858000"/>
              <a:gd name="connsiteX104" fmla="*/ 6102493 w 6127519"/>
              <a:gd name="connsiteY104" fmla="*/ 5928602 h 6858000"/>
              <a:gd name="connsiteX105" fmla="*/ 6056863 w 6127519"/>
              <a:gd name="connsiteY105" fmla="*/ 6000643 h 6858000"/>
              <a:gd name="connsiteX106" fmla="*/ 6045436 w 6127519"/>
              <a:gd name="connsiteY106" fmla="*/ 6124480 h 6858000"/>
              <a:gd name="connsiteX107" fmla="*/ 6030489 w 6127519"/>
              <a:gd name="connsiteY107" fmla="*/ 6317666 h 6858000"/>
              <a:gd name="connsiteX108" fmla="*/ 6007492 w 6127519"/>
              <a:gd name="connsiteY108" fmla="*/ 6440818 h 6858000"/>
              <a:gd name="connsiteX109" fmla="*/ 6009467 w 6127519"/>
              <a:gd name="connsiteY109" fmla="*/ 6487076 h 6858000"/>
              <a:gd name="connsiteX110" fmla="*/ 5995064 w 6127519"/>
              <a:gd name="connsiteY110" fmla="*/ 6540791 h 6858000"/>
              <a:gd name="connsiteX111" fmla="*/ 6004510 w 6127519"/>
              <a:gd name="connsiteY111" fmla="*/ 6599256 h 6858000"/>
              <a:gd name="connsiteX112" fmla="*/ 5986207 w 6127519"/>
              <a:gd name="connsiteY112" fmla="*/ 6695855 h 6858000"/>
              <a:gd name="connsiteX113" fmla="*/ 5979428 w 6127519"/>
              <a:gd name="connsiteY113" fmla="*/ 6754678 h 6858000"/>
              <a:gd name="connsiteX114" fmla="*/ 5983398 w 6127519"/>
              <a:gd name="connsiteY114" fmla="*/ 6778641 h 6858000"/>
              <a:gd name="connsiteX115" fmla="*/ 5984543 w 6127519"/>
              <a:gd name="connsiteY115" fmla="*/ 6811016 h 6858000"/>
              <a:gd name="connsiteX116" fmla="*/ 5979671 w 6127519"/>
              <a:gd name="connsiteY116" fmla="*/ 6858000 h 6858000"/>
              <a:gd name="connsiteX117" fmla="*/ 0 w 6127519"/>
              <a:gd name="connsiteY117" fmla="*/ 6858000 h 6858000"/>
              <a:gd name="connsiteX118" fmla="*/ 0 w 6127519"/>
              <a:gd name="connsiteY118"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25404 w 6127519"/>
              <a:gd name="connsiteY82" fmla="*/ 4858148 h 6858000"/>
              <a:gd name="connsiteX83" fmla="*/ 6007749 w 6127519"/>
              <a:gd name="connsiteY83" fmla="*/ 4964715 h 6858000"/>
              <a:gd name="connsiteX84" fmla="*/ 6005269 w 6127519"/>
              <a:gd name="connsiteY84" fmla="*/ 5150567 h 6858000"/>
              <a:gd name="connsiteX85" fmla="*/ 6001127 w 6127519"/>
              <a:gd name="connsiteY85" fmla="*/ 5164609 h 6858000"/>
              <a:gd name="connsiteX86" fmla="*/ 5998514 w 6127519"/>
              <a:gd name="connsiteY86" fmla="*/ 5189673 h 6858000"/>
              <a:gd name="connsiteX87" fmla="*/ 6018409 w 6127519"/>
              <a:gd name="connsiteY87" fmla="*/ 5227157 h 6858000"/>
              <a:gd name="connsiteX88" fmla="*/ 6036748 w 6127519"/>
              <a:gd name="connsiteY88" fmla="*/ 5322752 h 6858000"/>
              <a:gd name="connsiteX89" fmla="*/ 6036943 w 6127519"/>
              <a:gd name="connsiteY89" fmla="*/ 5329480 h 6858000"/>
              <a:gd name="connsiteX90" fmla="*/ 6037677 w 6127519"/>
              <a:gd name="connsiteY90" fmla="*/ 5354807 h 6858000"/>
              <a:gd name="connsiteX91" fmla="*/ 6039728 w 6127519"/>
              <a:gd name="connsiteY91" fmla="*/ 5359416 h 6858000"/>
              <a:gd name="connsiteX92" fmla="*/ 6053435 w 6127519"/>
              <a:gd name="connsiteY92" fmla="*/ 5387547 h 6858000"/>
              <a:gd name="connsiteX93" fmla="*/ 6065933 w 6127519"/>
              <a:gd name="connsiteY93" fmla="*/ 5443002 h 6858000"/>
              <a:gd name="connsiteX94" fmla="*/ 6068640 w 6127519"/>
              <a:gd name="connsiteY94" fmla="*/ 5474503 h 6858000"/>
              <a:gd name="connsiteX95" fmla="*/ 6080922 w 6127519"/>
              <a:gd name="connsiteY95" fmla="*/ 5561070 h 6858000"/>
              <a:gd name="connsiteX96" fmla="*/ 6096949 w 6127519"/>
              <a:gd name="connsiteY96" fmla="*/ 5648179 h 6858000"/>
              <a:gd name="connsiteX97" fmla="*/ 6125703 w 6127519"/>
              <a:gd name="connsiteY97" fmla="*/ 5692894 h 6858000"/>
              <a:gd name="connsiteX98" fmla="*/ 6121353 w 6127519"/>
              <a:gd name="connsiteY98" fmla="*/ 5721725 h 6858000"/>
              <a:gd name="connsiteX99" fmla="*/ 6121607 w 6127519"/>
              <a:gd name="connsiteY99" fmla="*/ 5721959 h 6858000"/>
              <a:gd name="connsiteX100" fmla="*/ 6127024 w 6127519"/>
              <a:gd name="connsiteY100" fmla="*/ 5786902 h 6858000"/>
              <a:gd name="connsiteX101" fmla="*/ 6127519 w 6127519"/>
              <a:gd name="connsiteY101" fmla="*/ 5865775 h 6858000"/>
              <a:gd name="connsiteX102" fmla="*/ 6119217 w 6127519"/>
              <a:gd name="connsiteY102" fmla="*/ 5888542 h 6858000"/>
              <a:gd name="connsiteX103" fmla="*/ 6102493 w 6127519"/>
              <a:gd name="connsiteY103" fmla="*/ 5928602 h 6858000"/>
              <a:gd name="connsiteX104" fmla="*/ 6056863 w 6127519"/>
              <a:gd name="connsiteY104" fmla="*/ 6000643 h 6858000"/>
              <a:gd name="connsiteX105" fmla="*/ 6045436 w 6127519"/>
              <a:gd name="connsiteY105" fmla="*/ 6124480 h 6858000"/>
              <a:gd name="connsiteX106" fmla="*/ 6030489 w 6127519"/>
              <a:gd name="connsiteY106" fmla="*/ 6317666 h 6858000"/>
              <a:gd name="connsiteX107" fmla="*/ 6007492 w 6127519"/>
              <a:gd name="connsiteY107" fmla="*/ 6440818 h 6858000"/>
              <a:gd name="connsiteX108" fmla="*/ 6009467 w 6127519"/>
              <a:gd name="connsiteY108" fmla="*/ 6487076 h 6858000"/>
              <a:gd name="connsiteX109" fmla="*/ 5995064 w 6127519"/>
              <a:gd name="connsiteY109" fmla="*/ 6540791 h 6858000"/>
              <a:gd name="connsiteX110" fmla="*/ 6004510 w 6127519"/>
              <a:gd name="connsiteY110" fmla="*/ 6599256 h 6858000"/>
              <a:gd name="connsiteX111" fmla="*/ 5986207 w 6127519"/>
              <a:gd name="connsiteY111" fmla="*/ 6695855 h 6858000"/>
              <a:gd name="connsiteX112" fmla="*/ 5979428 w 6127519"/>
              <a:gd name="connsiteY112" fmla="*/ 6754678 h 6858000"/>
              <a:gd name="connsiteX113" fmla="*/ 5983398 w 6127519"/>
              <a:gd name="connsiteY113" fmla="*/ 6778641 h 6858000"/>
              <a:gd name="connsiteX114" fmla="*/ 5984543 w 6127519"/>
              <a:gd name="connsiteY114" fmla="*/ 6811016 h 6858000"/>
              <a:gd name="connsiteX115" fmla="*/ 5979671 w 6127519"/>
              <a:gd name="connsiteY115" fmla="*/ 6858000 h 6858000"/>
              <a:gd name="connsiteX116" fmla="*/ 0 w 6127519"/>
              <a:gd name="connsiteY116" fmla="*/ 6858000 h 6858000"/>
              <a:gd name="connsiteX117" fmla="*/ 0 w 6127519"/>
              <a:gd name="connsiteY117"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33539 w 6127519"/>
              <a:gd name="connsiteY64" fmla="*/ 3818457 h 6858000"/>
              <a:gd name="connsiteX65" fmla="*/ 5768491 w 6127519"/>
              <a:gd name="connsiteY65" fmla="*/ 3914399 h 6858000"/>
              <a:gd name="connsiteX66" fmla="*/ 5793123 w 6127519"/>
              <a:gd name="connsiteY66" fmla="*/ 3969952 h 6858000"/>
              <a:gd name="connsiteX67" fmla="*/ 5808321 w 6127519"/>
              <a:gd name="connsiteY67" fmla="*/ 3988153 h 6858000"/>
              <a:gd name="connsiteX68" fmla="*/ 5825621 w 6127519"/>
              <a:gd name="connsiteY68" fmla="*/ 4015525 h 6858000"/>
              <a:gd name="connsiteX69" fmla="*/ 5860672 w 6127519"/>
              <a:gd name="connsiteY69" fmla="*/ 4061579 h 6858000"/>
              <a:gd name="connsiteX70" fmla="*/ 5872173 w 6127519"/>
              <a:gd name="connsiteY70" fmla="*/ 4088497 h 6858000"/>
              <a:gd name="connsiteX71" fmla="*/ 5894095 w 6127519"/>
              <a:gd name="connsiteY71" fmla="*/ 4128857 h 6858000"/>
              <a:gd name="connsiteX72" fmla="*/ 5903513 w 6127519"/>
              <a:gd name="connsiteY72" fmla="*/ 4187661 h 6858000"/>
              <a:gd name="connsiteX73" fmla="*/ 5917114 w 6127519"/>
              <a:gd name="connsiteY73" fmla="*/ 4213096 h 6858000"/>
              <a:gd name="connsiteX74" fmla="*/ 5924233 w 6127519"/>
              <a:gd name="connsiteY74" fmla="*/ 4242060 h 6858000"/>
              <a:gd name="connsiteX75" fmla="*/ 5928910 w 6127519"/>
              <a:gd name="connsiteY75" fmla="*/ 4300973 h 6858000"/>
              <a:gd name="connsiteX76" fmla="*/ 5939320 w 6127519"/>
              <a:gd name="connsiteY76" fmla="*/ 4340435 h 6858000"/>
              <a:gd name="connsiteX77" fmla="*/ 5946705 w 6127519"/>
              <a:gd name="connsiteY77" fmla="*/ 4428051 h 6858000"/>
              <a:gd name="connsiteX78" fmla="*/ 5949261 w 6127519"/>
              <a:gd name="connsiteY78" fmla="*/ 4449185 h 6858000"/>
              <a:gd name="connsiteX79" fmla="*/ 5968960 w 6127519"/>
              <a:gd name="connsiteY79" fmla="*/ 4482655 h 6858000"/>
              <a:gd name="connsiteX80" fmla="*/ 5980106 w 6127519"/>
              <a:gd name="connsiteY80" fmla="*/ 4585087 h 6858000"/>
              <a:gd name="connsiteX81" fmla="*/ 5998138 w 6127519"/>
              <a:gd name="connsiteY81" fmla="*/ 4697518 h 6858000"/>
              <a:gd name="connsiteX82" fmla="*/ 6007819 w 6127519"/>
              <a:gd name="connsiteY82" fmla="*/ 4858148 h 6858000"/>
              <a:gd name="connsiteX83" fmla="*/ 6007749 w 6127519"/>
              <a:gd name="connsiteY83" fmla="*/ 4964715 h 6858000"/>
              <a:gd name="connsiteX84" fmla="*/ 6005269 w 6127519"/>
              <a:gd name="connsiteY84" fmla="*/ 5150567 h 6858000"/>
              <a:gd name="connsiteX85" fmla="*/ 6001127 w 6127519"/>
              <a:gd name="connsiteY85" fmla="*/ 5164609 h 6858000"/>
              <a:gd name="connsiteX86" fmla="*/ 5998514 w 6127519"/>
              <a:gd name="connsiteY86" fmla="*/ 5189673 h 6858000"/>
              <a:gd name="connsiteX87" fmla="*/ 6018409 w 6127519"/>
              <a:gd name="connsiteY87" fmla="*/ 5227157 h 6858000"/>
              <a:gd name="connsiteX88" fmla="*/ 6036748 w 6127519"/>
              <a:gd name="connsiteY88" fmla="*/ 5322752 h 6858000"/>
              <a:gd name="connsiteX89" fmla="*/ 6036943 w 6127519"/>
              <a:gd name="connsiteY89" fmla="*/ 5329480 h 6858000"/>
              <a:gd name="connsiteX90" fmla="*/ 6037677 w 6127519"/>
              <a:gd name="connsiteY90" fmla="*/ 5354807 h 6858000"/>
              <a:gd name="connsiteX91" fmla="*/ 6039728 w 6127519"/>
              <a:gd name="connsiteY91" fmla="*/ 5359416 h 6858000"/>
              <a:gd name="connsiteX92" fmla="*/ 6053435 w 6127519"/>
              <a:gd name="connsiteY92" fmla="*/ 5387547 h 6858000"/>
              <a:gd name="connsiteX93" fmla="*/ 6065933 w 6127519"/>
              <a:gd name="connsiteY93" fmla="*/ 5443002 h 6858000"/>
              <a:gd name="connsiteX94" fmla="*/ 6068640 w 6127519"/>
              <a:gd name="connsiteY94" fmla="*/ 5474503 h 6858000"/>
              <a:gd name="connsiteX95" fmla="*/ 6080922 w 6127519"/>
              <a:gd name="connsiteY95" fmla="*/ 5561070 h 6858000"/>
              <a:gd name="connsiteX96" fmla="*/ 6096949 w 6127519"/>
              <a:gd name="connsiteY96" fmla="*/ 5648179 h 6858000"/>
              <a:gd name="connsiteX97" fmla="*/ 6125703 w 6127519"/>
              <a:gd name="connsiteY97" fmla="*/ 5692894 h 6858000"/>
              <a:gd name="connsiteX98" fmla="*/ 6121353 w 6127519"/>
              <a:gd name="connsiteY98" fmla="*/ 5721725 h 6858000"/>
              <a:gd name="connsiteX99" fmla="*/ 6121607 w 6127519"/>
              <a:gd name="connsiteY99" fmla="*/ 5721959 h 6858000"/>
              <a:gd name="connsiteX100" fmla="*/ 6127024 w 6127519"/>
              <a:gd name="connsiteY100" fmla="*/ 5786902 h 6858000"/>
              <a:gd name="connsiteX101" fmla="*/ 6127519 w 6127519"/>
              <a:gd name="connsiteY101" fmla="*/ 5865775 h 6858000"/>
              <a:gd name="connsiteX102" fmla="*/ 6119217 w 6127519"/>
              <a:gd name="connsiteY102" fmla="*/ 5888542 h 6858000"/>
              <a:gd name="connsiteX103" fmla="*/ 6102493 w 6127519"/>
              <a:gd name="connsiteY103" fmla="*/ 5928602 h 6858000"/>
              <a:gd name="connsiteX104" fmla="*/ 6056863 w 6127519"/>
              <a:gd name="connsiteY104" fmla="*/ 6000643 h 6858000"/>
              <a:gd name="connsiteX105" fmla="*/ 6045436 w 6127519"/>
              <a:gd name="connsiteY105" fmla="*/ 6124480 h 6858000"/>
              <a:gd name="connsiteX106" fmla="*/ 6030489 w 6127519"/>
              <a:gd name="connsiteY106" fmla="*/ 6317666 h 6858000"/>
              <a:gd name="connsiteX107" fmla="*/ 6007492 w 6127519"/>
              <a:gd name="connsiteY107" fmla="*/ 6440818 h 6858000"/>
              <a:gd name="connsiteX108" fmla="*/ 6009467 w 6127519"/>
              <a:gd name="connsiteY108" fmla="*/ 6487076 h 6858000"/>
              <a:gd name="connsiteX109" fmla="*/ 5995064 w 6127519"/>
              <a:gd name="connsiteY109" fmla="*/ 6540791 h 6858000"/>
              <a:gd name="connsiteX110" fmla="*/ 6004510 w 6127519"/>
              <a:gd name="connsiteY110" fmla="*/ 6599256 h 6858000"/>
              <a:gd name="connsiteX111" fmla="*/ 5986207 w 6127519"/>
              <a:gd name="connsiteY111" fmla="*/ 6695855 h 6858000"/>
              <a:gd name="connsiteX112" fmla="*/ 5979428 w 6127519"/>
              <a:gd name="connsiteY112" fmla="*/ 6754678 h 6858000"/>
              <a:gd name="connsiteX113" fmla="*/ 5983398 w 6127519"/>
              <a:gd name="connsiteY113" fmla="*/ 6778641 h 6858000"/>
              <a:gd name="connsiteX114" fmla="*/ 5984543 w 6127519"/>
              <a:gd name="connsiteY114" fmla="*/ 6811016 h 6858000"/>
              <a:gd name="connsiteX115" fmla="*/ 5979671 w 6127519"/>
              <a:gd name="connsiteY115" fmla="*/ 6858000 h 6858000"/>
              <a:gd name="connsiteX116" fmla="*/ 0 w 6127519"/>
              <a:gd name="connsiteY116" fmla="*/ 6858000 h 6858000"/>
              <a:gd name="connsiteX117" fmla="*/ 0 w 6127519"/>
              <a:gd name="connsiteY117"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04824 w 6127519"/>
              <a:gd name="connsiteY63" fmla="*/ 3785966 h 6858000"/>
              <a:gd name="connsiteX64" fmla="*/ 5768491 w 6127519"/>
              <a:gd name="connsiteY64" fmla="*/ 3914399 h 6858000"/>
              <a:gd name="connsiteX65" fmla="*/ 5793123 w 6127519"/>
              <a:gd name="connsiteY65" fmla="*/ 3969952 h 6858000"/>
              <a:gd name="connsiteX66" fmla="*/ 5808321 w 6127519"/>
              <a:gd name="connsiteY66" fmla="*/ 3988153 h 6858000"/>
              <a:gd name="connsiteX67" fmla="*/ 5825621 w 6127519"/>
              <a:gd name="connsiteY67" fmla="*/ 4015525 h 6858000"/>
              <a:gd name="connsiteX68" fmla="*/ 5860672 w 6127519"/>
              <a:gd name="connsiteY68" fmla="*/ 4061579 h 6858000"/>
              <a:gd name="connsiteX69" fmla="*/ 5872173 w 6127519"/>
              <a:gd name="connsiteY69" fmla="*/ 4088497 h 6858000"/>
              <a:gd name="connsiteX70" fmla="*/ 5894095 w 6127519"/>
              <a:gd name="connsiteY70" fmla="*/ 4128857 h 6858000"/>
              <a:gd name="connsiteX71" fmla="*/ 5903513 w 6127519"/>
              <a:gd name="connsiteY71" fmla="*/ 4187661 h 6858000"/>
              <a:gd name="connsiteX72" fmla="*/ 5917114 w 6127519"/>
              <a:gd name="connsiteY72" fmla="*/ 4213096 h 6858000"/>
              <a:gd name="connsiteX73" fmla="*/ 5924233 w 6127519"/>
              <a:gd name="connsiteY73" fmla="*/ 4242060 h 6858000"/>
              <a:gd name="connsiteX74" fmla="*/ 5928910 w 6127519"/>
              <a:gd name="connsiteY74" fmla="*/ 4300973 h 6858000"/>
              <a:gd name="connsiteX75" fmla="*/ 5939320 w 6127519"/>
              <a:gd name="connsiteY75" fmla="*/ 4340435 h 6858000"/>
              <a:gd name="connsiteX76" fmla="*/ 5946705 w 6127519"/>
              <a:gd name="connsiteY76" fmla="*/ 4428051 h 6858000"/>
              <a:gd name="connsiteX77" fmla="*/ 5949261 w 6127519"/>
              <a:gd name="connsiteY77" fmla="*/ 4449185 h 6858000"/>
              <a:gd name="connsiteX78" fmla="*/ 5968960 w 6127519"/>
              <a:gd name="connsiteY78" fmla="*/ 4482655 h 6858000"/>
              <a:gd name="connsiteX79" fmla="*/ 5980106 w 6127519"/>
              <a:gd name="connsiteY79" fmla="*/ 4585087 h 6858000"/>
              <a:gd name="connsiteX80" fmla="*/ 5998138 w 6127519"/>
              <a:gd name="connsiteY80" fmla="*/ 4697518 h 6858000"/>
              <a:gd name="connsiteX81" fmla="*/ 6007819 w 6127519"/>
              <a:gd name="connsiteY81" fmla="*/ 4858148 h 6858000"/>
              <a:gd name="connsiteX82" fmla="*/ 6007749 w 6127519"/>
              <a:gd name="connsiteY82" fmla="*/ 4964715 h 6858000"/>
              <a:gd name="connsiteX83" fmla="*/ 6005269 w 6127519"/>
              <a:gd name="connsiteY83" fmla="*/ 5150567 h 6858000"/>
              <a:gd name="connsiteX84" fmla="*/ 6001127 w 6127519"/>
              <a:gd name="connsiteY84" fmla="*/ 5164609 h 6858000"/>
              <a:gd name="connsiteX85" fmla="*/ 5998514 w 6127519"/>
              <a:gd name="connsiteY85" fmla="*/ 5189673 h 6858000"/>
              <a:gd name="connsiteX86" fmla="*/ 6018409 w 6127519"/>
              <a:gd name="connsiteY86" fmla="*/ 5227157 h 6858000"/>
              <a:gd name="connsiteX87" fmla="*/ 6036748 w 6127519"/>
              <a:gd name="connsiteY87" fmla="*/ 5322752 h 6858000"/>
              <a:gd name="connsiteX88" fmla="*/ 6036943 w 6127519"/>
              <a:gd name="connsiteY88" fmla="*/ 5329480 h 6858000"/>
              <a:gd name="connsiteX89" fmla="*/ 6037677 w 6127519"/>
              <a:gd name="connsiteY89" fmla="*/ 5354807 h 6858000"/>
              <a:gd name="connsiteX90" fmla="*/ 6039728 w 6127519"/>
              <a:gd name="connsiteY90" fmla="*/ 5359416 h 6858000"/>
              <a:gd name="connsiteX91" fmla="*/ 6053435 w 6127519"/>
              <a:gd name="connsiteY91" fmla="*/ 5387547 h 6858000"/>
              <a:gd name="connsiteX92" fmla="*/ 6065933 w 6127519"/>
              <a:gd name="connsiteY92" fmla="*/ 5443002 h 6858000"/>
              <a:gd name="connsiteX93" fmla="*/ 6068640 w 6127519"/>
              <a:gd name="connsiteY93" fmla="*/ 5474503 h 6858000"/>
              <a:gd name="connsiteX94" fmla="*/ 6080922 w 6127519"/>
              <a:gd name="connsiteY94" fmla="*/ 5561070 h 6858000"/>
              <a:gd name="connsiteX95" fmla="*/ 6096949 w 6127519"/>
              <a:gd name="connsiteY95" fmla="*/ 5648179 h 6858000"/>
              <a:gd name="connsiteX96" fmla="*/ 6125703 w 6127519"/>
              <a:gd name="connsiteY96" fmla="*/ 5692894 h 6858000"/>
              <a:gd name="connsiteX97" fmla="*/ 6121353 w 6127519"/>
              <a:gd name="connsiteY97" fmla="*/ 5721725 h 6858000"/>
              <a:gd name="connsiteX98" fmla="*/ 6121607 w 6127519"/>
              <a:gd name="connsiteY98" fmla="*/ 5721959 h 6858000"/>
              <a:gd name="connsiteX99" fmla="*/ 6127024 w 6127519"/>
              <a:gd name="connsiteY99" fmla="*/ 5786902 h 6858000"/>
              <a:gd name="connsiteX100" fmla="*/ 6127519 w 6127519"/>
              <a:gd name="connsiteY100" fmla="*/ 5865775 h 6858000"/>
              <a:gd name="connsiteX101" fmla="*/ 6119217 w 6127519"/>
              <a:gd name="connsiteY101" fmla="*/ 5888542 h 6858000"/>
              <a:gd name="connsiteX102" fmla="*/ 6102493 w 6127519"/>
              <a:gd name="connsiteY102" fmla="*/ 5928602 h 6858000"/>
              <a:gd name="connsiteX103" fmla="*/ 6056863 w 6127519"/>
              <a:gd name="connsiteY103" fmla="*/ 6000643 h 6858000"/>
              <a:gd name="connsiteX104" fmla="*/ 6045436 w 6127519"/>
              <a:gd name="connsiteY104" fmla="*/ 6124480 h 6858000"/>
              <a:gd name="connsiteX105" fmla="*/ 6030489 w 6127519"/>
              <a:gd name="connsiteY105" fmla="*/ 6317666 h 6858000"/>
              <a:gd name="connsiteX106" fmla="*/ 6007492 w 6127519"/>
              <a:gd name="connsiteY106" fmla="*/ 6440818 h 6858000"/>
              <a:gd name="connsiteX107" fmla="*/ 6009467 w 6127519"/>
              <a:gd name="connsiteY107" fmla="*/ 6487076 h 6858000"/>
              <a:gd name="connsiteX108" fmla="*/ 5995064 w 6127519"/>
              <a:gd name="connsiteY108" fmla="*/ 6540791 h 6858000"/>
              <a:gd name="connsiteX109" fmla="*/ 6004510 w 6127519"/>
              <a:gd name="connsiteY109" fmla="*/ 6599256 h 6858000"/>
              <a:gd name="connsiteX110" fmla="*/ 5986207 w 6127519"/>
              <a:gd name="connsiteY110" fmla="*/ 6695855 h 6858000"/>
              <a:gd name="connsiteX111" fmla="*/ 5979428 w 6127519"/>
              <a:gd name="connsiteY111" fmla="*/ 6754678 h 6858000"/>
              <a:gd name="connsiteX112" fmla="*/ 5983398 w 6127519"/>
              <a:gd name="connsiteY112" fmla="*/ 6778641 h 6858000"/>
              <a:gd name="connsiteX113" fmla="*/ 5984543 w 6127519"/>
              <a:gd name="connsiteY113" fmla="*/ 6811016 h 6858000"/>
              <a:gd name="connsiteX114" fmla="*/ 5979671 w 6127519"/>
              <a:gd name="connsiteY114" fmla="*/ 6858000 h 6858000"/>
              <a:gd name="connsiteX115" fmla="*/ 0 w 6127519"/>
              <a:gd name="connsiteY115" fmla="*/ 6858000 h 6858000"/>
              <a:gd name="connsiteX116" fmla="*/ 0 w 6127519"/>
              <a:gd name="connsiteY116"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699203 w 6127519"/>
              <a:gd name="connsiteY62" fmla="*/ 3775823 h 6858000"/>
              <a:gd name="connsiteX63" fmla="*/ 5768491 w 6127519"/>
              <a:gd name="connsiteY63" fmla="*/ 3914399 h 6858000"/>
              <a:gd name="connsiteX64" fmla="*/ 5793123 w 6127519"/>
              <a:gd name="connsiteY64" fmla="*/ 3969952 h 6858000"/>
              <a:gd name="connsiteX65" fmla="*/ 5808321 w 6127519"/>
              <a:gd name="connsiteY65" fmla="*/ 3988153 h 6858000"/>
              <a:gd name="connsiteX66" fmla="*/ 5825621 w 6127519"/>
              <a:gd name="connsiteY66" fmla="*/ 4015525 h 6858000"/>
              <a:gd name="connsiteX67" fmla="*/ 5860672 w 6127519"/>
              <a:gd name="connsiteY67" fmla="*/ 4061579 h 6858000"/>
              <a:gd name="connsiteX68" fmla="*/ 5872173 w 6127519"/>
              <a:gd name="connsiteY68" fmla="*/ 4088497 h 6858000"/>
              <a:gd name="connsiteX69" fmla="*/ 5894095 w 6127519"/>
              <a:gd name="connsiteY69" fmla="*/ 4128857 h 6858000"/>
              <a:gd name="connsiteX70" fmla="*/ 5903513 w 6127519"/>
              <a:gd name="connsiteY70" fmla="*/ 4187661 h 6858000"/>
              <a:gd name="connsiteX71" fmla="*/ 5917114 w 6127519"/>
              <a:gd name="connsiteY71" fmla="*/ 4213096 h 6858000"/>
              <a:gd name="connsiteX72" fmla="*/ 5924233 w 6127519"/>
              <a:gd name="connsiteY72" fmla="*/ 4242060 h 6858000"/>
              <a:gd name="connsiteX73" fmla="*/ 5928910 w 6127519"/>
              <a:gd name="connsiteY73" fmla="*/ 4300973 h 6858000"/>
              <a:gd name="connsiteX74" fmla="*/ 5939320 w 6127519"/>
              <a:gd name="connsiteY74" fmla="*/ 4340435 h 6858000"/>
              <a:gd name="connsiteX75" fmla="*/ 5946705 w 6127519"/>
              <a:gd name="connsiteY75" fmla="*/ 4428051 h 6858000"/>
              <a:gd name="connsiteX76" fmla="*/ 5949261 w 6127519"/>
              <a:gd name="connsiteY76" fmla="*/ 4449185 h 6858000"/>
              <a:gd name="connsiteX77" fmla="*/ 5968960 w 6127519"/>
              <a:gd name="connsiteY77" fmla="*/ 4482655 h 6858000"/>
              <a:gd name="connsiteX78" fmla="*/ 5980106 w 6127519"/>
              <a:gd name="connsiteY78" fmla="*/ 4585087 h 6858000"/>
              <a:gd name="connsiteX79" fmla="*/ 5998138 w 6127519"/>
              <a:gd name="connsiteY79" fmla="*/ 4697518 h 6858000"/>
              <a:gd name="connsiteX80" fmla="*/ 6007819 w 6127519"/>
              <a:gd name="connsiteY80" fmla="*/ 4858148 h 6858000"/>
              <a:gd name="connsiteX81" fmla="*/ 6007749 w 6127519"/>
              <a:gd name="connsiteY81" fmla="*/ 4964715 h 6858000"/>
              <a:gd name="connsiteX82" fmla="*/ 6005269 w 6127519"/>
              <a:gd name="connsiteY82" fmla="*/ 5150567 h 6858000"/>
              <a:gd name="connsiteX83" fmla="*/ 6001127 w 6127519"/>
              <a:gd name="connsiteY83" fmla="*/ 5164609 h 6858000"/>
              <a:gd name="connsiteX84" fmla="*/ 5998514 w 6127519"/>
              <a:gd name="connsiteY84" fmla="*/ 5189673 h 6858000"/>
              <a:gd name="connsiteX85" fmla="*/ 6018409 w 6127519"/>
              <a:gd name="connsiteY85" fmla="*/ 5227157 h 6858000"/>
              <a:gd name="connsiteX86" fmla="*/ 6036748 w 6127519"/>
              <a:gd name="connsiteY86" fmla="*/ 5322752 h 6858000"/>
              <a:gd name="connsiteX87" fmla="*/ 6036943 w 6127519"/>
              <a:gd name="connsiteY87" fmla="*/ 5329480 h 6858000"/>
              <a:gd name="connsiteX88" fmla="*/ 6037677 w 6127519"/>
              <a:gd name="connsiteY88" fmla="*/ 5354807 h 6858000"/>
              <a:gd name="connsiteX89" fmla="*/ 6039728 w 6127519"/>
              <a:gd name="connsiteY89" fmla="*/ 5359416 h 6858000"/>
              <a:gd name="connsiteX90" fmla="*/ 6053435 w 6127519"/>
              <a:gd name="connsiteY90" fmla="*/ 5387547 h 6858000"/>
              <a:gd name="connsiteX91" fmla="*/ 6065933 w 6127519"/>
              <a:gd name="connsiteY91" fmla="*/ 5443002 h 6858000"/>
              <a:gd name="connsiteX92" fmla="*/ 6068640 w 6127519"/>
              <a:gd name="connsiteY92" fmla="*/ 5474503 h 6858000"/>
              <a:gd name="connsiteX93" fmla="*/ 6080922 w 6127519"/>
              <a:gd name="connsiteY93" fmla="*/ 5561070 h 6858000"/>
              <a:gd name="connsiteX94" fmla="*/ 6096949 w 6127519"/>
              <a:gd name="connsiteY94" fmla="*/ 5648179 h 6858000"/>
              <a:gd name="connsiteX95" fmla="*/ 6125703 w 6127519"/>
              <a:gd name="connsiteY95" fmla="*/ 5692894 h 6858000"/>
              <a:gd name="connsiteX96" fmla="*/ 6121353 w 6127519"/>
              <a:gd name="connsiteY96" fmla="*/ 5721725 h 6858000"/>
              <a:gd name="connsiteX97" fmla="*/ 6121607 w 6127519"/>
              <a:gd name="connsiteY97" fmla="*/ 5721959 h 6858000"/>
              <a:gd name="connsiteX98" fmla="*/ 6127024 w 6127519"/>
              <a:gd name="connsiteY98" fmla="*/ 5786902 h 6858000"/>
              <a:gd name="connsiteX99" fmla="*/ 6127519 w 6127519"/>
              <a:gd name="connsiteY99" fmla="*/ 5865775 h 6858000"/>
              <a:gd name="connsiteX100" fmla="*/ 6119217 w 6127519"/>
              <a:gd name="connsiteY100" fmla="*/ 5888542 h 6858000"/>
              <a:gd name="connsiteX101" fmla="*/ 6102493 w 6127519"/>
              <a:gd name="connsiteY101" fmla="*/ 5928602 h 6858000"/>
              <a:gd name="connsiteX102" fmla="*/ 6056863 w 6127519"/>
              <a:gd name="connsiteY102" fmla="*/ 6000643 h 6858000"/>
              <a:gd name="connsiteX103" fmla="*/ 6045436 w 6127519"/>
              <a:gd name="connsiteY103" fmla="*/ 6124480 h 6858000"/>
              <a:gd name="connsiteX104" fmla="*/ 6030489 w 6127519"/>
              <a:gd name="connsiteY104" fmla="*/ 6317666 h 6858000"/>
              <a:gd name="connsiteX105" fmla="*/ 6007492 w 6127519"/>
              <a:gd name="connsiteY105" fmla="*/ 6440818 h 6858000"/>
              <a:gd name="connsiteX106" fmla="*/ 6009467 w 6127519"/>
              <a:gd name="connsiteY106" fmla="*/ 6487076 h 6858000"/>
              <a:gd name="connsiteX107" fmla="*/ 5995064 w 6127519"/>
              <a:gd name="connsiteY107" fmla="*/ 6540791 h 6858000"/>
              <a:gd name="connsiteX108" fmla="*/ 6004510 w 6127519"/>
              <a:gd name="connsiteY108" fmla="*/ 6599256 h 6858000"/>
              <a:gd name="connsiteX109" fmla="*/ 5986207 w 6127519"/>
              <a:gd name="connsiteY109" fmla="*/ 6695855 h 6858000"/>
              <a:gd name="connsiteX110" fmla="*/ 5979428 w 6127519"/>
              <a:gd name="connsiteY110" fmla="*/ 6754678 h 6858000"/>
              <a:gd name="connsiteX111" fmla="*/ 5983398 w 6127519"/>
              <a:gd name="connsiteY111" fmla="*/ 6778641 h 6858000"/>
              <a:gd name="connsiteX112" fmla="*/ 5984543 w 6127519"/>
              <a:gd name="connsiteY112" fmla="*/ 6811016 h 6858000"/>
              <a:gd name="connsiteX113" fmla="*/ 5979671 w 6127519"/>
              <a:gd name="connsiteY113" fmla="*/ 6858000 h 6858000"/>
              <a:gd name="connsiteX114" fmla="*/ 0 w 6127519"/>
              <a:gd name="connsiteY114" fmla="*/ 6858000 h 6858000"/>
              <a:gd name="connsiteX115" fmla="*/ 0 w 6127519"/>
              <a:gd name="connsiteY115"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707995 w 6127519"/>
              <a:gd name="connsiteY62" fmla="*/ 3781685 h 6858000"/>
              <a:gd name="connsiteX63" fmla="*/ 5768491 w 6127519"/>
              <a:gd name="connsiteY63" fmla="*/ 3914399 h 6858000"/>
              <a:gd name="connsiteX64" fmla="*/ 5793123 w 6127519"/>
              <a:gd name="connsiteY64" fmla="*/ 3969952 h 6858000"/>
              <a:gd name="connsiteX65" fmla="*/ 5808321 w 6127519"/>
              <a:gd name="connsiteY65" fmla="*/ 3988153 h 6858000"/>
              <a:gd name="connsiteX66" fmla="*/ 5825621 w 6127519"/>
              <a:gd name="connsiteY66" fmla="*/ 4015525 h 6858000"/>
              <a:gd name="connsiteX67" fmla="*/ 5860672 w 6127519"/>
              <a:gd name="connsiteY67" fmla="*/ 4061579 h 6858000"/>
              <a:gd name="connsiteX68" fmla="*/ 5872173 w 6127519"/>
              <a:gd name="connsiteY68" fmla="*/ 4088497 h 6858000"/>
              <a:gd name="connsiteX69" fmla="*/ 5894095 w 6127519"/>
              <a:gd name="connsiteY69" fmla="*/ 4128857 h 6858000"/>
              <a:gd name="connsiteX70" fmla="*/ 5903513 w 6127519"/>
              <a:gd name="connsiteY70" fmla="*/ 4187661 h 6858000"/>
              <a:gd name="connsiteX71" fmla="*/ 5917114 w 6127519"/>
              <a:gd name="connsiteY71" fmla="*/ 4213096 h 6858000"/>
              <a:gd name="connsiteX72" fmla="*/ 5924233 w 6127519"/>
              <a:gd name="connsiteY72" fmla="*/ 4242060 h 6858000"/>
              <a:gd name="connsiteX73" fmla="*/ 5928910 w 6127519"/>
              <a:gd name="connsiteY73" fmla="*/ 4300973 h 6858000"/>
              <a:gd name="connsiteX74" fmla="*/ 5939320 w 6127519"/>
              <a:gd name="connsiteY74" fmla="*/ 4340435 h 6858000"/>
              <a:gd name="connsiteX75" fmla="*/ 5946705 w 6127519"/>
              <a:gd name="connsiteY75" fmla="*/ 4428051 h 6858000"/>
              <a:gd name="connsiteX76" fmla="*/ 5949261 w 6127519"/>
              <a:gd name="connsiteY76" fmla="*/ 4449185 h 6858000"/>
              <a:gd name="connsiteX77" fmla="*/ 5968960 w 6127519"/>
              <a:gd name="connsiteY77" fmla="*/ 4482655 h 6858000"/>
              <a:gd name="connsiteX78" fmla="*/ 5980106 w 6127519"/>
              <a:gd name="connsiteY78" fmla="*/ 4585087 h 6858000"/>
              <a:gd name="connsiteX79" fmla="*/ 5998138 w 6127519"/>
              <a:gd name="connsiteY79" fmla="*/ 4697518 h 6858000"/>
              <a:gd name="connsiteX80" fmla="*/ 6007819 w 6127519"/>
              <a:gd name="connsiteY80" fmla="*/ 4858148 h 6858000"/>
              <a:gd name="connsiteX81" fmla="*/ 6007749 w 6127519"/>
              <a:gd name="connsiteY81" fmla="*/ 4964715 h 6858000"/>
              <a:gd name="connsiteX82" fmla="*/ 6005269 w 6127519"/>
              <a:gd name="connsiteY82" fmla="*/ 5150567 h 6858000"/>
              <a:gd name="connsiteX83" fmla="*/ 6001127 w 6127519"/>
              <a:gd name="connsiteY83" fmla="*/ 5164609 h 6858000"/>
              <a:gd name="connsiteX84" fmla="*/ 5998514 w 6127519"/>
              <a:gd name="connsiteY84" fmla="*/ 5189673 h 6858000"/>
              <a:gd name="connsiteX85" fmla="*/ 6018409 w 6127519"/>
              <a:gd name="connsiteY85" fmla="*/ 5227157 h 6858000"/>
              <a:gd name="connsiteX86" fmla="*/ 6036748 w 6127519"/>
              <a:gd name="connsiteY86" fmla="*/ 5322752 h 6858000"/>
              <a:gd name="connsiteX87" fmla="*/ 6036943 w 6127519"/>
              <a:gd name="connsiteY87" fmla="*/ 5329480 h 6858000"/>
              <a:gd name="connsiteX88" fmla="*/ 6037677 w 6127519"/>
              <a:gd name="connsiteY88" fmla="*/ 5354807 h 6858000"/>
              <a:gd name="connsiteX89" fmla="*/ 6039728 w 6127519"/>
              <a:gd name="connsiteY89" fmla="*/ 5359416 h 6858000"/>
              <a:gd name="connsiteX90" fmla="*/ 6053435 w 6127519"/>
              <a:gd name="connsiteY90" fmla="*/ 5387547 h 6858000"/>
              <a:gd name="connsiteX91" fmla="*/ 6065933 w 6127519"/>
              <a:gd name="connsiteY91" fmla="*/ 5443002 h 6858000"/>
              <a:gd name="connsiteX92" fmla="*/ 6068640 w 6127519"/>
              <a:gd name="connsiteY92" fmla="*/ 5474503 h 6858000"/>
              <a:gd name="connsiteX93" fmla="*/ 6080922 w 6127519"/>
              <a:gd name="connsiteY93" fmla="*/ 5561070 h 6858000"/>
              <a:gd name="connsiteX94" fmla="*/ 6096949 w 6127519"/>
              <a:gd name="connsiteY94" fmla="*/ 5648179 h 6858000"/>
              <a:gd name="connsiteX95" fmla="*/ 6125703 w 6127519"/>
              <a:gd name="connsiteY95" fmla="*/ 5692894 h 6858000"/>
              <a:gd name="connsiteX96" fmla="*/ 6121353 w 6127519"/>
              <a:gd name="connsiteY96" fmla="*/ 5721725 h 6858000"/>
              <a:gd name="connsiteX97" fmla="*/ 6121607 w 6127519"/>
              <a:gd name="connsiteY97" fmla="*/ 5721959 h 6858000"/>
              <a:gd name="connsiteX98" fmla="*/ 6127024 w 6127519"/>
              <a:gd name="connsiteY98" fmla="*/ 5786902 h 6858000"/>
              <a:gd name="connsiteX99" fmla="*/ 6127519 w 6127519"/>
              <a:gd name="connsiteY99" fmla="*/ 5865775 h 6858000"/>
              <a:gd name="connsiteX100" fmla="*/ 6119217 w 6127519"/>
              <a:gd name="connsiteY100" fmla="*/ 5888542 h 6858000"/>
              <a:gd name="connsiteX101" fmla="*/ 6102493 w 6127519"/>
              <a:gd name="connsiteY101" fmla="*/ 5928602 h 6858000"/>
              <a:gd name="connsiteX102" fmla="*/ 6056863 w 6127519"/>
              <a:gd name="connsiteY102" fmla="*/ 6000643 h 6858000"/>
              <a:gd name="connsiteX103" fmla="*/ 6045436 w 6127519"/>
              <a:gd name="connsiteY103" fmla="*/ 6124480 h 6858000"/>
              <a:gd name="connsiteX104" fmla="*/ 6030489 w 6127519"/>
              <a:gd name="connsiteY104" fmla="*/ 6317666 h 6858000"/>
              <a:gd name="connsiteX105" fmla="*/ 6007492 w 6127519"/>
              <a:gd name="connsiteY105" fmla="*/ 6440818 h 6858000"/>
              <a:gd name="connsiteX106" fmla="*/ 6009467 w 6127519"/>
              <a:gd name="connsiteY106" fmla="*/ 6487076 h 6858000"/>
              <a:gd name="connsiteX107" fmla="*/ 5995064 w 6127519"/>
              <a:gd name="connsiteY107" fmla="*/ 6540791 h 6858000"/>
              <a:gd name="connsiteX108" fmla="*/ 6004510 w 6127519"/>
              <a:gd name="connsiteY108" fmla="*/ 6599256 h 6858000"/>
              <a:gd name="connsiteX109" fmla="*/ 5986207 w 6127519"/>
              <a:gd name="connsiteY109" fmla="*/ 6695855 h 6858000"/>
              <a:gd name="connsiteX110" fmla="*/ 5979428 w 6127519"/>
              <a:gd name="connsiteY110" fmla="*/ 6754678 h 6858000"/>
              <a:gd name="connsiteX111" fmla="*/ 5983398 w 6127519"/>
              <a:gd name="connsiteY111" fmla="*/ 6778641 h 6858000"/>
              <a:gd name="connsiteX112" fmla="*/ 5984543 w 6127519"/>
              <a:gd name="connsiteY112" fmla="*/ 6811016 h 6858000"/>
              <a:gd name="connsiteX113" fmla="*/ 5979671 w 6127519"/>
              <a:gd name="connsiteY113" fmla="*/ 6858000 h 6858000"/>
              <a:gd name="connsiteX114" fmla="*/ 0 w 6127519"/>
              <a:gd name="connsiteY114" fmla="*/ 6858000 h 6858000"/>
              <a:gd name="connsiteX115" fmla="*/ 0 w 6127519"/>
              <a:gd name="connsiteY115"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66839 w 6127519"/>
              <a:gd name="connsiteY50" fmla="*/ 3345295 h 6858000"/>
              <a:gd name="connsiteX51" fmla="*/ 5589758 w 6127519"/>
              <a:gd name="connsiteY51" fmla="*/ 3506453 h 6858000"/>
              <a:gd name="connsiteX52" fmla="*/ 5596144 w 6127519"/>
              <a:gd name="connsiteY52" fmla="*/ 3534624 h 6858000"/>
              <a:gd name="connsiteX53" fmla="*/ 5597750 w 6127519"/>
              <a:gd name="connsiteY53" fmla="*/ 3534129 h 6858000"/>
              <a:gd name="connsiteX54" fmla="*/ 5599700 w 6127519"/>
              <a:gd name="connsiteY54" fmla="*/ 3547221 h 6858000"/>
              <a:gd name="connsiteX55" fmla="*/ 5615031 w 6127519"/>
              <a:gd name="connsiteY55" fmla="*/ 3557482 h 6858000"/>
              <a:gd name="connsiteX56" fmla="*/ 5618377 w 6127519"/>
              <a:gd name="connsiteY56" fmla="*/ 3588431 h 6858000"/>
              <a:gd name="connsiteX57" fmla="*/ 5612155 w 6127519"/>
              <a:gd name="connsiteY57" fmla="*/ 3589869 h 6858000"/>
              <a:gd name="connsiteX58" fmla="*/ 5620843 w 6127519"/>
              <a:gd name="connsiteY58" fmla="*/ 3606745 h 6858000"/>
              <a:gd name="connsiteX59" fmla="*/ 5655472 w 6127519"/>
              <a:gd name="connsiteY59" fmla="*/ 3678877 h 6858000"/>
              <a:gd name="connsiteX60" fmla="*/ 5683015 w 6127519"/>
              <a:gd name="connsiteY60" fmla="*/ 3762025 h 6858000"/>
              <a:gd name="connsiteX61" fmla="*/ 5696643 w 6127519"/>
              <a:gd name="connsiteY61" fmla="*/ 3773888 h 6858000"/>
              <a:gd name="connsiteX62" fmla="*/ 5707995 w 6127519"/>
              <a:gd name="connsiteY62" fmla="*/ 3781685 h 6858000"/>
              <a:gd name="connsiteX63" fmla="*/ 5768491 w 6127519"/>
              <a:gd name="connsiteY63" fmla="*/ 3914399 h 6858000"/>
              <a:gd name="connsiteX64" fmla="*/ 5793123 w 6127519"/>
              <a:gd name="connsiteY64" fmla="*/ 3969952 h 6858000"/>
              <a:gd name="connsiteX65" fmla="*/ 5808321 w 6127519"/>
              <a:gd name="connsiteY65" fmla="*/ 3988153 h 6858000"/>
              <a:gd name="connsiteX66" fmla="*/ 5825621 w 6127519"/>
              <a:gd name="connsiteY66" fmla="*/ 4015525 h 6858000"/>
              <a:gd name="connsiteX67" fmla="*/ 5860672 w 6127519"/>
              <a:gd name="connsiteY67" fmla="*/ 4061579 h 6858000"/>
              <a:gd name="connsiteX68" fmla="*/ 5872173 w 6127519"/>
              <a:gd name="connsiteY68" fmla="*/ 4088497 h 6858000"/>
              <a:gd name="connsiteX69" fmla="*/ 5894095 w 6127519"/>
              <a:gd name="connsiteY69" fmla="*/ 4128857 h 6858000"/>
              <a:gd name="connsiteX70" fmla="*/ 5903513 w 6127519"/>
              <a:gd name="connsiteY70" fmla="*/ 4187661 h 6858000"/>
              <a:gd name="connsiteX71" fmla="*/ 5917114 w 6127519"/>
              <a:gd name="connsiteY71" fmla="*/ 4213096 h 6858000"/>
              <a:gd name="connsiteX72" fmla="*/ 5924233 w 6127519"/>
              <a:gd name="connsiteY72" fmla="*/ 4242060 h 6858000"/>
              <a:gd name="connsiteX73" fmla="*/ 5928910 w 6127519"/>
              <a:gd name="connsiteY73" fmla="*/ 4300973 h 6858000"/>
              <a:gd name="connsiteX74" fmla="*/ 5939320 w 6127519"/>
              <a:gd name="connsiteY74" fmla="*/ 4340435 h 6858000"/>
              <a:gd name="connsiteX75" fmla="*/ 5946705 w 6127519"/>
              <a:gd name="connsiteY75" fmla="*/ 4428051 h 6858000"/>
              <a:gd name="connsiteX76" fmla="*/ 5949261 w 6127519"/>
              <a:gd name="connsiteY76" fmla="*/ 4449185 h 6858000"/>
              <a:gd name="connsiteX77" fmla="*/ 5968960 w 6127519"/>
              <a:gd name="connsiteY77" fmla="*/ 4482655 h 6858000"/>
              <a:gd name="connsiteX78" fmla="*/ 5980106 w 6127519"/>
              <a:gd name="connsiteY78" fmla="*/ 4585087 h 6858000"/>
              <a:gd name="connsiteX79" fmla="*/ 5998138 w 6127519"/>
              <a:gd name="connsiteY79" fmla="*/ 4697518 h 6858000"/>
              <a:gd name="connsiteX80" fmla="*/ 6007819 w 6127519"/>
              <a:gd name="connsiteY80" fmla="*/ 4858148 h 6858000"/>
              <a:gd name="connsiteX81" fmla="*/ 6007749 w 6127519"/>
              <a:gd name="connsiteY81" fmla="*/ 4964715 h 6858000"/>
              <a:gd name="connsiteX82" fmla="*/ 6005269 w 6127519"/>
              <a:gd name="connsiteY82" fmla="*/ 5150567 h 6858000"/>
              <a:gd name="connsiteX83" fmla="*/ 6001127 w 6127519"/>
              <a:gd name="connsiteY83" fmla="*/ 5164609 h 6858000"/>
              <a:gd name="connsiteX84" fmla="*/ 5998514 w 6127519"/>
              <a:gd name="connsiteY84" fmla="*/ 5189673 h 6858000"/>
              <a:gd name="connsiteX85" fmla="*/ 6018409 w 6127519"/>
              <a:gd name="connsiteY85" fmla="*/ 5227157 h 6858000"/>
              <a:gd name="connsiteX86" fmla="*/ 6036748 w 6127519"/>
              <a:gd name="connsiteY86" fmla="*/ 5322752 h 6858000"/>
              <a:gd name="connsiteX87" fmla="*/ 6036943 w 6127519"/>
              <a:gd name="connsiteY87" fmla="*/ 5329480 h 6858000"/>
              <a:gd name="connsiteX88" fmla="*/ 6037677 w 6127519"/>
              <a:gd name="connsiteY88" fmla="*/ 5354807 h 6858000"/>
              <a:gd name="connsiteX89" fmla="*/ 6039728 w 6127519"/>
              <a:gd name="connsiteY89" fmla="*/ 5359416 h 6858000"/>
              <a:gd name="connsiteX90" fmla="*/ 6053435 w 6127519"/>
              <a:gd name="connsiteY90" fmla="*/ 5387547 h 6858000"/>
              <a:gd name="connsiteX91" fmla="*/ 6065933 w 6127519"/>
              <a:gd name="connsiteY91" fmla="*/ 5443002 h 6858000"/>
              <a:gd name="connsiteX92" fmla="*/ 6068640 w 6127519"/>
              <a:gd name="connsiteY92" fmla="*/ 5474503 h 6858000"/>
              <a:gd name="connsiteX93" fmla="*/ 6080922 w 6127519"/>
              <a:gd name="connsiteY93" fmla="*/ 5561070 h 6858000"/>
              <a:gd name="connsiteX94" fmla="*/ 6096949 w 6127519"/>
              <a:gd name="connsiteY94" fmla="*/ 5648179 h 6858000"/>
              <a:gd name="connsiteX95" fmla="*/ 6125703 w 6127519"/>
              <a:gd name="connsiteY95" fmla="*/ 5692894 h 6858000"/>
              <a:gd name="connsiteX96" fmla="*/ 6121353 w 6127519"/>
              <a:gd name="connsiteY96" fmla="*/ 5721725 h 6858000"/>
              <a:gd name="connsiteX97" fmla="*/ 6121607 w 6127519"/>
              <a:gd name="connsiteY97" fmla="*/ 5721959 h 6858000"/>
              <a:gd name="connsiteX98" fmla="*/ 6127024 w 6127519"/>
              <a:gd name="connsiteY98" fmla="*/ 5786902 h 6858000"/>
              <a:gd name="connsiteX99" fmla="*/ 6127519 w 6127519"/>
              <a:gd name="connsiteY99" fmla="*/ 5865775 h 6858000"/>
              <a:gd name="connsiteX100" fmla="*/ 6119217 w 6127519"/>
              <a:gd name="connsiteY100" fmla="*/ 5888542 h 6858000"/>
              <a:gd name="connsiteX101" fmla="*/ 6102493 w 6127519"/>
              <a:gd name="connsiteY101" fmla="*/ 5928602 h 6858000"/>
              <a:gd name="connsiteX102" fmla="*/ 6056863 w 6127519"/>
              <a:gd name="connsiteY102" fmla="*/ 6000643 h 6858000"/>
              <a:gd name="connsiteX103" fmla="*/ 6045436 w 6127519"/>
              <a:gd name="connsiteY103" fmla="*/ 6124480 h 6858000"/>
              <a:gd name="connsiteX104" fmla="*/ 6030489 w 6127519"/>
              <a:gd name="connsiteY104" fmla="*/ 6317666 h 6858000"/>
              <a:gd name="connsiteX105" fmla="*/ 6007492 w 6127519"/>
              <a:gd name="connsiteY105" fmla="*/ 6440818 h 6858000"/>
              <a:gd name="connsiteX106" fmla="*/ 6009467 w 6127519"/>
              <a:gd name="connsiteY106" fmla="*/ 6487076 h 6858000"/>
              <a:gd name="connsiteX107" fmla="*/ 5995064 w 6127519"/>
              <a:gd name="connsiteY107" fmla="*/ 6540791 h 6858000"/>
              <a:gd name="connsiteX108" fmla="*/ 6004510 w 6127519"/>
              <a:gd name="connsiteY108" fmla="*/ 6599256 h 6858000"/>
              <a:gd name="connsiteX109" fmla="*/ 5986207 w 6127519"/>
              <a:gd name="connsiteY109" fmla="*/ 6695855 h 6858000"/>
              <a:gd name="connsiteX110" fmla="*/ 5979428 w 6127519"/>
              <a:gd name="connsiteY110" fmla="*/ 6754678 h 6858000"/>
              <a:gd name="connsiteX111" fmla="*/ 5983398 w 6127519"/>
              <a:gd name="connsiteY111" fmla="*/ 6778641 h 6858000"/>
              <a:gd name="connsiteX112" fmla="*/ 5984543 w 6127519"/>
              <a:gd name="connsiteY112" fmla="*/ 6811016 h 6858000"/>
              <a:gd name="connsiteX113" fmla="*/ 5979671 w 6127519"/>
              <a:gd name="connsiteY113" fmla="*/ 6858000 h 6858000"/>
              <a:gd name="connsiteX114" fmla="*/ 0 w 6127519"/>
              <a:gd name="connsiteY114" fmla="*/ 6858000 h 6858000"/>
              <a:gd name="connsiteX115" fmla="*/ 0 w 6127519"/>
              <a:gd name="connsiteY115"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89758 w 6127519"/>
              <a:gd name="connsiteY50" fmla="*/ 3506453 h 6858000"/>
              <a:gd name="connsiteX51" fmla="*/ 5596144 w 6127519"/>
              <a:gd name="connsiteY51" fmla="*/ 3534624 h 6858000"/>
              <a:gd name="connsiteX52" fmla="*/ 5597750 w 6127519"/>
              <a:gd name="connsiteY52" fmla="*/ 3534129 h 6858000"/>
              <a:gd name="connsiteX53" fmla="*/ 5599700 w 6127519"/>
              <a:gd name="connsiteY53" fmla="*/ 3547221 h 6858000"/>
              <a:gd name="connsiteX54" fmla="*/ 5615031 w 6127519"/>
              <a:gd name="connsiteY54" fmla="*/ 3557482 h 6858000"/>
              <a:gd name="connsiteX55" fmla="*/ 5618377 w 6127519"/>
              <a:gd name="connsiteY55" fmla="*/ 3588431 h 6858000"/>
              <a:gd name="connsiteX56" fmla="*/ 5612155 w 6127519"/>
              <a:gd name="connsiteY56" fmla="*/ 3589869 h 6858000"/>
              <a:gd name="connsiteX57" fmla="*/ 5620843 w 6127519"/>
              <a:gd name="connsiteY57" fmla="*/ 3606745 h 6858000"/>
              <a:gd name="connsiteX58" fmla="*/ 5655472 w 6127519"/>
              <a:gd name="connsiteY58" fmla="*/ 3678877 h 6858000"/>
              <a:gd name="connsiteX59" fmla="*/ 5683015 w 6127519"/>
              <a:gd name="connsiteY59" fmla="*/ 3762025 h 6858000"/>
              <a:gd name="connsiteX60" fmla="*/ 5696643 w 6127519"/>
              <a:gd name="connsiteY60" fmla="*/ 3773888 h 6858000"/>
              <a:gd name="connsiteX61" fmla="*/ 5707995 w 6127519"/>
              <a:gd name="connsiteY61" fmla="*/ 3781685 h 6858000"/>
              <a:gd name="connsiteX62" fmla="*/ 5768491 w 6127519"/>
              <a:gd name="connsiteY62" fmla="*/ 3914399 h 6858000"/>
              <a:gd name="connsiteX63" fmla="*/ 5793123 w 6127519"/>
              <a:gd name="connsiteY63" fmla="*/ 3969952 h 6858000"/>
              <a:gd name="connsiteX64" fmla="*/ 5808321 w 6127519"/>
              <a:gd name="connsiteY64" fmla="*/ 3988153 h 6858000"/>
              <a:gd name="connsiteX65" fmla="*/ 5825621 w 6127519"/>
              <a:gd name="connsiteY65" fmla="*/ 4015525 h 6858000"/>
              <a:gd name="connsiteX66" fmla="*/ 5860672 w 6127519"/>
              <a:gd name="connsiteY66" fmla="*/ 4061579 h 6858000"/>
              <a:gd name="connsiteX67" fmla="*/ 5872173 w 6127519"/>
              <a:gd name="connsiteY67" fmla="*/ 4088497 h 6858000"/>
              <a:gd name="connsiteX68" fmla="*/ 5894095 w 6127519"/>
              <a:gd name="connsiteY68" fmla="*/ 4128857 h 6858000"/>
              <a:gd name="connsiteX69" fmla="*/ 5903513 w 6127519"/>
              <a:gd name="connsiteY69" fmla="*/ 4187661 h 6858000"/>
              <a:gd name="connsiteX70" fmla="*/ 5917114 w 6127519"/>
              <a:gd name="connsiteY70" fmla="*/ 4213096 h 6858000"/>
              <a:gd name="connsiteX71" fmla="*/ 5924233 w 6127519"/>
              <a:gd name="connsiteY71" fmla="*/ 4242060 h 6858000"/>
              <a:gd name="connsiteX72" fmla="*/ 5928910 w 6127519"/>
              <a:gd name="connsiteY72" fmla="*/ 4300973 h 6858000"/>
              <a:gd name="connsiteX73" fmla="*/ 5939320 w 6127519"/>
              <a:gd name="connsiteY73" fmla="*/ 4340435 h 6858000"/>
              <a:gd name="connsiteX74" fmla="*/ 5946705 w 6127519"/>
              <a:gd name="connsiteY74" fmla="*/ 4428051 h 6858000"/>
              <a:gd name="connsiteX75" fmla="*/ 5949261 w 6127519"/>
              <a:gd name="connsiteY75" fmla="*/ 4449185 h 6858000"/>
              <a:gd name="connsiteX76" fmla="*/ 5968960 w 6127519"/>
              <a:gd name="connsiteY76" fmla="*/ 4482655 h 6858000"/>
              <a:gd name="connsiteX77" fmla="*/ 5980106 w 6127519"/>
              <a:gd name="connsiteY77" fmla="*/ 4585087 h 6858000"/>
              <a:gd name="connsiteX78" fmla="*/ 5998138 w 6127519"/>
              <a:gd name="connsiteY78" fmla="*/ 4697518 h 6858000"/>
              <a:gd name="connsiteX79" fmla="*/ 6007819 w 6127519"/>
              <a:gd name="connsiteY79" fmla="*/ 4858148 h 6858000"/>
              <a:gd name="connsiteX80" fmla="*/ 6007749 w 6127519"/>
              <a:gd name="connsiteY80" fmla="*/ 4964715 h 6858000"/>
              <a:gd name="connsiteX81" fmla="*/ 6005269 w 6127519"/>
              <a:gd name="connsiteY81" fmla="*/ 5150567 h 6858000"/>
              <a:gd name="connsiteX82" fmla="*/ 6001127 w 6127519"/>
              <a:gd name="connsiteY82" fmla="*/ 5164609 h 6858000"/>
              <a:gd name="connsiteX83" fmla="*/ 5998514 w 6127519"/>
              <a:gd name="connsiteY83" fmla="*/ 5189673 h 6858000"/>
              <a:gd name="connsiteX84" fmla="*/ 6018409 w 6127519"/>
              <a:gd name="connsiteY84" fmla="*/ 5227157 h 6858000"/>
              <a:gd name="connsiteX85" fmla="*/ 6036748 w 6127519"/>
              <a:gd name="connsiteY85" fmla="*/ 5322752 h 6858000"/>
              <a:gd name="connsiteX86" fmla="*/ 6036943 w 6127519"/>
              <a:gd name="connsiteY86" fmla="*/ 5329480 h 6858000"/>
              <a:gd name="connsiteX87" fmla="*/ 6037677 w 6127519"/>
              <a:gd name="connsiteY87" fmla="*/ 5354807 h 6858000"/>
              <a:gd name="connsiteX88" fmla="*/ 6039728 w 6127519"/>
              <a:gd name="connsiteY88" fmla="*/ 5359416 h 6858000"/>
              <a:gd name="connsiteX89" fmla="*/ 6053435 w 6127519"/>
              <a:gd name="connsiteY89" fmla="*/ 5387547 h 6858000"/>
              <a:gd name="connsiteX90" fmla="*/ 6065933 w 6127519"/>
              <a:gd name="connsiteY90" fmla="*/ 5443002 h 6858000"/>
              <a:gd name="connsiteX91" fmla="*/ 6068640 w 6127519"/>
              <a:gd name="connsiteY91" fmla="*/ 5474503 h 6858000"/>
              <a:gd name="connsiteX92" fmla="*/ 6080922 w 6127519"/>
              <a:gd name="connsiteY92" fmla="*/ 5561070 h 6858000"/>
              <a:gd name="connsiteX93" fmla="*/ 6096949 w 6127519"/>
              <a:gd name="connsiteY93" fmla="*/ 5648179 h 6858000"/>
              <a:gd name="connsiteX94" fmla="*/ 6125703 w 6127519"/>
              <a:gd name="connsiteY94" fmla="*/ 5692894 h 6858000"/>
              <a:gd name="connsiteX95" fmla="*/ 6121353 w 6127519"/>
              <a:gd name="connsiteY95" fmla="*/ 5721725 h 6858000"/>
              <a:gd name="connsiteX96" fmla="*/ 6121607 w 6127519"/>
              <a:gd name="connsiteY96" fmla="*/ 5721959 h 6858000"/>
              <a:gd name="connsiteX97" fmla="*/ 6127024 w 6127519"/>
              <a:gd name="connsiteY97" fmla="*/ 5786902 h 6858000"/>
              <a:gd name="connsiteX98" fmla="*/ 6127519 w 6127519"/>
              <a:gd name="connsiteY98" fmla="*/ 5865775 h 6858000"/>
              <a:gd name="connsiteX99" fmla="*/ 6119217 w 6127519"/>
              <a:gd name="connsiteY99" fmla="*/ 5888542 h 6858000"/>
              <a:gd name="connsiteX100" fmla="*/ 6102493 w 6127519"/>
              <a:gd name="connsiteY100" fmla="*/ 5928602 h 6858000"/>
              <a:gd name="connsiteX101" fmla="*/ 6056863 w 6127519"/>
              <a:gd name="connsiteY101" fmla="*/ 6000643 h 6858000"/>
              <a:gd name="connsiteX102" fmla="*/ 6045436 w 6127519"/>
              <a:gd name="connsiteY102" fmla="*/ 6124480 h 6858000"/>
              <a:gd name="connsiteX103" fmla="*/ 6030489 w 6127519"/>
              <a:gd name="connsiteY103" fmla="*/ 6317666 h 6858000"/>
              <a:gd name="connsiteX104" fmla="*/ 6007492 w 6127519"/>
              <a:gd name="connsiteY104" fmla="*/ 6440818 h 6858000"/>
              <a:gd name="connsiteX105" fmla="*/ 6009467 w 6127519"/>
              <a:gd name="connsiteY105" fmla="*/ 6487076 h 6858000"/>
              <a:gd name="connsiteX106" fmla="*/ 5995064 w 6127519"/>
              <a:gd name="connsiteY106" fmla="*/ 6540791 h 6858000"/>
              <a:gd name="connsiteX107" fmla="*/ 6004510 w 6127519"/>
              <a:gd name="connsiteY107" fmla="*/ 6599256 h 6858000"/>
              <a:gd name="connsiteX108" fmla="*/ 5986207 w 6127519"/>
              <a:gd name="connsiteY108" fmla="*/ 6695855 h 6858000"/>
              <a:gd name="connsiteX109" fmla="*/ 5979428 w 6127519"/>
              <a:gd name="connsiteY109" fmla="*/ 6754678 h 6858000"/>
              <a:gd name="connsiteX110" fmla="*/ 5983398 w 6127519"/>
              <a:gd name="connsiteY110" fmla="*/ 6778641 h 6858000"/>
              <a:gd name="connsiteX111" fmla="*/ 5984543 w 6127519"/>
              <a:gd name="connsiteY111" fmla="*/ 6811016 h 6858000"/>
              <a:gd name="connsiteX112" fmla="*/ 5979671 w 6127519"/>
              <a:gd name="connsiteY112" fmla="*/ 6858000 h 6858000"/>
              <a:gd name="connsiteX113" fmla="*/ 0 w 6127519"/>
              <a:gd name="connsiteY113" fmla="*/ 6858000 h 6858000"/>
              <a:gd name="connsiteX114" fmla="*/ 0 w 6127519"/>
              <a:gd name="connsiteY114"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045 w 6127519"/>
              <a:gd name="connsiteY46" fmla="*/ 2984371 h 6858000"/>
              <a:gd name="connsiteX47" fmla="*/ 5482415 w 6127519"/>
              <a:gd name="connsiteY47" fmla="*/ 3004079 h 6858000"/>
              <a:gd name="connsiteX48" fmla="*/ 5503944 w 6127519"/>
              <a:gd name="connsiteY48" fmla="*/ 3123335 h 6858000"/>
              <a:gd name="connsiteX49" fmla="*/ 5516007 w 6127519"/>
              <a:gd name="connsiteY49" fmla="*/ 3258473 h 6858000"/>
              <a:gd name="connsiteX50" fmla="*/ 5589758 w 6127519"/>
              <a:gd name="connsiteY50" fmla="*/ 3453699 h 6858000"/>
              <a:gd name="connsiteX51" fmla="*/ 5596144 w 6127519"/>
              <a:gd name="connsiteY51" fmla="*/ 3534624 h 6858000"/>
              <a:gd name="connsiteX52" fmla="*/ 5597750 w 6127519"/>
              <a:gd name="connsiteY52" fmla="*/ 3534129 h 6858000"/>
              <a:gd name="connsiteX53" fmla="*/ 5599700 w 6127519"/>
              <a:gd name="connsiteY53" fmla="*/ 3547221 h 6858000"/>
              <a:gd name="connsiteX54" fmla="*/ 5615031 w 6127519"/>
              <a:gd name="connsiteY54" fmla="*/ 3557482 h 6858000"/>
              <a:gd name="connsiteX55" fmla="*/ 5618377 w 6127519"/>
              <a:gd name="connsiteY55" fmla="*/ 3588431 h 6858000"/>
              <a:gd name="connsiteX56" fmla="*/ 5612155 w 6127519"/>
              <a:gd name="connsiteY56" fmla="*/ 3589869 h 6858000"/>
              <a:gd name="connsiteX57" fmla="*/ 5620843 w 6127519"/>
              <a:gd name="connsiteY57" fmla="*/ 3606745 h 6858000"/>
              <a:gd name="connsiteX58" fmla="*/ 5655472 w 6127519"/>
              <a:gd name="connsiteY58" fmla="*/ 3678877 h 6858000"/>
              <a:gd name="connsiteX59" fmla="*/ 5683015 w 6127519"/>
              <a:gd name="connsiteY59" fmla="*/ 3762025 h 6858000"/>
              <a:gd name="connsiteX60" fmla="*/ 5696643 w 6127519"/>
              <a:gd name="connsiteY60" fmla="*/ 3773888 h 6858000"/>
              <a:gd name="connsiteX61" fmla="*/ 5707995 w 6127519"/>
              <a:gd name="connsiteY61" fmla="*/ 3781685 h 6858000"/>
              <a:gd name="connsiteX62" fmla="*/ 5768491 w 6127519"/>
              <a:gd name="connsiteY62" fmla="*/ 3914399 h 6858000"/>
              <a:gd name="connsiteX63" fmla="*/ 5793123 w 6127519"/>
              <a:gd name="connsiteY63" fmla="*/ 3969952 h 6858000"/>
              <a:gd name="connsiteX64" fmla="*/ 5808321 w 6127519"/>
              <a:gd name="connsiteY64" fmla="*/ 3988153 h 6858000"/>
              <a:gd name="connsiteX65" fmla="*/ 5825621 w 6127519"/>
              <a:gd name="connsiteY65" fmla="*/ 4015525 h 6858000"/>
              <a:gd name="connsiteX66" fmla="*/ 5860672 w 6127519"/>
              <a:gd name="connsiteY66" fmla="*/ 4061579 h 6858000"/>
              <a:gd name="connsiteX67" fmla="*/ 5872173 w 6127519"/>
              <a:gd name="connsiteY67" fmla="*/ 4088497 h 6858000"/>
              <a:gd name="connsiteX68" fmla="*/ 5894095 w 6127519"/>
              <a:gd name="connsiteY68" fmla="*/ 4128857 h 6858000"/>
              <a:gd name="connsiteX69" fmla="*/ 5903513 w 6127519"/>
              <a:gd name="connsiteY69" fmla="*/ 4187661 h 6858000"/>
              <a:gd name="connsiteX70" fmla="*/ 5917114 w 6127519"/>
              <a:gd name="connsiteY70" fmla="*/ 4213096 h 6858000"/>
              <a:gd name="connsiteX71" fmla="*/ 5924233 w 6127519"/>
              <a:gd name="connsiteY71" fmla="*/ 4242060 h 6858000"/>
              <a:gd name="connsiteX72" fmla="*/ 5928910 w 6127519"/>
              <a:gd name="connsiteY72" fmla="*/ 4300973 h 6858000"/>
              <a:gd name="connsiteX73" fmla="*/ 5939320 w 6127519"/>
              <a:gd name="connsiteY73" fmla="*/ 4340435 h 6858000"/>
              <a:gd name="connsiteX74" fmla="*/ 5946705 w 6127519"/>
              <a:gd name="connsiteY74" fmla="*/ 4428051 h 6858000"/>
              <a:gd name="connsiteX75" fmla="*/ 5949261 w 6127519"/>
              <a:gd name="connsiteY75" fmla="*/ 4449185 h 6858000"/>
              <a:gd name="connsiteX76" fmla="*/ 5968960 w 6127519"/>
              <a:gd name="connsiteY76" fmla="*/ 4482655 h 6858000"/>
              <a:gd name="connsiteX77" fmla="*/ 5980106 w 6127519"/>
              <a:gd name="connsiteY77" fmla="*/ 4585087 h 6858000"/>
              <a:gd name="connsiteX78" fmla="*/ 5998138 w 6127519"/>
              <a:gd name="connsiteY78" fmla="*/ 4697518 h 6858000"/>
              <a:gd name="connsiteX79" fmla="*/ 6007819 w 6127519"/>
              <a:gd name="connsiteY79" fmla="*/ 4858148 h 6858000"/>
              <a:gd name="connsiteX80" fmla="*/ 6007749 w 6127519"/>
              <a:gd name="connsiteY80" fmla="*/ 4964715 h 6858000"/>
              <a:gd name="connsiteX81" fmla="*/ 6005269 w 6127519"/>
              <a:gd name="connsiteY81" fmla="*/ 5150567 h 6858000"/>
              <a:gd name="connsiteX82" fmla="*/ 6001127 w 6127519"/>
              <a:gd name="connsiteY82" fmla="*/ 5164609 h 6858000"/>
              <a:gd name="connsiteX83" fmla="*/ 5998514 w 6127519"/>
              <a:gd name="connsiteY83" fmla="*/ 5189673 h 6858000"/>
              <a:gd name="connsiteX84" fmla="*/ 6018409 w 6127519"/>
              <a:gd name="connsiteY84" fmla="*/ 5227157 h 6858000"/>
              <a:gd name="connsiteX85" fmla="*/ 6036748 w 6127519"/>
              <a:gd name="connsiteY85" fmla="*/ 5322752 h 6858000"/>
              <a:gd name="connsiteX86" fmla="*/ 6036943 w 6127519"/>
              <a:gd name="connsiteY86" fmla="*/ 5329480 h 6858000"/>
              <a:gd name="connsiteX87" fmla="*/ 6037677 w 6127519"/>
              <a:gd name="connsiteY87" fmla="*/ 5354807 h 6858000"/>
              <a:gd name="connsiteX88" fmla="*/ 6039728 w 6127519"/>
              <a:gd name="connsiteY88" fmla="*/ 5359416 h 6858000"/>
              <a:gd name="connsiteX89" fmla="*/ 6053435 w 6127519"/>
              <a:gd name="connsiteY89" fmla="*/ 5387547 h 6858000"/>
              <a:gd name="connsiteX90" fmla="*/ 6065933 w 6127519"/>
              <a:gd name="connsiteY90" fmla="*/ 5443002 h 6858000"/>
              <a:gd name="connsiteX91" fmla="*/ 6068640 w 6127519"/>
              <a:gd name="connsiteY91" fmla="*/ 5474503 h 6858000"/>
              <a:gd name="connsiteX92" fmla="*/ 6080922 w 6127519"/>
              <a:gd name="connsiteY92" fmla="*/ 5561070 h 6858000"/>
              <a:gd name="connsiteX93" fmla="*/ 6096949 w 6127519"/>
              <a:gd name="connsiteY93" fmla="*/ 5648179 h 6858000"/>
              <a:gd name="connsiteX94" fmla="*/ 6125703 w 6127519"/>
              <a:gd name="connsiteY94" fmla="*/ 5692894 h 6858000"/>
              <a:gd name="connsiteX95" fmla="*/ 6121353 w 6127519"/>
              <a:gd name="connsiteY95" fmla="*/ 5721725 h 6858000"/>
              <a:gd name="connsiteX96" fmla="*/ 6121607 w 6127519"/>
              <a:gd name="connsiteY96" fmla="*/ 5721959 h 6858000"/>
              <a:gd name="connsiteX97" fmla="*/ 6127024 w 6127519"/>
              <a:gd name="connsiteY97" fmla="*/ 5786902 h 6858000"/>
              <a:gd name="connsiteX98" fmla="*/ 6127519 w 6127519"/>
              <a:gd name="connsiteY98" fmla="*/ 5865775 h 6858000"/>
              <a:gd name="connsiteX99" fmla="*/ 6119217 w 6127519"/>
              <a:gd name="connsiteY99" fmla="*/ 5888542 h 6858000"/>
              <a:gd name="connsiteX100" fmla="*/ 6102493 w 6127519"/>
              <a:gd name="connsiteY100" fmla="*/ 5928602 h 6858000"/>
              <a:gd name="connsiteX101" fmla="*/ 6056863 w 6127519"/>
              <a:gd name="connsiteY101" fmla="*/ 6000643 h 6858000"/>
              <a:gd name="connsiteX102" fmla="*/ 6045436 w 6127519"/>
              <a:gd name="connsiteY102" fmla="*/ 6124480 h 6858000"/>
              <a:gd name="connsiteX103" fmla="*/ 6030489 w 6127519"/>
              <a:gd name="connsiteY103" fmla="*/ 6317666 h 6858000"/>
              <a:gd name="connsiteX104" fmla="*/ 6007492 w 6127519"/>
              <a:gd name="connsiteY104" fmla="*/ 6440818 h 6858000"/>
              <a:gd name="connsiteX105" fmla="*/ 6009467 w 6127519"/>
              <a:gd name="connsiteY105" fmla="*/ 6487076 h 6858000"/>
              <a:gd name="connsiteX106" fmla="*/ 5995064 w 6127519"/>
              <a:gd name="connsiteY106" fmla="*/ 6540791 h 6858000"/>
              <a:gd name="connsiteX107" fmla="*/ 6004510 w 6127519"/>
              <a:gd name="connsiteY107" fmla="*/ 6599256 h 6858000"/>
              <a:gd name="connsiteX108" fmla="*/ 5986207 w 6127519"/>
              <a:gd name="connsiteY108" fmla="*/ 6695855 h 6858000"/>
              <a:gd name="connsiteX109" fmla="*/ 5979428 w 6127519"/>
              <a:gd name="connsiteY109" fmla="*/ 6754678 h 6858000"/>
              <a:gd name="connsiteX110" fmla="*/ 5983398 w 6127519"/>
              <a:gd name="connsiteY110" fmla="*/ 6778641 h 6858000"/>
              <a:gd name="connsiteX111" fmla="*/ 5984543 w 6127519"/>
              <a:gd name="connsiteY111" fmla="*/ 6811016 h 6858000"/>
              <a:gd name="connsiteX112" fmla="*/ 5979671 w 6127519"/>
              <a:gd name="connsiteY112" fmla="*/ 6858000 h 6858000"/>
              <a:gd name="connsiteX113" fmla="*/ 0 w 6127519"/>
              <a:gd name="connsiteY113" fmla="*/ 6858000 h 6858000"/>
              <a:gd name="connsiteX114" fmla="*/ 0 w 6127519"/>
              <a:gd name="connsiteY114"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16439 w 6127519"/>
              <a:gd name="connsiteY42" fmla="*/ 2805666 h 6858000"/>
              <a:gd name="connsiteX43" fmla="*/ 5457023 w 6127519"/>
              <a:gd name="connsiteY43" fmla="*/ 2858292 h 6858000"/>
              <a:gd name="connsiteX44" fmla="*/ 5479298 w 6127519"/>
              <a:gd name="connsiteY44" fmla="*/ 2947791 h 6858000"/>
              <a:gd name="connsiteX45" fmla="*/ 5481770 w 6127519"/>
              <a:gd name="connsiteY45" fmla="*/ 2951352 h 6858000"/>
              <a:gd name="connsiteX46" fmla="*/ 5482415 w 6127519"/>
              <a:gd name="connsiteY46" fmla="*/ 3004079 h 6858000"/>
              <a:gd name="connsiteX47" fmla="*/ 5503944 w 6127519"/>
              <a:gd name="connsiteY47" fmla="*/ 3123335 h 6858000"/>
              <a:gd name="connsiteX48" fmla="*/ 5516007 w 6127519"/>
              <a:gd name="connsiteY48" fmla="*/ 3258473 h 6858000"/>
              <a:gd name="connsiteX49" fmla="*/ 5589758 w 6127519"/>
              <a:gd name="connsiteY49" fmla="*/ 3453699 h 6858000"/>
              <a:gd name="connsiteX50" fmla="*/ 5596144 w 6127519"/>
              <a:gd name="connsiteY50" fmla="*/ 3534624 h 6858000"/>
              <a:gd name="connsiteX51" fmla="*/ 5597750 w 6127519"/>
              <a:gd name="connsiteY51" fmla="*/ 3534129 h 6858000"/>
              <a:gd name="connsiteX52" fmla="*/ 5599700 w 6127519"/>
              <a:gd name="connsiteY52" fmla="*/ 3547221 h 6858000"/>
              <a:gd name="connsiteX53" fmla="*/ 5615031 w 6127519"/>
              <a:gd name="connsiteY53" fmla="*/ 3557482 h 6858000"/>
              <a:gd name="connsiteX54" fmla="*/ 5618377 w 6127519"/>
              <a:gd name="connsiteY54" fmla="*/ 3588431 h 6858000"/>
              <a:gd name="connsiteX55" fmla="*/ 5612155 w 6127519"/>
              <a:gd name="connsiteY55" fmla="*/ 3589869 h 6858000"/>
              <a:gd name="connsiteX56" fmla="*/ 5620843 w 6127519"/>
              <a:gd name="connsiteY56" fmla="*/ 3606745 h 6858000"/>
              <a:gd name="connsiteX57" fmla="*/ 5655472 w 6127519"/>
              <a:gd name="connsiteY57" fmla="*/ 3678877 h 6858000"/>
              <a:gd name="connsiteX58" fmla="*/ 5683015 w 6127519"/>
              <a:gd name="connsiteY58" fmla="*/ 3762025 h 6858000"/>
              <a:gd name="connsiteX59" fmla="*/ 5696643 w 6127519"/>
              <a:gd name="connsiteY59" fmla="*/ 3773888 h 6858000"/>
              <a:gd name="connsiteX60" fmla="*/ 5707995 w 6127519"/>
              <a:gd name="connsiteY60" fmla="*/ 3781685 h 6858000"/>
              <a:gd name="connsiteX61" fmla="*/ 5768491 w 6127519"/>
              <a:gd name="connsiteY61" fmla="*/ 3914399 h 6858000"/>
              <a:gd name="connsiteX62" fmla="*/ 5793123 w 6127519"/>
              <a:gd name="connsiteY62" fmla="*/ 3969952 h 6858000"/>
              <a:gd name="connsiteX63" fmla="*/ 5808321 w 6127519"/>
              <a:gd name="connsiteY63" fmla="*/ 3988153 h 6858000"/>
              <a:gd name="connsiteX64" fmla="*/ 5825621 w 6127519"/>
              <a:gd name="connsiteY64" fmla="*/ 4015525 h 6858000"/>
              <a:gd name="connsiteX65" fmla="*/ 5860672 w 6127519"/>
              <a:gd name="connsiteY65" fmla="*/ 4061579 h 6858000"/>
              <a:gd name="connsiteX66" fmla="*/ 5872173 w 6127519"/>
              <a:gd name="connsiteY66" fmla="*/ 4088497 h 6858000"/>
              <a:gd name="connsiteX67" fmla="*/ 5894095 w 6127519"/>
              <a:gd name="connsiteY67" fmla="*/ 4128857 h 6858000"/>
              <a:gd name="connsiteX68" fmla="*/ 5903513 w 6127519"/>
              <a:gd name="connsiteY68" fmla="*/ 4187661 h 6858000"/>
              <a:gd name="connsiteX69" fmla="*/ 5917114 w 6127519"/>
              <a:gd name="connsiteY69" fmla="*/ 4213096 h 6858000"/>
              <a:gd name="connsiteX70" fmla="*/ 5924233 w 6127519"/>
              <a:gd name="connsiteY70" fmla="*/ 4242060 h 6858000"/>
              <a:gd name="connsiteX71" fmla="*/ 5928910 w 6127519"/>
              <a:gd name="connsiteY71" fmla="*/ 4300973 h 6858000"/>
              <a:gd name="connsiteX72" fmla="*/ 5939320 w 6127519"/>
              <a:gd name="connsiteY72" fmla="*/ 4340435 h 6858000"/>
              <a:gd name="connsiteX73" fmla="*/ 5946705 w 6127519"/>
              <a:gd name="connsiteY73" fmla="*/ 4428051 h 6858000"/>
              <a:gd name="connsiteX74" fmla="*/ 5949261 w 6127519"/>
              <a:gd name="connsiteY74" fmla="*/ 4449185 h 6858000"/>
              <a:gd name="connsiteX75" fmla="*/ 5968960 w 6127519"/>
              <a:gd name="connsiteY75" fmla="*/ 4482655 h 6858000"/>
              <a:gd name="connsiteX76" fmla="*/ 5980106 w 6127519"/>
              <a:gd name="connsiteY76" fmla="*/ 4585087 h 6858000"/>
              <a:gd name="connsiteX77" fmla="*/ 5998138 w 6127519"/>
              <a:gd name="connsiteY77" fmla="*/ 4697518 h 6858000"/>
              <a:gd name="connsiteX78" fmla="*/ 6007819 w 6127519"/>
              <a:gd name="connsiteY78" fmla="*/ 4858148 h 6858000"/>
              <a:gd name="connsiteX79" fmla="*/ 6007749 w 6127519"/>
              <a:gd name="connsiteY79" fmla="*/ 4964715 h 6858000"/>
              <a:gd name="connsiteX80" fmla="*/ 6005269 w 6127519"/>
              <a:gd name="connsiteY80" fmla="*/ 5150567 h 6858000"/>
              <a:gd name="connsiteX81" fmla="*/ 6001127 w 6127519"/>
              <a:gd name="connsiteY81" fmla="*/ 5164609 h 6858000"/>
              <a:gd name="connsiteX82" fmla="*/ 5998514 w 6127519"/>
              <a:gd name="connsiteY82" fmla="*/ 5189673 h 6858000"/>
              <a:gd name="connsiteX83" fmla="*/ 6018409 w 6127519"/>
              <a:gd name="connsiteY83" fmla="*/ 5227157 h 6858000"/>
              <a:gd name="connsiteX84" fmla="*/ 6036748 w 6127519"/>
              <a:gd name="connsiteY84" fmla="*/ 5322752 h 6858000"/>
              <a:gd name="connsiteX85" fmla="*/ 6036943 w 6127519"/>
              <a:gd name="connsiteY85" fmla="*/ 5329480 h 6858000"/>
              <a:gd name="connsiteX86" fmla="*/ 6037677 w 6127519"/>
              <a:gd name="connsiteY86" fmla="*/ 5354807 h 6858000"/>
              <a:gd name="connsiteX87" fmla="*/ 6039728 w 6127519"/>
              <a:gd name="connsiteY87" fmla="*/ 5359416 h 6858000"/>
              <a:gd name="connsiteX88" fmla="*/ 6053435 w 6127519"/>
              <a:gd name="connsiteY88" fmla="*/ 5387547 h 6858000"/>
              <a:gd name="connsiteX89" fmla="*/ 6065933 w 6127519"/>
              <a:gd name="connsiteY89" fmla="*/ 5443002 h 6858000"/>
              <a:gd name="connsiteX90" fmla="*/ 6068640 w 6127519"/>
              <a:gd name="connsiteY90" fmla="*/ 5474503 h 6858000"/>
              <a:gd name="connsiteX91" fmla="*/ 6080922 w 6127519"/>
              <a:gd name="connsiteY91" fmla="*/ 5561070 h 6858000"/>
              <a:gd name="connsiteX92" fmla="*/ 6096949 w 6127519"/>
              <a:gd name="connsiteY92" fmla="*/ 5648179 h 6858000"/>
              <a:gd name="connsiteX93" fmla="*/ 6125703 w 6127519"/>
              <a:gd name="connsiteY93" fmla="*/ 5692894 h 6858000"/>
              <a:gd name="connsiteX94" fmla="*/ 6121353 w 6127519"/>
              <a:gd name="connsiteY94" fmla="*/ 5721725 h 6858000"/>
              <a:gd name="connsiteX95" fmla="*/ 6121607 w 6127519"/>
              <a:gd name="connsiteY95" fmla="*/ 5721959 h 6858000"/>
              <a:gd name="connsiteX96" fmla="*/ 6127024 w 6127519"/>
              <a:gd name="connsiteY96" fmla="*/ 5786902 h 6858000"/>
              <a:gd name="connsiteX97" fmla="*/ 6127519 w 6127519"/>
              <a:gd name="connsiteY97" fmla="*/ 5865775 h 6858000"/>
              <a:gd name="connsiteX98" fmla="*/ 6119217 w 6127519"/>
              <a:gd name="connsiteY98" fmla="*/ 5888542 h 6858000"/>
              <a:gd name="connsiteX99" fmla="*/ 6102493 w 6127519"/>
              <a:gd name="connsiteY99" fmla="*/ 5928602 h 6858000"/>
              <a:gd name="connsiteX100" fmla="*/ 6056863 w 6127519"/>
              <a:gd name="connsiteY100" fmla="*/ 6000643 h 6858000"/>
              <a:gd name="connsiteX101" fmla="*/ 6045436 w 6127519"/>
              <a:gd name="connsiteY101" fmla="*/ 6124480 h 6858000"/>
              <a:gd name="connsiteX102" fmla="*/ 6030489 w 6127519"/>
              <a:gd name="connsiteY102" fmla="*/ 6317666 h 6858000"/>
              <a:gd name="connsiteX103" fmla="*/ 6007492 w 6127519"/>
              <a:gd name="connsiteY103" fmla="*/ 6440818 h 6858000"/>
              <a:gd name="connsiteX104" fmla="*/ 6009467 w 6127519"/>
              <a:gd name="connsiteY104" fmla="*/ 6487076 h 6858000"/>
              <a:gd name="connsiteX105" fmla="*/ 5995064 w 6127519"/>
              <a:gd name="connsiteY105" fmla="*/ 6540791 h 6858000"/>
              <a:gd name="connsiteX106" fmla="*/ 6004510 w 6127519"/>
              <a:gd name="connsiteY106" fmla="*/ 6599256 h 6858000"/>
              <a:gd name="connsiteX107" fmla="*/ 5986207 w 6127519"/>
              <a:gd name="connsiteY107" fmla="*/ 6695855 h 6858000"/>
              <a:gd name="connsiteX108" fmla="*/ 5979428 w 6127519"/>
              <a:gd name="connsiteY108" fmla="*/ 6754678 h 6858000"/>
              <a:gd name="connsiteX109" fmla="*/ 5983398 w 6127519"/>
              <a:gd name="connsiteY109" fmla="*/ 6778641 h 6858000"/>
              <a:gd name="connsiteX110" fmla="*/ 5984543 w 6127519"/>
              <a:gd name="connsiteY110" fmla="*/ 6811016 h 6858000"/>
              <a:gd name="connsiteX111" fmla="*/ 5979671 w 6127519"/>
              <a:gd name="connsiteY111" fmla="*/ 6858000 h 6858000"/>
              <a:gd name="connsiteX112" fmla="*/ 0 w 6127519"/>
              <a:gd name="connsiteY112" fmla="*/ 6858000 h 6858000"/>
              <a:gd name="connsiteX113" fmla="*/ 0 w 6127519"/>
              <a:gd name="connsiteY113"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11130 w 6127519"/>
              <a:gd name="connsiteY41" fmla="*/ 2788640 h 6858000"/>
              <a:gd name="connsiteX42" fmla="*/ 5457023 w 6127519"/>
              <a:gd name="connsiteY42" fmla="*/ 2858292 h 6858000"/>
              <a:gd name="connsiteX43" fmla="*/ 5479298 w 6127519"/>
              <a:gd name="connsiteY43" fmla="*/ 2947791 h 6858000"/>
              <a:gd name="connsiteX44" fmla="*/ 5481770 w 6127519"/>
              <a:gd name="connsiteY44" fmla="*/ 2951352 h 6858000"/>
              <a:gd name="connsiteX45" fmla="*/ 5482415 w 6127519"/>
              <a:gd name="connsiteY45" fmla="*/ 3004079 h 6858000"/>
              <a:gd name="connsiteX46" fmla="*/ 5503944 w 6127519"/>
              <a:gd name="connsiteY46" fmla="*/ 3123335 h 6858000"/>
              <a:gd name="connsiteX47" fmla="*/ 5516007 w 6127519"/>
              <a:gd name="connsiteY47" fmla="*/ 3258473 h 6858000"/>
              <a:gd name="connsiteX48" fmla="*/ 5589758 w 6127519"/>
              <a:gd name="connsiteY48" fmla="*/ 3453699 h 6858000"/>
              <a:gd name="connsiteX49" fmla="*/ 5596144 w 6127519"/>
              <a:gd name="connsiteY49" fmla="*/ 3534624 h 6858000"/>
              <a:gd name="connsiteX50" fmla="*/ 5597750 w 6127519"/>
              <a:gd name="connsiteY50" fmla="*/ 3534129 h 6858000"/>
              <a:gd name="connsiteX51" fmla="*/ 5599700 w 6127519"/>
              <a:gd name="connsiteY51" fmla="*/ 3547221 h 6858000"/>
              <a:gd name="connsiteX52" fmla="*/ 5615031 w 6127519"/>
              <a:gd name="connsiteY52" fmla="*/ 3557482 h 6858000"/>
              <a:gd name="connsiteX53" fmla="*/ 5618377 w 6127519"/>
              <a:gd name="connsiteY53" fmla="*/ 3588431 h 6858000"/>
              <a:gd name="connsiteX54" fmla="*/ 5612155 w 6127519"/>
              <a:gd name="connsiteY54" fmla="*/ 3589869 h 6858000"/>
              <a:gd name="connsiteX55" fmla="*/ 5620843 w 6127519"/>
              <a:gd name="connsiteY55" fmla="*/ 3606745 h 6858000"/>
              <a:gd name="connsiteX56" fmla="*/ 5655472 w 6127519"/>
              <a:gd name="connsiteY56" fmla="*/ 3678877 h 6858000"/>
              <a:gd name="connsiteX57" fmla="*/ 5683015 w 6127519"/>
              <a:gd name="connsiteY57" fmla="*/ 3762025 h 6858000"/>
              <a:gd name="connsiteX58" fmla="*/ 5696643 w 6127519"/>
              <a:gd name="connsiteY58" fmla="*/ 3773888 h 6858000"/>
              <a:gd name="connsiteX59" fmla="*/ 5707995 w 6127519"/>
              <a:gd name="connsiteY59" fmla="*/ 3781685 h 6858000"/>
              <a:gd name="connsiteX60" fmla="*/ 5768491 w 6127519"/>
              <a:gd name="connsiteY60" fmla="*/ 3914399 h 6858000"/>
              <a:gd name="connsiteX61" fmla="*/ 5793123 w 6127519"/>
              <a:gd name="connsiteY61" fmla="*/ 3969952 h 6858000"/>
              <a:gd name="connsiteX62" fmla="*/ 5808321 w 6127519"/>
              <a:gd name="connsiteY62" fmla="*/ 3988153 h 6858000"/>
              <a:gd name="connsiteX63" fmla="*/ 5825621 w 6127519"/>
              <a:gd name="connsiteY63" fmla="*/ 4015525 h 6858000"/>
              <a:gd name="connsiteX64" fmla="*/ 5860672 w 6127519"/>
              <a:gd name="connsiteY64" fmla="*/ 4061579 h 6858000"/>
              <a:gd name="connsiteX65" fmla="*/ 5872173 w 6127519"/>
              <a:gd name="connsiteY65" fmla="*/ 4088497 h 6858000"/>
              <a:gd name="connsiteX66" fmla="*/ 5894095 w 6127519"/>
              <a:gd name="connsiteY66" fmla="*/ 4128857 h 6858000"/>
              <a:gd name="connsiteX67" fmla="*/ 5903513 w 6127519"/>
              <a:gd name="connsiteY67" fmla="*/ 4187661 h 6858000"/>
              <a:gd name="connsiteX68" fmla="*/ 5917114 w 6127519"/>
              <a:gd name="connsiteY68" fmla="*/ 4213096 h 6858000"/>
              <a:gd name="connsiteX69" fmla="*/ 5924233 w 6127519"/>
              <a:gd name="connsiteY69" fmla="*/ 4242060 h 6858000"/>
              <a:gd name="connsiteX70" fmla="*/ 5928910 w 6127519"/>
              <a:gd name="connsiteY70" fmla="*/ 4300973 h 6858000"/>
              <a:gd name="connsiteX71" fmla="*/ 5939320 w 6127519"/>
              <a:gd name="connsiteY71" fmla="*/ 4340435 h 6858000"/>
              <a:gd name="connsiteX72" fmla="*/ 5946705 w 6127519"/>
              <a:gd name="connsiteY72" fmla="*/ 4428051 h 6858000"/>
              <a:gd name="connsiteX73" fmla="*/ 5949261 w 6127519"/>
              <a:gd name="connsiteY73" fmla="*/ 4449185 h 6858000"/>
              <a:gd name="connsiteX74" fmla="*/ 5968960 w 6127519"/>
              <a:gd name="connsiteY74" fmla="*/ 4482655 h 6858000"/>
              <a:gd name="connsiteX75" fmla="*/ 5980106 w 6127519"/>
              <a:gd name="connsiteY75" fmla="*/ 4585087 h 6858000"/>
              <a:gd name="connsiteX76" fmla="*/ 5998138 w 6127519"/>
              <a:gd name="connsiteY76" fmla="*/ 4697518 h 6858000"/>
              <a:gd name="connsiteX77" fmla="*/ 6007819 w 6127519"/>
              <a:gd name="connsiteY77" fmla="*/ 4858148 h 6858000"/>
              <a:gd name="connsiteX78" fmla="*/ 6007749 w 6127519"/>
              <a:gd name="connsiteY78" fmla="*/ 4964715 h 6858000"/>
              <a:gd name="connsiteX79" fmla="*/ 6005269 w 6127519"/>
              <a:gd name="connsiteY79" fmla="*/ 5150567 h 6858000"/>
              <a:gd name="connsiteX80" fmla="*/ 6001127 w 6127519"/>
              <a:gd name="connsiteY80" fmla="*/ 5164609 h 6858000"/>
              <a:gd name="connsiteX81" fmla="*/ 5998514 w 6127519"/>
              <a:gd name="connsiteY81" fmla="*/ 5189673 h 6858000"/>
              <a:gd name="connsiteX82" fmla="*/ 6018409 w 6127519"/>
              <a:gd name="connsiteY82" fmla="*/ 5227157 h 6858000"/>
              <a:gd name="connsiteX83" fmla="*/ 6036748 w 6127519"/>
              <a:gd name="connsiteY83" fmla="*/ 5322752 h 6858000"/>
              <a:gd name="connsiteX84" fmla="*/ 6036943 w 6127519"/>
              <a:gd name="connsiteY84" fmla="*/ 5329480 h 6858000"/>
              <a:gd name="connsiteX85" fmla="*/ 6037677 w 6127519"/>
              <a:gd name="connsiteY85" fmla="*/ 5354807 h 6858000"/>
              <a:gd name="connsiteX86" fmla="*/ 6039728 w 6127519"/>
              <a:gd name="connsiteY86" fmla="*/ 5359416 h 6858000"/>
              <a:gd name="connsiteX87" fmla="*/ 6053435 w 6127519"/>
              <a:gd name="connsiteY87" fmla="*/ 5387547 h 6858000"/>
              <a:gd name="connsiteX88" fmla="*/ 6065933 w 6127519"/>
              <a:gd name="connsiteY88" fmla="*/ 5443002 h 6858000"/>
              <a:gd name="connsiteX89" fmla="*/ 6068640 w 6127519"/>
              <a:gd name="connsiteY89" fmla="*/ 5474503 h 6858000"/>
              <a:gd name="connsiteX90" fmla="*/ 6080922 w 6127519"/>
              <a:gd name="connsiteY90" fmla="*/ 5561070 h 6858000"/>
              <a:gd name="connsiteX91" fmla="*/ 6096949 w 6127519"/>
              <a:gd name="connsiteY91" fmla="*/ 5648179 h 6858000"/>
              <a:gd name="connsiteX92" fmla="*/ 6125703 w 6127519"/>
              <a:gd name="connsiteY92" fmla="*/ 5692894 h 6858000"/>
              <a:gd name="connsiteX93" fmla="*/ 6121353 w 6127519"/>
              <a:gd name="connsiteY93" fmla="*/ 5721725 h 6858000"/>
              <a:gd name="connsiteX94" fmla="*/ 6121607 w 6127519"/>
              <a:gd name="connsiteY94" fmla="*/ 5721959 h 6858000"/>
              <a:gd name="connsiteX95" fmla="*/ 6127024 w 6127519"/>
              <a:gd name="connsiteY95" fmla="*/ 5786902 h 6858000"/>
              <a:gd name="connsiteX96" fmla="*/ 6127519 w 6127519"/>
              <a:gd name="connsiteY96" fmla="*/ 5865775 h 6858000"/>
              <a:gd name="connsiteX97" fmla="*/ 6119217 w 6127519"/>
              <a:gd name="connsiteY97" fmla="*/ 5888542 h 6858000"/>
              <a:gd name="connsiteX98" fmla="*/ 6102493 w 6127519"/>
              <a:gd name="connsiteY98" fmla="*/ 5928602 h 6858000"/>
              <a:gd name="connsiteX99" fmla="*/ 6056863 w 6127519"/>
              <a:gd name="connsiteY99" fmla="*/ 6000643 h 6858000"/>
              <a:gd name="connsiteX100" fmla="*/ 6045436 w 6127519"/>
              <a:gd name="connsiteY100" fmla="*/ 6124480 h 6858000"/>
              <a:gd name="connsiteX101" fmla="*/ 6030489 w 6127519"/>
              <a:gd name="connsiteY101" fmla="*/ 6317666 h 6858000"/>
              <a:gd name="connsiteX102" fmla="*/ 6007492 w 6127519"/>
              <a:gd name="connsiteY102" fmla="*/ 6440818 h 6858000"/>
              <a:gd name="connsiteX103" fmla="*/ 6009467 w 6127519"/>
              <a:gd name="connsiteY103" fmla="*/ 6487076 h 6858000"/>
              <a:gd name="connsiteX104" fmla="*/ 5995064 w 6127519"/>
              <a:gd name="connsiteY104" fmla="*/ 6540791 h 6858000"/>
              <a:gd name="connsiteX105" fmla="*/ 6004510 w 6127519"/>
              <a:gd name="connsiteY105" fmla="*/ 6599256 h 6858000"/>
              <a:gd name="connsiteX106" fmla="*/ 5986207 w 6127519"/>
              <a:gd name="connsiteY106" fmla="*/ 6695855 h 6858000"/>
              <a:gd name="connsiteX107" fmla="*/ 5979428 w 6127519"/>
              <a:gd name="connsiteY107" fmla="*/ 6754678 h 6858000"/>
              <a:gd name="connsiteX108" fmla="*/ 5983398 w 6127519"/>
              <a:gd name="connsiteY108" fmla="*/ 6778641 h 6858000"/>
              <a:gd name="connsiteX109" fmla="*/ 5984543 w 6127519"/>
              <a:gd name="connsiteY109" fmla="*/ 6811016 h 6858000"/>
              <a:gd name="connsiteX110" fmla="*/ 5979671 w 6127519"/>
              <a:gd name="connsiteY110" fmla="*/ 6858000 h 6858000"/>
              <a:gd name="connsiteX111" fmla="*/ 0 w 6127519"/>
              <a:gd name="connsiteY111" fmla="*/ 6858000 h 6858000"/>
              <a:gd name="connsiteX112" fmla="*/ 0 w 6127519"/>
              <a:gd name="connsiteY112"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57023 w 6127519"/>
              <a:gd name="connsiteY41" fmla="*/ 2858292 h 6858000"/>
              <a:gd name="connsiteX42" fmla="*/ 5479298 w 6127519"/>
              <a:gd name="connsiteY42" fmla="*/ 2947791 h 6858000"/>
              <a:gd name="connsiteX43" fmla="*/ 5481770 w 6127519"/>
              <a:gd name="connsiteY43" fmla="*/ 2951352 h 6858000"/>
              <a:gd name="connsiteX44" fmla="*/ 5482415 w 6127519"/>
              <a:gd name="connsiteY44" fmla="*/ 3004079 h 6858000"/>
              <a:gd name="connsiteX45" fmla="*/ 5503944 w 6127519"/>
              <a:gd name="connsiteY45" fmla="*/ 3123335 h 6858000"/>
              <a:gd name="connsiteX46" fmla="*/ 5516007 w 6127519"/>
              <a:gd name="connsiteY46" fmla="*/ 3258473 h 6858000"/>
              <a:gd name="connsiteX47" fmla="*/ 5589758 w 6127519"/>
              <a:gd name="connsiteY47" fmla="*/ 3453699 h 6858000"/>
              <a:gd name="connsiteX48" fmla="*/ 5596144 w 6127519"/>
              <a:gd name="connsiteY48" fmla="*/ 3534624 h 6858000"/>
              <a:gd name="connsiteX49" fmla="*/ 5597750 w 6127519"/>
              <a:gd name="connsiteY49" fmla="*/ 3534129 h 6858000"/>
              <a:gd name="connsiteX50" fmla="*/ 5599700 w 6127519"/>
              <a:gd name="connsiteY50" fmla="*/ 3547221 h 6858000"/>
              <a:gd name="connsiteX51" fmla="*/ 5615031 w 6127519"/>
              <a:gd name="connsiteY51" fmla="*/ 3557482 h 6858000"/>
              <a:gd name="connsiteX52" fmla="*/ 5618377 w 6127519"/>
              <a:gd name="connsiteY52" fmla="*/ 3588431 h 6858000"/>
              <a:gd name="connsiteX53" fmla="*/ 5612155 w 6127519"/>
              <a:gd name="connsiteY53" fmla="*/ 3589869 h 6858000"/>
              <a:gd name="connsiteX54" fmla="*/ 5620843 w 6127519"/>
              <a:gd name="connsiteY54" fmla="*/ 3606745 h 6858000"/>
              <a:gd name="connsiteX55" fmla="*/ 5655472 w 6127519"/>
              <a:gd name="connsiteY55" fmla="*/ 3678877 h 6858000"/>
              <a:gd name="connsiteX56" fmla="*/ 5683015 w 6127519"/>
              <a:gd name="connsiteY56" fmla="*/ 3762025 h 6858000"/>
              <a:gd name="connsiteX57" fmla="*/ 5696643 w 6127519"/>
              <a:gd name="connsiteY57" fmla="*/ 3773888 h 6858000"/>
              <a:gd name="connsiteX58" fmla="*/ 5707995 w 6127519"/>
              <a:gd name="connsiteY58" fmla="*/ 3781685 h 6858000"/>
              <a:gd name="connsiteX59" fmla="*/ 5768491 w 6127519"/>
              <a:gd name="connsiteY59" fmla="*/ 3914399 h 6858000"/>
              <a:gd name="connsiteX60" fmla="*/ 5793123 w 6127519"/>
              <a:gd name="connsiteY60" fmla="*/ 3969952 h 6858000"/>
              <a:gd name="connsiteX61" fmla="*/ 5808321 w 6127519"/>
              <a:gd name="connsiteY61" fmla="*/ 3988153 h 6858000"/>
              <a:gd name="connsiteX62" fmla="*/ 5825621 w 6127519"/>
              <a:gd name="connsiteY62" fmla="*/ 4015525 h 6858000"/>
              <a:gd name="connsiteX63" fmla="*/ 5860672 w 6127519"/>
              <a:gd name="connsiteY63" fmla="*/ 4061579 h 6858000"/>
              <a:gd name="connsiteX64" fmla="*/ 5872173 w 6127519"/>
              <a:gd name="connsiteY64" fmla="*/ 4088497 h 6858000"/>
              <a:gd name="connsiteX65" fmla="*/ 5894095 w 6127519"/>
              <a:gd name="connsiteY65" fmla="*/ 4128857 h 6858000"/>
              <a:gd name="connsiteX66" fmla="*/ 5903513 w 6127519"/>
              <a:gd name="connsiteY66" fmla="*/ 4187661 h 6858000"/>
              <a:gd name="connsiteX67" fmla="*/ 5917114 w 6127519"/>
              <a:gd name="connsiteY67" fmla="*/ 4213096 h 6858000"/>
              <a:gd name="connsiteX68" fmla="*/ 5924233 w 6127519"/>
              <a:gd name="connsiteY68" fmla="*/ 4242060 h 6858000"/>
              <a:gd name="connsiteX69" fmla="*/ 5928910 w 6127519"/>
              <a:gd name="connsiteY69" fmla="*/ 4300973 h 6858000"/>
              <a:gd name="connsiteX70" fmla="*/ 5939320 w 6127519"/>
              <a:gd name="connsiteY70" fmla="*/ 4340435 h 6858000"/>
              <a:gd name="connsiteX71" fmla="*/ 5946705 w 6127519"/>
              <a:gd name="connsiteY71" fmla="*/ 4428051 h 6858000"/>
              <a:gd name="connsiteX72" fmla="*/ 5949261 w 6127519"/>
              <a:gd name="connsiteY72" fmla="*/ 4449185 h 6858000"/>
              <a:gd name="connsiteX73" fmla="*/ 5968960 w 6127519"/>
              <a:gd name="connsiteY73" fmla="*/ 4482655 h 6858000"/>
              <a:gd name="connsiteX74" fmla="*/ 5980106 w 6127519"/>
              <a:gd name="connsiteY74" fmla="*/ 4585087 h 6858000"/>
              <a:gd name="connsiteX75" fmla="*/ 5998138 w 6127519"/>
              <a:gd name="connsiteY75" fmla="*/ 4697518 h 6858000"/>
              <a:gd name="connsiteX76" fmla="*/ 6007819 w 6127519"/>
              <a:gd name="connsiteY76" fmla="*/ 4858148 h 6858000"/>
              <a:gd name="connsiteX77" fmla="*/ 6007749 w 6127519"/>
              <a:gd name="connsiteY77" fmla="*/ 4964715 h 6858000"/>
              <a:gd name="connsiteX78" fmla="*/ 6005269 w 6127519"/>
              <a:gd name="connsiteY78" fmla="*/ 5150567 h 6858000"/>
              <a:gd name="connsiteX79" fmla="*/ 6001127 w 6127519"/>
              <a:gd name="connsiteY79" fmla="*/ 5164609 h 6858000"/>
              <a:gd name="connsiteX80" fmla="*/ 5998514 w 6127519"/>
              <a:gd name="connsiteY80" fmla="*/ 5189673 h 6858000"/>
              <a:gd name="connsiteX81" fmla="*/ 6018409 w 6127519"/>
              <a:gd name="connsiteY81" fmla="*/ 5227157 h 6858000"/>
              <a:gd name="connsiteX82" fmla="*/ 6036748 w 6127519"/>
              <a:gd name="connsiteY82" fmla="*/ 5322752 h 6858000"/>
              <a:gd name="connsiteX83" fmla="*/ 6036943 w 6127519"/>
              <a:gd name="connsiteY83" fmla="*/ 5329480 h 6858000"/>
              <a:gd name="connsiteX84" fmla="*/ 6037677 w 6127519"/>
              <a:gd name="connsiteY84" fmla="*/ 5354807 h 6858000"/>
              <a:gd name="connsiteX85" fmla="*/ 6039728 w 6127519"/>
              <a:gd name="connsiteY85" fmla="*/ 5359416 h 6858000"/>
              <a:gd name="connsiteX86" fmla="*/ 6053435 w 6127519"/>
              <a:gd name="connsiteY86" fmla="*/ 5387547 h 6858000"/>
              <a:gd name="connsiteX87" fmla="*/ 6065933 w 6127519"/>
              <a:gd name="connsiteY87" fmla="*/ 5443002 h 6858000"/>
              <a:gd name="connsiteX88" fmla="*/ 6068640 w 6127519"/>
              <a:gd name="connsiteY88" fmla="*/ 5474503 h 6858000"/>
              <a:gd name="connsiteX89" fmla="*/ 6080922 w 6127519"/>
              <a:gd name="connsiteY89" fmla="*/ 5561070 h 6858000"/>
              <a:gd name="connsiteX90" fmla="*/ 6096949 w 6127519"/>
              <a:gd name="connsiteY90" fmla="*/ 5648179 h 6858000"/>
              <a:gd name="connsiteX91" fmla="*/ 6125703 w 6127519"/>
              <a:gd name="connsiteY91" fmla="*/ 5692894 h 6858000"/>
              <a:gd name="connsiteX92" fmla="*/ 6121353 w 6127519"/>
              <a:gd name="connsiteY92" fmla="*/ 5721725 h 6858000"/>
              <a:gd name="connsiteX93" fmla="*/ 6121607 w 6127519"/>
              <a:gd name="connsiteY93" fmla="*/ 5721959 h 6858000"/>
              <a:gd name="connsiteX94" fmla="*/ 6127024 w 6127519"/>
              <a:gd name="connsiteY94" fmla="*/ 5786902 h 6858000"/>
              <a:gd name="connsiteX95" fmla="*/ 6127519 w 6127519"/>
              <a:gd name="connsiteY95" fmla="*/ 5865775 h 6858000"/>
              <a:gd name="connsiteX96" fmla="*/ 6119217 w 6127519"/>
              <a:gd name="connsiteY96" fmla="*/ 5888542 h 6858000"/>
              <a:gd name="connsiteX97" fmla="*/ 6102493 w 6127519"/>
              <a:gd name="connsiteY97" fmla="*/ 5928602 h 6858000"/>
              <a:gd name="connsiteX98" fmla="*/ 6056863 w 6127519"/>
              <a:gd name="connsiteY98" fmla="*/ 6000643 h 6858000"/>
              <a:gd name="connsiteX99" fmla="*/ 6045436 w 6127519"/>
              <a:gd name="connsiteY99" fmla="*/ 6124480 h 6858000"/>
              <a:gd name="connsiteX100" fmla="*/ 6030489 w 6127519"/>
              <a:gd name="connsiteY100" fmla="*/ 6317666 h 6858000"/>
              <a:gd name="connsiteX101" fmla="*/ 6007492 w 6127519"/>
              <a:gd name="connsiteY101" fmla="*/ 6440818 h 6858000"/>
              <a:gd name="connsiteX102" fmla="*/ 6009467 w 6127519"/>
              <a:gd name="connsiteY102" fmla="*/ 6487076 h 6858000"/>
              <a:gd name="connsiteX103" fmla="*/ 5995064 w 6127519"/>
              <a:gd name="connsiteY103" fmla="*/ 6540791 h 6858000"/>
              <a:gd name="connsiteX104" fmla="*/ 6004510 w 6127519"/>
              <a:gd name="connsiteY104" fmla="*/ 6599256 h 6858000"/>
              <a:gd name="connsiteX105" fmla="*/ 5986207 w 6127519"/>
              <a:gd name="connsiteY105" fmla="*/ 6695855 h 6858000"/>
              <a:gd name="connsiteX106" fmla="*/ 5979428 w 6127519"/>
              <a:gd name="connsiteY106" fmla="*/ 6754678 h 6858000"/>
              <a:gd name="connsiteX107" fmla="*/ 5983398 w 6127519"/>
              <a:gd name="connsiteY107" fmla="*/ 6778641 h 6858000"/>
              <a:gd name="connsiteX108" fmla="*/ 5984543 w 6127519"/>
              <a:gd name="connsiteY108" fmla="*/ 6811016 h 6858000"/>
              <a:gd name="connsiteX109" fmla="*/ 5979671 w 6127519"/>
              <a:gd name="connsiteY109" fmla="*/ 6858000 h 6858000"/>
              <a:gd name="connsiteX110" fmla="*/ 0 w 6127519"/>
              <a:gd name="connsiteY110" fmla="*/ 6858000 h 6858000"/>
              <a:gd name="connsiteX111" fmla="*/ 0 w 6127519"/>
              <a:gd name="connsiteY111"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4949 w 6127519"/>
              <a:gd name="connsiteY31" fmla="*/ 2236160 h 6858000"/>
              <a:gd name="connsiteX32" fmla="*/ 5250104 w 6127519"/>
              <a:gd name="connsiteY32" fmla="*/ 2249166 h 6858000"/>
              <a:gd name="connsiteX33" fmla="*/ 5251214 w 6127519"/>
              <a:gd name="connsiteY33" fmla="*/ 2250944 h 6858000"/>
              <a:gd name="connsiteX34" fmla="*/ 5250644 w 6127519"/>
              <a:gd name="connsiteY34" fmla="*/ 2266619 h 6858000"/>
              <a:gd name="connsiteX35" fmla="*/ 5293877 w 6127519"/>
              <a:gd name="connsiteY35" fmla="*/ 2368649 h 6858000"/>
              <a:gd name="connsiteX36" fmla="*/ 5311338 w 6127519"/>
              <a:gd name="connsiteY36" fmla="*/ 2404034 h 6858000"/>
              <a:gd name="connsiteX37" fmla="*/ 5338366 w 6127519"/>
              <a:gd name="connsiteY37" fmla="*/ 2465052 h 6858000"/>
              <a:gd name="connsiteX38" fmla="*/ 5371263 w 6127519"/>
              <a:gd name="connsiteY38" fmla="*/ 2586413 h 6858000"/>
              <a:gd name="connsiteX39" fmla="*/ 5407503 w 6127519"/>
              <a:gd name="connsiteY39" fmla="*/ 2786290 h 6858000"/>
              <a:gd name="connsiteX40" fmla="*/ 5407356 w 6127519"/>
              <a:gd name="connsiteY40" fmla="*/ 2787545 h 6858000"/>
              <a:gd name="connsiteX41" fmla="*/ 5457023 w 6127519"/>
              <a:gd name="connsiteY41" fmla="*/ 2858292 h 6858000"/>
              <a:gd name="connsiteX42" fmla="*/ 5479298 w 6127519"/>
              <a:gd name="connsiteY42" fmla="*/ 2947791 h 6858000"/>
              <a:gd name="connsiteX43" fmla="*/ 5481770 w 6127519"/>
              <a:gd name="connsiteY43" fmla="*/ 2951352 h 6858000"/>
              <a:gd name="connsiteX44" fmla="*/ 5482415 w 6127519"/>
              <a:gd name="connsiteY44" fmla="*/ 3004079 h 6858000"/>
              <a:gd name="connsiteX45" fmla="*/ 5503944 w 6127519"/>
              <a:gd name="connsiteY45" fmla="*/ 3123335 h 6858000"/>
              <a:gd name="connsiteX46" fmla="*/ 5516007 w 6127519"/>
              <a:gd name="connsiteY46" fmla="*/ 3258473 h 6858000"/>
              <a:gd name="connsiteX47" fmla="*/ 5589758 w 6127519"/>
              <a:gd name="connsiteY47" fmla="*/ 3453699 h 6858000"/>
              <a:gd name="connsiteX48" fmla="*/ 5596144 w 6127519"/>
              <a:gd name="connsiteY48" fmla="*/ 3534624 h 6858000"/>
              <a:gd name="connsiteX49" fmla="*/ 5597750 w 6127519"/>
              <a:gd name="connsiteY49" fmla="*/ 3534129 h 6858000"/>
              <a:gd name="connsiteX50" fmla="*/ 5599700 w 6127519"/>
              <a:gd name="connsiteY50" fmla="*/ 3547221 h 6858000"/>
              <a:gd name="connsiteX51" fmla="*/ 5615031 w 6127519"/>
              <a:gd name="connsiteY51" fmla="*/ 3557482 h 6858000"/>
              <a:gd name="connsiteX52" fmla="*/ 5618377 w 6127519"/>
              <a:gd name="connsiteY52" fmla="*/ 3588431 h 6858000"/>
              <a:gd name="connsiteX53" fmla="*/ 5612155 w 6127519"/>
              <a:gd name="connsiteY53" fmla="*/ 3589869 h 6858000"/>
              <a:gd name="connsiteX54" fmla="*/ 5620843 w 6127519"/>
              <a:gd name="connsiteY54" fmla="*/ 3606745 h 6858000"/>
              <a:gd name="connsiteX55" fmla="*/ 5655472 w 6127519"/>
              <a:gd name="connsiteY55" fmla="*/ 3678877 h 6858000"/>
              <a:gd name="connsiteX56" fmla="*/ 5683015 w 6127519"/>
              <a:gd name="connsiteY56" fmla="*/ 3762025 h 6858000"/>
              <a:gd name="connsiteX57" fmla="*/ 5696643 w 6127519"/>
              <a:gd name="connsiteY57" fmla="*/ 3773888 h 6858000"/>
              <a:gd name="connsiteX58" fmla="*/ 5707995 w 6127519"/>
              <a:gd name="connsiteY58" fmla="*/ 3781685 h 6858000"/>
              <a:gd name="connsiteX59" fmla="*/ 5768491 w 6127519"/>
              <a:gd name="connsiteY59" fmla="*/ 3914399 h 6858000"/>
              <a:gd name="connsiteX60" fmla="*/ 5793123 w 6127519"/>
              <a:gd name="connsiteY60" fmla="*/ 3969952 h 6858000"/>
              <a:gd name="connsiteX61" fmla="*/ 5808321 w 6127519"/>
              <a:gd name="connsiteY61" fmla="*/ 3988153 h 6858000"/>
              <a:gd name="connsiteX62" fmla="*/ 5825621 w 6127519"/>
              <a:gd name="connsiteY62" fmla="*/ 4015525 h 6858000"/>
              <a:gd name="connsiteX63" fmla="*/ 5860672 w 6127519"/>
              <a:gd name="connsiteY63" fmla="*/ 4061579 h 6858000"/>
              <a:gd name="connsiteX64" fmla="*/ 5872173 w 6127519"/>
              <a:gd name="connsiteY64" fmla="*/ 4088497 h 6858000"/>
              <a:gd name="connsiteX65" fmla="*/ 5894095 w 6127519"/>
              <a:gd name="connsiteY65" fmla="*/ 4128857 h 6858000"/>
              <a:gd name="connsiteX66" fmla="*/ 5903513 w 6127519"/>
              <a:gd name="connsiteY66" fmla="*/ 4187661 h 6858000"/>
              <a:gd name="connsiteX67" fmla="*/ 5917114 w 6127519"/>
              <a:gd name="connsiteY67" fmla="*/ 4213096 h 6858000"/>
              <a:gd name="connsiteX68" fmla="*/ 5924233 w 6127519"/>
              <a:gd name="connsiteY68" fmla="*/ 4242060 h 6858000"/>
              <a:gd name="connsiteX69" fmla="*/ 5928910 w 6127519"/>
              <a:gd name="connsiteY69" fmla="*/ 4300973 h 6858000"/>
              <a:gd name="connsiteX70" fmla="*/ 5939320 w 6127519"/>
              <a:gd name="connsiteY70" fmla="*/ 4340435 h 6858000"/>
              <a:gd name="connsiteX71" fmla="*/ 5946705 w 6127519"/>
              <a:gd name="connsiteY71" fmla="*/ 4428051 h 6858000"/>
              <a:gd name="connsiteX72" fmla="*/ 5949261 w 6127519"/>
              <a:gd name="connsiteY72" fmla="*/ 4449185 h 6858000"/>
              <a:gd name="connsiteX73" fmla="*/ 5968960 w 6127519"/>
              <a:gd name="connsiteY73" fmla="*/ 4482655 h 6858000"/>
              <a:gd name="connsiteX74" fmla="*/ 5980106 w 6127519"/>
              <a:gd name="connsiteY74" fmla="*/ 4585087 h 6858000"/>
              <a:gd name="connsiteX75" fmla="*/ 5998138 w 6127519"/>
              <a:gd name="connsiteY75" fmla="*/ 4697518 h 6858000"/>
              <a:gd name="connsiteX76" fmla="*/ 6007819 w 6127519"/>
              <a:gd name="connsiteY76" fmla="*/ 4858148 h 6858000"/>
              <a:gd name="connsiteX77" fmla="*/ 6007749 w 6127519"/>
              <a:gd name="connsiteY77" fmla="*/ 4964715 h 6858000"/>
              <a:gd name="connsiteX78" fmla="*/ 6005269 w 6127519"/>
              <a:gd name="connsiteY78" fmla="*/ 5150567 h 6858000"/>
              <a:gd name="connsiteX79" fmla="*/ 6001127 w 6127519"/>
              <a:gd name="connsiteY79" fmla="*/ 5164609 h 6858000"/>
              <a:gd name="connsiteX80" fmla="*/ 5998514 w 6127519"/>
              <a:gd name="connsiteY80" fmla="*/ 5189673 h 6858000"/>
              <a:gd name="connsiteX81" fmla="*/ 6018409 w 6127519"/>
              <a:gd name="connsiteY81" fmla="*/ 5227157 h 6858000"/>
              <a:gd name="connsiteX82" fmla="*/ 6036748 w 6127519"/>
              <a:gd name="connsiteY82" fmla="*/ 5322752 h 6858000"/>
              <a:gd name="connsiteX83" fmla="*/ 6036943 w 6127519"/>
              <a:gd name="connsiteY83" fmla="*/ 5329480 h 6858000"/>
              <a:gd name="connsiteX84" fmla="*/ 6037677 w 6127519"/>
              <a:gd name="connsiteY84" fmla="*/ 5354807 h 6858000"/>
              <a:gd name="connsiteX85" fmla="*/ 6039728 w 6127519"/>
              <a:gd name="connsiteY85" fmla="*/ 5359416 h 6858000"/>
              <a:gd name="connsiteX86" fmla="*/ 6053435 w 6127519"/>
              <a:gd name="connsiteY86" fmla="*/ 5387547 h 6858000"/>
              <a:gd name="connsiteX87" fmla="*/ 6065933 w 6127519"/>
              <a:gd name="connsiteY87" fmla="*/ 5443002 h 6858000"/>
              <a:gd name="connsiteX88" fmla="*/ 6068640 w 6127519"/>
              <a:gd name="connsiteY88" fmla="*/ 5474503 h 6858000"/>
              <a:gd name="connsiteX89" fmla="*/ 6080922 w 6127519"/>
              <a:gd name="connsiteY89" fmla="*/ 5561070 h 6858000"/>
              <a:gd name="connsiteX90" fmla="*/ 6096949 w 6127519"/>
              <a:gd name="connsiteY90" fmla="*/ 5648179 h 6858000"/>
              <a:gd name="connsiteX91" fmla="*/ 6125703 w 6127519"/>
              <a:gd name="connsiteY91" fmla="*/ 5692894 h 6858000"/>
              <a:gd name="connsiteX92" fmla="*/ 6121353 w 6127519"/>
              <a:gd name="connsiteY92" fmla="*/ 5721725 h 6858000"/>
              <a:gd name="connsiteX93" fmla="*/ 6121607 w 6127519"/>
              <a:gd name="connsiteY93" fmla="*/ 5721959 h 6858000"/>
              <a:gd name="connsiteX94" fmla="*/ 6127024 w 6127519"/>
              <a:gd name="connsiteY94" fmla="*/ 5786902 h 6858000"/>
              <a:gd name="connsiteX95" fmla="*/ 6127519 w 6127519"/>
              <a:gd name="connsiteY95" fmla="*/ 5865775 h 6858000"/>
              <a:gd name="connsiteX96" fmla="*/ 6119217 w 6127519"/>
              <a:gd name="connsiteY96" fmla="*/ 5888542 h 6858000"/>
              <a:gd name="connsiteX97" fmla="*/ 6102493 w 6127519"/>
              <a:gd name="connsiteY97" fmla="*/ 5928602 h 6858000"/>
              <a:gd name="connsiteX98" fmla="*/ 6056863 w 6127519"/>
              <a:gd name="connsiteY98" fmla="*/ 6000643 h 6858000"/>
              <a:gd name="connsiteX99" fmla="*/ 6045436 w 6127519"/>
              <a:gd name="connsiteY99" fmla="*/ 6124480 h 6858000"/>
              <a:gd name="connsiteX100" fmla="*/ 6030489 w 6127519"/>
              <a:gd name="connsiteY100" fmla="*/ 6317666 h 6858000"/>
              <a:gd name="connsiteX101" fmla="*/ 6007492 w 6127519"/>
              <a:gd name="connsiteY101" fmla="*/ 6440818 h 6858000"/>
              <a:gd name="connsiteX102" fmla="*/ 6009467 w 6127519"/>
              <a:gd name="connsiteY102" fmla="*/ 6487076 h 6858000"/>
              <a:gd name="connsiteX103" fmla="*/ 5995064 w 6127519"/>
              <a:gd name="connsiteY103" fmla="*/ 6540791 h 6858000"/>
              <a:gd name="connsiteX104" fmla="*/ 6004510 w 6127519"/>
              <a:gd name="connsiteY104" fmla="*/ 6599256 h 6858000"/>
              <a:gd name="connsiteX105" fmla="*/ 5986207 w 6127519"/>
              <a:gd name="connsiteY105" fmla="*/ 6695855 h 6858000"/>
              <a:gd name="connsiteX106" fmla="*/ 5979428 w 6127519"/>
              <a:gd name="connsiteY106" fmla="*/ 6754678 h 6858000"/>
              <a:gd name="connsiteX107" fmla="*/ 5983398 w 6127519"/>
              <a:gd name="connsiteY107" fmla="*/ 6778641 h 6858000"/>
              <a:gd name="connsiteX108" fmla="*/ 5984543 w 6127519"/>
              <a:gd name="connsiteY108" fmla="*/ 6811016 h 6858000"/>
              <a:gd name="connsiteX109" fmla="*/ 5979671 w 6127519"/>
              <a:gd name="connsiteY109" fmla="*/ 6858000 h 6858000"/>
              <a:gd name="connsiteX110" fmla="*/ 0 w 6127519"/>
              <a:gd name="connsiteY110" fmla="*/ 6858000 h 6858000"/>
              <a:gd name="connsiteX111" fmla="*/ 0 w 6127519"/>
              <a:gd name="connsiteY111"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64303 w 6127519"/>
              <a:gd name="connsiteY30" fmla="*/ 2225157 h 6858000"/>
              <a:gd name="connsiteX31" fmla="*/ 5250104 w 6127519"/>
              <a:gd name="connsiteY31" fmla="*/ 2249166 h 6858000"/>
              <a:gd name="connsiteX32" fmla="*/ 5251214 w 6127519"/>
              <a:gd name="connsiteY32" fmla="*/ 2250944 h 6858000"/>
              <a:gd name="connsiteX33" fmla="*/ 5250644 w 6127519"/>
              <a:gd name="connsiteY33" fmla="*/ 2266619 h 6858000"/>
              <a:gd name="connsiteX34" fmla="*/ 5293877 w 6127519"/>
              <a:gd name="connsiteY34" fmla="*/ 2368649 h 6858000"/>
              <a:gd name="connsiteX35" fmla="*/ 5311338 w 6127519"/>
              <a:gd name="connsiteY35" fmla="*/ 2404034 h 6858000"/>
              <a:gd name="connsiteX36" fmla="*/ 5338366 w 6127519"/>
              <a:gd name="connsiteY36" fmla="*/ 2465052 h 6858000"/>
              <a:gd name="connsiteX37" fmla="*/ 5371263 w 6127519"/>
              <a:gd name="connsiteY37" fmla="*/ 2586413 h 6858000"/>
              <a:gd name="connsiteX38" fmla="*/ 5407503 w 6127519"/>
              <a:gd name="connsiteY38" fmla="*/ 2786290 h 6858000"/>
              <a:gd name="connsiteX39" fmla="*/ 5407356 w 6127519"/>
              <a:gd name="connsiteY39" fmla="*/ 2787545 h 6858000"/>
              <a:gd name="connsiteX40" fmla="*/ 5457023 w 6127519"/>
              <a:gd name="connsiteY40" fmla="*/ 2858292 h 6858000"/>
              <a:gd name="connsiteX41" fmla="*/ 5479298 w 6127519"/>
              <a:gd name="connsiteY41" fmla="*/ 2947791 h 6858000"/>
              <a:gd name="connsiteX42" fmla="*/ 5481770 w 6127519"/>
              <a:gd name="connsiteY42" fmla="*/ 2951352 h 6858000"/>
              <a:gd name="connsiteX43" fmla="*/ 5482415 w 6127519"/>
              <a:gd name="connsiteY43" fmla="*/ 3004079 h 6858000"/>
              <a:gd name="connsiteX44" fmla="*/ 5503944 w 6127519"/>
              <a:gd name="connsiteY44" fmla="*/ 3123335 h 6858000"/>
              <a:gd name="connsiteX45" fmla="*/ 5516007 w 6127519"/>
              <a:gd name="connsiteY45" fmla="*/ 3258473 h 6858000"/>
              <a:gd name="connsiteX46" fmla="*/ 5589758 w 6127519"/>
              <a:gd name="connsiteY46" fmla="*/ 3453699 h 6858000"/>
              <a:gd name="connsiteX47" fmla="*/ 5596144 w 6127519"/>
              <a:gd name="connsiteY47" fmla="*/ 3534624 h 6858000"/>
              <a:gd name="connsiteX48" fmla="*/ 5597750 w 6127519"/>
              <a:gd name="connsiteY48" fmla="*/ 3534129 h 6858000"/>
              <a:gd name="connsiteX49" fmla="*/ 5599700 w 6127519"/>
              <a:gd name="connsiteY49" fmla="*/ 3547221 h 6858000"/>
              <a:gd name="connsiteX50" fmla="*/ 5615031 w 6127519"/>
              <a:gd name="connsiteY50" fmla="*/ 3557482 h 6858000"/>
              <a:gd name="connsiteX51" fmla="*/ 5618377 w 6127519"/>
              <a:gd name="connsiteY51" fmla="*/ 3588431 h 6858000"/>
              <a:gd name="connsiteX52" fmla="*/ 5612155 w 6127519"/>
              <a:gd name="connsiteY52" fmla="*/ 3589869 h 6858000"/>
              <a:gd name="connsiteX53" fmla="*/ 5620843 w 6127519"/>
              <a:gd name="connsiteY53" fmla="*/ 3606745 h 6858000"/>
              <a:gd name="connsiteX54" fmla="*/ 5655472 w 6127519"/>
              <a:gd name="connsiteY54" fmla="*/ 3678877 h 6858000"/>
              <a:gd name="connsiteX55" fmla="*/ 5683015 w 6127519"/>
              <a:gd name="connsiteY55" fmla="*/ 3762025 h 6858000"/>
              <a:gd name="connsiteX56" fmla="*/ 5696643 w 6127519"/>
              <a:gd name="connsiteY56" fmla="*/ 3773888 h 6858000"/>
              <a:gd name="connsiteX57" fmla="*/ 5707995 w 6127519"/>
              <a:gd name="connsiteY57" fmla="*/ 3781685 h 6858000"/>
              <a:gd name="connsiteX58" fmla="*/ 5768491 w 6127519"/>
              <a:gd name="connsiteY58" fmla="*/ 3914399 h 6858000"/>
              <a:gd name="connsiteX59" fmla="*/ 5793123 w 6127519"/>
              <a:gd name="connsiteY59" fmla="*/ 3969952 h 6858000"/>
              <a:gd name="connsiteX60" fmla="*/ 5808321 w 6127519"/>
              <a:gd name="connsiteY60" fmla="*/ 3988153 h 6858000"/>
              <a:gd name="connsiteX61" fmla="*/ 5825621 w 6127519"/>
              <a:gd name="connsiteY61" fmla="*/ 4015525 h 6858000"/>
              <a:gd name="connsiteX62" fmla="*/ 5860672 w 6127519"/>
              <a:gd name="connsiteY62" fmla="*/ 4061579 h 6858000"/>
              <a:gd name="connsiteX63" fmla="*/ 5872173 w 6127519"/>
              <a:gd name="connsiteY63" fmla="*/ 4088497 h 6858000"/>
              <a:gd name="connsiteX64" fmla="*/ 5894095 w 6127519"/>
              <a:gd name="connsiteY64" fmla="*/ 4128857 h 6858000"/>
              <a:gd name="connsiteX65" fmla="*/ 5903513 w 6127519"/>
              <a:gd name="connsiteY65" fmla="*/ 4187661 h 6858000"/>
              <a:gd name="connsiteX66" fmla="*/ 5917114 w 6127519"/>
              <a:gd name="connsiteY66" fmla="*/ 4213096 h 6858000"/>
              <a:gd name="connsiteX67" fmla="*/ 5924233 w 6127519"/>
              <a:gd name="connsiteY67" fmla="*/ 4242060 h 6858000"/>
              <a:gd name="connsiteX68" fmla="*/ 5928910 w 6127519"/>
              <a:gd name="connsiteY68" fmla="*/ 4300973 h 6858000"/>
              <a:gd name="connsiteX69" fmla="*/ 5939320 w 6127519"/>
              <a:gd name="connsiteY69" fmla="*/ 4340435 h 6858000"/>
              <a:gd name="connsiteX70" fmla="*/ 5946705 w 6127519"/>
              <a:gd name="connsiteY70" fmla="*/ 4428051 h 6858000"/>
              <a:gd name="connsiteX71" fmla="*/ 5949261 w 6127519"/>
              <a:gd name="connsiteY71" fmla="*/ 4449185 h 6858000"/>
              <a:gd name="connsiteX72" fmla="*/ 5968960 w 6127519"/>
              <a:gd name="connsiteY72" fmla="*/ 4482655 h 6858000"/>
              <a:gd name="connsiteX73" fmla="*/ 5980106 w 6127519"/>
              <a:gd name="connsiteY73" fmla="*/ 4585087 h 6858000"/>
              <a:gd name="connsiteX74" fmla="*/ 5998138 w 6127519"/>
              <a:gd name="connsiteY74" fmla="*/ 4697518 h 6858000"/>
              <a:gd name="connsiteX75" fmla="*/ 6007819 w 6127519"/>
              <a:gd name="connsiteY75" fmla="*/ 4858148 h 6858000"/>
              <a:gd name="connsiteX76" fmla="*/ 6007749 w 6127519"/>
              <a:gd name="connsiteY76" fmla="*/ 4964715 h 6858000"/>
              <a:gd name="connsiteX77" fmla="*/ 6005269 w 6127519"/>
              <a:gd name="connsiteY77" fmla="*/ 5150567 h 6858000"/>
              <a:gd name="connsiteX78" fmla="*/ 6001127 w 6127519"/>
              <a:gd name="connsiteY78" fmla="*/ 5164609 h 6858000"/>
              <a:gd name="connsiteX79" fmla="*/ 5998514 w 6127519"/>
              <a:gd name="connsiteY79" fmla="*/ 5189673 h 6858000"/>
              <a:gd name="connsiteX80" fmla="*/ 6018409 w 6127519"/>
              <a:gd name="connsiteY80" fmla="*/ 5227157 h 6858000"/>
              <a:gd name="connsiteX81" fmla="*/ 6036748 w 6127519"/>
              <a:gd name="connsiteY81" fmla="*/ 5322752 h 6858000"/>
              <a:gd name="connsiteX82" fmla="*/ 6036943 w 6127519"/>
              <a:gd name="connsiteY82" fmla="*/ 5329480 h 6858000"/>
              <a:gd name="connsiteX83" fmla="*/ 6037677 w 6127519"/>
              <a:gd name="connsiteY83" fmla="*/ 5354807 h 6858000"/>
              <a:gd name="connsiteX84" fmla="*/ 6039728 w 6127519"/>
              <a:gd name="connsiteY84" fmla="*/ 5359416 h 6858000"/>
              <a:gd name="connsiteX85" fmla="*/ 6053435 w 6127519"/>
              <a:gd name="connsiteY85" fmla="*/ 5387547 h 6858000"/>
              <a:gd name="connsiteX86" fmla="*/ 6065933 w 6127519"/>
              <a:gd name="connsiteY86" fmla="*/ 5443002 h 6858000"/>
              <a:gd name="connsiteX87" fmla="*/ 6068640 w 6127519"/>
              <a:gd name="connsiteY87" fmla="*/ 5474503 h 6858000"/>
              <a:gd name="connsiteX88" fmla="*/ 6080922 w 6127519"/>
              <a:gd name="connsiteY88" fmla="*/ 5561070 h 6858000"/>
              <a:gd name="connsiteX89" fmla="*/ 6096949 w 6127519"/>
              <a:gd name="connsiteY89" fmla="*/ 5648179 h 6858000"/>
              <a:gd name="connsiteX90" fmla="*/ 6125703 w 6127519"/>
              <a:gd name="connsiteY90" fmla="*/ 5692894 h 6858000"/>
              <a:gd name="connsiteX91" fmla="*/ 6121353 w 6127519"/>
              <a:gd name="connsiteY91" fmla="*/ 5721725 h 6858000"/>
              <a:gd name="connsiteX92" fmla="*/ 6121607 w 6127519"/>
              <a:gd name="connsiteY92" fmla="*/ 5721959 h 6858000"/>
              <a:gd name="connsiteX93" fmla="*/ 6127024 w 6127519"/>
              <a:gd name="connsiteY93" fmla="*/ 5786902 h 6858000"/>
              <a:gd name="connsiteX94" fmla="*/ 6127519 w 6127519"/>
              <a:gd name="connsiteY94" fmla="*/ 5865775 h 6858000"/>
              <a:gd name="connsiteX95" fmla="*/ 6119217 w 6127519"/>
              <a:gd name="connsiteY95" fmla="*/ 5888542 h 6858000"/>
              <a:gd name="connsiteX96" fmla="*/ 6102493 w 6127519"/>
              <a:gd name="connsiteY96" fmla="*/ 5928602 h 6858000"/>
              <a:gd name="connsiteX97" fmla="*/ 6056863 w 6127519"/>
              <a:gd name="connsiteY97" fmla="*/ 6000643 h 6858000"/>
              <a:gd name="connsiteX98" fmla="*/ 6045436 w 6127519"/>
              <a:gd name="connsiteY98" fmla="*/ 6124480 h 6858000"/>
              <a:gd name="connsiteX99" fmla="*/ 6030489 w 6127519"/>
              <a:gd name="connsiteY99" fmla="*/ 6317666 h 6858000"/>
              <a:gd name="connsiteX100" fmla="*/ 6007492 w 6127519"/>
              <a:gd name="connsiteY100" fmla="*/ 6440818 h 6858000"/>
              <a:gd name="connsiteX101" fmla="*/ 6009467 w 6127519"/>
              <a:gd name="connsiteY101" fmla="*/ 6487076 h 6858000"/>
              <a:gd name="connsiteX102" fmla="*/ 5995064 w 6127519"/>
              <a:gd name="connsiteY102" fmla="*/ 6540791 h 6858000"/>
              <a:gd name="connsiteX103" fmla="*/ 6004510 w 6127519"/>
              <a:gd name="connsiteY103" fmla="*/ 6599256 h 6858000"/>
              <a:gd name="connsiteX104" fmla="*/ 5986207 w 6127519"/>
              <a:gd name="connsiteY104" fmla="*/ 6695855 h 6858000"/>
              <a:gd name="connsiteX105" fmla="*/ 5979428 w 6127519"/>
              <a:gd name="connsiteY105" fmla="*/ 6754678 h 6858000"/>
              <a:gd name="connsiteX106" fmla="*/ 5983398 w 6127519"/>
              <a:gd name="connsiteY106" fmla="*/ 6778641 h 6858000"/>
              <a:gd name="connsiteX107" fmla="*/ 5984543 w 6127519"/>
              <a:gd name="connsiteY107" fmla="*/ 6811016 h 6858000"/>
              <a:gd name="connsiteX108" fmla="*/ 5979671 w 6127519"/>
              <a:gd name="connsiteY108" fmla="*/ 6858000 h 6858000"/>
              <a:gd name="connsiteX109" fmla="*/ 0 w 6127519"/>
              <a:gd name="connsiteY109" fmla="*/ 6858000 h 6858000"/>
              <a:gd name="connsiteX110" fmla="*/ 0 w 6127519"/>
              <a:gd name="connsiteY110"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207370 w 6127519"/>
              <a:gd name="connsiteY18" fmla="*/ 1138097 h 6858000"/>
              <a:gd name="connsiteX19" fmla="*/ 5189234 w 6127519"/>
              <a:gd name="connsiteY19" fmla="*/ 1193495 h 6858000"/>
              <a:gd name="connsiteX20" fmla="*/ 5202769 w 6127519"/>
              <a:gd name="connsiteY20" fmla="*/ 1269450 h 6858000"/>
              <a:gd name="connsiteX21" fmla="*/ 5225968 w 6127519"/>
              <a:gd name="connsiteY21" fmla="*/ 1357994 h 6858000"/>
              <a:gd name="connsiteX22" fmla="*/ 5233819 w 6127519"/>
              <a:gd name="connsiteY22" fmla="*/ 1380922 h 6858000"/>
              <a:gd name="connsiteX23" fmla="*/ 5237226 w 6127519"/>
              <a:gd name="connsiteY23" fmla="*/ 1441327 h 6858000"/>
              <a:gd name="connsiteX24" fmla="*/ 5255653 w 6127519"/>
              <a:gd name="connsiteY24" fmla="*/ 1524712 h 6858000"/>
              <a:gd name="connsiteX25" fmla="*/ 5263491 w 6127519"/>
              <a:gd name="connsiteY25" fmla="*/ 1642938 h 6858000"/>
              <a:gd name="connsiteX26" fmla="*/ 5261314 w 6127519"/>
              <a:gd name="connsiteY26" fmla="*/ 1689177 h 6858000"/>
              <a:gd name="connsiteX27" fmla="*/ 5259788 w 6127519"/>
              <a:gd name="connsiteY27" fmla="*/ 1768516 h 6858000"/>
              <a:gd name="connsiteX28" fmla="*/ 5255696 w 6127519"/>
              <a:gd name="connsiteY28" fmla="*/ 1953770 h 6858000"/>
              <a:gd name="connsiteX29" fmla="*/ 5252592 w 6127519"/>
              <a:gd name="connsiteY29" fmla="*/ 2092210 h 6858000"/>
              <a:gd name="connsiteX30" fmla="*/ 5250104 w 6127519"/>
              <a:gd name="connsiteY30" fmla="*/ 2249166 h 6858000"/>
              <a:gd name="connsiteX31" fmla="*/ 5251214 w 6127519"/>
              <a:gd name="connsiteY31" fmla="*/ 2250944 h 6858000"/>
              <a:gd name="connsiteX32" fmla="*/ 5250644 w 6127519"/>
              <a:gd name="connsiteY32" fmla="*/ 2266619 h 6858000"/>
              <a:gd name="connsiteX33" fmla="*/ 5293877 w 6127519"/>
              <a:gd name="connsiteY33" fmla="*/ 2368649 h 6858000"/>
              <a:gd name="connsiteX34" fmla="*/ 5311338 w 6127519"/>
              <a:gd name="connsiteY34" fmla="*/ 2404034 h 6858000"/>
              <a:gd name="connsiteX35" fmla="*/ 5338366 w 6127519"/>
              <a:gd name="connsiteY35" fmla="*/ 2465052 h 6858000"/>
              <a:gd name="connsiteX36" fmla="*/ 5371263 w 6127519"/>
              <a:gd name="connsiteY36" fmla="*/ 2586413 h 6858000"/>
              <a:gd name="connsiteX37" fmla="*/ 5407503 w 6127519"/>
              <a:gd name="connsiteY37" fmla="*/ 2786290 h 6858000"/>
              <a:gd name="connsiteX38" fmla="*/ 5407356 w 6127519"/>
              <a:gd name="connsiteY38" fmla="*/ 2787545 h 6858000"/>
              <a:gd name="connsiteX39" fmla="*/ 5457023 w 6127519"/>
              <a:gd name="connsiteY39" fmla="*/ 2858292 h 6858000"/>
              <a:gd name="connsiteX40" fmla="*/ 5479298 w 6127519"/>
              <a:gd name="connsiteY40" fmla="*/ 2947791 h 6858000"/>
              <a:gd name="connsiteX41" fmla="*/ 5481770 w 6127519"/>
              <a:gd name="connsiteY41" fmla="*/ 2951352 h 6858000"/>
              <a:gd name="connsiteX42" fmla="*/ 5482415 w 6127519"/>
              <a:gd name="connsiteY42" fmla="*/ 3004079 h 6858000"/>
              <a:gd name="connsiteX43" fmla="*/ 5503944 w 6127519"/>
              <a:gd name="connsiteY43" fmla="*/ 3123335 h 6858000"/>
              <a:gd name="connsiteX44" fmla="*/ 5516007 w 6127519"/>
              <a:gd name="connsiteY44" fmla="*/ 3258473 h 6858000"/>
              <a:gd name="connsiteX45" fmla="*/ 5589758 w 6127519"/>
              <a:gd name="connsiteY45" fmla="*/ 3453699 h 6858000"/>
              <a:gd name="connsiteX46" fmla="*/ 5596144 w 6127519"/>
              <a:gd name="connsiteY46" fmla="*/ 3534624 h 6858000"/>
              <a:gd name="connsiteX47" fmla="*/ 5597750 w 6127519"/>
              <a:gd name="connsiteY47" fmla="*/ 3534129 h 6858000"/>
              <a:gd name="connsiteX48" fmla="*/ 5599700 w 6127519"/>
              <a:gd name="connsiteY48" fmla="*/ 3547221 h 6858000"/>
              <a:gd name="connsiteX49" fmla="*/ 5615031 w 6127519"/>
              <a:gd name="connsiteY49" fmla="*/ 3557482 h 6858000"/>
              <a:gd name="connsiteX50" fmla="*/ 5618377 w 6127519"/>
              <a:gd name="connsiteY50" fmla="*/ 3588431 h 6858000"/>
              <a:gd name="connsiteX51" fmla="*/ 5612155 w 6127519"/>
              <a:gd name="connsiteY51" fmla="*/ 3589869 h 6858000"/>
              <a:gd name="connsiteX52" fmla="*/ 5620843 w 6127519"/>
              <a:gd name="connsiteY52" fmla="*/ 3606745 h 6858000"/>
              <a:gd name="connsiteX53" fmla="*/ 5655472 w 6127519"/>
              <a:gd name="connsiteY53" fmla="*/ 3678877 h 6858000"/>
              <a:gd name="connsiteX54" fmla="*/ 5683015 w 6127519"/>
              <a:gd name="connsiteY54" fmla="*/ 3762025 h 6858000"/>
              <a:gd name="connsiteX55" fmla="*/ 5696643 w 6127519"/>
              <a:gd name="connsiteY55" fmla="*/ 3773888 h 6858000"/>
              <a:gd name="connsiteX56" fmla="*/ 5707995 w 6127519"/>
              <a:gd name="connsiteY56" fmla="*/ 3781685 h 6858000"/>
              <a:gd name="connsiteX57" fmla="*/ 5768491 w 6127519"/>
              <a:gd name="connsiteY57" fmla="*/ 3914399 h 6858000"/>
              <a:gd name="connsiteX58" fmla="*/ 5793123 w 6127519"/>
              <a:gd name="connsiteY58" fmla="*/ 3969952 h 6858000"/>
              <a:gd name="connsiteX59" fmla="*/ 5808321 w 6127519"/>
              <a:gd name="connsiteY59" fmla="*/ 3988153 h 6858000"/>
              <a:gd name="connsiteX60" fmla="*/ 5825621 w 6127519"/>
              <a:gd name="connsiteY60" fmla="*/ 4015525 h 6858000"/>
              <a:gd name="connsiteX61" fmla="*/ 5860672 w 6127519"/>
              <a:gd name="connsiteY61" fmla="*/ 4061579 h 6858000"/>
              <a:gd name="connsiteX62" fmla="*/ 5872173 w 6127519"/>
              <a:gd name="connsiteY62" fmla="*/ 4088497 h 6858000"/>
              <a:gd name="connsiteX63" fmla="*/ 5894095 w 6127519"/>
              <a:gd name="connsiteY63" fmla="*/ 4128857 h 6858000"/>
              <a:gd name="connsiteX64" fmla="*/ 5903513 w 6127519"/>
              <a:gd name="connsiteY64" fmla="*/ 4187661 h 6858000"/>
              <a:gd name="connsiteX65" fmla="*/ 5917114 w 6127519"/>
              <a:gd name="connsiteY65" fmla="*/ 4213096 h 6858000"/>
              <a:gd name="connsiteX66" fmla="*/ 5924233 w 6127519"/>
              <a:gd name="connsiteY66" fmla="*/ 4242060 h 6858000"/>
              <a:gd name="connsiteX67" fmla="*/ 5928910 w 6127519"/>
              <a:gd name="connsiteY67" fmla="*/ 4300973 h 6858000"/>
              <a:gd name="connsiteX68" fmla="*/ 5939320 w 6127519"/>
              <a:gd name="connsiteY68" fmla="*/ 4340435 h 6858000"/>
              <a:gd name="connsiteX69" fmla="*/ 5946705 w 6127519"/>
              <a:gd name="connsiteY69" fmla="*/ 4428051 h 6858000"/>
              <a:gd name="connsiteX70" fmla="*/ 5949261 w 6127519"/>
              <a:gd name="connsiteY70" fmla="*/ 4449185 h 6858000"/>
              <a:gd name="connsiteX71" fmla="*/ 5968960 w 6127519"/>
              <a:gd name="connsiteY71" fmla="*/ 4482655 h 6858000"/>
              <a:gd name="connsiteX72" fmla="*/ 5980106 w 6127519"/>
              <a:gd name="connsiteY72" fmla="*/ 4585087 h 6858000"/>
              <a:gd name="connsiteX73" fmla="*/ 5998138 w 6127519"/>
              <a:gd name="connsiteY73" fmla="*/ 4697518 h 6858000"/>
              <a:gd name="connsiteX74" fmla="*/ 6007819 w 6127519"/>
              <a:gd name="connsiteY74" fmla="*/ 4858148 h 6858000"/>
              <a:gd name="connsiteX75" fmla="*/ 6007749 w 6127519"/>
              <a:gd name="connsiteY75" fmla="*/ 4964715 h 6858000"/>
              <a:gd name="connsiteX76" fmla="*/ 6005269 w 6127519"/>
              <a:gd name="connsiteY76" fmla="*/ 5150567 h 6858000"/>
              <a:gd name="connsiteX77" fmla="*/ 6001127 w 6127519"/>
              <a:gd name="connsiteY77" fmla="*/ 5164609 h 6858000"/>
              <a:gd name="connsiteX78" fmla="*/ 5998514 w 6127519"/>
              <a:gd name="connsiteY78" fmla="*/ 5189673 h 6858000"/>
              <a:gd name="connsiteX79" fmla="*/ 6018409 w 6127519"/>
              <a:gd name="connsiteY79" fmla="*/ 5227157 h 6858000"/>
              <a:gd name="connsiteX80" fmla="*/ 6036748 w 6127519"/>
              <a:gd name="connsiteY80" fmla="*/ 5322752 h 6858000"/>
              <a:gd name="connsiteX81" fmla="*/ 6036943 w 6127519"/>
              <a:gd name="connsiteY81" fmla="*/ 5329480 h 6858000"/>
              <a:gd name="connsiteX82" fmla="*/ 6037677 w 6127519"/>
              <a:gd name="connsiteY82" fmla="*/ 5354807 h 6858000"/>
              <a:gd name="connsiteX83" fmla="*/ 6039728 w 6127519"/>
              <a:gd name="connsiteY83" fmla="*/ 5359416 h 6858000"/>
              <a:gd name="connsiteX84" fmla="*/ 6053435 w 6127519"/>
              <a:gd name="connsiteY84" fmla="*/ 5387547 h 6858000"/>
              <a:gd name="connsiteX85" fmla="*/ 6065933 w 6127519"/>
              <a:gd name="connsiteY85" fmla="*/ 5443002 h 6858000"/>
              <a:gd name="connsiteX86" fmla="*/ 6068640 w 6127519"/>
              <a:gd name="connsiteY86" fmla="*/ 5474503 h 6858000"/>
              <a:gd name="connsiteX87" fmla="*/ 6080922 w 6127519"/>
              <a:gd name="connsiteY87" fmla="*/ 5561070 h 6858000"/>
              <a:gd name="connsiteX88" fmla="*/ 6096949 w 6127519"/>
              <a:gd name="connsiteY88" fmla="*/ 5648179 h 6858000"/>
              <a:gd name="connsiteX89" fmla="*/ 6125703 w 6127519"/>
              <a:gd name="connsiteY89" fmla="*/ 5692894 h 6858000"/>
              <a:gd name="connsiteX90" fmla="*/ 6121353 w 6127519"/>
              <a:gd name="connsiteY90" fmla="*/ 5721725 h 6858000"/>
              <a:gd name="connsiteX91" fmla="*/ 6121607 w 6127519"/>
              <a:gd name="connsiteY91" fmla="*/ 5721959 h 6858000"/>
              <a:gd name="connsiteX92" fmla="*/ 6127024 w 6127519"/>
              <a:gd name="connsiteY92" fmla="*/ 5786902 h 6858000"/>
              <a:gd name="connsiteX93" fmla="*/ 6127519 w 6127519"/>
              <a:gd name="connsiteY93" fmla="*/ 5865775 h 6858000"/>
              <a:gd name="connsiteX94" fmla="*/ 6119217 w 6127519"/>
              <a:gd name="connsiteY94" fmla="*/ 5888542 h 6858000"/>
              <a:gd name="connsiteX95" fmla="*/ 6102493 w 6127519"/>
              <a:gd name="connsiteY95" fmla="*/ 5928602 h 6858000"/>
              <a:gd name="connsiteX96" fmla="*/ 6056863 w 6127519"/>
              <a:gd name="connsiteY96" fmla="*/ 6000643 h 6858000"/>
              <a:gd name="connsiteX97" fmla="*/ 6045436 w 6127519"/>
              <a:gd name="connsiteY97" fmla="*/ 6124480 h 6858000"/>
              <a:gd name="connsiteX98" fmla="*/ 6030489 w 6127519"/>
              <a:gd name="connsiteY98" fmla="*/ 6317666 h 6858000"/>
              <a:gd name="connsiteX99" fmla="*/ 6007492 w 6127519"/>
              <a:gd name="connsiteY99" fmla="*/ 6440818 h 6858000"/>
              <a:gd name="connsiteX100" fmla="*/ 6009467 w 6127519"/>
              <a:gd name="connsiteY100" fmla="*/ 6487076 h 6858000"/>
              <a:gd name="connsiteX101" fmla="*/ 5995064 w 6127519"/>
              <a:gd name="connsiteY101" fmla="*/ 6540791 h 6858000"/>
              <a:gd name="connsiteX102" fmla="*/ 6004510 w 6127519"/>
              <a:gd name="connsiteY102" fmla="*/ 6599256 h 6858000"/>
              <a:gd name="connsiteX103" fmla="*/ 5986207 w 6127519"/>
              <a:gd name="connsiteY103" fmla="*/ 6695855 h 6858000"/>
              <a:gd name="connsiteX104" fmla="*/ 5979428 w 6127519"/>
              <a:gd name="connsiteY104" fmla="*/ 6754678 h 6858000"/>
              <a:gd name="connsiteX105" fmla="*/ 5983398 w 6127519"/>
              <a:gd name="connsiteY105" fmla="*/ 6778641 h 6858000"/>
              <a:gd name="connsiteX106" fmla="*/ 5984543 w 6127519"/>
              <a:gd name="connsiteY106" fmla="*/ 6811016 h 6858000"/>
              <a:gd name="connsiteX107" fmla="*/ 5979671 w 6127519"/>
              <a:gd name="connsiteY107" fmla="*/ 6858000 h 6858000"/>
              <a:gd name="connsiteX108" fmla="*/ 0 w 6127519"/>
              <a:gd name="connsiteY108" fmla="*/ 6858000 h 6858000"/>
              <a:gd name="connsiteX109" fmla="*/ 0 w 6127519"/>
              <a:gd name="connsiteY109"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10428 w 6127519"/>
              <a:gd name="connsiteY13" fmla="*/ 815772 h 6858000"/>
              <a:gd name="connsiteX14" fmla="*/ 5221088 w 6127519"/>
              <a:gd name="connsiteY14" fmla="*/ 860193 h 6858000"/>
              <a:gd name="connsiteX15" fmla="*/ 5230806 w 6127519"/>
              <a:gd name="connsiteY15" fmla="*/ 961354 h 6858000"/>
              <a:gd name="connsiteX16" fmla="*/ 5201018 w 6127519"/>
              <a:gd name="connsiteY16" fmla="*/ 1095027 h 6858000"/>
              <a:gd name="connsiteX17" fmla="*/ 5202153 w 6127519"/>
              <a:gd name="connsiteY17" fmla="*/ 1133224 h 6858000"/>
              <a:gd name="connsiteX18" fmla="*/ 5189234 w 6127519"/>
              <a:gd name="connsiteY18" fmla="*/ 1193495 h 6858000"/>
              <a:gd name="connsiteX19" fmla="*/ 5202769 w 6127519"/>
              <a:gd name="connsiteY19" fmla="*/ 1269450 h 6858000"/>
              <a:gd name="connsiteX20" fmla="*/ 5225968 w 6127519"/>
              <a:gd name="connsiteY20" fmla="*/ 1357994 h 6858000"/>
              <a:gd name="connsiteX21" fmla="*/ 5233819 w 6127519"/>
              <a:gd name="connsiteY21" fmla="*/ 1380922 h 6858000"/>
              <a:gd name="connsiteX22" fmla="*/ 5237226 w 6127519"/>
              <a:gd name="connsiteY22" fmla="*/ 1441327 h 6858000"/>
              <a:gd name="connsiteX23" fmla="*/ 5255653 w 6127519"/>
              <a:gd name="connsiteY23" fmla="*/ 1524712 h 6858000"/>
              <a:gd name="connsiteX24" fmla="*/ 5263491 w 6127519"/>
              <a:gd name="connsiteY24" fmla="*/ 1642938 h 6858000"/>
              <a:gd name="connsiteX25" fmla="*/ 5261314 w 6127519"/>
              <a:gd name="connsiteY25" fmla="*/ 1689177 h 6858000"/>
              <a:gd name="connsiteX26" fmla="*/ 5259788 w 6127519"/>
              <a:gd name="connsiteY26" fmla="*/ 1768516 h 6858000"/>
              <a:gd name="connsiteX27" fmla="*/ 5255696 w 6127519"/>
              <a:gd name="connsiteY27" fmla="*/ 1953770 h 6858000"/>
              <a:gd name="connsiteX28" fmla="*/ 5252592 w 6127519"/>
              <a:gd name="connsiteY28" fmla="*/ 2092210 h 6858000"/>
              <a:gd name="connsiteX29" fmla="*/ 5250104 w 6127519"/>
              <a:gd name="connsiteY29" fmla="*/ 2249166 h 6858000"/>
              <a:gd name="connsiteX30" fmla="*/ 5251214 w 6127519"/>
              <a:gd name="connsiteY30" fmla="*/ 2250944 h 6858000"/>
              <a:gd name="connsiteX31" fmla="*/ 5250644 w 6127519"/>
              <a:gd name="connsiteY31" fmla="*/ 2266619 h 6858000"/>
              <a:gd name="connsiteX32" fmla="*/ 5293877 w 6127519"/>
              <a:gd name="connsiteY32" fmla="*/ 2368649 h 6858000"/>
              <a:gd name="connsiteX33" fmla="*/ 5311338 w 6127519"/>
              <a:gd name="connsiteY33" fmla="*/ 2404034 h 6858000"/>
              <a:gd name="connsiteX34" fmla="*/ 5338366 w 6127519"/>
              <a:gd name="connsiteY34" fmla="*/ 2465052 h 6858000"/>
              <a:gd name="connsiteX35" fmla="*/ 5371263 w 6127519"/>
              <a:gd name="connsiteY35" fmla="*/ 2586413 h 6858000"/>
              <a:gd name="connsiteX36" fmla="*/ 5407503 w 6127519"/>
              <a:gd name="connsiteY36" fmla="*/ 2786290 h 6858000"/>
              <a:gd name="connsiteX37" fmla="*/ 5407356 w 6127519"/>
              <a:gd name="connsiteY37" fmla="*/ 2787545 h 6858000"/>
              <a:gd name="connsiteX38" fmla="*/ 5457023 w 6127519"/>
              <a:gd name="connsiteY38" fmla="*/ 2858292 h 6858000"/>
              <a:gd name="connsiteX39" fmla="*/ 5479298 w 6127519"/>
              <a:gd name="connsiteY39" fmla="*/ 2947791 h 6858000"/>
              <a:gd name="connsiteX40" fmla="*/ 5481770 w 6127519"/>
              <a:gd name="connsiteY40" fmla="*/ 2951352 h 6858000"/>
              <a:gd name="connsiteX41" fmla="*/ 5482415 w 6127519"/>
              <a:gd name="connsiteY41" fmla="*/ 3004079 h 6858000"/>
              <a:gd name="connsiteX42" fmla="*/ 5503944 w 6127519"/>
              <a:gd name="connsiteY42" fmla="*/ 3123335 h 6858000"/>
              <a:gd name="connsiteX43" fmla="*/ 5516007 w 6127519"/>
              <a:gd name="connsiteY43" fmla="*/ 3258473 h 6858000"/>
              <a:gd name="connsiteX44" fmla="*/ 5589758 w 6127519"/>
              <a:gd name="connsiteY44" fmla="*/ 3453699 h 6858000"/>
              <a:gd name="connsiteX45" fmla="*/ 5596144 w 6127519"/>
              <a:gd name="connsiteY45" fmla="*/ 3534624 h 6858000"/>
              <a:gd name="connsiteX46" fmla="*/ 5597750 w 6127519"/>
              <a:gd name="connsiteY46" fmla="*/ 3534129 h 6858000"/>
              <a:gd name="connsiteX47" fmla="*/ 5599700 w 6127519"/>
              <a:gd name="connsiteY47" fmla="*/ 3547221 h 6858000"/>
              <a:gd name="connsiteX48" fmla="*/ 5615031 w 6127519"/>
              <a:gd name="connsiteY48" fmla="*/ 3557482 h 6858000"/>
              <a:gd name="connsiteX49" fmla="*/ 5618377 w 6127519"/>
              <a:gd name="connsiteY49" fmla="*/ 3588431 h 6858000"/>
              <a:gd name="connsiteX50" fmla="*/ 5612155 w 6127519"/>
              <a:gd name="connsiteY50" fmla="*/ 3589869 h 6858000"/>
              <a:gd name="connsiteX51" fmla="*/ 5620843 w 6127519"/>
              <a:gd name="connsiteY51" fmla="*/ 3606745 h 6858000"/>
              <a:gd name="connsiteX52" fmla="*/ 5655472 w 6127519"/>
              <a:gd name="connsiteY52" fmla="*/ 3678877 h 6858000"/>
              <a:gd name="connsiteX53" fmla="*/ 5683015 w 6127519"/>
              <a:gd name="connsiteY53" fmla="*/ 3762025 h 6858000"/>
              <a:gd name="connsiteX54" fmla="*/ 5696643 w 6127519"/>
              <a:gd name="connsiteY54" fmla="*/ 3773888 h 6858000"/>
              <a:gd name="connsiteX55" fmla="*/ 5707995 w 6127519"/>
              <a:gd name="connsiteY55" fmla="*/ 3781685 h 6858000"/>
              <a:gd name="connsiteX56" fmla="*/ 5768491 w 6127519"/>
              <a:gd name="connsiteY56" fmla="*/ 3914399 h 6858000"/>
              <a:gd name="connsiteX57" fmla="*/ 5793123 w 6127519"/>
              <a:gd name="connsiteY57" fmla="*/ 3969952 h 6858000"/>
              <a:gd name="connsiteX58" fmla="*/ 5808321 w 6127519"/>
              <a:gd name="connsiteY58" fmla="*/ 3988153 h 6858000"/>
              <a:gd name="connsiteX59" fmla="*/ 5825621 w 6127519"/>
              <a:gd name="connsiteY59" fmla="*/ 4015525 h 6858000"/>
              <a:gd name="connsiteX60" fmla="*/ 5860672 w 6127519"/>
              <a:gd name="connsiteY60" fmla="*/ 4061579 h 6858000"/>
              <a:gd name="connsiteX61" fmla="*/ 5872173 w 6127519"/>
              <a:gd name="connsiteY61" fmla="*/ 4088497 h 6858000"/>
              <a:gd name="connsiteX62" fmla="*/ 5894095 w 6127519"/>
              <a:gd name="connsiteY62" fmla="*/ 4128857 h 6858000"/>
              <a:gd name="connsiteX63" fmla="*/ 5903513 w 6127519"/>
              <a:gd name="connsiteY63" fmla="*/ 4187661 h 6858000"/>
              <a:gd name="connsiteX64" fmla="*/ 5917114 w 6127519"/>
              <a:gd name="connsiteY64" fmla="*/ 4213096 h 6858000"/>
              <a:gd name="connsiteX65" fmla="*/ 5924233 w 6127519"/>
              <a:gd name="connsiteY65" fmla="*/ 4242060 h 6858000"/>
              <a:gd name="connsiteX66" fmla="*/ 5928910 w 6127519"/>
              <a:gd name="connsiteY66" fmla="*/ 4300973 h 6858000"/>
              <a:gd name="connsiteX67" fmla="*/ 5939320 w 6127519"/>
              <a:gd name="connsiteY67" fmla="*/ 4340435 h 6858000"/>
              <a:gd name="connsiteX68" fmla="*/ 5946705 w 6127519"/>
              <a:gd name="connsiteY68" fmla="*/ 4428051 h 6858000"/>
              <a:gd name="connsiteX69" fmla="*/ 5949261 w 6127519"/>
              <a:gd name="connsiteY69" fmla="*/ 4449185 h 6858000"/>
              <a:gd name="connsiteX70" fmla="*/ 5968960 w 6127519"/>
              <a:gd name="connsiteY70" fmla="*/ 4482655 h 6858000"/>
              <a:gd name="connsiteX71" fmla="*/ 5980106 w 6127519"/>
              <a:gd name="connsiteY71" fmla="*/ 4585087 h 6858000"/>
              <a:gd name="connsiteX72" fmla="*/ 5998138 w 6127519"/>
              <a:gd name="connsiteY72" fmla="*/ 4697518 h 6858000"/>
              <a:gd name="connsiteX73" fmla="*/ 6007819 w 6127519"/>
              <a:gd name="connsiteY73" fmla="*/ 4858148 h 6858000"/>
              <a:gd name="connsiteX74" fmla="*/ 6007749 w 6127519"/>
              <a:gd name="connsiteY74" fmla="*/ 4964715 h 6858000"/>
              <a:gd name="connsiteX75" fmla="*/ 6005269 w 6127519"/>
              <a:gd name="connsiteY75" fmla="*/ 5150567 h 6858000"/>
              <a:gd name="connsiteX76" fmla="*/ 6001127 w 6127519"/>
              <a:gd name="connsiteY76" fmla="*/ 5164609 h 6858000"/>
              <a:gd name="connsiteX77" fmla="*/ 5998514 w 6127519"/>
              <a:gd name="connsiteY77" fmla="*/ 5189673 h 6858000"/>
              <a:gd name="connsiteX78" fmla="*/ 6018409 w 6127519"/>
              <a:gd name="connsiteY78" fmla="*/ 5227157 h 6858000"/>
              <a:gd name="connsiteX79" fmla="*/ 6036748 w 6127519"/>
              <a:gd name="connsiteY79" fmla="*/ 5322752 h 6858000"/>
              <a:gd name="connsiteX80" fmla="*/ 6036943 w 6127519"/>
              <a:gd name="connsiteY80" fmla="*/ 5329480 h 6858000"/>
              <a:gd name="connsiteX81" fmla="*/ 6037677 w 6127519"/>
              <a:gd name="connsiteY81" fmla="*/ 5354807 h 6858000"/>
              <a:gd name="connsiteX82" fmla="*/ 6039728 w 6127519"/>
              <a:gd name="connsiteY82" fmla="*/ 5359416 h 6858000"/>
              <a:gd name="connsiteX83" fmla="*/ 6053435 w 6127519"/>
              <a:gd name="connsiteY83" fmla="*/ 5387547 h 6858000"/>
              <a:gd name="connsiteX84" fmla="*/ 6065933 w 6127519"/>
              <a:gd name="connsiteY84" fmla="*/ 5443002 h 6858000"/>
              <a:gd name="connsiteX85" fmla="*/ 6068640 w 6127519"/>
              <a:gd name="connsiteY85" fmla="*/ 5474503 h 6858000"/>
              <a:gd name="connsiteX86" fmla="*/ 6080922 w 6127519"/>
              <a:gd name="connsiteY86" fmla="*/ 5561070 h 6858000"/>
              <a:gd name="connsiteX87" fmla="*/ 6096949 w 6127519"/>
              <a:gd name="connsiteY87" fmla="*/ 5648179 h 6858000"/>
              <a:gd name="connsiteX88" fmla="*/ 6125703 w 6127519"/>
              <a:gd name="connsiteY88" fmla="*/ 5692894 h 6858000"/>
              <a:gd name="connsiteX89" fmla="*/ 6121353 w 6127519"/>
              <a:gd name="connsiteY89" fmla="*/ 5721725 h 6858000"/>
              <a:gd name="connsiteX90" fmla="*/ 6121607 w 6127519"/>
              <a:gd name="connsiteY90" fmla="*/ 5721959 h 6858000"/>
              <a:gd name="connsiteX91" fmla="*/ 6127024 w 6127519"/>
              <a:gd name="connsiteY91" fmla="*/ 5786902 h 6858000"/>
              <a:gd name="connsiteX92" fmla="*/ 6127519 w 6127519"/>
              <a:gd name="connsiteY92" fmla="*/ 5865775 h 6858000"/>
              <a:gd name="connsiteX93" fmla="*/ 6119217 w 6127519"/>
              <a:gd name="connsiteY93" fmla="*/ 5888542 h 6858000"/>
              <a:gd name="connsiteX94" fmla="*/ 6102493 w 6127519"/>
              <a:gd name="connsiteY94" fmla="*/ 5928602 h 6858000"/>
              <a:gd name="connsiteX95" fmla="*/ 6056863 w 6127519"/>
              <a:gd name="connsiteY95" fmla="*/ 6000643 h 6858000"/>
              <a:gd name="connsiteX96" fmla="*/ 6045436 w 6127519"/>
              <a:gd name="connsiteY96" fmla="*/ 6124480 h 6858000"/>
              <a:gd name="connsiteX97" fmla="*/ 6030489 w 6127519"/>
              <a:gd name="connsiteY97" fmla="*/ 6317666 h 6858000"/>
              <a:gd name="connsiteX98" fmla="*/ 6007492 w 6127519"/>
              <a:gd name="connsiteY98" fmla="*/ 6440818 h 6858000"/>
              <a:gd name="connsiteX99" fmla="*/ 6009467 w 6127519"/>
              <a:gd name="connsiteY99" fmla="*/ 6487076 h 6858000"/>
              <a:gd name="connsiteX100" fmla="*/ 5995064 w 6127519"/>
              <a:gd name="connsiteY100" fmla="*/ 6540791 h 6858000"/>
              <a:gd name="connsiteX101" fmla="*/ 6004510 w 6127519"/>
              <a:gd name="connsiteY101" fmla="*/ 6599256 h 6858000"/>
              <a:gd name="connsiteX102" fmla="*/ 5986207 w 6127519"/>
              <a:gd name="connsiteY102" fmla="*/ 6695855 h 6858000"/>
              <a:gd name="connsiteX103" fmla="*/ 5979428 w 6127519"/>
              <a:gd name="connsiteY103" fmla="*/ 6754678 h 6858000"/>
              <a:gd name="connsiteX104" fmla="*/ 5983398 w 6127519"/>
              <a:gd name="connsiteY104" fmla="*/ 6778641 h 6858000"/>
              <a:gd name="connsiteX105" fmla="*/ 5984543 w 6127519"/>
              <a:gd name="connsiteY105" fmla="*/ 6811016 h 6858000"/>
              <a:gd name="connsiteX106" fmla="*/ 5979671 w 6127519"/>
              <a:gd name="connsiteY106" fmla="*/ 6858000 h 6858000"/>
              <a:gd name="connsiteX107" fmla="*/ 0 w 6127519"/>
              <a:gd name="connsiteY107" fmla="*/ 6858000 h 6858000"/>
              <a:gd name="connsiteX108" fmla="*/ 0 w 6127519"/>
              <a:gd name="connsiteY108"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21088 w 6127519"/>
              <a:gd name="connsiteY13" fmla="*/ 860193 h 6858000"/>
              <a:gd name="connsiteX14" fmla="*/ 5230806 w 6127519"/>
              <a:gd name="connsiteY14" fmla="*/ 961354 h 6858000"/>
              <a:gd name="connsiteX15" fmla="*/ 5201018 w 6127519"/>
              <a:gd name="connsiteY15" fmla="*/ 1095027 h 6858000"/>
              <a:gd name="connsiteX16" fmla="*/ 5202153 w 6127519"/>
              <a:gd name="connsiteY16" fmla="*/ 1133224 h 6858000"/>
              <a:gd name="connsiteX17" fmla="*/ 5189234 w 6127519"/>
              <a:gd name="connsiteY17" fmla="*/ 1193495 h 6858000"/>
              <a:gd name="connsiteX18" fmla="*/ 5202769 w 6127519"/>
              <a:gd name="connsiteY18" fmla="*/ 1269450 h 6858000"/>
              <a:gd name="connsiteX19" fmla="*/ 5225968 w 6127519"/>
              <a:gd name="connsiteY19" fmla="*/ 1357994 h 6858000"/>
              <a:gd name="connsiteX20" fmla="*/ 5233819 w 6127519"/>
              <a:gd name="connsiteY20" fmla="*/ 1380922 h 6858000"/>
              <a:gd name="connsiteX21" fmla="*/ 5237226 w 6127519"/>
              <a:gd name="connsiteY21" fmla="*/ 1441327 h 6858000"/>
              <a:gd name="connsiteX22" fmla="*/ 5255653 w 6127519"/>
              <a:gd name="connsiteY22" fmla="*/ 1524712 h 6858000"/>
              <a:gd name="connsiteX23" fmla="*/ 5263491 w 6127519"/>
              <a:gd name="connsiteY23" fmla="*/ 1642938 h 6858000"/>
              <a:gd name="connsiteX24" fmla="*/ 5261314 w 6127519"/>
              <a:gd name="connsiteY24" fmla="*/ 1689177 h 6858000"/>
              <a:gd name="connsiteX25" fmla="*/ 5259788 w 6127519"/>
              <a:gd name="connsiteY25" fmla="*/ 1768516 h 6858000"/>
              <a:gd name="connsiteX26" fmla="*/ 5255696 w 6127519"/>
              <a:gd name="connsiteY26" fmla="*/ 1953770 h 6858000"/>
              <a:gd name="connsiteX27" fmla="*/ 5252592 w 6127519"/>
              <a:gd name="connsiteY27" fmla="*/ 2092210 h 6858000"/>
              <a:gd name="connsiteX28" fmla="*/ 5250104 w 6127519"/>
              <a:gd name="connsiteY28" fmla="*/ 2249166 h 6858000"/>
              <a:gd name="connsiteX29" fmla="*/ 5251214 w 6127519"/>
              <a:gd name="connsiteY29" fmla="*/ 2250944 h 6858000"/>
              <a:gd name="connsiteX30" fmla="*/ 5250644 w 6127519"/>
              <a:gd name="connsiteY30" fmla="*/ 2266619 h 6858000"/>
              <a:gd name="connsiteX31" fmla="*/ 5293877 w 6127519"/>
              <a:gd name="connsiteY31" fmla="*/ 2368649 h 6858000"/>
              <a:gd name="connsiteX32" fmla="*/ 5311338 w 6127519"/>
              <a:gd name="connsiteY32" fmla="*/ 2404034 h 6858000"/>
              <a:gd name="connsiteX33" fmla="*/ 5338366 w 6127519"/>
              <a:gd name="connsiteY33" fmla="*/ 2465052 h 6858000"/>
              <a:gd name="connsiteX34" fmla="*/ 5371263 w 6127519"/>
              <a:gd name="connsiteY34" fmla="*/ 2586413 h 6858000"/>
              <a:gd name="connsiteX35" fmla="*/ 5407503 w 6127519"/>
              <a:gd name="connsiteY35" fmla="*/ 2786290 h 6858000"/>
              <a:gd name="connsiteX36" fmla="*/ 5407356 w 6127519"/>
              <a:gd name="connsiteY36" fmla="*/ 2787545 h 6858000"/>
              <a:gd name="connsiteX37" fmla="*/ 5457023 w 6127519"/>
              <a:gd name="connsiteY37" fmla="*/ 2858292 h 6858000"/>
              <a:gd name="connsiteX38" fmla="*/ 5479298 w 6127519"/>
              <a:gd name="connsiteY38" fmla="*/ 2947791 h 6858000"/>
              <a:gd name="connsiteX39" fmla="*/ 5481770 w 6127519"/>
              <a:gd name="connsiteY39" fmla="*/ 2951352 h 6858000"/>
              <a:gd name="connsiteX40" fmla="*/ 5482415 w 6127519"/>
              <a:gd name="connsiteY40" fmla="*/ 3004079 h 6858000"/>
              <a:gd name="connsiteX41" fmla="*/ 5503944 w 6127519"/>
              <a:gd name="connsiteY41" fmla="*/ 3123335 h 6858000"/>
              <a:gd name="connsiteX42" fmla="*/ 5516007 w 6127519"/>
              <a:gd name="connsiteY42" fmla="*/ 3258473 h 6858000"/>
              <a:gd name="connsiteX43" fmla="*/ 5589758 w 6127519"/>
              <a:gd name="connsiteY43" fmla="*/ 3453699 h 6858000"/>
              <a:gd name="connsiteX44" fmla="*/ 5596144 w 6127519"/>
              <a:gd name="connsiteY44" fmla="*/ 3534624 h 6858000"/>
              <a:gd name="connsiteX45" fmla="*/ 5597750 w 6127519"/>
              <a:gd name="connsiteY45" fmla="*/ 3534129 h 6858000"/>
              <a:gd name="connsiteX46" fmla="*/ 5599700 w 6127519"/>
              <a:gd name="connsiteY46" fmla="*/ 3547221 h 6858000"/>
              <a:gd name="connsiteX47" fmla="*/ 5615031 w 6127519"/>
              <a:gd name="connsiteY47" fmla="*/ 3557482 h 6858000"/>
              <a:gd name="connsiteX48" fmla="*/ 5618377 w 6127519"/>
              <a:gd name="connsiteY48" fmla="*/ 3588431 h 6858000"/>
              <a:gd name="connsiteX49" fmla="*/ 5612155 w 6127519"/>
              <a:gd name="connsiteY49" fmla="*/ 3589869 h 6858000"/>
              <a:gd name="connsiteX50" fmla="*/ 5620843 w 6127519"/>
              <a:gd name="connsiteY50" fmla="*/ 3606745 h 6858000"/>
              <a:gd name="connsiteX51" fmla="*/ 5655472 w 6127519"/>
              <a:gd name="connsiteY51" fmla="*/ 3678877 h 6858000"/>
              <a:gd name="connsiteX52" fmla="*/ 5683015 w 6127519"/>
              <a:gd name="connsiteY52" fmla="*/ 3762025 h 6858000"/>
              <a:gd name="connsiteX53" fmla="*/ 5696643 w 6127519"/>
              <a:gd name="connsiteY53" fmla="*/ 3773888 h 6858000"/>
              <a:gd name="connsiteX54" fmla="*/ 5707995 w 6127519"/>
              <a:gd name="connsiteY54" fmla="*/ 3781685 h 6858000"/>
              <a:gd name="connsiteX55" fmla="*/ 5768491 w 6127519"/>
              <a:gd name="connsiteY55" fmla="*/ 3914399 h 6858000"/>
              <a:gd name="connsiteX56" fmla="*/ 5793123 w 6127519"/>
              <a:gd name="connsiteY56" fmla="*/ 3969952 h 6858000"/>
              <a:gd name="connsiteX57" fmla="*/ 5808321 w 6127519"/>
              <a:gd name="connsiteY57" fmla="*/ 3988153 h 6858000"/>
              <a:gd name="connsiteX58" fmla="*/ 5825621 w 6127519"/>
              <a:gd name="connsiteY58" fmla="*/ 4015525 h 6858000"/>
              <a:gd name="connsiteX59" fmla="*/ 5860672 w 6127519"/>
              <a:gd name="connsiteY59" fmla="*/ 4061579 h 6858000"/>
              <a:gd name="connsiteX60" fmla="*/ 5872173 w 6127519"/>
              <a:gd name="connsiteY60" fmla="*/ 4088497 h 6858000"/>
              <a:gd name="connsiteX61" fmla="*/ 5894095 w 6127519"/>
              <a:gd name="connsiteY61" fmla="*/ 4128857 h 6858000"/>
              <a:gd name="connsiteX62" fmla="*/ 5903513 w 6127519"/>
              <a:gd name="connsiteY62" fmla="*/ 4187661 h 6858000"/>
              <a:gd name="connsiteX63" fmla="*/ 5917114 w 6127519"/>
              <a:gd name="connsiteY63" fmla="*/ 4213096 h 6858000"/>
              <a:gd name="connsiteX64" fmla="*/ 5924233 w 6127519"/>
              <a:gd name="connsiteY64" fmla="*/ 4242060 h 6858000"/>
              <a:gd name="connsiteX65" fmla="*/ 5928910 w 6127519"/>
              <a:gd name="connsiteY65" fmla="*/ 4300973 h 6858000"/>
              <a:gd name="connsiteX66" fmla="*/ 5939320 w 6127519"/>
              <a:gd name="connsiteY66" fmla="*/ 4340435 h 6858000"/>
              <a:gd name="connsiteX67" fmla="*/ 5946705 w 6127519"/>
              <a:gd name="connsiteY67" fmla="*/ 4428051 h 6858000"/>
              <a:gd name="connsiteX68" fmla="*/ 5949261 w 6127519"/>
              <a:gd name="connsiteY68" fmla="*/ 4449185 h 6858000"/>
              <a:gd name="connsiteX69" fmla="*/ 5968960 w 6127519"/>
              <a:gd name="connsiteY69" fmla="*/ 4482655 h 6858000"/>
              <a:gd name="connsiteX70" fmla="*/ 5980106 w 6127519"/>
              <a:gd name="connsiteY70" fmla="*/ 4585087 h 6858000"/>
              <a:gd name="connsiteX71" fmla="*/ 5998138 w 6127519"/>
              <a:gd name="connsiteY71" fmla="*/ 4697518 h 6858000"/>
              <a:gd name="connsiteX72" fmla="*/ 6007819 w 6127519"/>
              <a:gd name="connsiteY72" fmla="*/ 4858148 h 6858000"/>
              <a:gd name="connsiteX73" fmla="*/ 6007749 w 6127519"/>
              <a:gd name="connsiteY73" fmla="*/ 4964715 h 6858000"/>
              <a:gd name="connsiteX74" fmla="*/ 6005269 w 6127519"/>
              <a:gd name="connsiteY74" fmla="*/ 5150567 h 6858000"/>
              <a:gd name="connsiteX75" fmla="*/ 6001127 w 6127519"/>
              <a:gd name="connsiteY75" fmla="*/ 5164609 h 6858000"/>
              <a:gd name="connsiteX76" fmla="*/ 5998514 w 6127519"/>
              <a:gd name="connsiteY76" fmla="*/ 5189673 h 6858000"/>
              <a:gd name="connsiteX77" fmla="*/ 6018409 w 6127519"/>
              <a:gd name="connsiteY77" fmla="*/ 5227157 h 6858000"/>
              <a:gd name="connsiteX78" fmla="*/ 6036748 w 6127519"/>
              <a:gd name="connsiteY78" fmla="*/ 5322752 h 6858000"/>
              <a:gd name="connsiteX79" fmla="*/ 6036943 w 6127519"/>
              <a:gd name="connsiteY79" fmla="*/ 5329480 h 6858000"/>
              <a:gd name="connsiteX80" fmla="*/ 6037677 w 6127519"/>
              <a:gd name="connsiteY80" fmla="*/ 5354807 h 6858000"/>
              <a:gd name="connsiteX81" fmla="*/ 6039728 w 6127519"/>
              <a:gd name="connsiteY81" fmla="*/ 5359416 h 6858000"/>
              <a:gd name="connsiteX82" fmla="*/ 6053435 w 6127519"/>
              <a:gd name="connsiteY82" fmla="*/ 5387547 h 6858000"/>
              <a:gd name="connsiteX83" fmla="*/ 6065933 w 6127519"/>
              <a:gd name="connsiteY83" fmla="*/ 5443002 h 6858000"/>
              <a:gd name="connsiteX84" fmla="*/ 6068640 w 6127519"/>
              <a:gd name="connsiteY84" fmla="*/ 5474503 h 6858000"/>
              <a:gd name="connsiteX85" fmla="*/ 6080922 w 6127519"/>
              <a:gd name="connsiteY85" fmla="*/ 5561070 h 6858000"/>
              <a:gd name="connsiteX86" fmla="*/ 6096949 w 6127519"/>
              <a:gd name="connsiteY86" fmla="*/ 5648179 h 6858000"/>
              <a:gd name="connsiteX87" fmla="*/ 6125703 w 6127519"/>
              <a:gd name="connsiteY87" fmla="*/ 5692894 h 6858000"/>
              <a:gd name="connsiteX88" fmla="*/ 6121353 w 6127519"/>
              <a:gd name="connsiteY88" fmla="*/ 5721725 h 6858000"/>
              <a:gd name="connsiteX89" fmla="*/ 6121607 w 6127519"/>
              <a:gd name="connsiteY89" fmla="*/ 5721959 h 6858000"/>
              <a:gd name="connsiteX90" fmla="*/ 6127024 w 6127519"/>
              <a:gd name="connsiteY90" fmla="*/ 5786902 h 6858000"/>
              <a:gd name="connsiteX91" fmla="*/ 6127519 w 6127519"/>
              <a:gd name="connsiteY91" fmla="*/ 5865775 h 6858000"/>
              <a:gd name="connsiteX92" fmla="*/ 6119217 w 6127519"/>
              <a:gd name="connsiteY92" fmla="*/ 5888542 h 6858000"/>
              <a:gd name="connsiteX93" fmla="*/ 6102493 w 6127519"/>
              <a:gd name="connsiteY93" fmla="*/ 5928602 h 6858000"/>
              <a:gd name="connsiteX94" fmla="*/ 6056863 w 6127519"/>
              <a:gd name="connsiteY94" fmla="*/ 6000643 h 6858000"/>
              <a:gd name="connsiteX95" fmla="*/ 6045436 w 6127519"/>
              <a:gd name="connsiteY95" fmla="*/ 6124480 h 6858000"/>
              <a:gd name="connsiteX96" fmla="*/ 6030489 w 6127519"/>
              <a:gd name="connsiteY96" fmla="*/ 6317666 h 6858000"/>
              <a:gd name="connsiteX97" fmla="*/ 6007492 w 6127519"/>
              <a:gd name="connsiteY97" fmla="*/ 6440818 h 6858000"/>
              <a:gd name="connsiteX98" fmla="*/ 6009467 w 6127519"/>
              <a:gd name="connsiteY98" fmla="*/ 6487076 h 6858000"/>
              <a:gd name="connsiteX99" fmla="*/ 5995064 w 6127519"/>
              <a:gd name="connsiteY99" fmla="*/ 6540791 h 6858000"/>
              <a:gd name="connsiteX100" fmla="*/ 6004510 w 6127519"/>
              <a:gd name="connsiteY100" fmla="*/ 6599256 h 6858000"/>
              <a:gd name="connsiteX101" fmla="*/ 5986207 w 6127519"/>
              <a:gd name="connsiteY101" fmla="*/ 6695855 h 6858000"/>
              <a:gd name="connsiteX102" fmla="*/ 5979428 w 6127519"/>
              <a:gd name="connsiteY102" fmla="*/ 6754678 h 6858000"/>
              <a:gd name="connsiteX103" fmla="*/ 5983398 w 6127519"/>
              <a:gd name="connsiteY103" fmla="*/ 6778641 h 6858000"/>
              <a:gd name="connsiteX104" fmla="*/ 5984543 w 6127519"/>
              <a:gd name="connsiteY104" fmla="*/ 6811016 h 6858000"/>
              <a:gd name="connsiteX105" fmla="*/ 5979671 w 6127519"/>
              <a:gd name="connsiteY105" fmla="*/ 6858000 h 6858000"/>
              <a:gd name="connsiteX106" fmla="*/ 0 w 6127519"/>
              <a:gd name="connsiteY106" fmla="*/ 6858000 h 6858000"/>
              <a:gd name="connsiteX107" fmla="*/ 0 w 6127519"/>
              <a:gd name="connsiteY107"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21088 w 6127519"/>
              <a:gd name="connsiteY13" fmla="*/ 860193 h 6858000"/>
              <a:gd name="connsiteX14" fmla="*/ 5230806 w 6127519"/>
              <a:gd name="connsiteY14" fmla="*/ 961354 h 6858000"/>
              <a:gd name="connsiteX15" fmla="*/ 5201018 w 6127519"/>
              <a:gd name="connsiteY15" fmla="*/ 1095027 h 6858000"/>
              <a:gd name="connsiteX16" fmla="*/ 5202153 w 6127519"/>
              <a:gd name="connsiteY16" fmla="*/ 1133224 h 6858000"/>
              <a:gd name="connsiteX17" fmla="*/ 5189234 w 6127519"/>
              <a:gd name="connsiteY17" fmla="*/ 1193495 h 6858000"/>
              <a:gd name="connsiteX18" fmla="*/ 5202769 w 6127519"/>
              <a:gd name="connsiteY18" fmla="*/ 1269450 h 6858000"/>
              <a:gd name="connsiteX19" fmla="*/ 5225968 w 6127519"/>
              <a:gd name="connsiteY19" fmla="*/ 1357994 h 6858000"/>
              <a:gd name="connsiteX20" fmla="*/ 5233819 w 6127519"/>
              <a:gd name="connsiteY20" fmla="*/ 1380922 h 6858000"/>
              <a:gd name="connsiteX21" fmla="*/ 5237226 w 6127519"/>
              <a:gd name="connsiteY21" fmla="*/ 1441327 h 6858000"/>
              <a:gd name="connsiteX22" fmla="*/ 5255653 w 6127519"/>
              <a:gd name="connsiteY22" fmla="*/ 1524712 h 6858000"/>
              <a:gd name="connsiteX23" fmla="*/ 5263491 w 6127519"/>
              <a:gd name="connsiteY23" fmla="*/ 1642938 h 6858000"/>
              <a:gd name="connsiteX24" fmla="*/ 5261314 w 6127519"/>
              <a:gd name="connsiteY24" fmla="*/ 1689177 h 6858000"/>
              <a:gd name="connsiteX25" fmla="*/ 5259788 w 6127519"/>
              <a:gd name="connsiteY25" fmla="*/ 1768516 h 6858000"/>
              <a:gd name="connsiteX26" fmla="*/ 5255696 w 6127519"/>
              <a:gd name="connsiteY26" fmla="*/ 1953770 h 6858000"/>
              <a:gd name="connsiteX27" fmla="*/ 5252592 w 6127519"/>
              <a:gd name="connsiteY27" fmla="*/ 2092210 h 6858000"/>
              <a:gd name="connsiteX28" fmla="*/ 5250104 w 6127519"/>
              <a:gd name="connsiteY28" fmla="*/ 2249166 h 6858000"/>
              <a:gd name="connsiteX29" fmla="*/ 5251214 w 6127519"/>
              <a:gd name="connsiteY29" fmla="*/ 2250944 h 6858000"/>
              <a:gd name="connsiteX30" fmla="*/ 5250644 w 6127519"/>
              <a:gd name="connsiteY30" fmla="*/ 2266619 h 6858000"/>
              <a:gd name="connsiteX31" fmla="*/ 5293877 w 6127519"/>
              <a:gd name="connsiteY31" fmla="*/ 2368649 h 6858000"/>
              <a:gd name="connsiteX32" fmla="*/ 5311338 w 6127519"/>
              <a:gd name="connsiteY32" fmla="*/ 2404034 h 6858000"/>
              <a:gd name="connsiteX33" fmla="*/ 5338366 w 6127519"/>
              <a:gd name="connsiteY33" fmla="*/ 2465052 h 6858000"/>
              <a:gd name="connsiteX34" fmla="*/ 5371263 w 6127519"/>
              <a:gd name="connsiteY34" fmla="*/ 2586413 h 6858000"/>
              <a:gd name="connsiteX35" fmla="*/ 5407503 w 6127519"/>
              <a:gd name="connsiteY35" fmla="*/ 2786290 h 6858000"/>
              <a:gd name="connsiteX36" fmla="*/ 5407356 w 6127519"/>
              <a:gd name="connsiteY36" fmla="*/ 2787545 h 6858000"/>
              <a:gd name="connsiteX37" fmla="*/ 5457023 w 6127519"/>
              <a:gd name="connsiteY37" fmla="*/ 2858292 h 6858000"/>
              <a:gd name="connsiteX38" fmla="*/ 5479298 w 6127519"/>
              <a:gd name="connsiteY38" fmla="*/ 2947791 h 6858000"/>
              <a:gd name="connsiteX39" fmla="*/ 5481770 w 6127519"/>
              <a:gd name="connsiteY39" fmla="*/ 2951352 h 6858000"/>
              <a:gd name="connsiteX40" fmla="*/ 5482415 w 6127519"/>
              <a:gd name="connsiteY40" fmla="*/ 3004079 h 6858000"/>
              <a:gd name="connsiteX41" fmla="*/ 5503944 w 6127519"/>
              <a:gd name="connsiteY41" fmla="*/ 3123335 h 6858000"/>
              <a:gd name="connsiteX42" fmla="*/ 5516007 w 6127519"/>
              <a:gd name="connsiteY42" fmla="*/ 3258473 h 6858000"/>
              <a:gd name="connsiteX43" fmla="*/ 5589758 w 6127519"/>
              <a:gd name="connsiteY43" fmla="*/ 3453699 h 6858000"/>
              <a:gd name="connsiteX44" fmla="*/ 5596144 w 6127519"/>
              <a:gd name="connsiteY44" fmla="*/ 3534624 h 6858000"/>
              <a:gd name="connsiteX45" fmla="*/ 5597750 w 6127519"/>
              <a:gd name="connsiteY45" fmla="*/ 3534129 h 6858000"/>
              <a:gd name="connsiteX46" fmla="*/ 5599700 w 6127519"/>
              <a:gd name="connsiteY46" fmla="*/ 3547221 h 6858000"/>
              <a:gd name="connsiteX47" fmla="*/ 5615031 w 6127519"/>
              <a:gd name="connsiteY47" fmla="*/ 3557482 h 6858000"/>
              <a:gd name="connsiteX48" fmla="*/ 5618377 w 6127519"/>
              <a:gd name="connsiteY48" fmla="*/ 3588431 h 6858000"/>
              <a:gd name="connsiteX49" fmla="*/ 5612155 w 6127519"/>
              <a:gd name="connsiteY49" fmla="*/ 3589869 h 6858000"/>
              <a:gd name="connsiteX50" fmla="*/ 5620843 w 6127519"/>
              <a:gd name="connsiteY50" fmla="*/ 3606745 h 6858000"/>
              <a:gd name="connsiteX51" fmla="*/ 5655472 w 6127519"/>
              <a:gd name="connsiteY51" fmla="*/ 3678877 h 6858000"/>
              <a:gd name="connsiteX52" fmla="*/ 5683015 w 6127519"/>
              <a:gd name="connsiteY52" fmla="*/ 3762025 h 6858000"/>
              <a:gd name="connsiteX53" fmla="*/ 5696643 w 6127519"/>
              <a:gd name="connsiteY53" fmla="*/ 3773888 h 6858000"/>
              <a:gd name="connsiteX54" fmla="*/ 5707995 w 6127519"/>
              <a:gd name="connsiteY54" fmla="*/ 3781685 h 6858000"/>
              <a:gd name="connsiteX55" fmla="*/ 5768491 w 6127519"/>
              <a:gd name="connsiteY55" fmla="*/ 3914399 h 6858000"/>
              <a:gd name="connsiteX56" fmla="*/ 5793123 w 6127519"/>
              <a:gd name="connsiteY56" fmla="*/ 3969952 h 6858000"/>
              <a:gd name="connsiteX57" fmla="*/ 5808321 w 6127519"/>
              <a:gd name="connsiteY57" fmla="*/ 3988153 h 6858000"/>
              <a:gd name="connsiteX58" fmla="*/ 5825621 w 6127519"/>
              <a:gd name="connsiteY58" fmla="*/ 4015525 h 6858000"/>
              <a:gd name="connsiteX59" fmla="*/ 5860672 w 6127519"/>
              <a:gd name="connsiteY59" fmla="*/ 4061579 h 6858000"/>
              <a:gd name="connsiteX60" fmla="*/ 5872173 w 6127519"/>
              <a:gd name="connsiteY60" fmla="*/ 4088497 h 6858000"/>
              <a:gd name="connsiteX61" fmla="*/ 5894095 w 6127519"/>
              <a:gd name="connsiteY61" fmla="*/ 4128857 h 6858000"/>
              <a:gd name="connsiteX62" fmla="*/ 5903513 w 6127519"/>
              <a:gd name="connsiteY62" fmla="*/ 4187661 h 6858000"/>
              <a:gd name="connsiteX63" fmla="*/ 5917114 w 6127519"/>
              <a:gd name="connsiteY63" fmla="*/ 4213096 h 6858000"/>
              <a:gd name="connsiteX64" fmla="*/ 5924233 w 6127519"/>
              <a:gd name="connsiteY64" fmla="*/ 4242060 h 6858000"/>
              <a:gd name="connsiteX65" fmla="*/ 5928910 w 6127519"/>
              <a:gd name="connsiteY65" fmla="*/ 4300973 h 6858000"/>
              <a:gd name="connsiteX66" fmla="*/ 5939320 w 6127519"/>
              <a:gd name="connsiteY66" fmla="*/ 4340435 h 6858000"/>
              <a:gd name="connsiteX67" fmla="*/ 5946705 w 6127519"/>
              <a:gd name="connsiteY67" fmla="*/ 4428051 h 6858000"/>
              <a:gd name="connsiteX68" fmla="*/ 5949261 w 6127519"/>
              <a:gd name="connsiteY68" fmla="*/ 4449185 h 6858000"/>
              <a:gd name="connsiteX69" fmla="*/ 5968960 w 6127519"/>
              <a:gd name="connsiteY69" fmla="*/ 4482655 h 6858000"/>
              <a:gd name="connsiteX70" fmla="*/ 5980106 w 6127519"/>
              <a:gd name="connsiteY70" fmla="*/ 4585087 h 6858000"/>
              <a:gd name="connsiteX71" fmla="*/ 5998138 w 6127519"/>
              <a:gd name="connsiteY71" fmla="*/ 4697518 h 6858000"/>
              <a:gd name="connsiteX72" fmla="*/ 6007819 w 6127519"/>
              <a:gd name="connsiteY72" fmla="*/ 4858148 h 6858000"/>
              <a:gd name="connsiteX73" fmla="*/ 6007749 w 6127519"/>
              <a:gd name="connsiteY73" fmla="*/ 4964715 h 6858000"/>
              <a:gd name="connsiteX74" fmla="*/ 6005269 w 6127519"/>
              <a:gd name="connsiteY74" fmla="*/ 5150567 h 6858000"/>
              <a:gd name="connsiteX75" fmla="*/ 6001127 w 6127519"/>
              <a:gd name="connsiteY75" fmla="*/ 5164609 h 6858000"/>
              <a:gd name="connsiteX76" fmla="*/ 5998514 w 6127519"/>
              <a:gd name="connsiteY76" fmla="*/ 5189673 h 6858000"/>
              <a:gd name="connsiteX77" fmla="*/ 6018409 w 6127519"/>
              <a:gd name="connsiteY77" fmla="*/ 5227157 h 6858000"/>
              <a:gd name="connsiteX78" fmla="*/ 6036748 w 6127519"/>
              <a:gd name="connsiteY78" fmla="*/ 5322752 h 6858000"/>
              <a:gd name="connsiteX79" fmla="*/ 6036943 w 6127519"/>
              <a:gd name="connsiteY79" fmla="*/ 5329480 h 6858000"/>
              <a:gd name="connsiteX80" fmla="*/ 6037677 w 6127519"/>
              <a:gd name="connsiteY80" fmla="*/ 5354807 h 6858000"/>
              <a:gd name="connsiteX81" fmla="*/ 6039728 w 6127519"/>
              <a:gd name="connsiteY81" fmla="*/ 5359416 h 6858000"/>
              <a:gd name="connsiteX82" fmla="*/ 6053435 w 6127519"/>
              <a:gd name="connsiteY82" fmla="*/ 5387547 h 6858000"/>
              <a:gd name="connsiteX83" fmla="*/ 6065933 w 6127519"/>
              <a:gd name="connsiteY83" fmla="*/ 5443002 h 6858000"/>
              <a:gd name="connsiteX84" fmla="*/ 6068640 w 6127519"/>
              <a:gd name="connsiteY84" fmla="*/ 5474503 h 6858000"/>
              <a:gd name="connsiteX85" fmla="*/ 6080922 w 6127519"/>
              <a:gd name="connsiteY85" fmla="*/ 5561070 h 6858000"/>
              <a:gd name="connsiteX86" fmla="*/ 6096949 w 6127519"/>
              <a:gd name="connsiteY86" fmla="*/ 5648179 h 6858000"/>
              <a:gd name="connsiteX87" fmla="*/ 6121353 w 6127519"/>
              <a:gd name="connsiteY87" fmla="*/ 5721725 h 6858000"/>
              <a:gd name="connsiteX88" fmla="*/ 6121607 w 6127519"/>
              <a:gd name="connsiteY88" fmla="*/ 5721959 h 6858000"/>
              <a:gd name="connsiteX89" fmla="*/ 6127024 w 6127519"/>
              <a:gd name="connsiteY89" fmla="*/ 5786902 h 6858000"/>
              <a:gd name="connsiteX90" fmla="*/ 6127519 w 6127519"/>
              <a:gd name="connsiteY90" fmla="*/ 5865775 h 6858000"/>
              <a:gd name="connsiteX91" fmla="*/ 6119217 w 6127519"/>
              <a:gd name="connsiteY91" fmla="*/ 5888542 h 6858000"/>
              <a:gd name="connsiteX92" fmla="*/ 6102493 w 6127519"/>
              <a:gd name="connsiteY92" fmla="*/ 5928602 h 6858000"/>
              <a:gd name="connsiteX93" fmla="*/ 6056863 w 6127519"/>
              <a:gd name="connsiteY93" fmla="*/ 6000643 h 6858000"/>
              <a:gd name="connsiteX94" fmla="*/ 6045436 w 6127519"/>
              <a:gd name="connsiteY94" fmla="*/ 6124480 h 6858000"/>
              <a:gd name="connsiteX95" fmla="*/ 6030489 w 6127519"/>
              <a:gd name="connsiteY95" fmla="*/ 6317666 h 6858000"/>
              <a:gd name="connsiteX96" fmla="*/ 6007492 w 6127519"/>
              <a:gd name="connsiteY96" fmla="*/ 6440818 h 6858000"/>
              <a:gd name="connsiteX97" fmla="*/ 6009467 w 6127519"/>
              <a:gd name="connsiteY97" fmla="*/ 6487076 h 6858000"/>
              <a:gd name="connsiteX98" fmla="*/ 5995064 w 6127519"/>
              <a:gd name="connsiteY98" fmla="*/ 6540791 h 6858000"/>
              <a:gd name="connsiteX99" fmla="*/ 6004510 w 6127519"/>
              <a:gd name="connsiteY99" fmla="*/ 6599256 h 6858000"/>
              <a:gd name="connsiteX100" fmla="*/ 5986207 w 6127519"/>
              <a:gd name="connsiteY100" fmla="*/ 6695855 h 6858000"/>
              <a:gd name="connsiteX101" fmla="*/ 5979428 w 6127519"/>
              <a:gd name="connsiteY101" fmla="*/ 6754678 h 6858000"/>
              <a:gd name="connsiteX102" fmla="*/ 5983398 w 6127519"/>
              <a:gd name="connsiteY102" fmla="*/ 6778641 h 6858000"/>
              <a:gd name="connsiteX103" fmla="*/ 5984543 w 6127519"/>
              <a:gd name="connsiteY103" fmla="*/ 6811016 h 6858000"/>
              <a:gd name="connsiteX104" fmla="*/ 5979671 w 6127519"/>
              <a:gd name="connsiteY104" fmla="*/ 6858000 h 6858000"/>
              <a:gd name="connsiteX105" fmla="*/ 0 w 6127519"/>
              <a:gd name="connsiteY105" fmla="*/ 6858000 h 6858000"/>
              <a:gd name="connsiteX106" fmla="*/ 0 w 6127519"/>
              <a:gd name="connsiteY106"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21088 w 6127519"/>
              <a:gd name="connsiteY13" fmla="*/ 860193 h 6858000"/>
              <a:gd name="connsiteX14" fmla="*/ 5230806 w 6127519"/>
              <a:gd name="connsiteY14" fmla="*/ 961354 h 6858000"/>
              <a:gd name="connsiteX15" fmla="*/ 5201018 w 6127519"/>
              <a:gd name="connsiteY15" fmla="*/ 1095027 h 6858000"/>
              <a:gd name="connsiteX16" fmla="*/ 5202153 w 6127519"/>
              <a:gd name="connsiteY16" fmla="*/ 1133224 h 6858000"/>
              <a:gd name="connsiteX17" fmla="*/ 5189234 w 6127519"/>
              <a:gd name="connsiteY17" fmla="*/ 1193495 h 6858000"/>
              <a:gd name="connsiteX18" fmla="*/ 5202769 w 6127519"/>
              <a:gd name="connsiteY18" fmla="*/ 1269450 h 6858000"/>
              <a:gd name="connsiteX19" fmla="*/ 5225968 w 6127519"/>
              <a:gd name="connsiteY19" fmla="*/ 1357994 h 6858000"/>
              <a:gd name="connsiteX20" fmla="*/ 5233819 w 6127519"/>
              <a:gd name="connsiteY20" fmla="*/ 1380922 h 6858000"/>
              <a:gd name="connsiteX21" fmla="*/ 5237226 w 6127519"/>
              <a:gd name="connsiteY21" fmla="*/ 1441327 h 6858000"/>
              <a:gd name="connsiteX22" fmla="*/ 5255653 w 6127519"/>
              <a:gd name="connsiteY22" fmla="*/ 1524712 h 6858000"/>
              <a:gd name="connsiteX23" fmla="*/ 5263491 w 6127519"/>
              <a:gd name="connsiteY23" fmla="*/ 1642938 h 6858000"/>
              <a:gd name="connsiteX24" fmla="*/ 5261314 w 6127519"/>
              <a:gd name="connsiteY24" fmla="*/ 1689177 h 6858000"/>
              <a:gd name="connsiteX25" fmla="*/ 5259788 w 6127519"/>
              <a:gd name="connsiteY25" fmla="*/ 1768516 h 6858000"/>
              <a:gd name="connsiteX26" fmla="*/ 5255696 w 6127519"/>
              <a:gd name="connsiteY26" fmla="*/ 1953770 h 6858000"/>
              <a:gd name="connsiteX27" fmla="*/ 5252592 w 6127519"/>
              <a:gd name="connsiteY27" fmla="*/ 2092210 h 6858000"/>
              <a:gd name="connsiteX28" fmla="*/ 5250104 w 6127519"/>
              <a:gd name="connsiteY28" fmla="*/ 2249166 h 6858000"/>
              <a:gd name="connsiteX29" fmla="*/ 5251214 w 6127519"/>
              <a:gd name="connsiteY29" fmla="*/ 2250944 h 6858000"/>
              <a:gd name="connsiteX30" fmla="*/ 5250644 w 6127519"/>
              <a:gd name="connsiteY30" fmla="*/ 2266619 h 6858000"/>
              <a:gd name="connsiteX31" fmla="*/ 5293877 w 6127519"/>
              <a:gd name="connsiteY31" fmla="*/ 2368649 h 6858000"/>
              <a:gd name="connsiteX32" fmla="*/ 5311338 w 6127519"/>
              <a:gd name="connsiteY32" fmla="*/ 2404034 h 6858000"/>
              <a:gd name="connsiteX33" fmla="*/ 5338366 w 6127519"/>
              <a:gd name="connsiteY33" fmla="*/ 2465052 h 6858000"/>
              <a:gd name="connsiteX34" fmla="*/ 5371263 w 6127519"/>
              <a:gd name="connsiteY34" fmla="*/ 2586413 h 6858000"/>
              <a:gd name="connsiteX35" fmla="*/ 5407503 w 6127519"/>
              <a:gd name="connsiteY35" fmla="*/ 2786290 h 6858000"/>
              <a:gd name="connsiteX36" fmla="*/ 5407356 w 6127519"/>
              <a:gd name="connsiteY36" fmla="*/ 2787545 h 6858000"/>
              <a:gd name="connsiteX37" fmla="*/ 5457023 w 6127519"/>
              <a:gd name="connsiteY37" fmla="*/ 2858292 h 6858000"/>
              <a:gd name="connsiteX38" fmla="*/ 5479298 w 6127519"/>
              <a:gd name="connsiteY38" fmla="*/ 2947791 h 6858000"/>
              <a:gd name="connsiteX39" fmla="*/ 5481770 w 6127519"/>
              <a:gd name="connsiteY39" fmla="*/ 2951352 h 6858000"/>
              <a:gd name="connsiteX40" fmla="*/ 5482415 w 6127519"/>
              <a:gd name="connsiteY40" fmla="*/ 3004079 h 6858000"/>
              <a:gd name="connsiteX41" fmla="*/ 5503944 w 6127519"/>
              <a:gd name="connsiteY41" fmla="*/ 3123335 h 6858000"/>
              <a:gd name="connsiteX42" fmla="*/ 5516007 w 6127519"/>
              <a:gd name="connsiteY42" fmla="*/ 3258473 h 6858000"/>
              <a:gd name="connsiteX43" fmla="*/ 5589758 w 6127519"/>
              <a:gd name="connsiteY43" fmla="*/ 3453699 h 6858000"/>
              <a:gd name="connsiteX44" fmla="*/ 5596144 w 6127519"/>
              <a:gd name="connsiteY44" fmla="*/ 3534624 h 6858000"/>
              <a:gd name="connsiteX45" fmla="*/ 5597750 w 6127519"/>
              <a:gd name="connsiteY45" fmla="*/ 3534129 h 6858000"/>
              <a:gd name="connsiteX46" fmla="*/ 5599700 w 6127519"/>
              <a:gd name="connsiteY46" fmla="*/ 3547221 h 6858000"/>
              <a:gd name="connsiteX47" fmla="*/ 5615031 w 6127519"/>
              <a:gd name="connsiteY47" fmla="*/ 3557482 h 6858000"/>
              <a:gd name="connsiteX48" fmla="*/ 5618377 w 6127519"/>
              <a:gd name="connsiteY48" fmla="*/ 3588431 h 6858000"/>
              <a:gd name="connsiteX49" fmla="*/ 5612155 w 6127519"/>
              <a:gd name="connsiteY49" fmla="*/ 3589869 h 6858000"/>
              <a:gd name="connsiteX50" fmla="*/ 5620843 w 6127519"/>
              <a:gd name="connsiteY50" fmla="*/ 3606745 h 6858000"/>
              <a:gd name="connsiteX51" fmla="*/ 5655472 w 6127519"/>
              <a:gd name="connsiteY51" fmla="*/ 3678877 h 6858000"/>
              <a:gd name="connsiteX52" fmla="*/ 5683015 w 6127519"/>
              <a:gd name="connsiteY52" fmla="*/ 3762025 h 6858000"/>
              <a:gd name="connsiteX53" fmla="*/ 5696643 w 6127519"/>
              <a:gd name="connsiteY53" fmla="*/ 3773888 h 6858000"/>
              <a:gd name="connsiteX54" fmla="*/ 5707995 w 6127519"/>
              <a:gd name="connsiteY54" fmla="*/ 3781685 h 6858000"/>
              <a:gd name="connsiteX55" fmla="*/ 5768491 w 6127519"/>
              <a:gd name="connsiteY55" fmla="*/ 3914399 h 6858000"/>
              <a:gd name="connsiteX56" fmla="*/ 5793123 w 6127519"/>
              <a:gd name="connsiteY56" fmla="*/ 3969952 h 6858000"/>
              <a:gd name="connsiteX57" fmla="*/ 5808321 w 6127519"/>
              <a:gd name="connsiteY57" fmla="*/ 3988153 h 6858000"/>
              <a:gd name="connsiteX58" fmla="*/ 5825621 w 6127519"/>
              <a:gd name="connsiteY58" fmla="*/ 4015525 h 6858000"/>
              <a:gd name="connsiteX59" fmla="*/ 5860672 w 6127519"/>
              <a:gd name="connsiteY59" fmla="*/ 4061579 h 6858000"/>
              <a:gd name="connsiteX60" fmla="*/ 5872173 w 6127519"/>
              <a:gd name="connsiteY60" fmla="*/ 4088497 h 6858000"/>
              <a:gd name="connsiteX61" fmla="*/ 5894095 w 6127519"/>
              <a:gd name="connsiteY61" fmla="*/ 4128857 h 6858000"/>
              <a:gd name="connsiteX62" fmla="*/ 5903513 w 6127519"/>
              <a:gd name="connsiteY62" fmla="*/ 4187661 h 6858000"/>
              <a:gd name="connsiteX63" fmla="*/ 5917114 w 6127519"/>
              <a:gd name="connsiteY63" fmla="*/ 4213096 h 6858000"/>
              <a:gd name="connsiteX64" fmla="*/ 5924233 w 6127519"/>
              <a:gd name="connsiteY64" fmla="*/ 4242060 h 6858000"/>
              <a:gd name="connsiteX65" fmla="*/ 5928910 w 6127519"/>
              <a:gd name="connsiteY65" fmla="*/ 4300973 h 6858000"/>
              <a:gd name="connsiteX66" fmla="*/ 5939320 w 6127519"/>
              <a:gd name="connsiteY66" fmla="*/ 4340435 h 6858000"/>
              <a:gd name="connsiteX67" fmla="*/ 5946705 w 6127519"/>
              <a:gd name="connsiteY67" fmla="*/ 4428051 h 6858000"/>
              <a:gd name="connsiteX68" fmla="*/ 5949261 w 6127519"/>
              <a:gd name="connsiteY68" fmla="*/ 4449185 h 6858000"/>
              <a:gd name="connsiteX69" fmla="*/ 5968960 w 6127519"/>
              <a:gd name="connsiteY69" fmla="*/ 4482655 h 6858000"/>
              <a:gd name="connsiteX70" fmla="*/ 5980106 w 6127519"/>
              <a:gd name="connsiteY70" fmla="*/ 4585087 h 6858000"/>
              <a:gd name="connsiteX71" fmla="*/ 5998138 w 6127519"/>
              <a:gd name="connsiteY71" fmla="*/ 4697518 h 6858000"/>
              <a:gd name="connsiteX72" fmla="*/ 6007819 w 6127519"/>
              <a:gd name="connsiteY72" fmla="*/ 4858148 h 6858000"/>
              <a:gd name="connsiteX73" fmla="*/ 6007749 w 6127519"/>
              <a:gd name="connsiteY73" fmla="*/ 4964715 h 6858000"/>
              <a:gd name="connsiteX74" fmla="*/ 6005269 w 6127519"/>
              <a:gd name="connsiteY74" fmla="*/ 5150567 h 6858000"/>
              <a:gd name="connsiteX75" fmla="*/ 6001127 w 6127519"/>
              <a:gd name="connsiteY75" fmla="*/ 5164609 h 6858000"/>
              <a:gd name="connsiteX76" fmla="*/ 5998514 w 6127519"/>
              <a:gd name="connsiteY76" fmla="*/ 5189673 h 6858000"/>
              <a:gd name="connsiteX77" fmla="*/ 6018409 w 6127519"/>
              <a:gd name="connsiteY77" fmla="*/ 5227157 h 6858000"/>
              <a:gd name="connsiteX78" fmla="*/ 6036748 w 6127519"/>
              <a:gd name="connsiteY78" fmla="*/ 5322752 h 6858000"/>
              <a:gd name="connsiteX79" fmla="*/ 6036943 w 6127519"/>
              <a:gd name="connsiteY79" fmla="*/ 5329480 h 6858000"/>
              <a:gd name="connsiteX80" fmla="*/ 6037677 w 6127519"/>
              <a:gd name="connsiteY80" fmla="*/ 5354807 h 6858000"/>
              <a:gd name="connsiteX81" fmla="*/ 6039728 w 6127519"/>
              <a:gd name="connsiteY81" fmla="*/ 5359416 h 6858000"/>
              <a:gd name="connsiteX82" fmla="*/ 6053435 w 6127519"/>
              <a:gd name="connsiteY82" fmla="*/ 5387547 h 6858000"/>
              <a:gd name="connsiteX83" fmla="*/ 6065933 w 6127519"/>
              <a:gd name="connsiteY83" fmla="*/ 5443002 h 6858000"/>
              <a:gd name="connsiteX84" fmla="*/ 6068640 w 6127519"/>
              <a:gd name="connsiteY84" fmla="*/ 5474503 h 6858000"/>
              <a:gd name="connsiteX85" fmla="*/ 6080922 w 6127519"/>
              <a:gd name="connsiteY85" fmla="*/ 5561070 h 6858000"/>
              <a:gd name="connsiteX86" fmla="*/ 6096949 w 6127519"/>
              <a:gd name="connsiteY86" fmla="*/ 5648179 h 6858000"/>
              <a:gd name="connsiteX87" fmla="*/ 6121353 w 6127519"/>
              <a:gd name="connsiteY87" fmla="*/ 5721725 h 6858000"/>
              <a:gd name="connsiteX88" fmla="*/ 6109884 w 6127519"/>
              <a:gd name="connsiteY88" fmla="*/ 5721959 h 6858000"/>
              <a:gd name="connsiteX89" fmla="*/ 6127024 w 6127519"/>
              <a:gd name="connsiteY89" fmla="*/ 5786902 h 6858000"/>
              <a:gd name="connsiteX90" fmla="*/ 6127519 w 6127519"/>
              <a:gd name="connsiteY90" fmla="*/ 5865775 h 6858000"/>
              <a:gd name="connsiteX91" fmla="*/ 6119217 w 6127519"/>
              <a:gd name="connsiteY91" fmla="*/ 5888542 h 6858000"/>
              <a:gd name="connsiteX92" fmla="*/ 6102493 w 6127519"/>
              <a:gd name="connsiteY92" fmla="*/ 5928602 h 6858000"/>
              <a:gd name="connsiteX93" fmla="*/ 6056863 w 6127519"/>
              <a:gd name="connsiteY93" fmla="*/ 6000643 h 6858000"/>
              <a:gd name="connsiteX94" fmla="*/ 6045436 w 6127519"/>
              <a:gd name="connsiteY94" fmla="*/ 6124480 h 6858000"/>
              <a:gd name="connsiteX95" fmla="*/ 6030489 w 6127519"/>
              <a:gd name="connsiteY95" fmla="*/ 6317666 h 6858000"/>
              <a:gd name="connsiteX96" fmla="*/ 6007492 w 6127519"/>
              <a:gd name="connsiteY96" fmla="*/ 6440818 h 6858000"/>
              <a:gd name="connsiteX97" fmla="*/ 6009467 w 6127519"/>
              <a:gd name="connsiteY97" fmla="*/ 6487076 h 6858000"/>
              <a:gd name="connsiteX98" fmla="*/ 5995064 w 6127519"/>
              <a:gd name="connsiteY98" fmla="*/ 6540791 h 6858000"/>
              <a:gd name="connsiteX99" fmla="*/ 6004510 w 6127519"/>
              <a:gd name="connsiteY99" fmla="*/ 6599256 h 6858000"/>
              <a:gd name="connsiteX100" fmla="*/ 5986207 w 6127519"/>
              <a:gd name="connsiteY100" fmla="*/ 6695855 h 6858000"/>
              <a:gd name="connsiteX101" fmla="*/ 5979428 w 6127519"/>
              <a:gd name="connsiteY101" fmla="*/ 6754678 h 6858000"/>
              <a:gd name="connsiteX102" fmla="*/ 5983398 w 6127519"/>
              <a:gd name="connsiteY102" fmla="*/ 6778641 h 6858000"/>
              <a:gd name="connsiteX103" fmla="*/ 5984543 w 6127519"/>
              <a:gd name="connsiteY103" fmla="*/ 6811016 h 6858000"/>
              <a:gd name="connsiteX104" fmla="*/ 5979671 w 6127519"/>
              <a:gd name="connsiteY104" fmla="*/ 6858000 h 6858000"/>
              <a:gd name="connsiteX105" fmla="*/ 0 w 6127519"/>
              <a:gd name="connsiteY105" fmla="*/ 6858000 h 6858000"/>
              <a:gd name="connsiteX106" fmla="*/ 0 w 6127519"/>
              <a:gd name="connsiteY106"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21088 w 6127519"/>
              <a:gd name="connsiteY13" fmla="*/ 860193 h 6858000"/>
              <a:gd name="connsiteX14" fmla="*/ 5230806 w 6127519"/>
              <a:gd name="connsiteY14" fmla="*/ 961354 h 6858000"/>
              <a:gd name="connsiteX15" fmla="*/ 5201018 w 6127519"/>
              <a:gd name="connsiteY15" fmla="*/ 1095027 h 6858000"/>
              <a:gd name="connsiteX16" fmla="*/ 5202153 w 6127519"/>
              <a:gd name="connsiteY16" fmla="*/ 1133224 h 6858000"/>
              <a:gd name="connsiteX17" fmla="*/ 5189234 w 6127519"/>
              <a:gd name="connsiteY17" fmla="*/ 1193495 h 6858000"/>
              <a:gd name="connsiteX18" fmla="*/ 5202769 w 6127519"/>
              <a:gd name="connsiteY18" fmla="*/ 1269450 h 6858000"/>
              <a:gd name="connsiteX19" fmla="*/ 5225968 w 6127519"/>
              <a:gd name="connsiteY19" fmla="*/ 1357994 h 6858000"/>
              <a:gd name="connsiteX20" fmla="*/ 5233819 w 6127519"/>
              <a:gd name="connsiteY20" fmla="*/ 1380922 h 6858000"/>
              <a:gd name="connsiteX21" fmla="*/ 5237226 w 6127519"/>
              <a:gd name="connsiteY21" fmla="*/ 1441327 h 6858000"/>
              <a:gd name="connsiteX22" fmla="*/ 5255653 w 6127519"/>
              <a:gd name="connsiteY22" fmla="*/ 1524712 h 6858000"/>
              <a:gd name="connsiteX23" fmla="*/ 5263491 w 6127519"/>
              <a:gd name="connsiteY23" fmla="*/ 1642938 h 6858000"/>
              <a:gd name="connsiteX24" fmla="*/ 5261314 w 6127519"/>
              <a:gd name="connsiteY24" fmla="*/ 1689177 h 6858000"/>
              <a:gd name="connsiteX25" fmla="*/ 5259788 w 6127519"/>
              <a:gd name="connsiteY25" fmla="*/ 1768516 h 6858000"/>
              <a:gd name="connsiteX26" fmla="*/ 5255696 w 6127519"/>
              <a:gd name="connsiteY26" fmla="*/ 1953770 h 6858000"/>
              <a:gd name="connsiteX27" fmla="*/ 5252592 w 6127519"/>
              <a:gd name="connsiteY27" fmla="*/ 2092210 h 6858000"/>
              <a:gd name="connsiteX28" fmla="*/ 5250104 w 6127519"/>
              <a:gd name="connsiteY28" fmla="*/ 2249166 h 6858000"/>
              <a:gd name="connsiteX29" fmla="*/ 5251214 w 6127519"/>
              <a:gd name="connsiteY29" fmla="*/ 2250944 h 6858000"/>
              <a:gd name="connsiteX30" fmla="*/ 5250644 w 6127519"/>
              <a:gd name="connsiteY30" fmla="*/ 2266619 h 6858000"/>
              <a:gd name="connsiteX31" fmla="*/ 5293877 w 6127519"/>
              <a:gd name="connsiteY31" fmla="*/ 2368649 h 6858000"/>
              <a:gd name="connsiteX32" fmla="*/ 5311338 w 6127519"/>
              <a:gd name="connsiteY32" fmla="*/ 2404034 h 6858000"/>
              <a:gd name="connsiteX33" fmla="*/ 5338366 w 6127519"/>
              <a:gd name="connsiteY33" fmla="*/ 2465052 h 6858000"/>
              <a:gd name="connsiteX34" fmla="*/ 5371263 w 6127519"/>
              <a:gd name="connsiteY34" fmla="*/ 2586413 h 6858000"/>
              <a:gd name="connsiteX35" fmla="*/ 5407503 w 6127519"/>
              <a:gd name="connsiteY35" fmla="*/ 2786290 h 6858000"/>
              <a:gd name="connsiteX36" fmla="*/ 5407356 w 6127519"/>
              <a:gd name="connsiteY36" fmla="*/ 2787545 h 6858000"/>
              <a:gd name="connsiteX37" fmla="*/ 5457023 w 6127519"/>
              <a:gd name="connsiteY37" fmla="*/ 2858292 h 6858000"/>
              <a:gd name="connsiteX38" fmla="*/ 5479298 w 6127519"/>
              <a:gd name="connsiteY38" fmla="*/ 2947791 h 6858000"/>
              <a:gd name="connsiteX39" fmla="*/ 5481770 w 6127519"/>
              <a:gd name="connsiteY39" fmla="*/ 2951352 h 6858000"/>
              <a:gd name="connsiteX40" fmla="*/ 5482415 w 6127519"/>
              <a:gd name="connsiteY40" fmla="*/ 3004079 h 6858000"/>
              <a:gd name="connsiteX41" fmla="*/ 5503944 w 6127519"/>
              <a:gd name="connsiteY41" fmla="*/ 3123335 h 6858000"/>
              <a:gd name="connsiteX42" fmla="*/ 5516007 w 6127519"/>
              <a:gd name="connsiteY42" fmla="*/ 3258473 h 6858000"/>
              <a:gd name="connsiteX43" fmla="*/ 5589758 w 6127519"/>
              <a:gd name="connsiteY43" fmla="*/ 3453699 h 6858000"/>
              <a:gd name="connsiteX44" fmla="*/ 5596144 w 6127519"/>
              <a:gd name="connsiteY44" fmla="*/ 3534624 h 6858000"/>
              <a:gd name="connsiteX45" fmla="*/ 5597750 w 6127519"/>
              <a:gd name="connsiteY45" fmla="*/ 3534129 h 6858000"/>
              <a:gd name="connsiteX46" fmla="*/ 5599700 w 6127519"/>
              <a:gd name="connsiteY46" fmla="*/ 3547221 h 6858000"/>
              <a:gd name="connsiteX47" fmla="*/ 5615031 w 6127519"/>
              <a:gd name="connsiteY47" fmla="*/ 3557482 h 6858000"/>
              <a:gd name="connsiteX48" fmla="*/ 5618377 w 6127519"/>
              <a:gd name="connsiteY48" fmla="*/ 3588431 h 6858000"/>
              <a:gd name="connsiteX49" fmla="*/ 5612155 w 6127519"/>
              <a:gd name="connsiteY49" fmla="*/ 3589869 h 6858000"/>
              <a:gd name="connsiteX50" fmla="*/ 5620843 w 6127519"/>
              <a:gd name="connsiteY50" fmla="*/ 3606745 h 6858000"/>
              <a:gd name="connsiteX51" fmla="*/ 5655472 w 6127519"/>
              <a:gd name="connsiteY51" fmla="*/ 3678877 h 6858000"/>
              <a:gd name="connsiteX52" fmla="*/ 5683015 w 6127519"/>
              <a:gd name="connsiteY52" fmla="*/ 3762025 h 6858000"/>
              <a:gd name="connsiteX53" fmla="*/ 5696643 w 6127519"/>
              <a:gd name="connsiteY53" fmla="*/ 3773888 h 6858000"/>
              <a:gd name="connsiteX54" fmla="*/ 5707995 w 6127519"/>
              <a:gd name="connsiteY54" fmla="*/ 3781685 h 6858000"/>
              <a:gd name="connsiteX55" fmla="*/ 5768491 w 6127519"/>
              <a:gd name="connsiteY55" fmla="*/ 3914399 h 6858000"/>
              <a:gd name="connsiteX56" fmla="*/ 5793123 w 6127519"/>
              <a:gd name="connsiteY56" fmla="*/ 3969952 h 6858000"/>
              <a:gd name="connsiteX57" fmla="*/ 5808321 w 6127519"/>
              <a:gd name="connsiteY57" fmla="*/ 3988153 h 6858000"/>
              <a:gd name="connsiteX58" fmla="*/ 5825621 w 6127519"/>
              <a:gd name="connsiteY58" fmla="*/ 4015525 h 6858000"/>
              <a:gd name="connsiteX59" fmla="*/ 5860672 w 6127519"/>
              <a:gd name="connsiteY59" fmla="*/ 4061579 h 6858000"/>
              <a:gd name="connsiteX60" fmla="*/ 5872173 w 6127519"/>
              <a:gd name="connsiteY60" fmla="*/ 4088497 h 6858000"/>
              <a:gd name="connsiteX61" fmla="*/ 5894095 w 6127519"/>
              <a:gd name="connsiteY61" fmla="*/ 4128857 h 6858000"/>
              <a:gd name="connsiteX62" fmla="*/ 5903513 w 6127519"/>
              <a:gd name="connsiteY62" fmla="*/ 4187661 h 6858000"/>
              <a:gd name="connsiteX63" fmla="*/ 5917114 w 6127519"/>
              <a:gd name="connsiteY63" fmla="*/ 4213096 h 6858000"/>
              <a:gd name="connsiteX64" fmla="*/ 5924233 w 6127519"/>
              <a:gd name="connsiteY64" fmla="*/ 4242060 h 6858000"/>
              <a:gd name="connsiteX65" fmla="*/ 5928910 w 6127519"/>
              <a:gd name="connsiteY65" fmla="*/ 4300973 h 6858000"/>
              <a:gd name="connsiteX66" fmla="*/ 5939320 w 6127519"/>
              <a:gd name="connsiteY66" fmla="*/ 4340435 h 6858000"/>
              <a:gd name="connsiteX67" fmla="*/ 5946705 w 6127519"/>
              <a:gd name="connsiteY67" fmla="*/ 4428051 h 6858000"/>
              <a:gd name="connsiteX68" fmla="*/ 5949261 w 6127519"/>
              <a:gd name="connsiteY68" fmla="*/ 4449185 h 6858000"/>
              <a:gd name="connsiteX69" fmla="*/ 5968960 w 6127519"/>
              <a:gd name="connsiteY69" fmla="*/ 4482655 h 6858000"/>
              <a:gd name="connsiteX70" fmla="*/ 5980106 w 6127519"/>
              <a:gd name="connsiteY70" fmla="*/ 4585087 h 6858000"/>
              <a:gd name="connsiteX71" fmla="*/ 5998138 w 6127519"/>
              <a:gd name="connsiteY71" fmla="*/ 4697518 h 6858000"/>
              <a:gd name="connsiteX72" fmla="*/ 6007819 w 6127519"/>
              <a:gd name="connsiteY72" fmla="*/ 4858148 h 6858000"/>
              <a:gd name="connsiteX73" fmla="*/ 6007749 w 6127519"/>
              <a:gd name="connsiteY73" fmla="*/ 4964715 h 6858000"/>
              <a:gd name="connsiteX74" fmla="*/ 6005269 w 6127519"/>
              <a:gd name="connsiteY74" fmla="*/ 5150567 h 6858000"/>
              <a:gd name="connsiteX75" fmla="*/ 6001127 w 6127519"/>
              <a:gd name="connsiteY75" fmla="*/ 5164609 h 6858000"/>
              <a:gd name="connsiteX76" fmla="*/ 5998514 w 6127519"/>
              <a:gd name="connsiteY76" fmla="*/ 5189673 h 6858000"/>
              <a:gd name="connsiteX77" fmla="*/ 6018409 w 6127519"/>
              <a:gd name="connsiteY77" fmla="*/ 5227157 h 6858000"/>
              <a:gd name="connsiteX78" fmla="*/ 6036748 w 6127519"/>
              <a:gd name="connsiteY78" fmla="*/ 5322752 h 6858000"/>
              <a:gd name="connsiteX79" fmla="*/ 6036943 w 6127519"/>
              <a:gd name="connsiteY79" fmla="*/ 5329480 h 6858000"/>
              <a:gd name="connsiteX80" fmla="*/ 6037677 w 6127519"/>
              <a:gd name="connsiteY80" fmla="*/ 5354807 h 6858000"/>
              <a:gd name="connsiteX81" fmla="*/ 6039728 w 6127519"/>
              <a:gd name="connsiteY81" fmla="*/ 5359416 h 6858000"/>
              <a:gd name="connsiteX82" fmla="*/ 6053435 w 6127519"/>
              <a:gd name="connsiteY82" fmla="*/ 5387547 h 6858000"/>
              <a:gd name="connsiteX83" fmla="*/ 6065933 w 6127519"/>
              <a:gd name="connsiteY83" fmla="*/ 5443002 h 6858000"/>
              <a:gd name="connsiteX84" fmla="*/ 6068640 w 6127519"/>
              <a:gd name="connsiteY84" fmla="*/ 5474503 h 6858000"/>
              <a:gd name="connsiteX85" fmla="*/ 6080922 w 6127519"/>
              <a:gd name="connsiteY85" fmla="*/ 5561070 h 6858000"/>
              <a:gd name="connsiteX86" fmla="*/ 6096949 w 6127519"/>
              <a:gd name="connsiteY86" fmla="*/ 5648179 h 6858000"/>
              <a:gd name="connsiteX87" fmla="*/ 6121353 w 6127519"/>
              <a:gd name="connsiteY87" fmla="*/ 5721725 h 6858000"/>
              <a:gd name="connsiteX88" fmla="*/ 6109884 w 6127519"/>
              <a:gd name="connsiteY88" fmla="*/ 5721959 h 6858000"/>
              <a:gd name="connsiteX89" fmla="*/ 6127024 w 6127519"/>
              <a:gd name="connsiteY89" fmla="*/ 5786902 h 6858000"/>
              <a:gd name="connsiteX90" fmla="*/ 6127519 w 6127519"/>
              <a:gd name="connsiteY90" fmla="*/ 5865775 h 6858000"/>
              <a:gd name="connsiteX91" fmla="*/ 6116287 w 6127519"/>
              <a:gd name="connsiteY91" fmla="*/ 5868026 h 6858000"/>
              <a:gd name="connsiteX92" fmla="*/ 6102493 w 6127519"/>
              <a:gd name="connsiteY92" fmla="*/ 5928602 h 6858000"/>
              <a:gd name="connsiteX93" fmla="*/ 6056863 w 6127519"/>
              <a:gd name="connsiteY93" fmla="*/ 6000643 h 6858000"/>
              <a:gd name="connsiteX94" fmla="*/ 6045436 w 6127519"/>
              <a:gd name="connsiteY94" fmla="*/ 6124480 h 6858000"/>
              <a:gd name="connsiteX95" fmla="*/ 6030489 w 6127519"/>
              <a:gd name="connsiteY95" fmla="*/ 6317666 h 6858000"/>
              <a:gd name="connsiteX96" fmla="*/ 6007492 w 6127519"/>
              <a:gd name="connsiteY96" fmla="*/ 6440818 h 6858000"/>
              <a:gd name="connsiteX97" fmla="*/ 6009467 w 6127519"/>
              <a:gd name="connsiteY97" fmla="*/ 6487076 h 6858000"/>
              <a:gd name="connsiteX98" fmla="*/ 5995064 w 6127519"/>
              <a:gd name="connsiteY98" fmla="*/ 6540791 h 6858000"/>
              <a:gd name="connsiteX99" fmla="*/ 6004510 w 6127519"/>
              <a:gd name="connsiteY99" fmla="*/ 6599256 h 6858000"/>
              <a:gd name="connsiteX100" fmla="*/ 5986207 w 6127519"/>
              <a:gd name="connsiteY100" fmla="*/ 6695855 h 6858000"/>
              <a:gd name="connsiteX101" fmla="*/ 5979428 w 6127519"/>
              <a:gd name="connsiteY101" fmla="*/ 6754678 h 6858000"/>
              <a:gd name="connsiteX102" fmla="*/ 5983398 w 6127519"/>
              <a:gd name="connsiteY102" fmla="*/ 6778641 h 6858000"/>
              <a:gd name="connsiteX103" fmla="*/ 5984543 w 6127519"/>
              <a:gd name="connsiteY103" fmla="*/ 6811016 h 6858000"/>
              <a:gd name="connsiteX104" fmla="*/ 5979671 w 6127519"/>
              <a:gd name="connsiteY104" fmla="*/ 6858000 h 6858000"/>
              <a:gd name="connsiteX105" fmla="*/ 0 w 6127519"/>
              <a:gd name="connsiteY105" fmla="*/ 6858000 h 6858000"/>
              <a:gd name="connsiteX106" fmla="*/ 0 w 6127519"/>
              <a:gd name="connsiteY106" fmla="*/ 0 h 6858000"/>
              <a:gd name="connsiteX0" fmla="*/ 0 w 6127519"/>
              <a:gd name="connsiteY0" fmla="*/ 0 h 6858000"/>
              <a:gd name="connsiteX1" fmla="*/ 4965888 w 6127519"/>
              <a:gd name="connsiteY1" fmla="*/ 0 h 6858000"/>
              <a:gd name="connsiteX2" fmla="*/ 4967767 w 6127519"/>
              <a:gd name="connsiteY2" fmla="*/ 7930 h 6858000"/>
              <a:gd name="connsiteX3" fmla="*/ 4979444 w 6127519"/>
              <a:gd name="connsiteY3" fmla="*/ 43921 h 6858000"/>
              <a:gd name="connsiteX4" fmla="*/ 5021173 w 6127519"/>
              <a:gd name="connsiteY4" fmla="*/ 123738 h 6858000"/>
              <a:gd name="connsiteX5" fmla="*/ 5075458 w 6127519"/>
              <a:gd name="connsiteY5" fmla="*/ 264355 h 6858000"/>
              <a:gd name="connsiteX6" fmla="*/ 5081175 w 6127519"/>
              <a:gd name="connsiteY6" fmla="*/ 277448 h 6858000"/>
              <a:gd name="connsiteX7" fmla="*/ 5097011 w 6127519"/>
              <a:gd name="connsiteY7" fmla="*/ 355616 h 6858000"/>
              <a:gd name="connsiteX8" fmla="*/ 5130982 w 6127519"/>
              <a:gd name="connsiteY8" fmla="*/ 412030 h 6858000"/>
              <a:gd name="connsiteX9" fmla="*/ 5153000 w 6127519"/>
              <a:gd name="connsiteY9" fmla="*/ 507134 h 6858000"/>
              <a:gd name="connsiteX10" fmla="*/ 5171282 w 6127519"/>
              <a:gd name="connsiteY10" fmla="*/ 602071 h 6858000"/>
              <a:gd name="connsiteX11" fmla="*/ 5176196 w 6127519"/>
              <a:gd name="connsiteY11" fmla="*/ 636822 h 6858000"/>
              <a:gd name="connsiteX12" fmla="*/ 5189051 w 6127519"/>
              <a:gd name="connsiteY12" fmla="*/ 782518 h 6858000"/>
              <a:gd name="connsiteX13" fmla="*/ 5221088 w 6127519"/>
              <a:gd name="connsiteY13" fmla="*/ 860193 h 6858000"/>
              <a:gd name="connsiteX14" fmla="*/ 5230806 w 6127519"/>
              <a:gd name="connsiteY14" fmla="*/ 961354 h 6858000"/>
              <a:gd name="connsiteX15" fmla="*/ 5201018 w 6127519"/>
              <a:gd name="connsiteY15" fmla="*/ 1095027 h 6858000"/>
              <a:gd name="connsiteX16" fmla="*/ 5202153 w 6127519"/>
              <a:gd name="connsiteY16" fmla="*/ 1133224 h 6858000"/>
              <a:gd name="connsiteX17" fmla="*/ 5189234 w 6127519"/>
              <a:gd name="connsiteY17" fmla="*/ 1193495 h 6858000"/>
              <a:gd name="connsiteX18" fmla="*/ 5202769 w 6127519"/>
              <a:gd name="connsiteY18" fmla="*/ 1269450 h 6858000"/>
              <a:gd name="connsiteX19" fmla="*/ 5225968 w 6127519"/>
              <a:gd name="connsiteY19" fmla="*/ 1357994 h 6858000"/>
              <a:gd name="connsiteX20" fmla="*/ 5233819 w 6127519"/>
              <a:gd name="connsiteY20" fmla="*/ 1380922 h 6858000"/>
              <a:gd name="connsiteX21" fmla="*/ 5237226 w 6127519"/>
              <a:gd name="connsiteY21" fmla="*/ 1441327 h 6858000"/>
              <a:gd name="connsiteX22" fmla="*/ 5255653 w 6127519"/>
              <a:gd name="connsiteY22" fmla="*/ 1524712 h 6858000"/>
              <a:gd name="connsiteX23" fmla="*/ 5263491 w 6127519"/>
              <a:gd name="connsiteY23" fmla="*/ 1642938 h 6858000"/>
              <a:gd name="connsiteX24" fmla="*/ 5261314 w 6127519"/>
              <a:gd name="connsiteY24" fmla="*/ 1689177 h 6858000"/>
              <a:gd name="connsiteX25" fmla="*/ 5259788 w 6127519"/>
              <a:gd name="connsiteY25" fmla="*/ 1768516 h 6858000"/>
              <a:gd name="connsiteX26" fmla="*/ 5255696 w 6127519"/>
              <a:gd name="connsiteY26" fmla="*/ 1953770 h 6858000"/>
              <a:gd name="connsiteX27" fmla="*/ 5252592 w 6127519"/>
              <a:gd name="connsiteY27" fmla="*/ 2092210 h 6858000"/>
              <a:gd name="connsiteX28" fmla="*/ 5250104 w 6127519"/>
              <a:gd name="connsiteY28" fmla="*/ 2249166 h 6858000"/>
              <a:gd name="connsiteX29" fmla="*/ 5251214 w 6127519"/>
              <a:gd name="connsiteY29" fmla="*/ 2250944 h 6858000"/>
              <a:gd name="connsiteX30" fmla="*/ 5250644 w 6127519"/>
              <a:gd name="connsiteY30" fmla="*/ 2266619 h 6858000"/>
              <a:gd name="connsiteX31" fmla="*/ 5293877 w 6127519"/>
              <a:gd name="connsiteY31" fmla="*/ 2368649 h 6858000"/>
              <a:gd name="connsiteX32" fmla="*/ 5311338 w 6127519"/>
              <a:gd name="connsiteY32" fmla="*/ 2404034 h 6858000"/>
              <a:gd name="connsiteX33" fmla="*/ 5338366 w 6127519"/>
              <a:gd name="connsiteY33" fmla="*/ 2465052 h 6858000"/>
              <a:gd name="connsiteX34" fmla="*/ 5371263 w 6127519"/>
              <a:gd name="connsiteY34" fmla="*/ 2586413 h 6858000"/>
              <a:gd name="connsiteX35" fmla="*/ 5407503 w 6127519"/>
              <a:gd name="connsiteY35" fmla="*/ 2786290 h 6858000"/>
              <a:gd name="connsiteX36" fmla="*/ 5407356 w 6127519"/>
              <a:gd name="connsiteY36" fmla="*/ 2787545 h 6858000"/>
              <a:gd name="connsiteX37" fmla="*/ 5457023 w 6127519"/>
              <a:gd name="connsiteY37" fmla="*/ 2858292 h 6858000"/>
              <a:gd name="connsiteX38" fmla="*/ 5479298 w 6127519"/>
              <a:gd name="connsiteY38" fmla="*/ 2947791 h 6858000"/>
              <a:gd name="connsiteX39" fmla="*/ 5481770 w 6127519"/>
              <a:gd name="connsiteY39" fmla="*/ 2951352 h 6858000"/>
              <a:gd name="connsiteX40" fmla="*/ 5482415 w 6127519"/>
              <a:gd name="connsiteY40" fmla="*/ 3004079 h 6858000"/>
              <a:gd name="connsiteX41" fmla="*/ 5503944 w 6127519"/>
              <a:gd name="connsiteY41" fmla="*/ 3123335 h 6858000"/>
              <a:gd name="connsiteX42" fmla="*/ 5516007 w 6127519"/>
              <a:gd name="connsiteY42" fmla="*/ 3258473 h 6858000"/>
              <a:gd name="connsiteX43" fmla="*/ 5589758 w 6127519"/>
              <a:gd name="connsiteY43" fmla="*/ 3453699 h 6858000"/>
              <a:gd name="connsiteX44" fmla="*/ 5596144 w 6127519"/>
              <a:gd name="connsiteY44" fmla="*/ 3534624 h 6858000"/>
              <a:gd name="connsiteX45" fmla="*/ 5597750 w 6127519"/>
              <a:gd name="connsiteY45" fmla="*/ 3534129 h 6858000"/>
              <a:gd name="connsiteX46" fmla="*/ 5599700 w 6127519"/>
              <a:gd name="connsiteY46" fmla="*/ 3547221 h 6858000"/>
              <a:gd name="connsiteX47" fmla="*/ 5615031 w 6127519"/>
              <a:gd name="connsiteY47" fmla="*/ 3557482 h 6858000"/>
              <a:gd name="connsiteX48" fmla="*/ 5618377 w 6127519"/>
              <a:gd name="connsiteY48" fmla="*/ 3588431 h 6858000"/>
              <a:gd name="connsiteX49" fmla="*/ 5612155 w 6127519"/>
              <a:gd name="connsiteY49" fmla="*/ 3589869 h 6858000"/>
              <a:gd name="connsiteX50" fmla="*/ 5620843 w 6127519"/>
              <a:gd name="connsiteY50" fmla="*/ 3606745 h 6858000"/>
              <a:gd name="connsiteX51" fmla="*/ 5655472 w 6127519"/>
              <a:gd name="connsiteY51" fmla="*/ 3678877 h 6858000"/>
              <a:gd name="connsiteX52" fmla="*/ 5683015 w 6127519"/>
              <a:gd name="connsiteY52" fmla="*/ 3762025 h 6858000"/>
              <a:gd name="connsiteX53" fmla="*/ 5696643 w 6127519"/>
              <a:gd name="connsiteY53" fmla="*/ 3773888 h 6858000"/>
              <a:gd name="connsiteX54" fmla="*/ 5707995 w 6127519"/>
              <a:gd name="connsiteY54" fmla="*/ 3781685 h 6858000"/>
              <a:gd name="connsiteX55" fmla="*/ 5768491 w 6127519"/>
              <a:gd name="connsiteY55" fmla="*/ 3914399 h 6858000"/>
              <a:gd name="connsiteX56" fmla="*/ 5793123 w 6127519"/>
              <a:gd name="connsiteY56" fmla="*/ 3969952 h 6858000"/>
              <a:gd name="connsiteX57" fmla="*/ 5808321 w 6127519"/>
              <a:gd name="connsiteY57" fmla="*/ 3988153 h 6858000"/>
              <a:gd name="connsiteX58" fmla="*/ 5825621 w 6127519"/>
              <a:gd name="connsiteY58" fmla="*/ 4015525 h 6858000"/>
              <a:gd name="connsiteX59" fmla="*/ 5860672 w 6127519"/>
              <a:gd name="connsiteY59" fmla="*/ 4061579 h 6858000"/>
              <a:gd name="connsiteX60" fmla="*/ 5872173 w 6127519"/>
              <a:gd name="connsiteY60" fmla="*/ 4088497 h 6858000"/>
              <a:gd name="connsiteX61" fmla="*/ 5894095 w 6127519"/>
              <a:gd name="connsiteY61" fmla="*/ 4128857 h 6858000"/>
              <a:gd name="connsiteX62" fmla="*/ 5903513 w 6127519"/>
              <a:gd name="connsiteY62" fmla="*/ 4187661 h 6858000"/>
              <a:gd name="connsiteX63" fmla="*/ 5917114 w 6127519"/>
              <a:gd name="connsiteY63" fmla="*/ 4213096 h 6858000"/>
              <a:gd name="connsiteX64" fmla="*/ 5924233 w 6127519"/>
              <a:gd name="connsiteY64" fmla="*/ 4242060 h 6858000"/>
              <a:gd name="connsiteX65" fmla="*/ 5928910 w 6127519"/>
              <a:gd name="connsiteY65" fmla="*/ 4300973 h 6858000"/>
              <a:gd name="connsiteX66" fmla="*/ 5939320 w 6127519"/>
              <a:gd name="connsiteY66" fmla="*/ 4340435 h 6858000"/>
              <a:gd name="connsiteX67" fmla="*/ 5946705 w 6127519"/>
              <a:gd name="connsiteY67" fmla="*/ 4428051 h 6858000"/>
              <a:gd name="connsiteX68" fmla="*/ 5949261 w 6127519"/>
              <a:gd name="connsiteY68" fmla="*/ 4449185 h 6858000"/>
              <a:gd name="connsiteX69" fmla="*/ 5968960 w 6127519"/>
              <a:gd name="connsiteY69" fmla="*/ 4482655 h 6858000"/>
              <a:gd name="connsiteX70" fmla="*/ 5980106 w 6127519"/>
              <a:gd name="connsiteY70" fmla="*/ 4585087 h 6858000"/>
              <a:gd name="connsiteX71" fmla="*/ 5998138 w 6127519"/>
              <a:gd name="connsiteY71" fmla="*/ 4697518 h 6858000"/>
              <a:gd name="connsiteX72" fmla="*/ 6007819 w 6127519"/>
              <a:gd name="connsiteY72" fmla="*/ 4858148 h 6858000"/>
              <a:gd name="connsiteX73" fmla="*/ 6007749 w 6127519"/>
              <a:gd name="connsiteY73" fmla="*/ 4964715 h 6858000"/>
              <a:gd name="connsiteX74" fmla="*/ 6005269 w 6127519"/>
              <a:gd name="connsiteY74" fmla="*/ 5150567 h 6858000"/>
              <a:gd name="connsiteX75" fmla="*/ 6001127 w 6127519"/>
              <a:gd name="connsiteY75" fmla="*/ 5164609 h 6858000"/>
              <a:gd name="connsiteX76" fmla="*/ 5998514 w 6127519"/>
              <a:gd name="connsiteY76" fmla="*/ 5189673 h 6858000"/>
              <a:gd name="connsiteX77" fmla="*/ 6018409 w 6127519"/>
              <a:gd name="connsiteY77" fmla="*/ 5227157 h 6858000"/>
              <a:gd name="connsiteX78" fmla="*/ 6036748 w 6127519"/>
              <a:gd name="connsiteY78" fmla="*/ 5322752 h 6858000"/>
              <a:gd name="connsiteX79" fmla="*/ 6036943 w 6127519"/>
              <a:gd name="connsiteY79" fmla="*/ 5329480 h 6858000"/>
              <a:gd name="connsiteX80" fmla="*/ 6037677 w 6127519"/>
              <a:gd name="connsiteY80" fmla="*/ 5354807 h 6858000"/>
              <a:gd name="connsiteX81" fmla="*/ 6039728 w 6127519"/>
              <a:gd name="connsiteY81" fmla="*/ 5359416 h 6858000"/>
              <a:gd name="connsiteX82" fmla="*/ 6053435 w 6127519"/>
              <a:gd name="connsiteY82" fmla="*/ 5387547 h 6858000"/>
              <a:gd name="connsiteX83" fmla="*/ 6065933 w 6127519"/>
              <a:gd name="connsiteY83" fmla="*/ 5443002 h 6858000"/>
              <a:gd name="connsiteX84" fmla="*/ 6068640 w 6127519"/>
              <a:gd name="connsiteY84" fmla="*/ 5474503 h 6858000"/>
              <a:gd name="connsiteX85" fmla="*/ 6080922 w 6127519"/>
              <a:gd name="connsiteY85" fmla="*/ 5561070 h 6858000"/>
              <a:gd name="connsiteX86" fmla="*/ 6096949 w 6127519"/>
              <a:gd name="connsiteY86" fmla="*/ 5648179 h 6858000"/>
              <a:gd name="connsiteX87" fmla="*/ 6121353 w 6127519"/>
              <a:gd name="connsiteY87" fmla="*/ 5721725 h 6858000"/>
              <a:gd name="connsiteX88" fmla="*/ 6109884 w 6127519"/>
              <a:gd name="connsiteY88" fmla="*/ 5721959 h 6858000"/>
              <a:gd name="connsiteX89" fmla="*/ 6127024 w 6127519"/>
              <a:gd name="connsiteY89" fmla="*/ 5786902 h 6858000"/>
              <a:gd name="connsiteX90" fmla="*/ 6127519 w 6127519"/>
              <a:gd name="connsiteY90" fmla="*/ 5865775 h 6858000"/>
              <a:gd name="connsiteX91" fmla="*/ 6102493 w 6127519"/>
              <a:gd name="connsiteY91" fmla="*/ 5928602 h 6858000"/>
              <a:gd name="connsiteX92" fmla="*/ 6056863 w 6127519"/>
              <a:gd name="connsiteY92" fmla="*/ 6000643 h 6858000"/>
              <a:gd name="connsiteX93" fmla="*/ 6045436 w 6127519"/>
              <a:gd name="connsiteY93" fmla="*/ 6124480 h 6858000"/>
              <a:gd name="connsiteX94" fmla="*/ 6030489 w 6127519"/>
              <a:gd name="connsiteY94" fmla="*/ 6317666 h 6858000"/>
              <a:gd name="connsiteX95" fmla="*/ 6007492 w 6127519"/>
              <a:gd name="connsiteY95" fmla="*/ 6440818 h 6858000"/>
              <a:gd name="connsiteX96" fmla="*/ 6009467 w 6127519"/>
              <a:gd name="connsiteY96" fmla="*/ 6487076 h 6858000"/>
              <a:gd name="connsiteX97" fmla="*/ 5995064 w 6127519"/>
              <a:gd name="connsiteY97" fmla="*/ 6540791 h 6858000"/>
              <a:gd name="connsiteX98" fmla="*/ 6004510 w 6127519"/>
              <a:gd name="connsiteY98" fmla="*/ 6599256 h 6858000"/>
              <a:gd name="connsiteX99" fmla="*/ 5986207 w 6127519"/>
              <a:gd name="connsiteY99" fmla="*/ 6695855 h 6858000"/>
              <a:gd name="connsiteX100" fmla="*/ 5979428 w 6127519"/>
              <a:gd name="connsiteY100" fmla="*/ 6754678 h 6858000"/>
              <a:gd name="connsiteX101" fmla="*/ 5983398 w 6127519"/>
              <a:gd name="connsiteY101" fmla="*/ 6778641 h 6858000"/>
              <a:gd name="connsiteX102" fmla="*/ 5984543 w 6127519"/>
              <a:gd name="connsiteY102" fmla="*/ 6811016 h 6858000"/>
              <a:gd name="connsiteX103" fmla="*/ 5979671 w 6127519"/>
              <a:gd name="connsiteY103" fmla="*/ 6858000 h 6858000"/>
              <a:gd name="connsiteX104" fmla="*/ 0 w 6127519"/>
              <a:gd name="connsiteY104" fmla="*/ 6858000 h 6858000"/>
              <a:gd name="connsiteX105" fmla="*/ 0 w 6127519"/>
              <a:gd name="connsiteY105"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30982 w 6127024"/>
              <a:gd name="connsiteY8" fmla="*/ 412030 h 6858000"/>
              <a:gd name="connsiteX9" fmla="*/ 5153000 w 6127024"/>
              <a:gd name="connsiteY9" fmla="*/ 507134 h 6858000"/>
              <a:gd name="connsiteX10" fmla="*/ 5171282 w 6127024"/>
              <a:gd name="connsiteY10" fmla="*/ 602071 h 6858000"/>
              <a:gd name="connsiteX11" fmla="*/ 5176196 w 6127024"/>
              <a:gd name="connsiteY11" fmla="*/ 636822 h 6858000"/>
              <a:gd name="connsiteX12" fmla="*/ 5189051 w 6127024"/>
              <a:gd name="connsiteY12" fmla="*/ 782518 h 6858000"/>
              <a:gd name="connsiteX13" fmla="*/ 5221088 w 6127024"/>
              <a:gd name="connsiteY13" fmla="*/ 860193 h 6858000"/>
              <a:gd name="connsiteX14" fmla="*/ 5230806 w 6127024"/>
              <a:gd name="connsiteY14" fmla="*/ 961354 h 6858000"/>
              <a:gd name="connsiteX15" fmla="*/ 5201018 w 6127024"/>
              <a:gd name="connsiteY15" fmla="*/ 1095027 h 6858000"/>
              <a:gd name="connsiteX16" fmla="*/ 5202153 w 6127024"/>
              <a:gd name="connsiteY16" fmla="*/ 1133224 h 6858000"/>
              <a:gd name="connsiteX17" fmla="*/ 5189234 w 6127024"/>
              <a:gd name="connsiteY17" fmla="*/ 1193495 h 6858000"/>
              <a:gd name="connsiteX18" fmla="*/ 5202769 w 6127024"/>
              <a:gd name="connsiteY18" fmla="*/ 1269450 h 6858000"/>
              <a:gd name="connsiteX19" fmla="*/ 5225968 w 6127024"/>
              <a:gd name="connsiteY19" fmla="*/ 1357994 h 6858000"/>
              <a:gd name="connsiteX20" fmla="*/ 5233819 w 6127024"/>
              <a:gd name="connsiteY20" fmla="*/ 1380922 h 6858000"/>
              <a:gd name="connsiteX21" fmla="*/ 5237226 w 6127024"/>
              <a:gd name="connsiteY21" fmla="*/ 1441327 h 6858000"/>
              <a:gd name="connsiteX22" fmla="*/ 5255653 w 6127024"/>
              <a:gd name="connsiteY22" fmla="*/ 1524712 h 6858000"/>
              <a:gd name="connsiteX23" fmla="*/ 5263491 w 6127024"/>
              <a:gd name="connsiteY23" fmla="*/ 1642938 h 6858000"/>
              <a:gd name="connsiteX24" fmla="*/ 5261314 w 6127024"/>
              <a:gd name="connsiteY24" fmla="*/ 1689177 h 6858000"/>
              <a:gd name="connsiteX25" fmla="*/ 5259788 w 6127024"/>
              <a:gd name="connsiteY25" fmla="*/ 1768516 h 6858000"/>
              <a:gd name="connsiteX26" fmla="*/ 5255696 w 6127024"/>
              <a:gd name="connsiteY26" fmla="*/ 1953770 h 6858000"/>
              <a:gd name="connsiteX27" fmla="*/ 5252592 w 6127024"/>
              <a:gd name="connsiteY27" fmla="*/ 2092210 h 6858000"/>
              <a:gd name="connsiteX28" fmla="*/ 5250104 w 6127024"/>
              <a:gd name="connsiteY28" fmla="*/ 2249166 h 6858000"/>
              <a:gd name="connsiteX29" fmla="*/ 5251214 w 6127024"/>
              <a:gd name="connsiteY29" fmla="*/ 2250944 h 6858000"/>
              <a:gd name="connsiteX30" fmla="*/ 5250644 w 6127024"/>
              <a:gd name="connsiteY30" fmla="*/ 2266619 h 6858000"/>
              <a:gd name="connsiteX31" fmla="*/ 5293877 w 6127024"/>
              <a:gd name="connsiteY31" fmla="*/ 2368649 h 6858000"/>
              <a:gd name="connsiteX32" fmla="*/ 5311338 w 6127024"/>
              <a:gd name="connsiteY32" fmla="*/ 2404034 h 6858000"/>
              <a:gd name="connsiteX33" fmla="*/ 5338366 w 6127024"/>
              <a:gd name="connsiteY33" fmla="*/ 2465052 h 6858000"/>
              <a:gd name="connsiteX34" fmla="*/ 5371263 w 6127024"/>
              <a:gd name="connsiteY34" fmla="*/ 2586413 h 6858000"/>
              <a:gd name="connsiteX35" fmla="*/ 5407503 w 6127024"/>
              <a:gd name="connsiteY35" fmla="*/ 2786290 h 6858000"/>
              <a:gd name="connsiteX36" fmla="*/ 5407356 w 6127024"/>
              <a:gd name="connsiteY36" fmla="*/ 2787545 h 6858000"/>
              <a:gd name="connsiteX37" fmla="*/ 5457023 w 6127024"/>
              <a:gd name="connsiteY37" fmla="*/ 2858292 h 6858000"/>
              <a:gd name="connsiteX38" fmla="*/ 5479298 w 6127024"/>
              <a:gd name="connsiteY38" fmla="*/ 2947791 h 6858000"/>
              <a:gd name="connsiteX39" fmla="*/ 5481770 w 6127024"/>
              <a:gd name="connsiteY39" fmla="*/ 2951352 h 6858000"/>
              <a:gd name="connsiteX40" fmla="*/ 5482415 w 6127024"/>
              <a:gd name="connsiteY40" fmla="*/ 3004079 h 6858000"/>
              <a:gd name="connsiteX41" fmla="*/ 5503944 w 6127024"/>
              <a:gd name="connsiteY41" fmla="*/ 3123335 h 6858000"/>
              <a:gd name="connsiteX42" fmla="*/ 5516007 w 6127024"/>
              <a:gd name="connsiteY42" fmla="*/ 3258473 h 6858000"/>
              <a:gd name="connsiteX43" fmla="*/ 5589758 w 6127024"/>
              <a:gd name="connsiteY43" fmla="*/ 3453699 h 6858000"/>
              <a:gd name="connsiteX44" fmla="*/ 5596144 w 6127024"/>
              <a:gd name="connsiteY44" fmla="*/ 3534624 h 6858000"/>
              <a:gd name="connsiteX45" fmla="*/ 5597750 w 6127024"/>
              <a:gd name="connsiteY45" fmla="*/ 3534129 h 6858000"/>
              <a:gd name="connsiteX46" fmla="*/ 5599700 w 6127024"/>
              <a:gd name="connsiteY46" fmla="*/ 3547221 h 6858000"/>
              <a:gd name="connsiteX47" fmla="*/ 5615031 w 6127024"/>
              <a:gd name="connsiteY47" fmla="*/ 3557482 h 6858000"/>
              <a:gd name="connsiteX48" fmla="*/ 5618377 w 6127024"/>
              <a:gd name="connsiteY48" fmla="*/ 3588431 h 6858000"/>
              <a:gd name="connsiteX49" fmla="*/ 5612155 w 6127024"/>
              <a:gd name="connsiteY49" fmla="*/ 3589869 h 6858000"/>
              <a:gd name="connsiteX50" fmla="*/ 5620843 w 6127024"/>
              <a:gd name="connsiteY50" fmla="*/ 3606745 h 6858000"/>
              <a:gd name="connsiteX51" fmla="*/ 5655472 w 6127024"/>
              <a:gd name="connsiteY51" fmla="*/ 3678877 h 6858000"/>
              <a:gd name="connsiteX52" fmla="*/ 5683015 w 6127024"/>
              <a:gd name="connsiteY52" fmla="*/ 3762025 h 6858000"/>
              <a:gd name="connsiteX53" fmla="*/ 5696643 w 6127024"/>
              <a:gd name="connsiteY53" fmla="*/ 3773888 h 6858000"/>
              <a:gd name="connsiteX54" fmla="*/ 5707995 w 6127024"/>
              <a:gd name="connsiteY54" fmla="*/ 3781685 h 6858000"/>
              <a:gd name="connsiteX55" fmla="*/ 5768491 w 6127024"/>
              <a:gd name="connsiteY55" fmla="*/ 3914399 h 6858000"/>
              <a:gd name="connsiteX56" fmla="*/ 5793123 w 6127024"/>
              <a:gd name="connsiteY56" fmla="*/ 3969952 h 6858000"/>
              <a:gd name="connsiteX57" fmla="*/ 5808321 w 6127024"/>
              <a:gd name="connsiteY57" fmla="*/ 3988153 h 6858000"/>
              <a:gd name="connsiteX58" fmla="*/ 5825621 w 6127024"/>
              <a:gd name="connsiteY58" fmla="*/ 4015525 h 6858000"/>
              <a:gd name="connsiteX59" fmla="*/ 5860672 w 6127024"/>
              <a:gd name="connsiteY59" fmla="*/ 4061579 h 6858000"/>
              <a:gd name="connsiteX60" fmla="*/ 5872173 w 6127024"/>
              <a:gd name="connsiteY60" fmla="*/ 4088497 h 6858000"/>
              <a:gd name="connsiteX61" fmla="*/ 5894095 w 6127024"/>
              <a:gd name="connsiteY61" fmla="*/ 4128857 h 6858000"/>
              <a:gd name="connsiteX62" fmla="*/ 5903513 w 6127024"/>
              <a:gd name="connsiteY62" fmla="*/ 4187661 h 6858000"/>
              <a:gd name="connsiteX63" fmla="*/ 5917114 w 6127024"/>
              <a:gd name="connsiteY63" fmla="*/ 4213096 h 6858000"/>
              <a:gd name="connsiteX64" fmla="*/ 5924233 w 6127024"/>
              <a:gd name="connsiteY64" fmla="*/ 4242060 h 6858000"/>
              <a:gd name="connsiteX65" fmla="*/ 5928910 w 6127024"/>
              <a:gd name="connsiteY65" fmla="*/ 4300973 h 6858000"/>
              <a:gd name="connsiteX66" fmla="*/ 5939320 w 6127024"/>
              <a:gd name="connsiteY66" fmla="*/ 4340435 h 6858000"/>
              <a:gd name="connsiteX67" fmla="*/ 5946705 w 6127024"/>
              <a:gd name="connsiteY67" fmla="*/ 4428051 h 6858000"/>
              <a:gd name="connsiteX68" fmla="*/ 5949261 w 6127024"/>
              <a:gd name="connsiteY68" fmla="*/ 4449185 h 6858000"/>
              <a:gd name="connsiteX69" fmla="*/ 5968960 w 6127024"/>
              <a:gd name="connsiteY69" fmla="*/ 4482655 h 6858000"/>
              <a:gd name="connsiteX70" fmla="*/ 5980106 w 6127024"/>
              <a:gd name="connsiteY70" fmla="*/ 4585087 h 6858000"/>
              <a:gd name="connsiteX71" fmla="*/ 5998138 w 6127024"/>
              <a:gd name="connsiteY71" fmla="*/ 4697518 h 6858000"/>
              <a:gd name="connsiteX72" fmla="*/ 6007819 w 6127024"/>
              <a:gd name="connsiteY72" fmla="*/ 4858148 h 6858000"/>
              <a:gd name="connsiteX73" fmla="*/ 6007749 w 6127024"/>
              <a:gd name="connsiteY73" fmla="*/ 4964715 h 6858000"/>
              <a:gd name="connsiteX74" fmla="*/ 6005269 w 6127024"/>
              <a:gd name="connsiteY74" fmla="*/ 5150567 h 6858000"/>
              <a:gd name="connsiteX75" fmla="*/ 6001127 w 6127024"/>
              <a:gd name="connsiteY75" fmla="*/ 5164609 h 6858000"/>
              <a:gd name="connsiteX76" fmla="*/ 5998514 w 6127024"/>
              <a:gd name="connsiteY76" fmla="*/ 5189673 h 6858000"/>
              <a:gd name="connsiteX77" fmla="*/ 6018409 w 6127024"/>
              <a:gd name="connsiteY77" fmla="*/ 5227157 h 6858000"/>
              <a:gd name="connsiteX78" fmla="*/ 6036748 w 6127024"/>
              <a:gd name="connsiteY78" fmla="*/ 5322752 h 6858000"/>
              <a:gd name="connsiteX79" fmla="*/ 6036943 w 6127024"/>
              <a:gd name="connsiteY79" fmla="*/ 5329480 h 6858000"/>
              <a:gd name="connsiteX80" fmla="*/ 6037677 w 6127024"/>
              <a:gd name="connsiteY80" fmla="*/ 5354807 h 6858000"/>
              <a:gd name="connsiteX81" fmla="*/ 6039728 w 6127024"/>
              <a:gd name="connsiteY81" fmla="*/ 5359416 h 6858000"/>
              <a:gd name="connsiteX82" fmla="*/ 6053435 w 6127024"/>
              <a:gd name="connsiteY82" fmla="*/ 5387547 h 6858000"/>
              <a:gd name="connsiteX83" fmla="*/ 6065933 w 6127024"/>
              <a:gd name="connsiteY83" fmla="*/ 5443002 h 6858000"/>
              <a:gd name="connsiteX84" fmla="*/ 6068640 w 6127024"/>
              <a:gd name="connsiteY84" fmla="*/ 5474503 h 6858000"/>
              <a:gd name="connsiteX85" fmla="*/ 6080922 w 6127024"/>
              <a:gd name="connsiteY85" fmla="*/ 5561070 h 6858000"/>
              <a:gd name="connsiteX86" fmla="*/ 6096949 w 6127024"/>
              <a:gd name="connsiteY86" fmla="*/ 5648179 h 6858000"/>
              <a:gd name="connsiteX87" fmla="*/ 6121353 w 6127024"/>
              <a:gd name="connsiteY87" fmla="*/ 5721725 h 6858000"/>
              <a:gd name="connsiteX88" fmla="*/ 6109884 w 6127024"/>
              <a:gd name="connsiteY88" fmla="*/ 5721959 h 6858000"/>
              <a:gd name="connsiteX89" fmla="*/ 6127024 w 6127024"/>
              <a:gd name="connsiteY89" fmla="*/ 5786902 h 6858000"/>
              <a:gd name="connsiteX90" fmla="*/ 6115796 w 6127024"/>
              <a:gd name="connsiteY90" fmla="*/ 5862844 h 6858000"/>
              <a:gd name="connsiteX91" fmla="*/ 6102493 w 6127024"/>
              <a:gd name="connsiteY91" fmla="*/ 5928602 h 6858000"/>
              <a:gd name="connsiteX92" fmla="*/ 6056863 w 6127024"/>
              <a:gd name="connsiteY92" fmla="*/ 6000643 h 6858000"/>
              <a:gd name="connsiteX93" fmla="*/ 6045436 w 6127024"/>
              <a:gd name="connsiteY93" fmla="*/ 6124480 h 6858000"/>
              <a:gd name="connsiteX94" fmla="*/ 6030489 w 6127024"/>
              <a:gd name="connsiteY94" fmla="*/ 6317666 h 6858000"/>
              <a:gd name="connsiteX95" fmla="*/ 6007492 w 6127024"/>
              <a:gd name="connsiteY95" fmla="*/ 6440818 h 6858000"/>
              <a:gd name="connsiteX96" fmla="*/ 6009467 w 6127024"/>
              <a:gd name="connsiteY96" fmla="*/ 6487076 h 6858000"/>
              <a:gd name="connsiteX97" fmla="*/ 5995064 w 6127024"/>
              <a:gd name="connsiteY97" fmla="*/ 6540791 h 6858000"/>
              <a:gd name="connsiteX98" fmla="*/ 6004510 w 6127024"/>
              <a:gd name="connsiteY98" fmla="*/ 6599256 h 6858000"/>
              <a:gd name="connsiteX99" fmla="*/ 5986207 w 6127024"/>
              <a:gd name="connsiteY99" fmla="*/ 6695855 h 6858000"/>
              <a:gd name="connsiteX100" fmla="*/ 5979428 w 6127024"/>
              <a:gd name="connsiteY100" fmla="*/ 6754678 h 6858000"/>
              <a:gd name="connsiteX101" fmla="*/ 5983398 w 6127024"/>
              <a:gd name="connsiteY101" fmla="*/ 6778641 h 6858000"/>
              <a:gd name="connsiteX102" fmla="*/ 5984543 w 6127024"/>
              <a:gd name="connsiteY102" fmla="*/ 6811016 h 6858000"/>
              <a:gd name="connsiteX103" fmla="*/ 5979671 w 6127024"/>
              <a:gd name="connsiteY103" fmla="*/ 6858000 h 6858000"/>
              <a:gd name="connsiteX104" fmla="*/ 0 w 6127024"/>
              <a:gd name="connsiteY104" fmla="*/ 6858000 h 6858000"/>
              <a:gd name="connsiteX105" fmla="*/ 0 w 6127024"/>
              <a:gd name="connsiteY105"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30982 w 6127024"/>
              <a:gd name="connsiteY8" fmla="*/ 412030 h 6858000"/>
              <a:gd name="connsiteX9" fmla="*/ 5153000 w 6127024"/>
              <a:gd name="connsiteY9" fmla="*/ 507134 h 6858000"/>
              <a:gd name="connsiteX10" fmla="*/ 5171282 w 6127024"/>
              <a:gd name="connsiteY10" fmla="*/ 602071 h 6858000"/>
              <a:gd name="connsiteX11" fmla="*/ 5176196 w 6127024"/>
              <a:gd name="connsiteY11" fmla="*/ 636822 h 6858000"/>
              <a:gd name="connsiteX12" fmla="*/ 5189051 w 6127024"/>
              <a:gd name="connsiteY12" fmla="*/ 782518 h 6858000"/>
              <a:gd name="connsiteX13" fmla="*/ 5221088 w 6127024"/>
              <a:gd name="connsiteY13" fmla="*/ 860193 h 6858000"/>
              <a:gd name="connsiteX14" fmla="*/ 5230806 w 6127024"/>
              <a:gd name="connsiteY14" fmla="*/ 961354 h 6858000"/>
              <a:gd name="connsiteX15" fmla="*/ 5201018 w 6127024"/>
              <a:gd name="connsiteY15" fmla="*/ 1095027 h 6858000"/>
              <a:gd name="connsiteX16" fmla="*/ 5202153 w 6127024"/>
              <a:gd name="connsiteY16" fmla="*/ 1133224 h 6858000"/>
              <a:gd name="connsiteX17" fmla="*/ 5189234 w 6127024"/>
              <a:gd name="connsiteY17" fmla="*/ 1193495 h 6858000"/>
              <a:gd name="connsiteX18" fmla="*/ 5202769 w 6127024"/>
              <a:gd name="connsiteY18" fmla="*/ 1269450 h 6858000"/>
              <a:gd name="connsiteX19" fmla="*/ 5225968 w 6127024"/>
              <a:gd name="connsiteY19" fmla="*/ 1357994 h 6858000"/>
              <a:gd name="connsiteX20" fmla="*/ 5233819 w 6127024"/>
              <a:gd name="connsiteY20" fmla="*/ 1380922 h 6858000"/>
              <a:gd name="connsiteX21" fmla="*/ 5237226 w 6127024"/>
              <a:gd name="connsiteY21" fmla="*/ 1441327 h 6858000"/>
              <a:gd name="connsiteX22" fmla="*/ 5255653 w 6127024"/>
              <a:gd name="connsiteY22" fmla="*/ 1524712 h 6858000"/>
              <a:gd name="connsiteX23" fmla="*/ 5263491 w 6127024"/>
              <a:gd name="connsiteY23" fmla="*/ 1642938 h 6858000"/>
              <a:gd name="connsiteX24" fmla="*/ 5261314 w 6127024"/>
              <a:gd name="connsiteY24" fmla="*/ 1689177 h 6858000"/>
              <a:gd name="connsiteX25" fmla="*/ 5259788 w 6127024"/>
              <a:gd name="connsiteY25" fmla="*/ 1768516 h 6858000"/>
              <a:gd name="connsiteX26" fmla="*/ 5255696 w 6127024"/>
              <a:gd name="connsiteY26" fmla="*/ 1953770 h 6858000"/>
              <a:gd name="connsiteX27" fmla="*/ 5252592 w 6127024"/>
              <a:gd name="connsiteY27" fmla="*/ 2092210 h 6858000"/>
              <a:gd name="connsiteX28" fmla="*/ 5250104 w 6127024"/>
              <a:gd name="connsiteY28" fmla="*/ 2249166 h 6858000"/>
              <a:gd name="connsiteX29" fmla="*/ 5251214 w 6127024"/>
              <a:gd name="connsiteY29" fmla="*/ 2250944 h 6858000"/>
              <a:gd name="connsiteX30" fmla="*/ 5250644 w 6127024"/>
              <a:gd name="connsiteY30" fmla="*/ 2266619 h 6858000"/>
              <a:gd name="connsiteX31" fmla="*/ 5293877 w 6127024"/>
              <a:gd name="connsiteY31" fmla="*/ 2368649 h 6858000"/>
              <a:gd name="connsiteX32" fmla="*/ 5311338 w 6127024"/>
              <a:gd name="connsiteY32" fmla="*/ 2404034 h 6858000"/>
              <a:gd name="connsiteX33" fmla="*/ 5338366 w 6127024"/>
              <a:gd name="connsiteY33" fmla="*/ 2465052 h 6858000"/>
              <a:gd name="connsiteX34" fmla="*/ 5371263 w 6127024"/>
              <a:gd name="connsiteY34" fmla="*/ 2586413 h 6858000"/>
              <a:gd name="connsiteX35" fmla="*/ 5407503 w 6127024"/>
              <a:gd name="connsiteY35" fmla="*/ 2786290 h 6858000"/>
              <a:gd name="connsiteX36" fmla="*/ 5407356 w 6127024"/>
              <a:gd name="connsiteY36" fmla="*/ 2787545 h 6858000"/>
              <a:gd name="connsiteX37" fmla="*/ 5457023 w 6127024"/>
              <a:gd name="connsiteY37" fmla="*/ 2858292 h 6858000"/>
              <a:gd name="connsiteX38" fmla="*/ 5479298 w 6127024"/>
              <a:gd name="connsiteY38" fmla="*/ 2947791 h 6858000"/>
              <a:gd name="connsiteX39" fmla="*/ 5481770 w 6127024"/>
              <a:gd name="connsiteY39" fmla="*/ 2951352 h 6858000"/>
              <a:gd name="connsiteX40" fmla="*/ 5482415 w 6127024"/>
              <a:gd name="connsiteY40" fmla="*/ 3004079 h 6858000"/>
              <a:gd name="connsiteX41" fmla="*/ 5503944 w 6127024"/>
              <a:gd name="connsiteY41" fmla="*/ 3123335 h 6858000"/>
              <a:gd name="connsiteX42" fmla="*/ 5516007 w 6127024"/>
              <a:gd name="connsiteY42" fmla="*/ 3258473 h 6858000"/>
              <a:gd name="connsiteX43" fmla="*/ 5589758 w 6127024"/>
              <a:gd name="connsiteY43" fmla="*/ 3453699 h 6858000"/>
              <a:gd name="connsiteX44" fmla="*/ 5596144 w 6127024"/>
              <a:gd name="connsiteY44" fmla="*/ 3534624 h 6858000"/>
              <a:gd name="connsiteX45" fmla="*/ 5597750 w 6127024"/>
              <a:gd name="connsiteY45" fmla="*/ 3534129 h 6858000"/>
              <a:gd name="connsiteX46" fmla="*/ 5599700 w 6127024"/>
              <a:gd name="connsiteY46" fmla="*/ 3547221 h 6858000"/>
              <a:gd name="connsiteX47" fmla="*/ 5615031 w 6127024"/>
              <a:gd name="connsiteY47" fmla="*/ 3557482 h 6858000"/>
              <a:gd name="connsiteX48" fmla="*/ 5618377 w 6127024"/>
              <a:gd name="connsiteY48" fmla="*/ 3588431 h 6858000"/>
              <a:gd name="connsiteX49" fmla="*/ 5612155 w 6127024"/>
              <a:gd name="connsiteY49" fmla="*/ 3589869 h 6858000"/>
              <a:gd name="connsiteX50" fmla="*/ 5620843 w 6127024"/>
              <a:gd name="connsiteY50" fmla="*/ 3606745 h 6858000"/>
              <a:gd name="connsiteX51" fmla="*/ 5655472 w 6127024"/>
              <a:gd name="connsiteY51" fmla="*/ 3678877 h 6858000"/>
              <a:gd name="connsiteX52" fmla="*/ 5683015 w 6127024"/>
              <a:gd name="connsiteY52" fmla="*/ 3762025 h 6858000"/>
              <a:gd name="connsiteX53" fmla="*/ 5696643 w 6127024"/>
              <a:gd name="connsiteY53" fmla="*/ 3773888 h 6858000"/>
              <a:gd name="connsiteX54" fmla="*/ 5768491 w 6127024"/>
              <a:gd name="connsiteY54" fmla="*/ 3914399 h 6858000"/>
              <a:gd name="connsiteX55" fmla="*/ 5793123 w 6127024"/>
              <a:gd name="connsiteY55" fmla="*/ 3969952 h 6858000"/>
              <a:gd name="connsiteX56" fmla="*/ 5808321 w 6127024"/>
              <a:gd name="connsiteY56" fmla="*/ 3988153 h 6858000"/>
              <a:gd name="connsiteX57" fmla="*/ 5825621 w 6127024"/>
              <a:gd name="connsiteY57" fmla="*/ 4015525 h 6858000"/>
              <a:gd name="connsiteX58" fmla="*/ 5860672 w 6127024"/>
              <a:gd name="connsiteY58" fmla="*/ 4061579 h 6858000"/>
              <a:gd name="connsiteX59" fmla="*/ 5872173 w 6127024"/>
              <a:gd name="connsiteY59" fmla="*/ 4088497 h 6858000"/>
              <a:gd name="connsiteX60" fmla="*/ 5894095 w 6127024"/>
              <a:gd name="connsiteY60" fmla="*/ 4128857 h 6858000"/>
              <a:gd name="connsiteX61" fmla="*/ 5903513 w 6127024"/>
              <a:gd name="connsiteY61" fmla="*/ 4187661 h 6858000"/>
              <a:gd name="connsiteX62" fmla="*/ 5917114 w 6127024"/>
              <a:gd name="connsiteY62" fmla="*/ 4213096 h 6858000"/>
              <a:gd name="connsiteX63" fmla="*/ 5924233 w 6127024"/>
              <a:gd name="connsiteY63" fmla="*/ 4242060 h 6858000"/>
              <a:gd name="connsiteX64" fmla="*/ 5928910 w 6127024"/>
              <a:gd name="connsiteY64" fmla="*/ 4300973 h 6858000"/>
              <a:gd name="connsiteX65" fmla="*/ 5939320 w 6127024"/>
              <a:gd name="connsiteY65" fmla="*/ 4340435 h 6858000"/>
              <a:gd name="connsiteX66" fmla="*/ 5946705 w 6127024"/>
              <a:gd name="connsiteY66" fmla="*/ 4428051 h 6858000"/>
              <a:gd name="connsiteX67" fmla="*/ 5949261 w 6127024"/>
              <a:gd name="connsiteY67" fmla="*/ 4449185 h 6858000"/>
              <a:gd name="connsiteX68" fmla="*/ 5968960 w 6127024"/>
              <a:gd name="connsiteY68" fmla="*/ 4482655 h 6858000"/>
              <a:gd name="connsiteX69" fmla="*/ 5980106 w 6127024"/>
              <a:gd name="connsiteY69" fmla="*/ 4585087 h 6858000"/>
              <a:gd name="connsiteX70" fmla="*/ 5998138 w 6127024"/>
              <a:gd name="connsiteY70" fmla="*/ 4697518 h 6858000"/>
              <a:gd name="connsiteX71" fmla="*/ 6007819 w 6127024"/>
              <a:gd name="connsiteY71" fmla="*/ 4858148 h 6858000"/>
              <a:gd name="connsiteX72" fmla="*/ 6007749 w 6127024"/>
              <a:gd name="connsiteY72" fmla="*/ 4964715 h 6858000"/>
              <a:gd name="connsiteX73" fmla="*/ 6005269 w 6127024"/>
              <a:gd name="connsiteY73" fmla="*/ 5150567 h 6858000"/>
              <a:gd name="connsiteX74" fmla="*/ 6001127 w 6127024"/>
              <a:gd name="connsiteY74" fmla="*/ 5164609 h 6858000"/>
              <a:gd name="connsiteX75" fmla="*/ 5998514 w 6127024"/>
              <a:gd name="connsiteY75" fmla="*/ 5189673 h 6858000"/>
              <a:gd name="connsiteX76" fmla="*/ 6018409 w 6127024"/>
              <a:gd name="connsiteY76" fmla="*/ 5227157 h 6858000"/>
              <a:gd name="connsiteX77" fmla="*/ 6036748 w 6127024"/>
              <a:gd name="connsiteY77" fmla="*/ 5322752 h 6858000"/>
              <a:gd name="connsiteX78" fmla="*/ 6036943 w 6127024"/>
              <a:gd name="connsiteY78" fmla="*/ 5329480 h 6858000"/>
              <a:gd name="connsiteX79" fmla="*/ 6037677 w 6127024"/>
              <a:gd name="connsiteY79" fmla="*/ 5354807 h 6858000"/>
              <a:gd name="connsiteX80" fmla="*/ 6039728 w 6127024"/>
              <a:gd name="connsiteY80" fmla="*/ 5359416 h 6858000"/>
              <a:gd name="connsiteX81" fmla="*/ 6053435 w 6127024"/>
              <a:gd name="connsiteY81" fmla="*/ 5387547 h 6858000"/>
              <a:gd name="connsiteX82" fmla="*/ 6065933 w 6127024"/>
              <a:gd name="connsiteY82" fmla="*/ 5443002 h 6858000"/>
              <a:gd name="connsiteX83" fmla="*/ 6068640 w 6127024"/>
              <a:gd name="connsiteY83" fmla="*/ 5474503 h 6858000"/>
              <a:gd name="connsiteX84" fmla="*/ 6080922 w 6127024"/>
              <a:gd name="connsiteY84" fmla="*/ 5561070 h 6858000"/>
              <a:gd name="connsiteX85" fmla="*/ 6096949 w 6127024"/>
              <a:gd name="connsiteY85" fmla="*/ 5648179 h 6858000"/>
              <a:gd name="connsiteX86" fmla="*/ 6121353 w 6127024"/>
              <a:gd name="connsiteY86" fmla="*/ 5721725 h 6858000"/>
              <a:gd name="connsiteX87" fmla="*/ 6109884 w 6127024"/>
              <a:gd name="connsiteY87" fmla="*/ 5721959 h 6858000"/>
              <a:gd name="connsiteX88" fmla="*/ 6127024 w 6127024"/>
              <a:gd name="connsiteY88" fmla="*/ 5786902 h 6858000"/>
              <a:gd name="connsiteX89" fmla="*/ 6115796 w 6127024"/>
              <a:gd name="connsiteY89" fmla="*/ 5862844 h 6858000"/>
              <a:gd name="connsiteX90" fmla="*/ 6102493 w 6127024"/>
              <a:gd name="connsiteY90" fmla="*/ 5928602 h 6858000"/>
              <a:gd name="connsiteX91" fmla="*/ 6056863 w 6127024"/>
              <a:gd name="connsiteY91" fmla="*/ 6000643 h 6858000"/>
              <a:gd name="connsiteX92" fmla="*/ 6045436 w 6127024"/>
              <a:gd name="connsiteY92" fmla="*/ 6124480 h 6858000"/>
              <a:gd name="connsiteX93" fmla="*/ 6030489 w 6127024"/>
              <a:gd name="connsiteY93" fmla="*/ 6317666 h 6858000"/>
              <a:gd name="connsiteX94" fmla="*/ 6007492 w 6127024"/>
              <a:gd name="connsiteY94" fmla="*/ 6440818 h 6858000"/>
              <a:gd name="connsiteX95" fmla="*/ 6009467 w 6127024"/>
              <a:gd name="connsiteY95" fmla="*/ 6487076 h 6858000"/>
              <a:gd name="connsiteX96" fmla="*/ 5995064 w 6127024"/>
              <a:gd name="connsiteY96" fmla="*/ 6540791 h 6858000"/>
              <a:gd name="connsiteX97" fmla="*/ 6004510 w 6127024"/>
              <a:gd name="connsiteY97" fmla="*/ 6599256 h 6858000"/>
              <a:gd name="connsiteX98" fmla="*/ 5986207 w 6127024"/>
              <a:gd name="connsiteY98" fmla="*/ 6695855 h 6858000"/>
              <a:gd name="connsiteX99" fmla="*/ 5979428 w 6127024"/>
              <a:gd name="connsiteY99" fmla="*/ 6754678 h 6858000"/>
              <a:gd name="connsiteX100" fmla="*/ 5983398 w 6127024"/>
              <a:gd name="connsiteY100" fmla="*/ 6778641 h 6858000"/>
              <a:gd name="connsiteX101" fmla="*/ 5984543 w 6127024"/>
              <a:gd name="connsiteY101" fmla="*/ 6811016 h 6858000"/>
              <a:gd name="connsiteX102" fmla="*/ 5979671 w 6127024"/>
              <a:gd name="connsiteY102" fmla="*/ 6858000 h 6858000"/>
              <a:gd name="connsiteX103" fmla="*/ 0 w 6127024"/>
              <a:gd name="connsiteY103" fmla="*/ 6858000 h 6858000"/>
              <a:gd name="connsiteX104" fmla="*/ 0 w 6127024"/>
              <a:gd name="connsiteY104"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30982 w 6127024"/>
              <a:gd name="connsiteY8" fmla="*/ 412030 h 6858000"/>
              <a:gd name="connsiteX9" fmla="*/ 5153000 w 6127024"/>
              <a:gd name="connsiteY9" fmla="*/ 507134 h 6858000"/>
              <a:gd name="connsiteX10" fmla="*/ 5171282 w 6127024"/>
              <a:gd name="connsiteY10" fmla="*/ 602071 h 6858000"/>
              <a:gd name="connsiteX11" fmla="*/ 5176196 w 6127024"/>
              <a:gd name="connsiteY11" fmla="*/ 636822 h 6858000"/>
              <a:gd name="connsiteX12" fmla="*/ 5189051 w 6127024"/>
              <a:gd name="connsiteY12" fmla="*/ 782518 h 6858000"/>
              <a:gd name="connsiteX13" fmla="*/ 5221088 w 6127024"/>
              <a:gd name="connsiteY13" fmla="*/ 860193 h 6858000"/>
              <a:gd name="connsiteX14" fmla="*/ 5230806 w 6127024"/>
              <a:gd name="connsiteY14" fmla="*/ 961354 h 6858000"/>
              <a:gd name="connsiteX15" fmla="*/ 5201018 w 6127024"/>
              <a:gd name="connsiteY15" fmla="*/ 1095027 h 6858000"/>
              <a:gd name="connsiteX16" fmla="*/ 5202153 w 6127024"/>
              <a:gd name="connsiteY16" fmla="*/ 1133224 h 6858000"/>
              <a:gd name="connsiteX17" fmla="*/ 5189234 w 6127024"/>
              <a:gd name="connsiteY17" fmla="*/ 1193495 h 6858000"/>
              <a:gd name="connsiteX18" fmla="*/ 5202769 w 6127024"/>
              <a:gd name="connsiteY18" fmla="*/ 1269450 h 6858000"/>
              <a:gd name="connsiteX19" fmla="*/ 5225968 w 6127024"/>
              <a:gd name="connsiteY19" fmla="*/ 1357994 h 6858000"/>
              <a:gd name="connsiteX20" fmla="*/ 5233819 w 6127024"/>
              <a:gd name="connsiteY20" fmla="*/ 1380922 h 6858000"/>
              <a:gd name="connsiteX21" fmla="*/ 5237226 w 6127024"/>
              <a:gd name="connsiteY21" fmla="*/ 1441327 h 6858000"/>
              <a:gd name="connsiteX22" fmla="*/ 5255653 w 6127024"/>
              <a:gd name="connsiteY22" fmla="*/ 1524712 h 6858000"/>
              <a:gd name="connsiteX23" fmla="*/ 5263491 w 6127024"/>
              <a:gd name="connsiteY23" fmla="*/ 1642938 h 6858000"/>
              <a:gd name="connsiteX24" fmla="*/ 5261314 w 6127024"/>
              <a:gd name="connsiteY24" fmla="*/ 1689177 h 6858000"/>
              <a:gd name="connsiteX25" fmla="*/ 5259788 w 6127024"/>
              <a:gd name="connsiteY25" fmla="*/ 1768516 h 6858000"/>
              <a:gd name="connsiteX26" fmla="*/ 5255696 w 6127024"/>
              <a:gd name="connsiteY26" fmla="*/ 1953770 h 6858000"/>
              <a:gd name="connsiteX27" fmla="*/ 5252592 w 6127024"/>
              <a:gd name="connsiteY27" fmla="*/ 2092210 h 6858000"/>
              <a:gd name="connsiteX28" fmla="*/ 5250104 w 6127024"/>
              <a:gd name="connsiteY28" fmla="*/ 2249166 h 6858000"/>
              <a:gd name="connsiteX29" fmla="*/ 5251214 w 6127024"/>
              <a:gd name="connsiteY29" fmla="*/ 2250944 h 6858000"/>
              <a:gd name="connsiteX30" fmla="*/ 5250644 w 6127024"/>
              <a:gd name="connsiteY30" fmla="*/ 2266619 h 6858000"/>
              <a:gd name="connsiteX31" fmla="*/ 5293877 w 6127024"/>
              <a:gd name="connsiteY31" fmla="*/ 2368649 h 6858000"/>
              <a:gd name="connsiteX32" fmla="*/ 5311338 w 6127024"/>
              <a:gd name="connsiteY32" fmla="*/ 2404034 h 6858000"/>
              <a:gd name="connsiteX33" fmla="*/ 5338366 w 6127024"/>
              <a:gd name="connsiteY33" fmla="*/ 2465052 h 6858000"/>
              <a:gd name="connsiteX34" fmla="*/ 5371263 w 6127024"/>
              <a:gd name="connsiteY34" fmla="*/ 2586413 h 6858000"/>
              <a:gd name="connsiteX35" fmla="*/ 5407503 w 6127024"/>
              <a:gd name="connsiteY35" fmla="*/ 2786290 h 6858000"/>
              <a:gd name="connsiteX36" fmla="*/ 5407356 w 6127024"/>
              <a:gd name="connsiteY36" fmla="*/ 2787545 h 6858000"/>
              <a:gd name="connsiteX37" fmla="*/ 5457023 w 6127024"/>
              <a:gd name="connsiteY37" fmla="*/ 2858292 h 6858000"/>
              <a:gd name="connsiteX38" fmla="*/ 5479298 w 6127024"/>
              <a:gd name="connsiteY38" fmla="*/ 2947791 h 6858000"/>
              <a:gd name="connsiteX39" fmla="*/ 5481770 w 6127024"/>
              <a:gd name="connsiteY39" fmla="*/ 2951352 h 6858000"/>
              <a:gd name="connsiteX40" fmla="*/ 5482415 w 6127024"/>
              <a:gd name="connsiteY40" fmla="*/ 3004079 h 6858000"/>
              <a:gd name="connsiteX41" fmla="*/ 5503944 w 6127024"/>
              <a:gd name="connsiteY41" fmla="*/ 3123335 h 6858000"/>
              <a:gd name="connsiteX42" fmla="*/ 5516007 w 6127024"/>
              <a:gd name="connsiteY42" fmla="*/ 3258473 h 6858000"/>
              <a:gd name="connsiteX43" fmla="*/ 5589758 w 6127024"/>
              <a:gd name="connsiteY43" fmla="*/ 3453699 h 6858000"/>
              <a:gd name="connsiteX44" fmla="*/ 5596144 w 6127024"/>
              <a:gd name="connsiteY44" fmla="*/ 3534624 h 6858000"/>
              <a:gd name="connsiteX45" fmla="*/ 5597750 w 6127024"/>
              <a:gd name="connsiteY45" fmla="*/ 3534129 h 6858000"/>
              <a:gd name="connsiteX46" fmla="*/ 5599700 w 6127024"/>
              <a:gd name="connsiteY46" fmla="*/ 3547221 h 6858000"/>
              <a:gd name="connsiteX47" fmla="*/ 5618377 w 6127024"/>
              <a:gd name="connsiteY47" fmla="*/ 3588431 h 6858000"/>
              <a:gd name="connsiteX48" fmla="*/ 5612155 w 6127024"/>
              <a:gd name="connsiteY48" fmla="*/ 3589869 h 6858000"/>
              <a:gd name="connsiteX49" fmla="*/ 5620843 w 6127024"/>
              <a:gd name="connsiteY49" fmla="*/ 3606745 h 6858000"/>
              <a:gd name="connsiteX50" fmla="*/ 5655472 w 6127024"/>
              <a:gd name="connsiteY50" fmla="*/ 3678877 h 6858000"/>
              <a:gd name="connsiteX51" fmla="*/ 5683015 w 6127024"/>
              <a:gd name="connsiteY51" fmla="*/ 3762025 h 6858000"/>
              <a:gd name="connsiteX52" fmla="*/ 5696643 w 6127024"/>
              <a:gd name="connsiteY52" fmla="*/ 3773888 h 6858000"/>
              <a:gd name="connsiteX53" fmla="*/ 5768491 w 6127024"/>
              <a:gd name="connsiteY53" fmla="*/ 3914399 h 6858000"/>
              <a:gd name="connsiteX54" fmla="*/ 5793123 w 6127024"/>
              <a:gd name="connsiteY54" fmla="*/ 3969952 h 6858000"/>
              <a:gd name="connsiteX55" fmla="*/ 5808321 w 6127024"/>
              <a:gd name="connsiteY55" fmla="*/ 3988153 h 6858000"/>
              <a:gd name="connsiteX56" fmla="*/ 5825621 w 6127024"/>
              <a:gd name="connsiteY56" fmla="*/ 4015525 h 6858000"/>
              <a:gd name="connsiteX57" fmla="*/ 5860672 w 6127024"/>
              <a:gd name="connsiteY57" fmla="*/ 4061579 h 6858000"/>
              <a:gd name="connsiteX58" fmla="*/ 5872173 w 6127024"/>
              <a:gd name="connsiteY58" fmla="*/ 4088497 h 6858000"/>
              <a:gd name="connsiteX59" fmla="*/ 5894095 w 6127024"/>
              <a:gd name="connsiteY59" fmla="*/ 4128857 h 6858000"/>
              <a:gd name="connsiteX60" fmla="*/ 5903513 w 6127024"/>
              <a:gd name="connsiteY60" fmla="*/ 4187661 h 6858000"/>
              <a:gd name="connsiteX61" fmla="*/ 5917114 w 6127024"/>
              <a:gd name="connsiteY61" fmla="*/ 4213096 h 6858000"/>
              <a:gd name="connsiteX62" fmla="*/ 5924233 w 6127024"/>
              <a:gd name="connsiteY62" fmla="*/ 4242060 h 6858000"/>
              <a:gd name="connsiteX63" fmla="*/ 5928910 w 6127024"/>
              <a:gd name="connsiteY63" fmla="*/ 4300973 h 6858000"/>
              <a:gd name="connsiteX64" fmla="*/ 5939320 w 6127024"/>
              <a:gd name="connsiteY64" fmla="*/ 4340435 h 6858000"/>
              <a:gd name="connsiteX65" fmla="*/ 5946705 w 6127024"/>
              <a:gd name="connsiteY65" fmla="*/ 4428051 h 6858000"/>
              <a:gd name="connsiteX66" fmla="*/ 5949261 w 6127024"/>
              <a:gd name="connsiteY66" fmla="*/ 4449185 h 6858000"/>
              <a:gd name="connsiteX67" fmla="*/ 5968960 w 6127024"/>
              <a:gd name="connsiteY67" fmla="*/ 4482655 h 6858000"/>
              <a:gd name="connsiteX68" fmla="*/ 5980106 w 6127024"/>
              <a:gd name="connsiteY68" fmla="*/ 4585087 h 6858000"/>
              <a:gd name="connsiteX69" fmla="*/ 5998138 w 6127024"/>
              <a:gd name="connsiteY69" fmla="*/ 4697518 h 6858000"/>
              <a:gd name="connsiteX70" fmla="*/ 6007819 w 6127024"/>
              <a:gd name="connsiteY70" fmla="*/ 4858148 h 6858000"/>
              <a:gd name="connsiteX71" fmla="*/ 6007749 w 6127024"/>
              <a:gd name="connsiteY71" fmla="*/ 4964715 h 6858000"/>
              <a:gd name="connsiteX72" fmla="*/ 6005269 w 6127024"/>
              <a:gd name="connsiteY72" fmla="*/ 5150567 h 6858000"/>
              <a:gd name="connsiteX73" fmla="*/ 6001127 w 6127024"/>
              <a:gd name="connsiteY73" fmla="*/ 5164609 h 6858000"/>
              <a:gd name="connsiteX74" fmla="*/ 5998514 w 6127024"/>
              <a:gd name="connsiteY74" fmla="*/ 5189673 h 6858000"/>
              <a:gd name="connsiteX75" fmla="*/ 6018409 w 6127024"/>
              <a:gd name="connsiteY75" fmla="*/ 5227157 h 6858000"/>
              <a:gd name="connsiteX76" fmla="*/ 6036748 w 6127024"/>
              <a:gd name="connsiteY76" fmla="*/ 5322752 h 6858000"/>
              <a:gd name="connsiteX77" fmla="*/ 6036943 w 6127024"/>
              <a:gd name="connsiteY77" fmla="*/ 5329480 h 6858000"/>
              <a:gd name="connsiteX78" fmla="*/ 6037677 w 6127024"/>
              <a:gd name="connsiteY78" fmla="*/ 5354807 h 6858000"/>
              <a:gd name="connsiteX79" fmla="*/ 6039728 w 6127024"/>
              <a:gd name="connsiteY79" fmla="*/ 5359416 h 6858000"/>
              <a:gd name="connsiteX80" fmla="*/ 6053435 w 6127024"/>
              <a:gd name="connsiteY80" fmla="*/ 5387547 h 6858000"/>
              <a:gd name="connsiteX81" fmla="*/ 6065933 w 6127024"/>
              <a:gd name="connsiteY81" fmla="*/ 5443002 h 6858000"/>
              <a:gd name="connsiteX82" fmla="*/ 6068640 w 6127024"/>
              <a:gd name="connsiteY82" fmla="*/ 5474503 h 6858000"/>
              <a:gd name="connsiteX83" fmla="*/ 6080922 w 6127024"/>
              <a:gd name="connsiteY83" fmla="*/ 5561070 h 6858000"/>
              <a:gd name="connsiteX84" fmla="*/ 6096949 w 6127024"/>
              <a:gd name="connsiteY84" fmla="*/ 5648179 h 6858000"/>
              <a:gd name="connsiteX85" fmla="*/ 6121353 w 6127024"/>
              <a:gd name="connsiteY85" fmla="*/ 5721725 h 6858000"/>
              <a:gd name="connsiteX86" fmla="*/ 6109884 w 6127024"/>
              <a:gd name="connsiteY86" fmla="*/ 5721959 h 6858000"/>
              <a:gd name="connsiteX87" fmla="*/ 6127024 w 6127024"/>
              <a:gd name="connsiteY87" fmla="*/ 5786902 h 6858000"/>
              <a:gd name="connsiteX88" fmla="*/ 6115796 w 6127024"/>
              <a:gd name="connsiteY88" fmla="*/ 5862844 h 6858000"/>
              <a:gd name="connsiteX89" fmla="*/ 6102493 w 6127024"/>
              <a:gd name="connsiteY89" fmla="*/ 5928602 h 6858000"/>
              <a:gd name="connsiteX90" fmla="*/ 6056863 w 6127024"/>
              <a:gd name="connsiteY90" fmla="*/ 6000643 h 6858000"/>
              <a:gd name="connsiteX91" fmla="*/ 6045436 w 6127024"/>
              <a:gd name="connsiteY91" fmla="*/ 6124480 h 6858000"/>
              <a:gd name="connsiteX92" fmla="*/ 6030489 w 6127024"/>
              <a:gd name="connsiteY92" fmla="*/ 6317666 h 6858000"/>
              <a:gd name="connsiteX93" fmla="*/ 6007492 w 6127024"/>
              <a:gd name="connsiteY93" fmla="*/ 6440818 h 6858000"/>
              <a:gd name="connsiteX94" fmla="*/ 6009467 w 6127024"/>
              <a:gd name="connsiteY94" fmla="*/ 6487076 h 6858000"/>
              <a:gd name="connsiteX95" fmla="*/ 5995064 w 6127024"/>
              <a:gd name="connsiteY95" fmla="*/ 6540791 h 6858000"/>
              <a:gd name="connsiteX96" fmla="*/ 6004510 w 6127024"/>
              <a:gd name="connsiteY96" fmla="*/ 6599256 h 6858000"/>
              <a:gd name="connsiteX97" fmla="*/ 5986207 w 6127024"/>
              <a:gd name="connsiteY97" fmla="*/ 6695855 h 6858000"/>
              <a:gd name="connsiteX98" fmla="*/ 5979428 w 6127024"/>
              <a:gd name="connsiteY98" fmla="*/ 6754678 h 6858000"/>
              <a:gd name="connsiteX99" fmla="*/ 5983398 w 6127024"/>
              <a:gd name="connsiteY99" fmla="*/ 6778641 h 6858000"/>
              <a:gd name="connsiteX100" fmla="*/ 5984543 w 6127024"/>
              <a:gd name="connsiteY100" fmla="*/ 6811016 h 6858000"/>
              <a:gd name="connsiteX101" fmla="*/ 5979671 w 6127024"/>
              <a:gd name="connsiteY101" fmla="*/ 6858000 h 6858000"/>
              <a:gd name="connsiteX102" fmla="*/ 0 w 6127024"/>
              <a:gd name="connsiteY102" fmla="*/ 6858000 h 6858000"/>
              <a:gd name="connsiteX103" fmla="*/ 0 w 6127024"/>
              <a:gd name="connsiteY103"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21088 w 6127024"/>
              <a:gd name="connsiteY12" fmla="*/ 860193 h 6858000"/>
              <a:gd name="connsiteX13" fmla="*/ 5230806 w 6127024"/>
              <a:gd name="connsiteY13" fmla="*/ 961354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61314 w 6127024"/>
              <a:gd name="connsiteY23" fmla="*/ 1689177 h 6858000"/>
              <a:gd name="connsiteX24" fmla="*/ 5259788 w 6127024"/>
              <a:gd name="connsiteY24" fmla="*/ 1768516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21088 w 6127024"/>
              <a:gd name="connsiteY12" fmla="*/ 860193 h 6858000"/>
              <a:gd name="connsiteX13" fmla="*/ 5230806 w 6127024"/>
              <a:gd name="connsiteY13" fmla="*/ 961354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61314 w 6127024"/>
              <a:gd name="connsiteY23" fmla="*/ 1689177 h 6858000"/>
              <a:gd name="connsiteX24" fmla="*/ 5259788 w 6127024"/>
              <a:gd name="connsiteY24" fmla="*/ 1768516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21088 w 6127024"/>
              <a:gd name="connsiteY12" fmla="*/ 860193 h 6858000"/>
              <a:gd name="connsiteX13" fmla="*/ 5221281 w 6127024"/>
              <a:gd name="connsiteY13" fmla="*/ 920873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61314 w 6127024"/>
              <a:gd name="connsiteY23" fmla="*/ 1689177 h 6858000"/>
              <a:gd name="connsiteX24" fmla="*/ 5259788 w 6127024"/>
              <a:gd name="connsiteY24" fmla="*/ 1768516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21088 w 6127024"/>
              <a:gd name="connsiteY12" fmla="*/ 860193 h 6858000"/>
              <a:gd name="connsiteX13" fmla="*/ 5221281 w 6127024"/>
              <a:gd name="connsiteY13" fmla="*/ 920873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56552 w 6127024"/>
              <a:gd name="connsiteY23" fmla="*/ 1672509 h 6858000"/>
              <a:gd name="connsiteX24" fmla="*/ 5259788 w 6127024"/>
              <a:gd name="connsiteY24" fmla="*/ 1768516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21088 w 6127024"/>
              <a:gd name="connsiteY12" fmla="*/ 860193 h 6858000"/>
              <a:gd name="connsiteX13" fmla="*/ 5221281 w 6127024"/>
              <a:gd name="connsiteY13" fmla="*/ 920873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56552 w 6127024"/>
              <a:gd name="connsiteY23" fmla="*/ 1672509 h 6858000"/>
              <a:gd name="connsiteX24" fmla="*/ 5266931 w 6127024"/>
              <a:gd name="connsiteY24" fmla="*/ 1866147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21088 w 6127024"/>
              <a:gd name="connsiteY12" fmla="*/ 860193 h 6858000"/>
              <a:gd name="connsiteX13" fmla="*/ 5221281 w 6127024"/>
              <a:gd name="connsiteY13" fmla="*/ 920873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56552 w 6127024"/>
              <a:gd name="connsiteY23" fmla="*/ 1672509 h 6858000"/>
              <a:gd name="connsiteX24" fmla="*/ 5266931 w 6127024"/>
              <a:gd name="connsiteY24" fmla="*/ 1866147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21088 w 6127024"/>
              <a:gd name="connsiteY12" fmla="*/ 860193 h 6858000"/>
              <a:gd name="connsiteX13" fmla="*/ 5221281 w 6127024"/>
              <a:gd name="connsiteY13" fmla="*/ 920873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56552 w 6127024"/>
              <a:gd name="connsiteY23" fmla="*/ 1672509 h 6858000"/>
              <a:gd name="connsiteX24" fmla="*/ 5266931 w 6127024"/>
              <a:gd name="connsiteY24" fmla="*/ 1866147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202153 w 6127024"/>
              <a:gd name="connsiteY15" fmla="*/ 1133224 h 6858000"/>
              <a:gd name="connsiteX16" fmla="*/ 5189234 w 6127024"/>
              <a:gd name="connsiteY16" fmla="*/ 1193495 h 6858000"/>
              <a:gd name="connsiteX17" fmla="*/ 5202769 w 6127024"/>
              <a:gd name="connsiteY17" fmla="*/ 1269450 h 6858000"/>
              <a:gd name="connsiteX18" fmla="*/ 5225968 w 6127024"/>
              <a:gd name="connsiteY18" fmla="*/ 1357994 h 6858000"/>
              <a:gd name="connsiteX19" fmla="*/ 5233819 w 6127024"/>
              <a:gd name="connsiteY19" fmla="*/ 1380922 h 6858000"/>
              <a:gd name="connsiteX20" fmla="*/ 5237226 w 6127024"/>
              <a:gd name="connsiteY20" fmla="*/ 1441327 h 6858000"/>
              <a:gd name="connsiteX21" fmla="*/ 5255653 w 6127024"/>
              <a:gd name="connsiteY21" fmla="*/ 1524712 h 6858000"/>
              <a:gd name="connsiteX22" fmla="*/ 5263491 w 6127024"/>
              <a:gd name="connsiteY22" fmla="*/ 1642938 h 6858000"/>
              <a:gd name="connsiteX23" fmla="*/ 5256552 w 6127024"/>
              <a:gd name="connsiteY23" fmla="*/ 1672509 h 6858000"/>
              <a:gd name="connsiteX24" fmla="*/ 5266931 w 6127024"/>
              <a:gd name="connsiteY24" fmla="*/ 1866147 h 6858000"/>
              <a:gd name="connsiteX25" fmla="*/ 5255696 w 6127024"/>
              <a:gd name="connsiteY25" fmla="*/ 1953770 h 6858000"/>
              <a:gd name="connsiteX26" fmla="*/ 5252592 w 6127024"/>
              <a:gd name="connsiteY26" fmla="*/ 2092210 h 6858000"/>
              <a:gd name="connsiteX27" fmla="*/ 5250104 w 6127024"/>
              <a:gd name="connsiteY27" fmla="*/ 2249166 h 6858000"/>
              <a:gd name="connsiteX28" fmla="*/ 5251214 w 6127024"/>
              <a:gd name="connsiteY28" fmla="*/ 2250944 h 6858000"/>
              <a:gd name="connsiteX29" fmla="*/ 5250644 w 6127024"/>
              <a:gd name="connsiteY29" fmla="*/ 2266619 h 6858000"/>
              <a:gd name="connsiteX30" fmla="*/ 5293877 w 6127024"/>
              <a:gd name="connsiteY30" fmla="*/ 2368649 h 6858000"/>
              <a:gd name="connsiteX31" fmla="*/ 5311338 w 6127024"/>
              <a:gd name="connsiteY31" fmla="*/ 2404034 h 6858000"/>
              <a:gd name="connsiteX32" fmla="*/ 5338366 w 6127024"/>
              <a:gd name="connsiteY32" fmla="*/ 2465052 h 6858000"/>
              <a:gd name="connsiteX33" fmla="*/ 5371263 w 6127024"/>
              <a:gd name="connsiteY33" fmla="*/ 2586413 h 6858000"/>
              <a:gd name="connsiteX34" fmla="*/ 5407503 w 6127024"/>
              <a:gd name="connsiteY34" fmla="*/ 2786290 h 6858000"/>
              <a:gd name="connsiteX35" fmla="*/ 5407356 w 6127024"/>
              <a:gd name="connsiteY35" fmla="*/ 2787545 h 6858000"/>
              <a:gd name="connsiteX36" fmla="*/ 5457023 w 6127024"/>
              <a:gd name="connsiteY36" fmla="*/ 2858292 h 6858000"/>
              <a:gd name="connsiteX37" fmla="*/ 5479298 w 6127024"/>
              <a:gd name="connsiteY37" fmla="*/ 2947791 h 6858000"/>
              <a:gd name="connsiteX38" fmla="*/ 5481770 w 6127024"/>
              <a:gd name="connsiteY38" fmla="*/ 2951352 h 6858000"/>
              <a:gd name="connsiteX39" fmla="*/ 5482415 w 6127024"/>
              <a:gd name="connsiteY39" fmla="*/ 3004079 h 6858000"/>
              <a:gd name="connsiteX40" fmla="*/ 5503944 w 6127024"/>
              <a:gd name="connsiteY40" fmla="*/ 3123335 h 6858000"/>
              <a:gd name="connsiteX41" fmla="*/ 5516007 w 6127024"/>
              <a:gd name="connsiteY41" fmla="*/ 3258473 h 6858000"/>
              <a:gd name="connsiteX42" fmla="*/ 5589758 w 6127024"/>
              <a:gd name="connsiteY42" fmla="*/ 3453699 h 6858000"/>
              <a:gd name="connsiteX43" fmla="*/ 5596144 w 6127024"/>
              <a:gd name="connsiteY43" fmla="*/ 3534624 h 6858000"/>
              <a:gd name="connsiteX44" fmla="*/ 5597750 w 6127024"/>
              <a:gd name="connsiteY44" fmla="*/ 3534129 h 6858000"/>
              <a:gd name="connsiteX45" fmla="*/ 5599700 w 6127024"/>
              <a:gd name="connsiteY45" fmla="*/ 3547221 h 6858000"/>
              <a:gd name="connsiteX46" fmla="*/ 5618377 w 6127024"/>
              <a:gd name="connsiteY46" fmla="*/ 3588431 h 6858000"/>
              <a:gd name="connsiteX47" fmla="*/ 5612155 w 6127024"/>
              <a:gd name="connsiteY47" fmla="*/ 3589869 h 6858000"/>
              <a:gd name="connsiteX48" fmla="*/ 5620843 w 6127024"/>
              <a:gd name="connsiteY48" fmla="*/ 3606745 h 6858000"/>
              <a:gd name="connsiteX49" fmla="*/ 5655472 w 6127024"/>
              <a:gd name="connsiteY49" fmla="*/ 3678877 h 6858000"/>
              <a:gd name="connsiteX50" fmla="*/ 5683015 w 6127024"/>
              <a:gd name="connsiteY50" fmla="*/ 3762025 h 6858000"/>
              <a:gd name="connsiteX51" fmla="*/ 5696643 w 6127024"/>
              <a:gd name="connsiteY51" fmla="*/ 3773888 h 6858000"/>
              <a:gd name="connsiteX52" fmla="*/ 5768491 w 6127024"/>
              <a:gd name="connsiteY52" fmla="*/ 3914399 h 6858000"/>
              <a:gd name="connsiteX53" fmla="*/ 5793123 w 6127024"/>
              <a:gd name="connsiteY53" fmla="*/ 3969952 h 6858000"/>
              <a:gd name="connsiteX54" fmla="*/ 5808321 w 6127024"/>
              <a:gd name="connsiteY54" fmla="*/ 3988153 h 6858000"/>
              <a:gd name="connsiteX55" fmla="*/ 5825621 w 6127024"/>
              <a:gd name="connsiteY55" fmla="*/ 4015525 h 6858000"/>
              <a:gd name="connsiteX56" fmla="*/ 5860672 w 6127024"/>
              <a:gd name="connsiteY56" fmla="*/ 4061579 h 6858000"/>
              <a:gd name="connsiteX57" fmla="*/ 5872173 w 6127024"/>
              <a:gd name="connsiteY57" fmla="*/ 4088497 h 6858000"/>
              <a:gd name="connsiteX58" fmla="*/ 5894095 w 6127024"/>
              <a:gd name="connsiteY58" fmla="*/ 4128857 h 6858000"/>
              <a:gd name="connsiteX59" fmla="*/ 5903513 w 6127024"/>
              <a:gd name="connsiteY59" fmla="*/ 4187661 h 6858000"/>
              <a:gd name="connsiteX60" fmla="*/ 5917114 w 6127024"/>
              <a:gd name="connsiteY60" fmla="*/ 4213096 h 6858000"/>
              <a:gd name="connsiteX61" fmla="*/ 5924233 w 6127024"/>
              <a:gd name="connsiteY61" fmla="*/ 4242060 h 6858000"/>
              <a:gd name="connsiteX62" fmla="*/ 5928910 w 6127024"/>
              <a:gd name="connsiteY62" fmla="*/ 4300973 h 6858000"/>
              <a:gd name="connsiteX63" fmla="*/ 5939320 w 6127024"/>
              <a:gd name="connsiteY63" fmla="*/ 4340435 h 6858000"/>
              <a:gd name="connsiteX64" fmla="*/ 5946705 w 6127024"/>
              <a:gd name="connsiteY64" fmla="*/ 4428051 h 6858000"/>
              <a:gd name="connsiteX65" fmla="*/ 5949261 w 6127024"/>
              <a:gd name="connsiteY65" fmla="*/ 4449185 h 6858000"/>
              <a:gd name="connsiteX66" fmla="*/ 5968960 w 6127024"/>
              <a:gd name="connsiteY66" fmla="*/ 4482655 h 6858000"/>
              <a:gd name="connsiteX67" fmla="*/ 5980106 w 6127024"/>
              <a:gd name="connsiteY67" fmla="*/ 4585087 h 6858000"/>
              <a:gd name="connsiteX68" fmla="*/ 5998138 w 6127024"/>
              <a:gd name="connsiteY68" fmla="*/ 4697518 h 6858000"/>
              <a:gd name="connsiteX69" fmla="*/ 6007819 w 6127024"/>
              <a:gd name="connsiteY69" fmla="*/ 4858148 h 6858000"/>
              <a:gd name="connsiteX70" fmla="*/ 6007749 w 6127024"/>
              <a:gd name="connsiteY70" fmla="*/ 4964715 h 6858000"/>
              <a:gd name="connsiteX71" fmla="*/ 6005269 w 6127024"/>
              <a:gd name="connsiteY71" fmla="*/ 5150567 h 6858000"/>
              <a:gd name="connsiteX72" fmla="*/ 6001127 w 6127024"/>
              <a:gd name="connsiteY72" fmla="*/ 5164609 h 6858000"/>
              <a:gd name="connsiteX73" fmla="*/ 5998514 w 6127024"/>
              <a:gd name="connsiteY73" fmla="*/ 5189673 h 6858000"/>
              <a:gd name="connsiteX74" fmla="*/ 6018409 w 6127024"/>
              <a:gd name="connsiteY74" fmla="*/ 5227157 h 6858000"/>
              <a:gd name="connsiteX75" fmla="*/ 6036748 w 6127024"/>
              <a:gd name="connsiteY75" fmla="*/ 5322752 h 6858000"/>
              <a:gd name="connsiteX76" fmla="*/ 6036943 w 6127024"/>
              <a:gd name="connsiteY76" fmla="*/ 5329480 h 6858000"/>
              <a:gd name="connsiteX77" fmla="*/ 6037677 w 6127024"/>
              <a:gd name="connsiteY77" fmla="*/ 5354807 h 6858000"/>
              <a:gd name="connsiteX78" fmla="*/ 6039728 w 6127024"/>
              <a:gd name="connsiteY78" fmla="*/ 5359416 h 6858000"/>
              <a:gd name="connsiteX79" fmla="*/ 6053435 w 6127024"/>
              <a:gd name="connsiteY79" fmla="*/ 5387547 h 6858000"/>
              <a:gd name="connsiteX80" fmla="*/ 6065933 w 6127024"/>
              <a:gd name="connsiteY80" fmla="*/ 5443002 h 6858000"/>
              <a:gd name="connsiteX81" fmla="*/ 6068640 w 6127024"/>
              <a:gd name="connsiteY81" fmla="*/ 5474503 h 6858000"/>
              <a:gd name="connsiteX82" fmla="*/ 6080922 w 6127024"/>
              <a:gd name="connsiteY82" fmla="*/ 5561070 h 6858000"/>
              <a:gd name="connsiteX83" fmla="*/ 6096949 w 6127024"/>
              <a:gd name="connsiteY83" fmla="*/ 5648179 h 6858000"/>
              <a:gd name="connsiteX84" fmla="*/ 6121353 w 6127024"/>
              <a:gd name="connsiteY84" fmla="*/ 5721725 h 6858000"/>
              <a:gd name="connsiteX85" fmla="*/ 6109884 w 6127024"/>
              <a:gd name="connsiteY85" fmla="*/ 5721959 h 6858000"/>
              <a:gd name="connsiteX86" fmla="*/ 6127024 w 6127024"/>
              <a:gd name="connsiteY86" fmla="*/ 5786902 h 6858000"/>
              <a:gd name="connsiteX87" fmla="*/ 6115796 w 6127024"/>
              <a:gd name="connsiteY87" fmla="*/ 5862844 h 6858000"/>
              <a:gd name="connsiteX88" fmla="*/ 6102493 w 6127024"/>
              <a:gd name="connsiteY88" fmla="*/ 5928602 h 6858000"/>
              <a:gd name="connsiteX89" fmla="*/ 6056863 w 6127024"/>
              <a:gd name="connsiteY89" fmla="*/ 6000643 h 6858000"/>
              <a:gd name="connsiteX90" fmla="*/ 6045436 w 6127024"/>
              <a:gd name="connsiteY90" fmla="*/ 6124480 h 6858000"/>
              <a:gd name="connsiteX91" fmla="*/ 6030489 w 6127024"/>
              <a:gd name="connsiteY91" fmla="*/ 6317666 h 6858000"/>
              <a:gd name="connsiteX92" fmla="*/ 6007492 w 6127024"/>
              <a:gd name="connsiteY92" fmla="*/ 6440818 h 6858000"/>
              <a:gd name="connsiteX93" fmla="*/ 6009467 w 6127024"/>
              <a:gd name="connsiteY93" fmla="*/ 6487076 h 6858000"/>
              <a:gd name="connsiteX94" fmla="*/ 5995064 w 6127024"/>
              <a:gd name="connsiteY94" fmla="*/ 6540791 h 6858000"/>
              <a:gd name="connsiteX95" fmla="*/ 6004510 w 6127024"/>
              <a:gd name="connsiteY95" fmla="*/ 6599256 h 6858000"/>
              <a:gd name="connsiteX96" fmla="*/ 5986207 w 6127024"/>
              <a:gd name="connsiteY96" fmla="*/ 6695855 h 6858000"/>
              <a:gd name="connsiteX97" fmla="*/ 5979428 w 6127024"/>
              <a:gd name="connsiteY97" fmla="*/ 6754678 h 6858000"/>
              <a:gd name="connsiteX98" fmla="*/ 5983398 w 6127024"/>
              <a:gd name="connsiteY98" fmla="*/ 6778641 h 6858000"/>
              <a:gd name="connsiteX99" fmla="*/ 5984543 w 6127024"/>
              <a:gd name="connsiteY99" fmla="*/ 6811016 h 6858000"/>
              <a:gd name="connsiteX100" fmla="*/ 5979671 w 6127024"/>
              <a:gd name="connsiteY100" fmla="*/ 6858000 h 6858000"/>
              <a:gd name="connsiteX101" fmla="*/ 0 w 6127024"/>
              <a:gd name="connsiteY101" fmla="*/ 6858000 h 6858000"/>
              <a:gd name="connsiteX102" fmla="*/ 0 w 6127024"/>
              <a:gd name="connsiteY10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193495 h 6858000"/>
              <a:gd name="connsiteX16" fmla="*/ 5202769 w 6127024"/>
              <a:gd name="connsiteY16" fmla="*/ 1269450 h 6858000"/>
              <a:gd name="connsiteX17" fmla="*/ 5225968 w 6127024"/>
              <a:gd name="connsiteY17" fmla="*/ 1357994 h 6858000"/>
              <a:gd name="connsiteX18" fmla="*/ 5233819 w 6127024"/>
              <a:gd name="connsiteY18" fmla="*/ 1380922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599700 w 6127024"/>
              <a:gd name="connsiteY44" fmla="*/ 3547221 h 6858000"/>
              <a:gd name="connsiteX45" fmla="*/ 5618377 w 6127024"/>
              <a:gd name="connsiteY45" fmla="*/ 3588431 h 6858000"/>
              <a:gd name="connsiteX46" fmla="*/ 5612155 w 6127024"/>
              <a:gd name="connsiteY46" fmla="*/ 3589869 h 6858000"/>
              <a:gd name="connsiteX47" fmla="*/ 5620843 w 6127024"/>
              <a:gd name="connsiteY47" fmla="*/ 3606745 h 6858000"/>
              <a:gd name="connsiteX48" fmla="*/ 5655472 w 6127024"/>
              <a:gd name="connsiteY48" fmla="*/ 3678877 h 6858000"/>
              <a:gd name="connsiteX49" fmla="*/ 5683015 w 6127024"/>
              <a:gd name="connsiteY49" fmla="*/ 3762025 h 6858000"/>
              <a:gd name="connsiteX50" fmla="*/ 5696643 w 6127024"/>
              <a:gd name="connsiteY50" fmla="*/ 3773888 h 6858000"/>
              <a:gd name="connsiteX51" fmla="*/ 5768491 w 6127024"/>
              <a:gd name="connsiteY51" fmla="*/ 3914399 h 6858000"/>
              <a:gd name="connsiteX52" fmla="*/ 5793123 w 6127024"/>
              <a:gd name="connsiteY52" fmla="*/ 3969952 h 6858000"/>
              <a:gd name="connsiteX53" fmla="*/ 5808321 w 6127024"/>
              <a:gd name="connsiteY53" fmla="*/ 3988153 h 6858000"/>
              <a:gd name="connsiteX54" fmla="*/ 5825621 w 6127024"/>
              <a:gd name="connsiteY54" fmla="*/ 4015525 h 6858000"/>
              <a:gd name="connsiteX55" fmla="*/ 5860672 w 6127024"/>
              <a:gd name="connsiteY55" fmla="*/ 4061579 h 6858000"/>
              <a:gd name="connsiteX56" fmla="*/ 5872173 w 6127024"/>
              <a:gd name="connsiteY56" fmla="*/ 4088497 h 6858000"/>
              <a:gd name="connsiteX57" fmla="*/ 5894095 w 6127024"/>
              <a:gd name="connsiteY57" fmla="*/ 4128857 h 6858000"/>
              <a:gd name="connsiteX58" fmla="*/ 5903513 w 6127024"/>
              <a:gd name="connsiteY58" fmla="*/ 4187661 h 6858000"/>
              <a:gd name="connsiteX59" fmla="*/ 5917114 w 6127024"/>
              <a:gd name="connsiteY59" fmla="*/ 4213096 h 6858000"/>
              <a:gd name="connsiteX60" fmla="*/ 5924233 w 6127024"/>
              <a:gd name="connsiteY60" fmla="*/ 4242060 h 6858000"/>
              <a:gd name="connsiteX61" fmla="*/ 5928910 w 6127024"/>
              <a:gd name="connsiteY61" fmla="*/ 4300973 h 6858000"/>
              <a:gd name="connsiteX62" fmla="*/ 5939320 w 6127024"/>
              <a:gd name="connsiteY62" fmla="*/ 4340435 h 6858000"/>
              <a:gd name="connsiteX63" fmla="*/ 5946705 w 6127024"/>
              <a:gd name="connsiteY63" fmla="*/ 4428051 h 6858000"/>
              <a:gd name="connsiteX64" fmla="*/ 5949261 w 6127024"/>
              <a:gd name="connsiteY64" fmla="*/ 4449185 h 6858000"/>
              <a:gd name="connsiteX65" fmla="*/ 5968960 w 6127024"/>
              <a:gd name="connsiteY65" fmla="*/ 4482655 h 6858000"/>
              <a:gd name="connsiteX66" fmla="*/ 5980106 w 6127024"/>
              <a:gd name="connsiteY66" fmla="*/ 4585087 h 6858000"/>
              <a:gd name="connsiteX67" fmla="*/ 5998138 w 6127024"/>
              <a:gd name="connsiteY67" fmla="*/ 4697518 h 6858000"/>
              <a:gd name="connsiteX68" fmla="*/ 6007819 w 6127024"/>
              <a:gd name="connsiteY68" fmla="*/ 4858148 h 6858000"/>
              <a:gd name="connsiteX69" fmla="*/ 6007749 w 6127024"/>
              <a:gd name="connsiteY69" fmla="*/ 4964715 h 6858000"/>
              <a:gd name="connsiteX70" fmla="*/ 6005269 w 6127024"/>
              <a:gd name="connsiteY70" fmla="*/ 5150567 h 6858000"/>
              <a:gd name="connsiteX71" fmla="*/ 6001127 w 6127024"/>
              <a:gd name="connsiteY71" fmla="*/ 5164609 h 6858000"/>
              <a:gd name="connsiteX72" fmla="*/ 5998514 w 6127024"/>
              <a:gd name="connsiteY72" fmla="*/ 5189673 h 6858000"/>
              <a:gd name="connsiteX73" fmla="*/ 6018409 w 6127024"/>
              <a:gd name="connsiteY73" fmla="*/ 5227157 h 6858000"/>
              <a:gd name="connsiteX74" fmla="*/ 6036748 w 6127024"/>
              <a:gd name="connsiteY74" fmla="*/ 5322752 h 6858000"/>
              <a:gd name="connsiteX75" fmla="*/ 6036943 w 6127024"/>
              <a:gd name="connsiteY75" fmla="*/ 5329480 h 6858000"/>
              <a:gd name="connsiteX76" fmla="*/ 6037677 w 6127024"/>
              <a:gd name="connsiteY76" fmla="*/ 5354807 h 6858000"/>
              <a:gd name="connsiteX77" fmla="*/ 6039728 w 6127024"/>
              <a:gd name="connsiteY77" fmla="*/ 5359416 h 6858000"/>
              <a:gd name="connsiteX78" fmla="*/ 6053435 w 6127024"/>
              <a:gd name="connsiteY78" fmla="*/ 5387547 h 6858000"/>
              <a:gd name="connsiteX79" fmla="*/ 6065933 w 6127024"/>
              <a:gd name="connsiteY79" fmla="*/ 5443002 h 6858000"/>
              <a:gd name="connsiteX80" fmla="*/ 6068640 w 6127024"/>
              <a:gd name="connsiteY80" fmla="*/ 5474503 h 6858000"/>
              <a:gd name="connsiteX81" fmla="*/ 6080922 w 6127024"/>
              <a:gd name="connsiteY81" fmla="*/ 5561070 h 6858000"/>
              <a:gd name="connsiteX82" fmla="*/ 6096949 w 6127024"/>
              <a:gd name="connsiteY82" fmla="*/ 5648179 h 6858000"/>
              <a:gd name="connsiteX83" fmla="*/ 6121353 w 6127024"/>
              <a:gd name="connsiteY83" fmla="*/ 5721725 h 6858000"/>
              <a:gd name="connsiteX84" fmla="*/ 6109884 w 6127024"/>
              <a:gd name="connsiteY84" fmla="*/ 5721959 h 6858000"/>
              <a:gd name="connsiteX85" fmla="*/ 6127024 w 6127024"/>
              <a:gd name="connsiteY85" fmla="*/ 5786902 h 6858000"/>
              <a:gd name="connsiteX86" fmla="*/ 6115796 w 6127024"/>
              <a:gd name="connsiteY86" fmla="*/ 5862844 h 6858000"/>
              <a:gd name="connsiteX87" fmla="*/ 6102493 w 6127024"/>
              <a:gd name="connsiteY87" fmla="*/ 5928602 h 6858000"/>
              <a:gd name="connsiteX88" fmla="*/ 6056863 w 6127024"/>
              <a:gd name="connsiteY88" fmla="*/ 6000643 h 6858000"/>
              <a:gd name="connsiteX89" fmla="*/ 6045436 w 6127024"/>
              <a:gd name="connsiteY89" fmla="*/ 6124480 h 6858000"/>
              <a:gd name="connsiteX90" fmla="*/ 6030489 w 6127024"/>
              <a:gd name="connsiteY90" fmla="*/ 6317666 h 6858000"/>
              <a:gd name="connsiteX91" fmla="*/ 6007492 w 6127024"/>
              <a:gd name="connsiteY91" fmla="*/ 6440818 h 6858000"/>
              <a:gd name="connsiteX92" fmla="*/ 6009467 w 6127024"/>
              <a:gd name="connsiteY92" fmla="*/ 6487076 h 6858000"/>
              <a:gd name="connsiteX93" fmla="*/ 5995064 w 6127024"/>
              <a:gd name="connsiteY93" fmla="*/ 6540791 h 6858000"/>
              <a:gd name="connsiteX94" fmla="*/ 6004510 w 6127024"/>
              <a:gd name="connsiteY94" fmla="*/ 6599256 h 6858000"/>
              <a:gd name="connsiteX95" fmla="*/ 5986207 w 6127024"/>
              <a:gd name="connsiteY95" fmla="*/ 6695855 h 6858000"/>
              <a:gd name="connsiteX96" fmla="*/ 5979428 w 6127024"/>
              <a:gd name="connsiteY96" fmla="*/ 6754678 h 6858000"/>
              <a:gd name="connsiteX97" fmla="*/ 5983398 w 6127024"/>
              <a:gd name="connsiteY97" fmla="*/ 6778641 h 6858000"/>
              <a:gd name="connsiteX98" fmla="*/ 5984543 w 6127024"/>
              <a:gd name="connsiteY98" fmla="*/ 6811016 h 6858000"/>
              <a:gd name="connsiteX99" fmla="*/ 5979671 w 6127024"/>
              <a:gd name="connsiteY99" fmla="*/ 6858000 h 6858000"/>
              <a:gd name="connsiteX100" fmla="*/ 0 w 6127024"/>
              <a:gd name="connsiteY100" fmla="*/ 6858000 h 6858000"/>
              <a:gd name="connsiteX101" fmla="*/ 0 w 6127024"/>
              <a:gd name="connsiteY101"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3819 w 6127024"/>
              <a:gd name="connsiteY18" fmla="*/ 1380922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599700 w 6127024"/>
              <a:gd name="connsiteY44" fmla="*/ 3547221 h 6858000"/>
              <a:gd name="connsiteX45" fmla="*/ 5618377 w 6127024"/>
              <a:gd name="connsiteY45" fmla="*/ 3588431 h 6858000"/>
              <a:gd name="connsiteX46" fmla="*/ 5612155 w 6127024"/>
              <a:gd name="connsiteY46" fmla="*/ 3589869 h 6858000"/>
              <a:gd name="connsiteX47" fmla="*/ 5620843 w 6127024"/>
              <a:gd name="connsiteY47" fmla="*/ 3606745 h 6858000"/>
              <a:gd name="connsiteX48" fmla="*/ 5655472 w 6127024"/>
              <a:gd name="connsiteY48" fmla="*/ 3678877 h 6858000"/>
              <a:gd name="connsiteX49" fmla="*/ 5683015 w 6127024"/>
              <a:gd name="connsiteY49" fmla="*/ 3762025 h 6858000"/>
              <a:gd name="connsiteX50" fmla="*/ 5696643 w 6127024"/>
              <a:gd name="connsiteY50" fmla="*/ 3773888 h 6858000"/>
              <a:gd name="connsiteX51" fmla="*/ 5768491 w 6127024"/>
              <a:gd name="connsiteY51" fmla="*/ 3914399 h 6858000"/>
              <a:gd name="connsiteX52" fmla="*/ 5793123 w 6127024"/>
              <a:gd name="connsiteY52" fmla="*/ 3969952 h 6858000"/>
              <a:gd name="connsiteX53" fmla="*/ 5808321 w 6127024"/>
              <a:gd name="connsiteY53" fmla="*/ 3988153 h 6858000"/>
              <a:gd name="connsiteX54" fmla="*/ 5825621 w 6127024"/>
              <a:gd name="connsiteY54" fmla="*/ 4015525 h 6858000"/>
              <a:gd name="connsiteX55" fmla="*/ 5860672 w 6127024"/>
              <a:gd name="connsiteY55" fmla="*/ 4061579 h 6858000"/>
              <a:gd name="connsiteX56" fmla="*/ 5872173 w 6127024"/>
              <a:gd name="connsiteY56" fmla="*/ 4088497 h 6858000"/>
              <a:gd name="connsiteX57" fmla="*/ 5894095 w 6127024"/>
              <a:gd name="connsiteY57" fmla="*/ 4128857 h 6858000"/>
              <a:gd name="connsiteX58" fmla="*/ 5903513 w 6127024"/>
              <a:gd name="connsiteY58" fmla="*/ 4187661 h 6858000"/>
              <a:gd name="connsiteX59" fmla="*/ 5917114 w 6127024"/>
              <a:gd name="connsiteY59" fmla="*/ 4213096 h 6858000"/>
              <a:gd name="connsiteX60" fmla="*/ 5924233 w 6127024"/>
              <a:gd name="connsiteY60" fmla="*/ 4242060 h 6858000"/>
              <a:gd name="connsiteX61" fmla="*/ 5928910 w 6127024"/>
              <a:gd name="connsiteY61" fmla="*/ 4300973 h 6858000"/>
              <a:gd name="connsiteX62" fmla="*/ 5939320 w 6127024"/>
              <a:gd name="connsiteY62" fmla="*/ 4340435 h 6858000"/>
              <a:gd name="connsiteX63" fmla="*/ 5946705 w 6127024"/>
              <a:gd name="connsiteY63" fmla="*/ 4428051 h 6858000"/>
              <a:gd name="connsiteX64" fmla="*/ 5949261 w 6127024"/>
              <a:gd name="connsiteY64" fmla="*/ 4449185 h 6858000"/>
              <a:gd name="connsiteX65" fmla="*/ 5968960 w 6127024"/>
              <a:gd name="connsiteY65" fmla="*/ 4482655 h 6858000"/>
              <a:gd name="connsiteX66" fmla="*/ 5980106 w 6127024"/>
              <a:gd name="connsiteY66" fmla="*/ 4585087 h 6858000"/>
              <a:gd name="connsiteX67" fmla="*/ 5998138 w 6127024"/>
              <a:gd name="connsiteY67" fmla="*/ 4697518 h 6858000"/>
              <a:gd name="connsiteX68" fmla="*/ 6007819 w 6127024"/>
              <a:gd name="connsiteY68" fmla="*/ 4858148 h 6858000"/>
              <a:gd name="connsiteX69" fmla="*/ 6007749 w 6127024"/>
              <a:gd name="connsiteY69" fmla="*/ 4964715 h 6858000"/>
              <a:gd name="connsiteX70" fmla="*/ 6005269 w 6127024"/>
              <a:gd name="connsiteY70" fmla="*/ 5150567 h 6858000"/>
              <a:gd name="connsiteX71" fmla="*/ 6001127 w 6127024"/>
              <a:gd name="connsiteY71" fmla="*/ 5164609 h 6858000"/>
              <a:gd name="connsiteX72" fmla="*/ 5998514 w 6127024"/>
              <a:gd name="connsiteY72" fmla="*/ 5189673 h 6858000"/>
              <a:gd name="connsiteX73" fmla="*/ 6018409 w 6127024"/>
              <a:gd name="connsiteY73" fmla="*/ 5227157 h 6858000"/>
              <a:gd name="connsiteX74" fmla="*/ 6036748 w 6127024"/>
              <a:gd name="connsiteY74" fmla="*/ 5322752 h 6858000"/>
              <a:gd name="connsiteX75" fmla="*/ 6036943 w 6127024"/>
              <a:gd name="connsiteY75" fmla="*/ 5329480 h 6858000"/>
              <a:gd name="connsiteX76" fmla="*/ 6037677 w 6127024"/>
              <a:gd name="connsiteY76" fmla="*/ 5354807 h 6858000"/>
              <a:gd name="connsiteX77" fmla="*/ 6039728 w 6127024"/>
              <a:gd name="connsiteY77" fmla="*/ 5359416 h 6858000"/>
              <a:gd name="connsiteX78" fmla="*/ 6053435 w 6127024"/>
              <a:gd name="connsiteY78" fmla="*/ 5387547 h 6858000"/>
              <a:gd name="connsiteX79" fmla="*/ 6065933 w 6127024"/>
              <a:gd name="connsiteY79" fmla="*/ 5443002 h 6858000"/>
              <a:gd name="connsiteX80" fmla="*/ 6068640 w 6127024"/>
              <a:gd name="connsiteY80" fmla="*/ 5474503 h 6858000"/>
              <a:gd name="connsiteX81" fmla="*/ 6080922 w 6127024"/>
              <a:gd name="connsiteY81" fmla="*/ 5561070 h 6858000"/>
              <a:gd name="connsiteX82" fmla="*/ 6096949 w 6127024"/>
              <a:gd name="connsiteY82" fmla="*/ 5648179 h 6858000"/>
              <a:gd name="connsiteX83" fmla="*/ 6121353 w 6127024"/>
              <a:gd name="connsiteY83" fmla="*/ 5721725 h 6858000"/>
              <a:gd name="connsiteX84" fmla="*/ 6109884 w 6127024"/>
              <a:gd name="connsiteY84" fmla="*/ 5721959 h 6858000"/>
              <a:gd name="connsiteX85" fmla="*/ 6127024 w 6127024"/>
              <a:gd name="connsiteY85" fmla="*/ 5786902 h 6858000"/>
              <a:gd name="connsiteX86" fmla="*/ 6115796 w 6127024"/>
              <a:gd name="connsiteY86" fmla="*/ 5862844 h 6858000"/>
              <a:gd name="connsiteX87" fmla="*/ 6102493 w 6127024"/>
              <a:gd name="connsiteY87" fmla="*/ 5928602 h 6858000"/>
              <a:gd name="connsiteX88" fmla="*/ 6056863 w 6127024"/>
              <a:gd name="connsiteY88" fmla="*/ 6000643 h 6858000"/>
              <a:gd name="connsiteX89" fmla="*/ 6045436 w 6127024"/>
              <a:gd name="connsiteY89" fmla="*/ 6124480 h 6858000"/>
              <a:gd name="connsiteX90" fmla="*/ 6030489 w 6127024"/>
              <a:gd name="connsiteY90" fmla="*/ 6317666 h 6858000"/>
              <a:gd name="connsiteX91" fmla="*/ 6007492 w 6127024"/>
              <a:gd name="connsiteY91" fmla="*/ 6440818 h 6858000"/>
              <a:gd name="connsiteX92" fmla="*/ 6009467 w 6127024"/>
              <a:gd name="connsiteY92" fmla="*/ 6487076 h 6858000"/>
              <a:gd name="connsiteX93" fmla="*/ 5995064 w 6127024"/>
              <a:gd name="connsiteY93" fmla="*/ 6540791 h 6858000"/>
              <a:gd name="connsiteX94" fmla="*/ 6004510 w 6127024"/>
              <a:gd name="connsiteY94" fmla="*/ 6599256 h 6858000"/>
              <a:gd name="connsiteX95" fmla="*/ 5986207 w 6127024"/>
              <a:gd name="connsiteY95" fmla="*/ 6695855 h 6858000"/>
              <a:gd name="connsiteX96" fmla="*/ 5979428 w 6127024"/>
              <a:gd name="connsiteY96" fmla="*/ 6754678 h 6858000"/>
              <a:gd name="connsiteX97" fmla="*/ 5983398 w 6127024"/>
              <a:gd name="connsiteY97" fmla="*/ 6778641 h 6858000"/>
              <a:gd name="connsiteX98" fmla="*/ 5984543 w 6127024"/>
              <a:gd name="connsiteY98" fmla="*/ 6811016 h 6858000"/>
              <a:gd name="connsiteX99" fmla="*/ 5979671 w 6127024"/>
              <a:gd name="connsiteY99" fmla="*/ 6858000 h 6858000"/>
              <a:gd name="connsiteX100" fmla="*/ 0 w 6127024"/>
              <a:gd name="connsiteY100" fmla="*/ 6858000 h 6858000"/>
              <a:gd name="connsiteX101" fmla="*/ 0 w 6127024"/>
              <a:gd name="connsiteY101"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599700 w 6127024"/>
              <a:gd name="connsiteY44" fmla="*/ 3547221 h 6858000"/>
              <a:gd name="connsiteX45" fmla="*/ 5618377 w 6127024"/>
              <a:gd name="connsiteY45" fmla="*/ 3588431 h 6858000"/>
              <a:gd name="connsiteX46" fmla="*/ 5612155 w 6127024"/>
              <a:gd name="connsiteY46" fmla="*/ 3589869 h 6858000"/>
              <a:gd name="connsiteX47" fmla="*/ 5620843 w 6127024"/>
              <a:gd name="connsiteY47" fmla="*/ 3606745 h 6858000"/>
              <a:gd name="connsiteX48" fmla="*/ 5655472 w 6127024"/>
              <a:gd name="connsiteY48" fmla="*/ 3678877 h 6858000"/>
              <a:gd name="connsiteX49" fmla="*/ 5683015 w 6127024"/>
              <a:gd name="connsiteY49" fmla="*/ 3762025 h 6858000"/>
              <a:gd name="connsiteX50" fmla="*/ 5696643 w 6127024"/>
              <a:gd name="connsiteY50" fmla="*/ 3773888 h 6858000"/>
              <a:gd name="connsiteX51" fmla="*/ 5768491 w 6127024"/>
              <a:gd name="connsiteY51" fmla="*/ 3914399 h 6858000"/>
              <a:gd name="connsiteX52" fmla="*/ 5793123 w 6127024"/>
              <a:gd name="connsiteY52" fmla="*/ 3969952 h 6858000"/>
              <a:gd name="connsiteX53" fmla="*/ 5808321 w 6127024"/>
              <a:gd name="connsiteY53" fmla="*/ 3988153 h 6858000"/>
              <a:gd name="connsiteX54" fmla="*/ 5825621 w 6127024"/>
              <a:gd name="connsiteY54" fmla="*/ 4015525 h 6858000"/>
              <a:gd name="connsiteX55" fmla="*/ 5860672 w 6127024"/>
              <a:gd name="connsiteY55" fmla="*/ 4061579 h 6858000"/>
              <a:gd name="connsiteX56" fmla="*/ 5872173 w 6127024"/>
              <a:gd name="connsiteY56" fmla="*/ 4088497 h 6858000"/>
              <a:gd name="connsiteX57" fmla="*/ 5894095 w 6127024"/>
              <a:gd name="connsiteY57" fmla="*/ 4128857 h 6858000"/>
              <a:gd name="connsiteX58" fmla="*/ 5903513 w 6127024"/>
              <a:gd name="connsiteY58" fmla="*/ 4187661 h 6858000"/>
              <a:gd name="connsiteX59" fmla="*/ 5917114 w 6127024"/>
              <a:gd name="connsiteY59" fmla="*/ 4213096 h 6858000"/>
              <a:gd name="connsiteX60" fmla="*/ 5924233 w 6127024"/>
              <a:gd name="connsiteY60" fmla="*/ 4242060 h 6858000"/>
              <a:gd name="connsiteX61" fmla="*/ 5928910 w 6127024"/>
              <a:gd name="connsiteY61" fmla="*/ 4300973 h 6858000"/>
              <a:gd name="connsiteX62" fmla="*/ 5939320 w 6127024"/>
              <a:gd name="connsiteY62" fmla="*/ 4340435 h 6858000"/>
              <a:gd name="connsiteX63" fmla="*/ 5946705 w 6127024"/>
              <a:gd name="connsiteY63" fmla="*/ 4428051 h 6858000"/>
              <a:gd name="connsiteX64" fmla="*/ 5949261 w 6127024"/>
              <a:gd name="connsiteY64" fmla="*/ 4449185 h 6858000"/>
              <a:gd name="connsiteX65" fmla="*/ 5968960 w 6127024"/>
              <a:gd name="connsiteY65" fmla="*/ 4482655 h 6858000"/>
              <a:gd name="connsiteX66" fmla="*/ 5980106 w 6127024"/>
              <a:gd name="connsiteY66" fmla="*/ 4585087 h 6858000"/>
              <a:gd name="connsiteX67" fmla="*/ 5998138 w 6127024"/>
              <a:gd name="connsiteY67" fmla="*/ 4697518 h 6858000"/>
              <a:gd name="connsiteX68" fmla="*/ 6007819 w 6127024"/>
              <a:gd name="connsiteY68" fmla="*/ 4858148 h 6858000"/>
              <a:gd name="connsiteX69" fmla="*/ 6007749 w 6127024"/>
              <a:gd name="connsiteY69" fmla="*/ 4964715 h 6858000"/>
              <a:gd name="connsiteX70" fmla="*/ 6005269 w 6127024"/>
              <a:gd name="connsiteY70" fmla="*/ 5150567 h 6858000"/>
              <a:gd name="connsiteX71" fmla="*/ 6001127 w 6127024"/>
              <a:gd name="connsiteY71" fmla="*/ 5164609 h 6858000"/>
              <a:gd name="connsiteX72" fmla="*/ 5998514 w 6127024"/>
              <a:gd name="connsiteY72" fmla="*/ 5189673 h 6858000"/>
              <a:gd name="connsiteX73" fmla="*/ 6018409 w 6127024"/>
              <a:gd name="connsiteY73" fmla="*/ 5227157 h 6858000"/>
              <a:gd name="connsiteX74" fmla="*/ 6036748 w 6127024"/>
              <a:gd name="connsiteY74" fmla="*/ 5322752 h 6858000"/>
              <a:gd name="connsiteX75" fmla="*/ 6036943 w 6127024"/>
              <a:gd name="connsiteY75" fmla="*/ 5329480 h 6858000"/>
              <a:gd name="connsiteX76" fmla="*/ 6037677 w 6127024"/>
              <a:gd name="connsiteY76" fmla="*/ 5354807 h 6858000"/>
              <a:gd name="connsiteX77" fmla="*/ 6039728 w 6127024"/>
              <a:gd name="connsiteY77" fmla="*/ 5359416 h 6858000"/>
              <a:gd name="connsiteX78" fmla="*/ 6053435 w 6127024"/>
              <a:gd name="connsiteY78" fmla="*/ 5387547 h 6858000"/>
              <a:gd name="connsiteX79" fmla="*/ 6065933 w 6127024"/>
              <a:gd name="connsiteY79" fmla="*/ 5443002 h 6858000"/>
              <a:gd name="connsiteX80" fmla="*/ 6068640 w 6127024"/>
              <a:gd name="connsiteY80" fmla="*/ 5474503 h 6858000"/>
              <a:gd name="connsiteX81" fmla="*/ 6080922 w 6127024"/>
              <a:gd name="connsiteY81" fmla="*/ 5561070 h 6858000"/>
              <a:gd name="connsiteX82" fmla="*/ 6096949 w 6127024"/>
              <a:gd name="connsiteY82" fmla="*/ 5648179 h 6858000"/>
              <a:gd name="connsiteX83" fmla="*/ 6121353 w 6127024"/>
              <a:gd name="connsiteY83" fmla="*/ 5721725 h 6858000"/>
              <a:gd name="connsiteX84" fmla="*/ 6109884 w 6127024"/>
              <a:gd name="connsiteY84" fmla="*/ 5721959 h 6858000"/>
              <a:gd name="connsiteX85" fmla="*/ 6127024 w 6127024"/>
              <a:gd name="connsiteY85" fmla="*/ 5786902 h 6858000"/>
              <a:gd name="connsiteX86" fmla="*/ 6115796 w 6127024"/>
              <a:gd name="connsiteY86" fmla="*/ 5862844 h 6858000"/>
              <a:gd name="connsiteX87" fmla="*/ 6102493 w 6127024"/>
              <a:gd name="connsiteY87" fmla="*/ 5928602 h 6858000"/>
              <a:gd name="connsiteX88" fmla="*/ 6056863 w 6127024"/>
              <a:gd name="connsiteY88" fmla="*/ 6000643 h 6858000"/>
              <a:gd name="connsiteX89" fmla="*/ 6045436 w 6127024"/>
              <a:gd name="connsiteY89" fmla="*/ 6124480 h 6858000"/>
              <a:gd name="connsiteX90" fmla="*/ 6030489 w 6127024"/>
              <a:gd name="connsiteY90" fmla="*/ 6317666 h 6858000"/>
              <a:gd name="connsiteX91" fmla="*/ 6007492 w 6127024"/>
              <a:gd name="connsiteY91" fmla="*/ 6440818 h 6858000"/>
              <a:gd name="connsiteX92" fmla="*/ 6009467 w 6127024"/>
              <a:gd name="connsiteY92" fmla="*/ 6487076 h 6858000"/>
              <a:gd name="connsiteX93" fmla="*/ 5995064 w 6127024"/>
              <a:gd name="connsiteY93" fmla="*/ 6540791 h 6858000"/>
              <a:gd name="connsiteX94" fmla="*/ 6004510 w 6127024"/>
              <a:gd name="connsiteY94" fmla="*/ 6599256 h 6858000"/>
              <a:gd name="connsiteX95" fmla="*/ 5986207 w 6127024"/>
              <a:gd name="connsiteY95" fmla="*/ 6695855 h 6858000"/>
              <a:gd name="connsiteX96" fmla="*/ 5979428 w 6127024"/>
              <a:gd name="connsiteY96" fmla="*/ 6754678 h 6858000"/>
              <a:gd name="connsiteX97" fmla="*/ 5983398 w 6127024"/>
              <a:gd name="connsiteY97" fmla="*/ 6778641 h 6858000"/>
              <a:gd name="connsiteX98" fmla="*/ 5984543 w 6127024"/>
              <a:gd name="connsiteY98" fmla="*/ 6811016 h 6858000"/>
              <a:gd name="connsiteX99" fmla="*/ 5979671 w 6127024"/>
              <a:gd name="connsiteY99" fmla="*/ 6858000 h 6858000"/>
              <a:gd name="connsiteX100" fmla="*/ 0 w 6127024"/>
              <a:gd name="connsiteY100" fmla="*/ 6858000 h 6858000"/>
              <a:gd name="connsiteX101" fmla="*/ 0 w 6127024"/>
              <a:gd name="connsiteY101"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599700 w 6127024"/>
              <a:gd name="connsiteY44" fmla="*/ 3547221 h 6858000"/>
              <a:gd name="connsiteX45" fmla="*/ 5618377 w 6127024"/>
              <a:gd name="connsiteY45" fmla="*/ 3588431 h 6858000"/>
              <a:gd name="connsiteX46" fmla="*/ 5612155 w 6127024"/>
              <a:gd name="connsiteY46" fmla="*/ 3589869 h 6858000"/>
              <a:gd name="connsiteX47" fmla="*/ 5620843 w 6127024"/>
              <a:gd name="connsiteY47" fmla="*/ 3606745 h 6858000"/>
              <a:gd name="connsiteX48" fmla="*/ 5655472 w 6127024"/>
              <a:gd name="connsiteY48" fmla="*/ 3678877 h 6858000"/>
              <a:gd name="connsiteX49" fmla="*/ 5683015 w 6127024"/>
              <a:gd name="connsiteY49" fmla="*/ 3762025 h 6858000"/>
              <a:gd name="connsiteX50" fmla="*/ 5696643 w 6127024"/>
              <a:gd name="connsiteY50" fmla="*/ 3773888 h 6858000"/>
              <a:gd name="connsiteX51" fmla="*/ 5768491 w 6127024"/>
              <a:gd name="connsiteY51" fmla="*/ 3914399 h 6858000"/>
              <a:gd name="connsiteX52" fmla="*/ 5793123 w 6127024"/>
              <a:gd name="connsiteY52" fmla="*/ 3969952 h 6858000"/>
              <a:gd name="connsiteX53" fmla="*/ 5808321 w 6127024"/>
              <a:gd name="connsiteY53" fmla="*/ 3988153 h 6858000"/>
              <a:gd name="connsiteX54" fmla="*/ 5825621 w 6127024"/>
              <a:gd name="connsiteY54" fmla="*/ 4015525 h 6858000"/>
              <a:gd name="connsiteX55" fmla="*/ 5860672 w 6127024"/>
              <a:gd name="connsiteY55" fmla="*/ 4061579 h 6858000"/>
              <a:gd name="connsiteX56" fmla="*/ 5872173 w 6127024"/>
              <a:gd name="connsiteY56" fmla="*/ 4088497 h 6858000"/>
              <a:gd name="connsiteX57" fmla="*/ 5894095 w 6127024"/>
              <a:gd name="connsiteY57" fmla="*/ 4128857 h 6858000"/>
              <a:gd name="connsiteX58" fmla="*/ 5903513 w 6127024"/>
              <a:gd name="connsiteY58" fmla="*/ 4187661 h 6858000"/>
              <a:gd name="connsiteX59" fmla="*/ 5917114 w 6127024"/>
              <a:gd name="connsiteY59" fmla="*/ 4213096 h 6858000"/>
              <a:gd name="connsiteX60" fmla="*/ 5924233 w 6127024"/>
              <a:gd name="connsiteY60" fmla="*/ 4242060 h 6858000"/>
              <a:gd name="connsiteX61" fmla="*/ 5928910 w 6127024"/>
              <a:gd name="connsiteY61" fmla="*/ 4300973 h 6858000"/>
              <a:gd name="connsiteX62" fmla="*/ 5939320 w 6127024"/>
              <a:gd name="connsiteY62" fmla="*/ 4340435 h 6858000"/>
              <a:gd name="connsiteX63" fmla="*/ 5946705 w 6127024"/>
              <a:gd name="connsiteY63" fmla="*/ 4428051 h 6858000"/>
              <a:gd name="connsiteX64" fmla="*/ 5949261 w 6127024"/>
              <a:gd name="connsiteY64" fmla="*/ 4449185 h 6858000"/>
              <a:gd name="connsiteX65" fmla="*/ 5968960 w 6127024"/>
              <a:gd name="connsiteY65" fmla="*/ 4482655 h 6858000"/>
              <a:gd name="connsiteX66" fmla="*/ 5998138 w 6127024"/>
              <a:gd name="connsiteY66" fmla="*/ 4697518 h 6858000"/>
              <a:gd name="connsiteX67" fmla="*/ 6007819 w 6127024"/>
              <a:gd name="connsiteY67" fmla="*/ 4858148 h 6858000"/>
              <a:gd name="connsiteX68" fmla="*/ 6007749 w 6127024"/>
              <a:gd name="connsiteY68" fmla="*/ 4964715 h 6858000"/>
              <a:gd name="connsiteX69" fmla="*/ 6005269 w 6127024"/>
              <a:gd name="connsiteY69" fmla="*/ 5150567 h 6858000"/>
              <a:gd name="connsiteX70" fmla="*/ 6001127 w 6127024"/>
              <a:gd name="connsiteY70" fmla="*/ 5164609 h 6858000"/>
              <a:gd name="connsiteX71" fmla="*/ 5998514 w 6127024"/>
              <a:gd name="connsiteY71" fmla="*/ 5189673 h 6858000"/>
              <a:gd name="connsiteX72" fmla="*/ 6018409 w 6127024"/>
              <a:gd name="connsiteY72" fmla="*/ 5227157 h 6858000"/>
              <a:gd name="connsiteX73" fmla="*/ 6036748 w 6127024"/>
              <a:gd name="connsiteY73" fmla="*/ 5322752 h 6858000"/>
              <a:gd name="connsiteX74" fmla="*/ 6036943 w 6127024"/>
              <a:gd name="connsiteY74" fmla="*/ 5329480 h 6858000"/>
              <a:gd name="connsiteX75" fmla="*/ 6037677 w 6127024"/>
              <a:gd name="connsiteY75" fmla="*/ 5354807 h 6858000"/>
              <a:gd name="connsiteX76" fmla="*/ 6039728 w 6127024"/>
              <a:gd name="connsiteY76" fmla="*/ 5359416 h 6858000"/>
              <a:gd name="connsiteX77" fmla="*/ 6053435 w 6127024"/>
              <a:gd name="connsiteY77" fmla="*/ 5387547 h 6858000"/>
              <a:gd name="connsiteX78" fmla="*/ 6065933 w 6127024"/>
              <a:gd name="connsiteY78" fmla="*/ 5443002 h 6858000"/>
              <a:gd name="connsiteX79" fmla="*/ 6068640 w 6127024"/>
              <a:gd name="connsiteY79" fmla="*/ 5474503 h 6858000"/>
              <a:gd name="connsiteX80" fmla="*/ 6080922 w 6127024"/>
              <a:gd name="connsiteY80" fmla="*/ 5561070 h 6858000"/>
              <a:gd name="connsiteX81" fmla="*/ 6096949 w 6127024"/>
              <a:gd name="connsiteY81" fmla="*/ 5648179 h 6858000"/>
              <a:gd name="connsiteX82" fmla="*/ 6121353 w 6127024"/>
              <a:gd name="connsiteY82" fmla="*/ 5721725 h 6858000"/>
              <a:gd name="connsiteX83" fmla="*/ 6109884 w 6127024"/>
              <a:gd name="connsiteY83" fmla="*/ 5721959 h 6858000"/>
              <a:gd name="connsiteX84" fmla="*/ 6127024 w 6127024"/>
              <a:gd name="connsiteY84" fmla="*/ 5786902 h 6858000"/>
              <a:gd name="connsiteX85" fmla="*/ 6115796 w 6127024"/>
              <a:gd name="connsiteY85" fmla="*/ 5862844 h 6858000"/>
              <a:gd name="connsiteX86" fmla="*/ 6102493 w 6127024"/>
              <a:gd name="connsiteY86" fmla="*/ 5928602 h 6858000"/>
              <a:gd name="connsiteX87" fmla="*/ 6056863 w 6127024"/>
              <a:gd name="connsiteY87" fmla="*/ 6000643 h 6858000"/>
              <a:gd name="connsiteX88" fmla="*/ 6045436 w 6127024"/>
              <a:gd name="connsiteY88" fmla="*/ 6124480 h 6858000"/>
              <a:gd name="connsiteX89" fmla="*/ 6030489 w 6127024"/>
              <a:gd name="connsiteY89" fmla="*/ 6317666 h 6858000"/>
              <a:gd name="connsiteX90" fmla="*/ 6007492 w 6127024"/>
              <a:gd name="connsiteY90" fmla="*/ 6440818 h 6858000"/>
              <a:gd name="connsiteX91" fmla="*/ 6009467 w 6127024"/>
              <a:gd name="connsiteY91" fmla="*/ 6487076 h 6858000"/>
              <a:gd name="connsiteX92" fmla="*/ 5995064 w 6127024"/>
              <a:gd name="connsiteY92" fmla="*/ 6540791 h 6858000"/>
              <a:gd name="connsiteX93" fmla="*/ 6004510 w 6127024"/>
              <a:gd name="connsiteY93" fmla="*/ 6599256 h 6858000"/>
              <a:gd name="connsiteX94" fmla="*/ 5986207 w 6127024"/>
              <a:gd name="connsiteY94" fmla="*/ 6695855 h 6858000"/>
              <a:gd name="connsiteX95" fmla="*/ 5979428 w 6127024"/>
              <a:gd name="connsiteY95" fmla="*/ 6754678 h 6858000"/>
              <a:gd name="connsiteX96" fmla="*/ 5983398 w 6127024"/>
              <a:gd name="connsiteY96" fmla="*/ 6778641 h 6858000"/>
              <a:gd name="connsiteX97" fmla="*/ 5984543 w 6127024"/>
              <a:gd name="connsiteY97" fmla="*/ 6811016 h 6858000"/>
              <a:gd name="connsiteX98" fmla="*/ 5979671 w 6127024"/>
              <a:gd name="connsiteY98" fmla="*/ 6858000 h 6858000"/>
              <a:gd name="connsiteX99" fmla="*/ 0 w 6127024"/>
              <a:gd name="connsiteY99" fmla="*/ 6858000 h 6858000"/>
              <a:gd name="connsiteX100" fmla="*/ 0 w 6127024"/>
              <a:gd name="connsiteY100"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599700 w 6127024"/>
              <a:gd name="connsiteY44" fmla="*/ 3547221 h 6858000"/>
              <a:gd name="connsiteX45" fmla="*/ 5618377 w 6127024"/>
              <a:gd name="connsiteY45" fmla="*/ 3588431 h 6858000"/>
              <a:gd name="connsiteX46" fmla="*/ 5612155 w 6127024"/>
              <a:gd name="connsiteY46" fmla="*/ 3589869 h 6858000"/>
              <a:gd name="connsiteX47" fmla="*/ 5620843 w 6127024"/>
              <a:gd name="connsiteY47" fmla="*/ 3606745 h 6858000"/>
              <a:gd name="connsiteX48" fmla="*/ 5655472 w 6127024"/>
              <a:gd name="connsiteY48" fmla="*/ 3678877 h 6858000"/>
              <a:gd name="connsiteX49" fmla="*/ 5683015 w 6127024"/>
              <a:gd name="connsiteY49" fmla="*/ 3762025 h 6858000"/>
              <a:gd name="connsiteX50" fmla="*/ 5696643 w 6127024"/>
              <a:gd name="connsiteY50" fmla="*/ 3773888 h 6858000"/>
              <a:gd name="connsiteX51" fmla="*/ 5768491 w 6127024"/>
              <a:gd name="connsiteY51" fmla="*/ 3914399 h 6858000"/>
              <a:gd name="connsiteX52" fmla="*/ 5793123 w 6127024"/>
              <a:gd name="connsiteY52" fmla="*/ 3969952 h 6858000"/>
              <a:gd name="connsiteX53" fmla="*/ 5808321 w 6127024"/>
              <a:gd name="connsiteY53" fmla="*/ 3988153 h 6858000"/>
              <a:gd name="connsiteX54" fmla="*/ 5825621 w 6127024"/>
              <a:gd name="connsiteY54" fmla="*/ 4015525 h 6858000"/>
              <a:gd name="connsiteX55" fmla="*/ 5860672 w 6127024"/>
              <a:gd name="connsiteY55" fmla="*/ 4061579 h 6858000"/>
              <a:gd name="connsiteX56" fmla="*/ 5872173 w 6127024"/>
              <a:gd name="connsiteY56" fmla="*/ 4088497 h 6858000"/>
              <a:gd name="connsiteX57" fmla="*/ 5894095 w 6127024"/>
              <a:gd name="connsiteY57" fmla="*/ 4128857 h 6858000"/>
              <a:gd name="connsiteX58" fmla="*/ 5903513 w 6127024"/>
              <a:gd name="connsiteY58" fmla="*/ 4187661 h 6858000"/>
              <a:gd name="connsiteX59" fmla="*/ 5917114 w 6127024"/>
              <a:gd name="connsiteY59" fmla="*/ 4213096 h 6858000"/>
              <a:gd name="connsiteX60" fmla="*/ 5924233 w 6127024"/>
              <a:gd name="connsiteY60" fmla="*/ 4242060 h 6858000"/>
              <a:gd name="connsiteX61" fmla="*/ 5928910 w 6127024"/>
              <a:gd name="connsiteY61" fmla="*/ 4300973 h 6858000"/>
              <a:gd name="connsiteX62" fmla="*/ 5939320 w 6127024"/>
              <a:gd name="connsiteY62" fmla="*/ 4340435 h 6858000"/>
              <a:gd name="connsiteX63" fmla="*/ 5946705 w 6127024"/>
              <a:gd name="connsiteY63" fmla="*/ 4428051 h 6858000"/>
              <a:gd name="connsiteX64" fmla="*/ 5949261 w 6127024"/>
              <a:gd name="connsiteY64" fmla="*/ 4449185 h 6858000"/>
              <a:gd name="connsiteX65" fmla="*/ 5968960 w 6127024"/>
              <a:gd name="connsiteY65" fmla="*/ 4482655 h 6858000"/>
              <a:gd name="connsiteX66" fmla="*/ 5998138 w 6127024"/>
              <a:gd name="connsiteY66" fmla="*/ 4697518 h 6858000"/>
              <a:gd name="connsiteX67" fmla="*/ 6007819 w 6127024"/>
              <a:gd name="connsiteY67" fmla="*/ 4858148 h 6858000"/>
              <a:gd name="connsiteX68" fmla="*/ 6007749 w 6127024"/>
              <a:gd name="connsiteY68" fmla="*/ 4964715 h 6858000"/>
              <a:gd name="connsiteX69" fmla="*/ 6005269 w 6127024"/>
              <a:gd name="connsiteY69" fmla="*/ 5150567 h 6858000"/>
              <a:gd name="connsiteX70" fmla="*/ 6001127 w 6127024"/>
              <a:gd name="connsiteY70" fmla="*/ 5164609 h 6858000"/>
              <a:gd name="connsiteX71" fmla="*/ 5998514 w 6127024"/>
              <a:gd name="connsiteY71" fmla="*/ 5189673 h 6858000"/>
              <a:gd name="connsiteX72" fmla="*/ 6018409 w 6127024"/>
              <a:gd name="connsiteY72" fmla="*/ 5227157 h 6858000"/>
              <a:gd name="connsiteX73" fmla="*/ 6036748 w 6127024"/>
              <a:gd name="connsiteY73" fmla="*/ 5322752 h 6858000"/>
              <a:gd name="connsiteX74" fmla="*/ 6036943 w 6127024"/>
              <a:gd name="connsiteY74" fmla="*/ 5329480 h 6858000"/>
              <a:gd name="connsiteX75" fmla="*/ 6037677 w 6127024"/>
              <a:gd name="connsiteY75" fmla="*/ 5354807 h 6858000"/>
              <a:gd name="connsiteX76" fmla="*/ 6039728 w 6127024"/>
              <a:gd name="connsiteY76" fmla="*/ 5359416 h 6858000"/>
              <a:gd name="connsiteX77" fmla="*/ 6053435 w 6127024"/>
              <a:gd name="connsiteY77" fmla="*/ 5387547 h 6858000"/>
              <a:gd name="connsiteX78" fmla="*/ 6065933 w 6127024"/>
              <a:gd name="connsiteY78" fmla="*/ 5443002 h 6858000"/>
              <a:gd name="connsiteX79" fmla="*/ 6068640 w 6127024"/>
              <a:gd name="connsiteY79" fmla="*/ 5474503 h 6858000"/>
              <a:gd name="connsiteX80" fmla="*/ 6080922 w 6127024"/>
              <a:gd name="connsiteY80" fmla="*/ 5561070 h 6858000"/>
              <a:gd name="connsiteX81" fmla="*/ 6096949 w 6127024"/>
              <a:gd name="connsiteY81" fmla="*/ 5648179 h 6858000"/>
              <a:gd name="connsiteX82" fmla="*/ 6121353 w 6127024"/>
              <a:gd name="connsiteY82" fmla="*/ 5721725 h 6858000"/>
              <a:gd name="connsiteX83" fmla="*/ 6109884 w 6127024"/>
              <a:gd name="connsiteY83" fmla="*/ 5721959 h 6858000"/>
              <a:gd name="connsiteX84" fmla="*/ 6127024 w 6127024"/>
              <a:gd name="connsiteY84" fmla="*/ 5786902 h 6858000"/>
              <a:gd name="connsiteX85" fmla="*/ 6115796 w 6127024"/>
              <a:gd name="connsiteY85" fmla="*/ 5862844 h 6858000"/>
              <a:gd name="connsiteX86" fmla="*/ 6102493 w 6127024"/>
              <a:gd name="connsiteY86" fmla="*/ 5928602 h 6858000"/>
              <a:gd name="connsiteX87" fmla="*/ 6056863 w 6127024"/>
              <a:gd name="connsiteY87" fmla="*/ 6000643 h 6858000"/>
              <a:gd name="connsiteX88" fmla="*/ 6045436 w 6127024"/>
              <a:gd name="connsiteY88" fmla="*/ 6124480 h 6858000"/>
              <a:gd name="connsiteX89" fmla="*/ 6030489 w 6127024"/>
              <a:gd name="connsiteY89" fmla="*/ 6317666 h 6858000"/>
              <a:gd name="connsiteX90" fmla="*/ 6007492 w 6127024"/>
              <a:gd name="connsiteY90" fmla="*/ 6440818 h 6858000"/>
              <a:gd name="connsiteX91" fmla="*/ 6009467 w 6127024"/>
              <a:gd name="connsiteY91" fmla="*/ 6487076 h 6858000"/>
              <a:gd name="connsiteX92" fmla="*/ 5995064 w 6127024"/>
              <a:gd name="connsiteY92" fmla="*/ 6540791 h 6858000"/>
              <a:gd name="connsiteX93" fmla="*/ 6004510 w 6127024"/>
              <a:gd name="connsiteY93" fmla="*/ 6599256 h 6858000"/>
              <a:gd name="connsiteX94" fmla="*/ 5986207 w 6127024"/>
              <a:gd name="connsiteY94" fmla="*/ 6695855 h 6858000"/>
              <a:gd name="connsiteX95" fmla="*/ 5979428 w 6127024"/>
              <a:gd name="connsiteY95" fmla="*/ 6754678 h 6858000"/>
              <a:gd name="connsiteX96" fmla="*/ 5983398 w 6127024"/>
              <a:gd name="connsiteY96" fmla="*/ 6778641 h 6858000"/>
              <a:gd name="connsiteX97" fmla="*/ 5984543 w 6127024"/>
              <a:gd name="connsiteY97" fmla="*/ 6811016 h 6858000"/>
              <a:gd name="connsiteX98" fmla="*/ 5979671 w 6127024"/>
              <a:gd name="connsiteY98" fmla="*/ 6858000 h 6858000"/>
              <a:gd name="connsiteX99" fmla="*/ 0 w 6127024"/>
              <a:gd name="connsiteY99" fmla="*/ 6858000 h 6858000"/>
              <a:gd name="connsiteX100" fmla="*/ 0 w 6127024"/>
              <a:gd name="connsiteY100"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599700 w 6127024"/>
              <a:gd name="connsiteY44" fmla="*/ 3547221 h 6858000"/>
              <a:gd name="connsiteX45" fmla="*/ 5618377 w 6127024"/>
              <a:gd name="connsiteY45" fmla="*/ 3588431 h 6858000"/>
              <a:gd name="connsiteX46" fmla="*/ 5620843 w 6127024"/>
              <a:gd name="connsiteY46" fmla="*/ 3606745 h 6858000"/>
              <a:gd name="connsiteX47" fmla="*/ 5655472 w 6127024"/>
              <a:gd name="connsiteY47" fmla="*/ 3678877 h 6858000"/>
              <a:gd name="connsiteX48" fmla="*/ 5683015 w 6127024"/>
              <a:gd name="connsiteY48" fmla="*/ 3762025 h 6858000"/>
              <a:gd name="connsiteX49" fmla="*/ 5696643 w 6127024"/>
              <a:gd name="connsiteY49" fmla="*/ 3773888 h 6858000"/>
              <a:gd name="connsiteX50" fmla="*/ 5768491 w 6127024"/>
              <a:gd name="connsiteY50" fmla="*/ 3914399 h 6858000"/>
              <a:gd name="connsiteX51" fmla="*/ 5793123 w 6127024"/>
              <a:gd name="connsiteY51" fmla="*/ 3969952 h 6858000"/>
              <a:gd name="connsiteX52" fmla="*/ 5808321 w 6127024"/>
              <a:gd name="connsiteY52" fmla="*/ 3988153 h 6858000"/>
              <a:gd name="connsiteX53" fmla="*/ 5825621 w 6127024"/>
              <a:gd name="connsiteY53" fmla="*/ 4015525 h 6858000"/>
              <a:gd name="connsiteX54" fmla="*/ 5860672 w 6127024"/>
              <a:gd name="connsiteY54" fmla="*/ 4061579 h 6858000"/>
              <a:gd name="connsiteX55" fmla="*/ 5872173 w 6127024"/>
              <a:gd name="connsiteY55" fmla="*/ 4088497 h 6858000"/>
              <a:gd name="connsiteX56" fmla="*/ 5894095 w 6127024"/>
              <a:gd name="connsiteY56" fmla="*/ 4128857 h 6858000"/>
              <a:gd name="connsiteX57" fmla="*/ 5903513 w 6127024"/>
              <a:gd name="connsiteY57" fmla="*/ 4187661 h 6858000"/>
              <a:gd name="connsiteX58" fmla="*/ 5917114 w 6127024"/>
              <a:gd name="connsiteY58" fmla="*/ 4213096 h 6858000"/>
              <a:gd name="connsiteX59" fmla="*/ 5924233 w 6127024"/>
              <a:gd name="connsiteY59" fmla="*/ 4242060 h 6858000"/>
              <a:gd name="connsiteX60" fmla="*/ 5928910 w 6127024"/>
              <a:gd name="connsiteY60" fmla="*/ 4300973 h 6858000"/>
              <a:gd name="connsiteX61" fmla="*/ 5939320 w 6127024"/>
              <a:gd name="connsiteY61" fmla="*/ 4340435 h 6858000"/>
              <a:gd name="connsiteX62" fmla="*/ 5946705 w 6127024"/>
              <a:gd name="connsiteY62" fmla="*/ 4428051 h 6858000"/>
              <a:gd name="connsiteX63" fmla="*/ 5949261 w 6127024"/>
              <a:gd name="connsiteY63" fmla="*/ 4449185 h 6858000"/>
              <a:gd name="connsiteX64" fmla="*/ 5968960 w 6127024"/>
              <a:gd name="connsiteY64" fmla="*/ 4482655 h 6858000"/>
              <a:gd name="connsiteX65" fmla="*/ 5998138 w 6127024"/>
              <a:gd name="connsiteY65" fmla="*/ 4697518 h 6858000"/>
              <a:gd name="connsiteX66" fmla="*/ 6007819 w 6127024"/>
              <a:gd name="connsiteY66" fmla="*/ 4858148 h 6858000"/>
              <a:gd name="connsiteX67" fmla="*/ 6007749 w 6127024"/>
              <a:gd name="connsiteY67" fmla="*/ 4964715 h 6858000"/>
              <a:gd name="connsiteX68" fmla="*/ 6005269 w 6127024"/>
              <a:gd name="connsiteY68" fmla="*/ 5150567 h 6858000"/>
              <a:gd name="connsiteX69" fmla="*/ 6001127 w 6127024"/>
              <a:gd name="connsiteY69" fmla="*/ 5164609 h 6858000"/>
              <a:gd name="connsiteX70" fmla="*/ 5998514 w 6127024"/>
              <a:gd name="connsiteY70" fmla="*/ 5189673 h 6858000"/>
              <a:gd name="connsiteX71" fmla="*/ 6018409 w 6127024"/>
              <a:gd name="connsiteY71" fmla="*/ 5227157 h 6858000"/>
              <a:gd name="connsiteX72" fmla="*/ 6036748 w 6127024"/>
              <a:gd name="connsiteY72" fmla="*/ 5322752 h 6858000"/>
              <a:gd name="connsiteX73" fmla="*/ 6036943 w 6127024"/>
              <a:gd name="connsiteY73" fmla="*/ 5329480 h 6858000"/>
              <a:gd name="connsiteX74" fmla="*/ 6037677 w 6127024"/>
              <a:gd name="connsiteY74" fmla="*/ 5354807 h 6858000"/>
              <a:gd name="connsiteX75" fmla="*/ 6039728 w 6127024"/>
              <a:gd name="connsiteY75" fmla="*/ 5359416 h 6858000"/>
              <a:gd name="connsiteX76" fmla="*/ 6053435 w 6127024"/>
              <a:gd name="connsiteY76" fmla="*/ 5387547 h 6858000"/>
              <a:gd name="connsiteX77" fmla="*/ 6065933 w 6127024"/>
              <a:gd name="connsiteY77" fmla="*/ 5443002 h 6858000"/>
              <a:gd name="connsiteX78" fmla="*/ 6068640 w 6127024"/>
              <a:gd name="connsiteY78" fmla="*/ 5474503 h 6858000"/>
              <a:gd name="connsiteX79" fmla="*/ 6080922 w 6127024"/>
              <a:gd name="connsiteY79" fmla="*/ 5561070 h 6858000"/>
              <a:gd name="connsiteX80" fmla="*/ 6096949 w 6127024"/>
              <a:gd name="connsiteY80" fmla="*/ 5648179 h 6858000"/>
              <a:gd name="connsiteX81" fmla="*/ 6121353 w 6127024"/>
              <a:gd name="connsiteY81" fmla="*/ 5721725 h 6858000"/>
              <a:gd name="connsiteX82" fmla="*/ 6109884 w 6127024"/>
              <a:gd name="connsiteY82" fmla="*/ 5721959 h 6858000"/>
              <a:gd name="connsiteX83" fmla="*/ 6127024 w 6127024"/>
              <a:gd name="connsiteY83" fmla="*/ 5786902 h 6858000"/>
              <a:gd name="connsiteX84" fmla="*/ 6115796 w 6127024"/>
              <a:gd name="connsiteY84" fmla="*/ 5862844 h 6858000"/>
              <a:gd name="connsiteX85" fmla="*/ 6102493 w 6127024"/>
              <a:gd name="connsiteY85" fmla="*/ 5928602 h 6858000"/>
              <a:gd name="connsiteX86" fmla="*/ 6056863 w 6127024"/>
              <a:gd name="connsiteY86" fmla="*/ 6000643 h 6858000"/>
              <a:gd name="connsiteX87" fmla="*/ 6045436 w 6127024"/>
              <a:gd name="connsiteY87" fmla="*/ 6124480 h 6858000"/>
              <a:gd name="connsiteX88" fmla="*/ 6030489 w 6127024"/>
              <a:gd name="connsiteY88" fmla="*/ 6317666 h 6858000"/>
              <a:gd name="connsiteX89" fmla="*/ 6007492 w 6127024"/>
              <a:gd name="connsiteY89" fmla="*/ 6440818 h 6858000"/>
              <a:gd name="connsiteX90" fmla="*/ 6009467 w 6127024"/>
              <a:gd name="connsiteY90" fmla="*/ 6487076 h 6858000"/>
              <a:gd name="connsiteX91" fmla="*/ 5995064 w 6127024"/>
              <a:gd name="connsiteY91" fmla="*/ 6540791 h 6858000"/>
              <a:gd name="connsiteX92" fmla="*/ 6004510 w 6127024"/>
              <a:gd name="connsiteY92" fmla="*/ 6599256 h 6858000"/>
              <a:gd name="connsiteX93" fmla="*/ 5986207 w 6127024"/>
              <a:gd name="connsiteY93" fmla="*/ 6695855 h 6858000"/>
              <a:gd name="connsiteX94" fmla="*/ 5979428 w 6127024"/>
              <a:gd name="connsiteY94" fmla="*/ 6754678 h 6858000"/>
              <a:gd name="connsiteX95" fmla="*/ 5983398 w 6127024"/>
              <a:gd name="connsiteY95" fmla="*/ 6778641 h 6858000"/>
              <a:gd name="connsiteX96" fmla="*/ 5984543 w 6127024"/>
              <a:gd name="connsiteY96" fmla="*/ 6811016 h 6858000"/>
              <a:gd name="connsiteX97" fmla="*/ 5979671 w 6127024"/>
              <a:gd name="connsiteY97" fmla="*/ 6858000 h 6858000"/>
              <a:gd name="connsiteX98" fmla="*/ 0 w 6127024"/>
              <a:gd name="connsiteY98" fmla="*/ 6858000 h 6858000"/>
              <a:gd name="connsiteX99" fmla="*/ 0 w 6127024"/>
              <a:gd name="connsiteY99"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599700 w 6127024"/>
              <a:gd name="connsiteY44" fmla="*/ 3547221 h 6858000"/>
              <a:gd name="connsiteX45" fmla="*/ 5618377 w 6127024"/>
              <a:gd name="connsiteY45" fmla="*/ 3588431 h 6858000"/>
              <a:gd name="connsiteX46" fmla="*/ 5655472 w 6127024"/>
              <a:gd name="connsiteY46" fmla="*/ 3678877 h 6858000"/>
              <a:gd name="connsiteX47" fmla="*/ 5683015 w 6127024"/>
              <a:gd name="connsiteY47" fmla="*/ 3762025 h 6858000"/>
              <a:gd name="connsiteX48" fmla="*/ 5696643 w 6127024"/>
              <a:gd name="connsiteY48" fmla="*/ 3773888 h 6858000"/>
              <a:gd name="connsiteX49" fmla="*/ 5768491 w 6127024"/>
              <a:gd name="connsiteY49" fmla="*/ 3914399 h 6858000"/>
              <a:gd name="connsiteX50" fmla="*/ 5793123 w 6127024"/>
              <a:gd name="connsiteY50" fmla="*/ 3969952 h 6858000"/>
              <a:gd name="connsiteX51" fmla="*/ 5808321 w 6127024"/>
              <a:gd name="connsiteY51" fmla="*/ 3988153 h 6858000"/>
              <a:gd name="connsiteX52" fmla="*/ 5825621 w 6127024"/>
              <a:gd name="connsiteY52" fmla="*/ 4015525 h 6858000"/>
              <a:gd name="connsiteX53" fmla="*/ 5860672 w 6127024"/>
              <a:gd name="connsiteY53" fmla="*/ 4061579 h 6858000"/>
              <a:gd name="connsiteX54" fmla="*/ 5872173 w 6127024"/>
              <a:gd name="connsiteY54" fmla="*/ 4088497 h 6858000"/>
              <a:gd name="connsiteX55" fmla="*/ 5894095 w 6127024"/>
              <a:gd name="connsiteY55" fmla="*/ 4128857 h 6858000"/>
              <a:gd name="connsiteX56" fmla="*/ 5903513 w 6127024"/>
              <a:gd name="connsiteY56" fmla="*/ 4187661 h 6858000"/>
              <a:gd name="connsiteX57" fmla="*/ 5917114 w 6127024"/>
              <a:gd name="connsiteY57" fmla="*/ 4213096 h 6858000"/>
              <a:gd name="connsiteX58" fmla="*/ 5924233 w 6127024"/>
              <a:gd name="connsiteY58" fmla="*/ 4242060 h 6858000"/>
              <a:gd name="connsiteX59" fmla="*/ 5928910 w 6127024"/>
              <a:gd name="connsiteY59" fmla="*/ 4300973 h 6858000"/>
              <a:gd name="connsiteX60" fmla="*/ 5939320 w 6127024"/>
              <a:gd name="connsiteY60" fmla="*/ 4340435 h 6858000"/>
              <a:gd name="connsiteX61" fmla="*/ 5946705 w 6127024"/>
              <a:gd name="connsiteY61" fmla="*/ 4428051 h 6858000"/>
              <a:gd name="connsiteX62" fmla="*/ 5949261 w 6127024"/>
              <a:gd name="connsiteY62" fmla="*/ 4449185 h 6858000"/>
              <a:gd name="connsiteX63" fmla="*/ 5968960 w 6127024"/>
              <a:gd name="connsiteY63" fmla="*/ 4482655 h 6858000"/>
              <a:gd name="connsiteX64" fmla="*/ 5998138 w 6127024"/>
              <a:gd name="connsiteY64" fmla="*/ 4697518 h 6858000"/>
              <a:gd name="connsiteX65" fmla="*/ 6007819 w 6127024"/>
              <a:gd name="connsiteY65" fmla="*/ 4858148 h 6858000"/>
              <a:gd name="connsiteX66" fmla="*/ 6007749 w 6127024"/>
              <a:gd name="connsiteY66" fmla="*/ 4964715 h 6858000"/>
              <a:gd name="connsiteX67" fmla="*/ 6005269 w 6127024"/>
              <a:gd name="connsiteY67" fmla="*/ 5150567 h 6858000"/>
              <a:gd name="connsiteX68" fmla="*/ 6001127 w 6127024"/>
              <a:gd name="connsiteY68" fmla="*/ 5164609 h 6858000"/>
              <a:gd name="connsiteX69" fmla="*/ 5998514 w 6127024"/>
              <a:gd name="connsiteY69" fmla="*/ 5189673 h 6858000"/>
              <a:gd name="connsiteX70" fmla="*/ 6018409 w 6127024"/>
              <a:gd name="connsiteY70" fmla="*/ 5227157 h 6858000"/>
              <a:gd name="connsiteX71" fmla="*/ 6036748 w 6127024"/>
              <a:gd name="connsiteY71" fmla="*/ 5322752 h 6858000"/>
              <a:gd name="connsiteX72" fmla="*/ 6036943 w 6127024"/>
              <a:gd name="connsiteY72" fmla="*/ 5329480 h 6858000"/>
              <a:gd name="connsiteX73" fmla="*/ 6037677 w 6127024"/>
              <a:gd name="connsiteY73" fmla="*/ 5354807 h 6858000"/>
              <a:gd name="connsiteX74" fmla="*/ 6039728 w 6127024"/>
              <a:gd name="connsiteY74" fmla="*/ 5359416 h 6858000"/>
              <a:gd name="connsiteX75" fmla="*/ 6053435 w 6127024"/>
              <a:gd name="connsiteY75" fmla="*/ 5387547 h 6858000"/>
              <a:gd name="connsiteX76" fmla="*/ 6065933 w 6127024"/>
              <a:gd name="connsiteY76" fmla="*/ 5443002 h 6858000"/>
              <a:gd name="connsiteX77" fmla="*/ 6068640 w 6127024"/>
              <a:gd name="connsiteY77" fmla="*/ 5474503 h 6858000"/>
              <a:gd name="connsiteX78" fmla="*/ 6080922 w 6127024"/>
              <a:gd name="connsiteY78" fmla="*/ 5561070 h 6858000"/>
              <a:gd name="connsiteX79" fmla="*/ 6096949 w 6127024"/>
              <a:gd name="connsiteY79" fmla="*/ 5648179 h 6858000"/>
              <a:gd name="connsiteX80" fmla="*/ 6121353 w 6127024"/>
              <a:gd name="connsiteY80" fmla="*/ 5721725 h 6858000"/>
              <a:gd name="connsiteX81" fmla="*/ 6109884 w 6127024"/>
              <a:gd name="connsiteY81" fmla="*/ 5721959 h 6858000"/>
              <a:gd name="connsiteX82" fmla="*/ 6127024 w 6127024"/>
              <a:gd name="connsiteY82" fmla="*/ 5786902 h 6858000"/>
              <a:gd name="connsiteX83" fmla="*/ 6115796 w 6127024"/>
              <a:gd name="connsiteY83" fmla="*/ 5862844 h 6858000"/>
              <a:gd name="connsiteX84" fmla="*/ 6102493 w 6127024"/>
              <a:gd name="connsiteY84" fmla="*/ 5928602 h 6858000"/>
              <a:gd name="connsiteX85" fmla="*/ 6056863 w 6127024"/>
              <a:gd name="connsiteY85" fmla="*/ 6000643 h 6858000"/>
              <a:gd name="connsiteX86" fmla="*/ 6045436 w 6127024"/>
              <a:gd name="connsiteY86" fmla="*/ 6124480 h 6858000"/>
              <a:gd name="connsiteX87" fmla="*/ 6030489 w 6127024"/>
              <a:gd name="connsiteY87" fmla="*/ 6317666 h 6858000"/>
              <a:gd name="connsiteX88" fmla="*/ 6007492 w 6127024"/>
              <a:gd name="connsiteY88" fmla="*/ 6440818 h 6858000"/>
              <a:gd name="connsiteX89" fmla="*/ 6009467 w 6127024"/>
              <a:gd name="connsiteY89" fmla="*/ 6487076 h 6858000"/>
              <a:gd name="connsiteX90" fmla="*/ 5995064 w 6127024"/>
              <a:gd name="connsiteY90" fmla="*/ 6540791 h 6858000"/>
              <a:gd name="connsiteX91" fmla="*/ 6004510 w 6127024"/>
              <a:gd name="connsiteY91" fmla="*/ 6599256 h 6858000"/>
              <a:gd name="connsiteX92" fmla="*/ 5986207 w 6127024"/>
              <a:gd name="connsiteY92" fmla="*/ 6695855 h 6858000"/>
              <a:gd name="connsiteX93" fmla="*/ 5979428 w 6127024"/>
              <a:gd name="connsiteY93" fmla="*/ 6754678 h 6858000"/>
              <a:gd name="connsiteX94" fmla="*/ 5983398 w 6127024"/>
              <a:gd name="connsiteY94" fmla="*/ 6778641 h 6858000"/>
              <a:gd name="connsiteX95" fmla="*/ 5984543 w 6127024"/>
              <a:gd name="connsiteY95" fmla="*/ 6811016 h 6858000"/>
              <a:gd name="connsiteX96" fmla="*/ 5979671 w 6127024"/>
              <a:gd name="connsiteY96" fmla="*/ 6858000 h 6858000"/>
              <a:gd name="connsiteX97" fmla="*/ 0 w 6127024"/>
              <a:gd name="connsiteY97" fmla="*/ 6858000 h 6858000"/>
              <a:gd name="connsiteX98" fmla="*/ 0 w 6127024"/>
              <a:gd name="connsiteY98"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72173 w 6127024"/>
              <a:gd name="connsiteY53" fmla="*/ 4088497 h 6858000"/>
              <a:gd name="connsiteX54" fmla="*/ 5894095 w 6127024"/>
              <a:gd name="connsiteY54" fmla="*/ 4128857 h 6858000"/>
              <a:gd name="connsiteX55" fmla="*/ 5903513 w 6127024"/>
              <a:gd name="connsiteY55" fmla="*/ 4187661 h 6858000"/>
              <a:gd name="connsiteX56" fmla="*/ 5917114 w 6127024"/>
              <a:gd name="connsiteY56" fmla="*/ 4213096 h 6858000"/>
              <a:gd name="connsiteX57" fmla="*/ 5924233 w 6127024"/>
              <a:gd name="connsiteY57" fmla="*/ 4242060 h 6858000"/>
              <a:gd name="connsiteX58" fmla="*/ 5928910 w 6127024"/>
              <a:gd name="connsiteY58" fmla="*/ 4300973 h 6858000"/>
              <a:gd name="connsiteX59" fmla="*/ 5939320 w 6127024"/>
              <a:gd name="connsiteY59" fmla="*/ 4340435 h 6858000"/>
              <a:gd name="connsiteX60" fmla="*/ 5946705 w 6127024"/>
              <a:gd name="connsiteY60" fmla="*/ 4428051 h 6858000"/>
              <a:gd name="connsiteX61" fmla="*/ 5949261 w 6127024"/>
              <a:gd name="connsiteY61" fmla="*/ 4449185 h 6858000"/>
              <a:gd name="connsiteX62" fmla="*/ 5968960 w 6127024"/>
              <a:gd name="connsiteY62" fmla="*/ 4482655 h 6858000"/>
              <a:gd name="connsiteX63" fmla="*/ 5998138 w 6127024"/>
              <a:gd name="connsiteY63" fmla="*/ 4697518 h 6858000"/>
              <a:gd name="connsiteX64" fmla="*/ 6007819 w 6127024"/>
              <a:gd name="connsiteY64" fmla="*/ 4858148 h 6858000"/>
              <a:gd name="connsiteX65" fmla="*/ 6007749 w 6127024"/>
              <a:gd name="connsiteY65" fmla="*/ 4964715 h 6858000"/>
              <a:gd name="connsiteX66" fmla="*/ 6005269 w 6127024"/>
              <a:gd name="connsiteY66" fmla="*/ 5150567 h 6858000"/>
              <a:gd name="connsiteX67" fmla="*/ 6001127 w 6127024"/>
              <a:gd name="connsiteY67" fmla="*/ 5164609 h 6858000"/>
              <a:gd name="connsiteX68" fmla="*/ 5998514 w 6127024"/>
              <a:gd name="connsiteY68" fmla="*/ 5189673 h 6858000"/>
              <a:gd name="connsiteX69" fmla="*/ 6018409 w 6127024"/>
              <a:gd name="connsiteY69" fmla="*/ 5227157 h 6858000"/>
              <a:gd name="connsiteX70" fmla="*/ 6036748 w 6127024"/>
              <a:gd name="connsiteY70" fmla="*/ 5322752 h 6858000"/>
              <a:gd name="connsiteX71" fmla="*/ 6036943 w 6127024"/>
              <a:gd name="connsiteY71" fmla="*/ 5329480 h 6858000"/>
              <a:gd name="connsiteX72" fmla="*/ 6037677 w 6127024"/>
              <a:gd name="connsiteY72" fmla="*/ 5354807 h 6858000"/>
              <a:gd name="connsiteX73" fmla="*/ 6039728 w 6127024"/>
              <a:gd name="connsiteY73" fmla="*/ 5359416 h 6858000"/>
              <a:gd name="connsiteX74" fmla="*/ 6053435 w 6127024"/>
              <a:gd name="connsiteY74" fmla="*/ 5387547 h 6858000"/>
              <a:gd name="connsiteX75" fmla="*/ 6065933 w 6127024"/>
              <a:gd name="connsiteY75" fmla="*/ 5443002 h 6858000"/>
              <a:gd name="connsiteX76" fmla="*/ 6068640 w 6127024"/>
              <a:gd name="connsiteY76" fmla="*/ 5474503 h 6858000"/>
              <a:gd name="connsiteX77" fmla="*/ 6080922 w 6127024"/>
              <a:gd name="connsiteY77" fmla="*/ 5561070 h 6858000"/>
              <a:gd name="connsiteX78" fmla="*/ 6096949 w 6127024"/>
              <a:gd name="connsiteY78" fmla="*/ 5648179 h 6858000"/>
              <a:gd name="connsiteX79" fmla="*/ 6121353 w 6127024"/>
              <a:gd name="connsiteY79" fmla="*/ 5721725 h 6858000"/>
              <a:gd name="connsiteX80" fmla="*/ 6109884 w 6127024"/>
              <a:gd name="connsiteY80" fmla="*/ 5721959 h 6858000"/>
              <a:gd name="connsiteX81" fmla="*/ 6127024 w 6127024"/>
              <a:gd name="connsiteY81" fmla="*/ 5786902 h 6858000"/>
              <a:gd name="connsiteX82" fmla="*/ 6115796 w 6127024"/>
              <a:gd name="connsiteY82" fmla="*/ 5862844 h 6858000"/>
              <a:gd name="connsiteX83" fmla="*/ 6102493 w 6127024"/>
              <a:gd name="connsiteY83" fmla="*/ 5928602 h 6858000"/>
              <a:gd name="connsiteX84" fmla="*/ 6056863 w 6127024"/>
              <a:gd name="connsiteY84" fmla="*/ 6000643 h 6858000"/>
              <a:gd name="connsiteX85" fmla="*/ 6045436 w 6127024"/>
              <a:gd name="connsiteY85" fmla="*/ 6124480 h 6858000"/>
              <a:gd name="connsiteX86" fmla="*/ 6030489 w 6127024"/>
              <a:gd name="connsiteY86" fmla="*/ 6317666 h 6858000"/>
              <a:gd name="connsiteX87" fmla="*/ 6007492 w 6127024"/>
              <a:gd name="connsiteY87" fmla="*/ 6440818 h 6858000"/>
              <a:gd name="connsiteX88" fmla="*/ 6009467 w 6127024"/>
              <a:gd name="connsiteY88" fmla="*/ 6487076 h 6858000"/>
              <a:gd name="connsiteX89" fmla="*/ 5995064 w 6127024"/>
              <a:gd name="connsiteY89" fmla="*/ 6540791 h 6858000"/>
              <a:gd name="connsiteX90" fmla="*/ 6004510 w 6127024"/>
              <a:gd name="connsiteY90" fmla="*/ 6599256 h 6858000"/>
              <a:gd name="connsiteX91" fmla="*/ 5986207 w 6127024"/>
              <a:gd name="connsiteY91" fmla="*/ 6695855 h 6858000"/>
              <a:gd name="connsiteX92" fmla="*/ 5979428 w 6127024"/>
              <a:gd name="connsiteY92" fmla="*/ 6754678 h 6858000"/>
              <a:gd name="connsiteX93" fmla="*/ 5983398 w 6127024"/>
              <a:gd name="connsiteY93" fmla="*/ 6778641 h 6858000"/>
              <a:gd name="connsiteX94" fmla="*/ 5984543 w 6127024"/>
              <a:gd name="connsiteY94" fmla="*/ 6811016 h 6858000"/>
              <a:gd name="connsiteX95" fmla="*/ 5979671 w 6127024"/>
              <a:gd name="connsiteY95" fmla="*/ 6858000 h 6858000"/>
              <a:gd name="connsiteX96" fmla="*/ 0 w 6127024"/>
              <a:gd name="connsiteY96" fmla="*/ 6858000 h 6858000"/>
              <a:gd name="connsiteX97" fmla="*/ 0 w 6127024"/>
              <a:gd name="connsiteY97"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72173 w 6127024"/>
              <a:gd name="connsiteY53" fmla="*/ 4088497 h 6858000"/>
              <a:gd name="connsiteX54" fmla="*/ 5894095 w 6127024"/>
              <a:gd name="connsiteY54" fmla="*/ 4128857 h 6858000"/>
              <a:gd name="connsiteX55" fmla="*/ 5903513 w 6127024"/>
              <a:gd name="connsiteY55" fmla="*/ 4187661 h 6858000"/>
              <a:gd name="connsiteX56" fmla="*/ 5917114 w 6127024"/>
              <a:gd name="connsiteY56" fmla="*/ 4213096 h 6858000"/>
              <a:gd name="connsiteX57" fmla="*/ 5924233 w 6127024"/>
              <a:gd name="connsiteY57" fmla="*/ 4242060 h 6858000"/>
              <a:gd name="connsiteX58" fmla="*/ 5928910 w 6127024"/>
              <a:gd name="connsiteY58" fmla="*/ 4300973 h 6858000"/>
              <a:gd name="connsiteX59" fmla="*/ 5946705 w 6127024"/>
              <a:gd name="connsiteY59" fmla="*/ 4428051 h 6858000"/>
              <a:gd name="connsiteX60" fmla="*/ 5949261 w 6127024"/>
              <a:gd name="connsiteY60" fmla="*/ 4449185 h 6858000"/>
              <a:gd name="connsiteX61" fmla="*/ 5968960 w 6127024"/>
              <a:gd name="connsiteY61" fmla="*/ 4482655 h 6858000"/>
              <a:gd name="connsiteX62" fmla="*/ 5998138 w 6127024"/>
              <a:gd name="connsiteY62" fmla="*/ 4697518 h 6858000"/>
              <a:gd name="connsiteX63" fmla="*/ 6007819 w 6127024"/>
              <a:gd name="connsiteY63" fmla="*/ 4858148 h 6858000"/>
              <a:gd name="connsiteX64" fmla="*/ 6007749 w 6127024"/>
              <a:gd name="connsiteY64" fmla="*/ 4964715 h 6858000"/>
              <a:gd name="connsiteX65" fmla="*/ 6005269 w 6127024"/>
              <a:gd name="connsiteY65" fmla="*/ 5150567 h 6858000"/>
              <a:gd name="connsiteX66" fmla="*/ 6001127 w 6127024"/>
              <a:gd name="connsiteY66" fmla="*/ 5164609 h 6858000"/>
              <a:gd name="connsiteX67" fmla="*/ 5998514 w 6127024"/>
              <a:gd name="connsiteY67" fmla="*/ 5189673 h 6858000"/>
              <a:gd name="connsiteX68" fmla="*/ 6018409 w 6127024"/>
              <a:gd name="connsiteY68" fmla="*/ 5227157 h 6858000"/>
              <a:gd name="connsiteX69" fmla="*/ 6036748 w 6127024"/>
              <a:gd name="connsiteY69" fmla="*/ 5322752 h 6858000"/>
              <a:gd name="connsiteX70" fmla="*/ 6036943 w 6127024"/>
              <a:gd name="connsiteY70" fmla="*/ 5329480 h 6858000"/>
              <a:gd name="connsiteX71" fmla="*/ 6037677 w 6127024"/>
              <a:gd name="connsiteY71" fmla="*/ 5354807 h 6858000"/>
              <a:gd name="connsiteX72" fmla="*/ 6039728 w 6127024"/>
              <a:gd name="connsiteY72" fmla="*/ 5359416 h 6858000"/>
              <a:gd name="connsiteX73" fmla="*/ 6053435 w 6127024"/>
              <a:gd name="connsiteY73" fmla="*/ 5387547 h 6858000"/>
              <a:gd name="connsiteX74" fmla="*/ 6065933 w 6127024"/>
              <a:gd name="connsiteY74" fmla="*/ 5443002 h 6858000"/>
              <a:gd name="connsiteX75" fmla="*/ 6068640 w 6127024"/>
              <a:gd name="connsiteY75" fmla="*/ 5474503 h 6858000"/>
              <a:gd name="connsiteX76" fmla="*/ 6080922 w 6127024"/>
              <a:gd name="connsiteY76" fmla="*/ 5561070 h 6858000"/>
              <a:gd name="connsiteX77" fmla="*/ 6096949 w 6127024"/>
              <a:gd name="connsiteY77" fmla="*/ 5648179 h 6858000"/>
              <a:gd name="connsiteX78" fmla="*/ 6121353 w 6127024"/>
              <a:gd name="connsiteY78" fmla="*/ 5721725 h 6858000"/>
              <a:gd name="connsiteX79" fmla="*/ 6109884 w 6127024"/>
              <a:gd name="connsiteY79" fmla="*/ 5721959 h 6858000"/>
              <a:gd name="connsiteX80" fmla="*/ 6127024 w 6127024"/>
              <a:gd name="connsiteY80" fmla="*/ 5786902 h 6858000"/>
              <a:gd name="connsiteX81" fmla="*/ 6115796 w 6127024"/>
              <a:gd name="connsiteY81" fmla="*/ 5862844 h 6858000"/>
              <a:gd name="connsiteX82" fmla="*/ 6102493 w 6127024"/>
              <a:gd name="connsiteY82" fmla="*/ 5928602 h 6858000"/>
              <a:gd name="connsiteX83" fmla="*/ 6056863 w 6127024"/>
              <a:gd name="connsiteY83" fmla="*/ 6000643 h 6858000"/>
              <a:gd name="connsiteX84" fmla="*/ 6045436 w 6127024"/>
              <a:gd name="connsiteY84" fmla="*/ 6124480 h 6858000"/>
              <a:gd name="connsiteX85" fmla="*/ 6030489 w 6127024"/>
              <a:gd name="connsiteY85" fmla="*/ 6317666 h 6858000"/>
              <a:gd name="connsiteX86" fmla="*/ 6007492 w 6127024"/>
              <a:gd name="connsiteY86" fmla="*/ 6440818 h 6858000"/>
              <a:gd name="connsiteX87" fmla="*/ 6009467 w 6127024"/>
              <a:gd name="connsiteY87" fmla="*/ 6487076 h 6858000"/>
              <a:gd name="connsiteX88" fmla="*/ 5995064 w 6127024"/>
              <a:gd name="connsiteY88" fmla="*/ 6540791 h 6858000"/>
              <a:gd name="connsiteX89" fmla="*/ 6004510 w 6127024"/>
              <a:gd name="connsiteY89" fmla="*/ 6599256 h 6858000"/>
              <a:gd name="connsiteX90" fmla="*/ 5986207 w 6127024"/>
              <a:gd name="connsiteY90" fmla="*/ 6695855 h 6858000"/>
              <a:gd name="connsiteX91" fmla="*/ 5979428 w 6127024"/>
              <a:gd name="connsiteY91" fmla="*/ 6754678 h 6858000"/>
              <a:gd name="connsiteX92" fmla="*/ 5983398 w 6127024"/>
              <a:gd name="connsiteY92" fmla="*/ 6778641 h 6858000"/>
              <a:gd name="connsiteX93" fmla="*/ 5984543 w 6127024"/>
              <a:gd name="connsiteY93" fmla="*/ 6811016 h 6858000"/>
              <a:gd name="connsiteX94" fmla="*/ 5979671 w 6127024"/>
              <a:gd name="connsiteY94" fmla="*/ 6858000 h 6858000"/>
              <a:gd name="connsiteX95" fmla="*/ 0 w 6127024"/>
              <a:gd name="connsiteY95" fmla="*/ 6858000 h 6858000"/>
              <a:gd name="connsiteX96" fmla="*/ 0 w 6127024"/>
              <a:gd name="connsiteY96"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72173 w 6127024"/>
              <a:gd name="connsiteY53" fmla="*/ 4088497 h 6858000"/>
              <a:gd name="connsiteX54" fmla="*/ 5894095 w 6127024"/>
              <a:gd name="connsiteY54" fmla="*/ 4128857 h 6858000"/>
              <a:gd name="connsiteX55" fmla="*/ 5903513 w 6127024"/>
              <a:gd name="connsiteY55" fmla="*/ 4187661 h 6858000"/>
              <a:gd name="connsiteX56" fmla="*/ 5924233 w 6127024"/>
              <a:gd name="connsiteY56" fmla="*/ 4242060 h 6858000"/>
              <a:gd name="connsiteX57" fmla="*/ 5928910 w 6127024"/>
              <a:gd name="connsiteY57" fmla="*/ 4300973 h 6858000"/>
              <a:gd name="connsiteX58" fmla="*/ 5946705 w 6127024"/>
              <a:gd name="connsiteY58" fmla="*/ 4428051 h 6858000"/>
              <a:gd name="connsiteX59" fmla="*/ 5949261 w 6127024"/>
              <a:gd name="connsiteY59" fmla="*/ 4449185 h 6858000"/>
              <a:gd name="connsiteX60" fmla="*/ 5968960 w 6127024"/>
              <a:gd name="connsiteY60" fmla="*/ 4482655 h 6858000"/>
              <a:gd name="connsiteX61" fmla="*/ 5998138 w 6127024"/>
              <a:gd name="connsiteY61" fmla="*/ 4697518 h 6858000"/>
              <a:gd name="connsiteX62" fmla="*/ 6007819 w 6127024"/>
              <a:gd name="connsiteY62" fmla="*/ 4858148 h 6858000"/>
              <a:gd name="connsiteX63" fmla="*/ 6007749 w 6127024"/>
              <a:gd name="connsiteY63" fmla="*/ 4964715 h 6858000"/>
              <a:gd name="connsiteX64" fmla="*/ 6005269 w 6127024"/>
              <a:gd name="connsiteY64" fmla="*/ 5150567 h 6858000"/>
              <a:gd name="connsiteX65" fmla="*/ 6001127 w 6127024"/>
              <a:gd name="connsiteY65" fmla="*/ 5164609 h 6858000"/>
              <a:gd name="connsiteX66" fmla="*/ 5998514 w 6127024"/>
              <a:gd name="connsiteY66" fmla="*/ 5189673 h 6858000"/>
              <a:gd name="connsiteX67" fmla="*/ 6018409 w 6127024"/>
              <a:gd name="connsiteY67" fmla="*/ 5227157 h 6858000"/>
              <a:gd name="connsiteX68" fmla="*/ 6036748 w 6127024"/>
              <a:gd name="connsiteY68" fmla="*/ 5322752 h 6858000"/>
              <a:gd name="connsiteX69" fmla="*/ 6036943 w 6127024"/>
              <a:gd name="connsiteY69" fmla="*/ 5329480 h 6858000"/>
              <a:gd name="connsiteX70" fmla="*/ 6037677 w 6127024"/>
              <a:gd name="connsiteY70" fmla="*/ 5354807 h 6858000"/>
              <a:gd name="connsiteX71" fmla="*/ 6039728 w 6127024"/>
              <a:gd name="connsiteY71" fmla="*/ 5359416 h 6858000"/>
              <a:gd name="connsiteX72" fmla="*/ 6053435 w 6127024"/>
              <a:gd name="connsiteY72" fmla="*/ 5387547 h 6858000"/>
              <a:gd name="connsiteX73" fmla="*/ 6065933 w 6127024"/>
              <a:gd name="connsiteY73" fmla="*/ 5443002 h 6858000"/>
              <a:gd name="connsiteX74" fmla="*/ 6068640 w 6127024"/>
              <a:gd name="connsiteY74" fmla="*/ 5474503 h 6858000"/>
              <a:gd name="connsiteX75" fmla="*/ 6080922 w 6127024"/>
              <a:gd name="connsiteY75" fmla="*/ 5561070 h 6858000"/>
              <a:gd name="connsiteX76" fmla="*/ 6096949 w 6127024"/>
              <a:gd name="connsiteY76" fmla="*/ 5648179 h 6858000"/>
              <a:gd name="connsiteX77" fmla="*/ 6121353 w 6127024"/>
              <a:gd name="connsiteY77" fmla="*/ 5721725 h 6858000"/>
              <a:gd name="connsiteX78" fmla="*/ 6109884 w 6127024"/>
              <a:gd name="connsiteY78" fmla="*/ 5721959 h 6858000"/>
              <a:gd name="connsiteX79" fmla="*/ 6127024 w 6127024"/>
              <a:gd name="connsiteY79" fmla="*/ 5786902 h 6858000"/>
              <a:gd name="connsiteX80" fmla="*/ 6115796 w 6127024"/>
              <a:gd name="connsiteY80" fmla="*/ 5862844 h 6858000"/>
              <a:gd name="connsiteX81" fmla="*/ 6102493 w 6127024"/>
              <a:gd name="connsiteY81" fmla="*/ 5928602 h 6858000"/>
              <a:gd name="connsiteX82" fmla="*/ 6056863 w 6127024"/>
              <a:gd name="connsiteY82" fmla="*/ 6000643 h 6858000"/>
              <a:gd name="connsiteX83" fmla="*/ 6045436 w 6127024"/>
              <a:gd name="connsiteY83" fmla="*/ 6124480 h 6858000"/>
              <a:gd name="connsiteX84" fmla="*/ 6030489 w 6127024"/>
              <a:gd name="connsiteY84" fmla="*/ 6317666 h 6858000"/>
              <a:gd name="connsiteX85" fmla="*/ 6007492 w 6127024"/>
              <a:gd name="connsiteY85" fmla="*/ 6440818 h 6858000"/>
              <a:gd name="connsiteX86" fmla="*/ 6009467 w 6127024"/>
              <a:gd name="connsiteY86" fmla="*/ 6487076 h 6858000"/>
              <a:gd name="connsiteX87" fmla="*/ 5995064 w 6127024"/>
              <a:gd name="connsiteY87" fmla="*/ 6540791 h 6858000"/>
              <a:gd name="connsiteX88" fmla="*/ 6004510 w 6127024"/>
              <a:gd name="connsiteY88" fmla="*/ 6599256 h 6858000"/>
              <a:gd name="connsiteX89" fmla="*/ 5986207 w 6127024"/>
              <a:gd name="connsiteY89" fmla="*/ 6695855 h 6858000"/>
              <a:gd name="connsiteX90" fmla="*/ 5979428 w 6127024"/>
              <a:gd name="connsiteY90" fmla="*/ 6754678 h 6858000"/>
              <a:gd name="connsiteX91" fmla="*/ 5983398 w 6127024"/>
              <a:gd name="connsiteY91" fmla="*/ 6778641 h 6858000"/>
              <a:gd name="connsiteX92" fmla="*/ 5984543 w 6127024"/>
              <a:gd name="connsiteY92" fmla="*/ 6811016 h 6858000"/>
              <a:gd name="connsiteX93" fmla="*/ 5979671 w 6127024"/>
              <a:gd name="connsiteY93" fmla="*/ 6858000 h 6858000"/>
              <a:gd name="connsiteX94" fmla="*/ 0 w 6127024"/>
              <a:gd name="connsiteY94" fmla="*/ 6858000 h 6858000"/>
              <a:gd name="connsiteX95" fmla="*/ 0 w 6127024"/>
              <a:gd name="connsiteY95"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72173 w 6127024"/>
              <a:gd name="connsiteY53" fmla="*/ 4088497 h 6858000"/>
              <a:gd name="connsiteX54" fmla="*/ 5894095 w 6127024"/>
              <a:gd name="connsiteY54" fmla="*/ 4128857 h 6858000"/>
              <a:gd name="connsiteX55" fmla="*/ 5903513 w 6127024"/>
              <a:gd name="connsiteY55" fmla="*/ 4187661 h 6858000"/>
              <a:gd name="connsiteX56" fmla="*/ 5928910 w 6127024"/>
              <a:gd name="connsiteY56" fmla="*/ 4300973 h 6858000"/>
              <a:gd name="connsiteX57" fmla="*/ 5946705 w 6127024"/>
              <a:gd name="connsiteY57" fmla="*/ 4428051 h 6858000"/>
              <a:gd name="connsiteX58" fmla="*/ 5949261 w 6127024"/>
              <a:gd name="connsiteY58" fmla="*/ 4449185 h 6858000"/>
              <a:gd name="connsiteX59" fmla="*/ 5968960 w 6127024"/>
              <a:gd name="connsiteY59" fmla="*/ 4482655 h 6858000"/>
              <a:gd name="connsiteX60" fmla="*/ 5998138 w 6127024"/>
              <a:gd name="connsiteY60" fmla="*/ 4697518 h 6858000"/>
              <a:gd name="connsiteX61" fmla="*/ 6007819 w 6127024"/>
              <a:gd name="connsiteY61" fmla="*/ 4858148 h 6858000"/>
              <a:gd name="connsiteX62" fmla="*/ 6007749 w 6127024"/>
              <a:gd name="connsiteY62" fmla="*/ 4964715 h 6858000"/>
              <a:gd name="connsiteX63" fmla="*/ 6005269 w 6127024"/>
              <a:gd name="connsiteY63" fmla="*/ 5150567 h 6858000"/>
              <a:gd name="connsiteX64" fmla="*/ 6001127 w 6127024"/>
              <a:gd name="connsiteY64" fmla="*/ 5164609 h 6858000"/>
              <a:gd name="connsiteX65" fmla="*/ 5998514 w 6127024"/>
              <a:gd name="connsiteY65" fmla="*/ 5189673 h 6858000"/>
              <a:gd name="connsiteX66" fmla="*/ 6018409 w 6127024"/>
              <a:gd name="connsiteY66" fmla="*/ 5227157 h 6858000"/>
              <a:gd name="connsiteX67" fmla="*/ 6036748 w 6127024"/>
              <a:gd name="connsiteY67" fmla="*/ 5322752 h 6858000"/>
              <a:gd name="connsiteX68" fmla="*/ 6036943 w 6127024"/>
              <a:gd name="connsiteY68" fmla="*/ 5329480 h 6858000"/>
              <a:gd name="connsiteX69" fmla="*/ 6037677 w 6127024"/>
              <a:gd name="connsiteY69" fmla="*/ 5354807 h 6858000"/>
              <a:gd name="connsiteX70" fmla="*/ 6039728 w 6127024"/>
              <a:gd name="connsiteY70" fmla="*/ 5359416 h 6858000"/>
              <a:gd name="connsiteX71" fmla="*/ 6053435 w 6127024"/>
              <a:gd name="connsiteY71" fmla="*/ 5387547 h 6858000"/>
              <a:gd name="connsiteX72" fmla="*/ 6065933 w 6127024"/>
              <a:gd name="connsiteY72" fmla="*/ 5443002 h 6858000"/>
              <a:gd name="connsiteX73" fmla="*/ 6068640 w 6127024"/>
              <a:gd name="connsiteY73" fmla="*/ 5474503 h 6858000"/>
              <a:gd name="connsiteX74" fmla="*/ 6080922 w 6127024"/>
              <a:gd name="connsiteY74" fmla="*/ 5561070 h 6858000"/>
              <a:gd name="connsiteX75" fmla="*/ 6096949 w 6127024"/>
              <a:gd name="connsiteY75" fmla="*/ 5648179 h 6858000"/>
              <a:gd name="connsiteX76" fmla="*/ 6121353 w 6127024"/>
              <a:gd name="connsiteY76" fmla="*/ 5721725 h 6858000"/>
              <a:gd name="connsiteX77" fmla="*/ 6109884 w 6127024"/>
              <a:gd name="connsiteY77" fmla="*/ 5721959 h 6858000"/>
              <a:gd name="connsiteX78" fmla="*/ 6127024 w 6127024"/>
              <a:gd name="connsiteY78" fmla="*/ 5786902 h 6858000"/>
              <a:gd name="connsiteX79" fmla="*/ 6115796 w 6127024"/>
              <a:gd name="connsiteY79" fmla="*/ 5862844 h 6858000"/>
              <a:gd name="connsiteX80" fmla="*/ 6102493 w 6127024"/>
              <a:gd name="connsiteY80" fmla="*/ 5928602 h 6858000"/>
              <a:gd name="connsiteX81" fmla="*/ 6056863 w 6127024"/>
              <a:gd name="connsiteY81" fmla="*/ 6000643 h 6858000"/>
              <a:gd name="connsiteX82" fmla="*/ 6045436 w 6127024"/>
              <a:gd name="connsiteY82" fmla="*/ 6124480 h 6858000"/>
              <a:gd name="connsiteX83" fmla="*/ 6030489 w 6127024"/>
              <a:gd name="connsiteY83" fmla="*/ 6317666 h 6858000"/>
              <a:gd name="connsiteX84" fmla="*/ 6007492 w 6127024"/>
              <a:gd name="connsiteY84" fmla="*/ 6440818 h 6858000"/>
              <a:gd name="connsiteX85" fmla="*/ 6009467 w 6127024"/>
              <a:gd name="connsiteY85" fmla="*/ 6487076 h 6858000"/>
              <a:gd name="connsiteX86" fmla="*/ 5995064 w 6127024"/>
              <a:gd name="connsiteY86" fmla="*/ 6540791 h 6858000"/>
              <a:gd name="connsiteX87" fmla="*/ 6004510 w 6127024"/>
              <a:gd name="connsiteY87" fmla="*/ 6599256 h 6858000"/>
              <a:gd name="connsiteX88" fmla="*/ 5986207 w 6127024"/>
              <a:gd name="connsiteY88" fmla="*/ 6695855 h 6858000"/>
              <a:gd name="connsiteX89" fmla="*/ 5979428 w 6127024"/>
              <a:gd name="connsiteY89" fmla="*/ 6754678 h 6858000"/>
              <a:gd name="connsiteX90" fmla="*/ 5983398 w 6127024"/>
              <a:gd name="connsiteY90" fmla="*/ 6778641 h 6858000"/>
              <a:gd name="connsiteX91" fmla="*/ 5984543 w 6127024"/>
              <a:gd name="connsiteY91" fmla="*/ 6811016 h 6858000"/>
              <a:gd name="connsiteX92" fmla="*/ 5979671 w 6127024"/>
              <a:gd name="connsiteY92" fmla="*/ 6858000 h 6858000"/>
              <a:gd name="connsiteX93" fmla="*/ 0 w 6127024"/>
              <a:gd name="connsiteY93" fmla="*/ 6858000 h 6858000"/>
              <a:gd name="connsiteX94" fmla="*/ 0 w 6127024"/>
              <a:gd name="connsiteY94"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72173 w 6127024"/>
              <a:gd name="connsiteY53" fmla="*/ 4088497 h 6858000"/>
              <a:gd name="connsiteX54" fmla="*/ 5894095 w 6127024"/>
              <a:gd name="connsiteY54" fmla="*/ 4128857 h 6858000"/>
              <a:gd name="connsiteX55" fmla="*/ 5903513 w 6127024"/>
              <a:gd name="connsiteY55" fmla="*/ 4187661 h 6858000"/>
              <a:gd name="connsiteX56" fmla="*/ 5946705 w 6127024"/>
              <a:gd name="connsiteY56" fmla="*/ 4428051 h 6858000"/>
              <a:gd name="connsiteX57" fmla="*/ 5949261 w 6127024"/>
              <a:gd name="connsiteY57" fmla="*/ 4449185 h 6858000"/>
              <a:gd name="connsiteX58" fmla="*/ 5968960 w 6127024"/>
              <a:gd name="connsiteY58" fmla="*/ 4482655 h 6858000"/>
              <a:gd name="connsiteX59" fmla="*/ 5998138 w 6127024"/>
              <a:gd name="connsiteY59" fmla="*/ 4697518 h 6858000"/>
              <a:gd name="connsiteX60" fmla="*/ 6007819 w 6127024"/>
              <a:gd name="connsiteY60" fmla="*/ 4858148 h 6858000"/>
              <a:gd name="connsiteX61" fmla="*/ 6007749 w 6127024"/>
              <a:gd name="connsiteY61" fmla="*/ 4964715 h 6858000"/>
              <a:gd name="connsiteX62" fmla="*/ 6005269 w 6127024"/>
              <a:gd name="connsiteY62" fmla="*/ 5150567 h 6858000"/>
              <a:gd name="connsiteX63" fmla="*/ 6001127 w 6127024"/>
              <a:gd name="connsiteY63" fmla="*/ 5164609 h 6858000"/>
              <a:gd name="connsiteX64" fmla="*/ 5998514 w 6127024"/>
              <a:gd name="connsiteY64" fmla="*/ 5189673 h 6858000"/>
              <a:gd name="connsiteX65" fmla="*/ 6018409 w 6127024"/>
              <a:gd name="connsiteY65" fmla="*/ 5227157 h 6858000"/>
              <a:gd name="connsiteX66" fmla="*/ 6036748 w 6127024"/>
              <a:gd name="connsiteY66" fmla="*/ 5322752 h 6858000"/>
              <a:gd name="connsiteX67" fmla="*/ 6036943 w 6127024"/>
              <a:gd name="connsiteY67" fmla="*/ 5329480 h 6858000"/>
              <a:gd name="connsiteX68" fmla="*/ 6037677 w 6127024"/>
              <a:gd name="connsiteY68" fmla="*/ 5354807 h 6858000"/>
              <a:gd name="connsiteX69" fmla="*/ 6039728 w 6127024"/>
              <a:gd name="connsiteY69" fmla="*/ 5359416 h 6858000"/>
              <a:gd name="connsiteX70" fmla="*/ 6053435 w 6127024"/>
              <a:gd name="connsiteY70" fmla="*/ 5387547 h 6858000"/>
              <a:gd name="connsiteX71" fmla="*/ 6065933 w 6127024"/>
              <a:gd name="connsiteY71" fmla="*/ 5443002 h 6858000"/>
              <a:gd name="connsiteX72" fmla="*/ 6068640 w 6127024"/>
              <a:gd name="connsiteY72" fmla="*/ 5474503 h 6858000"/>
              <a:gd name="connsiteX73" fmla="*/ 6080922 w 6127024"/>
              <a:gd name="connsiteY73" fmla="*/ 5561070 h 6858000"/>
              <a:gd name="connsiteX74" fmla="*/ 6096949 w 6127024"/>
              <a:gd name="connsiteY74" fmla="*/ 5648179 h 6858000"/>
              <a:gd name="connsiteX75" fmla="*/ 6121353 w 6127024"/>
              <a:gd name="connsiteY75" fmla="*/ 5721725 h 6858000"/>
              <a:gd name="connsiteX76" fmla="*/ 6109884 w 6127024"/>
              <a:gd name="connsiteY76" fmla="*/ 5721959 h 6858000"/>
              <a:gd name="connsiteX77" fmla="*/ 6127024 w 6127024"/>
              <a:gd name="connsiteY77" fmla="*/ 5786902 h 6858000"/>
              <a:gd name="connsiteX78" fmla="*/ 6115796 w 6127024"/>
              <a:gd name="connsiteY78" fmla="*/ 5862844 h 6858000"/>
              <a:gd name="connsiteX79" fmla="*/ 6102493 w 6127024"/>
              <a:gd name="connsiteY79" fmla="*/ 5928602 h 6858000"/>
              <a:gd name="connsiteX80" fmla="*/ 6056863 w 6127024"/>
              <a:gd name="connsiteY80" fmla="*/ 6000643 h 6858000"/>
              <a:gd name="connsiteX81" fmla="*/ 6045436 w 6127024"/>
              <a:gd name="connsiteY81" fmla="*/ 6124480 h 6858000"/>
              <a:gd name="connsiteX82" fmla="*/ 6030489 w 6127024"/>
              <a:gd name="connsiteY82" fmla="*/ 6317666 h 6858000"/>
              <a:gd name="connsiteX83" fmla="*/ 6007492 w 6127024"/>
              <a:gd name="connsiteY83" fmla="*/ 6440818 h 6858000"/>
              <a:gd name="connsiteX84" fmla="*/ 6009467 w 6127024"/>
              <a:gd name="connsiteY84" fmla="*/ 6487076 h 6858000"/>
              <a:gd name="connsiteX85" fmla="*/ 5995064 w 6127024"/>
              <a:gd name="connsiteY85" fmla="*/ 6540791 h 6858000"/>
              <a:gd name="connsiteX86" fmla="*/ 6004510 w 6127024"/>
              <a:gd name="connsiteY86" fmla="*/ 6599256 h 6858000"/>
              <a:gd name="connsiteX87" fmla="*/ 5986207 w 6127024"/>
              <a:gd name="connsiteY87" fmla="*/ 6695855 h 6858000"/>
              <a:gd name="connsiteX88" fmla="*/ 5979428 w 6127024"/>
              <a:gd name="connsiteY88" fmla="*/ 6754678 h 6858000"/>
              <a:gd name="connsiteX89" fmla="*/ 5983398 w 6127024"/>
              <a:gd name="connsiteY89" fmla="*/ 6778641 h 6858000"/>
              <a:gd name="connsiteX90" fmla="*/ 5984543 w 6127024"/>
              <a:gd name="connsiteY90" fmla="*/ 6811016 h 6858000"/>
              <a:gd name="connsiteX91" fmla="*/ 5979671 w 6127024"/>
              <a:gd name="connsiteY91" fmla="*/ 6858000 h 6858000"/>
              <a:gd name="connsiteX92" fmla="*/ 0 w 6127024"/>
              <a:gd name="connsiteY92" fmla="*/ 6858000 h 6858000"/>
              <a:gd name="connsiteX93" fmla="*/ 0 w 6127024"/>
              <a:gd name="connsiteY93"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72173 w 6127024"/>
              <a:gd name="connsiteY53" fmla="*/ 4088497 h 6858000"/>
              <a:gd name="connsiteX54" fmla="*/ 5894095 w 6127024"/>
              <a:gd name="connsiteY54" fmla="*/ 4128857 h 6858000"/>
              <a:gd name="connsiteX55" fmla="*/ 5903513 w 6127024"/>
              <a:gd name="connsiteY55" fmla="*/ 4187661 h 6858000"/>
              <a:gd name="connsiteX56" fmla="*/ 5946705 w 6127024"/>
              <a:gd name="connsiteY56" fmla="*/ 4428051 h 6858000"/>
              <a:gd name="connsiteX57" fmla="*/ 5949261 w 6127024"/>
              <a:gd name="connsiteY57" fmla="*/ 4449185 h 6858000"/>
              <a:gd name="connsiteX58" fmla="*/ 5968960 w 6127024"/>
              <a:gd name="connsiteY58" fmla="*/ 4482655 h 6858000"/>
              <a:gd name="connsiteX59" fmla="*/ 5998138 w 6127024"/>
              <a:gd name="connsiteY59" fmla="*/ 4697518 h 6858000"/>
              <a:gd name="connsiteX60" fmla="*/ 6007819 w 6127024"/>
              <a:gd name="connsiteY60" fmla="*/ 4858148 h 6858000"/>
              <a:gd name="connsiteX61" fmla="*/ 6007749 w 6127024"/>
              <a:gd name="connsiteY61" fmla="*/ 4964715 h 6858000"/>
              <a:gd name="connsiteX62" fmla="*/ 6005269 w 6127024"/>
              <a:gd name="connsiteY62" fmla="*/ 5150567 h 6858000"/>
              <a:gd name="connsiteX63" fmla="*/ 6001127 w 6127024"/>
              <a:gd name="connsiteY63" fmla="*/ 5164609 h 6858000"/>
              <a:gd name="connsiteX64" fmla="*/ 5998514 w 6127024"/>
              <a:gd name="connsiteY64" fmla="*/ 5189673 h 6858000"/>
              <a:gd name="connsiteX65" fmla="*/ 6018409 w 6127024"/>
              <a:gd name="connsiteY65" fmla="*/ 5227157 h 6858000"/>
              <a:gd name="connsiteX66" fmla="*/ 6036748 w 6127024"/>
              <a:gd name="connsiteY66" fmla="*/ 5322752 h 6858000"/>
              <a:gd name="connsiteX67" fmla="*/ 6036943 w 6127024"/>
              <a:gd name="connsiteY67" fmla="*/ 5329480 h 6858000"/>
              <a:gd name="connsiteX68" fmla="*/ 6037677 w 6127024"/>
              <a:gd name="connsiteY68" fmla="*/ 5354807 h 6858000"/>
              <a:gd name="connsiteX69" fmla="*/ 6039728 w 6127024"/>
              <a:gd name="connsiteY69" fmla="*/ 5359416 h 6858000"/>
              <a:gd name="connsiteX70" fmla="*/ 6053435 w 6127024"/>
              <a:gd name="connsiteY70" fmla="*/ 5387547 h 6858000"/>
              <a:gd name="connsiteX71" fmla="*/ 6065933 w 6127024"/>
              <a:gd name="connsiteY71" fmla="*/ 5443002 h 6858000"/>
              <a:gd name="connsiteX72" fmla="*/ 6068640 w 6127024"/>
              <a:gd name="connsiteY72" fmla="*/ 5474503 h 6858000"/>
              <a:gd name="connsiteX73" fmla="*/ 6080922 w 6127024"/>
              <a:gd name="connsiteY73" fmla="*/ 5561070 h 6858000"/>
              <a:gd name="connsiteX74" fmla="*/ 6096949 w 6127024"/>
              <a:gd name="connsiteY74" fmla="*/ 5648179 h 6858000"/>
              <a:gd name="connsiteX75" fmla="*/ 6121353 w 6127024"/>
              <a:gd name="connsiteY75" fmla="*/ 5721725 h 6858000"/>
              <a:gd name="connsiteX76" fmla="*/ 6109884 w 6127024"/>
              <a:gd name="connsiteY76" fmla="*/ 5721959 h 6858000"/>
              <a:gd name="connsiteX77" fmla="*/ 6127024 w 6127024"/>
              <a:gd name="connsiteY77" fmla="*/ 5786902 h 6858000"/>
              <a:gd name="connsiteX78" fmla="*/ 6115796 w 6127024"/>
              <a:gd name="connsiteY78" fmla="*/ 5862844 h 6858000"/>
              <a:gd name="connsiteX79" fmla="*/ 6102493 w 6127024"/>
              <a:gd name="connsiteY79" fmla="*/ 5928602 h 6858000"/>
              <a:gd name="connsiteX80" fmla="*/ 6056863 w 6127024"/>
              <a:gd name="connsiteY80" fmla="*/ 6000643 h 6858000"/>
              <a:gd name="connsiteX81" fmla="*/ 6045436 w 6127024"/>
              <a:gd name="connsiteY81" fmla="*/ 6124480 h 6858000"/>
              <a:gd name="connsiteX82" fmla="*/ 6030489 w 6127024"/>
              <a:gd name="connsiteY82" fmla="*/ 6317666 h 6858000"/>
              <a:gd name="connsiteX83" fmla="*/ 6007492 w 6127024"/>
              <a:gd name="connsiteY83" fmla="*/ 6440818 h 6858000"/>
              <a:gd name="connsiteX84" fmla="*/ 6009467 w 6127024"/>
              <a:gd name="connsiteY84" fmla="*/ 6487076 h 6858000"/>
              <a:gd name="connsiteX85" fmla="*/ 5995064 w 6127024"/>
              <a:gd name="connsiteY85" fmla="*/ 6540791 h 6858000"/>
              <a:gd name="connsiteX86" fmla="*/ 6004510 w 6127024"/>
              <a:gd name="connsiteY86" fmla="*/ 6599256 h 6858000"/>
              <a:gd name="connsiteX87" fmla="*/ 5986207 w 6127024"/>
              <a:gd name="connsiteY87" fmla="*/ 6695855 h 6858000"/>
              <a:gd name="connsiteX88" fmla="*/ 5979428 w 6127024"/>
              <a:gd name="connsiteY88" fmla="*/ 6754678 h 6858000"/>
              <a:gd name="connsiteX89" fmla="*/ 5983398 w 6127024"/>
              <a:gd name="connsiteY89" fmla="*/ 6778641 h 6858000"/>
              <a:gd name="connsiteX90" fmla="*/ 5984543 w 6127024"/>
              <a:gd name="connsiteY90" fmla="*/ 6811016 h 6858000"/>
              <a:gd name="connsiteX91" fmla="*/ 5979671 w 6127024"/>
              <a:gd name="connsiteY91" fmla="*/ 6858000 h 6858000"/>
              <a:gd name="connsiteX92" fmla="*/ 0 w 6127024"/>
              <a:gd name="connsiteY92" fmla="*/ 6858000 h 6858000"/>
              <a:gd name="connsiteX93" fmla="*/ 0 w 6127024"/>
              <a:gd name="connsiteY93"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94095 w 6127024"/>
              <a:gd name="connsiteY53" fmla="*/ 4128857 h 6858000"/>
              <a:gd name="connsiteX54" fmla="*/ 5903513 w 6127024"/>
              <a:gd name="connsiteY54" fmla="*/ 4187661 h 6858000"/>
              <a:gd name="connsiteX55" fmla="*/ 5946705 w 6127024"/>
              <a:gd name="connsiteY55" fmla="*/ 4428051 h 6858000"/>
              <a:gd name="connsiteX56" fmla="*/ 5949261 w 6127024"/>
              <a:gd name="connsiteY56" fmla="*/ 4449185 h 6858000"/>
              <a:gd name="connsiteX57" fmla="*/ 5968960 w 6127024"/>
              <a:gd name="connsiteY57" fmla="*/ 4482655 h 6858000"/>
              <a:gd name="connsiteX58" fmla="*/ 5998138 w 6127024"/>
              <a:gd name="connsiteY58" fmla="*/ 4697518 h 6858000"/>
              <a:gd name="connsiteX59" fmla="*/ 6007819 w 6127024"/>
              <a:gd name="connsiteY59" fmla="*/ 4858148 h 6858000"/>
              <a:gd name="connsiteX60" fmla="*/ 6007749 w 6127024"/>
              <a:gd name="connsiteY60" fmla="*/ 4964715 h 6858000"/>
              <a:gd name="connsiteX61" fmla="*/ 6005269 w 6127024"/>
              <a:gd name="connsiteY61" fmla="*/ 5150567 h 6858000"/>
              <a:gd name="connsiteX62" fmla="*/ 6001127 w 6127024"/>
              <a:gd name="connsiteY62" fmla="*/ 5164609 h 6858000"/>
              <a:gd name="connsiteX63" fmla="*/ 5998514 w 6127024"/>
              <a:gd name="connsiteY63" fmla="*/ 5189673 h 6858000"/>
              <a:gd name="connsiteX64" fmla="*/ 6018409 w 6127024"/>
              <a:gd name="connsiteY64" fmla="*/ 5227157 h 6858000"/>
              <a:gd name="connsiteX65" fmla="*/ 6036748 w 6127024"/>
              <a:gd name="connsiteY65" fmla="*/ 5322752 h 6858000"/>
              <a:gd name="connsiteX66" fmla="*/ 6036943 w 6127024"/>
              <a:gd name="connsiteY66" fmla="*/ 5329480 h 6858000"/>
              <a:gd name="connsiteX67" fmla="*/ 6037677 w 6127024"/>
              <a:gd name="connsiteY67" fmla="*/ 5354807 h 6858000"/>
              <a:gd name="connsiteX68" fmla="*/ 6039728 w 6127024"/>
              <a:gd name="connsiteY68" fmla="*/ 5359416 h 6858000"/>
              <a:gd name="connsiteX69" fmla="*/ 6053435 w 6127024"/>
              <a:gd name="connsiteY69" fmla="*/ 5387547 h 6858000"/>
              <a:gd name="connsiteX70" fmla="*/ 6065933 w 6127024"/>
              <a:gd name="connsiteY70" fmla="*/ 5443002 h 6858000"/>
              <a:gd name="connsiteX71" fmla="*/ 6068640 w 6127024"/>
              <a:gd name="connsiteY71" fmla="*/ 5474503 h 6858000"/>
              <a:gd name="connsiteX72" fmla="*/ 6080922 w 6127024"/>
              <a:gd name="connsiteY72" fmla="*/ 5561070 h 6858000"/>
              <a:gd name="connsiteX73" fmla="*/ 6096949 w 6127024"/>
              <a:gd name="connsiteY73" fmla="*/ 5648179 h 6858000"/>
              <a:gd name="connsiteX74" fmla="*/ 6121353 w 6127024"/>
              <a:gd name="connsiteY74" fmla="*/ 5721725 h 6858000"/>
              <a:gd name="connsiteX75" fmla="*/ 6109884 w 6127024"/>
              <a:gd name="connsiteY75" fmla="*/ 5721959 h 6858000"/>
              <a:gd name="connsiteX76" fmla="*/ 6127024 w 6127024"/>
              <a:gd name="connsiteY76" fmla="*/ 5786902 h 6858000"/>
              <a:gd name="connsiteX77" fmla="*/ 6115796 w 6127024"/>
              <a:gd name="connsiteY77" fmla="*/ 5862844 h 6858000"/>
              <a:gd name="connsiteX78" fmla="*/ 6102493 w 6127024"/>
              <a:gd name="connsiteY78" fmla="*/ 5928602 h 6858000"/>
              <a:gd name="connsiteX79" fmla="*/ 6056863 w 6127024"/>
              <a:gd name="connsiteY79" fmla="*/ 6000643 h 6858000"/>
              <a:gd name="connsiteX80" fmla="*/ 6045436 w 6127024"/>
              <a:gd name="connsiteY80" fmla="*/ 6124480 h 6858000"/>
              <a:gd name="connsiteX81" fmla="*/ 6030489 w 6127024"/>
              <a:gd name="connsiteY81" fmla="*/ 6317666 h 6858000"/>
              <a:gd name="connsiteX82" fmla="*/ 6007492 w 6127024"/>
              <a:gd name="connsiteY82" fmla="*/ 6440818 h 6858000"/>
              <a:gd name="connsiteX83" fmla="*/ 6009467 w 6127024"/>
              <a:gd name="connsiteY83" fmla="*/ 6487076 h 6858000"/>
              <a:gd name="connsiteX84" fmla="*/ 5995064 w 6127024"/>
              <a:gd name="connsiteY84" fmla="*/ 6540791 h 6858000"/>
              <a:gd name="connsiteX85" fmla="*/ 6004510 w 6127024"/>
              <a:gd name="connsiteY85" fmla="*/ 6599256 h 6858000"/>
              <a:gd name="connsiteX86" fmla="*/ 5986207 w 6127024"/>
              <a:gd name="connsiteY86" fmla="*/ 6695855 h 6858000"/>
              <a:gd name="connsiteX87" fmla="*/ 5979428 w 6127024"/>
              <a:gd name="connsiteY87" fmla="*/ 6754678 h 6858000"/>
              <a:gd name="connsiteX88" fmla="*/ 5983398 w 6127024"/>
              <a:gd name="connsiteY88" fmla="*/ 6778641 h 6858000"/>
              <a:gd name="connsiteX89" fmla="*/ 5984543 w 6127024"/>
              <a:gd name="connsiteY89" fmla="*/ 6811016 h 6858000"/>
              <a:gd name="connsiteX90" fmla="*/ 5979671 w 6127024"/>
              <a:gd name="connsiteY90" fmla="*/ 6858000 h 6858000"/>
              <a:gd name="connsiteX91" fmla="*/ 0 w 6127024"/>
              <a:gd name="connsiteY91" fmla="*/ 6858000 h 6858000"/>
              <a:gd name="connsiteX92" fmla="*/ 0 w 6127024"/>
              <a:gd name="connsiteY9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94095 w 6127024"/>
              <a:gd name="connsiteY53" fmla="*/ 4128857 h 6858000"/>
              <a:gd name="connsiteX54" fmla="*/ 5903513 w 6127024"/>
              <a:gd name="connsiteY54" fmla="*/ 4187661 h 6858000"/>
              <a:gd name="connsiteX55" fmla="*/ 5946705 w 6127024"/>
              <a:gd name="connsiteY55" fmla="*/ 4428051 h 6858000"/>
              <a:gd name="connsiteX56" fmla="*/ 5949261 w 6127024"/>
              <a:gd name="connsiteY56" fmla="*/ 4449185 h 6858000"/>
              <a:gd name="connsiteX57" fmla="*/ 5968960 w 6127024"/>
              <a:gd name="connsiteY57" fmla="*/ 4482655 h 6858000"/>
              <a:gd name="connsiteX58" fmla="*/ 5998138 w 6127024"/>
              <a:gd name="connsiteY58" fmla="*/ 4697518 h 6858000"/>
              <a:gd name="connsiteX59" fmla="*/ 6007819 w 6127024"/>
              <a:gd name="connsiteY59" fmla="*/ 4858148 h 6858000"/>
              <a:gd name="connsiteX60" fmla="*/ 6007749 w 6127024"/>
              <a:gd name="connsiteY60" fmla="*/ 4964715 h 6858000"/>
              <a:gd name="connsiteX61" fmla="*/ 6005269 w 6127024"/>
              <a:gd name="connsiteY61" fmla="*/ 5150567 h 6858000"/>
              <a:gd name="connsiteX62" fmla="*/ 6001127 w 6127024"/>
              <a:gd name="connsiteY62" fmla="*/ 5164609 h 6858000"/>
              <a:gd name="connsiteX63" fmla="*/ 5998514 w 6127024"/>
              <a:gd name="connsiteY63" fmla="*/ 5189673 h 6858000"/>
              <a:gd name="connsiteX64" fmla="*/ 6018409 w 6127024"/>
              <a:gd name="connsiteY64" fmla="*/ 5227157 h 6858000"/>
              <a:gd name="connsiteX65" fmla="*/ 6036748 w 6127024"/>
              <a:gd name="connsiteY65" fmla="*/ 5322752 h 6858000"/>
              <a:gd name="connsiteX66" fmla="*/ 6036943 w 6127024"/>
              <a:gd name="connsiteY66" fmla="*/ 5329480 h 6858000"/>
              <a:gd name="connsiteX67" fmla="*/ 6037677 w 6127024"/>
              <a:gd name="connsiteY67" fmla="*/ 5354807 h 6858000"/>
              <a:gd name="connsiteX68" fmla="*/ 6039728 w 6127024"/>
              <a:gd name="connsiteY68" fmla="*/ 5359416 h 6858000"/>
              <a:gd name="connsiteX69" fmla="*/ 6053435 w 6127024"/>
              <a:gd name="connsiteY69" fmla="*/ 5387547 h 6858000"/>
              <a:gd name="connsiteX70" fmla="*/ 6065933 w 6127024"/>
              <a:gd name="connsiteY70" fmla="*/ 5443002 h 6858000"/>
              <a:gd name="connsiteX71" fmla="*/ 6068640 w 6127024"/>
              <a:gd name="connsiteY71" fmla="*/ 5474503 h 6858000"/>
              <a:gd name="connsiteX72" fmla="*/ 6080922 w 6127024"/>
              <a:gd name="connsiteY72" fmla="*/ 5561070 h 6858000"/>
              <a:gd name="connsiteX73" fmla="*/ 6096949 w 6127024"/>
              <a:gd name="connsiteY73" fmla="*/ 5648179 h 6858000"/>
              <a:gd name="connsiteX74" fmla="*/ 6121353 w 6127024"/>
              <a:gd name="connsiteY74" fmla="*/ 5721725 h 6858000"/>
              <a:gd name="connsiteX75" fmla="*/ 6109884 w 6127024"/>
              <a:gd name="connsiteY75" fmla="*/ 5721959 h 6858000"/>
              <a:gd name="connsiteX76" fmla="*/ 6127024 w 6127024"/>
              <a:gd name="connsiteY76" fmla="*/ 5786902 h 6858000"/>
              <a:gd name="connsiteX77" fmla="*/ 6115796 w 6127024"/>
              <a:gd name="connsiteY77" fmla="*/ 5862844 h 6858000"/>
              <a:gd name="connsiteX78" fmla="*/ 6102493 w 6127024"/>
              <a:gd name="connsiteY78" fmla="*/ 5928602 h 6858000"/>
              <a:gd name="connsiteX79" fmla="*/ 6056863 w 6127024"/>
              <a:gd name="connsiteY79" fmla="*/ 6000643 h 6858000"/>
              <a:gd name="connsiteX80" fmla="*/ 6045436 w 6127024"/>
              <a:gd name="connsiteY80" fmla="*/ 6124480 h 6858000"/>
              <a:gd name="connsiteX81" fmla="*/ 6030489 w 6127024"/>
              <a:gd name="connsiteY81" fmla="*/ 6317666 h 6858000"/>
              <a:gd name="connsiteX82" fmla="*/ 6007492 w 6127024"/>
              <a:gd name="connsiteY82" fmla="*/ 6440818 h 6858000"/>
              <a:gd name="connsiteX83" fmla="*/ 6009467 w 6127024"/>
              <a:gd name="connsiteY83" fmla="*/ 6487076 h 6858000"/>
              <a:gd name="connsiteX84" fmla="*/ 5995064 w 6127024"/>
              <a:gd name="connsiteY84" fmla="*/ 6540791 h 6858000"/>
              <a:gd name="connsiteX85" fmla="*/ 6004510 w 6127024"/>
              <a:gd name="connsiteY85" fmla="*/ 6599256 h 6858000"/>
              <a:gd name="connsiteX86" fmla="*/ 5986207 w 6127024"/>
              <a:gd name="connsiteY86" fmla="*/ 6695855 h 6858000"/>
              <a:gd name="connsiteX87" fmla="*/ 5979428 w 6127024"/>
              <a:gd name="connsiteY87" fmla="*/ 6754678 h 6858000"/>
              <a:gd name="connsiteX88" fmla="*/ 5983398 w 6127024"/>
              <a:gd name="connsiteY88" fmla="*/ 6778641 h 6858000"/>
              <a:gd name="connsiteX89" fmla="*/ 5984543 w 6127024"/>
              <a:gd name="connsiteY89" fmla="*/ 6811016 h 6858000"/>
              <a:gd name="connsiteX90" fmla="*/ 5979671 w 6127024"/>
              <a:gd name="connsiteY90" fmla="*/ 6858000 h 6858000"/>
              <a:gd name="connsiteX91" fmla="*/ 0 w 6127024"/>
              <a:gd name="connsiteY91" fmla="*/ 6858000 h 6858000"/>
              <a:gd name="connsiteX92" fmla="*/ 0 w 6127024"/>
              <a:gd name="connsiteY92"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94095 w 6127024"/>
              <a:gd name="connsiteY53" fmla="*/ 4128857 h 6858000"/>
              <a:gd name="connsiteX54" fmla="*/ 5903513 w 6127024"/>
              <a:gd name="connsiteY54" fmla="*/ 4187661 h 6858000"/>
              <a:gd name="connsiteX55" fmla="*/ 5946705 w 6127024"/>
              <a:gd name="connsiteY55" fmla="*/ 4428051 h 6858000"/>
              <a:gd name="connsiteX56" fmla="*/ 5949261 w 6127024"/>
              <a:gd name="connsiteY56" fmla="*/ 4449185 h 6858000"/>
              <a:gd name="connsiteX57" fmla="*/ 5968960 w 6127024"/>
              <a:gd name="connsiteY57" fmla="*/ 4482655 h 6858000"/>
              <a:gd name="connsiteX58" fmla="*/ 5998138 w 6127024"/>
              <a:gd name="connsiteY58" fmla="*/ 4697518 h 6858000"/>
              <a:gd name="connsiteX59" fmla="*/ 6007819 w 6127024"/>
              <a:gd name="connsiteY59" fmla="*/ 4858148 h 6858000"/>
              <a:gd name="connsiteX60" fmla="*/ 6007749 w 6127024"/>
              <a:gd name="connsiteY60" fmla="*/ 4964715 h 6858000"/>
              <a:gd name="connsiteX61" fmla="*/ 6005269 w 6127024"/>
              <a:gd name="connsiteY61" fmla="*/ 5150567 h 6858000"/>
              <a:gd name="connsiteX62" fmla="*/ 6001127 w 6127024"/>
              <a:gd name="connsiteY62" fmla="*/ 5164609 h 6858000"/>
              <a:gd name="connsiteX63" fmla="*/ 5998514 w 6127024"/>
              <a:gd name="connsiteY63" fmla="*/ 5189673 h 6858000"/>
              <a:gd name="connsiteX64" fmla="*/ 6018409 w 6127024"/>
              <a:gd name="connsiteY64" fmla="*/ 5227157 h 6858000"/>
              <a:gd name="connsiteX65" fmla="*/ 6036748 w 6127024"/>
              <a:gd name="connsiteY65" fmla="*/ 5322752 h 6858000"/>
              <a:gd name="connsiteX66" fmla="*/ 6036943 w 6127024"/>
              <a:gd name="connsiteY66" fmla="*/ 5329480 h 6858000"/>
              <a:gd name="connsiteX67" fmla="*/ 6037677 w 6127024"/>
              <a:gd name="connsiteY67" fmla="*/ 5354807 h 6858000"/>
              <a:gd name="connsiteX68" fmla="*/ 6053435 w 6127024"/>
              <a:gd name="connsiteY68" fmla="*/ 5387547 h 6858000"/>
              <a:gd name="connsiteX69" fmla="*/ 6065933 w 6127024"/>
              <a:gd name="connsiteY69" fmla="*/ 5443002 h 6858000"/>
              <a:gd name="connsiteX70" fmla="*/ 6068640 w 6127024"/>
              <a:gd name="connsiteY70" fmla="*/ 5474503 h 6858000"/>
              <a:gd name="connsiteX71" fmla="*/ 6080922 w 6127024"/>
              <a:gd name="connsiteY71" fmla="*/ 5561070 h 6858000"/>
              <a:gd name="connsiteX72" fmla="*/ 6096949 w 6127024"/>
              <a:gd name="connsiteY72" fmla="*/ 5648179 h 6858000"/>
              <a:gd name="connsiteX73" fmla="*/ 6121353 w 6127024"/>
              <a:gd name="connsiteY73" fmla="*/ 5721725 h 6858000"/>
              <a:gd name="connsiteX74" fmla="*/ 6109884 w 6127024"/>
              <a:gd name="connsiteY74" fmla="*/ 5721959 h 6858000"/>
              <a:gd name="connsiteX75" fmla="*/ 6127024 w 6127024"/>
              <a:gd name="connsiteY75" fmla="*/ 5786902 h 6858000"/>
              <a:gd name="connsiteX76" fmla="*/ 6115796 w 6127024"/>
              <a:gd name="connsiteY76" fmla="*/ 5862844 h 6858000"/>
              <a:gd name="connsiteX77" fmla="*/ 6102493 w 6127024"/>
              <a:gd name="connsiteY77" fmla="*/ 5928602 h 6858000"/>
              <a:gd name="connsiteX78" fmla="*/ 6056863 w 6127024"/>
              <a:gd name="connsiteY78" fmla="*/ 6000643 h 6858000"/>
              <a:gd name="connsiteX79" fmla="*/ 6045436 w 6127024"/>
              <a:gd name="connsiteY79" fmla="*/ 6124480 h 6858000"/>
              <a:gd name="connsiteX80" fmla="*/ 6030489 w 6127024"/>
              <a:gd name="connsiteY80" fmla="*/ 6317666 h 6858000"/>
              <a:gd name="connsiteX81" fmla="*/ 6007492 w 6127024"/>
              <a:gd name="connsiteY81" fmla="*/ 6440818 h 6858000"/>
              <a:gd name="connsiteX82" fmla="*/ 6009467 w 6127024"/>
              <a:gd name="connsiteY82" fmla="*/ 6487076 h 6858000"/>
              <a:gd name="connsiteX83" fmla="*/ 5995064 w 6127024"/>
              <a:gd name="connsiteY83" fmla="*/ 6540791 h 6858000"/>
              <a:gd name="connsiteX84" fmla="*/ 6004510 w 6127024"/>
              <a:gd name="connsiteY84" fmla="*/ 6599256 h 6858000"/>
              <a:gd name="connsiteX85" fmla="*/ 5986207 w 6127024"/>
              <a:gd name="connsiteY85" fmla="*/ 6695855 h 6858000"/>
              <a:gd name="connsiteX86" fmla="*/ 5979428 w 6127024"/>
              <a:gd name="connsiteY86" fmla="*/ 6754678 h 6858000"/>
              <a:gd name="connsiteX87" fmla="*/ 5983398 w 6127024"/>
              <a:gd name="connsiteY87" fmla="*/ 6778641 h 6858000"/>
              <a:gd name="connsiteX88" fmla="*/ 5984543 w 6127024"/>
              <a:gd name="connsiteY88" fmla="*/ 6811016 h 6858000"/>
              <a:gd name="connsiteX89" fmla="*/ 5979671 w 6127024"/>
              <a:gd name="connsiteY89" fmla="*/ 6858000 h 6858000"/>
              <a:gd name="connsiteX90" fmla="*/ 0 w 6127024"/>
              <a:gd name="connsiteY90" fmla="*/ 6858000 h 6858000"/>
              <a:gd name="connsiteX91" fmla="*/ 0 w 6127024"/>
              <a:gd name="connsiteY91"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94095 w 6127024"/>
              <a:gd name="connsiteY53" fmla="*/ 4128857 h 6858000"/>
              <a:gd name="connsiteX54" fmla="*/ 5903513 w 6127024"/>
              <a:gd name="connsiteY54" fmla="*/ 4187661 h 6858000"/>
              <a:gd name="connsiteX55" fmla="*/ 5946705 w 6127024"/>
              <a:gd name="connsiteY55" fmla="*/ 4428051 h 6858000"/>
              <a:gd name="connsiteX56" fmla="*/ 5949261 w 6127024"/>
              <a:gd name="connsiteY56" fmla="*/ 4449185 h 6858000"/>
              <a:gd name="connsiteX57" fmla="*/ 5968960 w 6127024"/>
              <a:gd name="connsiteY57" fmla="*/ 4482655 h 6858000"/>
              <a:gd name="connsiteX58" fmla="*/ 5998138 w 6127024"/>
              <a:gd name="connsiteY58" fmla="*/ 4697518 h 6858000"/>
              <a:gd name="connsiteX59" fmla="*/ 6007819 w 6127024"/>
              <a:gd name="connsiteY59" fmla="*/ 4858148 h 6858000"/>
              <a:gd name="connsiteX60" fmla="*/ 6007749 w 6127024"/>
              <a:gd name="connsiteY60" fmla="*/ 4964715 h 6858000"/>
              <a:gd name="connsiteX61" fmla="*/ 6005269 w 6127024"/>
              <a:gd name="connsiteY61" fmla="*/ 5150567 h 6858000"/>
              <a:gd name="connsiteX62" fmla="*/ 6001127 w 6127024"/>
              <a:gd name="connsiteY62" fmla="*/ 5164609 h 6858000"/>
              <a:gd name="connsiteX63" fmla="*/ 5998514 w 6127024"/>
              <a:gd name="connsiteY63" fmla="*/ 5189673 h 6858000"/>
              <a:gd name="connsiteX64" fmla="*/ 6018409 w 6127024"/>
              <a:gd name="connsiteY64" fmla="*/ 5227157 h 6858000"/>
              <a:gd name="connsiteX65" fmla="*/ 6036748 w 6127024"/>
              <a:gd name="connsiteY65" fmla="*/ 5322752 h 6858000"/>
              <a:gd name="connsiteX66" fmla="*/ 6037677 w 6127024"/>
              <a:gd name="connsiteY66" fmla="*/ 5354807 h 6858000"/>
              <a:gd name="connsiteX67" fmla="*/ 6053435 w 6127024"/>
              <a:gd name="connsiteY67" fmla="*/ 5387547 h 6858000"/>
              <a:gd name="connsiteX68" fmla="*/ 6065933 w 6127024"/>
              <a:gd name="connsiteY68" fmla="*/ 5443002 h 6858000"/>
              <a:gd name="connsiteX69" fmla="*/ 6068640 w 6127024"/>
              <a:gd name="connsiteY69" fmla="*/ 5474503 h 6858000"/>
              <a:gd name="connsiteX70" fmla="*/ 6080922 w 6127024"/>
              <a:gd name="connsiteY70" fmla="*/ 5561070 h 6858000"/>
              <a:gd name="connsiteX71" fmla="*/ 6096949 w 6127024"/>
              <a:gd name="connsiteY71" fmla="*/ 5648179 h 6858000"/>
              <a:gd name="connsiteX72" fmla="*/ 6121353 w 6127024"/>
              <a:gd name="connsiteY72" fmla="*/ 5721725 h 6858000"/>
              <a:gd name="connsiteX73" fmla="*/ 6109884 w 6127024"/>
              <a:gd name="connsiteY73" fmla="*/ 5721959 h 6858000"/>
              <a:gd name="connsiteX74" fmla="*/ 6127024 w 6127024"/>
              <a:gd name="connsiteY74" fmla="*/ 5786902 h 6858000"/>
              <a:gd name="connsiteX75" fmla="*/ 6115796 w 6127024"/>
              <a:gd name="connsiteY75" fmla="*/ 5862844 h 6858000"/>
              <a:gd name="connsiteX76" fmla="*/ 6102493 w 6127024"/>
              <a:gd name="connsiteY76" fmla="*/ 5928602 h 6858000"/>
              <a:gd name="connsiteX77" fmla="*/ 6056863 w 6127024"/>
              <a:gd name="connsiteY77" fmla="*/ 6000643 h 6858000"/>
              <a:gd name="connsiteX78" fmla="*/ 6045436 w 6127024"/>
              <a:gd name="connsiteY78" fmla="*/ 6124480 h 6858000"/>
              <a:gd name="connsiteX79" fmla="*/ 6030489 w 6127024"/>
              <a:gd name="connsiteY79" fmla="*/ 6317666 h 6858000"/>
              <a:gd name="connsiteX80" fmla="*/ 6007492 w 6127024"/>
              <a:gd name="connsiteY80" fmla="*/ 6440818 h 6858000"/>
              <a:gd name="connsiteX81" fmla="*/ 6009467 w 6127024"/>
              <a:gd name="connsiteY81" fmla="*/ 6487076 h 6858000"/>
              <a:gd name="connsiteX82" fmla="*/ 5995064 w 6127024"/>
              <a:gd name="connsiteY82" fmla="*/ 6540791 h 6858000"/>
              <a:gd name="connsiteX83" fmla="*/ 6004510 w 6127024"/>
              <a:gd name="connsiteY83" fmla="*/ 6599256 h 6858000"/>
              <a:gd name="connsiteX84" fmla="*/ 5986207 w 6127024"/>
              <a:gd name="connsiteY84" fmla="*/ 6695855 h 6858000"/>
              <a:gd name="connsiteX85" fmla="*/ 5979428 w 6127024"/>
              <a:gd name="connsiteY85" fmla="*/ 6754678 h 6858000"/>
              <a:gd name="connsiteX86" fmla="*/ 5983398 w 6127024"/>
              <a:gd name="connsiteY86" fmla="*/ 6778641 h 6858000"/>
              <a:gd name="connsiteX87" fmla="*/ 5984543 w 6127024"/>
              <a:gd name="connsiteY87" fmla="*/ 6811016 h 6858000"/>
              <a:gd name="connsiteX88" fmla="*/ 5979671 w 6127024"/>
              <a:gd name="connsiteY88" fmla="*/ 6858000 h 6858000"/>
              <a:gd name="connsiteX89" fmla="*/ 0 w 6127024"/>
              <a:gd name="connsiteY89" fmla="*/ 6858000 h 6858000"/>
              <a:gd name="connsiteX90" fmla="*/ 0 w 6127024"/>
              <a:gd name="connsiteY90"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94095 w 6127024"/>
              <a:gd name="connsiteY53" fmla="*/ 4128857 h 6858000"/>
              <a:gd name="connsiteX54" fmla="*/ 5903513 w 6127024"/>
              <a:gd name="connsiteY54" fmla="*/ 4187661 h 6858000"/>
              <a:gd name="connsiteX55" fmla="*/ 5946705 w 6127024"/>
              <a:gd name="connsiteY55" fmla="*/ 4428051 h 6858000"/>
              <a:gd name="connsiteX56" fmla="*/ 5949261 w 6127024"/>
              <a:gd name="connsiteY56" fmla="*/ 4449185 h 6858000"/>
              <a:gd name="connsiteX57" fmla="*/ 5968960 w 6127024"/>
              <a:gd name="connsiteY57" fmla="*/ 4482655 h 6858000"/>
              <a:gd name="connsiteX58" fmla="*/ 5998138 w 6127024"/>
              <a:gd name="connsiteY58" fmla="*/ 4697518 h 6858000"/>
              <a:gd name="connsiteX59" fmla="*/ 6007819 w 6127024"/>
              <a:gd name="connsiteY59" fmla="*/ 4858148 h 6858000"/>
              <a:gd name="connsiteX60" fmla="*/ 6007749 w 6127024"/>
              <a:gd name="connsiteY60" fmla="*/ 4964715 h 6858000"/>
              <a:gd name="connsiteX61" fmla="*/ 6005269 w 6127024"/>
              <a:gd name="connsiteY61" fmla="*/ 5150567 h 6858000"/>
              <a:gd name="connsiteX62" fmla="*/ 6001127 w 6127024"/>
              <a:gd name="connsiteY62" fmla="*/ 5164609 h 6858000"/>
              <a:gd name="connsiteX63" fmla="*/ 5998514 w 6127024"/>
              <a:gd name="connsiteY63" fmla="*/ 5189673 h 6858000"/>
              <a:gd name="connsiteX64" fmla="*/ 6018409 w 6127024"/>
              <a:gd name="connsiteY64" fmla="*/ 5227157 h 6858000"/>
              <a:gd name="connsiteX65" fmla="*/ 6036748 w 6127024"/>
              <a:gd name="connsiteY65" fmla="*/ 5322752 h 6858000"/>
              <a:gd name="connsiteX66" fmla="*/ 6037677 w 6127024"/>
              <a:gd name="connsiteY66" fmla="*/ 5354807 h 6858000"/>
              <a:gd name="connsiteX67" fmla="*/ 6053435 w 6127024"/>
              <a:gd name="connsiteY67" fmla="*/ 5387547 h 6858000"/>
              <a:gd name="connsiteX68" fmla="*/ 6065933 w 6127024"/>
              <a:gd name="connsiteY68" fmla="*/ 5443002 h 6858000"/>
              <a:gd name="connsiteX69" fmla="*/ 6068640 w 6127024"/>
              <a:gd name="connsiteY69" fmla="*/ 5474503 h 6858000"/>
              <a:gd name="connsiteX70" fmla="*/ 6080922 w 6127024"/>
              <a:gd name="connsiteY70" fmla="*/ 5561070 h 6858000"/>
              <a:gd name="connsiteX71" fmla="*/ 6096949 w 6127024"/>
              <a:gd name="connsiteY71" fmla="*/ 5648179 h 6858000"/>
              <a:gd name="connsiteX72" fmla="*/ 6109884 w 6127024"/>
              <a:gd name="connsiteY72" fmla="*/ 5721959 h 6858000"/>
              <a:gd name="connsiteX73" fmla="*/ 6127024 w 6127024"/>
              <a:gd name="connsiteY73" fmla="*/ 5786902 h 6858000"/>
              <a:gd name="connsiteX74" fmla="*/ 6115796 w 6127024"/>
              <a:gd name="connsiteY74" fmla="*/ 5862844 h 6858000"/>
              <a:gd name="connsiteX75" fmla="*/ 6102493 w 6127024"/>
              <a:gd name="connsiteY75" fmla="*/ 5928602 h 6858000"/>
              <a:gd name="connsiteX76" fmla="*/ 6056863 w 6127024"/>
              <a:gd name="connsiteY76" fmla="*/ 6000643 h 6858000"/>
              <a:gd name="connsiteX77" fmla="*/ 6045436 w 6127024"/>
              <a:gd name="connsiteY77" fmla="*/ 6124480 h 6858000"/>
              <a:gd name="connsiteX78" fmla="*/ 6030489 w 6127024"/>
              <a:gd name="connsiteY78" fmla="*/ 6317666 h 6858000"/>
              <a:gd name="connsiteX79" fmla="*/ 6007492 w 6127024"/>
              <a:gd name="connsiteY79" fmla="*/ 6440818 h 6858000"/>
              <a:gd name="connsiteX80" fmla="*/ 6009467 w 6127024"/>
              <a:gd name="connsiteY80" fmla="*/ 6487076 h 6858000"/>
              <a:gd name="connsiteX81" fmla="*/ 5995064 w 6127024"/>
              <a:gd name="connsiteY81" fmla="*/ 6540791 h 6858000"/>
              <a:gd name="connsiteX82" fmla="*/ 6004510 w 6127024"/>
              <a:gd name="connsiteY82" fmla="*/ 6599256 h 6858000"/>
              <a:gd name="connsiteX83" fmla="*/ 5986207 w 6127024"/>
              <a:gd name="connsiteY83" fmla="*/ 6695855 h 6858000"/>
              <a:gd name="connsiteX84" fmla="*/ 5979428 w 6127024"/>
              <a:gd name="connsiteY84" fmla="*/ 6754678 h 6858000"/>
              <a:gd name="connsiteX85" fmla="*/ 5983398 w 6127024"/>
              <a:gd name="connsiteY85" fmla="*/ 6778641 h 6858000"/>
              <a:gd name="connsiteX86" fmla="*/ 5984543 w 6127024"/>
              <a:gd name="connsiteY86" fmla="*/ 6811016 h 6858000"/>
              <a:gd name="connsiteX87" fmla="*/ 5979671 w 6127024"/>
              <a:gd name="connsiteY87" fmla="*/ 6858000 h 6858000"/>
              <a:gd name="connsiteX88" fmla="*/ 0 w 6127024"/>
              <a:gd name="connsiteY88" fmla="*/ 6858000 h 6858000"/>
              <a:gd name="connsiteX89" fmla="*/ 0 w 6127024"/>
              <a:gd name="connsiteY89" fmla="*/ 0 h 6858000"/>
              <a:gd name="connsiteX0" fmla="*/ 0 w 6127024"/>
              <a:gd name="connsiteY0" fmla="*/ 0 h 6858000"/>
              <a:gd name="connsiteX1" fmla="*/ 4965888 w 6127024"/>
              <a:gd name="connsiteY1" fmla="*/ 0 h 6858000"/>
              <a:gd name="connsiteX2" fmla="*/ 4967767 w 6127024"/>
              <a:gd name="connsiteY2" fmla="*/ 7930 h 6858000"/>
              <a:gd name="connsiteX3" fmla="*/ 4979444 w 6127024"/>
              <a:gd name="connsiteY3" fmla="*/ 43921 h 6858000"/>
              <a:gd name="connsiteX4" fmla="*/ 5021173 w 6127024"/>
              <a:gd name="connsiteY4" fmla="*/ 123738 h 6858000"/>
              <a:gd name="connsiteX5" fmla="*/ 5075458 w 6127024"/>
              <a:gd name="connsiteY5" fmla="*/ 264355 h 6858000"/>
              <a:gd name="connsiteX6" fmla="*/ 5081175 w 6127024"/>
              <a:gd name="connsiteY6" fmla="*/ 277448 h 6858000"/>
              <a:gd name="connsiteX7" fmla="*/ 5097011 w 6127024"/>
              <a:gd name="connsiteY7" fmla="*/ 355616 h 6858000"/>
              <a:gd name="connsiteX8" fmla="*/ 5153000 w 6127024"/>
              <a:gd name="connsiteY8" fmla="*/ 507134 h 6858000"/>
              <a:gd name="connsiteX9" fmla="*/ 5171282 w 6127024"/>
              <a:gd name="connsiteY9" fmla="*/ 602071 h 6858000"/>
              <a:gd name="connsiteX10" fmla="*/ 5176196 w 6127024"/>
              <a:gd name="connsiteY10" fmla="*/ 636822 h 6858000"/>
              <a:gd name="connsiteX11" fmla="*/ 5189051 w 6127024"/>
              <a:gd name="connsiteY11" fmla="*/ 782518 h 6858000"/>
              <a:gd name="connsiteX12" fmla="*/ 5218707 w 6127024"/>
              <a:gd name="connsiteY12" fmla="*/ 886387 h 6858000"/>
              <a:gd name="connsiteX13" fmla="*/ 5221281 w 6127024"/>
              <a:gd name="connsiteY13" fmla="*/ 920873 h 6858000"/>
              <a:gd name="connsiteX14" fmla="*/ 5201018 w 6127024"/>
              <a:gd name="connsiteY14" fmla="*/ 1095027 h 6858000"/>
              <a:gd name="connsiteX15" fmla="*/ 5189234 w 6127024"/>
              <a:gd name="connsiteY15" fmla="*/ 1217308 h 6858000"/>
              <a:gd name="connsiteX16" fmla="*/ 5202769 w 6127024"/>
              <a:gd name="connsiteY16" fmla="*/ 1269450 h 6858000"/>
              <a:gd name="connsiteX17" fmla="*/ 5225968 w 6127024"/>
              <a:gd name="connsiteY17" fmla="*/ 1357994 h 6858000"/>
              <a:gd name="connsiteX18" fmla="*/ 5231437 w 6127024"/>
              <a:gd name="connsiteY18" fmla="*/ 1373779 h 6858000"/>
              <a:gd name="connsiteX19" fmla="*/ 5237226 w 6127024"/>
              <a:gd name="connsiteY19" fmla="*/ 1441327 h 6858000"/>
              <a:gd name="connsiteX20" fmla="*/ 5255653 w 6127024"/>
              <a:gd name="connsiteY20" fmla="*/ 1524712 h 6858000"/>
              <a:gd name="connsiteX21" fmla="*/ 5263491 w 6127024"/>
              <a:gd name="connsiteY21" fmla="*/ 1642938 h 6858000"/>
              <a:gd name="connsiteX22" fmla="*/ 5256552 w 6127024"/>
              <a:gd name="connsiteY22" fmla="*/ 1672509 h 6858000"/>
              <a:gd name="connsiteX23" fmla="*/ 5266931 w 6127024"/>
              <a:gd name="connsiteY23" fmla="*/ 1866147 h 6858000"/>
              <a:gd name="connsiteX24" fmla="*/ 5255696 w 6127024"/>
              <a:gd name="connsiteY24" fmla="*/ 1953770 h 6858000"/>
              <a:gd name="connsiteX25" fmla="*/ 5252592 w 6127024"/>
              <a:gd name="connsiteY25" fmla="*/ 2092210 h 6858000"/>
              <a:gd name="connsiteX26" fmla="*/ 5250104 w 6127024"/>
              <a:gd name="connsiteY26" fmla="*/ 2249166 h 6858000"/>
              <a:gd name="connsiteX27" fmla="*/ 5251214 w 6127024"/>
              <a:gd name="connsiteY27" fmla="*/ 2250944 h 6858000"/>
              <a:gd name="connsiteX28" fmla="*/ 5250644 w 6127024"/>
              <a:gd name="connsiteY28" fmla="*/ 2266619 h 6858000"/>
              <a:gd name="connsiteX29" fmla="*/ 5293877 w 6127024"/>
              <a:gd name="connsiteY29" fmla="*/ 2368649 h 6858000"/>
              <a:gd name="connsiteX30" fmla="*/ 5311338 w 6127024"/>
              <a:gd name="connsiteY30" fmla="*/ 2404034 h 6858000"/>
              <a:gd name="connsiteX31" fmla="*/ 5338366 w 6127024"/>
              <a:gd name="connsiteY31" fmla="*/ 2465052 h 6858000"/>
              <a:gd name="connsiteX32" fmla="*/ 5371263 w 6127024"/>
              <a:gd name="connsiteY32" fmla="*/ 2586413 h 6858000"/>
              <a:gd name="connsiteX33" fmla="*/ 5407503 w 6127024"/>
              <a:gd name="connsiteY33" fmla="*/ 2786290 h 6858000"/>
              <a:gd name="connsiteX34" fmla="*/ 5407356 w 6127024"/>
              <a:gd name="connsiteY34" fmla="*/ 2787545 h 6858000"/>
              <a:gd name="connsiteX35" fmla="*/ 5457023 w 6127024"/>
              <a:gd name="connsiteY35" fmla="*/ 2858292 h 6858000"/>
              <a:gd name="connsiteX36" fmla="*/ 5479298 w 6127024"/>
              <a:gd name="connsiteY36" fmla="*/ 2947791 h 6858000"/>
              <a:gd name="connsiteX37" fmla="*/ 5481770 w 6127024"/>
              <a:gd name="connsiteY37" fmla="*/ 2951352 h 6858000"/>
              <a:gd name="connsiteX38" fmla="*/ 5482415 w 6127024"/>
              <a:gd name="connsiteY38" fmla="*/ 3004079 h 6858000"/>
              <a:gd name="connsiteX39" fmla="*/ 5503944 w 6127024"/>
              <a:gd name="connsiteY39" fmla="*/ 3123335 h 6858000"/>
              <a:gd name="connsiteX40" fmla="*/ 5516007 w 6127024"/>
              <a:gd name="connsiteY40" fmla="*/ 3258473 h 6858000"/>
              <a:gd name="connsiteX41" fmla="*/ 5589758 w 6127024"/>
              <a:gd name="connsiteY41" fmla="*/ 3453699 h 6858000"/>
              <a:gd name="connsiteX42" fmla="*/ 5596144 w 6127024"/>
              <a:gd name="connsiteY42" fmla="*/ 3534624 h 6858000"/>
              <a:gd name="connsiteX43" fmla="*/ 5597750 w 6127024"/>
              <a:gd name="connsiteY43" fmla="*/ 3534129 h 6858000"/>
              <a:gd name="connsiteX44" fmla="*/ 5618377 w 6127024"/>
              <a:gd name="connsiteY44" fmla="*/ 3588431 h 6858000"/>
              <a:gd name="connsiteX45" fmla="*/ 5655472 w 6127024"/>
              <a:gd name="connsiteY45" fmla="*/ 3678877 h 6858000"/>
              <a:gd name="connsiteX46" fmla="*/ 5683015 w 6127024"/>
              <a:gd name="connsiteY46" fmla="*/ 3762025 h 6858000"/>
              <a:gd name="connsiteX47" fmla="*/ 5696643 w 6127024"/>
              <a:gd name="connsiteY47" fmla="*/ 3773888 h 6858000"/>
              <a:gd name="connsiteX48" fmla="*/ 5768491 w 6127024"/>
              <a:gd name="connsiteY48" fmla="*/ 3914399 h 6858000"/>
              <a:gd name="connsiteX49" fmla="*/ 5793123 w 6127024"/>
              <a:gd name="connsiteY49" fmla="*/ 3969952 h 6858000"/>
              <a:gd name="connsiteX50" fmla="*/ 5808321 w 6127024"/>
              <a:gd name="connsiteY50" fmla="*/ 3988153 h 6858000"/>
              <a:gd name="connsiteX51" fmla="*/ 5825621 w 6127024"/>
              <a:gd name="connsiteY51" fmla="*/ 4015525 h 6858000"/>
              <a:gd name="connsiteX52" fmla="*/ 5860672 w 6127024"/>
              <a:gd name="connsiteY52" fmla="*/ 4061579 h 6858000"/>
              <a:gd name="connsiteX53" fmla="*/ 5894095 w 6127024"/>
              <a:gd name="connsiteY53" fmla="*/ 4128857 h 6858000"/>
              <a:gd name="connsiteX54" fmla="*/ 5903513 w 6127024"/>
              <a:gd name="connsiteY54" fmla="*/ 4187661 h 6858000"/>
              <a:gd name="connsiteX55" fmla="*/ 5946705 w 6127024"/>
              <a:gd name="connsiteY55" fmla="*/ 4428051 h 6858000"/>
              <a:gd name="connsiteX56" fmla="*/ 5949261 w 6127024"/>
              <a:gd name="connsiteY56" fmla="*/ 4449185 h 6858000"/>
              <a:gd name="connsiteX57" fmla="*/ 5968960 w 6127024"/>
              <a:gd name="connsiteY57" fmla="*/ 4482655 h 6858000"/>
              <a:gd name="connsiteX58" fmla="*/ 5998138 w 6127024"/>
              <a:gd name="connsiteY58" fmla="*/ 4697518 h 6858000"/>
              <a:gd name="connsiteX59" fmla="*/ 6007819 w 6127024"/>
              <a:gd name="connsiteY59" fmla="*/ 4858148 h 6858000"/>
              <a:gd name="connsiteX60" fmla="*/ 6007749 w 6127024"/>
              <a:gd name="connsiteY60" fmla="*/ 4964715 h 6858000"/>
              <a:gd name="connsiteX61" fmla="*/ 6005269 w 6127024"/>
              <a:gd name="connsiteY61" fmla="*/ 5150567 h 6858000"/>
              <a:gd name="connsiteX62" fmla="*/ 6001127 w 6127024"/>
              <a:gd name="connsiteY62" fmla="*/ 5164609 h 6858000"/>
              <a:gd name="connsiteX63" fmla="*/ 5998514 w 6127024"/>
              <a:gd name="connsiteY63" fmla="*/ 5189673 h 6858000"/>
              <a:gd name="connsiteX64" fmla="*/ 6018409 w 6127024"/>
              <a:gd name="connsiteY64" fmla="*/ 5227157 h 6858000"/>
              <a:gd name="connsiteX65" fmla="*/ 6036748 w 6127024"/>
              <a:gd name="connsiteY65" fmla="*/ 5322752 h 6858000"/>
              <a:gd name="connsiteX66" fmla="*/ 6037677 w 6127024"/>
              <a:gd name="connsiteY66" fmla="*/ 5354807 h 6858000"/>
              <a:gd name="connsiteX67" fmla="*/ 6053435 w 6127024"/>
              <a:gd name="connsiteY67" fmla="*/ 5387547 h 6858000"/>
              <a:gd name="connsiteX68" fmla="*/ 6068640 w 6127024"/>
              <a:gd name="connsiteY68" fmla="*/ 5474503 h 6858000"/>
              <a:gd name="connsiteX69" fmla="*/ 6080922 w 6127024"/>
              <a:gd name="connsiteY69" fmla="*/ 5561070 h 6858000"/>
              <a:gd name="connsiteX70" fmla="*/ 6096949 w 6127024"/>
              <a:gd name="connsiteY70" fmla="*/ 5648179 h 6858000"/>
              <a:gd name="connsiteX71" fmla="*/ 6109884 w 6127024"/>
              <a:gd name="connsiteY71" fmla="*/ 5721959 h 6858000"/>
              <a:gd name="connsiteX72" fmla="*/ 6127024 w 6127024"/>
              <a:gd name="connsiteY72" fmla="*/ 5786902 h 6858000"/>
              <a:gd name="connsiteX73" fmla="*/ 6115796 w 6127024"/>
              <a:gd name="connsiteY73" fmla="*/ 5862844 h 6858000"/>
              <a:gd name="connsiteX74" fmla="*/ 6102493 w 6127024"/>
              <a:gd name="connsiteY74" fmla="*/ 5928602 h 6858000"/>
              <a:gd name="connsiteX75" fmla="*/ 6056863 w 6127024"/>
              <a:gd name="connsiteY75" fmla="*/ 6000643 h 6858000"/>
              <a:gd name="connsiteX76" fmla="*/ 6045436 w 6127024"/>
              <a:gd name="connsiteY76" fmla="*/ 6124480 h 6858000"/>
              <a:gd name="connsiteX77" fmla="*/ 6030489 w 6127024"/>
              <a:gd name="connsiteY77" fmla="*/ 6317666 h 6858000"/>
              <a:gd name="connsiteX78" fmla="*/ 6007492 w 6127024"/>
              <a:gd name="connsiteY78" fmla="*/ 6440818 h 6858000"/>
              <a:gd name="connsiteX79" fmla="*/ 6009467 w 6127024"/>
              <a:gd name="connsiteY79" fmla="*/ 6487076 h 6858000"/>
              <a:gd name="connsiteX80" fmla="*/ 5995064 w 6127024"/>
              <a:gd name="connsiteY80" fmla="*/ 6540791 h 6858000"/>
              <a:gd name="connsiteX81" fmla="*/ 6004510 w 6127024"/>
              <a:gd name="connsiteY81" fmla="*/ 6599256 h 6858000"/>
              <a:gd name="connsiteX82" fmla="*/ 5986207 w 6127024"/>
              <a:gd name="connsiteY82" fmla="*/ 6695855 h 6858000"/>
              <a:gd name="connsiteX83" fmla="*/ 5979428 w 6127024"/>
              <a:gd name="connsiteY83" fmla="*/ 6754678 h 6858000"/>
              <a:gd name="connsiteX84" fmla="*/ 5983398 w 6127024"/>
              <a:gd name="connsiteY84" fmla="*/ 6778641 h 6858000"/>
              <a:gd name="connsiteX85" fmla="*/ 5984543 w 6127024"/>
              <a:gd name="connsiteY85" fmla="*/ 6811016 h 6858000"/>
              <a:gd name="connsiteX86" fmla="*/ 5979671 w 6127024"/>
              <a:gd name="connsiteY86" fmla="*/ 6858000 h 6858000"/>
              <a:gd name="connsiteX87" fmla="*/ 0 w 6127024"/>
              <a:gd name="connsiteY87" fmla="*/ 6858000 h 6858000"/>
              <a:gd name="connsiteX88" fmla="*/ 0 w 6127024"/>
              <a:gd name="connsiteY88"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09884 w 6115796"/>
              <a:gd name="connsiteY71" fmla="*/ 5721959 h 6858000"/>
              <a:gd name="connsiteX72" fmla="*/ 6115796 w 6115796"/>
              <a:gd name="connsiteY72" fmla="*/ 5862844 h 6858000"/>
              <a:gd name="connsiteX73" fmla="*/ 6102493 w 6115796"/>
              <a:gd name="connsiteY73" fmla="*/ 5928602 h 6858000"/>
              <a:gd name="connsiteX74" fmla="*/ 6056863 w 6115796"/>
              <a:gd name="connsiteY74" fmla="*/ 6000643 h 6858000"/>
              <a:gd name="connsiteX75" fmla="*/ 6045436 w 6115796"/>
              <a:gd name="connsiteY75" fmla="*/ 6124480 h 6858000"/>
              <a:gd name="connsiteX76" fmla="*/ 6030489 w 6115796"/>
              <a:gd name="connsiteY76" fmla="*/ 6317666 h 6858000"/>
              <a:gd name="connsiteX77" fmla="*/ 6007492 w 6115796"/>
              <a:gd name="connsiteY77" fmla="*/ 6440818 h 6858000"/>
              <a:gd name="connsiteX78" fmla="*/ 6009467 w 6115796"/>
              <a:gd name="connsiteY78" fmla="*/ 6487076 h 6858000"/>
              <a:gd name="connsiteX79" fmla="*/ 5995064 w 6115796"/>
              <a:gd name="connsiteY79" fmla="*/ 6540791 h 6858000"/>
              <a:gd name="connsiteX80" fmla="*/ 6004510 w 6115796"/>
              <a:gd name="connsiteY80" fmla="*/ 6599256 h 6858000"/>
              <a:gd name="connsiteX81" fmla="*/ 5986207 w 6115796"/>
              <a:gd name="connsiteY81" fmla="*/ 6695855 h 6858000"/>
              <a:gd name="connsiteX82" fmla="*/ 5979428 w 6115796"/>
              <a:gd name="connsiteY82" fmla="*/ 6754678 h 6858000"/>
              <a:gd name="connsiteX83" fmla="*/ 5983398 w 6115796"/>
              <a:gd name="connsiteY83" fmla="*/ 6778641 h 6858000"/>
              <a:gd name="connsiteX84" fmla="*/ 5984543 w 6115796"/>
              <a:gd name="connsiteY84" fmla="*/ 6811016 h 6858000"/>
              <a:gd name="connsiteX85" fmla="*/ 5979671 w 6115796"/>
              <a:gd name="connsiteY85" fmla="*/ 6858000 h 6858000"/>
              <a:gd name="connsiteX86" fmla="*/ 0 w 6115796"/>
              <a:gd name="connsiteY86" fmla="*/ 6858000 h 6858000"/>
              <a:gd name="connsiteX87" fmla="*/ 0 w 6115796"/>
              <a:gd name="connsiteY87"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102493 w 6115796"/>
              <a:gd name="connsiteY72" fmla="*/ 5928602 h 6858000"/>
              <a:gd name="connsiteX73" fmla="*/ 6056863 w 6115796"/>
              <a:gd name="connsiteY73" fmla="*/ 6000643 h 6858000"/>
              <a:gd name="connsiteX74" fmla="*/ 6045436 w 6115796"/>
              <a:gd name="connsiteY74" fmla="*/ 6124480 h 6858000"/>
              <a:gd name="connsiteX75" fmla="*/ 6030489 w 6115796"/>
              <a:gd name="connsiteY75" fmla="*/ 6317666 h 6858000"/>
              <a:gd name="connsiteX76" fmla="*/ 6007492 w 6115796"/>
              <a:gd name="connsiteY76" fmla="*/ 6440818 h 6858000"/>
              <a:gd name="connsiteX77" fmla="*/ 6009467 w 6115796"/>
              <a:gd name="connsiteY77" fmla="*/ 6487076 h 6858000"/>
              <a:gd name="connsiteX78" fmla="*/ 5995064 w 6115796"/>
              <a:gd name="connsiteY78" fmla="*/ 6540791 h 6858000"/>
              <a:gd name="connsiteX79" fmla="*/ 6004510 w 6115796"/>
              <a:gd name="connsiteY79" fmla="*/ 6599256 h 6858000"/>
              <a:gd name="connsiteX80" fmla="*/ 5986207 w 6115796"/>
              <a:gd name="connsiteY80" fmla="*/ 6695855 h 6858000"/>
              <a:gd name="connsiteX81" fmla="*/ 5979428 w 6115796"/>
              <a:gd name="connsiteY81" fmla="*/ 6754678 h 6858000"/>
              <a:gd name="connsiteX82" fmla="*/ 5983398 w 6115796"/>
              <a:gd name="connsiteY82" fmla="*/ 6778641 h 6858000"/>
              <a:gd name="connsiteX83" fmla="*/ 5984543 w 6115796"/>
              <a:gd name="connsiteY83" fmla="*/ 6811016 h 6858000"/>
              <a:gd name="connsiteX84" fmla="*/ 5979671 w 6115796"/>
              <a:gd name="connsiteY84" fmla="*/ 6858000 h 6858000"/>
              <a:gd name="connsiteX85" fmla="*/ 0 w 6115796"/>
              <a:gd name="connsiteY85" fmla="*/ 6858000 h 6858000"/>
              <a:gd name="connsiteX86" fmla="*/ 0 w 6115796"/>
              <a:gd name="connsiteY86" fmla="*/ 0 h 6858000"/>
              <a:gd name="connsiteX0" fmla="*/ 0 w 6116025"/>
              <a:gd name="connsiteY0" fmla="*/ 0 h 6858000"/>
              <a:gd name="connsiteX1" fmla="*/ 4965888 w 6116025"/>
              <a:gd name="connsiteY1" fmla="*/ 0 h 6858000"/>
              <a:gd name="connsiteX2" fmla="*/ 4967767 w 6116025"/>
              <a:gd name="connsiteY2" fmla="*/ 7930 h 6858000"/>
              <a:gd name="connsiteX3" fmla="*/ 4979444 w 6116025"/>
              <a:gd name="connsiteY3" fmla="*/ 43921 h 6858000"/>
              <a:gd name="connsiteX4" fmla="*/ 5021173 w 6116025"/>
              <a:gd name="connsiteY4" fmla="*/ 123738 h 6858000"/>
              <a:gd name="connsiteX5" fmla="*/ 5075458 w 6116025"/>
              <a:gd name="connsiteY5" fmla="*/ 264355 h 6858000"/>
              <a:gd name="connsiteX6" fmla="*/ 5081175 w 6116025"/>
              <a:gd name="connsiteY6" fmla="*/ 277448 h 6858000"/>
              <a:gd name="connsiteX7" fmla="*/ 5097011 w 6116025"/>
              <a:gd name="connsiteY7" fmla="*/ 355616 h 6858000"/>
              <a:gd name="connsiteX8" fmla="*/ 5153000 w 6116025"/>
              <a:gd name="connsiteY8" fmla="*/ 507134 h 6858000"/>
              <a:gd name="connsiteX9" fmla="*/ 5171282 w 6116025"/>
              <a:gd name="connsiteY9" fmla="*/ 602071 h 6858000"/>
              <a:gd name="connsiteX10" fmla="*/ 5176196 w 6116025"/>
              <a:gd name="connsiteY10" fmla="*/ 636822 h 6858000"/>
              <a:gd name="connsiteX11" fmla="*/ 5189051 w 6116025"/>
              <a:gd name="connsiteY11" fmla="*/ 782518 h 6858000"/>
              <a:gd name="connsiteX12" fmla="*/ 5218707 w 6116025"/>
              <a:gd name="connsiteY12" fmla="*/ 886387 h 6858000"/>
              <a:gd name="connsiteX13" fmla="*/ 5221281 w 6116025"/>
              <a:gd name="connsiteY13" fmla="*/ 920873 h 6858000"/>
              <a:gd name="connsiteX14" fmla="*/ 5201018 w 6116025"/>
              <a:gd name="connsiteY14" fmla="*/ 1095027 h 6858000"/>
              <a:gd name="connsiteX15" fmla="*/ 5189234 w 6116025"/>
              <a:gd name="connsiteY15" fmla="*/ 1217308 h 6858000"/>
              <a:gd name="connsiteX16" fmla="*/ 5202769 w 6116025"/>
              <a:gd name="connsiteY16" fmla="*/ 1269450 h 6858000"/>
              <a:gd name="connsiteX17" fmla="*/ 5225968 w 6116025"/>
              <a:gd name="connsiteY17" fmla="*/ 1357994 h 6858000"/>
              <a:gd name="connsiteX18" fmla="*/ 5231437 w 6116025"/>
              <a:gd name="connsiteY18" fmla="*/ 1373779 h 6858000"/>
              <a:gd name="connsiteX19" fmla="*/ 5237226 w 6116025"/>
              <a:gd name="connsiteY19" fmla="*/ 1441327 h 6858000"/>
              <a:gd name="connsiteX20" fmla="*/ 5255653 w 6116025"/>
              <a:gd name="connsiteY20" fmla="*/ 1524712 h 6858000"/>
              <a:gd name="connsiteX21" fmla="*/ 5263491 w 6116025"/>
              <a:gd name="connsiteY21" fmla="*/ 1642938 h 6858000"/>
              <a:gd name="connsiteX22" fmla="*/ 5256552 w 6116025"/>
              <a:gd name="connsiteY22" fmla="*/ 1672509 h 6858000"/>
              <a:gd name="connsiteX23" fmla="*/ 5266931 w 6116025"/>
              <a:gd name="connsiteY23" fmla="*/ 1866147 h 6858000"/>
              <a:gd name="connsiteX24" fmla="*/ 5255696 w 6116025"/>
              <a:gd name="connsiteY24" fmla="*/ 1953770 h 6858000"/>
              <a:gd name="connsiteX25" fmla="*/ 5252592 w 6116025"/>
              <a:gd name="connsiteY25" fmla="*/ 2092210 h 6858000"/>
              <a:gd name="connsiteX26" fmla="*/ 5250104 w 6116025"/>
              <a:gd name="connsiteY26" fmla="*/ 2249166 h 6858000"/>
              <a:gd name="connsiteX27" fmla="*/ 5251214 w 6116025"/>
              <a:gd name="connsiteY27" fmla="*/ 2250944 h 6858000"/>
              <a:gd name="connsiteX28" fmla="*/ 5250644 w 6116025"/>
              <a:gd name="connsiteY28" fmla="*/ 2266619 h 6858000"/>
              <a:gd name="connsiteX29" fmla="*/ 5293877 w 6116025"/>
              <a:gd name="connsiteY29" fmla="*/ 2368649 h 6858000"/>
              <a:gd name="connsiteX30" fmla="*/ 5311338 w 6116025"/>
              <a:gd name="connsiteY30" fmla="*/ 2404034 h 6858000"/>
              <a:gd name="connsiteX31" fmla="*/ 5338366 w 6116025"/>
              <a:gd name="connsiteY31" fmla="*/ 2465052 h 6858000"/>
              <a:gd name="connsiteX32" fmla="*/ 5371263 w 6116025"/>
              <a:gd name="connsiteY32" fmla="*/ 2586413 h 6858000"/>
              <a:gd name="connsiteX33" fmla="*/ 5407503 w 6116025"/>
              <a:gd name="connsiteY33" fmla="*/ 2786290 h 6858000"/>
              <a:gd name="connsiteX34" fmla="*/ 5407356 w 6116025"/>
              <a:gd name="connsiteY34" fmla="*/ 2787545 h 6858000"/>
              <a:gd name="connsiteX35" fmla="*/ 5457023 w 6116025"/>
              <a:gd name="connsiteY35" fmla="*/ 2858292 h 6858000"/>
              <a:gd name="connsiteX36" fmla="*/ 5479298 w 6116025"/>
              <a:gd name="connsiteY36" fmla="*/ 2947791 h 6858000"/>
              <a:gd name="connsiteX37" fmla="*/ 5481770 w 6116025"/>
              <a:gd name="connsiteY37" fmla="*/ 2951352 h 6858000"/>
              <a:gd name="connsiteX38" fmla="*/ 5482415 w 6116025"/>
              <a:gd name="connsiteY38" fmla="*/ 3004079 h 6858000"/>
              <a:gd name="connsiteX39" fmla="*/ 5503944 w 6116025"/>
              <a:gd name="connsiteY39" fmla="*/ 3123335 h 6858000"/>
              <a:gd name="connsiteX40" fmla="*/ 5516007 w 6116025"/>
              <a:gd name="connsiteY40" fmla="*/ 3258473 h 6858000"/>
              <a:gd name="connsiteX41" fmla="*/ 5589758 w 6116025"/>
              <a:gd name="connsiteY41" fmla="*/ 3453699 h 6858000"/>
              <a:gd name="connsiteX42" fmla="*/ 5596144 w 6116025"/>
              <a:gd name="connsiteY42" fmla="*/ 3534624 h 6858000"/>
              <a:gd name="connsiteX43" fmla="*/ 5597750 w 6116025"/>
              <a:gd name="connsiteY43" fmla="*/ 3534129 h 6858000"/>
              <a:gd name="connsiteX44" fmla="*/ 5618377 w 6116025"/>
              <a:gd name="connsiteY44" fmla="*/ 3588431 h 6858000"/>
              <a:gd name="connsiteX45" fmla="*/ 5655472 w 6116025"/>
              <a:gd name="connsiteY45" fmla="*/ 3678877 h 6858000"/>
              <a:gd name="connsiteX46" fmla="*/ 5683015 w 6116025"/>
              <a:gd name="connsiteY46" fmla="*/ 3762025 h 6858000"/>
              <a:gd name="connsiteX47" fmla="*/ 5696643 w 6116025"/>
              <a:gd name="connsiteY47" fmla="*/ 3773888 h 6858000"/>
              <a:gd name="connsiteX48" fmla="*/ 5768491 w 6116025"/>
              <a:gd name="connsiteY48" fmla="*/ 3914399 h 6858000"/>
              <a:gd name="connsiteX49" fmla="*/ 5793123 w 6116025"/>
              <a:gd name="connsiteY49" fmla="*/ 3969952 h 6858000"/>
              <a:gd name="connsiteX50" fmla="*/ 5808321 w 6116025"/>
              <a:gd name="connsiteY50" fmla="*/ 3988153 h 6858000"/>
              <a:gd name="connsiteX51" fmla="*/ 5825621 w 6116025"/>
              <a:gd name="connsiteY51" fmla="*/ 4015525 h 6858000"/>
              <a:gd name="connsiteX52" fmla="*/ 5860672 w 6116025"/>
              <a:gd name="connsiteY52" fmla="*/ 4061579 h 6858000"/>
              <a:gd name="connsiteX53" fmla="*/ 5894095 w 6116025"/>
              <a:gd name="connsiteY53" fmla="*/ 4128857 h 6858000"/>
              <a:gd name="connsiteX54" fmla="*/ 5903513 w 6116025"/>
              <a:gd name="connsiteY54" fmla="*/ 4187661 h 6858000"/>
              <a:gd name="connsiteX55" fmla="*/ 5946705 w 6116025"/>
              <a:gd name="connsiteY55" fmla="*/ 4428051 h 6858000"/>
              <a:gd name="connsiteX56" fmla="*/ 5949261 w 6116025"/>
              <a:gd name="connsiteY56" fmla="*/ 4449185 h 6858000"/>
              <a:gd name="connsiteX57" fmla="*/ 5968960 w 6116025"/>
              <a:gd name="connsiteY57" fmla="*/ 4482655 h 6858000"/>
              <a:gd name="connsiteX58" fmla="*/ 5998138 w 6116025"/>
              <a:gd name="connsiteY58" fmla="*/ 4697518 h 6858000"/>
              <a:gd name="connsiteX59" fmla="*/ 6007819 w 6116025"/>
              <a:gd name="connsiteY59" fmla="*/ 4858148 h 6858000"/>
              <a:gd name="connsiteX60" fmla="*/ 6007749 w 6116025"/>
              <a:gd name="connsiteY60" fmla="*/ 4964715 h 6858000"/>
              <a:gd name="connsiteX61" fmla="*/ 6005269 w 6116025"/>
              <a:gd name="connsiteY61" fmla="*/ 5150567 h 6858000"/>
              <a:gd name="connsiteX62" fmla="*/ 6001127 w 6116025"/>
              <a:gd name="connsiteY62" fmla="*/ 5164609 h 6858000"/>
              <a:gd name="connsiteX63" fmla="*/ 5998514 w 6116025"/>
              <a:gd name="connsiteY63" fmla="*/ 5189673 h 6858000"/>
              <a:gd name="connsiteX64" fmla="*/ 6018409 w 6116025"/>
              <a:gd name="connsiteY64" fmla="*/ 5227157 h 6858000"/>
              <a:gd name="connsiteX65" fmla="*/ 6036748 w 6116025"/>
              <a:gd name="connsiteY65" fmla="*/ 5322752 h 6858000"/>
              <a:gd name="connsiteX66" fmla="*/ 6037677 w 6116025"/>
              <a:gd name="connsiteY66" fmla="*/ 5354807 h 6858000"/>
              <a:gd name="connsiteX67" fmla="*/ 6053435 w 6116025"/>
              <a:gd name="connsiteY67" fmla="*/ 5387547 h 6858000"/>
              <a:gd name="connsiteX68" fmla="*/ 6068640 w 6116025"/>
              <a:gd name="connsiteY68" fmla="*/ 5474503 h 6858000"/>
              <a:gd name="connsiteX69" fmla="*/ 6080922 w 6116025"/>
              <a:gd name="connsiteY69" fmla="*/ 5561070 h 6858000"/>
              <a:gd name="connsiteX70" fmla="*/ 6096949 w 6116025"/>
              <a:gd name="connsiteY70" fmla="*/ 5648179 h 6858000"/>
              <a:gd name="connsiteX71" fmla="*/ 6115796 w 6116025"/>
              <a:gd name="connsiteY71" fmla="*/ 5862844 h 6858000"/>
              <a:gd name="connsiteX72" fmla="*/ 6102493 w 6116025"/>
              <a:gd name="connsiteY72" fmla="*/ 5928602 h 6858000"/>
              <a:gd name="connsiteX73" fmla="*/ 6056863 w 6116025"/>
              <a:gd name="connsiteY73" fmla="*/ 6000643 h 6858000"/>
              <a:gd name="connsiteX74" fmla="*/ 6045436 w 6116025"/>
              <a:gd name="connsiteY74" fmla="*/ 6124480 h 6858000"/>
              <a:gd name="connsiteX75" fmla="*/ 6030489 w 6116025"/>
              <a:gd name="connsiteY75" fmla="*/ 6317666 h 6858000"/>
              <a:gd name="connsiteX76" fmla="*/ 6007492 w 6116025"/>
              <a:gd name="connsiteY76" fmla="*/ 6440818 h 6858000"/>
              <a:gd name="connsiteX77" fmla="*/ 6009467 w 6116025"/>
              <a:gd name="connsiteY77" fmla="*/ 6487076 h 6858000"/>
              <a:gd name="connsiteX78" fmla="*/ 5995064 w 6116025"/>
              <a:gd name="connsiteY78" fmla="*/ 6540791 h 6858000"/>
              <a:gd name="connsiteX79" fmla="*/ 6004510 w 6116025"/>
              <a:gd name="connsiteY79" fmla="*/ 6599256 h 6858000"/>
              <a:gd name="connsiteX80" fmla="*/ 5986207 w 6116025"/>
              <a:gd name="connsiteY80" fmla="*/ 6695855 h 6858000"/>
              <a:gd name="connsiteX81" fmla="*/ 5979428 w 6116025"/>
              <a:gd name="connsiteY81" fmla="*/ 6754678 h 6858000"/>
              <a:gd name="connsiteX82" fmla="*/ 5983398 w 6116025"/>
              <a:gd name="connsiteY82" fmla="*/ 6778641 h 6858000"/>
              <a:gd name="connsiteX83" fmla="*/ 5984543 w 6116025"/>
              <a:gd name="connsiteY83" fmla="*/ 6811016 h 6858000"/>
              <a:gd name="connsiteX84" fmla="*/ 5979671 w 6116025"/>
              <a:gd name="connsiteY84" fmla="*/ 6858000 h 6858000"/>
              <a:gd name="connsiteX85" fmla="*/ 0 w 6116025"/>
              <a:gd name="connsiteY85" fmla="*/ 6858000 h 6858000"/>
              <a:gd name="connsiteX86" fmla="*/ 0 w 6116025"/>
              <a:gd name="connsiteY86"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102493 w 6115796"/>
              <a:gd name="connsiteY72" fmla="*/ 5928602 h 6858000"/>
              <a:gd name="connsiteX73" fmla="*/ 6056863 w 6115796"/>
              <a:gd name="connsiteY73" fmla="*/ 6000643 h 6858000"/>
              <a:gd name="connsiteX74" fmla="*/ 6045436 w 6115796"/>
              <a:gd name="connsiteY74" fmla="*/ 6124480 h 6858000"/>
              <a:gd name="connsiteX75" fmla="*/ 6030489 w 6115796"/>
              <a:gd name="connsiteY75" fmla="*/ 6317666 h 6858000"/>
              <a:gd name="connsiteX76" fmla="*/ 6007492 w 6115796"/>
              <a:gd name="connsiteY76" fmla="*/ 6440818 h 6858000"/>
              <a:gd name="connsiteX77" fmla="*/ 6009467 w 6115796"/>
              <a:gd name="connsiteY77" fmla="*/ 6487076 h 6858000"/>
              <a:gd name="connsiteX78" fmla="*/ 5995064 w 6115796"/>
              <a:gd name="connsiteY78" fmla="*/ 6540791 h 6858000"/>
              <a:gd name="connsiteX79" fmla="*/ 6004510 w 6115796"/>
              <a:gd name="connsiteY79" fmla="*/ 6599256 h 6858000"/>
              <a:gd name="connsiteX80" fmla="*/ 5986207 w 6115796"/>
              <a:gd name="connsiteY80" fmla="*/ 6695855 h 6858000"/>
              <a:gd name="connsiteX81" fmla="*/ 5979428 w 6115796"/>
              <a:gd name="connsiteY81" fmla="*/ 6754678 h 6858000"/>
              <a:gd name="connsiteX82" fmla="*/ 5983398 w 6115796"/>
              <a:gd name="connsiteY82" fmla="*/ 6778641 h 6858000"/>
              <a:gd name="connsiteX83" fmla="*/ 5984543 w 6115796"/>
              <a:gd name="connsiteY83" fmla="*/ 6811016 h 6858000"/>
              <a:gd name="connsiteX84" fmla="*/ 5979671 w 6115796"/>
              <a:gd name="connsiteY84" fmla="*/ 6858000 h 6858000"/>
              <a:gd name="connsiteX85" fmla="*/ 0 w 6115796"/>
              <a:gd name="connsiteY85" fmla="*/ 6858000 h 6858000"/>
              <a:gd name="connsiteX86" fmla="*/ 0 w 6115796"/>
              <a:gd name="connsiteY86"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056863 w 6115796"/>
              <a:gd name="connsiteY72" fmla="*/ 6000643 h 6858000"/>
              <a:gd name="connsiteX73" fmla="*/ 6045436 w 6115796"/>
              <a:gd name="connsiteY73" fmla="*/ 6124480 h 6858000"/>
              <a:gd name="connsiteX74" fmla="*/ 6030489 w 6115796"/>
              <a:gd name="connsiteY74" fmla="*/ 6317666 h 6858000"/>
              <a:gd name="connsiteX75" fmla="*/ 6007492 w 6115796"/>
              <a:gd name="connsiteY75" fmla="*/ 6440818 h 6858000"/>
              <a:gd name="connsiteX76" fmla="*/ 6009467 w 6115796"/>
              <a:gd name="connsiteY76" fmla="*/ 6487076 h 6858000"/>
              <a:gd name="connsiteX77" fmla="*/ 5995064 w 6115796"/>
              <a:gd name="connsiteY77" fmla="*/ 6540791 h 6858000"/>
              <a:gd name="connsiteX78" fmla="*/ 6004510 w 6115796"/>
              <a:gd name="connsiteY78" fmla="*/ 6599256 h 6858000"/>
              <a:gd name="connsiteX79" fmla="*/ 5986207 w 6115796"/>
              <a:gd name="connsiteY79" fmla="*/ 6695855 h 6858000"/>
              <a:gd name="connsiteX80" fmla="*/ 5979428 w 6115796"/>
              <a:gd name="connsiteY80" fmla="*/ 6754678 h 6858000"/>
              <a:gd name="connsiteX81" fmla="*/ 5983398 w 6115796"/>
              <a:gd name="connsiteY81" fmla="*/ 6778641 h 6858000"/>
              <a:gd name="connsiteX82" fmla="*/ 5984543 w 6115796"/>
              <a:gd name="connsiteY82" fmla="*/ 6811016 h 6858000"/>
              <a:gd name="connsiteX83" fmla="*/ 5979671 w 6115796"/>
              <a:gd name="connsiteY83" fmla="*/ 6858000 h 6858000"/>
              <a:gd name="connsiteX84" fmla="*/ 0 w 6115796"/>
              <a:gd name="connsiteY84" fmla="*/ 6858000 h 6858000"/>
              <a:gd name="connsiteX85" fmla="*/ 0 w 6115796"/>
              <a:gd name="connsiteY85"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056863 w 6115796"/>
              <a:gd name="connsiteY72" fmla="*/ 6000643 h 6858000"/>
              <a:gd name="connsiteX73" fmla="*/ 6045436 w 6115796"/>
              <a:gd name="connsiteY73" fmla="*/ 6124480 h 6858000"/>
              <a:gd name="connsiteX74" fmla="*/ 6030489 w 6115796"/>
              <a:gd name="connsiteY74" fmla="*/ 6317666 h 6858000"/>
              <a:gd name="connsiteX75" fmla="*/ 6007492 w 6115796"/>
              <a:gd name="connsiteY75" fmla="*/ 6440818 h 6858000"/>
              <a:gd name="connsiteX76" fmla="*/ 6009467 w 6115796"/>
              <a:gd name="connsiteY76" fmla="*/ 6487076 h 6858000"/>
              <a:gd name="connsiteX77" fmla="*/ 5995064 w 6115796"/>
              <a:gd name="connsiteY77" fmla="*/ 6540791 h 6858000"/>
              <a:gd name="connsiteX78" fmla="*/ 6004510 w 6115796"/>
              <a:gd name="connsiteY78" fmla="*/ 6599256 h 6858000"/>
              <a:gd name="connsiteX79" fmla="*/ 5986207 w 6115796"/>
              <a:gd name="connsiteY79" fmla="*/ 6695855 h 6858000"/>
              <a:gd name="connsiteX80" fmla="*/ 5979428 w 6115796"/>
              <a:gd name="connsiteY80" fmla="*/ 6754678 h 6858000"/>
              <a:gd name="connsiteX81" fmla="*/ 5983398 w 6115796"/>
              <a:gd name="connsiteY81" fmla="*/ 6778641 h 6858000"/>
              <a:gd name="connsiteX82" fmla="*/ 5984543 w 6115796"/>
              <a:gd name="connsiteY82" fmla="*/ 6811016 h 6858000"/>
              <a:gd name="connsiteX83" fmla="*/ 5979671 w 6115796"/>
              <a:gd name="connsiteY83" fmla="*/ 6858000 h 6858000"/>
              <a:gd name="connsiteX84" fmla="*/ 0 w 6115796"/>
              <a:gd name="connsiteY84" fmla="*/ 6858000 h 6858000"/>
              <a:gd name="connsiteX85" fmla="*/ 0 w 6115796"/>
              <a:gd name="connsiteY85"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056863 w 6115796"/>
              <a:gd name="connsiteY72" fmla="*/ 6000643 h 6858000"/>
              <a:gd name="connsiteX73" fmla="*/ 6045436 w 6115796"/>
              <a:gd name="connsiteY73" fmla="*/ 6124480 h 6858000"/>
              <a:gd name="connsiteX74" fmla="*/ 6030489 w 6115796"/>
              <a:gd name="connsiteY74" fmla="*/ 6317666 h 6858000"/>
              <a:gd name="connsiteX75" fmla="*/ 6007492 w 6115796"/>
              <a:gd name="connsiteY75" fmla="*/ 6440818 h 6858000"/>
              <a:gd name="connsiteX76" fmla="*/ 6009467 w 6115796"/>
              <a:gd name="connsiteY76" fmla="*/ 6487076 h 6858000"/>
              <a:gd name="connsiteX77" fmla="*/ 5995064 w 6115796"/>
              <a:gd name="connsiteY77" fmla="*/ 6540791 h 6858000"/>
              <a:gd name="connsiteX78" fmla="*/ 5986207 w 6115796"/>
              <a:gd name="connsiteY78" fmla="*/ 6695855 h 6858000"/>
              <a:gd name="connsiteX79" fmla="*/ 5979428 w 6115796"/>
              <a:gd name="connsiteY79" fmla="*/ 6754678 h 6858000"/>
              <a:gd name="connsiteX80" fmla="*/ 5983398 w 6115796"/>
              <a:gd name="connsiteY80" fmla="*/ 6778641 h 6858000"/>
              <a:gd name="connsiteX81" fmla="*/ 5984543 w 6115796"/>
              <a:gd name="connsiteY81" fmla="*/ 6811016 h 6858000"/>
              <a:gd name="connsiteX82" fmla="*/ 5979671 w 6115796"/>
              <a:gd name="connsiteY82" fmla="*/ 6858000 h 6858000"/>
              <a:gd name="connsiteX83" fmla="*/ 0 w 6115796"/>
              <a:gd name="connsiteY83" fmla="*/ 6858000 h 6858000"/>
              <a:gd name="connsiteX84" fmla="*/ 0 w 6115796"/>
              <a:gd name="connsiteY84"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056863 w 6115796"/>
              <a:gd name="connsiteY72" fmla="*/ 6000643 h 6858000"/>
              <a:gd name="connsiteX73" fmla="*/ 6045436 w 6115796"/>
              <a:gd name="connsiteY73" fmla="*/ 6124480 h 6858000"/>
              <a:gd name="connsiteX74" fmla="*/ 6030489 w 6115796"/>
              <a:gd name="connsiteY74" fmla="*/ 6317666 h 6858000"/>
              <a:gd name="connsiteX75" fmla="*/ 6007492 w 6115796"/>
              <a:gd name="connsiteY75" fmla="*/ 6440818 h 6858000"/>
              <a:gd name="connsiteX76" fmla="*/ 6009467 w 6115796"/>
              <a:gd name="connsiteY76" fmla="*/ 6487076 h 6858000"/>
              <a:gd name="connsiteX77" fmla="*/ 5995064 w 6115796"/>
              <a:gd name="connsiteY77" fmla="*/ 6540791 h 6858000"/>
              <a:gd name="connsiteX78" fmla="*/ 5986207 w 6115796"/>
              <a:gd name="connsiteY78" fmla="*/ 6695855 h 6858000"/>
              <a:gd name="connsiteX79" fmla="*/ 5979428 w 6115796"/>
              <a:gd name="connsiteY79" fmla="*/ 6754678 h 6858000"/>
              <a:gd name="connsiteX80" fmla="*/ 5984543 w 6115796"/>
              <a:gd name="connsiteY80" fmla="*/ 6811016 h 6858000"/>
              <a:gd name="connsiteX81" fmla="*/ 5979671 w 6115796"/>
              <a:gd name="connsiteY81" fmla="*/ 6858000 h 6858000"/>
              <a:gd name="connsiteX82" fmla="*/ 0 w 6115796"/>
              <a:gd name="connsiteY82" fmla="*/ 6858000 h 6858000"/>
              <a:gd name="connsiteX83" fmla="*/ 0 w 6115796"/>
              <a:gd name="connsiteY83"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045436 w 6115796"/>
              <a:gd name="connsiteY72" fmla="*/ 6124480 h 6858000"/>
              <a:gd name="connsiteX73" fmla="*/ 6030489 w 6115796"/>
              <a:gd name="connsiteY73" fmla="*/ 6317666 h 6858000"/>
              <a:gd name="connsiteX74" fmla="*/ 6007492 w 6115796"/>
              <a:gd name="connsiteY74" fmla="*/ 6440818 h 6858000"/>
              <a:gd name="connsiteX75" fmla="*/ 6009467 w 6115796"/>
              <a:gd name="connsiteY75" fmla="*/ 6487076 h 6858000"/>
              <a:gd name="connsiteX76" fmla="*/ 5995064 w 6115796"/>
              <a:gd name="connsiteY76" fmla="*/ 6540791 h 6858000"/>
              <a:gd name="connsiteX77" fmla="*/ 5986207 w 6115796"/>
              <a:gd name="connsiteY77" fmla="*/ 6695855 h 6858000"/>
              <a:gd name="connsiteX78" fmla="*/ 5979428 w 6115796"/>
              <a:gd name="connsiteY78" fmla="*/ 6754678 h 6858000"/>
              <a:gd name="connsiteX79" fmla="*/ 5984543 w 6115796"/>
              <a:gd name="connsiteY79" fmla="*/ 6811016 h 6858000"/>
              <a:gd name="connsiteX80" fmla="*/ 5979671 w 6115796"/>
              <a:gd name="connsiteY80" fmla="*/ 6858000 h 6858000"/>
              <a:gd name="connsiteX81" fmla="*/ 0 w 6115796"/>
              <a:gd name="connsiteY81" fmla="*/ 6858000 h 6858000"/>
              <a:gd name="connsiteX82" fmla="*/ 0 w 6115796"/>
              <a:gd name="connsiteY82"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1770 w 6115796"/>
              <a:gd name="connsiteY37" fmla="*/ 2951352 h 6858000"/>
              <a:gd name="connsiteX38" fmla="*/ 5482415 w 6115796"/>
              <a:gd name="connsiteY38" fmla="*/ 3004079 h 6858000"/>
              <a:gd name="connsiteX39" fmla="*/ 5503944 w 6115796"/>
              <a:gd name="connsiteY39" fmla="*/ 3123335 h 6858000"/>
              <a:gd name="connsiteX40" fmla="*/ 5516007 w 6115796"/>
              <a:gd name="connsiteY40" fmla="*/ 3258473 h 6858000"/>
              <a:gd name="connsiteX41" fmla="*/ 5589758 w 6115796"/>
              <a:gd name="connsiteY41" fmla="*/ 3453699 h 6858000"/>
              <a:gd name="connsiteX42" fmla="*/ 5596144 w 6115796"/>
              <a:gd name="connsiteY42" fmla="*/ 3534624 h 6858000"/>
              <a:gd name="connsiteX43" fmla="*/ 5597750 w 6115796"/>
              <a:gd name="connsiteY43" fmla="*/ 3534129 h 6858000"/>
              <a:gd name="connsiteX44" fmla="*/ 5618377 w 6115796"/>
              <a:gd name="connsiteY44" fmla="*/ 3588431 h 6858000"/>
              <a:gd name="connsiteX45" fmla="*/ 5655472 w 6115796"/>
              <a:gd name="connsiteY45" fmla="*/ 3678877 h 6858000"/>
              <a:gd name="connsiteX46" fmla="*/ 5683015 w 6115796"/>
              <a:gd name="connsiteY46" fmla="*/ 3762025 h 6858000"/>
              <a:gd name="connsiteX47" fmla="*/ 5696643 w 6115796"/>
              <a:gd name="connsiteY47" fmla="*/ 3773888 h 6858000"/>
              <a:gd name="connsiteX48" fmla="*/ 5768491 w 6115796"/>
              <a:gd name="connsiteY48" fmla="*/ 3914399 h 6858000"/>
              <a:gd name="connsiteX49" fmla="*/ 5793123 w 6115796"/>
              <a:gd name="connsiteY49" fmla="*/ 3969952 h 6858000"/>
              <a:gd name="connsiteX50" fmla="*/ 5808321 w 6115796"/>
              <a:gd name="connsiteY50" fmla="*/ 3988153 h 6858000"/>
              <a:gd name="connsiteX51" fmla="*/ 5825621 w 6115796"/>
              <a:gd name="connsiteY51" fmla="*/ 4015525 h 6858000"/>
              <a:gd name="connsiteX52" fmla="*/ 5860672 w 6115796"/>
              <a:gd name="connsiteY52" fmla="*/ 4061579 h 6858000"/>
              <a:gd name="connsiteX53" fmla="*/ 5894095 w 6115796"/>
              <a:gd name="connsiteY53" fmla="*/ 4128857 h 6858000"/>
              <a:gd name="connsiteX54" fmla="*/ 5903513 w 6115796"/>
              <a:gd name="connsiteY54" fmla="*/ 4187661 h 6858000"/>
              <a:gd name="connsiteX55" fmla="*/ 5946705 w 6115796"/>
              <a:gd name="connsiteY55" fmla="*/ 4428051 h 6858000"/>
              <a:gd name="connsiteX56" fmla="*/ 5949261 w 6115796"/>
              <a:gd name="connsiteY56" fmla="*/ 4449185 h 6858000"/>
              <a:gd name="connsiteX57" fmla="*/ 5968960 w 6115796"/>
              <a:gd name="connsiteY57" fmla="*/ 4482655 h 6858000"/>
              <a:gd name="connsiteX58" fmla="*/ 5998138 w 6115796"/>
              <a:gd name="connsiteY58" fmla="*/ 4697518 h 6858000"/>
              <a:gd name="connsiteX59" fmla="*/ 6007819 w 6115796"/>
              <a:gd name="connsiteY59" fmla="*/ 4858148 h 6858000"/>
              <a:gd name="connsiteX60" fmla="*/ 6007749 w 6115796"/>
              <a:gd name="connsiteY60" fmla="*/ 4964715 h 6858000"/>
              <a:gd name="connsiteX61" fmla="*/ 6005269 w 6115796"/>
              <a:gd name="connsiteY61" fmla="*/ 5150567 h 6858000"/>
              <a:gd name="connsiteX62" fmla="*/ 6001127 w 6115796"/>
              <a:gd name="connsiteY62" fmla="*/ 5164609 h 6858000"/>
              <a:gd name="connsiteX63" fmla="*/ 5998514 w 6115796"/>
              <a:gd name="connsiteY63" fmla="*/ 5189673 h 6858000"/>
              <a:gd name="connsiteX64" fmla="*/ 6018409 w 6115796"/>
              <a:gd name="connsiteY64" fmla="*/ 5227157 h 6858000"/>
              <a:gd name="connsiteX65" fmla="*/ 6036748 w 6115796"/>
              <a:gd name="connsiteY65" fmla="*/ 5322752 h 6858000"/>
              <a:gd name="connsiteX66" fmla="*/ 6037677 w 6115796"/>
              <a:gd name="connsiteY66" fmla="*/ 5354807 h 6858000"/>
              <a:gd name="connsiteX67" fmla="*/ 6053435 w 6115796"/>
              <a:gd name="connsiteY67" fmla="*/ 5387547 h 6858000"/>
              <a:gd name="connsiteX68" fmla="*/ 6068640 w 6115796"/>
              <a:gd name="connsiteY68" fmla="*/ 5474503 h 6858000"/>
              <a:gd name="connsiteX69" fmla="*/ 6080922 w 6115796"/>
              <a:gd name="connsiteY69" fmla="*/ 5561070 h 6858000"/>
              <a:gd name="connsiteX70" fmla="*/ 6096949 w 6115796"/>
              <a:gd name="connsiteY70" fmla="*/ 5648179 h 6858000"/>
              <a:gd name="connsiteX71" fmla="*/ 6115796 w 6115796"/>
              <a:gd name="connsiteY71" fmla="*/ 5862844 h 6858000"/>
              <a:gd name="connsiteX72" fmla="*/ 6045436 w 6115796"/>
              <a:gd name="connsiteY72" fmla="*/ 6124480 h 6858000"/>
              <a:gd name="connsiteX73" fmla="*/ 6030489 w 6115796"/>
              <a:gd name="connsiteY73" fmla="*/ 6317666 h 6858000"/>
              <a:gd name="connsiteX74" fmla="*/ 6007492 w 6115796"/>
              <a:gd name="connsiteY74" fmla="*/ 6440818 h 6858000"/>
              <a:gd name="connsiteX75" fmla="*/ 6009467 w 6115796"/>
              <a:gd name="connsiteY75" fmla="*/ 6487076 h 6858000"/>
              <a:gd name="connsiteX76" fmla="*/ 5995064 w 6115796"/>
              <a:gd name="connsiteY76" fmla="*/ 6540791 h 6858000"/>
              <a:gd name="connsiteX77" fmla="*/ 5986207 w 6115796"/>
              <a:gd name="connsiteY77" fmla="*/ 6695855 h 6858000"/>
              <a:gd name="connsiteX78" fmla="*/ 5979428 w 6115796"/>
              <a:gd name="connsiteY78" fmla="*/ 6754678 h 6858000"/>
              <a:gd name="connsiteX79" fmla="*/ 5984543 w 6115796"/>
              <a:gd name="connsiteY79" fmla="*/ 6811016 h 6858000"/>
              <a:gd name="connsiteX80" fmla="*/ 5979671 w 6115796"/>
              <a:gd name="connsiteY80" fmla="*/ 6858000 h 6858000"/>
              <a:gd name="connsiteX81" fmla="*/ 0 w 6115796"/>
              <a:gd name="connsiteY81" fmla="*/ 6858000 h 6858000"/>
              <a:gd name="connsiteX82" fmla="*/ 0 w 6115796"/>
              <a:gd name="connsiteY82"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2415 w 6115796"/>
              <a:gd name="connsiteY37" fmla="*/ 3004079 h 6858000"/>
              <a:gd name="connsiteX38" fmla="*/ 5503944 w 6115796"/>
              <a:gd name="connsiteY38" fmla="*/ 3123335 h 6858000"/>
              <a:gd name="connsiteX39" fmla="*/ 5516007 w 6115796"/>
              <a:gd name="connsiteY39" fmla="*/ 3258473 h 6858000"/>
              <a:gd name="connsiteX40" fmla="*/ 5589758 w 6115796"/>
              <a:gd name="connsiteY40" fmla="*/ 3453699 h 6858000"/>
              <a:gd name="connsiteX41" fmla="*/ 5596144 w 6115796"/>
              <a:gd name="connsiteY41" fmla="*/ 3534624 h 6858000"/>
              <a:gd name="connsiteX42" fmla="*/ 5597750 w 6115796"/>
              <a:gd name="connsiteY42" fmla="*/ 3534129 h 6858000"/>
              <a:gd name="connsiteX43" fmla="*/ 5618377 w 6115796"/>
              <a:gd name="connsiteY43" fmla="*/ 3588431 h 6858000"/>
              <a:gd name="connsiteX44" fmla="*/ 5655472 w 6115796"/>
              <a:gd name="connsiteY44" fmla="*/ 3678877 h 6858000"/>
              <a:gd name="connsiteX45" fmla="*/ 5683015 w 6115796"/>
              <a:gd name="connsiteY45" fmla="*/ 3762025 h 6858000"/>
              <a:gd name="connsiteX46" fmla="*/ 5696643 w 6115796"/>
              <a:gd name="connsiteY46" fmla="*/ 3773888 h 6858000"/>
              <a:gd name="connsiteX47" fmla="*/ 5768491 w 6115796"/>
              <a:gd name="connsiteY47" fmla="*/ 3914399 h 6858000"/>
              <a:gd name="connsiteX48" fmla="*/ 5793123 w 6115796"/>
              <a:gd name="connsiteY48" fmla="*/ 3969952 h 6858000"/>
              <a:gd name="connsiteX49" fmla="*/ 5808321 w 6115796"/>
              <a:gd name="connsiteY49" fmla="*/ 3988153 h 6858000"/>
              <a:gd name="connsiteX50" fmla="*/ 5825621 w 6115796"/>
              <a:gd name="connsiteY50" fmla="*/ 4015525 h 6858000"/>
              <a:gd name="connsiteX51" fmla="*/ 5860672 w 6115796"/>
              <a:gd name="connsiteY51" fmla="*/ 4061579 h 6858000"/>
              <a:gd name="connsiteX52" fmla="*/ 5894095 w 6115796"/>
              <a:gd name="connsiteY52" fmla="*/ 4128857 h 6858000"/>
              <a:gd name="connsiteX53" fmla="*/ 5903513 w 6115796"/>
              <a:gd name="connsiteY53" fmla="*/ 4187661 h 6858000"/>
              <a:gd name="connsiteX54" fmla="*/ 5946705 w 6115796"/>
              <a:gd name="connsiteY54" fmla="*/ 4428051 h 6858000"/>
              <a:gd name="connsiteX55" fmla="*/ 5949261 w 6115796"/>
              <a:gd name="connsiteY55" fmla="*/ 4449185 h 6858000"/>
              <a:gd name="connsiteX56" fmla="*/ 5968960 w 6115796"/>
              <a:gd name="connsiteY56" fmla="*/ 4482655 h 6858000"/>
              <a:gd name="connsiteX57" fmla="*/ 5998138 w 6115796"/>
              <a:gd name="connsiteY57" fmla="*/ 4697518 h 6858000"/>
              <a:gd name="connsiteX58" fmla="*/ 6007819 w 6115796"/>
              <a:gd name="connsiteY58" fmla="*/ 4858148 h 6858000"/>
              <a:gd name="connsiteX59" fmla="*/ 6007749 w 6115796"/>
              <a:gd name="connsiteY59" fmla="*/ 4964715 h 6858000"/>
              <a:gd name="connsiteX60" fmla="*/ 6005269 w 6115796"/>
              <a:gd name="connsiteY60" fmla="*/ 5150567 h 6858000"/>
              <a:gd name="connsiteX61" fmla="*/ 6001127 w 6115796"/>
              <a:gd name="connsiteY61" fmla="*/ 5164609 h 6858000"/>
              <a:gd name="connsiteX62" fmla="*/ 5998514 w 6115796"/>
              <a:gd name="connsiteY62" fmla="*/ 5189673 h 6858000"/>
              <a:gd name="connsiteX63" fmla="*/ 6018409 w 6115796"/>
              <a:gd name="connsiteY63" fmla="*/ 5227157 h 6858000"/>
              <a:gd name="connsiteX64" fmla="*/ 6036748 w 6115796"/>
              <a:gd name="connsiteY64" fmla="*/ 5322752 h 6858000"/>
              <a:gd name="connsiteX65" fmla="*/ 6037677 w 6115796"/>
              <a:gd name="connsiteY65" fmla="*/ 5354807 h 6858000"/>
              <a:gd name="connsiteX66" fmla="*/ 6053435 w 6115796"/>
              <a:gd name="connsiteY66" fmla="*/ 5387547 h 6858000"/>
              <a:gd name="connsiteX67" fmla="*/ 6068640 w 6115796"/>
              <a:gd name="connsiteY67" fmla="*/ 5474503 h 6858000"/>
              <a:gd name="connsiteX68" fmla="*/ 6080922 w 6115796"/>
              <a:gd name="connsiteY68" fmla="*/ 5561070 h 6858000"/>
              <a:gd name="connsiteX69" fmla="*/ 6096949 w 6115796"/>
              <a:gd name="connsiteY69" fmla="*/ 5648179 h 6858000"/>
              <a:gd name="connsiteX70" fmla="*/ 6115796 w 6115796"/>
              <a:gd name="connsiteY70" fmla="*/ 5862844 h 6858000"/>
              <a:gd name="connsiteX71" fmla="*/ 6045436 w 6115796"/>
              <a:gd name="connsiteY71" fmla="*/ 6124480 h 6858000"/>
              <a:gd name="connsiteX72" fmla="*/ 6030489 w 6115796"/>
              <a:gd name="connsiteY72" fmla="*/ 6317666 h 6858000"/>
              <a:gd name="connsiteX73" fmla="*/ 6007492 w 6115796"/>
              <a:gd name="connsiteY73" fmla="*/ 6440818 h 6858000"/>
              <a:gd name="connsiteX74" fmla="*/ 6009467 w 6115796"/>
              <a:gd name="connsiteY74" fmla="*/ 6487076 h 6858000"/>
              <a:gd name="connsiteX75" fmla="*/ 5995064 w 6115796"/>
              <a:gd name="connsiteY75" fmla="*/ 6540791 h 6858000"/>
              <a:gd name="connsiteX76" fmla="*/ 5986207 w 6115796"/>
              <a:gd name="connsiteY76" fmla="*/ 6695855 h 6858000"/>
              <a:gd name="connsiteX77" fmla="*/ 5979428 w 6115796"/>
              <a:gd name="connsiteY77" fmla="*/ 6754678 h 6858000"/>
              <a:gd name="connsiteX78" fmla="*/ 5984543 w 6115796"/>
              <a:gd name="connsiteY78" fmla="*/ 6811016 h 6858000"/>
              <a:gd name="connsiteX79" fmla="*/ 5979671 w 6115796"/>
              <a:gd name="connsiteY79" fmla="*/ 6858000 h 6858000"/>
              <a:gd name="connsiteX80" fmla="*/ 0 w 6115796"/>
              <a:gd name="connsiteY80" fmla="*/ 6858000 h 6858000"/>
              <a:gd name="connsiteX81" fmla="*/ 0 w 6115796"/>
              <a:gd name="connsiteY81"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79298 w 6115796"/>
              <a:gd name="connsiteY36" fmla="*/ 2947791 h 6858000"/>
              <a:gd name="connsiteX37" fmla="*/ 5482415 w 6115796"/>
              <a:gd name="connsiteY37" fmla="*/ 3004079 h 6858000"/>
              <a:gd name="connsiteX38" fmla="*/ 5503944 w 6115796"/>
              <a:gd name="connsiteY38" fmla="*/ 3123335 h 6858000"/>
              <a:gd name="connsiteX39" fmla="*/ 5516007 w 6115796"/>
              <a:gd name="connsiteY39" fmla="*/ 3258473 h 6858000"/>
              <a:gd name="connsiteX40" fmla="*/ 5589758 w 6115796"/>
              <a:gd name="connsiteY40" fmla="*/ 3453699 h 6858000"/>
              <a:gd name="connsiteX41" fmla="*/ 5596144 w 6115796"/>
              <a:gd name="connsiteY41" fmla="*/ 3534624 h 6858000"/>
              <a:gd name="connsiteX42" fmla="*/ 5597750 w 6115796"/>
              <a:gd name="connsiteY42" fmla="*/ 3534129 h 6858000"/>
              <a:gd name="connsiteX43" fmla="*/ 5618377 w 6115796"/>
              <a:gd name="connsiteY43" fmla="*/ 3588431 h 6858000"/>
              <a:gd name="connsiteX44" fmla="*/ 5655472 w 6115796"/>
              <a:gd name="connsiteY44" fmla="*/ 3678877 h 6858000"/>
              <a:gd name="connsiteX45" fmla="*/ 5683015 w 6115796"/>
              <a:gd name="connsiteY45" fmla="*/ 3762025 h 6858000"/>
              <a:gd name="connsiteX46" fmla="*/ 5696643 w 6115796"/>
              <a:gd name="connsiteY46" fmla="*/ 3773888 h 6858000"/>
              <a:gd name="connsiteX47" fmla="*/ 5768491 w 6115796"/>
              <a:gd name="connsiteY47" fmla="*/ 3914399 h 6858000"/>
              <a:gd name="connsiteX48" fmla="*/ 5793123 w 6115796"/>
              <a:gd name="connsiteY48" fmla="*/ 3969952 h 6858000"/>
              <a:gd name="connsiteX49" fmla="*/ 5808321 w 6115796"/>
              <a:gd name="connsiteY49" fmla="*/ 3988153 h 6858000"/>
              <a:gd name="connsiteX50" fmla="*/ 5825621 w 6115796"/>
              <a:gd name="connsiteY50" fmla="*/ 4015525 h 6858000"/>
              <a:gd name="connsiteX51" fmla="*/ 5860672 w 6115796"/>
              <a:gd name="connsiteY51" fmla="*/ 4061579 h 6858000"/>
              <a:gd name="connsiteX52" fmla="*/ 5894095 w 6115796"/>
              <a:gd name="connsiteY52" fmla="*/ 4128857 h 6858000"/>
              <a:gd name="connsiteX53" fmla="*/ 5903513 w 6115796"/>
              <a:gd name="connsiteY53" fmla="*/ 4187661 h 6858000"/>
              <a:gd name="connsiteX54" fmla="*/ 5946705 w 6115796"/>
              <a:gd name="connsiteY54" fmla="*/ 4428051 h 6858000"/>
              <a:gd name="connsiteX55" fmla="*/ 5949261 w 6115796"/>
              <a:gd name="connsiteY55" fmla="*/ 4449185 h 6858000"/>
              <a:gd name="connsiteX56" fmla="*/ 5968960 w 6115796"/>
              <a:gd name="connsiteY56" fmla="*/ 4482655 h 6858000"/>
              <a:gd name="connsiteX57" fmla="*/ 5998138 w 6115796"/>
              <a:gd name="connsiteY57" fmla="*/ 4697518 h 6858000"/>
              <a:gd name="connsiteX58" fmla="*/ 6007819 w 6115796"/>
              <a:gd name="connsiteY58" fmla="*/ 4858148 h 6858000"/>
              <a:gd name="connsiteX59" fmla="*/ 6007749 w 6115796"/>
              <a:gd name="connsiteY59" fmla="*/ 4964715 h 6858000"/>
              <a:gd name="connsiteX60" fmla="*/ 6005269 w 6115796"/>
              <a:gd name="connsiteY60" fmla="*/ 5150567 h 6858000"/>
              <a:gd name="connsiteX61" fmla="*/ 6001127 w 6115796"/>
              <a:gd name="connsiteY61" fmla="*/ 5164609 h 6858000"/>
              <a:gd name="connsiteX62" fmla="*/ 5998514 w 6115796"/>
              <a:gd name="connsiteY62" fmla="*/ 5189673 h 6858000"/>
              <a:gd name="connsiteX63" fmla="*/ 6018409 w 6115796"/>
              <a:gd name="connsiteY63" fmla="*/ 5227157 h 6858000"/>
              <a:gd name="connsiteX64" fmla="*/ 6036748 w 6115796"/>
              <a:gd name="connsiteY64" fmla="*/ 5322752 h 6858000"/>
              <a:gd name="connsiteX65" fmla="*/ 6037677 w 6115796"/>
              <a:gd name="connsiteY65" fmla="*/ 5354807 h 6858000"/>
              <a:gd name="connsiteX66" fmla="*/ 6053435 w 6115796"/>
              <a:gd name="connsiteY66" fmla="*/ 5387547 h 6858000"/>
              <a:gd name="connsiteX67" fmla="*/ 6068640 w 6115796"/>
              <a:gd name="connsiteY67" fmla="*/ 5474503 h 6858000"/>
              <a:gd name="connsiteX68" fmla="*/ 6080922 w 6115796"/>
              <a:gd name="connsiteY68" fmla="*/ 5561070 h 6858000"/>
              <a:gd name="connsiteX69" fmla="*/ 6096949 w 6115796"/>
              <a:gd name="connsiteY69" fmla="*/ 5648179 h 6858000"/>
              <a:gd name="connsiteX70" fmla="*/ 6115796 w 6115796"/>
              <a:gd name="connsiteY70" fmla="*/ 5862844 h 6858000"/>
              <a:gd name="connsiteX71" fmla="*/ 6045436 w 6115796"/>
              <a:gd name="connsiteY71" fmla="*/ 6124480 h 6858000"/>
              <a:gd name="connsiteX72" fmla="*/ 6030489 w 6115796"/>
              <a:gd name="connsiteY72" fmla="*/ 6317666 h 6858000"/>
              <a:gd name="connsiteX73" fmla="*/ 6007492 w 6115796"/>
              <a:gd name="connsiteY73" fmla="*/ 6440818 h 6858000"/>
              <a:gd name="connsiteX74" fmla="*/ 6009467 w 6115796"/>
              <a:gd name="connsiteY74" fmla="*/ 6487076 h 6858000"/>
              <a:gd name="connsiteX75" fmla="*/ 5995064 w 6115796"/>
              <a:gd name="connsiteY75" fmla="*/ 6540791 h 6858000"/>
              <a:gd name="connsiteX76" fmla="*/ 5986207 w 6115796"/>
              <a:gd name="connsiteY76" fmla="*/ 6695855 h 6858000"/>
              <a:gd name="connsiteX77" fmla="*/ 5979428 w 6115796"/>
              <a:gd name="connsiteY77" fmla="*/ 6754678 h 6858000"/>
              <a:gd name="connsiteX78" fmla="*/ 5984543 w 6115796"/>
              <a:gd name="connsiteY78" fmla="*/ 6811016 h 6858000"/>
              <a:gd name="connsiteX79" fmla="*/ 5979671 w 6115796"/>
              <a:gd name="connsiteY79" fmla="*/ 6858000 h 6858000"/>
              <a:gd name="connsiteX80" fmla="*/ 0 w 6115796"/>
              <a:gd name="connsiteY80" fmla="*/ 6858000 h 6858000"/>
              <a:gd name="connsiteX81" fmla="*/ 0 w 6115796"/>
              <a:gd name="connsiteY81"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84061 w 6115796"/>
              <a:gd name="connsiteY36" fmla="*/ 2919216 h 6858000"/>
              <a:gd name="connsiteX37" fmla="*/ 5482415 w 6115796"/>
              <a:gd name="connsiteY37" fmla="*/ 3004079 h 6858000"/>
              <a:gd name="connsiteX38" fmla="*/ 5503944 w 6115796"/>
              <a:gd name="connsiteY38" fmla="*/ 3123335 h 6858000"/>
              <a:gd name="connsiteX39" fmla="*/ 5516007 w 6115796"/>
              <a:gd name="connsiteY39" fmla="*/ 3258473 h 6858000"/>
              <a:gd name="connsiteX40" fmla="*/ 5589758 w 6115796"/>
              <a:gd name="connsiteY40" fmla="*/ 3453699 h 6858000"/>
              <a:gd name="connsiteX41" fmla="*/ 5596144 w 6115796"/>
              <a:gd name="connsiteY41" fmla="*/ 3534624 h 6858000"/>
              <a:gd name="connsiteX42" fmla="*/ 5597750 w 6115796"/>
              <a:gd name="connsiteY42" fmla="*/ 3534129 h 6858000"/>
              <a:gd name="connsiteX43" fmla="*/ 5618377 w 6115796"/>
              <a:gd name="connsiteY43" fmla="*/ 3588431 h 6858000"/>
              <a:gd name="connsiteX44" fmla="*/ 5655472 w 6115796"/>
              <a:gd name="connsiteY44" fmla="*/ 3678877 h 6858000"/>
              <a:gd name="connsiteX45" fmla="*/ 5683015 w 6115796"/>
              <a:gd name="connsiteY45" fmla="*/ 3762025 h 6858000"/>
              <a:gd name="connsiteX46" fmla="*/ 5696643 w 6115796"/>
              <a:gd name="connsiteY46" fmla="*/ 3773888 h 6858000"/>
              <a:gd name="connsiteX47" fmla="*/ 5768491 w 6115796"/>
              <a:gd name="connsiteY47" fmla="*/ 3914399 h 6858000"/>
              <a:gd name="connsiteX48" fmla="*/ 5793123 w 6115796"/>
              <a:gd name="connsiteY48" fmla="*/ 3969952 h 6858000"/>
              <a:gd name="connsiteX49" fmla="*/ 5808321 w 6115796"/>
              <a:gd name="connsiteY49" fmla="*/ 3988153 h 6858000"/>
              <a:gd name="connsiteX50" fmla="*/ 5825621 w 6115796"/>
              <a:gd name="connsiteY50" fmla="*/ 4015525 h 6858000"/>
              <a:gd name="connsiteX51" fmla="*/ 5860672 w 6115796"/>
              <a:gd name="connsiteY51" fmla="*/ 4061579 h 6858000"/>
              <a:gd name="connsiteX52" fmla="*/ 5894095 w 6115796"/>
              <a:gd name="connsiteY52" fmla="*/ 4128857 h 6858000"/>
              <a:gd name="connsiteX53" fmla="*/ 5903513 w 6115796"/>
              <a:gd name="connsiteY53" fmla="*/ 4187661 h 6858000"/>
              <a:gd name="connsiteX54" fmla="*/ 5946705 w 6115796"/>
              <a:gd name="connsiteY54" fmla="*/ 4428051 h 6858000"/>
              <a:gd name="connsiteX55" fmla="*/ 5949261 w 6115796"/>
              <a:gd name="connsiteY55" fmla="*/ 4449185 h 6858000"/>
              <a:gd name="connsiteX56" fmla="*/ 5968960 w 6115796"/>
              <a:gd name="connsiteY56" fmla="*/ 4482655 h 6858000"/>
              <a:gd name="connsiteX57" fmla="*/ 5998138 w 6115796"/>
              <a:gd name="connsiteY57" fmla="*/ 4697518 h 6858000"/>
              <a:gd name="connsiteX58" fmla="*/ 6007819 w 6115796"/>
              <a:gd name="connsiteY58" fmla="*/ 4858148 h 6858000"/>
              <a:gd name="connsiteX59" fmla="*/ 6007749 w 6115796"/>
              <a:gd name="connsiteY59" fmla="*/ 4964715 h 6858000"/>
              <a:gd name="connsiteX60" fmla="*/ 6005269 w 6115796"/>
              <a:gd name="connsiteY60" fmla="*/ 5150567 h 6858000"/>
              <a:gd name="connsiteX61" fmla="*/ 6001127 w 6115796"/>
              <a:gd name="connsiteY61" fmla="*/ 5164609 h 6858000"/>
              <a:gd name="connsiteX62" fmla="*/ 5998514 w 6115796"/>
              <a:gd name="connsiteY62" fmla="*/ 5189673 h 6858000"/>
              <a:gd name="connsiteX63" fmla="*/ 6018409 w 6115796"/>
              <a:gd name="connsiteY63" fmla="*/ 5227157 h 6858000"/>
              <a:gd name="connsiteX64" fmla="*/ 6036748 w 6115796"/>
              <a:gd name="connsiteY64" fmla="*/ 5322752 h 6858000"/>
              <a:gd name="connsiteX65" fmla="*/ 6037677 w 6115796"/>
              <a:gd name="connsiteY65" fmla="*/ 5354807 h 6858000"/>
              <a:gd name="connsiteX66" fmla="*/ 6053435 w 6115796"/>
              <a:gd name="connsiteY66" fmla="*/ 5387547 h 6858000"/>
              <a:gd name="connsiteX67" fmla="*/ 6068640 w 6115796"/>
              <a:gd name="connsiteY67" fmla="*/ 5474503 h 6858000"/>
              <a:gd name="connsiteX68" fmla="*/ 6080922 w 6115796"/>
              <a:gd name="connsiteY68" fmla="*/ 5561070 h 6858000"/>
              <a:gd name="connsiteX69" fmla="*/ 6096949 w 6115796"/>
              <a:gd name="connsiteY69" fmla="*/ 5648179 h 6858000"/>
              <a:gd name="connsiteX70" fmla="*/ 6115796 w 6115796"/>
              <a:gd name="connsiteY70" fmla="*/ 5862844 h 6858000"/>
              <a:gd name="connsiteX71" fmla="*/ 6045436 w 6115796"/>
              <a:gd name="connsiteY71" fmla="*/ 6124480 h 6858000"/>
              <a:gd name="connsiteX72" fmla="*/ 6030489 w 6115796"/>
              <a:gd name="connsiteY72" fmla="*/ 6317666 h 6858000"/>
              <a:gd name="connsiteX73" fmla="*/ 6007492 w 6115796"/>
              <a:gd name="connsiteY73" fmla="*/ 6440818 h 6858000"/>
              <a:gd name="connsiteX74" fmla="*/ 6009467 w 6115796"/>
              <a:gd name="connsiteY74" fmla="*/ 6487076 h 6858000"/>
              <a:gd name="connsiteX75" fmla="*/ 5995064 w 6115796"/>
              <a:gd name="connsiteY75" fmla="*/ 6540791 h 6858000"/>
              <a:gd name="connsiteX76" fmla="*/ 5986207 w 6115796"/>
              <a:gd name="connsiteY76" fmla="*/ 6695855 h 6858000"/>
              <a:gd name="connsiteX77" fmla="*/ 5979428 w 6115796"/>
              <a:gd name="connsiteY77" fmla="*/ 6754678 h 6858000"/>
              <a:gd name="connsiteX78" fmla="*/ 5984543 w 6115796"/>
              <a:gd name="connsiteY78" fmla="*/ 6811016 h 6858000"/>
              <a:gd name="connsiteX79" fmla="*/ 5979671 w 6115796"/>
              <a:gd name="connsiteY79" fmla="*/ 6858000 h 6858000"/>
              <a:gd name="connsiteX80" fmla="*/ 0 w 6115796"/>
              <a:gd name="connsiteY80" fmla="*/ 6858000 h 6858000"/>
              <a:gd name="connsiteX81" fmla="*/ 0 w 6115796"/>
              <a:gd name="connsiteY81"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84061 w 6115796"/>
              <a:gd name="connsiteY36" fmla="*/ 2919216 h 6858000"/>
              <a:gd name="connsiteX37" fmla="*/ 5482415 w 6115796"/>
              <a:gd name="connsiteY37" fmla="*/ 3004079 h 6858000"/>
              <a:gd name="connsiteX38" fmla="*/ 5503944 w 6115796"/>
              <a:gd name="connsiteY38" fmla="*/ 3123335 h 6858000"/>
              <a:gd name="connsiteX39" fmla="*/ 5516007 w 6115796"/>
              <a:gd name="connsiteY39" fmla="*/ 3258473 h 6858000"/>
              <a:gd name="connsiteX40" fmla="*/ 5589758 w 6115796"/>
              <a:gd name="connsiteY40" fmla="*/ 3453699 h 6858000"/>
              <a:gd name="connsiteX41" fmla="*/ 5596144 w 6115796"/>
              <a:gd name="connsiteY41" fmla="*/ 3534624 h 6858000"/>
              <a:gd name="connsiteX42" fmla="*/ 5597750 w 6115796"/>
              <a:gd name="connsiteY42" fmla="*/ 3534129 h 6858000"/>
              <a:gd name="connsiteX43" fmla="*/ 5618377 w 6115796"/>
              <a:gd name="connsiteY43" fmla="*/ 3588431 h 6858000"/>
              <a:gd name="connsiteX44" fmla="*/ 5655472 w 6115796"/>
              <a:gd name="connsiteY44" fmla="*/ 3678877 h 6858000"/>
              <a:gd name="connsiteX45" fmla="*/ 5683015 w 6115796"/>
              <a:gd name="connsiteY45" fmla="*/ 3762025 h 6858000"/>
              <a:gd name="connsiteX46" fmla="*/ 5696643 w 6115796"/>
              <a:gd name="connsiteY46" fmla="*/ 3773888 h 6858000"/>
              <a:gd name="connsiteX47" fmla="*/ 5768491 w 6115796"/>
              <a:gd name="connsiteY47" fmla="*/ 3914399 h 6858000"/>
              <a:gd name="connsiteX48" fmla="*/ 5793123 w 6115796"/>
              <a:gd name="connsiteY48" fmla="*/ 3969952 h 6858000"/>
              <a:gd name="connsiteX49" fmla="*/ 5808321 w 6115796"/>
              <a:gd name="connsiteY49" fmla="*/ 3988153 h 6858000"/>
              <a:gd name="connsiteX50" fmla="*/ 5825621 w 6115796"/>
              <a:gd name="connsiteY50" fmla="*/ 4015525 h 6858000"/>
              <a:gd name="connsiteX51" fmla="*/ 5860672 w 6115796"/>
              <a:gd name="connsiteY51" fmla="*/ 4061579 h 6858000"/>
              <a:gd name="connsiteX52" fmla="*/ 5894095 w 6115796"/>
              <a:gd name="connsiteY52" fmla="*/ 4128857 h 6858000"/>
              <a:gd name="connsiteX53" fmla="*/ 5903513 w 6115796"/>
              <a:gd name="connsiteY53" fmla="*/ 4187661 h 6858000"/>
              <a:gd name="connsiteX54" fmla="*/ 5946705 w 6115796"/>
              <a:gd name="connsiteY54" fmla="*/ 4428051 h 6858000"/>
              <a:gd name="connsiteX55" fmla="*/ 5949261 w 6115796"/>
              <a:gd name="connsiteY55" fmla="*/ 4449185 h 6858000"/>
              <a:gd name="connsiteX56" fmla="*/ 5968960 w 6115796"/>
              <a:gd name="connsiteY56" fmla="*/ 4482655 h 6858000"/>
              <a:gd name="connsiteX57" fmla="*/ 5998138 w 6115796"/>
              <a:gd name="connsiteY57" fmla="*/ 4697518 h 6858000"/>
              <a:gd name="connsiteX58" fmla="*/ 6007819 w 6115796"/>
              <a:gd name="connsiteY58" fmla="*/ 4858148 h 6858000"/>
              <a:gd name="connsiteX59" fmla="*/ 6007749 w 6115796"/>
              <a:gd name="connsiteY59" fmla="*/ 4964715 h 6858000"/>
              <a:gd name="connsiteX60" fmla="*/ 6005269 w 6115796"/>
              <a:gd name="connsiteY60" fmla="*/ 5150567 h 6858000"/>
              <a:gd name="connsiteX61" fmla="*/ 6001127 w 6115796"/>
              <a:gd name="connsiteY61" fmla="*/ 5164609 h 6858000"/>
              <a:gd name="connsiteX62" fmla="*/ 5998514 w 6115796"/>
              <a:gd name="connsiteY62" fmla="*/ 5189673 h 6858000"/>
              <a:gd name="connsiteX63" fmla="*/ 6018409 w 6115796"/>
              <a:gd name="connsiteY63" fmla="*/ 5227157 h 6858000"/>
              <a:gd name="connsiteX64" fmla="*/ 6036748 w 6115796"/>
              <a:gd name="connsiteY64" fmla="*/ 5322752 h 6858000"/>
              <a:gd name="connsiteX65" fmla="*/ 6037677 w 6115796"/>
              <a:gd name="connsiteY65" fmla="*/ 5354807 h 6858000"/>
              <a:gd name="connsiteX66" fmla="*/ 6053435 w 6115796"/>
              <a:gd name="connsiteY66" fmla="*/ 5387547 h 6858000"/>
              <a:gd name="connsiteX67" fmla="*/ 6068640 w 6115796"/>
              <a:gd name="connsiteY67" fmla="*/ 5474503 h 6858000"/>
              <a:gd name="connsiteX68" fmla="*/ 6080922 w 6115796"/>
              <a:gd name="connsiteY68" fmla="*/ 5561070 h 6858000"/>
              <a:gd name="connsiteX69" fmla="*/ 6096949 w 6115796"/>
              <a:gd name="connsiteY69" fmla="*/ 5648179 h 6858000"/>
              <a:gd name="connsiteX70" fmla="*/ 6115796 w 6115796"/>
              <a:gd name="connsiteY70" fmla="*/ 5862844 h 6858000"/>
              <a:gd name="connsiteX71" fmla="*/ 6045436 w 6115796"/>
              <a:gd name="connsiteY71" fmla="*/ 6124480 h 6858000"/>
              <a:gd name="connsiteX72" fmla="*/ 6030489 w 6115796"/>
              <a:gd name="connsiteY72" fmla="*/ 6317666 h 6858000"/>
              <a:gd name="connsiteX73" fmla="*/ 6007492 w 6115796"/>
              <a:gd name="connsiteY73" fmla="*/ 6440818 h 6858000"/>
              <a:gd name="connsiteX74" fmla="*/ 6009467 w 6115796"/>
              <a:gd name="connsiteY74" fmla="*/ 6487076 h 6858000"/>
              <a:gd name="connsiteX75" fmla="*/ 5995064 w 6115796"/>
              <a:gd name="connsiteY75" fmla="*/ 6540791 h 6858000"/>
              <a:gd name="connsiteX76" fmla="*/ 5986207 w 6115796"/>
              <a:gd name="connsiteY76" fmla="*/ 6695855 h 6858000"/>
              <a:gd name="connsiteX77" fmla="*/ 5979428 w 6115796"/>
              <a:gd name="connsiteY77" fmla="*/ 6754678 h 6858000"/>
              <a:gd name="connsiteX78" fmla="*/ 5984543 w 6115796"/>
              <a:gd name="connsiteY78" fmla="*/ 6811016 h 6858000"/>
              <a:gd name="connsiteX79" fmla="*/ 5979671 w 6115796"/>
              <a:gd name="connsiteY79" fmla="*/ 6858000 h 6858000"/>
              <a:gd name="connsiteX80" fmla="*/ 0 w 6115796"/>
              <a:gd name="connsiteY80" fmla="*/ 6858000 h 6858000"/>
              <a:gd name="connsiteX81" fmla="*/ 0 w 6115796"/>
              <a:gd name="connsiteY81"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84061 w 6115796"/>
              <a:gd name="connsiteY36" fmla="*/ 2919216 h 6858000"/>
              <a:gd name="connsiteX37" fmla="*/ 5491940 w 6115796"/>
              <a:gd name="connsiteY37" fmla="*/ 3015985 h 6858000"/>
              <a:gd name="connsiteX38" fmla="*/ 5503944 w 6115796"/>
              <a:gd name="connsiteY38" fmla="*/ 3123335 h 6858000"/>
              <a:gd name="connsiteX39" fmla="*/ 5516007 w 6115796"/>
              <a:gd name="connsiteY39" fmla="*/ 3258473 h 6858000"/>
              <a:gd name="connsiteX40" fmla="*/ 5589758 w 6115796"/>
              <a:gd name="connsiteY40" fmla="*/ 3453699 h 6858000"/>
              <a:gd name="connsiteX41" fmla="*/ 5596144 w 6115796"/>
              <a:gd name="connsiteY41" fmla="*/ 3534624 h 6858000"/>
              <a:gd name="connsiteX42" fmla="*/ 5597750 w 6115796"/>
              <a:gd name="connsiteY42" fmla="*/ 3534129 h 6858000"/>
              <a:gd name="connsiteX43" fmla="*/ 5618377 w 6115796"/>
              <a:gd name="connsiteY43" fmla="*/ 3588431 h 6858000"/>
              <a:gd name="connsiteX44" fmla="*/ 5655472 w 6115796"/>
              <a:gd name="connsiteY44" fmla="*/ 3678877 h 6858000"/>
              <a:gd name="connsiteX45" fmla="*/ 5683015 w 6115796"/>
              <a:gd name="connsiteY45" fmla="*/ 3762025 h 6858000"/>
              <a:gd name="connsiteX46" fmla="*/ 5696643 w 6115796"/>
              <a:gd name="connsiteY46" fmla="*/ 3773888 h 6858000"/>
              <a:gd name="connsiteX47" fmla="*/ 5768491 w 6115796"/>
              <a:gd name="connsiteY47" fmla="*/ 3914399 h 6858000"/>
              <a:gd name="connsiteX48" fmla="*/ 5793123 w 6115796"/>
              <a:gd name="connsiteY48" fmla="*/ 3969952 h 6858000"/>
              <a:gd name="connsiteX49" fmla="*/ 5808321 w 6115796"/>
              <a:gd name="connsiteY49" fmla="*/ 3988153 h 6858000"/>
              <a:gd name="connsiteX50" fmla="*/ 5825621 w 6115796"/>
              <a:gd name="connsiteY50" fmla="*/ 4015525 h 6858000"/>
              <a:gd name="connsiteX51" fmla="*/ 5860672 w 6115796"/>
              <a:gd name="connsiteY51" fmla="*/ 4061579 h 6858000"/>
              <a:gd name="connsiteX52" fmla="*/ 5894095 w 6115796"/>
              <a:gd name="connsiteY52" fmla="*/ 4128857 h 6858000"/>
              <a:gd name="connsiteX53" fmla="*/ 5903513 w 6115796"/>
              <a:gd name="connsiteY53" fmla="*/ 4187661 h 6858000"/>
              <a:gd name="connsiteX54" fmla="*/ 5946705 w 6115796"/>
              <a:gd name="connsiteY54" fmla="*/ 4428051 h 6858000"/>
              <a:gd name="connsiteX55" fmla="*/ 5949261 w 6115796"/>
              <a:gd name="connsiteY55" fmla="*/ 4449185 h 6858000"/>
              <a:gd name="connsiteX56" fmla="*/ 5968960 w 6115796"/>
              <a:gd name="connsiteY56" fmla="*/ 4482655 h 6858000"/>
              <a:gd name="connsiteX57" fmla="*/ 5998138 w 6115796"/>
              <a:gd name="connsiteY57" fmla="*/ 4697518 h 6858000"/>
              <a:gd name="connsiteX58" fmla="*/ 6007819 w 6115796"/>
              <a:gd name="connsiteY58" fmla="*/ 4858148 h 6858000"/>
              <a:gd name="connsiteX59" fmla="*/ 6007749 w 6115796"/>
              <a:gd name="connsiteY59" fmla="*/ 4964715 h 6858000"/>
              <a:gd name="connsiteX60" fmla="*/ 6005269 w 6115796"/>
              <a:gd name="connsiteY60" fmla="*/ 5150567 h 6858000"/>
              <a:gd name="connsiteX61" fmla="*/ 6001127 w 6115796"/>
              <a:gd name="connsiteY61" fmla="*/ 5164609 h 6858000"/>
              <a:gd name="connsiteX62" fmla="*/ 5998514 w 6115796"/>
              <a:gd name="connsiteY62" fmla="*/ 5189673 h 6858000"/>
              <a:gd name="connsiteX63" fmla="*/ 6018409 w 6115796"/>
              <a:gd name="connsiteY63" fmla="*/ 5227157 h 6858000"/>
              <a:gd name="connsiteX64" fmla="*/ 6036748 w 6115796"/>
              <a:gd name="connsiteY64" fmla="*/ 5322752 h 6858000"/>
              <a:gd name="connsiteX65" fmla="*/ 6037677 w 6115796"/>
              <a:gd name="connsiteY65" fmla="*/ 5354807 h 6858000"/>
              <a:gd name="connsiteX66" fmla="*/ 6053435 w 6115796"/>
              <a:gd name="connsiteY66" fmla="*/ 5387547 h 6858000"/>
              <a:gd name="connsiteX67" fmla="*/ 6068640 w 6115796"/>
              <a:gd name="connsiteY67" fmla="*/ 5474503 h 6858000"/>
              <a:gd name="connsiteX68" fmla="*/ 6080922 w 6115796"/>
              <a:gd name="connsiteY68" fmla="*/ 5561070 h 6858000"/>
              <a:gd name="connsiteX69" fmla="*/ 6096949 w 6115796"/>
              <a:gd name="connsiteY69" fmla="*/ 5648179 h 6858000"/>
              <a:gd name="connsiteX70" fmla="*/ 6115796 w 6115796"/>
              <a:gd name="connsiteY70" fmla="*/ 5862844 h 6858000"/>
              <a:gd name="connsiteX71" fmla="*/ 6045436 w 6115796"/>
              <a:gd name="connsiteY71" fmla="*/ 6124480 h 6858000"/>
              <a:gd name="connsiteX72" fmla="*/ 6030489 w 6115796"/>
              <a:gd name="connsiteY72" fmla="*/ 6317666 h 6858000"/>
              <a:gd name="connsiteX73" fmla="*/ 6007492 w 6115796"/>
              <a:gd name="connsiteY73" fmla="*/ 6440818 h 6858000"/>
              <a:gd name="connsiteX74" fmla="*/ 6009467 w 6115796"/>
              <a:gd name="connsiteY74" fmla="*/ 6487076 h 6858000"/>
              <a:gd name="connsiteX75" fmla="*/ 5995064 w 6115796"/>
              <a:gd name="connsiteY75" fmla="*/ 6540791 h 6858000"/>
              <a:gd name="connsiteX76" fmla="*/ 5986207 w 6115796"/>
              <a:gd name="connsiteY76" fmla="*/ 6695855 h 6858000"/>
              <a:gd name="connsiteX77" fmla="*/ 5979428 w 6115796"/>
              <a:gd name="connsiteY77" fmla="*/ 6754678 h 6858000"/>
              <a:gd name="connsiteX78" fmla="*/ 5984543 w 6115796"/>
              <a:gd name="connsiteY78" fmla="*/ 6811016 h 6858000"/>
              <a:gd name="connsiteX79" fmla="*/ 5979671 w 6115796"/>
              <a:gd name="connsiteY79" fmla="*/ 6858000 h 6858000"/>
              <a:gd name="connsiteX80" fmla="*/ 0 w 6115796"/>
              <a:gd name="connsiteY80" fmla="*/ 6858000 h 6858000"/>
              <a:gd name="connsiteX81" fmla="*/ 0 w 6115796"/>
              <a:gd name="connsiteY81"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1214 w 6115796"/>
              <a:gd name="connsiteY27" fmla="*/ 2250944 h 6858000"/>
              <a:gd name="connsiteX28" fmla="*/ 5250644 w 6115796"/>
              <a:gd name="connsiteY28" fmla="*/ 2266619 h 6858000"/>
              <a:gd name="connsiteX29" fmla="*/ 5293877 w 6115796"/>
              <a:gd name="connsiteY29" fmla="*/ 2368649 h 6858000"/>
              <a:gd name="connsiteX30" fmla="*/ 5311338 w 6115796"/>
              <a:gd name="connsiteY30" fmla="*/ 2404034 h 6858000"/>
              <a:gd name="connsiteX31" fmla="*/ 5338366 w 6115796"/>
              <a:gd name="connsiteY31" fmla="*/ 2465052 h 6858000"/>
              <a:gd name="connsiteX32" fmla="*/ 5371263 w 6115796"/>
              <a:gd name="connsiteY32" fmla="*/ 2586413 h 6858000"/>
              <a:gd name="connsiteX33" fmla="*/ 5407503 w 6115796"/>
              <a:gd name="connsiteY33" fmla="*/ 2786290 h 6858000"/>
              <a:gd name="connsiteX34" fmla="*/ 5407356 w 6115796"/>
              <a:gd name="connsiteY34" fmla="*/ 2787545 h 6858000"/>
              <a:gd name="connsiteX35" fmla="*/ 5457023 w 6115796"/>
              <a:gd name="connsiteY35" fmla="*/ 2858292 h 6858000"/>
              <a:gd name="connsiteX36" fmla="*/ 5484061 w 6115796"/>
              <a:gd name="connsiteY36" fmla="*/ 2919216 h 6858000"/>
              <a:gd name="connsiteX37" fmla="*/ 5491940 w 6115796"/>
              <a:gd name="connsiteY37" fmla="*/ 3015985 h 6858000"/>
              <a:gd name="connsiteX38" fmla="*/ 5503944 w 6115796"/>
              <a:gd name="connsiteY38" fmla="*/ 3123335 h 6858000"/>
              <a:gd name="connsiteX39" fmla="*/ 5516007 w 6115796"/>
              <a:gd name="connsiteY39" fmla="*/ 3258473 h 6858000"/>
              <a:gd name="connsiteX40" fmla="*/ 5589758 w 6115796"/>
              <a:gd name="connsiteY40" fmla="*/ 3453699 h 6858000"/>
              <a:gd name="connsiteX41" fmla="*/ 5596144 w 6115796"/>
              <a:gd name="connsiteY41" fmla="*/ 3534624 h 6858000"/>
              <a:gd name="connsiteX42" fmla="*/ 5597750 w 6115796"/>
              <a:gd name="connsiteY42" fmla="*/ 3534129 h 6858000"/>
              <a:gd name="connsiteX43" fmla="*/ 5618377 w 6115796"/>
              <a:gd name="connsiteY43" fmla="*/ 3588431 h 6858000"/>
              <a:gd name="connsiteX44" fmla="*/ 5655472 w 6115796"/>
              <a:gd name="connsiteY44" fmla="*/ 3678877 h 6858000"/>
              <a:gd name="connsiteX45" fmla="*/ 5683015 w 6115796"/>
              <a:gd name="connsiteY45" fmla="*/ 3762025 h 6858000"/>
              <a:gd name="connsiteX46" fmla="*/ 5696643 w 6115796"/>
              <a:gd name="connsiteY46" fmla="*/ 3773888 h 6858000"/>
              <a:gd name="connsiteX47" fmla="*/ 5768491 w 6115796"/>
              <a:gd name="connsiteY47" fmla="*/ 3914399 h 6858000"/>
              <a:gd name="connsiteX48" fmla="*/ 5793123 w 6115796"/>
              <a:gd name="connsiteY48" fmla="*/ 3969952 h 6858000"/>
              <a:gd name="connsiteX49" fmla="*/ 5808321 w 6115796"/>
              <a:gd name="connsiteY49" fmla="*/ 3988153 h 6858000"/>
              <a:gd name="connsiteX50" fmla="*/ 5825621 w 6115796"/>
              <a:gd name="connsiteY50" fmla="*/ 4015525 h 6858000"/>
              <a:gd name="connsiteX51" fmla="*/ 5860672 w 6115796"/>
              <a:gd name="connsiteY51" fmla="*/ 4061579 h 6858000"/>
              <a:gd name="connsiteX52" fmla="*/ 5894095 w 6115796"/>
              <a:gd name="connsiteY52" fmla="*/ 4128857 h 6858000"/>
              <a:gd name="connsiteX53" fmla="*/ 5903513 w 6115796"/>
              <a:gd name="connsiteY53" fmla="*/ 4187661 h 6858000"/>
              <a:gd name="connsiteX54" fmla="*/ 5946705 w 6115796"/>
              <a:gd name="connsiteY54" fmla="*/ 4428051 h 6858000"/>
              <a:gd name="connsiteX55" fmla="*/ 5949261 w 6115796"/>
              <a:gd name="connsiteY55" fmla="*/ 4449185 h 6858000"/>
              <a:gd name="connsiteX56" fmla="*/ 5968960 w 6115796"/>
              <a:gd name="connsiteY56" fmla="*/ 4482655 h 6858000"/>
              <a:gd name="connsiteX57" fmla="*/ 5998138 w 6115796"/>
              <a:gd name="connsiteY57" fmla="*/ 4697518 h 6858000"/>
              <a:gd name="connsiteX58" fmla="*/ 6007819 w 6115796"/>
              <a:gd name="connsiteY58" fmla="*/ 4858148 h 6858000"/>
              <a:gd name="connsiteX59" fmla="*/ 6007749 w 6115796"/>
              <a:gd name="connsiteY59" fmla="*/ 4964715 h 6858000"/>
              <a:gd name="connsiteX60" fmla="*/ 6005269 w 6115796"/>
              <a:gd name="connsiteY60" fmla="*/ 5150567 h 6858000"/>
              <a:gd name="connsiteX61" fmla="*/ 6001127 w 6115796"/>
              <a:gd name="connsiteY61" fmla="*/ 5164609 h 6858000"/>
              <a:gd name="connsiteX62" fmla="*/ 5998514 w 6115796"/>
              <a:gd name="connsiteY62" fmla="*/ 5189673 h 6858000"/>
              <a:gd name="connsiteX63" fmla="*/ 6018409 w 6115796"/>
              <a:gd name="connsiteY63" fmla="*/ 5227157 h 6858000"/>
              <a:gd name="connsiteX64" fmla="*/ 6036748 w 6115796"/>
              <a:gd name="connsiteY64" fmla="*/ 5322752 h 6858000"/>
              <a:gd name="connsiteX65" fmla="*/ 6037677 w 6115796"/>
              <a:gd name="connsiteY65" fmla="*/ 5354807 h 6858000"/>
              <a:gd name="connsiteX66" fmla="*/ 6053435 w 6115796"/>
              <a:gd name="connsiteY66" fmla="*/ 5387547 h 6858000"/>
              <a:gd name="connsiteX67" fmla="*/ 6068640 w 6115796"/>
              <a:gd name="connsiteY67" fmla="*/ 5474503 h 6858000"/>
              <a:gd name="connsiteX68" fmla="*/ 6080922 w 6115796"/>
              <a:gd name="connsiteY68" fmla="*/ 5561070 h 6858000"/>
              <a:gd name="connsiteX69" fmla="*/ 6096949 w 6115796"/>
              <a:gd name="connsiteY69" fmla="*/ 5648179 h 6858000"/>
              <a:gd name="connsiteX70" fmla="*/ 6115796 w 6115796"/>
              <a:gd name="connsiteY70" fmla="*/ 5862844 h 6858000"/>
              <a:gd name="connsiteX71" fmla="*/ 6045436 w 6115796"/>
              <a:gd name="connsiteY71" fmla="*/ 6124480 h 6858000"/>
              <a:gd name="connsiteX72" fmla="*/ 6030489 w 6115796"/>
              <a:gd name="connsiteY72" fmla="*/ 6317666 h 6858000"/>
              <a:gd name="connsiteX73" fmla="*/ 6007492 w 6115796"/>
              <a:gd name="connsiteY73" fmla="*/ 6440818 h 6858000"/>
              <a:gd name="connsiteX74" fmla="*/ 6009467 w 6115796"/>
              <a:gd name="connsiteY74" fmla="*/ 6487076 h 6858000"/>
              <a:gd name="connsiteX75" fmla="*/ 5995064 w 6115796"/>
              <a:gd name="connsiteY75" fmla="*/ 6540791 h 6858000"/>
              <a:gd name="connsiteX76" fmla="*/ 5986207 w 6115796"/>
              <a:gd name="connsiteY76" fmla="*/ 6695855 h 6858000"/>
              <a:gd name="connsiteX77" fmla="*/ 5979428 w 6115796"/>
              <a:gd name="connsiteY77" fmla="*/ 6754678 h 6858000"/>
              <a:gd name="connsiteX78" fmla="*/ 5984543 w 6115796"/>
              <a:gd name="connsiteY78" fmla="*/ 6811016 h 6858000"/>
              <a:gd name="connsiteX79" fmla="*/ 5979671 w 6115796"/>
              <a:gd name="connsiteY79" fmla="*/ 6858000 h 6858000"/>
              <a:gd name="connsiteX80" fmla="*/ 0 w 6115796"/>
              <a:gd name="connsiteY80" fmla="*/ 6858000 h 6858000"/>
              <a:gd name="connsiteX81" fmla="*/ 0 w 6115796"/>
              <a:gd name="connsiteY81"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0104 w 6115796"/>
              <a:gd name="connsiteY26" fmla="*/ 2249166 h 6858000"/>
              <a:gd name="connsiteX27" fmla="*/ 5250644 w 6115796"/>
              <a:gd name="connsiteY27" fmla="*/ 2266619 h 6858000"/>
              <a:gd name="connsiteX28" fmla="*/ 5293877 w 6115796"/>
              <a:gd name="connsiteY28" fmla="*/ 2368649 h 6858000"/>
              <a:gd name="connsiteX29" fmla="*/ 5311338 w 6115796"/>
              <a:gd name="connsiteY29" fmla="*/ 2404034 h 6858000"/>
              <a:gd name="connsiteX30" fmla="*/ 5338366 w 6115796"/>
              <a:gd name="connsiteY30" fmla="*/ 2465052 h 6858000"/>
              <a:gd name="connsiteX31" fmla="*/ 5371263 w 6115796"/>
              <a:gd name="connsiteY31" fmla="*/ 2586413 h 6858000"/>
              <a:gd name="connsiteX32" fmla="*/ 5407503 w 6115796"/>
              <a:gd name="connsiteY32" fmla="*/ 2786290 h 6858000"/>
              <a:gd name="connsiteX33" fmla="*/ 5407356 w 6115796"/>
              <a:gd name="connsiteY33" fmla="*/ 2787545 h 6858000"/>
              <a:gd name="connsiteX34" fmla="*/ 5457023 w 6115796"/>
              <a:gd name="connsiteY34" fmla="*/ 2858292 h 6858000"/>
              <a:gd name="connsiteX35" fmla="*/ 5484061 w 6115796"/>
              <a:gd name="connsiteY35" fmla="*/ 2919216 h 6858000"/>
              <a:gd name="connsiteX36" fmla="*/ 5491940 w 6115796"/>
              <a:gd name="connsiteY36" fmla="*/ 3015985 h 6858000"/>
              <a:gd name="connsiteX37" fmla="*/ 5503944 w 6115796"/>
              <a:gd name="connsiteY37" fmla="*/ 3123335 h 6858000"/>
              <a:gd name="connsiteX38" fmla="*/ 5516007 w 6115796"/>
              <a:gd name="connsiteY38" fmla="*/ 3258473 h 6858000"/>
              <a:gd name="connsiteX39" fmla="*/ 5589758 w 6115796"/>
              <a:gd name="connsiteY39" fmla="*/ 3453699 h 6858000"/>
              <a:gd name="connsiteX40" fmla="*/ 5596144 w 6115796"/>
              <a:gd name="connsiteY40" fmla="*/ 3534624 h 6858000"/>
              <a:gd name="connsiteX41" fmla="*/ 5597750 w 6115796"/>
              <a:gd name="connsiteY41" fmla="*/ 3534129 h 6858000"/>
              <a:gd name="connsiteX42" fmla="*/ 5618377 w 6115796"/>
              <a:gd name="connsiteY42" fmla="*/ 3588431 h 6858000"/>
              <a:gd name="connsiteX43" fmla="*/ 5655472 w 6115796"/>
              <a:gd name="connsiteY43" fmla="*/ 3678877 h 6858000"/>
              <a:gd name="connsiteX44" fmla="*/ 5683015 w 6115796"/>
              <a:gd name="connsiteY44" fmla="*/ 3762025 h 6858000"/>
              <a:gd name="connsiteX45" fmla="*/ 5696643 w 6115796"/>
              <a:gd name="connsiteY45" fmla="*/ 3773888 h 6858000"/>
              <a:gd name="connsiteX46" fmla="*/ 5768491 w 6115796"/>
              <a:gd name="connsiteY46" fmla="*/ 3914399 h 6858000"/>
              <a:gd name="connsiteX47" fmla="*/ 5793123 w 6115796"/>
              <a:gd name="connsiteY47" fmla="*/ 3969952 h 6858000"/>
              <a:gd name="connsiteX48" fmla="*/ 5808321 w 6115796"/>
              <a:gd name="connsiteY48" fmla="*/ 3988153 h 6858000"/>
              <a:gd name="connsiteX49" fmla="*/ 5825621 w 6115796"/>
              <a:gd name="connsiteY49" fmla="*/ 4015525 h 6858000"/>
              <a:gd name="connsiteX50" fmla="*/ 5860672 w 6115796"/>
              <a:gd name="connsiteY50" fmla="*/ 4061579 h 6858000"/>
              <a:gd name="connsiteX51" fmla="*/ 5894095 w 6115796"/>
              <a:gd name="connsiteY51" fmla="*/ 4128857 h 6858000"/>
              <a:gd name="connsiteX52" fmla="*/ 5903513 w 6115796"/>
              <a:gd name="connsiteY52" fmla="*/ 4187661 h 6858000"/>
              <a:gd name="connsiteX53" fmla="*/ 5946705 w 6115796"/>
              <a:gd name="connsiteY53" fmla="*/ 4428051 h 6858000"/>
              <a:gd name="connsiteX54" fmla="*/ 5949261 w 6115796"/>
              <a:gd name="connsiteY54" fmla="*/ 4449185 h 6858000"/>
              <a:gd name="connsiteX55" fmla="*/ 5968960 w 6115796"/>
              <a:gd name="connsiteY55" fmla="*/ 4482655 h 6858000"/>
              <a:gd name="connsiteX56" fmla="*/ 5998138 w 6115796"/>
              <a:gd name="connsiteY56" fmla="*/ 4697518 h 6858000"/>
              <a:gd name="connsiteX57" fmla="*/ 6007819 w 6115796"/>
              <a:gd name="connsiteY57" fmla="*/ 4858148 h 6858000"/>
              <a:gd name="connsiteX58" fmla="*/ 6007749 w 6115796"/>
              <a:gd name="connsiteY58" fmla="*/ 4964715 h 6858000"/>
              <a:gd name="connsiteX59" fmla="*/ 6005269 w 6115796"/>
              <a:gd name="connsiteY59" fmla="*/ 5150567 h 6858000"/>
              <a:gd name="connsiteX60" fmla="*/ 6001127 w 6115796"/>
              <a:gd name="connsiteY60" fmla="*/ 5164609 h 6858000"/>
              <a:gd name="connsiteX61" fmla="*/ 5998514 w 6115796"/>
              <a:gd name="connsiteY61" fmla="*/ 5189673 h 6858000"/>
              <a:gd name="connsiteX62" fmla="*/ 6018409 w 6115796"/>
              <a:gd name="connsiteY62" fmla="*/ 5227157 h 6858000"/>
              <a:gd name="connsiteX63" fmla="*/ 6036748 w 6115796"/>
              <a:gd name="connsiteY63" fmla="*/ 5322752 h 6858000"/>
              <a:gd name="connsiteX64" fmla="*/ 6037677 w 6115796"/>
              <a:gd name="connsiteY64" fmla="*/ 5354807 h 6858000"/>
              <a:gd name="connsiteX65" fmla="*/ 6053435 w 6115796"/>
              <a:gd name="connsiteY65" fmla="*/ 5387547 h 6858000"/>
              <a:gd name="connsiteX66" fmla="*/ 6068640 w 6115796"/>
              <a:gd name="connsiteY66" fmla="*/ 5474503 h 6858000"/>
              <a:gd name="connsiteX67" fmla="*/ 6080922 w 6115796"/>
              <a:gd name="connsiteY67" fmla="*/ 5561070 h 6858000"/>
              <a:gd name="connsiteX68" fmla="*/ 6096949 w 6115796"/>
              <a:gd name="connsiteY68" fmla="*/ 5648179 h 6858000"/>
              <a:gd name="connsiteX69" fmla="*/ 6115796 w 6115796"/>
              <a:gd name="connsiteY69" fmla="*/ 5862844 h 6858000"/>
              <a:gd name="connsiteX70" fmla="*/ 6045436 w 6115796"/>
              <a:gd name="connsiteY70" fmla="*/ 6124480 h 6858000"/>
              <a:gd name="connsiteX71" fmla="*/ 6030489 w 6115796"/>
              <a:gd name="connsiteY71" fmla="*/ 6317666 h 6858000"/>
              <a:gd name="connsiteX72" fmla="*/ 6007492 w 6115796"/>
              <a:gd name="connsiteY72" fmla="*/ 6440818 h 6858000"/>
              <a:gd name="connsiteX73" fmla="*/ 6009467 w 6115796"/>
              <a:gd name="connsiteY73" fmla="*/ 6487076 h 6858000"/>
              <a:gd name="connsiteX74" fmla="*/ 5995064 w 6115796"/>
              <a:gd name="connsiteY74" fmla="*/ 6540791 h 6858000"/>
              <a:gd name="connsiteX75" fmla="*/ 5986207 w 6115796"/>
              <a:gd name="connsiteY75" fmla="*/ 6695855 h 6858000"/>
              <a:gd name="connsiteX76" fmla="*/ 5979428 w 6115796"/>
              <a:gd name="connsiteY76" fmla="*/ 6754678 h 6858000"/>
              <a:gd name="connsiteX77" fmla="*/ 5984543 w 6115796"/>
              <a:gd name="connsiteY77" fmla="*/ 6811016 h 6858000"/>
              <a:gd name="connsiteX78" fmla="*/ 5979671 w 6115796"/>
              <a:gd name="connsiteY78" fmla="*/ 6858000 h 6858000"/>
              <a:gd name="connsiteX79" fmla="*/ 0 w 6115796"/>
              <a:gd name="connsiteY79" fmla="*/ 6858000 h 6858000"/>
              <a:gd name="connsiteX80" fmla="*/ 0 w 6115796"/>
              <a:gd name="connsiteY80"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7248 w 6115796"/>
              <a:gd name="connsiteY26" fmla="*/ 2203922 h 6858000"/>
              <a:gd name="connsiteX27" fmla="*/ 5250644 w 6115796"/>
              <a:gd name="connsiteY27" fmla="*/ 2266619 h 6858000"/>
              <a:gd name="connsiteX28" fmla="*/ 5293877 w 6115796"/>
              <a:gd name="connsiteY28" fmla="*/ 2368649 h 6858000"/>
              <a:gd name="connsiteX29" fmla="*/ 5311338 w 6115796"/>
              <a:gd name="connsiteY29" fmla="*/ 2404034 h 6858000"/>
              <a:gd name="connsiteX30" fmla="*/ 5338366 w 6115796"/>
              <a:gd name="connsiteY30" fmla="*/ 2465052 h 6858000"/>
              <a:gd name="connsiteX31" fmla="*/ 5371263 w 6115796"/>
              <a:gd name="connsiteY31" fmla="*/ 2586413 h 6858000"/>
              <a:gd name="connsiteX32" fmla="*/ 5407503 w 6115796"/>
              <a:gd name="connsiteY32" fmla="*/ 2786290 h 6858000"/>
              <a:gd name="connsiteX33" fmla="*/ 5407356 w 6115796"/>
              <a:gd name="connsiteY33" fmla="*/ 2787545 h 6858000"/>
              <a:gd name="connsiteX34" fmla="*/ 5457023 w 6115796"/>
              <a:gd name="connsiteY34" fmla="*/ 2858292 h 6858000"/>
              <a:gd name="connsiteX35" fmla="*/ 5484061 w 6115796"/>
              <a:gd name="connsiteY35" fmla="*/ 2919216 h 6858000"/>
              <a:gd name="connsiteX36" fmla="*/ 5491940 w 6115796"/>
              <a:gd name="connsiteY36" fmla="*/ 3015985 h 6858000"/>
              <a:gd name="connsiteX37" fmla="*/ 5503944 w 6115796"/>
              <a:gd name="connsiteY37" fmla="*/ 3123335 h 6858000"/>
              <a:gd name="connsiteX38" fmla="*/ 5516007 w 6115796"/>
              <a:gd name="connsiteY38" fmla="*/ 3258473 h 6858000"/>
              <a:gd name="connsiteX39" fmla="*/ 5589758 w 6115796"/>
              <a:gd name="connsiteY39" fmla="*/ 3453699 h 6858000"/>
              <a:gd name="connsiteX40" fmla="*/ 5596144 w 6115796"/>
              <a:gd name="connsiteY40" fmla="*/ 3534624 h 6858000"/>
              <a:gd name="connsiteX41" fmla="*/ 5597750 w 6115796"/>
              <a:gd name="connsiteY41" fmla="*/ 3534129 h 6858000"/>
              <a:gd name="connsiteX42" fmla="*/ 5618377 w 6115796"/>
              <a:gd name="connsiteY42" fmla="*/ 3588431 h 6858000"/>
              <a:gd name="connsiteX43" fmla="*/ 5655472 w 6115796"/>
              <a:gd name="connsiteY43" fmla="*/ 3678877 h 6858000"/>
              <a:gd name="connsiteX44" fmla="*/ 5683015 w 6115796"/>
              <a:gd name="connsiteY44" fmla="*/ 3762025 h 6858000"/>
              <a:gd name="connsiteX45" fmla="*/ 5696643 w 6115796"/>
              <a:gd name="connsiteY45" fmla="*/ 3773888 h 6858000"/>
              <a:gd name="connsiteX46" fmla="*/ 5768491 w 6115796"/>
              <a:gd name="connsiteY46" fmla="*/ 3914399 h 6858000"/>
              <a:gd name="connsiteX47" fmla="*/ 5793123 w 6115796"/>
              <a:gd name="connsiteY47" fmla="*/ 3969952 h 6858000"/>
              <a:gd name="connsiteX48" fmla="*/ 5808321 w 6115796"/>
              <a:gd name="connsiteY48" fmla="*/ 3988153 h 6858000"/>
              <a:gd name="connsiteX49" fmla="*/ 5825621 w 6115796"/>
              <a:gd name="connsiteY49" fmla="*/ 4015525 h 6858000"/>
              <a:gd name="connsiteX50" fmla="*/ 5860672 w 6115796"/>
              <a:gd name="connsiteY50" fmla="*/ 4061579 h 6858000"/>
              <a:gd name="connsiteX51" fmla="*/ 5894095 w 6115796"/>
              <a:gd name="connsiteY51" fmla="*/ 4128857 h 6858000"/>
              <a:gd name="connsiteX52" fmla="*/ 5903513 w 6115796"/>
              <a:gd name="connsiteY52" fmla="*/ 4187661 h 6858000"/>
              <a:gd name="connsiteX53" fmla="*/ 5946705 w 6115796"/>
              <a:gd name="connsiteY53" fmla="*/ 4428051 h 6858000"/>
              <a:gd name="connsiteX54" fmla="*/ 5949261 w 6115796"/>
              <a:gd name="connsiteY54" fmla="*/ 4449185 h 6858000"/>
              <a:gd name="connsiteX55" fmla="*/ 5968960 w 6115796"/>
              <a:gd name="connsiteY55" fmla="*/ 4482655 h 6858000"/>
              <a:gd name="connsiteX56" fmla="*/ 5998138 w 6115796"/>
              <a:gd name="connsiteY56" fmla="*/ 4697518 h 6858000"/>
              <a:gd name="connsiteX57" fmla="*/ 6007819 w 6115796"/>
              <a:gd name="connsiteY57" fmla="*/ 4858148 h 6858000"/>
              <a:gd name="connsiteX58" fmla="*/ 6007749 w 6115796"/>
              <a:gd name="connsiteY58" fmla="*/ 4964715 h 6858000"/>
              <a:gd name="connsiteX59" fmla="*/ 6005269 w 6115796"/>
              <a:gd name="connsiteY59" fmla="*/ 5150567 h 6858000"/>
              <a:gd name="connsiteX60" fmla="*/ 6001127 w 6115796"/>
              <a:gd name="connsiteY60" fmla="*/ 5164609 h 6858000"/>
              <a:gd name="connsiteX61" fmla="*/ 5998514 w 6115796"/>
              <a:gd name="connsiteY61" fmla="*/ 5189673 h 6858000"/>
              <a:gd name="connsiteX62" fmla="*/ 6018409 w 6115796"/>
              <a:gd name="connsiteY62" fmla="*/ 5227157 h 6858000"/>
              <a:gd name="connsiteX63" fmla="*/ 6036748 w 6115796"/>
              <a:gd name="connsiteY63" fmla="*/ 5322752 h 6858000"/>
              <a:gd name="connsiteX64" fmla="*/ 6037677 w 6115796"/>
              <a:gd name="connsiteY64" fmla="*/ 5354807 h 6858000"/>
              <a:gd name="connsiteX65" fmla="*/ 6053435 w 6115796"/>
              <a:gd name="connsiteY65" fmla="*/ 5387547 h 6858000"/>
              <a:gd name="connsiteX66" fmla="*/ 6068640 w 6115796"/>
              <a:gd name="connsiteY66" fmla="*/ 5474503 h 6858000"/>
              <a:gd name="connsiteX67" fmla="*/ 6080922 w 6115796"/>
              <a:gd name="connsiteY67" fmla="*/ 5561070 h 6858000"/>
              <a:gd name="connsiteX68" fmla="*/ 6096949 w 6115796"/>
              <a:gd name="connsiteY68" fmla="*/ 5648179 h 6858000"/>
              <a:gd name="connsiteX69" fmla="*/ 6115796 w 6115796"/>
              <a:gd name="connsiteY69" fmla="*/ 5862844 h 6858000"/>
              <a:gd name="connsiteX70" fmla="*/ 6045436 w 6115796"/>
              <a:gd name="connsiteY70" fmla="*/ 6124480 h 6858000"/>
              <a:gd name="connsiteX71" fmla="*/ 6030489 w 6115796"/>
              <a:gd name="connsiteY71" fmla="*/ 6317666 h 6858000"/>
              <a:gd name="connsiteX72" fmla="*/ 6007492 w 6115796"/>
              <a:gd name="connsiteY72" fmla="*/ 6440818 h 6858000"/>
              <a:gd name="connsiteX73" fmla="*/ 6009467 w 6115796"/>
              <a:gd name="connsiteY73" fmla="*/ 6487076 h 6858000"/>
              <a:gd name="connsiteX74" fmla="*/ 5995064 w 6115796"/>
              <a:gd name="connsiteY74" fmla="*/ 6540791 h 6858000"/>
              <a:gd name="connsiteX75" fmla="*/ 5986207 w 6115796"/>
              <a:gd name="connsiteY75" fmla="*/ 6695855 h 6858000"/>
              <a:gd name="connsiteX76" fmla="*/ 5979428 w 6115796"/>
              <a:gd name="connsiteY76" fmla="*/ 6754678 h 6858000"/>
              <a:gd name="connsiteX77" fmla="*/ 5984543 w 6115796"/>
              <a:gd name="connsiteY77" fmla="*/ 6811016 h 6858000"/>
              <a:gd name="connsiteX78" fmla="*/ 5979671 w 6115796"/>
              <a:gd name="connsiteY78" fmla="*/ 6858000 h 6858000"/>
              <a:gd name="connsiteX79" fmla="*/ 0 w 6115796"/>
              <a:gd name="connsiteY79" fmla="*/ 6858000 h 6858000"/>
              <a:gd name="connsiteX80" fmla="*/ 0 w 6115796"/>
              <a:gd name="connsiteY80"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7248 w 6115796"/>
              <a:gd name="connsiteY26" fmla="*/ 2203922 h 6858000"/>
              <a:gd name="connsiteX27" fmla="*/ 5250644 w 6115796"/>
              <a:gd name="connsiteY27" fmla="*/ 2266619 h 6858000"/>
              <a:gd name="connsiteX28" fmla="*/ 5293877 w 6115796"/>
              <a:gd name="connsiteY28" fmla="*/ 2368649 h 6858000"/>
              <a:gd name="connsiteX29" fmla="*/ 5311338 w 6115796"/>
              <a:gd name="connsiteY29" fmla="*/ 2404034 h 6858000"/>
              <a:gd name="connsiteX30" fmla="*/ 5338366 w 6115796"/>
              <a:gd name="connsiteY30" fmla="*/ 2465052 h 6858000"/>
              <a:gd name="connsiteX31" fmla="*/ 5371263 w 6115796"/>
              <a:gd name="connsiteY31" fmla="*/ 2586413 h 6858000"/>
              <a:gd name="connsiteX32" fmla="*/ 5407503 w 6115796"/>
              <a:gd name="connsiteY32" fmla="*/ 2786290 h 6858000"/>
              <a:gd name="connsiteX33" fmla="*/ 5407356 w 6115796"/>
              <a:gd name="connsiteY33" fmla="*/ 2787545 h 6858000"/>
              <a:gd name="connsiteX34" fmla="*/ 5457023 w 6115796"/>
              <a:gd name="connsiteY34" fmla="*/ 2858292 h 6858000"/>
              <a:gd name="connsiteX35" fmla="*/ 5484061 w 6115796"/>
              <a:gd name="connsiteY35" fmla="*/ 2919216 h 6858000"/>
              <a:gd name="connsiteX36" fmla="*/ 5491940 w 6115796"/>
              <a:gd name="connsiteY36" fmla="*/ 3015985 h 6858000"/>
              <a:gd name="connsiteX37" fmla="*/ 5503944 w 6115796"/>
              <a:gd name="connsiteY37" fmla="*/ 3123335 h 6858000"/>
              <a:gd name="connsiteX38" fmla="*/ 5516007 w 6115796"/>
              <a:gd name="connsiteY38" fmla="*/ 3258473 h 6858000"/>
              <a:gd name="connsiteX39" fmla="*/ 5589758 w 6115796"/>
              <a:gd name="connsiteY39" fmla="*/ 3453699 h 6858000"/>
              <a:gd name="connsiteX40" fmla="*/ 5596144 w 6115796"/>
              <a:gd name="connsiteY40" fmla="*/ 3534624 h 6858000"/>
              <a:gd name="connsiteX41" fmla="*/ 5597750 w 6115796"/>
              <a:gd name="connsiteY41" fmla="*/ 3534129 h 6858000"/>
              <a:gd name="connsiteX42" fmla="*/ 5618377 w 6115796"/>
              <a:gd name="connsiteY42" fmla="*/ 3588431 h 6858000"/>
              <a:gd name="connsiteX43" fmla="*/ 5655472 w 6115796"/>
              <a:gd name="connsiteY43" fmla="*/ 3678877 h 6858000"/>
              <a:gd name="connsiteX44" fmla="*/ 5683015 w 6115796"/>
              <a:gd name="connsiteY44" fmla="*/ 3762025 h 6858000"/>
              <a:gd name="connsiteX45" fmla="*/ 5696643 w 6115796"/>
              <a:gd name="connsiteY45" fmla="*/ 3773888 h 6858000"/>
              <a:gd name="connsiteX46" fmla="*/ 5768491 w 6115796"/>
              <a:gd name="connsiteY46" fmla="*/ 3914399 h 6858000"/>
              <a:gd name="connsiteX47" fmla="*/ 5793123 w 6115796"/>
              <a:gd name="connsiteY47" fmla="*/ 3969952 h 6858000"/>
              <a:gd name="connsiteX48" fmla="*/ 5808321 w 6115796"/>
              <a:gd name="connsiteY48" fmla="*/ 3988153 h 6858000"/>
              <a:gd name="connsiteX49" fmla="*/ 5825621 w 6115796"/>
              <a:gd name="connsiteY49" fmla="*/ 4015525 h 6858000"/>
              <a:gd name="connsiteX50" fmla="*/ 5860672 w 6115796"/>
              <a:gd name="connsiteY50" fmla="*/ 4061579 h 6858000"/>
              <a:gd name="connsiteX51" fmla="*/ 5894095 w 6115796"/>
              <a:gd name="connsiteY51" fmla="*/ 4128857 h 6858000"/>
              <a:gd name="connsiteX52" fmla="*/ 5903513 w 6115796"/>
              <a:gd name="connsiteY52" fmla="*/ 4187661 h 6858000"/>
              <a:gd name="connsiteX53" fmla="*/ 5946705 w 6115796"/>
              <a:gd name="connsiteY53" fmla="*/ 4428051 h 6858000"/>
              <a:gd name="connsiteX54" fmla="*/ 5949261 w 6115796"/>
              <a:gd name="connsiteY54" fmla="*/ 4449185 h 6858000"/>
              <a:gd name="connsiteX55" fmla="*/ 5968960 w 6115796"/>
              <a:gd name="connsiteY55" fmla="*/ 4482655 h 6858000"/>
              <a:gd name="connsiteX56" fmla="*/ 5998138 w 6115796"/>
              <a:gd name="connsiteY56" fmla="*/ 4697518 h 6858000"/>
              <a:gd name="connsiteX57" fmla="*/ 6007819 w 6115796"/>
              <a:gd name="connsiteY57" fmla="*/ 4858148 h 6858000"/>
              <a:gd name="connsiteX58" fmla="*/ 6007749 w 6115796"/>
              <a:gd name="connsiteY58" fmla="*/ 4964715 h 6858000"/>
              <a:gd name="connsiteX59" fmla="*/ 6005269 w 6115796"/>
              <a:gd name="connsiteY59" fmla="*/ 5150567 h 6858000"/>
              <a:gd name="connsiteX60" fmla="*/ 6001127 w 6115796"/>
              <a:gd name="connsiteY60" fmla="*/ 5164609 h 6858000"/>
              <a:gd name="connsiteX61" fmla="*/ 5998514 w 6115796"/>
              <a:gd name="connsiteY61" fmla="*/ 5189673 h 6858000"/>
              <a:gd name="connsiteX62" fmla="*/ 6018409 w 6115796"/>
              <a:gd name="connsiteY62" fmla="*/ 5227157 h 6858000"/>
              <a:gd name="connsiteX63" fmla="*/ 6036748 w 6115796"/>
              <a:gd name="connsiteY63" fmla="*/ 5322752 h 6858000"/>
              <a:gd name="connsiteX64" fmla="*/ 6037677 w 6115796"/>
              <a:gd name="connsiteY64" fmla="*/ 5354807 h 6858000"/>
              <a:gd name="connsiteX65" fmla="*/ 6053435 w 6115796"/>
              <a:gd name="connsiteY65" fmla="*/ 5387547 h 6858000"/>
              <a:gd name="connsiteX66" fmla="*/ 6068640 w 6115796"/>
              <a:gd name="connsiteY66" fmla="*/ 5474503 h 6858000"/>
              <a:gd name="connsiteX67" fmla="*/ 6080922 w 6115796"/>
              <a:gd name="connsiteY67" fmla="*/ 5561070 h 6858000"/>
              <a:gd name="connsiteX68" fmla="*/ 6096949 w 6115796"/>
              <a:gd name="connsiteY68" fmla="*/ 5648179 h 6858000"/>
              <a:gd name="connsiteX69" fmla="*/ 6115796 w 6115796"/>
              <a:gd name="connsiteY69" fmla="*/ 5862844 h 6858000"/>
              <a:gd name="connsiteX70" fmla="*/ 6045436 w 6115796"/>
              <a:gd name="connsiteY70" fmla="*/ 6124480 h 6858000"/>
              <a:gd name="connsiteX71" fmla="*/ 6030489 w 6115796"/>
              <a:gd name="connsiteY71" fmla="*/ 6317666 h 6858000"/>
              <a:gd name="connsiteX72" fmla="*/ 6007492 w 6115796"/>
              <a:gd name="connsiteY72" fmla="*/ 6440818 h 6858000"/>
              <a:gd name="connsiteX73" fmla="*/ 6009467 w 6115796"/>
              <a:gd name="connsiteY73" fmla="*/ 6487076 h 6858000"/>
              <a:gd name="connsiteX74" fmla="*/ 5995064 w 6115796"/>
              <a:gd name="connsiteY74" fmla="*/ 6540791 h 6858000"/>
              <a:gd name="connsiteX75" fmla="*/ 5986207 w 6115796"/>
              <a:gd name="connsiteY75" fmla="*/ 6695855 h 6858000"/>
              <a:gd name="connsiteX76" fmla="*/ 5979428 w 6115796"/>
              <a:gd name="connsiteY76" fmla="*/ 6754678 h 6858000"/>
              <a:gd name="connsiteX77" fmla="*/ 5984543 w 6115796"/>
              <a:gd name="connsiteY77" fmla="*/ 6811016 h 6858000"/>
              <a:gd name="connsiteX78" fmla="*/ 5979671 w 6115796"/>
              <a:gd name="connsiteY78" fmla="*/ 6858000 h 6858000"/>
              <a:gd name="connsiteX79" fmla="*/ 0 w 6115796"/>
              <a:gd name="connsiteY79" fmla="*/ 6858000 h 6858000"/>
              <a:gd name="connsiteX80" fmla="*/ 0 w 6115796"/>
              <a:gd name="connsiteY80"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7248 w 6115796"/>
              <a:gd name="connsiteY26" fmla="*/ 2203922 h 6858000"/>
              <a:gd name="connsiteX27" fmla="*/ 5262551 w 6115796"/>
              <a:gd name="connsiteY27" fmla="*/ 2288050 h 6858000"/>
              <a:gd name="connsiteX28" fmla="*/ 5293877 w 6115796"/>
              <a:gd name="connsiteY28" fmla="*/ 2368649 h 6858000"/>
              <a:gd name="connsiteX29" fmla="*/ 5311338 w 6115796"/>
              <a:gd name="connsiteY29" fmla="*/ 2404034 h 6858000"/>
              <a:gd name="connsiteX30" fmla="*/ 5338366 w 6115796"/>
              <a:gd name="connsiteY30" fmla="*/ 2465052 h 6858000"/>
              <a:gd name="connsiteX31" fmla="*/ 5371263 w 6115796"/>
              <a:gd name="connsiteY31" fmla="*/ 2586413 h 6858000"/>
              <a:gd name="connsiteX32" fmla="*/ 5407503 w 6115796"/>
              <a:gd name="connsiteY32" fmla="*/ 2786290 h 6858000"/>
              <a:gd name="connsiteX33" fmla="*/ 5407356 w 6115796"/>
              <a:gd name="connsiteY33" fmla="*/ 2787545 h 6858000"/>
              <a:gd name="connsiteX34" fmla="*/ 5457023 w 6115796"/>
              <a:gd name="connsiteY34" fmla="*/ 2858292 h 6858000"/>
              <a:gd name="connsiteX35" fmla="*/ 5484061 w 6115796"/>
              <a:gd name="connsiteY35" fmla="*/ 2919216 h 6858000"/>
              <a:gd name="connsiteX36" fmla="*/ 5491940 w 6115796"/>
              <a:gd name="connsiteY36" fmla="*/ 3015985 h 6858000"/>
              <a:gd name="connsiteX37" fmla="*/ 5503944 w 6115796"/>
              <a:gd name="connsiteY37" fmla="*/ 3123335 h 6858000"/>
              <a:gd name="connsiteX38" fmla="*/ 5516007 w 6115796"/>
              <a:gd name="connsiteY38" fmla="*/ 3258473 h 6858000"/>
              <a:gd name="connsiteX39" fmla="*/ 5589758 w 6115796"/>
              <a:gd name="connsiteY39" fmla="*/ 3453699 h 6858000"/>
              <a:gd name="connsiteX40" fmla="*/ 5596144 w 6115796"/>
              <a:gd name="connsiteY40" fmla="*/ 3534624 h 6858000"/>
              <a:gd name="connsiteX41" fmla="*/ 5597750 w 6115796"/>
              <a:gd name="connsiteY41" fmla="*/ 3534129 h 6858000"/>
              <a:gd name="connsiteX42" fmla="*/ 5618377 w 6115796"/>
              <a:gd name="connsiteY42" fmla="*/ 3588431 h 6858000"/>
              <a:gd name="connsiteX43" fmla="*/ 5655472 w 6115796"/>
              <a:gd name="connsiteY43" fmla="*/ 3678877 h 6858000"/>
              <a:gd name="connsiteX44" fmla="*/ 5683015 w 6115796"/>
              <a:gd name="connsiteY44" fmla="*/ 3762025 h 6858000"/>
              <a:gd name="connsiteX45" fmla="*/ 5696643 w 6115796"/>
              <a:gd name="connsiteY45" fmla="*/ 3773888 h 6858000"/>
              <a:gd name="connsiteX46" fmla="*/ 5768491 w 6115796"/>
              <a:gd name="connsiteY46" fmla="*/ 3914399 h 6858000"/>
              <a:gd name="connsiteX47" fmla="*/ 5793123 w 6115796"/>
              <a:gd name="connsiteY47" fmla="*/ 3969952 h 6858000"/>
              <a:gd name="connsiteX48" fmla="*/ 5808321 w 6115796"/>
              <a:gd name="connsiteY48" fmla="*/ 3988153 h 6858000"/>
              <a:gd name="connsiteX49" fmla="*/ 5825621 w 6115796"/>
              <a:gd name="connsiteY49" fmla="*/ 4015525 h 6858000"/>
              <a:gd name="connsiteX50" fmla="*/ 5860672 w 6115796"/>
              <a:gd name="connsiteY50" fmla="*/ 4061579 h 6858000"/>
              <a:gd name="connsiteX51" fmla="*/ 5894095 w 6115796"/>
              <a:gd name="connsiteY51" fmla="*/ 4128857 h 6858000"/>
              <a:gd name="connsiteX52" fmla="*/ 5903513 w 6115796"/>
              <a:gd name="connsiteY52" fmla="*/ 4187661 h 6858000"/>
              <a:gd name="connsiteX53" fmla="*/ 5946705 w 6115796"/>
              <a:gd name="connsiteY53" fmla="*/ 4428051 h 6858000"/>
              <a:gd name="connsiteX54" fmla="*/ 5949261 w 6115796"/>
              <a:gd name="connsiteY54" fmla="*/ 4449185 h 6858000"/>
              <a:gd name="connsiteX55" fmla="*/ 5968960 w 6115796"/>
              <a:gd name="connsiteY55" fmla="*/ 4482655 h 6858000"/>
              <a:gd name="connsiteX56" fmla="*/ 5998138 w 6115796"/>
              <a:gd name="connsiteY56" fmla="*/ 4697518 h 6858000"/>
              <a:gd name="connsiteX57" fmla="*/ 6007819 w 6115796"/>
              <a:gd name="connsiteY57" fmla="*/ 4858148 h 6858000"/>
              <a:gd name="connsiteX58" fmla="*/ 6007749 w 6115796"/>
              <a:gd name="connsiteY58" fmla="*/ 4964715 h 6858000"/>
              <a:gd name="connsiteX59" fmla="*/ 6005269 w 6115796"/>
              <a:gd name="connsiteY59" fmla="*/ 5150567 h 6858000"/>
              <a:gd name="connsiteX60" fmla="*/ 6001127 w 6115796"/>
              <a:gd name="connsiteY60" fmla="*/ 5164609 h 6858000"/>
              <a:gd name="connsiteX61" fmla="*/ 5998514 w 6115796"/>
              <a:gd name="connsiteY61" fmla="*/ 5189673 h 6858000"/>
              <a:gd name="connsiteX62" fmla="*/ 6018409 w 6115796"/>
              <a:gd name="connsiteY62" fmla="*/ 5227157 h 6858000"/>
              <a:gd name="connsiteX63" fmla="*/ 6036748 w 6115796"/>
              <a:gd name="connsiteY63" fmla="*/ 5322752 h 6858000"/>
              <a:gd name="connsiteX64" fmla="*/ 6037677 w 6115796"/>
              <a:gd name="connsiteY64" fmla="*/ 5354807 h 6858000"/>
              <a:gd name="connsiteX65" fmla="*/ 6053435 w 6115796"/>
              <a:gd name="connsiteY65" fmla="*/ 5387547 h 6858000"/>
              <a:gd name="connsiteX66" fmla="*/ 6068640 w 6115796"/>
              <a:gd name="connsiteY66" fmla="*/ 5474503 h 6858000"/>
              <a:gd name="connsiteX67" fmla="*/ 6080922 w 6115796"/>
              <a:gd name="connsiteY67" fmla="*/ 5561070 h 6858000"/>
              <a:gd name="connsiteX68" fmla="*/ 6096949 w 6115796"/>
              <a:gd name="connsiteY68" fmla="*/ 5648179 h 6858000"/>
              <a:gd name="connsiteX69" fmla="*/ 6115796 w 6115796"/>
              <a:gd name="connsiteY69" fmla="*/ 5862844 h 6858000"/>
              <a:gd name="connsiteX70" fmla="*/ 6045436 w 6115796"/>
              <a:gd name="connsiteY70" fmla="*/ 6124480 h 6858000"/>
              <a:gd name="connsiteX71" fmla="*/ 6030489 w 6115796"/>
              <a:gd name="connsiteY71" fmla="*/ 6317666 h 6858000"/>
              <a:gd name="connsiteX72" fmla="*/ 6007492 w 6115796"/>
              <a:gd name="connsiteY72" fmla="*/ 6440818 h 6858000"/>
              <a:gd name="connsiteX73" fmla="*/ 6009467 w 6115796"/>
              <a:gd name="connsiteY73" fmla="*/ 6487076 h 6858000"/>
              <a:gd name="connsiteX74" fmla="*/ 5995064 w 6115796"/>
              <a:gd name="connsiteY74" fmla="*/ 6540791 h 6858000"/>
              <a:gd name="connsiteX75" fmla="*/ 5986207 w 6115796"/>
              <a:gd name="connsiteY75" fmla="*/ 6695855 h 6858000"/>
              <a:gd name="connsiteX76" fmla="*/ 5979428 w 6115796"/>
              <a:gd name="connsiteY76" fmla="*/ 6754678 h 6858000"/>
              <a:gd name="connsiteX77" fmla="*/ 5984543 w 6115796"/>
              <a:gd name="connsiteY77" fmla="*/ 6811016 h 6858000"/>
              <a:gd name="connsiteX78" fmla="*/ 5979671 w 6115796"/>
              <a:gd name="connsiteY78" fmla="*/ 6858000 h 6858000"/>
              <a:gd name="connsiteX79" fmla="*/ 0 w 6115796"/>
              <a:gd name="connsiteY79" fmla="*/ 6858000 h 6858000"/>
              <a:gd name="connsiteX80" fmla="*/ 0 w 6115796"/>
              <a:gd name="connsiteY80"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6931 w 6115796"/>
              <a:gd name="connsiteY23" fmla="*/ 1866147 h 6858000"/>
              <a:gd name="connsiteX24" fmla="*/ 5255696 w 6115796"/>
              <a:gd name="connsiteY24" fmla="*/ 1953770 h 6858000"/>
              <a:gd name="connsiteX25" fmla="*/ 5252592 w 6115796"/>
              <a:gd name="connsiteY25" fmla="*/ 2092210 h 6858000"/>
              <a:gd name="connsiteX26" fmla="*/ 5257248 w 6115796"/>
              <a:gd name="connsiteY26" fmla="*/ 2203922 h 6858000"/>
              <a:gd name="connsiteX27" fmla="*/ 5262551 w 6115796"/>
              <a:gd name="connsiteY27" fmla="*/ 2288050 h 6858000"/>
              <a:gd name="connsiteX28" fmla="*/ 5293877 w 6115796"/>
              <a:gd name="connsiteY28" fmla="*/ 2368649 h 6858000"/>
              <a:gd name="connsiteX29" fmla="*/ 5311338 w 6115796"/>
              <a:gd name="connsiteY29" fmla="*/ 2404034 h 6858000"/>
              <a:gd name="connsiteX30" fmla="*/ 5338366 w 6115796"/>
              <a:gd name="connsiteY30" fmla="*/ 2465052 h 6858000"/>
              <a:gd name="connsiteX31" fmla="*/ 5371263 w 6115796"/>
              <a:gd name="connsiteY31" fmla="*/ 2586413 h 6858000"/>
              <a:gd name="connsiteX32" fmla="*/ 5407503 w 6115796"/>
              <a:gd name="connsiteY32" fmla="*/ 2786290 h 6858000"/>
              <a:gd name="connsiteX33" fmla="*/ 5407356 w 6115796"/>
              <a:gd name="connsiteY33" fmla="*/ 2787545 h 6858000"/>
              <a:gd name="connsiteX34" fmla="*/ 5457023 w 6115796"/>
              <a:gd name="connsiteY34" fmla="*/ 2858292 h 6858000"/>
              <a:gd name="connsiteX35" fmla="*/ 5484061 w 6115796"/>
              <a:gd name="connsiteY35" fmla="*/ 2919216 h 6858000"/>
              <a:gd name="connsiteX36" fmla="*/ 5491940 w 6115796"/>
              <a:gd name="connsiteY36" fmla="*/ 3015985 h 6858000"/>
              <a:gd name="connsiteX37" fmla="*/ 5503944 w 6115796"/>
              <a:gd name="connsiteY37" fmla="*/ 3123335 h 6858000"/>
              <a:gd name="connsiteX38" fmla="*/ 5516007 w 6115796"/>
              <a:gd name="connsiteY38" fmla="*/ 3258473 h 6858000"/>
              <a:gd name="connsiteX39" fmla="*/ 5589758 w 6115796"/>
              <a:gd name="connsiteY39" fmla="*/ 3453699 h 6858000"/>
              <a:gd name="connsiteX40" fmla="*/ 5596144 w 6115796"/>
              <a:gd name="connsiteY40" fmla="*/ 3534624 h 6858000"/>
              <a:gd name="connsiteX41" fmla="*/ 5597750 w 6115796"/>
              <a:gd name="connsiteY41" fmla="*/ 3534129 h 6858000"/>
              <a:gd name="connsiteX42" fmla="*/ 5618377 w 6115796"/>
              <a:gd name="connsiteY42" fmla="*/ 3588431 h 6858000"/>
              <a:gd name="connsiteX43" fmla="*/ 5655472 w 6115796"/>
              <a:gd name="connsiteY43" fmla="*/ 3678877 h 6858000"/>
              <a:gd name="connsiteX44" fmla="*/ 5683015 w 6115796"/>
              <a:gd name="connsiteY44" fmla="*/ 3762025 h 6858000"/>
              <a:gd name="connsiteX45" fmla="*/ 5696643 w 6115796"/>
              <a:gd name="connsiteY45" fmla="*/ 3773888 h 6858000"/>
              <a:gd name="connsiteX46" fmla="*/ 5768491 w 6115796"/>
              <a:gd name="connsiteY46" fmla="*/ 3914399 h 6858000"/>
              <a:gd name="connsiteX47" fmla="*/ 5793123 w 6115796"/>
              <a:gd name="connsiteY47" fmla="*/ 3969952 h 6858000"/>
              <a:gd name="connsiteX48" fmla="*/ 5808321 w 6115796"/>
              <a:gd name="connsiteY48" fmla="*/ 3988153 h 6858000"/>
              <a:gd name="connsiteX49" fmla="*/ 5825621 w 6115796"/>
              <a:gd name="connsiteY49" fmla="*/ 4015525 h 6858000"/>
              <a:gd name="connsiteX50" fmla="*/ 5860672 w 6115796"/>
              <a:gd name="connsiteY50" fmla="*/ 4061579 h 6858000"/>
              <a:gd name="connsiteX51" fmla="*/ 5894095 w 6115796"/>
              <a:gd name="connsiteY51" fmla="*/ 4128857 h 6858000"/>
              <a:gd name="connsiteX52" fmla="*/ 5903513 w 6115796"/>
              <a:gd name="connsiteY52" fmla="*/ 4187661 h 6858000"/>
              <a:gd name="connsiteX53" fmla="*/ 5946705 w 6115796"/>
              <a:gd name="connsiteY53" fmla="*/ 4428051 h 6858000"/>
              <a:gd name="connsiteX54" fmla="*/ 5949261 w 6115796"/>
              <a:gd name="connsiteY54" fmla="*/ 4449185 h 6858000"/>
              <a:gd name="connsiteX55" fmla="*/ 5968960 w 6115796"/>
              <a:gd name="connsiteY55" fmla="*/ 4482655 h 6858000"/>
              <a:gd name="connsiteX56" fmla="*/ 5998138 w 6115796"/>
              <a:gd name="connsiteY56" fmla="*/ 4697518 h 6858000"/>
              <a:gd name="connsiteX57" fmla="*/ 6007819 w 6115796"/>
              <a:gd name="connsiteY57" fmla="*/ 4858148 h 6858000"/>
              <a:gd name="connsiteX58" fmla="*/ 6007749 w 6115796"/>
              <a:gd name="connsiteY58" fmla="*/ 4964715 h 6858000"/>
              <a:gd name="connsiteX59" fmla="*/ 6005269 w 6115796"/>
              <a:gd name="connsiteY59" fmla="*/ 5150567 h 6858000"/>
              <a:gd name="connsiteX60" fmla="*/ 6001127 w 6115796"/>
              <a:gd name="connsiteY60" fmla="*/ 5164609 h 6858000"/>
              <a:gd name="connsiteX61" fmla="*/ 5998514 w 6115796"/>
              <a:gd name="connsiteY61" fmla="*/ 5189673 h 6858000"/>
              <a:gd name="connsiteX62" fmla="*/ 6018409 w 6115796"/>
              <a:gd name="connsiteY62" fmla="*/ 5227157 h 6858000"/>
              <a:gd name="connsiteX63" fmla="*/ 6036748 w 6115796"/>
              <a:gd name="connsiteY63" fmla="*/ 5322752 h 6858000"/>
              <a:gd name="connsiteX64" fmla="*/ 6037677 w 6115796"/>
              <a:gd name="connsiteY64" fmla="*/ 5354807 h 6858000"/>
              <a:gd name="connsiteX65" fmla="*/ 6053435 w 6115796"/>
              <a:gd name="connsiteY65" fmla="*/ 5387547 h 6858000"/>
              <a:gd name="connsiteX66" fmla="*/ 6068640 w 6115796"/>
              <a:gd name="connsiteY66" fmla="*/ 5474503 h 6858000"/>
              <a:gd name="connsiteX67" fmla="*/ 6080922 w 6115796"/>
              <a:gd name="connsiteY67" fmla="*/ 5561070 h 6858000"/>
              <a:gd name="connsiteX68" fmla="*/ 6096949 w 6115796"/>
              <a:gd name="connsiteY68" fmla="*/ 5648179 h 6858000"/>
              <a:gd name="connsiteX69" fmla="*/ 6115796 w 6115796"/>
              <a:gd name="connsiteY69" fmla="*/ 5862844 h 6858000"/>
              <a:gd name="connsiteX70" fmla="*/ 6045436 w 6115796"/>
              <a:gd name="connsiteY70" fmla="*/ 6124480 h 6858000"/>
              <a:gd name="connsiteX71" fmla="*/ 6030489 w 6115796"/>
              <a:gd name="connsiteY71" fmla="*/ 6317666 h 6858000"/>
              <a:gd name="connsiteX72" fmla="*/ 6007492 w 6115796"/>
              <a:gd name="connsiteY72" fmla="*/ 6440818 h 6858000"/>
              <a:gd name="connsiteX73" fmla="*/ 6009467 w 6115796"/>
              <a:gd name="connsiteY73" fmla="*/ 6487076 h 6858000"/>
              <a:gd name="connsiteX74" fmla="*/ 5995064 w 6115796"/>
              <a:gd name="connsiteY74" fmla="*/ 6540791 h 6858000"/>
              <a:gd name="connsiteX75" fmla="*/ 5986207 w 6115796"/>
              <a:gd name="connsiteY75" fmla="*/ 6695855 h 6858000"/>
              <a:gd name="connsiteX76" fmla="*/ 5979428 w 6115796"/>
              <a:gd name="connsiteY76" fmla="*/ 6754678 h 6858000"/>
              <a:gd name="connsiteX77" fmla="*/ 5984543 w 6115796"/>
              <a:gd name="connsiteY77" fmla="*/ 6811016 h 6858000"/>
              <a:gd name="connsiteX78" fmla="*/ 5979671 w 6115796"/>
              <a:gd name="connsiteY78" fmla="*/ 6858000 h 6858000"/>
              <a:gd name="connsiteX79" fmla="*/ 0 w 6115796"/>
              <a:gd name="connsiteY79" fmla="*/ 6858000 h 6858000"/>
              <a:gd name="connsiteX80" fmla="*/ 0 w 6115796"/>
              <a:gd name="connsiteY80"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31437 w 6115796"/>
              <a:gd name="connsiteY18" fmla="*/ 1373779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4549 w 6115796"/>
              <a:gd name="connsiteY23" fmla="*/ 1837572 h 6858000"/>
              <a:gd name="connsiteX24" fmla="*/ 5255696 w 6115796"/>
              <a:gd name="connsiteY24" fmla="*/ 1953770 h 6858000"/>
              <a:gd name="connsiteX25" fmla="*/ 5252592 w 6115796"/>
              <a:gd name="connsiteY25" fmla="*/ 2092210 h 6858000"/>
              <a:gd name="connsiteX26" fmla="*/ 5257248 w 6115796"/>
              <a:gd name="connsiteY26" fmla="*/ 2203922 h 6858000"/>
              <a:gd name="connsiteX27" fmla="*/ 5262551 w 6115796"/>
              <a:gd name="connsiteY27" fmla="*/ 2288050 h 6858000"/>
              <a:gd name="connsiteX28" fmla="*/ 5293877 w 6115796"/>
              <a:gd name="connsiteY28" fmla="*/ 2368649 h 6858000"/>
              <a:gd name="connsiteX29" fmla="*/ 5311338 w 6115796"/>
              <a:gd name="connsiteY29" fmla="*/ 2404034 h 6858000"/>
              <a:gd name="connsiteX30" fmla="*/ 5338366 w 6115796"/>
              <a:gd name="connsiteY30" fmla="*/ 2465052 h 6858000"/>
              <a:gd name="connsiteX31" fmla="*/ 5371263 w 6115796"/>
              <a:gd name="connsiteY31" fmla="*/ 2586413 h 6858000"/>
              <a:gd name="connsiteX32" fmla="*/ 5407503 w 6115796"/>
              <a:gd name="connsiteY32" fmla="*/ 2786290 h 6858000"/>
              <a:gd name="connsiteX33" fmla="*/ 5407356 w 6115796"/>
              <a:gd name="connsiteY33" fmla="*/ 2787545 h 6858000"/>
              <a:gd name="connsiteX34" fmla="*/ 5457023 w 6115796"/>
              <a:gd name="connsiteY34" fmla="*/ 2858292 h 6858000"/>
              <a:gd name="connsiteX35" fmla="*/ 5484061 w 6115796"/>
              <a:gd name="connsiteY35" fmla="*/ 2919216 h 6858000"/>
              <a:gd name="connsiteX36" fmla="*/ 5491940 w 6115796"/>
              <a:gd name="connsiteY36" fmla="*/ 3015985 h 6858000"/>
              <a:gd name="connsiteX37" fmla="*/ 5503944 w 6115796"/>
              <a:gd name="connsiteY37" fmla="*/ 3123335 h 6858000"/>
              <a:gd name="connsiteX38" fmla="*/ 5516007 w 6115796"/>
              <a:gd name="connsiteY38" fmla="*/ 3258473 h 6858000"/>
              <a:gd name="connsiteX39" fmla="*/ 5589758 w 6115796"/>
              <a:gd name="connsiteY39" fmla="*/ 3453699 h 6858000"/>
              <a:gd name="connsiteX40" fmla="*/ 5596144 w 6115796"/>
              <a:gd name="connsiteY40" fmla="*/ 3534624 h 6858000"/>
              <a:gd name="connsiteX41" fmla="*/ 5597750 w 6115796"/>
              <a:gd name="connsiteY41" fmla="*/ 3534129 h 6858000"/>
              <a:gd name="connsiteX42" fmla="*/ 5618377 w 6115796"/>
              <a:gd name="connsiteY42" fmla="*/ 3588431 h 6858000"/>
              <a:gd name="connsiteX43" fmla="*/ 5655472 w 6115796"/>
              <a:gd name="connsiteY43" fmla="*/ 3678877 h 6858000"/>
              <a:gd name="connsiteX44" fmla="*/ 5683015 w 6115796"/>
              <a:gd name="connsiteY44" fmla="*/ 3762025 h 6858000"/>
              <a:gd name="connsiteX45" fmla="*/ 5696643 w 6115796"/>
              <a:gd name="connsiteY45" fmla="*/ 3773888 h 6858000"/>
              <a:gd name="connsiteX46" fmla="*/ 5768491 w 6115796"/>
              <a:gd name="connsiteY46" fmla="*/ 3914399 h 6858000"/>
              <a:gd name="connsiteX47" fmla="*/ 5793123 w 6115796"/>
              <a:gd name="connsiteY47" fmla="*/ 3969952 h 6858000"/>
              <a:gd name="connsiteX48" fmla="*/ 5808321 w 6115796"/>
              <a:gd name="connsiteY48" fmla="*/ 3988153 h 6858000"/>
              <a:gd name="connsiteX49" fmla="*/ 5825621 w 6115796"/>
              <a:gd name="connsiteY49" fmla="*/ 4015525 h 6858000"/>
              <a:gd name="connsiteX50" fmla="*/ 5860672 w 6115796"/>
              <a:gd name="connsiteY50" fmla="*/ 4061579 h 6858000"/>
              <a:gd name="connsiteX51" fmla="*/ 5894095 w 6115796"/>
              <a:gd name="connsiteY51" fmla="*/ 4128857 h 6858000"/>
              <a:gd name="connsiteX52" fmla="*/ 5903513 w 6115796"/>
              <a:gd name="connsiteY52" fmla="*/ 4187661 h 6858000"/>
              <a:gd name="connsiteX53" fmla="*/ 5946705 w 6115796"/>
              <a:gd name="connsiteY53" fmla="*/ 4428051 h 6858000"/>
              <a:gd name="connsiteX54" fmla="*/ 5949261 w 6115796"/>
              <a:gd name="connsiteY54" fmla="*/ 4449185 h 6858000"/>
              <a:gd name="connsiteX55" fmla="*/ 5968960 w 6115796"/>
              <a:gd name="connsiteY55" fmla="*/ 4482655 h 6858000"/>
              <a:gd name="connsiteX56" fmla="*/ 5998138 w 6115796"/>
              <a:gd name="connsiteY56" fmla="*/ 4697518 h 6858000"/>
              <a:gd name="connsiteX57" fmla="*/ 6007819 w 6115796"/>
              <a:gd name="connsiteY57" fmla="*/ 4858148 h 6858000"/>
              <a:gd name="connsiteX58" fmla="*/ 6007749 w 6115796"/>
              <a:gd name="connsiteY58" fmla="*/ 4964715 h 6858000"/>
              <a:gd name="connsiteX59" fmla="*/ 6005269 w 6115796"/>
              <a:gd name="connsiteY59" fmla="*/ 5150567 h 6858000"/>
              <a:gd name="connsiteX60" fmla="*/ 6001127 w 6115796"/>
              <a:gd name="connsiteY60" fmla="*/ 5164609 h 6858000"/>
              <a:gd name="connsiteX61" fmla="*/ 5998514 w 6115796"/>
              <a:gd name="connsiteY61" fmla="*/ 5189673 h 6858000"/>
              <a:gd name="connsiteX62" fmla="*/ 6018409 w 6115796"/>
              <a:gd name="connsiteY62" fmla="*/ 5227157 h 6858000"/>
              <a:gd name="connsiteX63" fmla="*/ 6036748 w 6115796"/>
              <a:gd name="connsiteY63" fmla="*/ 5322752 h 6858000"/>
              <a:gd name="connsiteX64" fmla="*/ 6037677 w 6115796"/>
              <a:gd name="connsiteY64" fmla="*/ 5354807 h 6858000"/>
              <a:gd name="connsiteX65" fmla="*/ 6053435 w 6115796"/>
              <a:gd name="connsiteY65" fmla="*/ 5387547 h 6858000"/>
              <a:gd name="connsiteX66" fmla="*/ 6068640 w 6115796"/>
              <a:gd name="connsiteY66" fmla="*/ 5474503 h 6858000"/>
              <a:gd name="connsiteX67" fmla="*/ 6080922 w 6115796"/>
              <a:gd name="connsiteY67" fmla="*/ 5561070 h 6858000"/>
              <a:gd name="connsiteX68" fmla="*/ 6096949 w 6115796"/>
              <a:gd name="connsiteY68" fmla="*/ 5648179 h 6858000"/>
              <a:gd name="connsiteX69" fmla="*/ 6115796 w 6115796"/>
              <a:gd name="connsiteY69" fmla="*/ 5862844 h 6858000"/>
              <a:gd name="connsiteX70" fmla="*/ 6045436 w 6115796"/>
              <a:gd name="connsiteY70" fmla="*/ 6124480 h 6858000"/>
              <a:gd name="connsiteX71" fmla="*/ 6030489 w 6115796"/>
              <a:gd name="connsiteY71" fmla="*/ 6317666 h 6858000"/>
              <a:gd name="connsiteX72" fmla="*/ 6007492 w 6115796"/>
              <a:gd name="connsiteY72" fmla="*/ 6440818 h 6858000"/>
              <a:gd name="connsiteX73" fmla="*/ 6009467 w 6115796"/>
              <a:gd name="connsiteY73" fmla="*/ 6487076 h 6858000"/>
              <a:gd name="connsiteX74" fmla="*/ 5995064 w 6115796"/>
              <a:gd name="connsiteY74" fmla="*/ 6540791 h 6858000"/>
              <a:gd name="connsiteX75" fmla="*/ 5986207 w 6115796"/>
              <a:gd name="connsiteY75" fmla="*/ 6695855 h 6858000"/>
              <a:gd name="connsiteX76" fmla="*/ 5979428 w 6115796"/>
              <a:gd name="connsiteY76" fmla="*/ 6754678 h 6858000"/>
              <a:gd name="connsiteX77" fmla="*/ 5984543 w 6115796"/>
              <a:gd name="connsiteY77" fmla="*/ 6811016 h 6858000"/>
              <a:gd name="connsiteX78" fmla="*/ 5979671 w 6115796"/>
              <a:gd name="connsiteY78" fmla="*/ 6858000 h 6858000"/>
              <a:gd name="connsiteX79" fmla="*/ 0 w 6115796"/>
              <a:gd name="connsiteY79" fmla="*/ 6858000 h 6858000"/>
              <a:gd name="connsiteX80" fmla="*/ 0 w 6115796"/>
              <a:gd name="connsiteY80"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21173 w 6115796"/>
              <a:gd name="connsiteY4" fmla="*/ 123738 h 6858000"/>
              <a:gd name="connsiteX5" fmla="*/ 5075458 w 6115796"/>
              <a:gd name="connsiteY5" fmla="*/ 264355 h 6858000"/>
              <a:gd name="connsiteX6" fmla="*/ 5081175 w 6115796"/>
              <a:gd name="connsiteY6" fmla="*/ 277448 h 6858000"/>
              <a:gd name="connsiteX7" fmla="*/ 5097011 w 6115796"/>
              <a:gd name="connsiteY7" fmla="*/ 355616 h 6858000"/>
              <a:gd name="connsiteX8" fmla="*/ 5153000 w 6115796"/>
              <a:gd name="connsiteY8" fmla="*/ 507134 h 6858000"/>
              <a:gd name="connsiteX9" fmla="*/ 5171282 w 6115796"/>
              <a:gd name="connsiteY9" fmla="*/ 602071 h 6858000"/>
              <a:gd name="connsiteX10" fmla="*/ 5176196 w 6115796"/>
              <a:gd name="connsiteY10" fmla="*/ 636822 h 6858000"/>
              <a:gd name="connsiteX11" fmla="*/ 5189051 w 6115796"/>
              <a:gd name="connsiteY11" fmla="*/ 782518 h 6858000"/>
              <a:gd name="connsiteX12" fmla="*/ 5218707 w 6115796"/>
              <a:gd name="connsiteY12" fmla="*/ 886387 h 6858000"/>
              <a:gd name="connsiteX13" fmla="*/ 5221281 w 6115796"/>
              <a:gd name="connsiteY13" fmla="*/ 920873 h 6858000"/>
              <a:gd name="connsiteX14" fmla="*/ 5201018 w 6115796"/>
              <a:gd name="connsiteY14" fmla="*/ 1095027 h 6858000"/>
              <a:gd name="connsiteX15" fmla="*/ 5189234 w 6115796"/>
              <a:gd name="connsiteY15" fmla="*/ 1217308 h 6858000"/>
              <a:gd name="connsiteX16" fmla="*/ 5202769 w 6115796"/>
              <a:gd name="connsiteY16" fmla="*/ 1269450 h 6858000"/>
              <a:gd name="connsiteX17" fmla="*/ 5225968 w 6115796"/>
              <a:gd name="connsiteY17" fmla="*/ 1357994 h 6858000"/>
              <a:gd name="connsiteX18" fmla="*/ 5226675 w 6115796"/>
              <a:gd name="connsiteY18" fmla="*/ 1385685 h 6858000"/>
              <a:gd name="connsiteX19" fmla="*/ 5237226 w 6115796"/>
              <a:gd name="connsiteY19" fmla="*/ 1441327 h 6858000"/>
              <a:gd name="connsiteX20" fmla="*/ 5255653 w 6115796"/>
              <a:gd name="connsiteY20" fmla="*/ 1524712 h 6858000"/>
              <a:gd name="connsiteX21" fmla="*/ 5263491 w 6115796"/>
              <a:gd name="connsiteY21" fmla="*/ 1642938 h 6858000"/>
              <a:gd name="connsiteX22" fmla="*/ 5256552 w 6115796"/>
              <a:gd name="connsiteY22" fmla="*/ 1672509 h 6858000"/>
              <a:gd name="connsiteX23" fmla="*/ 5264549 w 6115796"/>
              <a:gd name="connsiteY23" fmla="*/ 1837572 h 6858000"/>
              <a:gd name="connsiteX24" fmla="*/ 5255696 w 6115796"/>
              <a:gd name="connsiteY24" fmla="*/ 1953770 h 6858000"/>
              <a:gd name="connsiteX25" fmla="*/ 5252592 w 6115796"/>
              <a:gd name="connsiteY25" fmla="*/ 2092210 h 6858000"/>
              <a:gd name="connsiteX26" fmla="*/ 5257248 w 6115796"/>
              <a:gd name="connsiteY26" fmla="*/ 2203922 h 6858000"/>
              <a:gd name="connsiteX27" fmla="*/ 5262551 w 6115796"/>
              <a:gd name="connsiteY27" fmla="*/ 2288050 h 6858000"/>
              <a:gd name="connsiteX28" fmla="*/ 5293877 w 6115796"/>
              <a:gd name="connsiteY28" fmla="*/ 2368649 h 6858000"/>
              <a:gd name="connsiteX29" fmla="*/ 5311338 w 6115796"/>
              <a:gd name="connsiteY29" fmla="*/ 2404034 h 6858000"/>
              <a:gd name="connsiteX30" fmla="*/ 5338366 w 6115796"/>
              <a:gd name="connsiteY30" fmla="*/ 2465052 h 6858000"/>
              <a:gd name="connsiteX31" fmla="*/ 5371263 w 6115796"/>
              <a:gd name="connsiteY31" fmla="*/ 2586413 h 6858000"/>
              <a:gd name="connsiteX32" fmla="*/ 5407503 w 6115796"/>
              <a:gd name="connsiteY32" fmla="*/ 2786290 h 6858000"/>
              <a:gd name="connsiteX33" fmla="*/ 5407356 w 6115796"/>
              <a:gd name="connsiteY33" fmla="*/ 2787545 h 6858000"/>
              <a:gd name="connsiteX34" fmla="*/ 5457023 w 6115796"/>
              <a:gd name="connsiteY34" fmla="*/ 2858292 h 6858000"/>
              <a:gd name="connsiteX35" fmla="*/ 5484061 w 6115796"/>
              <a:gd name="connsiteY35" fmla="*/ 2919216 h 6858000"/>
              <a:gd name="connsiteX36" fmla="*/ 5491940 w 6115796"/>
              <a:gd name="connsiteY36" fmla="*/ 3015985 h 6858000"/>
              <a:gd name="connsiteX37" fmla="*/ 5503944 w 6115796"/>
              <a:gd name="connsiteY37" fmla="*/ 3123335 h 6858000"/>
              <a:gd name="connsiteX38" fmla="*/ 5516007 w 6115796"/>
              <a:gd name="connsiteY38" fmla="*/ 3258473 h 6858000"/>
              <a:gd name="connsiteX39" fmla="*/ 5589758 w 6115796"/>
              <a:gd name="connsiteY39" fmla="*/ 3453699 h 6858000"/>
              <a:gd name="connsiteX40" fmla="*/ 5596144 w 6115796"/>
              <a:gd name="connsiteY40" fmla="*/ 3534624 h 6858000"/>
              <a:gd name="connsiteX41" fmla="*/ 5597750 w 6115796"/>
              <a:gd name="connsiteY41" fmla="*/ 3534129 h 6858000"/>
              <a:gd name="connsiteX42" fmla="*/ 5618377 w 6115796"/>
              <a:gd name="connsiteY42" fmla="*/ 3588431 h 6858000"/>
              <a:gd name="connsiteX43" fmla="*/ 5655472 w 6115796"/>
              <a:gd name="connsiteY43" fmla="*/ 3678877 h 6858000"/>
              <a:gd name="connsiteX44" fmla="*/ 5683015 w 6115796"/>
              <a:gd name="connsiteY44" fmla="*/ 3762025 h 6858000"/>
              <a:gd name="connsiteX45" fmla="*/ 5696643 w 6115796"/>
              <a:gd name="connsiteY45" fmla="*/ 3773888 h 6858000"/>
              <a:gd name="connsiteX46" fmla="*/ 5768491 w 6115796"/>
              <a:gd name="connsiteY46" fmla="*/ 3914399 h 6858000"/>
              <a:gd name="connsiteX47" fmla="*/ 5793123 w 6115796"/>
              <a:gd name="connsiteY47" fmla="*/ 3969952 h 6858000"/>
              <a:gd name="connsiteX48" fmla="*/ 5808321 w 6115796"/>
              <a:gd name="connsiteY48" fmla="*/ 3988153 h 6858000"/>
              <a:gd name="connsiteX49" fmla="*/ 5825621 w 6115796"/>
              <a:gd name="connsiteY49" fmla="*/ 4015525 h 6858000"/>
              <a:gd name="connsiteX50" fmla="*/ 5860672 w 6115796"/>
              <a:gd name="connsiteY50" fmla="*/ 4061579 h 6858000"/>
              <a:gd name="connsiteX51" fmla="*/ 5894095 w 6115796"/>
              <a:gd name="connsiteY51" fmla="*/ 4128857 h 6858000"/>
              <a:gd name="connsiteX52" fmla="*/ 5903513 w 6115796"/>
              <a:gd name="connsiteY52" fmla="*/ 4187661 h 6858000"/>
              <a:gd name="connsiteX53" fmla="*/ 5946705 w 6115796"/>
              <a:gd name="connsiteY53" fmla="*/ 4428051 h 6858000"/>
              <a:gd name="connsiteX54" fmla="*/ 5949261 w 6115796"/>
              <a:gd name="connsiteY54" fmla="*/ 4449185 h 6858000"/>
              <a:gd name="connsiteX55" fmla="*/ 5968960 w 6115796"/>
              <a:gd name="connsiteY55" fmla="*/ 4482655 h 6858000"/>
              <a:gd name="connsiteX56" fmla="*/ 5998138 w 6115796"/>
              <a:gd name="connsiteY56" fmla="*/ 4697518 h 6858000"/>
              <a:gd name="connsiteX57" fmla="*/ 6007819 w 6115796"/>
              <a:gd name="connsiteY57" fmla="*/ 4858148 h 6858000"/>
              <a:gd name="connsiteX58" fmla="*/ 6007749 w 6115796"/>
              <a:gd name="connsiteY58" fmla="*/ 4964715 h 6858000"/>
              <a:gd name="connsiteX59" fmla="*/ 6005269 w 6115796"/>
              <a:gd name="connsiteY59" fmla="*/ 5150567 h 6858000"/>
              <a:gd name="connsiteX60" fmla="*/ 6001127 w 6115796"/>
              <a:gd name="connsiteY60" fmla="*/ 5164609 h 6858000"/>
              <a:gd name="connsiteX61" fmla="*/ 5998514 w 6115796"/>
              <a:gd name="connsiteY61" fmla="*/ 5189673 h 6858000"/>
              <a:gd name="connsiteX62" fmla="*/ 6018409 w 6115796"/>
              <a:gd name="connsiteY62" fmla="*/ 5227157 h 6858000"/>
              <a:gd name="connsiteX63" fmla="*/ 6036748 w 6115796"/>
              <a:gd name="connsiteY63" fmla="*/ 5322752 h 6858000"/>
              <a:gd name="connsiteX64" fmla="*/ 6037677 w 6115796"/>
              <a:gd name="connsiteY64" fmla="*/ 5354807 h 6858000"/>
              <a:gd name="connsiteX65" fmla="*/ 6053435 w 6115796"/>
              <a:gd name="connsiteY65" fmla="*/ 5387547 h 6858000"/>
              <a:gd name="connsiteX66" fmla="*/ 6068640 w 6115796"/>
              <a:gd name="connsiteY66" fmla="*/ 5474503 h 6858000"/>
              <a:gd name="connsiteX67" fmla="*/ 6080922 w 6115796"/>
              <a:gd name="connsiteY67" fmla="*/ 5561070 h 6858000"/>
              <a:gd name="connsiteX68" fmla="*/ 6096949 w 6115796"/>
              <a:gd name="connsiteY68" fmla="*/ 5648179 h 6858000"/>
              <a:gd name="connsiteX69" fmla="*/ 6115796 w 6115796"/>
              <a:gd name="connsiteY69" fmla="*/ 5862844 h 6858000"/>
              <a:gd name="connsiteX70" fmla="*/ 6045436 w 6115796"/>
              <a:gd name="connsiteY70" fmla="*/ 6124480 h 6858000"/>
              <a:gd name="connsiteX71" fmla="*/ 6030489 w 6115796"/>
              <a:gd name="connsiteY71" fmla="*/ 6317666 h 6858000"/>
              <a:gd name="connsiteX72" fmla="*/ 6007492 w 6115796"/>
              <a:gd name="connsiteY72" fmla="*/ 6440818 h 6858000"/>
              <a:gd name="connsiteX73" fmla="*/ 6009467 w 6115796"/>
              <a:gd name="connsiteY73" fmla="*/ 6487076 h 6858000"/>
              <a:gd name="connsiteX74" fmla="*/ 5995064 w 6115796"/>
              <a:gd name="connsiteY74" fmla="*/ 6540791 h 6858000"/>
              <a:gd name="connsiteX75" fmla="*/ 5986207 w 6115796"/>
              <a:gd name="connsiteY75" fmla="*/ 6695855 h 6858000"/>
              <a:gd name="connsiteX76" fmla="*/ 5979428 w 6115796"/>
              <a:gd name="connsiteY76" fmla="*/ 6754678 h 6858000"/>
              <a:gd name="connsiteX77" fmla="*/ 5984543 w 6115796"/>
              <a:gd name="connsiteY77" fmla="*/ 6811016 h 6858000"/>
              <a:gd name="connsiteX78" fmla="*/ 5979671 w 6115796"/>
              <a:gd name="connsiteY78" fmla="*/ 6858000 h 6858000"/>
              <a:gd name="connsiteX79" fmla="*/ 0 w 6115796"/>
              <a:gd name="connsiteY79" fmla="*/ 6858000 h 6858000"/>
              <a:gd name="connsiteX80" fmla="*/ 0 w 6115796"/>
              <a:gd name="connsiteY80"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84061 w 6115796"/>
              <a:gd name="connsiteY34" fmla="*/ 2919216 h 6858000"/>
              <a:gd name="connsiteX35" fmla="*/ 5491940 w 6115796"/>
              <a:gd name="connsiteY35" fmla="*/ 3015985 h 6858000"/>
              <a:gd name="connsiteX36" fmla="*/ 5503944 w 6115796"/>
              <a:gd name="connsiteY36" fmla="*/ 3123335 h 6858000"/>
              <a:gd name="connsiteX37" fmla="*/ 5516007 w 6115796"/>
              <a:gd name="connsiteY37" fmla="*/ 3258473 h 6858000"/>
              <a:gd name="connsiteX38" fmla="*/ 5589758 w 6115796"/>
              <a:gd name="connsiteY38" fmla="*/ 3453699 h 6858000"/>
              <a:gd name="connsiteX39" fmla="*/ 5596144 w 6115796"/>
              <a:gd name="connsiteY39" fmla="*/ 3534624 h 6858000"/>
              <a:gd name="connsiteX40" fmla="*/ 5597750 w 6115796"/>
              <a:gd name="connsiteY40" fmla="*/ 3534129 h 6858000"/>
              <a:gd name="connsiteX41" fmla="*/ 5618377 w 6115796"/>
              <a:gd name="connsiteY41" fmla="*/ 3588431 h 6858000"/>
              <a:gd name="connsiteX42" fmla="*/ 5655472 w 6115796"/>
              <a:gd name="connsiteY42" fmla="*/ 3678877 h 6858000"/>
              <a:gd name="connsiteX43" fmla="*/ 5683015 w 6115796"/>
              <a:gd name="connsiteY43" fmla="*/ 3762025 h 6858000"/>
              <a:gd name="connsiteX44" fmla="*/ 5696643 w 6115796"/>
              <a:gd name="connsiteY44" fmla="*/ 3773888 h 6858000"/>
              <a:gd name="connsiteX45" fmla="*/ 5768491 w 6115796"/>
              <a:gd name="connsiteY45" fmla="*/ 3914399 h 6858000"/>
              <a:gd name="connsiteX46" fmla="*/ 5793123 w 6115796"/>
              <a:gd name="connsiteY46" fmla="*/ 3969952 h 6858000"/>
              <a:gd name="connsiteX47" fmla="*/ 5808321 w 6115796"/>
              <a:gd name="connsiteY47" fmla="*/ 3988153 h 6858000"/>
              <a:gd name="connsiteX48" fmla="*/ 5825621 w 6115796"/>
              <a:gd name="connsiteY48" fmla="*/ 4015525 h 6858000"/>
              <a:gd name="connsiteX49" fmla="*/ 5860672 w 6115796"/>
              <a:gd name="connsiteY49" fmla="*/ 4061579 h 6858000"/>
              <a:gd name="connsiteX50" fmla="*/ 5894095 w 6115796"/>
              <a:gd name="connsiteY50" fmla="*/ 4128857 h 6858000"/>
              <a:gd name="connsiteX51" fmla="*/ 5903513 w 6115796"/>
              <a:gd name="connsiteY51" fmla="*/ 4187661 h 6858000"/>
              <a:gd name="connsiteX52" fmla="*/ 5946705 w 6115796"/>
              <a:gd name="connsiteY52" fmla="*/ 4428051 h 6858000"/>
              <a:gd name="connsiteX53" fmla="*/ 5949261 w 6115796"/>
              <a:gd name="connsiteY53" fmla="*/ 4449185 h 6858000"/>
              <a:gd name="connsiteX54" fmla="*/ 5968960 w 6115796"/>
              <a:gd name="connsiteY54" fmla="*/ 4482655 h 6858000"/>
              <a:gd name="connsiteX55" fmla="*/ 5998138 w 6115796"/>
              <a:gd name="connsiteY55" fmla="*/ 4697518 h 6858000"/>
              <a:gd name="connsiteX56" fmla="*/ 6007819 w 6115796"/>
              <a:gd name="connsiteY56" fmla="*/ 4858148 h 6858000"/>
              <a:gd name="connsiteX57" fmla="*/ 6007749 w 6115796"/>
              <a:gd name="connsiteY57" fmla="*/ 4964715 h 6858000"/>
              <a:gd name="connsiteX58" fmla="*/ 6005269 w 6115796"/>
              <a:gd name="connsiteY58" fmla="*/ 5150567 h 6858000"/>
              <a:gd name="connsiteX59" fmla="*/ 6001127 w 6115796"/>
              <a:gd name="connsiteY59" fmla="*/ 5164609 h 6858000"/>
              <a:gd name="connsiteX60" fmla="*/ 5998514 w 6115796"/>
              <a:gd name="connsiteY60" fmla="*/ 5189673 h 6858000"/>
              <a:gd name="connsiteX61" fmla="*/ 6018409 w 6115796"/>
              <a:gd name="connsiteY61" fmla="*/ 5227157 h 6858000"/>
              <a:gd name="connsiteX62" fmla="*/ 6036748 w 6115796"/>
              <a:gd name="connsiteY62" fmla="*/ 5322752 h 6858000"/>
              <a:gd name="connsiteX63" fmla="*/ 6037677 w 6115796"/>
              <a:gd name="connsiteY63" fmla="*/ 5354807 h 6858000"/>
              <a:gd name="connsiteX64" fmla="*/ 6053435 w 6115796"/>
              <a:gd name="connsiteY64" fmla="*/ 5387547 h 6858000"/>
              <a:gd name="connsiteX65" fmla="*/ 6068640 w 6115796"/>
              <a:gd name="connsiteY65" fmla="*/ 5474503 h 6858000"/>
              <a:gd name="connsiteX66" fmla="*/ 6080922 w 6115796"/>
              <a:gd name="connsiteY66" fmla="*/ 5561070 h 6858000"/>
              <a:gd name="connsiteX67" fmla="*/ 6096949 w 6115796"/>
              <a:gd name="connsiteY67" fmla="*/ 5648179 h 6858000"/>
              <a:gd name="connsiteX68" fmla="*/ 6115796 w 6115796"/>
              <a:gd name="connsiteY68" fmla="*/ 5862844 h 6858000"/>
              <a:gd name="connsiteX69" fmla="*/ 6045436 w 6115796"/>
              <a:gd name="connsiteY69" fmla="*/ 6124480 h 6858000"/>
              <a:gd name="connsiteX70" fmla="*/ 6030489 w 6115796"/>
              <a:gd name="connsiteY70" fmla="*/ 6317666 h 6858000"/>
              <a:gd name="connsiteX71" fmla="*/ 6007492 w 6115796"/>
              <a:gd name="connsiteY71" fmla="*/ 6440818 h 6858000"/>
              <a:gd name="connsiteX72" fmla="*/ 6009467 w 6115796"/>
              <a:gd name="connsiteY72" fmla="*/ 6487076 h 6858000"/>
              <a:gd name="connsiteX73" fmla="*/ 5995064 w 6115796"/>
              <a:gd name="connsiteY73" fmla="*/ 6540791 h 6858000"/>
              <a:gd name="connsiteX74" fmla="*/ 5986207 w 6115796"/>
              <a:gd name="connsiteY74" fmla="*/ 6695855 h 6858000"/>
              <a:gd name="connsiteX75" fmla="*/ 5979428 w 6115796"/>
              <a:gd name="connsiteY75" fmla="*/ 6754678 h 6858000"/>
              <a:gd name="connsiteX76" fmla="*/ 5984543 w 6115796"/>
              <a:gd name="connsiteY76" fmla="*/ 6811016 h 6858000"/>
              <a:gd name="connsiteX77" fmla="*/ 5979671 w 6115796"/>
              <a:gd name="connsiteY77" fmla="*/ 6858000 h 6858000"/>
              <a:gd name="connsiteX78" fmla="*/ 0 w 6115796"/>
              <a:gd name="connsiteY78" fmla="*/ 6858000 h 6858000"/>
              <a:gd name="connsiteX79" fmla="*/ 0 w 6115796"/>
              <a:gd name="connsiteY79"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84061 w 6115796"/>
              <a:gd name="connsiteY34" fmla="*/ 2919216 h 6858000"/>
              <a:gd name="connsiteX35" fmla="*/ 5491940 w 6115796"/>
              <a:gd name="connsiteY35" fmla="*/ 3015985 h 6858000"/>
              <a:gd name="connsiteX36" fmla="*/ 5503944 w 6115796"/>
              <a:gd name="connsiteY36" fmla="*/ 3123335 h 6858000"/>
              <a:gd name="connsiteX37" fmla="*/ 5516007 w 6115796"/>
              <a:gd name="connsiteY37" fmla="*/ 3258473 h 6858000"/>
              <a:gd name="connsiteX38" fmla="*/ 5589758 w 6115796"/>
              <a:gd name="connsiteY38" fmla="*/ 3453699 h 6858000"/>
              <a:gd name="connsiteX39" fmla="*/ 5596144 w 6115796"/>
              <a:gd name="connsiteY39" fmla="*/ 3534624 h 6858000"/>
              <a:gd name="connsiteX40" fmla="*/ 5597750 w 6115796"/>
              <a:gd name="connsiteY40" fmla="*/ 3534129 h 6858000"/>
              <a:gd name="connsiteX41" fmla="*/ 5618377 w 6115796"/>
              <a:gd name="connsiteY41" fmla="*/ 3588431 h 6858000"/>
              <a:gd name="connsiteX42" fmla="*/ 5655472 w 6115796"/>
              <a:gd name="connsiteY42" fmla="*/ 3678877 h 6858000"/>
              <a:gd name="connsiteX43" fmla="*/ 5683015 w 6115796"/>
              <a:gd name="connsiteY43" fmla="*/ 3762025 h 6858000"/>
              <a:gd name="connsiteX44" fmla="*/ 5696643 w 6115796"/>
              <a:gd name="connsiteY44" fmla="*/ 3773888 h 6858000"/>
              <a:gd name="connsiteX45" fmla="*/ 5768491 w 6115796"/>
              <a:gd name="connsiteY45" fmla="*/ 3914399 h 6858000"/>
              <a:gd name="connsiteX46" fmla="*/ 5793123 w 6115796"/>
              <a:gd name="connsiteY46" fmla="*/ 3969952 h 6858000"/>
              <a:gd name="connsiteX47" fmla="*/ 5808321 w 6115796"/>
              <a:gd name="connsiteY47" fmla="*/ 3988153 h 6858000"/>
              <a:gd name="connsiteX48" fmla="*/ 5825621 w 6115796"/>
              <a:gd name="connsiteY48" fmla="*/ 4015525 h 6858000"/>
              <a:gd name="connsiteX49" fmla="*/ 5860672 w 6115796"/>
              <a:gd name="connsiteY49" fmla="*/ 4061579 h 6858000"/>
              <a:gd name="connsiteX50" fmla="*/ 5894095 w 6115796"/>
              <a:gd name="connsiteY50" fmla="*/ 4128857 h 6858000"/>
              <a:gd name="connsiteX51" fmla="*/ 5903513 w 6115796"/>
              <a:gd name="connsiteY51" fmla="*/ 4187661 h 6858000"/>
              <a:gd name="connsiteX52" fmla="*/ 5946705 w 6115796"/>
              <a:gd name="connsiteY52" fmla="*/ 4428051 h 6858000"/>
              <a:gd name="connsiteX53" fmla="*/ 5949261 w 6115796"/>
              <a:gd name="connsiteY53" fmla="*/ 4449185 h 6858000"/>
              <a:gd name="connsiteX54" fmla="*/ 5968960 w 6115796"/>
              <a:gd name="connsiteY54" fmla="*/ 4482655 h 6858000"/>
              <a:gd name="connsiteX55" fmla="*/ 5998138 w 6115796"/>
              <a:gd name="connsiteY55" fmla="*/ 4697518 h 6858000"/>
              <a:gd name="connsiteX56" fmla="*/ 6007819 w 6115796"/>
              <a:gd name="connsiteY56" fmla="*/ 4858148 h 6858000"/>
              <a:gd name="connsiteX57" fmla="*/ 6007749 w 6115796"/>
              <a:gd name="connsiteY57" fmla="*/ 4964715 h 6858000"/>
              <a:gd name="connsiteX58" fmla="*/ 6005269 w 6115796"/>
              <a:gd name="connsiteY58" fmla="*/ 5150567 h 6858000"/>
              <a:gd name="connsiteX59" fmla="*/ 6001127 w 6115796"/>
              <a:gd name="connsiteY59" fmla="*/ 5164609 h 6858000"/>
              <a:gd name="connsiteX60" fmla="*/ 5998514 w 6115796"/>
              <a:gd name="connsiteY60" fmla="*/ 5189673 h 6858000"/>
              <a:gd name="connsiteX61" fmla="*/ 6018409 w 6115796"/>
              <a:gd name="connsiteY61" fmla="*/ 5227157 h 6858000"/>
              <a:gd name="connsiteX62" fmla="*/ 6036748 w 6115796"/>
              <a:gd name="connsiteY62" fmla="*/ 5322752 h 6858000"/>
              <a:gd name="connsiteX63" fmla="*/ 6037677 w 6115796"/>
              <a:gd name="connsiteY63" fmla="*/ 5354807 h 6858000"/>
              <a:gd name="connsiteX64" fmla="*/ 6053435 w 6115796"/>
              <a:gd name="connsiteY64" fmla="*/ 5387547 h 6858000"/>
              <a:gd name="connsiteX65" fmla="*/ 6068640 w 6115796"/>
              <a:gd name="connsiteY65" fmla="*/ 5474503 h 6858000"/>
              <a:gd name="connsiteX66" fmla="*/ 6080922 w 6115796"/>
              <a:gd name="connsiteY66" fmla="*/ 5561070 h 6858000"/>
              <a:gd name="connsiteX67" fmla="*/ 6096949 w 6115796"/>
              <a:gd name="connsiteY67" fmla="*/ 5648179 h 6858000"/>
              <a:gd name="connsiteX68" fmla="*/ 6115796 w 6115796"/>
              <a:gd name="connsiteY68" fmla="*/ 5862844 h 6858000"/>
              <a:gd name="connsiteX69" fmla="*/ 6045436 w 6115796"/>
              <a:gd name="connsiteY69" fmla="*/ 6124480 h 6858000"/>
              <a:gd name="connsiteX70" fmla="*/ 6030489 w 6115796"/>
              <a:gd name="connsiteY70" fmla="*/ 6317666 h 6858000"/>
              <a:gd name="connsiteX71" fmla="*/ 6007492 w 6115796"/>
              <a:gd name="connsiteY71" fmla="*/ 6440818 h 6858000"/>
              <a:gd name="connsiteX72" fmla="*/ 6009467 w 6115796"/>
              <a:gd name="connsiteY72" fmla="*/ 6487076 h 6858000"/>
              <a:gd name="connsiteX73" fmla="*/ 5995064 w 6115796"/>
              <a:gd name="connsiteY73" fmla="*/ 6540791 h 6858000"/>
              <a:gd name="connsiteX74" fmla="*/ 5986207 w 6115796"/>
              <a:gd name="connsiteY74" fmla="*/ 6695855 h 6858000"/>
              <a:gd name="connsiteX75" fmla="*/ 5979428 w 6115796"/>
              <a:gd name="connsiteY75" fmla="*/ 6754678 h 6858000"/>
              <a:gd name="connsiteX76" fmla="*/ 5984543 w 6115796"/>
              <a:gd name="connsiteY76" fmla="*/ 6811016 h 6858000"/>
              <a:gd name="connsiteX77" fmla="*/ 5979671 w 6115796"/>
              <a:gd name="connsiteY77" fmla="*/ 6858000 h 6858000"/>
              <a:gd name="connsiteX78" fmla="*/ 0 w 6115796"/>
              <a:gd name="connsiteY78" fmla="*/ 6858000 h 6858000"/>
              <a:gd name="connsiteX79" fmla="*/ 0 w 6115796"/>
              <a:gd name="connsiteY79"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84061 w 6115796"/>
              <a:gd name="connsiteY34" fmla="*/ 2919216 h 6858000"/>
              <a:gd name="connsiteX35" fmla="*/ 5491940 w 6115796"/>
              <a:gd name="connsiteY35" fmla="*/ 3015985 h 6858000"/>
              <a:gd name="connsiteX36" fmla="*/ 5503944 w 6115796"/>
              <a:gd name="connsiteY36" fmla="*/ 3123335 h 6858000"/>
              <a:gd name="connsiteX37" fmla="*/ 5516007 w 6115796"/>
              <a:gd name="connsiteY37" fmla="*/ 3258473 h 6858000"/>
              <a:gd name="connsiteX38" fmla="*/ 5589758 w 6115796"/>
              <a:gd name="connsiteY38" fmla="*/ 3453699 h 6858000"/>
              <a:gd name="connsiteX39" fmla="*/ 5596144 w 6115796"/>
              <a:gd name="connsiteY39" fmla="*/ 3534624 h 6858000"/>
              <a:gd name="connsiteX40" fmla="*/ 5597750 w 6115796"/>
              <a:gd name="connsiteY40" fmla="*/ 3534129 h 6858000"/>
              <a:gd name="connsiteX41" fmla="*/ 5618377 w 6115796"/>
              <a:gd name="connsiteY41" fmla="*/ 3588431 h 6858000"/>
              <a:gd name="connsiteX42" fmla="*/ 5655472 w 6115796"/>
              <a:gd name="connsiteY42" fmla="*/ 3678877 h 6858000"/>
              <a:gd name="connsiteX43" fmla="*/ 5683015 w 6115796"/>
              <a:gd name="connsiteY43" fmla="*/ 3762025 h 6858000"/>
              <a:gd name="connsiteX44" fmla="*/ 5696643 w 6115796"/>
              <a:gd name="connsiteY44" fmla="*/ 3773888 h 6858000"/>
              <a:gd name="connsiteX45" fmla="*/ 5768491 w 6115796"/>
              <a:gd name="connsiteY45" fmla="*/ 3914399 h 6858000"/>
              <a:gd name="connsiteX46" fmla="*/ 5793123 w 6115796"/>
              <a:gd name="connsiteY46" fmla="*/ 3969952 h 6858000"/>
              <a:gd name="connsiteX47" fmla="*/ 5808321 w 6115796"/>
              <a:gd name="connsiteY47" fmla="*/ 3988153 h 6858000"/>
              <a:gd name="connsiteX48" fmla="*/ 5825621 w 6115796"/>
              <a:gd name="connsiteY48" fmla="*/ 4015525 h 6858000"/>
              <a:gd name="connsiteX49" fmla="*/ 5860672 w 6115796"/>
              <a:gd name="connsiteY49" fmla="*/ 4061579 h 6858000"/>
              <a:gd name="connsiteX50" fmla="*/ 5894095 w 6115796"/>
              <a:gd name="connsiteY50" fmla="*/ 4128857 h 6858000"/>
              <a:gd name="connsiteX51" fmla="*/ 5903513 w 6115796"/>
              <a:gd name="connsiteY51" fmla="*/ 4187661 h 6858000"/>
              <a:gd name="connsiteX52" fmla="*/ 5946705 w 6115796"/>
              <a:gd name="connsiteY52" fmla="*/ 4428051 h 6858000"/>
              <a:gd name="connsiteX53" fmla="*/ 5949261 w 6115796"/>
              <a:gd name="connsiteY53" fmla="*/ 4449185 h 6858000"/>
              <a:gd name="connsiteX54" fmla="*/ 5968960 w 6115796"/>
              <a:gd name="connsiteY54" fmla="*/ 4482655 h 6858000"/>
              <a:gd name="connsiteX55" fmla="*/ 5998138 w 6115796"/>
              <a:gd name="connsiteY55" fmla="*/ 4697518 h 6858000"/>
              <a:gd name="connsiteX56" fmla="*/ 6007819 w 6115796"/>
              <a:gd name="connsiteY56" fmla="*/ 4858148 h 6858000"/>
              <a:gd name="connsiteX57" fmla="*/ 6007749 w 6115796"/>
              <a:gd name="connsiteY57" fmla="*/ 4964715 h 6858000"/>
              <a:gd name="connsiteX58" fmla="*/ 6005269 w 6115796"/>
              <a:gd name="connsiteY58" fmla="*/ 5150567 h 6858000"/>
              <a:gd name="connsiteX59" fmla="*/ 6001127 w 6115796"/>
              <a:gd name="connsiteY59" fmla="*/ 5164609 h 6858000"/>
              <a:gd name="connsiteX60" fmla="*/ 5998514 w 6115796"/>
              <a:gd name="connsiteY60" fmla="*/ 5189673 h 6858000"/>
              <a:gd name="connsiteX61" fmla="*/ 6018409 w 6115796"/>
              <a:gd name="connsiteY61" fmla="*/ 5227157 h 6858000"/>
              <a:gd name="connsiteX62" fmla="*/ 6036748 w 6115796"/>
              <a:gd name="connsiteY62" fmla="*/ 5322752 h 6858000"/>
              <a:gd name="connsiteX63" fmla="*/ 6037677 w 6115796"/>
              <a:gd name="connsiteY63" fmla="*/ 5354807 h 6858000"/>
              <a:gd name="connsiteX64" fmla="*/ 6053435 w 6115796"/>
              <a:gd name="connsiteY64" fmla="*/ 5387547 h 6858000"/>
              <a:gd name="connsiteX65" fmla="*/ 6068640 w 6115796"/>
              <a:gd name="connsiteY65" fmla="*/ 5474503 h 6858000"/>
              <a:gd name="connsiteX66" fmla="*/ 6080922 w 6115796"/>
              <a:gd name="connsiteY66" fmla="*/ 5561070 h 6858000"/>
              <a:gd name="connsiteX67" fmla="*/ 6096949 w 6115796"/>
              <a:gd name="connsiteY67" fmla="*/ 5648179 h 6858000"/>
              <a:gd name="connsiteX68" fmla="*/ 6115796 w 6115796"/>
              <a:gd name="connsiteY68" fmla="*/ 5862844 h 6858000"/>
              <a:gd name="connsiteX69" fmla="*/ 6045436 w 6115796"/>
              <a:gd name="connsiteY69" fmla="*/ 6124480 h 6858000"/>
              <a:gd name="connsiteX70" fmla="*/ 6030489 w 6115796"/>
              <a:gd name="connsiteY70" fmla="*/ 6317666 h 6858000"/>
              <a:gd name="connsiteX71" fmla="*/ 6007492 w 6115796"/>
              <a:gd name="connsiteY71" fmla="*/ 6440818 h 6858000"/>
              <a:gd name="connsiteX72" fmla="*/ 6009467 w 6115796"/>
              <a:gd name="connsiteY72" fmla="*/ 6487076 h 6858000"/>
              <a:gd name="connsiteX73" fmla="*/ 5995064 w 6115796"/>
              <a:gd name="connsiteY73" fmla="*/ 6540791 h 6858000"/>
              <a:gd name="connsiteX74" fmla="*/ 5986207 w 6115796"/>
              <a:gd name="connsiteY74" fmla="*/ 6695855 h 6858000"/>
              <a:gd name="connsiteX75" fmla="*/ 5979428 w 6115796"/>
              <a:gd name="connsiteY75" fmla="*/ 6754678 h 6858000"/>
              <a:gd name="connsiteX76" fmla="*/ 5984543 w 6115796"/>
              <a:gd name="connsiteY76" fmla="*/ 6811016 h 6858000"/>
              <a:gd name="connsiteX77" fmla="*/ 5979671 w 6115796"/>
              <a:gd name="connsiteY77" fmla="*/ 6858000 h 6858000"/>
              <a:gd name="connsiteX78" fmla="*/ 0 w 6115796"/>
              <a:gd name="connsiteY78" fmla="*/ 6858000 h 6858000"/>
              <a:gd name="connsiteX79" fmla="*/ 0 w 6115796"/>
              <a:gd name="connsiteY79"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84061 w 6115796"/>
              <a:gd name="connsiteY34" fmla="*/ 2919216 h 6858000"/>
              <a:gd name="connsiteX35" fmla="*/ 5491940 w 6115796"/>
              <a:gd name="connsiteY35" fmla="*/ 3015985 h 6858000"/>
              <a:gd name="connsiteX36" fmla="*/ 5503944 w 6115796"/>
              <a:gd name="connsiteY36" fmla="*/ 3123335 h 6858000"/>
              <a:gd name="connsiteX37" fmla="*/ 5516007 w 6115796"/>
              <a:gd name="connsiteY37" fmla="*/ 3258473 h 6858000"/>
              <a:gd name="connsiteX38" fmla="*/ 5589758 w 6115796"/>
              <a:gd name="connsiteY38" fmla="*/ 3453699 h 6858000"/>
              <a:gd name="connsiteX39" fmla="*/ 5596144 w 6115796"/>
              <a:gd name="connsiteY39" fmla="*/ 3534624 h 6858000"/>
              <a:gd name="connsiteX40" fmla="*/ 5597750 w 6115796"/>
              <a:gd name="connsiteY40" fmla="*/ 3534129 h 6858000"/>
              <a:gd name="connsiteX41" fmla="*/ 5618377 w 6115796"/>
              <a:gd name="connsiteY41" fmla="*/ 3588431 h 6858000"/>
              <a:gd name="connsiteX42" fmla="*/ 5655472 w 6115796"/>
              <a:gd name="connsiteY42" fmla="*/ 3678877 h 6858000"/>
              <a:gd name="connsiteX43" fmla="*/ 5683015 w 6115796"/>
              <a:gd name="connsiteY43" fmla="*/ 3762025 h 6858000"/>
              <a:gd name="connsiteX44" fmla="*/ 5696643 w 6115796"/>
              <a:gd name="connsiteY44" fmla="*/ 3773888 h 6858000"/>
              <a:gd name="connsiteX45" fmla="*/ 5768491 w 6115796"/>
              <a:gd name="connsiteY45" fmla="*/ 3914399 h 6858000"/>
              <a:gd name="connsiteX46" fmla="*/ 5793123 w 6115796"/>
              <a:gd name="connsiteY46" fmla="*/ 3969952 h 6858000"/>
              <a:gd name="connsiteX47" fmla="*/ 5808321 w 6115796"/>
              <a:gd name="connsiteY47" fmla="*/ 3988153 h 6858000"/>
              <a:gd name="connsiteX48" fmla="*/ 5825621 w 6115796"/>
              <a:gd name="connsiteY48" fmla="*/ 4015525 h 6858000"/>
              <a:gd name="connsiteX49" fmla="*/ 5860672 w 6115796"/>
              <a:gd name="connsiteY49" fmla="*/ 4061579 h 6858000"/>
              <a:gd name="connsiteX50" fmla="*/ 5894095 w 6115796"/>
              <a:gd name="connsiteY50" fmla="*/ 4128857 h 6858000"/>
              <a:gd name="connsiteX51" fmla="*/ 5903513 w 6115796"/>
              <a:gd name="connsiteY51" fmla="*/ 4187661 h 6858000"/>
              <a:gd name="connsiteX52" fmla="*/ 5946705 w 6115796"/>
              <a:gd name="connsiteY52" fmla="*/ 4428051 h 6858000"/>
              <a:gd name="connsiteX53" fmla="*/ 5949261 w 6115796"/>
              <a:gd name="connsiteY53" fmla="*/ 4449185 h 6858000"/>
              <a:gd name="connsiteX54" fmla="*/ 5968960 w 6115796"/>
              <a:gd name="connsiteY54" fmla="*/ 4482655 h 6858000"/>
              <a:gd name="connsiteX55" fmla="*/ 5998138 w 6115796"/>
              <a:gd name="connsiteY55" fmla="*/ 4697518 h 6858000"/>
              <a:gd name="connsiteX56" fmla="*/ 6007819 w 6115796"/>
              <a:gd name="connsiteY56" fmla="*/ 4858148 h 6858000"/>
              <a:gd name="connsiteX57" fmla="*/ 6007749 w 6115796"/>
              <a:gd name="connsiteY57" fmla="*/ 4964715 h 6858000"/>
              <a:gd name="connsiteX58" fmla="*/ 6005269 w 6115796"/>
              <a:gd name="connsiteY58" fmla="*/ 5150567 h 6858000"/>
              <a:gd name="connsiteX59" fmla="*/ 6001127 w 6115796"/>
              <a:gd name="connsiteY59" fmla="*/ 5164609 h 6858000"/>
              <a:gd name="connsiteX60" fmla="*/ 5998514 w 6115796"/>
              <a:gd name="connsiteY60" fmla="*/ 5189673 h 6858000"/>
              <a:gd name="connsiteX61" fmla="*/ 6018409 w 6115796"/>
              <a:gd name="connsiteY61" fmla="*/ 5227157 h 6858000"/>
              <a:gd name="connsiteX62" fmla="*/ 6036748 w 6115796"/>
              <a:gd name="connsiteY62" fmla="*/ 5322752 h 6858000"/>
              <a:gd name="connsiteX63" fmla="*/ 6037677 w 6115796"/>
              <a:gd name="connsiteY63" fmla="*/ 5354807 h 6858000"/>
              <a:gd name="connsiteX64" fmla="*/ 6053435 w 6115796"/>
              <a:gd name="connsiteY64" fmla="*/ 5387547 h 6858000"/>
              <a:gd name="connsiteX65" fmla="*/ 6068640 w 6115796"/>
              <a:gd name="connsiteY65" fmla="*/ 5474503 h 6858000"/>
              <a:gd name="connsiteX66" fmla="*/ 6080922 w 6115796"/>
              <a:gd name="connsiteY66" fmla="*/ 5561070 h 6858000"/>
              <a:gd name="connsiteX67" fmla="*/ 6096949 w 6115796"/>
              <a:gd name="connsiteY67" fmla="*/ 5648179 h 6858000"/>
              <a:gd name="connsiteX68" fmla="*/ 6115796 w 6115796"/>
              <a:gd name="connsiteY68" fmla="*/ 5862844 h 6858000"/>
              <a:gd name="connsiteX69" fmla="*/ 6045436 w 6115796"/>
              <a:gd name="connsiteY69" fmla="*/ 6124480 h 6858000"/>
              <a:gd name="connsiteX70" fmla="*/ 6030489 w 6115796"/>
              <a:gd name="connsiteY70" fmla="*/ 6317666 h 6858000"/>
              <a:gd name="connsiteX71" fmla="*/ 6007492 w 6115796"/>
              <a:gd name="connsiteY71" fmla="*/ 6440818 h 6858000"/>
              <a:gd name="connsiteX72" fmla="*/ 6009467 w 6115796"/>
              <a:gd name="connsiteY72" fmla="*/ 6487076 h 6858000"/>
              <a:gd name="connsiteX73" fmla="*/ 5995064 w 6115796"/>
              <a:gd name="connsiteY73" fmla="*/ 6540791 h 6858000"/>
              <a:gd name="connsiteX74" fmla="*/ 5986207 w 6115796"/>
              <a:gd name="connsiteY74" fmla="*/ 6695855 h 6858000"/>
              <a:gd name="connsiteX75" fmla="*/ 5979428 w 6115796"/>
              <a:gd name="connsiteY75" fmla="*/ 6754678 h 6858000"/>
              <a:gd name="connsiteX76" fmla="*/ 5984543 w 6115796"/>
              <a:gd name="connsiteY76" fmla="*/ 6811016 h 6858000"/>
              <a:gd name="connsiteX77" fmla="*/ 5979671 w 6115796"/>
              <a:gd name="connsiteY77" fmla="*/ 6858000 h 6858000"/>
              <a:gd name="connsiteX78" fmla="*/ 0 w 6115796"/>
              <a:gd name="connsiteY78" fmla="*/ 6858000 h 6858000"/>
              <a:gd name="connsiteX79" fmla="*/ 0 w 6115796"/>
              <a:gd name="connsiteY79"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91940 w 6115796"/>
              <a:gd name="connsiteY34" fmla="*/ 3015985 h 6858000"/>
              <a:gd name="connsiteX35" fmla="*/ 5503944 w 6115796"/>
              <a:gd name="connsiteY35" fmla="*/ 3123335 h 6858000"/>
              <a:gd name="connsiteX36" fmla="*/ 5516007 w 6115796"/>
              <a:gd name="connsiteY36" fmla="*/ 3258473 h 6858000"/>
              <a:gd name="connsiteX37" fmla="*/ 5589758 w 6115796"/>
              <a:gd name="connsiteY37" fmla="*/ 3453699 h 6858000"/>
              <a:gd name="connsiteX38" fmla="*/ 5596144 w 6115796"/>
              <a:gd name="connsiteY38" fmla="*/ 3534624 h 6858000"/>
              <a:gd name="connsiteX39" fmla="*/ 5597750 w 6115796"/>
              <a:gd name="connsiteY39" fmla="*/ 3534129 h 6858000"/>
              <a:gd name="connsiteX40" fmla="*/ 5618377 w 6115796"/>
              <a:gd name="connsiteY40" fmla="*/ 3588431 h 6858000"/>
              <a:gd name="connsiteX41" fmla="*/ 5655472 w 6115796"/>
              <a:gd name="connsiteY41" fmla="*/ 3678877 h 6858000"/>
              <a:gd name="connsiteX42" fmla="*/ 5683015 w 6115796"/>
              <a:gd name="connsiteY42" fmla="*/ 3762025 h 6858000"/>
              <a:gd name="connsiteX43" fmla="*/ 5696643 w 6115796"/>
              <a:gd name="connsiteY43" fmla="*/ 3773888 h 6858000"/>
              <a:gd name="connsiteX44" fmla="*/ 5768491 w 6115796"/>
              <a:gd name="connsiteY44" fmla="*/ 3914399 h 6858000"/>
              <a:gd name="connsiteX45" fmla="*/ 5793123 w 6115796"/>
              <a:gd name="connsiteY45" fmla="*/ 3969952 h 6858000"/>
              <a:gd name="connsiteX46" fmla="*/ 5808321 w 6115796"/>
              <a:gd name="connsiteY46" fmla="*/ 3988153 h 6858000"/>
              <a:gd name="connsiteX47" fmla="*/ 5825621 w 6115796"/>
              <a:gd name="connsiteY47" fmla="*/ 4015525 h 6858000"/>
              <a:gd name="connsiteX48" fmla="*/ 5860672 w 6115796"/>
              <a:gd name="connsiteY48" fmla="*/ 4061579 h 6858000"/>
              <a:gd name="connsiteX49" fmla="*/ 5894095 w 6115796"/>
              <a:gd name="connsiteY49" fmla="*/ 4128857 h 6858000"/>
              <a:gd name="connsiteX50" fmla="*/ 5903513 w 6115796"/>
              <a:gd name="connsiteY50" fmla="*/ 4187661 h 6858000"/>
              <a:gd name="connsiteX51" fmla="*/ 5946705 w 6115796"/>
              <a:gd name="connsiteY51" fmla="*/ 4428051 h 6858000"/>
              <a:gd name="connsiteX52" fmla="*/ 5949261 w 6115796"/>
              <a:gd name="connsiteY52" fmla="*/ 4449185 h 6858000"/>
              <a:gd name="connsiteX53" fmla="*/ 5968960 w 6115796"/>
              <a:gd name="connsiteY53" fmla="*/ 4482655 h 6858000"/>
              <a:gd name="connsiteX54" fmla="*/ 5998138 w 6115796"/>
              <a:gd name="connsiteY54" fmla="*/ 4697518 h 6858000"/>
              <a:gd name="connsiteX55" fmla="*/ 6007819 w 6115796"/>
              <a:gd name="connsiteY55" fmla="*/ 4858148 h 6858000"/>
              <a:gd name="connsiteX56" fmla="*/ 6007749 w 6115796"/>
              <a:gd name="connsiteY56" fmla="*/ 4964715 h 6858000"/>
              <a:gd name="connsiteX57" fmla="*/ 6005269 w 6115796"/>
              <a:gd name="connsiteY57" fmla="*/ 5150567 h 6858000"/>
              <a:gd name="connsiteX58" fmla="*/ 6001127 w 6115796"/>
              <a:gd name="connsiteY58" fmla="*/ 5164609 h 6858000"/>
              <a:gd name="connsiteX59" fmla="*/ 5998514 w 6115796"/>
              <a:gd name="connsiteY59" fmla="*/ 5189673 h 6858000"/>
              <a:gd name="connsiteX60" fmla="*/ 6018409 w 6115796"/>
              <a:gd name="connsiteY60" fmla="*/ 5227157 h 6858000"/>
              <a:gd name="connsiteX61" fmla="*/ 6036748 w 6115796"/>
              <a:gd name="connsiteY61" fmla="*/ 5322752 h 6858000"/>
              <a:gd name="connsiteX62" fmla="*/ 6037677 w 6115796"/>
              <a:gd name="connsiteY62" fmla="*/ 5354807 h 6858000"/>
              <a:gd name="connsiteX63" fmla="*/ 6053435 w 6115796"/>
              <a:gd name="connsiteY63" fmla="*/ 5387547 h 6858000"/>
              <a:gd name="connsiteX64" fmla="*/ 6068640 w 6115796"/>
              <a:gd name="connsiteY64" fmla="*/ 5474503 h 6858000"/>
              <a:gd name="connsiteX65" fmla="*/ 6080922 w 6115796"/>
              <a:gd name="connsiteY65" fmla="*/ 5561070 h 6858000"/>
              <a:gd name="connsiteX66" fmla="*/ 6096949 w 6115796"/>
              <a:gd name="connsiteY66" fmla="*/ 5648179 h 6858000"/>
              <a:gd name="connsiteX67" fmla="*/ 6115796 w 6115796"/>
              <a:gd name="connsiteY67" fmla="*/ 5862844 h 6858000"/>
              <a:gd name="connsiteX68" fmla="*/ 6045436 w 6115796"/>
              <a:gd name="connsiteY68" fmla="*/ 6124480 h 6858000"/>
              <a:gd name="connsiteX69" fmla="*/ 6030489 w 6115796"/>
              <a:gd name="connsiteY69" fmla="*/ 6317666 h 6858000"/>
              <a:gd name="connsiteX70" fmla="*/ 6007492 w 6115796"/>
              <a:gd name="connsiteY70" fmla="*/ 6440818 h 6858000"/>
              <a:gd name="connsiteX71" fmla="*/ 6009467 w 6115796"/>
              <a:gd name="connsiteY71" fmla="*/ 6487076 h 6858000"/>
              <a:gd name="connsiteX72" fmla="*/ 5995064 w 6115796"/>
              <a:gd name="connsiteY72" fmla="*/ 6540791 h 6858000"/>
              <a:gd name="connsiteX73" fmla="*/ 5986207 w 6115796"/>
              <a:gd name="connsiteY73" fmla="*/ 6695855 h 6858000"/>
              <a:gd name="connsiteX74" fmla="*/ 5979428 w 6115796"/>
              <a:gd name="connsiteY74" fmla="*/ 6754678 h 6858000"/>
              <a:gd name="connsiteX75" fmla="*/ 5984543 w 6115796"/>
              <a:gd name="connsiteY75" fmla="*/ 6811016 h 6858000"/>
              <a:gd name="connsiteX76" fmla="*/ 5979671 w 6115796"/>
              <a:gd name="connsiteY76" fmla="*/ 6858000 h 6858000"/>
              <a:gd name="connsiteX77" fmla="*/ 0 w 6115796"/>
              <a:gd name="connsiteY77" fmla="*/ 6858000 h 6858000"/>
              <a:gd name="connsiteX78" fmla="*/ 0 w 6115796"/>
              <a:gd name="connsiteY78"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91940 w 6115796"/>
              <a:gd name="connsiteY34" fmla="*/ 3015985 h 6858000"/>
              <a:gd name="connsiteX35" fmla="*/ 5503944 w 6115796"/>
              <a:gd name="connsiteY35" fmla="*/ 3123335 h 6858000"/>
              <a:gd name="connsiteX36" fmla="*/ 5516007 w 6115796"/>
              <a:gd name="connsiteY36" fmla="*/ 3258473 h 6858000"/>
              <a:gd name="connsiteX37" fmla="*/ 5589758 w 6115796"/>
              <a:gd name="connsiteY37" fmla="*/ 3453699 h 6858000"/>
              <a:gd name="connsiteX38" fmla="*/ 5596144 w 6115796"/>
              <a:gd name="connsiteY38" fmla="*/ 3534624 h 6858000"/>
              <a:gd name="connsiteX39" fmla="*/ 5597750 w 6115796"/>
              <a:gd name="connsiteY39" fmla="*/ 3534129 h 6858000"/>
              <a:gd name="connsiteX40" fmla="*/ 5618377 w 6115796"/>
              <a:gd name="connsiteY40" fmla="*/ 3588431 h 6858000"/>
              <a:gd name="connsiteX41" fmla="*/ 5655472 w 6115796"/>
              <a:gd name="connsiteY41" fmla="*/ 3678877 h 6858000"/>
              <a:gd name="connsiteX42" fmla="*/ 5683015 w 6115796"/>
              <a:gd name="connsiteY42" fmla="*/ 3762025 h 6858000"/>
              <a:gd name="connsiteX43" fmla="*/ 5696643 w 6115796"/>
              <a:gd name="connsiteY43" fmla="*/ 3773888 h 6858000"/>
              <a:gd name="connsiteX44" fmla="*/ 5768491 w 6115796"/>
              <a:gd name="connsiteY44" fmla="*/ 3914399 h 6858000"/>
              <a:gd name="connsiteX45" fmla="*/ 5793123 w 6115796"/>
              <a:gd name="connsiteY45" fmla="*/ 3969952 h 6858000"/>
              <a:gd name="connsiteX46" fmla="*/ 5808321 w 6115796"/>
              <a:gd name="connsiteY46" fmla="*/ 3988153 h 6858000"/>
              <a:gd name="connsiteX47" fmla="*/ 5825621 w 6115796"/>
              <a:gd name="connsiteY47" fmla="*/ 4015525 h 6858000"/>
              <a:gd name="connsiteX48" fmla="*/ 5860672 w 6115796"/>
              <a:gd name="connsiteY48" fmla="*/ 4061579 h 6858000"/>
              <a:gd name="connsiteX49" fmla="*/ 5894095 w 6115796"/>
              <a:gd name="connsiteY49" fmla="*/ 4128857 h 6858000"/>
              <a:gd name="connsiteX50" fmla="*/ 5903513 w 6115796"/>
              <a:gd name="connsiteY50" fmla="*/ 4187661 h 6858000"/>
              <a:gd name="connsiteX51" fmla="*/ 5946705 w 6115796"/>
              <a:gd name="connsiteY51" fmla="*/ 4428051 h 6858000"/>
              <a:gd name="connsiteX52" fmla="*/ 5949261 w 6115796"/>
              <a:gd name="connsiteY52" fmla="*/ 4449185 h 6858000"/>
              <a:gd name="connsiteX53" fmla="*/ 5968960 w 6115796"/>
              <a:gd name="connsiteY53" fmla="*/ 4482655 h 6858000"/>
              <a:gd name="connsiteX54" fmla="*/ 5998138 w 6115796"/>
              <a:gd name="connsiteY54" fmla="*/ 4697518 h 6858000"/>
              <a:gd name="connsiteX55" fmla="*/ 6007819 w 6115796"/>
              <a:gd name="connsiteY55" fmla="*/ 4858148 h 6858000"/>
              <a:gd name="connsiteX56" fmla="*/ 6007749 w 6115796"/>
              <a:gd name="connsiteY56" fmla="*/ 4964715 h 6858000"/>
              <a:gd name="connsiteX57" fmla="*/ 6005269 w 6115796"/>
              <a:gd name="connsiteY57" fmla="*/ 5150567 h 6858000"/>
              <a:gd name="connsiteX58" fmla="*/ 6001127 w 6115796"/>
              <a:gd name="connsiteY58" fmla="*/ 5164609 h 6858000"/>
              <a:gd name="connsiteX59" fmla="*/ 5998514 w 6115796"/>
              <a:gd name="connsiteY59" fmla="*/ 5189673 h 6858000"/>
              <a:gd name="connsiteX60" fmla="*/ 6018409 w 6115796"/>
              <a:gd name="connsiteY60" fmla="*/ 5227157 h 6858000"/>
              <a:gd name="connsiteX61" fmla="*/ 6036748 w 6115796"/>
              <a:gd name="connsiteY61" fmla="*/ 5322752 h 6858000"/>
              <a:gd name="connsiteX62" fmla="*/ 6037677 w 6115796"/>
              <a:gd name="connsiteY62" fmla="*/ 5354807 h 6858000"/>
              <a:gd name="connsiteX63" fmla="*/ 6053435 w 6115796"/>
              <a:gd name="connsiteY63" fmla="*/ 5387547 h 6858000"/>
              <a:gd name="connsiteX64" fmla="*/ 6068640 w 6115796"/>
              <a:gd name="connsiteY64" fmla="*/ 5474503 h 6858000"/>
              <a:gd name="connsiteX65" fmla="*/ 6080922 w 6115796"/>
              <a:gd name="connsiteY65" fmla="*/ 5561070 h 6858000"/>
              <a:gd name="connsiteX66" fmla="*/ 6096949 w 6115796"/>
              <a:gd name="connsiteY66" fmla="*/ 5648179 h 6858000"/>
              <a:gd name="connsiteX67" fmla="*/ 6115796 w 6115796"/>
              <a:gd name="connsiteY67" fmla="*/ 5862844 h 6858000"/>
              <a:gd name="connsiteX68" fmla="*/ 6045436 w 6115796"/>
              <a:gd name="connsiteY68" fmla="*/ 6124480 h 6858000"/>
              <a:gd name="connsiteX69" fmla="*/ 6030489 w 6115796"/>
              <a:gd name="connsiteY69" fmla="*/ 6317666 h 6858000"/>
              <a:gd name="connsiteX70" fmla="*/ 6007492 w 6115796"/>
              <a:gd name="connsiteY70" fmla="*/ 6440818 h 6858000"/>
              <a:gd name="connsiteX71" fmla="*/ 6009467 w 6115796"/>
              <a:gd name="connsiteY71" fmla="*/ 6487076 h 6858000"/>
              <a:gd name="connsiteX72" fmla="*/ 5995064 w 6115796"/>
              <a:gd name="connsiteY72" fmla="*/ 6540791 h 6858000"/>
              <a:gd name="connsiteX73" fmla="*/ 5986207 w 6115796"/>
              <a:gd name="connsiteY73" fmla="*/ 6695855 h 6858000"/>
              <a:gd name="connsiteX74" fmla="*/ 5979428 w 6115796"/>
              <a:gd name="connsiteY74" fmla="*/ 6754678 h 6858000"/>
              <a:gd name="connsiteX75" fmla="*/ 5984543 w 6115796"/>
              <a:gd name="connsiteY75" fmla="*/ 6811016 h 6858000"/>
              <a:gd name="connsiteX76" fmla="*/ 5979671 w 6115796"/>
              <a:gd name="connsiteY76" fmla="*/ 6858000 h 6858000"/>
              <a:gd name="connsiteX77" fmla="*/ 0 w 6115796"/>
              <a:gd name="connsiteY77" fmla="*/ 6858000 h 6858000"/>
              <a:gd name="connsiteX78" fmla="*/ 0 w 6115796"/>
              <a:gd name="connsiteY78"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91940 w 6115796"/>
              <a:gd name="connsiteY34" fmla="*/ 3015985 h 6858000"/>
              <a:gd name="connsiteX35" fmla="*/ 5503944 w 6115796"/>
              <a:gd name="connsiteY35" fmla="*/ 3123335 h 6858000"/>
              <a:gd name="connsiteX36" fmla="*/ 5525532 w 6115796"/>
              <a:gd name="connsiteY36" fmla="*/ 3258473 h 6858000"/>
              <a:gd name="connsiteX37" fmla="*/ 5589758 w 6115796"/>
              <a:gd name="connsiteY37" fmla="*/ 3453699 h 6858000"/>
              <a:gd name="connsiteX38" fmla="*/ 5596144 w 6115796"/>
              <a:gd name="connsiteY38" fmla="*/ 3534624 h 6858000"/>
              <a:gd name="connsiteX39" fmla="*/ 5597750 w 6115796"/>
              <a:gd name="connsiteY39" fmla="*/ 3534129 h 6858000"/>
              <a:gd name="connsiteX40" fmla="*/ 5618377 w 6115796"/>
              <a:gd name="connsiteY40" fmla="*/ 3588431 h 6858000"/>
              <a:gd name="connsiteX41" fmla="*/ 5655472 w 6115796"/>
              <a:gd name="connsiteY41" fmla="*/ 3678877 h 6858000"/>
              <a:gd name="connsiteX42" fmla="*/ 5683015 w 6115796"/>
              <a:gd name="connsiteY42" fmla="*/ 3762025 h 6858000"/>
              <a:gd name="connsiteX43" fmla="*/ 5696643 w 6115796"/>
              <a:gd name="connsiteY43" fmla="*/ 3773888 h 6858000"/>
              <a:gd name="connsiteX44" fmla="*/ 5768491 w 6115796"/>
              <a:gd name="connsiteY44" fmla="*/ 3914399 h 6858000"/>
              <a:gd name="connsiteX45" fmla="*/ 5793123 w 6115796"/>
              <a:gd name="connsiteY45" fmla="*/ 3969952 h 6858000"/>
              <a:gd name="connsiteX46" fmla="*/ 5808321 w 6115796"/>
              <a:gd name="connsiteY46" fmla="*/ 3988153 h 6858000"/>
              <a:gd name="connsiteX47" fmla="*/ 5825621 w 6115796"/>
              <a:gd name="connsiteY47" fmla="*/ 4015525 h 6858000"/>
              <a:gd name="connsiteX48" fmla="*/ 5860672 w 6115796"/>
              <a:gd name="connsiteY48" fmla="*/ 4061579 h 6858000"/>
              <a:gd name="connsiteX49" fmla="*/ 5894095 w 6115796"/>
              <a:gd name="connsiteY49" fmla="*/ 4128857 h 6858000"/>
              <a:gd name="connsiteX50" fmla="*/ 5903513 w 6115796"/>
              <a:gd name="connsiteY50" fmla="*/ 4187661 h 6858000"/>
              <a:gd name="connsiteX51" fmla="*/ 5946705 w 6115796"/>
              <a:gd name="connsiteY51" fmla="*/ 4428051 h 6858000"/>
              <a:gd name="connsiteX52" fmla="*/ 5949261 w 6115796"/>
              <a:gd name="connsiteY52" fmla="*/ 4449185 h 6858000"/>
              <a:gd name="connsiteX53" fmla="*/ 5968960 w 6115796"/>
              <a:gd name="connsiteY53" fmla="*/ 4482655 h 6858000"/>
              <a:gd name="connsiteX54" fmla="*/ 5998138 w 6115796"/>
              <a:gd name="connsiteY54" fmla="*/ 4697518 h 6858000"/>
              <a:gd name="connsiteX55" fmla="*/ 6007819 w 6115796"/>
              <a:gd name="connsiteY55" fmla="*/ 4858148 h 6858000"/>
              <a:gd name="connsiteX56" fmla="*/ 6007749 w 6115796"/>
              <a:gd name="connsiteY56" fmla="*/ 4964715 h 6858000"/>
              <a:gd name="connsiteX57" fmla="*/ 6005269 w 6115796"/>
              <a:gd name="connsiteY57" fmla="*/ 5150567 h 6858000"/>
              <a:gd name="connsiteX58" fmla="*/ 6001127 w 6115796"/>
              <a:gd name="connsiteY58" fmla="*/ 5164609 h 6858000"/>
              <a:gd name="connsiteX59" fmla="*/ 5998514 w 6115796"/>
              <a:gd name="connsiteY59" fmla="*/ 5189673 h 6858000"/>
              <a:gd name="connsiteX60" fmla="*/ 6018409 w 6115796"/>
              <a:gd name="connsiteY60" fmla="*/ 5227157 h 6858000"/>
              <a:gd name="connsiteX61" fmla="*/ 6036748 w 6115796"/>
              <a:gd name="connsiteY61" fmla="*/ 5322752 h 6858000"/>
              <a:gd name="connsiteX62" fmla="*/ 6037677 w 6115796"/>
              <a:gd name="connsiteY62" fmla="*/ 5354807 h 6858000"/>
              <a:gd name="connsiteX63" fmla="*/ 6053435 w 6115796"/>
              <a:gd name="connsiteY63" fmla="*/ 5387547 h 6858000"/>
              <a:gd name="connsiteX64" fmla="*/ 6068640 w 6115796"/>
              <a:gd name="connsiteY64" fmla="*/ 5474503 h 6858000"/>
              <a:gd name="connsiteX65" fmla="*/ 6080922 w 6115796"/>
              <a:gd name="connsiteY65" fmla="*/ 5561070 h 6858000"/>
              <a:gd name="connsiteX66" fmla="*/ 6096949 w 6115796"/>
              <a:gd name="connsiteY66" fmla="*/ 5648179 h 6858000"/>
              <a:gd name="connsiteX67" fmla="*/ 6115796 w 6115796"/>
              <a:gd name="connsiteY67" fmla="*/ 5862844 h 6858000"/>
              <a:gd name="connsiteX68" fmla="*/ 6045436 w 6115796"/>
              <a:gd name="connsiteY68" fmla="*/ 6124480 h 6858000"/>
              <a:gd name="connsiteX69" fmla="*/ 6030489 w 6115796"/>
              <a:gd name="connsiteY69" fmla="*/ 6317666 h 6858000"/>
              <a:gd name="connsiteX70" fmla="*/ 6007492 w 6115796"/>
              <a:gd name="connsiteY70" fmla="*/ 6440818 h 6858000"/>
              <a:gd name="connsiteX71" fmla="*/ 6009467 w 6115796"/>
              <a:gd name="connsiteY71" fmla="*/ 6487076 h 6858000"/>
              <a:gd name="connsiteX72" fmla="*/ 5995064 w 6115796"/>
              <a:gd name="connsiteY72" fmla="*/ 6540791 h 6858000"/>
              <a:gd name="connsiteX73" fmla="*/ 5986207 w 6115796"/>
              <a:gd name="connsiteY73" fmla="*/ 6695855 h 6858000"/>
              <a:gd name="connsiteX74" fmla="*/ 5979428 w 6115796"/>
              <a:gd name="connsiteY74" fmla="*/ 6754678 h 6858000"/>
              <a:gd name="connsiteX75" fmla="*/ 5984543 w 6115796"/>
              <a:gd name="connsiteY75" fmla="*/ 6811016 h 6858000"/>
              <a:gd name="connsiteX76" fmla="*/ 5979671 w 6115796"/>
              <a:gd name="connsiteY76" fmla="*/ 6858000 h 6858000"/>
              <a:gd name="connsiteX77" fmla="*/ 0 w 6115796"/>
              <a:gd name="connsiteY77" fmla="*/ 6858000 h 6858000"/>
              <a:gd name="connsiteX78" fmla="*/ 0 w 6115796"/>
              <a:gd name="connsiteY78"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91940 w 6115796"/>
              <a:gd name="connsiteY34" fmla="*/ 3015985 h 6858000"/>
              <a:gd name="connsiteX35" fmla="*/ 5503944 w 6115796"/>
              <a:gd name="connsiteY35" fmla="*/ 3123335 h 6858000"/>
              <a:gd name="connsiteX36" fmla="*/ 5525532 w 6115796"/>
              <a:gd name="connsiteY36" fmla="*/ 3258473 h 6858000"/>
              <a:gd name="connsiteX37" fmla="*/ 5589758 w 6115796"/>
              <a:gd name="connsiteY37" fmla="*/ 3453699 h 6858000"/>
              <a:gd name="connsiteX38" fmla="*/ 5596144 w 6115796"/>
              <a:gd name="connsiteY38" fmla="*/ 3534624 h 6858000"/>
              <a:gd name="connsiteX39" fmla="*/ 5597750 w 6115796"/>
              <a:gd name="connsiteY39" fmla="*/ 3534129 h 6858000"/>
              <a:gd name="connsiteX40" fmla="*/ 5618377 w 6115796"/>
              <a:gd name="connsiteY40" fmla="*/ 3588431 h 6858000"/>
              <a:gd name="connsiteX41" fmla="*/ 5655472 w 6115796"/>
              <a:gd name="connsiteY41" fmla="*/ 3678877 h 6858000"/>
              <a:gd name="connsiteX42" fmla="*/ 5683015 w 6115796"/>
              <a:gd name="connsiteY42" fmla="*/ 3762025 h 6858000"/>
              <a:gd name="connsiteX43" fmla="*/ 5696643 w 6115796"/>
              <a:gd name="connsiteY43" fmla="*/ 3773888 h 6858000"/>
              <a:gd name="connsiteX44" fmla="*/ 5768491 w 6115796"/>
              <a:gd name="connsiteY44" fmla="*/ 3914399 h 6858000"/>
              <a:gd name="connsiteX45" fmla="*/ 5793123 w 6115796"/>
              <a:gd name="connsiteY45" fmla="*/ 3969952 h 6858000"/>
              <a:gd name="connsiteX46" fmla="*/ 5808321 w 6115796"/>
              <a:gd name="connsiteY46" fmla="*/ 3988153 h 6858000"/>
              <a:gd name="connsiteX47" fmla="*/ 5825621 w 6115796"/>
              <a:gd name="connsiteY47" fmla="*/ 4015525 h 6858000"/>
              <a:gd name="connsiteX48" fmla="*/ 5860672 w 6115796"/>
              <a:gd name="connsiteY48" fmla="*/ 4061579 h 6858000"/>
              <a:gd name="connsiteX49" fmla="*/ 5894095 w 6115796"/>
              <a:gd name="connsiteY49" fmla="*/ 4128857 h 6858000"/>
              <a:gd name="connsiteX50" fmla="*/ 5903513 w 6115796"/>
              <a:gd name="connsiteY50" fmla="*/ 4187661 h 6858000"/>
              <a:gd name="connsiteX51" fmla="*/ 5946705 w 6115796"/>
              <a:gd name="connsiteY51" fmla="*/ 4428051 h 6858000"/>
              <a:gd name="connsiteX52" fmla="*/ 5949261 w 6115796"/>
              <a:gd name="connsiteY52" fmla="*/ 4449185 h 6858000"/>
              <a:gd name="connsiteX53" fmla="*/ 5961816 w 6115796"/>
              <a:gd name="connsiteY53" fmla="*/ 4494562 h 6858000"/>
              <a:gd name="connsiteX54" fmla="*/ 5998138 w 6115796"/>
              <a:gd name="connsiteY54" fmla="*/ 4697518 h 6858000"/>
              <a:gd name="connsiteX55" fmla="*/ 6007819 w 6115796"/>
              <a:gd name="connsiteY55" fmla="*/ 4858148 h 6858000"/>
              <a:gd name="connsiteX56" fmla="*/ 6007749 w 6115796"/>
              <a:gd name="connsiteY56" fmla="*/ 4964715 h 6858000"/>
              <a:gd name="connsiteX57" fmla="*/ 6005269 w 6115796"/>
              <a:gd name="connsiteY57" fmla="*/ 5150567 h 6858000"/>
              <a:gd name="connsiteX58" fmla="*/ 6001127 w 6115796"/>
              <a:gd name="connsiteY58" fmla="*/ 5164609 h 6858000"/>
              <a:gd name="connsiteX59" fmla="*/ 5998514 w 6115796"/>
              <a:gd name="connsiteY59" fmla="*/ 5189673 h 6858000"/>
              <a:gd name="connsiteX60" fmla="*/ 6018409 w 6115796"/>
              <a:gd name="connsiteY60" fmla="*/ 5227157 h 6858000"/>
              <a:gd name="connsiteX61" fmla="*/ 6036748 w 6115796"/>
              <a:gd name="connsiteY61" fmla="*/ 5322752 h 6858000"/>
              <a:gd name="connsiteX62" fmla="*/ 6037677 w 6115796"/>
              <a:gd name="connsiteY62" fmla="*/ 5354807 h 6858000"/>
              <a:gd name="connsiteX63" fmla="*/ 6053435 w 6115796"/>
              <a:gd name="connsiteY63" fmla="*/ 5387547 h 6858000"/>
              <a:gd name="connsiteX64" fmla="*/ 6068640 w 6115796"/>
              <a:gd name="connsiteY64" fmla="*/ 5474503 h 6858000"/>
              <a:gd name="connsiteX65" fmla="*/ 6080922 w 6115796"/>
              <a:gd name="connsiteY65" fmla="*/ 5561070 h 6858000"/>
              <a:gd name="connsiteX66" fmla="*/ 6096949 w 6115796"/>
              <a:gd name="connsiteY66" fmla="*/ 5648179 h 6858000"/>
              <a:gd name="connsiteX67" fmla="*/ 6115796 w 6115796"/>
              <a:gd name="connsiteY67" fmla="*/ 5862844 h 6858000"/>
              <a:gd name="connsiteX68" fmla="*/ 6045436 w 6115796"/>
              <a:gd name="connsiteY68" fmla="*/ 6124480 h 6858000"/>
              <a:gd name="connsiteX69" fmla="*/ 6030489 w 6115796"/>
              <a:gd name="connsiteY69" fmla="*/ 6317666 h 6858000"/>
              <a:gd name="connsiteX70" fmla="*/ 6007492 w 6115796"/>
              <a:gd name="connsiteY70" fmla="*/ 6440818 h 6858000"/>
              <a:gd name="connsiteX71" fmla="*/ 6009467 w 6115796"/>
              <a:gd name="connsiteY71" fmla="*/ 6487076 h 6858000"/>
              <a:gd name="connsiteX72" fmla="*/ 5995064 w 6115796"/>
              <a:gd name="connsiteY72" fmla="*/ 6540791 h 6858000"/>
              <a:gd name="connsiteX73" fmla="*/ 5986207 w 6115796"/>
              <a:gd name="connsiteY73" fmla="*/ 6695855 h 6858000"/>
              <a:gd name="connsiteX74" fmla="*/ 5979428 w 6115796"/>
              <a:gd name="connsiteY74" fmla="*/ 6754678 h 6858000"/>
              <a:gd name="connsiteX75" fmla="*/ 5984543 w 6115796"/>
              <a:gd name="connsiteY75" fmla="*/ 6811016 h 6858000"/>
              <a:gd name="connsiteX76" fmla="*/ 5979671 w 6115796"/>
              <a:gd name="connsiteY76" fmla="*/ 6858000 h 6858000"/>
              <a:gd name="connsiteX77" fmla="*/ 0 w 6115796"/>
              <a:gd name="connsiteY77" fmla="*/ 6858000 h 6858000"/>
              <a:gd name="connsiteX78" fmla="*/ 0 w 6115796"/>
              <a:gd name="connsiteY78"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91940 w 6115796"/>
              <a:gd name="connsiteY34" fmla="*/ 3015985 h 6858000"/>
              <a:gd name="connsiteX35" fmla="*/ 5503944 w 6115796"/>
              <a:gd name="connsiteY35" fmla="*/ 3123335 h 6858000"/>
              <a:gd name="connsiteX36" fmla="*/ 5525532 w 6115796"/>
              <a:gd name="connsiteY36" fmla="*/ 3258473 h 6858000"/>
              <a:gd name="connsiteX37" fmla="*/ 5589758 w 6115796"/>
              <a:gd name="connsiteY37" fmla="*/ 3453699 h 6858000"/>
              <a:gd name="connsiteX38" fmla="*/ 5596144 w 6115796"/>
              <a:gd name="connsiteY38" fmla="*/ 3534624 h 6858000"/>
              <a:gd name="connsiteX39" fmla="*/ 5597750 w 6115796"/>
              <a:gd name="connsiteY39" fmla="*/ 3534129 h 6858000"/>
              <a:gd name="connsiteX40" fmla="*/ 5618377 w 6115796"/>
              <a:gd name="connsiteY40" fmla="*/ 3588431 h 6858000"/>
              <a:gd name="connsiteX41" fmla="*/ 5655472 w 6115796"/>
              <a:gd name="connsiteY41" fmla="*/ 3678877 h 6858000"/>
              <a:gd name="connsiteX42" fmla="*/ 5683015 w 6115796"/>
              <a:gd name="connsiteY42" fmla="*/ 3762025 h 6858000"/>
              <a:gd name="connsiteX43" fmla="*/ 5696643 w 6115796"/>
              <a:gd name="connsiteY43" fmla="*/ 3773888 h 6858000"/>
              <a:gd name="connsiteX44" fmla="*/ 5768491 w 6115796"/>
              <a:gd name="connsiteY44" fmla="*/ 3914399 h 6858000"/>
              <a:gd name="connsiteX45" fmla="*/ 5793123 w 6115796"/>
              <a:gd name="connsiteY45" fmla="*/ 3969952 h 6858000"/>
              <a:gd name="connsiteX46" fmla="*/ 5808321 w 6115796"/>
              <a:gd name="connsiteY46" fmla="*/ 3988153 h 6858000"/>
              <a:gd name="connsiteX47" fmla="*/ 5825621 w 6115796"/>
              <a:gd name="connsiteY47" fmla="*/ 4015525 h 6858000"/>
              <a:gd name="connsiteX48" fmla="*/ 5860672 w 6115796"/>
              <a:gd name="connsiteY48" fmla="*/ 4061579 h 6858000"/>
              <a:gd name="connsiteX49" fmla="*/ 5894095 w 6115796"/>
              <a:gd name="connsiteY49" fmla="*/ 4128857 h 6858000"/>
              <a:gd name="connsiteX50" fmla="*/ 5903513 w 6115796"/>
              <a:gd name="connsiteY50" fmla="*/ 4187661 h 6858000"/>
              <a:gd name="connsiteX51" fmla="*/ 5949086 w 6115796"/>
              <a:gd name="connsiteY51" fmla="*/ 4366139 h 6858000"/>
              <a:gd name="connsiteX52" fmla="*/ 5949261 w 6115796"/>
              <a:gd name="connsiteY52" fmla="*/ 4449185 h 6858000"/>
              <a:gd name="connsiteX53" fmla="*/ 5961816 w 6115796"/>
              <a:gd name="connsiteY53" fmla="*/ 4494562 h 6858000"/>
              <a:gd name="connsiteX54" fmla="*/ 5998138 w 6115796"/>
              <a:gd name="connsiteY54" fmla="*/ 4697518 h 6858000"/>
              <a:gd name="connsiteX55" fmla="*/ 6007819 w 6115796"/>
              <a:gd name="connsiteY55" fmla="*/ 4858148 h 6858000"/>
              <a:gd name="connsiteX56" fmla="*/ 6007749 w 6115796"/>
              <a:gd name="connsiteY56" fmla="*/ 4964715 h 6858000"/>
              <a:gd name="connsiteX57" fmla="*/ 6005269 w 6115796"/>
              <a:gd name="connsiteY57" fmla="*/ 5150567 h 6858000"/>
              <a:gd name="connsiteX58" fmla="*/ 6001127 w 6115796"/>
              <a:gd name="connsiteY58" fmla="*/ 5164609 h 6858000"/>
              <a:gd name="connsiteX59" fmla="*/ 5998514 w 6115796"/>
              <a:gd name="connsiteY59" fmla="*/ 5189673 h 6858000"/>
              <a:gd name="connsiteX60" fmla="*/ 6018409 w 6115796"/>
              <a:gd name="connsiteY60" fmla="*/ 5227157 h 6858000"/>
              <a:gd name="connsiteX61" fmla="*/ 6036748 w 6115796"/>
              <a:gd name="connsiteY61" fmla="*/ 5322752 h 6858000"/>
              <a:gd name="connsiteX62" fmla="*/ 6037677 w 6115796"/>
              <a:gd name="connsiteY62" fmla="*/ 5354807 h 6858000"/>
              <a:gd name="connsiteX63" fmla="*/ 6053435 w 6115796"/>
              <a:gd name="connsiteY63" fmla="*/ 5387547 h 6858000"/>
              <a:gd name="connsiteX64" fmla="*/ 6068640 w 6115796"/>
              <a:gd name="connsiteY64" fmla="*/ 5474503 h 6858000"/>
              <a:gd name="connsiteX65" fmla="*/ 6080922 w 6115796"/>
              <a:gd name="connsiteY65" fmla="*/ 5561070 h 6858000"/>
              <a:gd name="connsiteX66" fmla="*/ 6096949 w 6115796"/>
              <a:gd name="connsiteY66" fmla="*/ 5648179 h 6858000"/>
              <a:gd name="connsiteX67" fmla="*/ 6115796 w 6115796"/>
              <a:gd name="connsiteY67" fmla="*/ 5862844 h 6858000"/>
              <a:gd name="connsiteX68" fmla="*/ 6045436 w 6115796"/>
              <a:gd name="connsiteY68" fmla="*/ 6124480 h 6858000"/>
              <a:gd name="connsiteX69" fmla="*/ 6030489 w 6115796"/>
              <a:gd name="connsiteY69" fmla="*/ 6317666 h 6858000"/>
              <a:gd name="connsiteX70" fmla="*/ 6007492 w 6115796"/>
              <a:gd name="connsiteY70" fmla="*/ 6440818 h 6858000"/>
              <a:gd name="connsiteX71" fmla="*/ 6009467 w 6115796"/>
              <a:gd name="connsiteY71" fmla="*/ 6487076 h 6858000"/>
              <a:gd name="connsiteX72" fmla="*/ 5995064 w 6115796"/>
              <a:gd name="connsiteY72" fmla="*/ 6540791 h 6858000"/>
              <a:gd name="connsiteX73" fmla="*/ 5986207 w 6115796"/>
              <a:gd name="connsiteY73" fmla="*/ 6695855 h 6858000"/>
              <a:gd name="connsiteX74" fmla="*/ 5979428 w 6115796"/>
              <a:gd name="connsiteY74" fmla="*/ 6754678 h 6858000"/>
              <a:gd name="connsiteX75" fmla="*/ 5984543 w 6115796"/>
              <a:gd name="connsiteY75" fmla="*/ 6811016 h 6858000"/>
              <a:gd name="connsiteX76" fmla="*/ 5979671 w 6115796"/>
              <a:gd name="connsiteY76" fmla="*/ 6858000 h 6858000"/>
              <a:gd name="connsiteX77" fmla="*/ 0 w 6115796"/>
              <a:gd name="connsiteY77" fmla="*/ 6858000 h 6858000"/>
              <a:gd name="connsiteX78" fmla="*/ 0 w 6115796"/>
              <a:gd name="connsiteY78" fmla="*/ 0 h 6858000"/>
              <a:gd name="connsiteX0" fmla="*/ 0 w 6115796"/>
              <a:gd name="connsiteY0" fmla="*/ 0 h 6858000"/>
              <a:gd name="connsiteX1" fmla="*/ 4965888 w 6115796"/>
              <a:gd name="connsiteY1" fmla="*/ 0 h 6858000"/>
              <a:gd name="connsiteX2" fmla="*/ 4967767 w 6115796"/>
              <a:gd name="connsiteY2" fmla="*/ 7930 h 6858000"/>
              <a:gd name="connsiteX3" fmla="*/ 4979444 w 6115796"/>
              <a:gd name="connsiteY3" fmla="*/ 43921 h 6858000"/>
              <a:gd name="connsiteX4" fmla="*/ 5075458 w 6115796"/>
              <a:gd name="connsiteY4" fmla="*/ 264355 h 6858000"/>
              <a:gd name="connsiteX5" fmla="*/ 5081175 w 6115796"/>
              <a:gd name="connsiteY5" fmla="*/ 277448 h 6858000"/>
              <a:gd name="connsiteX6" fmla="*/ 5097011 w 6115796"/>
              <a:gd name="connsiteY6" fmla="*/ 355616 h 6858000"/>
              <a:gd name="connsiteX7" fmla="*/ 5153000 w 6115796"/>
              <a:gd name="connsiteY7" fmla="*/ 507134 h 6858000"/>
              <a:gd name="connsiteX8" fmla="*/ 5171282 w 6115796"/>
              <a:gd name="connsiteY8" fmla="*/ 602071 h 6858000"/>
              <a:gd name="connsiteX9" fmla="*/ 5176196 w 6115796"/>
              <a:gd name="connsiteY9" fmla="*/ 636822 h 6858000"/>
              <a:gd name="connsiteX10" fmla="*/ 5189051 w 6115796"/>
              <a:gd name="connsiteY10" fmla="*/ 782518 h 6858000"/>
              <a:gd name="connsiteX11" fmla="*/ 5218707 w 6115796"/>
              <a:gd name="connsiteY11" fmla="*/ 886387 h 6858000"/>
              <a:gd name="connsiteX12" fmla="*/ 5221281 w 6115796"/>
              <a:gd name="connsiteY12" fmla="*/ 920873 h 6858000"/>
              <a:gd name="connsiteX13" fmla="*/ 5201018 w 6115796"/>
              <a:gd name="connsiteY13" fmla="*/ 1095027 h 6858000"/>
              <a:gd name="connsiteX14" fmla="*/ 5189234 w 6115796"/>
              <a:gd name="connsiteY14" fmla="*/ 1217308 h 6858000"/>
              <a:gd name="connsiteX15" fmla="*/ 5202769 w 6115796"/>
              <a:gd name="connsiteY15" fmla="*/ 1269450 h 6858000"/>
              <a:gd name="connsiteX16" fmla="*/ 5225968 w 6115796"/>
              <a:gd name="connsiteY16" fmla="*/ 1357994 h 6858000"/>
              <a:gd name="connsiteX17" fmla="*/ 5226675 w 6115796"/>
              <a:gd name="connsiteY17" fmla="*/ 1385685 h 6858000"/>
              <a:gd name="connsiteX18" fmla="*/ 5237226 w 6115796"/>
              <a:gd name="connsiteY18" fmla="*/ 1441327 h 6858000"/>
              <a:gd name="connsiteX19" fmla="*/ 5255653 w 6115796"/>
              <a:gd name="connsiteY19" fmla="*/ 1524712 h 6858000"/>
              <a:gd name="connsiteX20" fmla="*/ 5263491 w 6115796"/>
              <a:gd name="connsiteY20" fmla="*/ 1642938 h 6858000"/>
              <a:gd name="connsiteX21" fmla="*/ 5256552 w 6115796"/>
              <a:gd name="connsiteY21" fmla="*/ 1672509 h 6858000"/>
              <a:gd name="connsiteX22" fmla="*/ 5264549 w 6115796"/>
              <a:gd name="connsiteY22" fmla="*/ 1837572 h 6858000"/>
              <a:gd name="connsiteX23" fmla="*/ 5255696 w 6115796"/>
              <a:gd name="connsiteY23" fmla="*/ 1953770 h 6858000"/>
              <a:gd name="connsiteX24" fmla="*/ 5252592 w 6115796"/>
              <a:gd name="connsiteY24" fmla="*/ 2092210 h 6858000"/>
              <a:gd name="connsiteX25" fmla="*/ 5257248 w 6115796"/>
              <a:gd name="connsiteY25" fmla="*/ 2203922 h 6858000"/>
              <a:gd name="connsiteX26" fmla="*/ 5262551 w 6115796"/>
              <a:gd name="connsiteY26" fmla="*/ 2288050 h 6858000"/>
              <a:gd name="connsiteX27" fmla="*/ 5293877 w 6115796"/>
              <a:gd name="connsiteY27" fmla="*/ 2368649 h 6858000"/>
              <a:gd name="connsiteX28" fmla="*/ 5311338 w 6115796"/>
              <a:gd name="connsiteY28" fmla="*/ 2404034 h 6858000"/>
              <a:gd name="connsiteX29" fmla="*/ 5338366 w 6115796"/>
              <a:gd name="connsiteY29" fmla="*/ 2465052 h 6858000"/>
              <a:gd name="connsiteX30" fmla="*/ 5371263 w 6115796"/>
              <a:gd name="connsiteY30" fmla="*/ 2586413 h 6858000"/>
              <a:gd name="connsiteX31" fmla="*/ 5407503 w 6115796"/>
              <a:gd name="connsiteY31" fmla="*/ 2786290 h 6858000"/>
              <a:gd name="connsiteX32" fmla="*/ 5407356 w 6115796"/>
              <a:gd name="connsiteY32" fmla="*/ 2787545 h 6858000"/>
              <a:gd name="connsiteX33" fmla="*/ 5457023 w 6115796"/>
              <a:gd name="connsiteY33" fmla="*/ 2858292 h 6858000"/>
              <a:gd name="connsiteX34" fmla="*/ 5491940 w 6115796"/>
              <a:gd name="connsiteY34" fmla="*/ 3015985 h 6858000"/>
              <a:gd name="connsiteX35" fmla="*/ 5503944 w 6115796"/>
              <a:gd name="connsiteY35" fmla="*/ 3123335 h 6858000"/>
              <a:gd name="connsiteX36" fmla="*/ 5525532 w 6115796"/>
              <a:gd name="connsiteY36" fmla="*/ 3258473 h 6858000"/>
              <a:gd name="connsiteX37" fmla="*/ 5589758 w 6115796"/>
              <a:gd name="connsiteY37" fmla="*/ 3453699 h 6858000"/>
              <a:gd name="connsiteX38" fmla="*/ 5596144 w 6115796"/>
              <a:gd name="connsiteY38" fmla="*/ 3534624 h 6858000"/>
              <a:gd name="connsiteX39" fmla="*/ 5597750 w 6115796"/>
              <a:gd name="connsiteY39" fmla="*/ 3534129 h 6858000"/>
              <a:gd name="connsiteX40" fmla="*/ 5618377 w 6115796"/>
              <a:gd name="connsiteY40" fmla="*/ 3588431 h 6858000"/>
              <a:gd name="connsiteX41" fmla="*/ 5655472 w 6115796"/>
              <a:gd name="connsiteY41" fmla="*/ 3678877 h 6858000"/>
              <a:gd name="connsiteX42" fmla="*/ 5683015 w 6115796"/>
              <a:gd name="connsiteY42" fmla="*/ 3762025 h 6858000"/>
              <a:gd name="connsiteX43" fmla="*/ 5696643 w 6115796"/>
              <a:gd name="connsiteY43" fmla="*/ 3773888 h 6858000"/>
              <a:gd name="connsiteX44" fmla="*/ 5768491 w 6115796"/>
              <a:gd name="connsiteY44" fmla="*/ 3914399 h 6858000"/>
              <a:gd name="connsiteX45" fmla="*/ 5793123 w 6115796"/>
              <a:gd name="connsiteY45" fmla="*/ 3969952 h 6858000"/>
              <a:gd name="connsiteX46" fmla="*/ 5808321 w 6115796"/>
              <a:gd name="connsiteY46" fmla="*/ 3988153 h 6858000"/>
              <a:gd name="connsiteX47" fmla="*/ 5825621 w 6115796"/>
              <a:gd name="connsiteY47" fmla="*/ 4015525 h 6858000"/>
              <a:gd name="connsiteX48" fmla="*/ 5860672 w 6115796"/>
              <a:gd name="connsiteY48" fmla="*/ 4061579 h 6858000"/>
              <a:gd name="connsiteX49" fmla="*/ 5894095 w 6115796"/>
              <a:gd name="connsiteY49" fmla="*/ 4128857 h 6858000"/>
              <a:gd name="connsiteX50" fmla="*/ 5903513 w 6115796"/>
              <a:gd name="connsiteY50" fmla="*/ 4187661 h 6858000"/>
              <a:gd name="connsiteX51" fmla="*/ 5949086 w 6115796"/>
              <a:gd name="connsiteY51" fmla="*/ 4366139 h 6858000"/>
              <a:gd name="connsiteX52" fmla="*/ 5949261 w 6115796"/>
              <a:gd name="connsiteY52" fmla="*/ 4449185 h 6858000"/>
              <a:gd name="connsiteX53" fmla="*/ 5961816 w 6115796"/>
              <a:gd name="connsiteY53" fmla="*/ 4494562 h 6858000"/>
              <a:gd name="connsiteX54" fmla="*/ 5998138 w 6115796"/>
              <a:gd name="connsiteY54" fmla="*/ 4697518 h 6858000"/>
              <a:gd name="connsiteX55" fmla="*/ 6007819 w 6115796"/>
              <a:gd name="connsiteY55" fmla="*/ 4858148 h 6858000"/>
              <a:gd name="connsiteX56" fmla="*/ 6007749 w 6115796"/>
              <a:gd name="connsiteY56" fmla="*/ 4964715 h 6858000"/>
              <a:gd name="connsiteX57" fmla="*/ 6005269 w 6115796"/>
              <a:gd name="connsiteY57" fmla="*/ 5150567 h 6858000"/>
              <a:gd name="connsiteX58" fmla="*/ 6001127 w 6115796"/>
              <a:gd name="connsiteY58" fmla="*/ 5164609 h 6858000"/>
              <a:gd name="connsiteX59" fmla="*/ 5998514 w 6115796"/>
              <a:gd name="connsiteY59" fmla="*/ 5189673 h 6858000"/>
              <a:gd name="connsiteX60" fmla="*/ 6018409 w 6115796"/>
              <a:gd name="connsiteY60" fmla="*/ 5227157 h 6858000"/>
              <a:gd name="connsiteX61" fmla="*/ 6036748 w 6115796"/>
              <a:gd name="connsiteY61" fmla="*/ 5322752 h 6858000"/>
              <a:gd name="connsiteX62" fmla="*/ 6037677 w 6115796"/>
              <a:gd name="connsiteY62" fmla="*/ 5354807 h 6858000"/>
              <a:gd name="connsiteX63" fmla="*/ 6053435 w 6115796"/>
              <a:gd name="connsiteY63" fmla="*/ 5387547 h 6858000"/>
              <a:gd name="connsiteX64" fmla="*/ 6068640 w 6115796"/>
              <a:gd name="connsiteY64" fmla="*/ 5474503 h 6858000"/>
              <a:gd name="connsiteX65" fmla="*/ 6080922 w 6115796"/>
              <a:gd name="connsiteY65" fmla="*/ 5561070 h 6858000"/>
              <a:gd name="connsiteX66" fmla="*/ 6096949 w 6115796"/>
              <a:gd name="connsiteY66" fmla="*/ 5648179 h 6858000"/>
              <a:gd name="connsiteX67" fmla="*/ 6115796 w 6115796"/>
              <a:gd name="connsiteY67" fmla="*/ 5862844 h 6858000"/>
              <a:gd name="connsiteX68" fmla="*/ 6045436 w 6115796"/>
              <a:gd name="connsiteY68" fmla="*/ 6124480 h 6858000"/>
              <a:gd name="connsiteX69" fmla="*/ 6030489 w 6115796"/>
              <a:gd name="connsiteY69" fmla="*/ 6317666 h 6858000"/>
              <a:gd name="connsiteX70" fmla="*/ 6007492 w 6115796"/>
              <a:gd name="connsiteY70" fmla="*/ 6440818 h 6858000"/>
              <a:gd name="connsiteX71" fmla="*/ 6009467 w 6115796"/>
              <a:gd name="connsiteY71" fmla="*/ 6487076 h 6858000"/>
              <a:gd name="connsiteX72" fmla="*/ 5995064 w 6115796"/>
              <a:gd name="connsiteY72" fmla="*/ 6540791 h 6858000"/>
              <a:gd name="connsiteX73" fmla="*/ 5986207 w 6115796"/>
              <a:gd name="connsiteY73" fmla="*/ 6695855 h 6858000"/>
              <a:gd name="connsiteX74" fmla="*/ 5979428 w 6115796"/>
              <a:gd name="connsiteY74" fmla="*/ 6754678 h 6858000"/>
              <a:gd name="connsiteX75" fmla="*/ 5984543 w 6115796"/>
              <a:gd name="connsiteY75" fmla="*/ 6811016 h 6858000"/>
              <a:gd name="connsiteX76" fmla="*/ 5979671 w 6115796"/>
              <a:gd name="connsiteY76" fmla="*/ 6858000 h 6858000"/>
              <a:gd name="connsiteX77" fmla="*/ 0 w 6115796"/>
              <a:gd name="connsiteY77" fmla="*/ 6858000 h 6858000"/>
              <a:gd name="connsiteX78" fmla="*/ 0 w 6115796"/>
              <a:gd name="connsiteY78"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76196 w 6105267"/>
              <a:gd name="connsiteY9" fmla="*/ 636822 h 6858000"/>
              <a:gd name="connsiteX10" fmla="*/ 5189051 w 6105267"/>
              <a:gd name="connsiteY10" fmla="*/ 782518 h 6858000"/>
              <a:gd name="connsiteX11" fmla="*/ 5218707 w 6105267"/>
              <a:gd name="connsiteY11" fmla="*/ 886387 h 6858000"/>
              <a:gd name="connsiteX12" fmla="*/ 5221281 w 6105267"/>
              <a:gd name="connsiteY12" fmla="*/ 920873 h 6858000"/>
              <a:gd name="connsiteX13" fmla="*/ 5201018 w 6105267"/>
              <a:gd name="connsiteY13" fmla="*/ 1095027 h 6858000"/>
              <a:gd name="connsiteX14" fmla="*/ 5189234 w 6105267"/>
              <a:gd name="connsiteY14" fmla="*/ 1217308 h 6858000"/>
              <a:gd name="connsiteX15" fmla="*/ 5202769 w 6105267"/>
              <a:gd name="connsiteY15" fmla="*/ 1269450 h 6858000"/>
              <a:gd name="connsiteX16" fmla="*/ 5225968 w 6105267"/>
              <a:gd name="connsiteY16" fmla="*/ 1357994 h 6858000"/>
              <a:gd name="connsiteX17" fmla="*/ 5226675 w 6105267"/>
              <a:gd name="connsiteY17" fmla="*/ 1385685 h 6858000"/>
              <a:gd name="connsiteX18" fmla="*/ 5237226 w 6105267"/>
              <a:gd name="connsiteY18" fmla="*/ 1441327 h 6858000"/>
              <a:gd name="connsiteX19" fmla="*/ 5255653 w 6105267"/>
              <a:gd name="connsiteY19" fmla="*/ 1524712 h 6858000"/>
              <a:gd name="connsiteX20" fmla="*/ 5263491 w 6105267"/>
              <a:gd name="connsiteY20" fmla="*/ 1642938 h 6858000"/>
              <a:gd name="connsiteX21" fmla="*/ 5256552 w 6105267"/>
              <a:gd name="connsiteY21" fmla="*/ 1672509 h 6858000"/>
              <a:gd name="connsiteX22" fmla="*/ 5264549 w 6105267"/>
              <a:gd name="connsiteY22" fmla="*/ 1837572 h 6858000"/>
              <a:gd name="connsiteX23" fmla="*/ 5255696 w 6105267"/>
              <a:gd name="connsiteY23" fmla="*/ 1953770 h 6858000"/>
              <a:gd name="connsiteX24" fmla="*/ 5252592 w 6105267"/>
              <a:gd name="connsiteY24" fmla="*/ 2092210 h 6858000"/>
              <a:gd name="connsiteX25" fmla="*/ 5257248 w 6105267"/>
              <a:gd name="connsiteY25" fmla="*/ 2203922 h 6858000"/>
              <a:gd name="connsiteX26" fmla="*/ 5262551 w 6105267"/>
              <a:gd name="connsiteY26" fmla="*/ 2288050 h 6858000"/>
              <a:gd name="connsiteX27" fmla="*/ 5293877 w 6105267"/>
              <a:gd name="connsiteY27" fmla="*/ 2368649 h 6858000"/>
              <a:gd name="connsiteX28" fmla="*/ 5311338 w 6105267"/>
              <a:gd name="connsiteY28" fmla="*/ 2404034 h 6858000"/>
              <a:gd name="connsiteX29" fmla="*/ 5338366 w 6105267"/>
              <a:gd name="connsiteY29" fmla="*/ 2465052 h 6858000"/>
              <a:gd name="connsiteX30" fmla="*/ 5371263 w 6105267"/>
              <a:gd name="connsiteY30" fmla="*/ 2586413 h 6858000"/>
              <a:gd name="connsiteX31" fmla="*/ 5407503 w 6105267"/>
              <a:gd name="connsiteY31" fmla="*/ 2786290 h 6858000"/>
              <a:gd name="connsiteX32" fmla="*/ 5407356 w 6105267"/>
              <a:gd name="connsiteY32" fmla="*/ 2787545 h 6858000"/>
              <a:gd name="connsiteX33" fmla="*/ 5457023 w 6105267"/>
              <a:gd name="connsiteY33" fmla="*/ 2858292 h 6858000"/>
              <a:gd name="connsiteX34" fmla="*/ 5491940 w 6105267"/>
              <a:gd name="connsiteY34" fmla="*/ 3015985 h 6858000"/>
              <a:gd name="connsiteX35" fmla="*/ 5503944 w 6105267"/>
              <a:gd name="connsiteY35" fmla="*/ 3123335 h 6858000"/>
              <a:gd name="connsiteX36" fmla="*/ 5525532 w 6105267"/>
              <a:gd name="connsiteY36" fmla="*/ 3258473 h 6858000"/>
              <a:gd name="connsiteX37" fmla="*/ 5589758 w 6105267"/>
              <a:gd name="connsiteY37" fmla="*/ 3453699 h 6858000"/>
              <a:gd name="connsiteX38" fmla="*/ 5596144 w 6105267"/>
              <a:gd name="connsiteY38" fmla="*/ 3534624 h 6858000"/>
              <a:gd name="connsiteX39" fmla="*/ 5597750 w 6105267"/>
              <a:gd name="connsiteY39" fmla="*/ 3534129 h 6858000"/>
              <a:gd name="connsiteX40" fmla="*/ 5618377 w 6105267"/>
              <a:gd name="connsiteY40" fmla="*/ 3588431 h 6858000"/>
              <a:gd name="connsiteX41" fmla="*/ 5655472 w 6105267"/>
              <a:gd name="connsiteY41" fmla="*/ 3678877 h 6858000"/>
              <a:gd name="connsiteX42" fmla="*/ 5683015 w 6105267"/>
              <a:gd name="connsiteY42" fmla="*/ 3762025 h 6858000"/>
              <a:gd name="connsiteX43" fmla="*/ 5696643 w 6105267"/>
              <a:gd name="connsiteY43" fmla="*/ 3773888 h 6858000"/>
              <a:gd name="connsiteX44" fmla="*/ 5768491 w 6105267"/>
              <a:gd name="connsiteY44" fmla="*/ 3914399 h 6858000"/>
              <a:gd name="connsiteX45" fmla="*/ 5793123 w 6105267"/>
              <a:gd name="connsiteY45" fmla="*/ 3969952 h 6858000"/>
              <a:gd name="connsiteX46" fmla="*/ 5808321 w 6105267"/>
              <a:gd name="connsiteY46" fmla="*/ 3988153 h 6858000"/>
              <a:gd name="connsiteX47" fmla="*/ 5825621 w 6105267"/>
              <a:gd name="connsiteY47" fmla="*/ 4015525 h 6858000"/>
              <a:gd name="connsiteX48" fmla="*/ 5860672 w 6105267"/>
              <a:gd name="connsiteY48" fmla="*/ 4061579 h 6858000"/>
              <a:gd name="connsiteX49" fmla="*/ 5894095 w 6105267"/>
              <a:gd name="connsiteY49" fmla="*/ 4128857 h 6858000"/>
              <a:gd name="connsiteX50" fmla="*/ 5903513 w 6105267"/>
              <a:gd name="connsiteY50" fmla="*/ 4187661 h 6858000"/>
              <a:gd name="connsiteX51" fmla="*/ 5949086 w 6105267"/>
              <a:gd name="connsiteY51" fmla="*/ 4366139 h 6858000"/>
              <a:gd name="connsiteX52" fmla="*/ 5949261 w 6105267"/>
              <a:gd name="connsiteY52" fmla="*/ 4449185 h 6858000"/>
              <a:gd name="connsiteX53" fmla="*/ 5961816 w 6105267"/>
              <a:gd name="connsiteY53" fmla="*/ 4494562 h 6858000"/>
              <a:gd name="connsiteX54" fmla="*/ 5998138 w 6105267"/>
              <a:gd name="connsiteY54" fmla="*/ 4697518 h 6858000"/>
              <a:gd name="connsiteX55" fmla="*/ 6007819 w 6105267"/>
              <a:gd name="connsiteY55" fmla="*/ 4858148 h 6858000"/>
              <a:gd name="connsiteX56" fmla="*/ 6007749 w 6105267"/>
              <a:gd name="connsiteY56" fmla="*/ 4964715 h 6858000"/>
              <a:gd name="connsiteX57" fmla="*/ 6005269 w 6105267"/>
              <a:gd name="connsiteY57" fmla="*/ 5150567 h 6858000"/>
              <a:gd name="connsiteX58" fmla="*/ 6001127 w 6105267"/>
              <a:gd name="connsiteY58" fmla="*/ 5164609 h 6858000"/>
              <a:gd name="connsiteX59" fmla="*/ 5998514 w 6105267"/>
              <a:gd name="connsiteY59" fmla="*/ 5189673 h 6858000"/>
              <a:gd name="connsiteX60" fmla="*/ 6018409 w 6105267"/>
              <a:gd name="connsiteY60" fmla="*/ 5227157 h 6858000"/>
              <a:gd name="connsiteX61" fmla="*/ 6036748 w 6105267"/>
              <a:gd name="connsiteY61" fmla="*/ 5322752 h 6858000"/>
              <a:gd name="connsiteX62" fmla="*/ 6037677 w 6105267"/>
              <a:gd name="connsiteY62" fmla="*/ 5354807 h 6858000"/>
              <a:gd name="connsiteX63" fmla="*/ 6053435 w 6105267"/>
              <a:gd name="connsiteY63" fmla="*/ 5387547 h 6858000"/>
              <a:gd name="connsiteX64" fmla="*/ 6068640 w 6105267"/>
              <a:gd name="connsiteY64" fmla="*/ 5474503 h 6858000"/>
              <a:gd name="connsiteX65" fmla="*/ 6080922 w 6105267"/>
              <a:gd name="connsiteY65" fmla="*/ 5561070 h 6858000"/>
              <a:gd name="connsiteX66" fmla="*/ 6096949 w 6105267"/>
              <a:gd name="connsiteY66" fmla="*/ 5648179 h 6858000"/>
              <a:gd name="connsiteX67" fmla="*/ 6096746 w 6105267"/>
              <a:gd name="connsiteY67" fmla="*/ 5862844 h 6858000"/>
              <a:gd name="connsiteX68" fmla="*/ 6045436 w 6105267"/>
              <a:gd name="connsiteY68" fmla="*/ 6124480 h 6858000"/>
              <a:gd name="connsiteX69" fmla="*/ 6030489 w 6105267"/>
              <a:gd name="connsiteY69" fmla="*/ 6317666 h 6858000"/>
              <a:gd name="connsiteX70" fmla="*/ 6007492 w 6105267"/>
              <a:gd name="connsiteY70" fmla="*/ 6440818 h 6858000"/>
              <a:gd name="connsiteX71" fmla="*/ 6009467 w 6105267"/>
              <a:gd name="connsiteY71" fmla="*/ 6487076 h 6858000"/>
              <a:gd name="connsiteX72" fmla="*/ 5995064 w 6105267"/>
              <a:gd name="connsiteY72" fmla="*/ 6540791 h 6858000"/>
              <a:gd name="connsiteX73" fmla="*/ 5986207 w 6105267"/>
              <a:gd name="connsiteY73" fmla="*/ 6695855 h 6858000"/>
              <a:gd name="connsiteX74" fmla="*/ 5979428 w 6105267"/>
              <a:gd name="connsiteY74" fmla="*/ 6754678 h 6858000"/>
              <a:gd name="connsiteX75" fmla="*/ 5984543 w 6105267"/>
              <a:gd name="connsiteY75" fmla="*/ 6811016 h 6858000"/>
              <a:gd name="connsiteX76" fmla="*/ 5979671 w 6105267"/>
              <a:gd name="connsiteY76" fmla="*/ 6858000 h 6858000"/>
              <a:gd name="connsiteX77" fmla="*/ 0 w 6105267"/>
              <a:gd name="connsiteY77" fmla="*/ 6858000 h 6858000"/>
              <a:gd name="connsiteX78" fmla="*/ 0 w 6105267"/>
              <a:gd name="connsiteY78"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217308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491940 w 6105267"/>
              <a:gd name="connsiteY33" fmla="*/ 3015985 h 6858000"/>
              <a:gd name="connsiteX34" fmla="*/ 5503944 w 6105267"/>
              <a:gd name="connsiteY34" fmla="*/ 3123335 h 6858000"/>
              <a:gd name="connsiteX35" fmla="*/ 5525532 w 6105267"/>
              <a:gd name="connsiteY35" fmla="*/ 3258473 h 6858000"/>
              <a:gd name="connsiteX36" fmla="*/ 5589758 w 6105267"/>
              <a:gd name="connsiteY36" fmla="*/ 3453699 h 6858000"/>
              <a:gd name="connsiteX37" fmla="*/ 5596144 w 6105267"/>
              <a:gd name="connsiteY37" fmla="*/ 3534624 h 6858000"/>
              <a:gd name="connsiteX38" fmla="*/ 5597750 w 6105267"/>
              <a:gd name="connsiteY38" fmla="*/ 3534129 h 6858000"/>
              <a:gd name="connsiteX39" fmla="*/ 5618377 w 6105267"/>
              <a:gd name="connsiteY39" fmla="*/ 3588431 h 6858000"/>
              <a:gd name="connsiteX40" fmla="*/ 5655472 w 6105267"/>
              <a:gd name="connsiteY40" fmla="*/ 3678877 h 6858000"/>
              <a:gd name="connsiteX41" fmla="*/ 5683015 w 6105267"/>
              <a:gd name="connsiteY41" fmla="*/ 3762025 h 6858000"/>
              <a:gd name="connsiteX42" fmla="*/ 5696643 w 6105267"/>
              <a:gd name="connsiteY42" fmla="*/ 3773888 h 6858000"/>
              <a:gd name="connsiteX43" fmla="*/ 5768491 w 6105267"/>
              <a:gd name="connsiteY43" fmla="*/ 3914399 h 6858000"/>
              <a:gd name="connsiteX44" fmla="*/ 5793123 w 6105267"/>
              <a:gd name="connsiteY44" fmla="*/ 3969952 h 6858000"/>
              <a:gd name="connsiteX45" fmla="*/ 5808321 w 6105267"/>
              <a:gd name="connsiteY45" fmla="*/ 3988153 h 6858000"/>
              <a:gd name="connsiteX46" fmla="*/ 5825621 w 6105267"/>
              <a:gd name="connsiteY46" fmla="*/ 4015525 h 6858000"/>
              <a:gd name="connsiteX47" fmla="*/ 5860672 w 6105267"/>
              <a:gd name="connsiteY47" fmla="*/ 4061579 h 6858000"/>
              <a:gd name="connsiteX48" fmla="*/ 5894095 w 6105267"/>
              <a:gd name="connsiteY48" fmla="*/ 4128857 h 6858000"/>
              <a:gd name="connsiteX49" fmla="*/ 5903513 w 6105267"/>
              <a:gd name="connsiteY49" fmla="*/ 4187661 h 6858000"/>
              <a:gd name="connsiteX50" fmla="*/ 5949086 w 6105267"/>
              <a:gd name="connsiteY50" fmla="*/ 4366139 h 6858000"/>
              <a:gd name="connsiteX51" fmla="*/ 5949261 w 6105267"/>
              <a:gd name="connsiteY51" fmla="*/ 4449185 h 6858000"/>
              <a:gd name="connsiteX52" fmla="*/ 5961816 w 6105267"/>
              <a:gd name="connsiteY52" fmla="*/ 4494562 h 6858000"/>
              <a:gd name="connsiteX53" fmla="*/ 5998138 w 6105267"/>
              <a:gd name="connsiteY53" fmla="*/ 4697518 h 6858000"/>
              <a:gd name="connsiteX54" fmla="*/ 6007819 w 6105267"/>
              <a:gd name="connsiteY54" fmla="*/ 4858148 h 6858000"/>
              <a:gd name="connsiteX55" fmla="*/ 6007749 w 6105267"/>
              <a:gd name="connsiteY55" fmla="*/ 4964715 h 6858000"/>
              <a:gd name="connsiteX56" fmla="*/ 6005269 w 6105267"/>
              <a:gd name="connsiteY56" fmla="*/ 5150567 h 6858000"/>
              <a:gd name="connsiteX57" fmla="*/ 6001127 w 6105267"/>
              <a:gd name="connsiteY57" fmla="*/ 5164609 h 6858000"/>
              <a:gd name="connsiteX58" fmla="*/ 5998514 w 6105267"/>
              <a:gd name="connsiteY58" fmla="*/ 5189673 h 6858000"/>
              <a:gd name="connsiteX59" fmla="*/ 6018409 w 6105267"/>
              <a:gd name="connsiteY59" fmla="*/ 5227157 h 6858000"/>
              <a:gd name="connsiteX60" fmla="*/ 6036748 w 6105267"/>
              <a:gd name="connsiteY60" fmla="*/ 5322752 h 6858000"/>
              <a:gd name="connsiteX61" fmla="*/ 6037677 w 6105267"/>
              <a:gd name="connsiteY61" fmla="*/ 5354807 h 6858000"/>
              <a:gd name="connsiteX62" fmla="*/ 6053435 w 6105267"/>
              <a:gd name="connsiteY62" fmla="*/ 5387547 h 6858000"/>
              <a:gd name="connsiteX63" fmla="*/ 6068640 w 6105267"/>
              <a:gd name="connsiteY63" fmla="*/ 5474503 h 6858000"/>
              <a:gd name="connsiteX64" fmla="*/ 6080922 w 6105267"/>
              <a:gd name="connsiteY64" fmla="*/ 5561070 h 6858000"/>
              <a:gd name="connsiteX65" fmla="*/ 6096949 w 6105267"/>
              <a:gd name="connsiteY65" fmla="*/ 5648179 h 6858000"/>
              <a:gd name="connsiteX66" fmla="*/ 6096746 w 6105267"/>
              <a:gd name="connsiteY66" fmla="*/ 5862844 h 6858000"/>
              <a:gd name="connsiteX67" fmla="*/ 6045436 w 6105267"/>
              <a:gd name="connsiteY67" fmla="*/ 6124480 h 6858000"/>
              <a:gd name="connsiteX68" fmla="*/ 6030489 w 6105267"/>
              <a:gd name="connsiteY68" fmla="*/ 6317666 h 6858000"/>
              <a:gd name="connsiteX69" fmla="*/ 6007492 w 6105267"/>
              <a:gd name="connsiteY69" fmla="*/ 6440818 h 6858000"/>
              <a:gd name="connsiteX70" fmla="*/ 6009467 w 6105267"/>
              <a:gd name="connsiteY70" fmla="*/ 6487076 h 6858000"/>
              <a:gd name="connsiteX71" fmla="*/ 5995064 w 6105267"/>
              <a:gd name="connsiteY71" fmla="*/ 6540791 h 6858000"/>
              <a:gd name="connsiteX72" fmla="*/ 5986207 w 6105267"/>
              <a:gd name="connsiteY72" fmla="*/ 6695855 h 6858000"/>
              <a:gd name="connsiteX73" fmla="*/ 5979428 w 6105267"/>
              <a:gd name="connsiteY73" fmla="*/ 6754678 h 6858000"/>
              <a:gd name="connsiteX74" fmla="*/ 5984543 w 6105267"/>
              <a:gd name="connsiteY74" fmla="*/ 6811016 h 6858000"/>
              <a:gd name="connsiteX75" fmla="*/ 5979671 w 6105267"/>
              <a:gd name="connsiteY75" fmla="*/ 6858000 h 6858000"/>
              <a:gd name="connsiteX76" fmla="*/ 0 w 6105267"/>
              <a:gd name="connsiteY76" fmla="*/ 6858000 h 6858000"/>
              <a:gd name="connsiteX77" fmla="*/ 0 w 6105267"/>
              <a:gd name="connsiteY77"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217308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491940 w 6105267"/>
              <a:gd name="connsiteY33" fmla="*/ 3015985 h 6858000"/>
              <a:gd name="connsiteX34" fmla="*/ 5503944 w 6105267"/>
              <a:gd name="connsiteY34" fmla="*/ 3123335 h 6858000"/>
              <a:gd name="connsiteX35" fmla="*/ 5525532 w 6105267"/>
              <a:gd name="connsiteY35" fmla="*/ 3258473 h 6858000"/>
              <a:gd name="connsiteX36" fmla="*/ 5589758 w 6105267"/>
              <a:gd name="connsiteY36" fmla="*/ 3453699 h 6858000"/>
              <a:gd name="connsiteX37" fmla="*/ 5596144 w 6105267"/>
              <a:gd name="connsiteY37" fmla="*/ 3534624 h 6858000"/>
              <a:gd name="connsiteX38" fmla="*/ 5597750 w 6105267"/>
              <a:gd name="connsiteY38" fmla="*/ 3534129 h 6858000"/>
              <a:gd name="connsiteX39" fmla="*/ 5618377 w 6105267"/>
              <a:gd name="connsiteY39" fmla="*/ 3588431 h 6858000"/>
              <a:gd name="connsiteX40" fmla="*/ 5655472 w 6105267"/>
              <a:gd name="connsiteY40" fmla="*/ 3678877 h 6858000"/>
              <a:gd name="connsiteX41" fmla="*/ 5683015 w 6105267"/>
              <a:gd name="connsiteY41" fmla="*/ 3762025 h 6858000"/>
              <a:gd name="connsiteX42" fmla="*/ 5696643 w 6105267"/>
              <a:gd name="connsiteY42" fmla="*/ 3773888 h 6858000"/>
              <a:gd name="connsiteX43" fmla="*/ 5768491 w 6105267"/>
              <a:gd name="connsiteY43" fmla="*/ 3914399 h 6858000"/>
              <a:gd name="connsiteX44" fmla="*/ 5793123 w 6105267"/>
              <a:gd name="connsiteY44" fmla="*/ 3969952 h 6858000"/>
              <a:gd name="connsiteX45" fmla="*/ 5808321 w 6105267"/>
              <a:gd name="connsiteY45" fmla="*/ 3988153 h 6858000"/>
              <a:gd name="connsiteX46" fmla="*/ 5825621 w 6105267"/>
              <a:gd name="connsiteY46" fmla="*/ 4015525 h 6858000"/>
              <a:gd name="connsiteX47" fmla="*/ 5860672 w 6105267"/>
              <a:gd name="connsiteY47" fmla="*/ 4061579 h 6858000"/>
              <a:gd name="connsiteX48" fmla="*/ 5894095 w 6105267"/>
              <a:gd name="connsiteY48" fmla="*/ 4128857 h 6858000"/>
              <a:gd name="connsiteX49" fmla="*/ 5903513 w 6105267"/>
              <a:gd name="connsiteY49" fmla="*/ 4187661 h 6858000"/>
              <a:gd name="connsiteX50" fmla="*/ 5949086 w 6105267"/>
              <a:gd name="connsiteY50" fmla="*/ 4366139 h 6858000"/>
              <a:gd name="connsiteX51" fmla="*/ 5949261 w 6105267"/>
              <a:gd name="connsiteY51" fmla="*/ 4449185 h 6858000"/>
              <a:gd name="connsiteX52" fmla="*/ 5961816 w 6105267"/>
              <a:gd name="connsiteY52" fmla="*/ 4494562 h 6858000"/>
              <a:gd name="connsiteX53" fmla="*/ 5998138 w 6105267"/>
              <a:gd name="connsiteY53" fmla="*/ 4697518 h 6858000"/>
              <a:gd name="connsiteX54" fmla="*/ 6007819 w 6105267"/>
              <a:gd name="connsiteY54" fmla="*/ 4858148 h 6858000"/>
              <a:gd name="connsiteX55" fmla="*/ 6007749 w 6105267"/>
              <a:gd name="connsiteY55" fmla="*/ 4964715 h 6858000"/>
              <a:gd name="connsiteX56" fmla="*/ 6005269 w 6105267"/>
              <a:gd name="connsiteY56" fmla="*/ 5150567 h 6858000"/>
              <a:gd name="connsiteX57" fmla="*/ 6001127 w 6105267"/>
              <a:gd name="connsiteY57" fmla="*/ 5164609 h 6858000"/>
              <a:gd name="connsiteX58" fmla="*/ 5998514 w 6105267"/>
              <a:gd name="connsiteY58" fmla="*/ 5189673 h 6858000"/>
              <a:gd name="connsiteX59" fmla="*/ 6018409 w 6105267"/>
              <a:gd name="connsiteY59" fmla="*/ 5227157 h 6858000"/>
              <a:gd name="connsiteX60" fmla="*/ 6036748 w 6105267"/>
              <a:gd name="connsiteY60" fmla="*/ 5322752 h 6858000"/>
              <a:gd name="connsiteX61" fmla="*/ 6037677 w 6105267"/>
              <a:gd name="connsiteY61" fmla="*/ 5354807 h 6858000"/>
              <a:gd name="connsiteX62" fmla="*/ 6053435 w 6105267"/>
              <a:gd name="connsiteY62" fmla="*/ 5387547 h 6858000"/>
              <a:gd name="connsiteX63" fmla="*/ 6068640 w 6105267"/>
              <a:gd name="connsiteY63" fmla="*/ 5474503 h 6858000"/>
              <a:gd name="connsiteX64" fmla="*/ 6080922 w 6105267"/>
              <a:gd name="connsiteY64" fmla="*/ 5561070 h 6858000"/>
              <a:gd name="connsiteX65" fmla="*/ 6096949 w 6105267"/>
              <a:gd name="connsiteY65" fmla="*/ 5648179 h 6858000"/>
              <a:gd name="connsiteX66" fmla="*/ 6096746 w 6105267"/>
              <a:gd name="connsiteY66" fmla="*/ 5862844 h 6858000"/>
              <a:gd name="connsiteX67" fmla="*/ 6045436 w 6105267"/>
              <a:gd name="connsiteY67" fmla="*/ 6124480 h 6858000"/>
              <a:gd name="connsiteX68" fmla="*/ 6030489 w 6105267"/>
              <a:gd name="connsiteY68" fmla="*/ 6317666 h 6858000"/>
              <a:gd name="connsiteX69" fmla="*/ 6007492 w 6105267"/>
              <a:gd name="connsiteY69" fmla="*/ 6440818 h 6858000"/>
              <a:gd name="connsiteX70" fmla="*/ 6009467 w 6105267"/>
              <a:gd name="connsiteY70" fmla="*/ 6487076 h 6858000"/>
              <a:gd name="connsiteX71" fmla="*/ 5995064 w 6105267"/>
              <a:gd name="connsiteY71" fmla="*/ 6540791 h 6858000"/>
              <a:gd name="connsiteX72" fmla="*/ 5986207 w 6105267"/>
              <a:gd name="connsiteY72" fmla="*/ 6695855 h 6858000"/>
              <a:gd name="connsiteX73" fmla="*/ 5979428 w 6105267"/>
              <a:gd name="connsiteY73" fmla="*/ 6754678 h 6858000"/>
              <a:gd name="connsiteX74" fmla="*/ 5984543 w 6105267"/>
              <a:gd name="connsiteY74" fmla="*/ 6811016 h 6858000"/>
              <a:gd name="connsiteX75" fmla="*/ 5979671 w 6105267"/>
              <a:gd name="connsiteY75" fmla="*/ 6858000 h 6858000"/>
              <a:gd name="connsiteX76" fmla="*/ 0 w 6105267"/>
              <a:gd name="connsiteY76" fmla="*/ 6858000 h 6858000"/>
              <a:gd name="connsiteX77" fmla="*/ 0 w 6105267"/>
              <a:gd name="connsiteY77"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217308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25621 w 6105267"/>
              <a:gd name="connsiteY45" fmla="*/ 4015525 h 6858000"/>
              <a:gd name="connsiteX46" fmla="*/ 5860672 w 6105267"/>
              <a:gd name="connsiteY46" fmla="*/ 4061579 h 6858000"/>
              <a:gd name="connsiteX47" fmla="*/ 5894095 w 6105267"/>
              <a:gd name="connsiteY47" fmla="*/ 4128857 h 6858000"/>
              <a:gd name="connsiteX48" fmla="*/ 5903513 w 6105267"/>
              <a:gd name="connsiteY48" fmla="*/ 4187661 h 6858000"/>
              <a:gd name="connsiteX49" fmla="*/ 5949086 w 6105267"/>
              <a:gd name="connsiteY49" fmla="*/ 4366139 h 6858000"/>
              <a:gd name="connsiteX50" fmla="*/ 5949261 w 6105267"/>
              <a:gd name="connsiteY50" fmla="*/ 4449185 h 6858000"/>
              <a:gd name="connsiteX51" fmla="*/ 5961816 w 6105267"/>
              <a:gd name="connsiteY51" fmla="*/ 4494562 h 6858000"/>
              <a:gd name="connsiteX52" fmla="*/ 5998138 w 6105267"/>
              <a:gd name="connsiteY52" fmla="*/ 4697518 h 6858000"/>
              <a:gd name="connsiteX53" fmla="*/ 6007819 w 6105267"/>
              <a:gd name="connsiteY53" fmla="*/ 4858148 h 6858000"/>
              <a:gd name="connsiteX54" fmla="*/ 6007749 w 6105267"/>
              <a:gd name="connsiteY54" fmla="*/ 4964715 h 6858000"/>
              <a:gd name="connsiteX55" fmla="*/ 6005269 w 6105267"/>
              <a:gd name="connsiteY55" fmla="*/ 5150567 h 6858000"/>
              <a:gd name="connsiteX56" fmla="*/ 6001127 w 6105267"/>
              <a:gd name="connsiteY56" fmla="*/ 5164609 h 6858000"/>
              <a:gd name="connsiteX57" fmla="*/ 5998514 w 6105267"/>
              <a:gd name="connsiteY57" fmla="*/ 5189673 h 6858000"/>
              <a:gd name="connsiteX58" fmla="*/ 6018409 w 6105267"/>
              <a:gd name="connsiteY58" fmla="*/ 5227157 h 6858000"/>
              <a:gd name="connsiteX59" fmla="*/ 6036748 w 6105267"/>
              <a:gd name="connsiteY59" fmla="*/ 5322752 h 6858000"/>
              <a:gd name="connsiteX60" fmla="*/ 6037677 w 6105267"/>
              <a:gd name="connsiteY60" fmla="*/ 5354807 h 6858000"/>
              <a:gd name="connsiteX61" fmla="*/ 6053435 w 6105267"/>
              <a:gd name="connsiteY61" fmla="*/ 5387547 h 6858000"/>
              <a:gd name="connsiteX62" fmla="*/ 6068640 w 6105267"/>
              <a:gd name="connsiteY62" fmla="*/ 5474503 h 6858000"/>
              <a:gd name="connsiteX63" fmla="*/ 6080922 w 6105267"/>
              <a:gd name="connsiteY63" fmla="*/ 5561070 h 6858000"/>
              <a:gd name="connsiteX64" fmla="*/ 6096949 w 6105267"/>
              <a:gd name="connsiteY64" fmla="*/ 5648179 h 6858000"/>
              <a:gd name="connsiteX65" fmla="*/ 6096746 w 6105267"/>
              <a:gd name="connsiteY65" fmla="*/ 5862844 h 6858000"/>
              <a:gd name="connsiteX66" fmla="*/ 6045436 w 6105267"/>
              <a:gd name="connsiteY66" fmla="*/ 6124480 h 6858000"/>
              <a:gd name="connsiteX67" fmla="*/ 6030489 w 6105267"/>
              <a:gd name="connsiteY67" fmla="*/ 6317666 h 6858000"/>
              <a:gd name="connsiteX68" fmla="*/ 6007492 w 6105267"/>
              <a:gd name="connsiteY68" fmla="*/ 6440818 h 6858000"/>
              <a:gd name="connsiteX69" fmla="*/ 6009467 w 6105267"/>
              <a:gd name="connsiteY69" fmla="*/ 6487076 h 6858000"/>
              <a:gd name="connsiteX70" fmla="*/ 5995064 w 6105267"/>
              <a:gd name="connsiteY70" fmla="*/ 6540791 h 6858000"/>
              <a:gd name="connsiteX71" fmla="*/ 5986207 w 6105267"/>
              <a:gd name="connsiteY71" fmla="*/ 6695855 h 6858000"/>
              <a:gd name="connsiteX72" fmla="*/ 5979428 w 6105267"/>
              <a:gd name="connsiteY72" fmla="*/ 6754678 h 6858000"/>
              <a:gd name="connsiteX73" fmla="*/ 5984543 w 6105267"/>
              <a:gd name="connsiteY73" fmla="*/ 6811016 h 6858000"/>
              <a:gd name="connsiteX74" fmla="*/ 5979671 w 6105267"/>
              <a:gd name="connsiteY74" fmla="*/ 6858000 h 6858000"/>
              <a:gd name="connsiteX75" fmla="*/ 0 w 6105267"/>
              <a:gd name="connsiteY75" fmla="*/ 6858000 h 6858000"/>
              <a:gd name="connsiteX76" fmla="*/ 0 w 6105267"/>
              <a:gd name="connsiteY76"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217308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25621 w 6105267"/>
              <a:gd name="connsiteY45" fmla="*/ 4015525 h 6858000"/>
              <a:gd name="connsiteX46" fmla="*/ 5860672 w 6105267"/>
              <a:gd name="connsiteY46" fmla="*/ 4061579 h 6858000"/>
              <a:gd name="connsiteX47" fmla="*/ 5894095 w 6105267"/>
              <a:gd name="connsiteY47" fmla="*/ 4128857 h 6858000"/>
              <a:gd name="connsiteX48" fmla="*/ 5903513 w 6105267"/>
              <a:gd name="connsiteY48" fmla="*/ 4187661 h 6858000"/>
              <a:gd name="connsiteX49" fmla="*/ 5949086 w 6105267"/>
              <a:gd name="connsiteY49" fmla="*/ 4366139 h 6858000"/>
              <a:gd name="connsiteX50" fmla="*/ 5949261 w 6105267"/>
              <a:gd name="connsiteY50" fmla="*/ 4449185 h 6858000"/>
              <a:gd name="connsiteX51" fmla="*/ 5961816 w 6105267"/>
              <a:gd name="connsiteY51" fmla="*/ 4494562 h 6858000"/>
              <a:gd name="connsiteX52" fmla="*/ 5998138 w 6105267"/>
              <a:gd name="connsiteY52" fmla="*/ 4697518 h 6858000"/>
              <a:gd name="connsiteX53" fmla="*/ 6007819 w 6105267"/>
              <a:gd name="connsiteY53" fmla="*/ 4858148 h 6858000"/>
              <a:gd name="connsiteX54" fmla="*/ 6007749 w 6105267"/>
              <a:gd name="connsiteY54" fmla="*/ 4964715 h 6858000"/>
              <a:gd name="connsiteX55" fmla="*/ 6005269 w 6105267"/>
              <a:gd name="connsiteY55" fmla="*/ 5150567 h 6858000"/>
              <a:gd name="connsiteX56" fmla="*/ 6001127 w 6105267"/>
              <a:gd name="connsiteY56" fmla="*/ 5164609 h 6858000"/>
              <a:gd name="connsiteX57" fmla="*/ 5998514 w 6105267"/>
              <a:gd name="connsiteY57" fmla="*/ 5189673 h 6858000"/>
              <a:gd name="connsiteX58" fmla="*/ 6018409 w 6105267"/>
              <a:gd name="connsiteY58" fmla="*/ 5227157 h 6858000"/>
              <a:gd name="connsiteX59" fmla="*/ 6036748 w 6105267"/>
              <a:gd name="connsiteY59" fmla="*/ 5322752 h 6858000"/>
              <a:gd name="connsiteX60" fmla="*/ 6037677 w 6105267"/>
              <a:gd name="connsiteY60" fmla="*/ 5354807 h 6858000"/>
              <a:gd name="connsiteX61" fmla="*/ 6053435 w 6105267"/>
              <a:gd name="connsiteY61" fmla="*/ 5387547 h 6858000"/>
              <a:gd name="connsiteX62" fmla="*/ 6068640 w 6105267"/>
              <a:gd name="connsiteY62" fmla="*/ 5474503 h 6858000"/>
              <a:gd name="connsiteX63" fmla="*/ 6080922 w 6105267"/>
              <a:gd name="connsiteY63" fmla="*/ 5561070 h 6858000"/>
              <a:gd name="connsiteX64" fmla="*/ 6096949 w 6105267"/>
              <a:gd name="connsiteY64" fmla="*/ 5648179 h 6858000"/>
              <a:gd name="connsiteX65" fmla="*/ 6096746 w 6105267"/>
              <a:gd name="connsiteY65" fmla="*/ 5862844 h 6858000"/>
              <a:gd name="connsiteX66" fmla="*/ 6045436 w 6105267"/>
              <a:gd name="connsiteY66" fmla="*/ 6124480 h 6858000"/>
              <a:gd name="connsiteX67" fmla="*/ 6030489 w 6105267"/>
              <a:gd name="connsiteY67" fmla="*/ 6317666 h 6858000"/>
              <a:gd name="connsiteX68" fmla="*/ 6007492 w 6105267"/>
              <a:gd name="connsiteY68" fmla="*/ 6440818 h 6858000"/>
              <a:gd name="connsiteX69" fmla="*/ 6009467 w 6105267"/>
              <a:gd name="connsiteY69" fmla="*/ 6487076 h 6858000"/>
              <a:gd name="connsiteX70" fmla="*/ 5995064 w 6105267"/>
              <a:gd name="connsiteY70" fmla="*/ 6540791 h 6858000"/>
              <a:gd name="connsiteX71" fmla="*/ 5986207 w 6105267"/>
              <a:gd name="connsiteY71" fmla="*/ 6695855 h 6858000"/>
              <a:gd name="connsiteX72" fmla="*/ 5979428 w 6105267"/>
              <a:gd name="connsiteY72" fmla="*/ 6754678 h 6858000"/>
              <a:gd name="connsiteX73" fmla="*/ 5984543 w 6105267"/>
              <a:gd name="connsiteY73" fmla="*/ 6811016 h 6858000"/>
              <a:gd name="connsiteX74" fmla="*/ 5979671 w 6105267"/>
              <a:gd name="connsiteY74" fmla="*/ 6858000 h 6858000"/>
              <a:gd name="connsiteX75" fmla="*/ 0 w 6105267"/>
              <a:gd name="connsiteY75" fmla="*/ 6858000 h 6858000"/>
              <a:gd name="connsiteX76" fmla="*/ 0 w 6105267"/>
              <a:gd name="connsiteY76"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217308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18409 w 6105267"/>
              <a:gd name="connsiteY57" fmla="*/ 5227157 h 6858000"/>
              <a:gd name="connsiteX58" fmla="*/ 6036748 w 6105267"/>
              <a:gd name="connsiteY58" fmla="*/ 5322752 h 6858000"/>
              <a:gd name="connsiteX59" fmla="*/ 6037677 w 6105267"/>
              <a:gd name="connsiteY59" fmla="*/ 5354807 h 6858000"/>
              <a:gd name="connsiteX60" fmla="*/ 6053435 w 6105267"/>
              <a:gd name="connsiteY60" fmla="*/ 5387547 h 6858000"/>
              <a:gd name="connsiteX61" fmla="*/ 6068640 w 6105267"/>
              <a:gd name="connsiteY61" fmla="*/ 5474503 h 6858000"/>
              <a:gd name="connsiteX62" fmla="*/ 6080922 w 6105267"/>
              <a:gd name="connsiteY62" fmla="*/ 5561070 h 6858000"/>
              <a:gd name="connsiteX63" fmla="*/ 6096949 w 6105267"/>
              <a:gd name="connsiteY63" fmla="*/ 5648179 h 6858000"/>
              <a:gd name="connsiteX64" fmla="*/ 6096746 w 6105267"/>
              <a:gd name="connsiteY64" fmla="*/ 5862844 h 6858000"/>
              <a:gd name="connsiteX65" fmla="*/ 6045436 w 6105267"/>
              <a:gd name="connsiteY65" fmla="*/ 6124480 h 6858000"/>
              <a:gd name="connsiteX66" fmla="*/ 6030489 w 6105267"/>
              <a:gd name="connsiteY66" fmla="*/ 6317666 h 6858000"/>
              <a:gd name="connsiteX67" fmla="*/ 6007492 w 6105267"/>
              <a:gd name="connsiteY67" fmla="*/ 6440818 h 6858000"/>
              <a:gd name="connsiteX68" fmla="*/ 6009467 w 6105267"/>
              <a:gd name="connsiteY68" fmla="*/ 6487076 h 6858000"/>
              <a:gd name="connsiteX69" fmla="*/ 5995064 w 6105267"/>
              <a:gd name="connsiteY69" fmla="*/ 6540791 h 6858000"/>
              <a:gd name="connsiteX70" fmla="*/ 5986207 w 6105267"/>
              <a:gd name="connsiteY70" fmla="*/ 6695855 h 6858000"/>
              <a:gd name="connsiteX71" fmla="*/ 5979428 w 6105267"/>
              <a:gd name="connsiteY71" fmla="*/ 6754678 h 6858000"/>
              <a:gd name="connsiteX72" fmla="*/ 5984543 w 6105267"/>
              <a:gd name="connsiteY72" fmla="*/ 6811016 h 6858000"/>
              <a:gd name="connsiteX73" fmla="*/ 5979671 w 6105267"/>
              <a:gd name="connsiteY73" fmla="*/ 6858000 h 6858000"/>
              <a:gd name="connsiteX74" fmla="*/ 0 w 6105267"/>
              <a:gd name="connsiteY74" fmla="*/ 6858000 h 6858000"/>
              <a:gd name="connsiteX75" fmla="*/ 0 w 6105267"/>
              <a:gd name="connsiteY75"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217308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18409 w 6105267"/>
              <a:gd name="connsiteY57" fmla="*/ 5227157 h 6858000"/>
              <a:gd name="connsiteX58" fmla="*/ 6036748 w 6105267"/>
              <a:gd name="connsiteY58" fmla="*/ 5322752 h 6858000"/>
              <a:gd name="connsiteX59" fmla="*/ 6037677 w 6105267"/>
              <a:gd name="connsiteY59" fmla="*/ 5354807 h 6858000"/>
              <a:gd name="connsiteX60" fmla="*/ 6053435 w 6105267"/>
              <a:gd name="connsiteY60" fmla="*/ 5387547 h 6858000"/>
              <a:gd name="connsiteX61" fmla="*/ 6068640 w 6105267"/>
              <a:gd name="connsiteY61" fmla="*/ 5474503 h 6858000"/>
              <a:gd name="connsiteX62" fmla="*/ 6080922 w 6105267"/>
              <a:gd name="connsiteY62" fmla="*/ 5561070 h 6858000"/>
              <a:gd name="connsiteX63" fmla="*/ 6096949 w 6105267"/>
              <a:gd name="connsiteY63" fmla="*/ 5648179 h 6858000"/>
              <a:gd name="connsiteX64" fmla="*/ 6096746 w 6105267"/>
              <a:gd name="connsiteY64" fmla="*/ 5862844 h 6858000"/>
              <a:gd name="connsiteX65" fmla="*/ 6045436 w 6105267"/>
              <a:gd name="connsiteY65" fmla="*/ 6124480 h 6858000"/>
              <a:gd name="connsiteX66" fmla="*/ 6030489 w 6105267"/>
              <a:gd name="connsiteY66" fmla="*/ 6317666 h 6858000"/>
              <a:gd name="connsiteX67" fmla="*/ 6007492 w 6105267"/>
              <a:gd name="connsiteY67" fmla="*/ 6440818 h 6858000"/>
              <a:gd name="connsiteX68" fmla="*/ 6009467 w 6105267"/>
              <a:gd name="connsiteY68" fmla="*/ 6487076 h 6858000"/>
              <a:gd name="connsiteX69" fmla="*/ 5995064 w 6105267"/>
              <a:gd name="connsiteY69" fmla="*/ 6540791 h 6858000"/>
              <a:gd name="connsiteX70" fmla="*/ 5986207 w 6105267"/>
              <a:gd name="connsiteY70" fmla="*/ 6695855 h 6858000"/>
              <a:gd name="connsiteX71" fmla="*/ 5979428 w 6105267"/>
              <a:gd name="connsiteY71" fmla="*/ 6754678 h 6858000"/>
              <a:gd name="connsiteX72" fmla="*/ 5984543 w 6105267"/>
              <a:gd name="connsiteY72" fmla="*/ 6811016 h 6858000"/>
              <a:gd name="connsiteX73" fmla="*/ 5979671 w 6105267"/>
              <a:gd name="connsiteY73" fmla="*/ 6858000 h 6858000"/>
              <a:gd name="connsiteX74" fmla="*/ 0 w 6105267"/>
              <a:gd name="connsiteY74" fmla="*/ 6858000 h 6858000"/>
              <a:gd name="connsiteX75" fmla="*/ 0 w 6105267"/>
              <a:gd name="connsiteY75"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217308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186352 h 6858000"/>
              <a:gd name="connsiteX14" fmla="*/ 5202769 w 6105267"/>
              <a:gd name="connsiteY14" fmla="*/ 1269450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189234 w 6105267"/>
              <a:gd name="connsiteY13" fmla="*/ 1186352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696643 w 6105267"/>
              <a:gd name="connsiteY41" fmla="*/ 3773888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706168 w 6105267"/>
              <a:gd name="connsiteY41" fmla="*/ 3797701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57023 w 6105267"/>
              <a:gd name="connsiteY32" fmla="*/ 2858292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722836 w 6105267"/>
              <a:gd name="connsiteY41" fmla="*/ 3814370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18377 w 6105267"/>
              <a:gd name="connsiteY38" fmla="*/ 3588431 h 6858000"/>
              <a:gd name="connsiteX39" fmla="*/ 5655472 w 6105267"/>
              <a:gd name="connsiteY39" fmla="*/ 3678877 h 6858000"/>
              <a:gd name="connsiteX40" fmla="*/ 5683015 w 6105267"/>
              <a:gd name="connsiteY40" fmla="*/ 3762025 h 6858000"/>
              <a:gd name="connsiteX41" fmla="*/ 5722836 w 6105267"/>
              <a:gd name="connsiteY41" fmla="*/ 3814370 h 6858000"/>
              <a:gd name="connsiteX42" fmla="*/ 5768491 w 6105267"/>
              <a:gd name="connsiteY42" fmla="*/ 3914399 h 6858000"/>
              <a:gd name="connsiteX43" fmla="*/ 5793123 w 6105267"/>
              <a:gd name="connsiteY43" fmla="*/ 3969952 h 6858000"/>
              <a:gd name="connsiteX44" fmla="*/ 5808321 w 6105267"/>
              <a:gd name="connsiteY44" fmla="*/ 3988153 h 6858000"/>
              <a:gd name="connsiteX45" fmla="*/ 5860672 w 6105267"/>
              <a:gd name="connsiteY45" fmla="*/ 4061579 h 6858000"/>
              <a:gd name="connsiteX46" fmla="*/ 5894095 w 6105267"/>
              <a:gd name="connsiteY46" fmla="*/ 4128857 h 6858000"/>
              <a:gd name="connsiteX47" fmla="*/ 5903513 w 6105267"/>
              <a:gd name="connsiteY47" fmla="*/ 4187661 h 6858000"/>
              <a:gd name="connsiteX48" fmla="*/ 5949086 w 6105267"/>
              <a:gd name="connsiteY48" fmla="*/ 4366139 h 6858000"/>
              <a:gd name="connsiteX49" fmla="*/ 5949261 w 6105267"/>
              <a:gd name="connsiteY49" fmla="*/ 4449185 h 6858000"/>
              <a:gd name="connsiteX50" fmla="*/ 5961816 w 6105267"/>
              <a:gd name="connsiteY50" fmla="*/ 4494562 h 6858000"/>
              <a:gd name="connsiteX51" fmla="*/ 5998138 w 6105267"/>
              <a:gd name="connsiteY51" fmla="*/ 4697518 h 6858000"/>
              <a:gd name="connsiteX52" fmla="*/ 6007819 w 6105267"/>
              <a:gd name="connsiteY52" fmla="*/ 4858148 h 6858000"/>
              <a:gd name="connsiteX53" fmla="*/ 6007749 w 6105267"/>
              <a:gd name="connsiteY53" fmla="*/ 4964715 h 6858000"/>
              <a:gd name="connsiteX54" fmla="*/ 6005269 w 6105267"/>
              <a:gd name="connsiteY54" fmla="*/ 5150567 h 6858000"/>
              <a:gd name="connsiteX55" fmla="*/ 6001127 w 6105267"/>
              <a:gd name="connsiteY55" fmla="*/ 5164609 h 6858000"/>
              <a:gd name="connsiteX56" fmla="*/ 5998514 w 6105267"/>
              <a:gd name="connsiteY56" fmla="*/ 5189673 h 6858000"/>
              <a:gd name="connsiteX57" fmla="*/ 6036748 w 6105267"/>
              <a:gd name="connsiteY57" fmla="*/ 5322752 h 6858000"/>
              <a:gd name="connsiteX58" fmla="*/ 6037677 w 6105267"/>
              <a:gd name="connsiteY58" fmla="*/ 5354807 h 6858000"/>
              <a:gd name="connsiteX59" fmla="*/ 6053435 w 6105267"/>
              <a:gd name="connsiteY59" fmla="*/ 5387547 h 6858000"/>
              <a:gd name="connsiteX60" fmla="*/ 6068640 w 6105267"/>
              <a:gd name="connsiteY60" fmla="*/ 5474503 h 6858000"/>
              <a:gd name="connsiteX61" fmla="*/ 6080922 w 6105267"/>
              <a:gd name="connsiteY61" fmla="*/ 5561070 h 6858000"/>
              <a:gd name="connsiteX62" fmla="*/ 6096949 w 6105267"/>
              <a:gd name="connsiteY62" fmla="*/ 5648179 h 6858000"/>
              <a:gd name="connsiteX63" fmla="*/ 6096746 w 6105267"/>
              <a:gd name="connsiteY63" fmla="*/ 5862844 h 6858000"/>
              <a:gd name="connsiteX64" fmla="*/ 6045436 w 6105267"/>
              <a:gd name="connsiteY64" fmla="*/ 6124480 h 6858000"/>
              <a:gd name="connsiteX65" fmla="*/ 6030489 w 6105267"/>
              <a:gd name="connsiteY65" fmla="*/ 6317666 h 6858000"/>
              <a:gd name="connsiteX66" fmla="*/ 6007492 w 6105267"/>
              <a:gd name="connsiteY66" fmla="*/ 6440818 h 6858000"/>
              <a:gd name="connsiteX67" fmla="*/ 6009467 w 6105267"/>
              <a:gd name="connsiteY67" fmla="*/ 6487076 h 6858000"/>
              <a:gd name="connsiteX68" fmla="*/ 5995064 w 6105267"/>
              <a:gd name="connsiteY68" fmla="*/ 6540791 h 6858000"/>
              <a:gd name="connsiteX69" fmla="*/ 5986207 w 6105267"/>
              <a:gd name="connsiteY69" fmla="*/ 6695855 h 6858000"/>
              <a:gd name="connsiteX70" fmla="*/ 5979428 w 6105267"/>
              <a:gd name="connsiteY70" fmla="*/ 6754678 h 6858000"/>
              <a:gd name="connsiteX71" fmla="*/ 5984543 w 6105267"/>
              <a:gd name="connsiteY71" fmla="*/ 6811016 h 6858000"/>
              <a:gd name="connsiteX72" fmla="*/ 5979671 w 6105267"/>
              <a:gd name="connsiteY72" fmla="*/ 6858000 h 6858000"/>
              <a:gd name="connsiteX73" fmla="*/ 0 w 6105267"/>
              <a:gd name="connsiteY73" fmla="*/ 6858000 h 6858000"/>
              <a:gd name="connsiteX74" fmla="*/ 0 w 6105267"/>
              <a:gd name="connsiteY74"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55472 w 6105267"/>
              <a:gd name="connsiteY38" fmla="*/ 3678877 h 6858000"/>
              <a:gd name="connsiteX39" fmla="*/ 5683015 w 6105267"/>
              <a:gd name="connsiteY39" fmla="*/ 3762025 h 6858000"/>
              <a:gd name="connsiteX40" fmla="*/ 5722836 w 6105267"/>
              <a:gd name="connsiteY40" fmla="*/ 3814370 h 6858000"/>
              <a:gd name="connsiteX41" fmla="*/ 5768491 w 6105267"/>
              <a:gd name="connsiteY41" fmla="*/ 3914399 h 6858000"/>
              <a:gd name="connsiteX42" fmla="*/ 5793123 w 6105267"/>
              <a:gd name="connsiteY42" fmla="*/ 3969952 h 6858000"/>
              <a:gd name="connsiteX43" fmla="*/ 5808321 w 6105267"/>
              <a:gd name="connsiteY43" fmla="*/ 3988153 h 6858000"/>
              <a:gd name="connsiteX44" fmla="*/ 5860672 w 6105267"/>
              <a:gd name="connsiteY44" fmla="*/ 4061579 h 6858000"/>
              <a:gd name="connsiteX45" fmla="*/ 5894095 w 6105267"/>
              <a:gd name="connsiteY45" fmla="*/ 4128857 h 6858000"/>
              <a:gd name="connsiteX46" fmla="*/ 5903513 w 6105267"/>
              <a:gd name="connsiteY46" fmla="*/ 4187661 h 6858000"/>
              <a:gd name="connsiteX47" fmla="*/ 5949086 w 6105267"/>
              <a:gd name="connsiteY47" fmla="*/ 4366139 h 6858000"/>
              <a:gd name="connsiteX48" fmla="*/ 5949261 w 6105267"/>
              <a:gd name="connsiteY48" fmla="*/ 4449185 h 6858000"/>
              <a:gd name="connsiteX49" fmla="*/ 5961816 w 6105267"/>
              <a:gd name="connsiteY49" fmla="*/ 4494562 h 6858000"/>
              <a:gd name="connsiteX50" fmla="*/ 5998138 w 6105267"/>
              <a:gd name="connsiteY50" fmla="*/ 4697518 h 6858000"/>
              <a:gd name="connsiteX51" fmla="*/ 6007819 w 6105267"/>
              <a:gd name="connsiteY51" fmla="*/ 4858148 h 6858000"/>
              <a:gd name="connsiteX52" fmla="*/ 6007749 w 6105267"/>
              <a:gd name="connsiteY52" fmla="*/ 4964715 h 6858000"/>
              <a:gd name="connsiteX53" fmla="*/ 6005269 w 6105267"/>
              <a:gd name="connsiteY53" fmla="*/ 5150567 h 6858000"/>
              <a:gd name="connsiteX54" fmla="*/ 6001127 w 6105267"/>
              <a:gd name="connsiteY54" fmla="*/ 5164609 h 6858000"/>
              <a:gd name="connsiteX55" fmla="*/ 5998514 w 6105267"/>
              <a:gd name="connsiteY55" fmla="*/ 5189673 h 6858000"/>
              <a:gd name="connsiteX56" fmla="*/ 6036748 w 6105267"/>
              <a:gd name="connsiteY56" fmla="*/ 5322752 h 6858000"/>
              <a:gd name="connsiteX57" fmla="*/ 6037677 w 6105267"/>
              <a:gd name="connsiteY57" fmla="*/ 5354807 h 6858000"/>
              <a:gd name="connsiteX58" fmla="*/ 6053435 w 6105267"/>
              <a:gd name="connsiteY58" fmla="*/ 5387547 h 6858000"/>
              <a:gd name="connsiteX59" fmla="*/ 6068640 w 6105267"/>
              <a:gd name="connsiteY59" fmla="*/ 5474503 h 6858000"/>
              <a:gd name="connsiteX60" fmla="*/ 6080922 w 6105267"/>
              <a:gd name="connsiteY60" fmla="*/ 5561070 h 6858000"/>
              <a:gd name="connsiteX61" fmla="*/ 6096949 w 6105267"/>
              <a:gd name="connsiteY61" fmla="*/ 5648179 h 6858000"/>
              <a:gd name="connsiteX62" fmla="*/ 6096746 w 6105267"/>
              <a:gd name="connsiteY62" fmla="*/ 5862844 h 6858000"/>
              <a:gd name="connsiteX63" fmla="*/ 6045436 w 6105267"/>
              <a:gd name="connsiteY63" fmla="*/ 6124480 h 6858000"/>
              <a:gd name="connsiteX64" fmla="*/ 6030489 w 6105267"/>
              <a:gd name="connsiteY64" fmla="*/ 6317666 h 6858000"/>
              <a:gd name="connsiteX65" fmla="*/ 6007492 w 6105267"/>
              <a:gd name="connsiteY65" fmla="*/ 6440818 h 6858000"/>
              <a:gd name="connsiteX66" fmla="*/ 6009467 w 6105267"/>
              <a:gd name="connsiteY66" fmla="*/ 6487076 h 6858000"/>
              <a:gd name="connsiteX67" fmla="*/ 5995064 w 6105267"/>
              <a:gd name="connsiteY67" fmla="*/ 6540791 h 6858000"/>
              <a:gd name="connsiteX68" fmla="*/ 5986207 w 6105267"/>
              <a:gd name="connsiteY68" fmla="*/ 6695855 h 6858000"/>
              <a:gd name="connsiteX69" fmla="*/ 5979428 w 6105267"/>
              <a:gd name="connsiteY69" fmla="*/ 6754678 h 6858000"/>
              <a:gd name="connsiteX70" fmla="*/ 5984543 w 6105267"/>
              <a:gd name="connsiteY70" fmla="*/ 6811016 h 6858000"/>
              <a:gd name="connsiteX71" fmla="*/ 5979671 w 6105267"/>
              <a:gd name="connsiteY71" fmla="*/ 6858000 h 6858000"/>
              <a:gd name="connsiteX72" fmla="*/ 0 w 6105267"/>
              <a:gd name="connsiteY72" fmla="*/ 6858000 h 6858000"/>
              <a:gd name="connsiteX73" fmla="*/ 0 w 6105267"/>
              <a:gd name="connsiteY73"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83015 w 6105267"/>
              <a:gd name="connsiteY38" fmla="*/ 3762025 h 6858000"/>
              <a:gd name="connsiteX39" fmla="*/ 5722836 w 6105267"/>
              <a:gd name="connsiteY39" fmla="*/ 3814370 h 6858000"/>
              <a:gd name="connsiteX40" fmla="*/ 5768491 w 6105267"/>
              <a:gd name="connsiteY40" fmla="*/ 3914399 h 6858000"/>
              <a:gd name="connsiteX41" fmla="*/ 5793123 w 6105267"/>
              <a:gd name="connsiteY41" fmla="*/ 3969952 h 6858000"/>
              <a:gd name="connsiteX42" fmla="*/ 5808321 w 6105267"/>
              <a:gd name="connsiteY42" fmla="*/ 3988153 h 6858000"/>
              <a:gd name="connsiteX43" fmla="*/ 5860672 w 6105267"/>
              <a:gd name="connsiteY43" fmla="*/ 4061579 h 6858000"/>
              <a:gd name="connsiteX44" fmla="*/ 5894095 w 6105267"/>
              <a:gd name="connsiteY44" fmla="*/ 4128857 h 6858000"/>
              <a:gd name="connsiteX45" fmla="*/ 5903513 w 6105267"/>
              <a:gd name="connsiteY45" fmla="*/ 4187661 h 6858000"/>
              <a:gd name="connsiteX46" fmla="*/ 5949086 w 6105267"/>
              <a:gd name="connsiteY46" fmla="*/ 4366139 h 6858000"/>
              <a:gd name="connsiteX47" fmla="*/ 5949261 w 6105267"/>
              <a:gd name="connsiteY47" fmla="*/ 4449185 h 6858000"/>
              <a:gd name="connsiteX48" fmla="*/ 5961816 w 6105267"/>
              <a:gd name="connsiteY48" fmla="*/ 4494562 h 6858000"/>
              <a:gd name="connsiteX49" fmla="*/ 5998138 w 6105267"/>
              <a:gd name="connsiteY49" fmla="*/ 4697518 h 6858000"/>
              <a:gd name="connsiteX50" fmla="*/ 6007819 w 6105267"/>
              <a:gd name="connsiteY50" fmla="*/ 4858148 h 6858000"/>
              <a:gd name="connsiteX51" fmla="*/ 6007749 w 6105267"/>
              <a:gd name="connsiteY51" fmla="*/ 4964715 h 6858000"/>
              <a:gd name="connsiteX52" fmla="*/ 6005269 w 6105267"/>
              <a:gd name="connsiteY52" fmla="*/ 5150567 h 6858000"/>
              <a:gd name="connsiteX53" fmla="*/ 6001127 w 6105267"/>
              <a:gd name="connsiteY53" fmla="*/ 5164609 h 6858000"/>
              <a:gd name="connsiteX54" fmla="*/ 5998514 w 6105267"/>
              <a:gd name="connsiteY54" fmla="*/ 5189673 h 6858000"/>
              <a:gd name="connsiteX55" fmla="*/ 6036748 w 6105267"/>
              <a:gd name="connsiteY55" fmla="*/ 5322752 h 6858000"/>
              <a:gd name="connsiteX56" fmla="*/ 6037677 w 6105267"/>
              <a:gd name="connsiteY56" fmla="*/ 5354807 h 6858000"/>
              <a:gd name="connsiteX57" fmla="*/ 6053435 w 6105267"/>
              <a:gd name="connsiteY57" fmla="*/ 5387547 h 6858000"/>
              <a:gd name="connsiteX58" fmla="*/ 6068640 w 6105267"/>
              <a:gd name="connsiteY58" fmla="*/ 5474503 h 6858000"/>
              <a:gd name="connsiteX59" fmla="*/ 6080922 w 6105267"/>
              <a:gd name="connsiteY59" fmla="*/ 5561070 h 6858000"/>
              <a:gd name="connsiteX60" fmla="*/ 6096949 w 6105267"/>
              <a:gd name="connsiteY60" fmla="*/ 5648179 h 6858000"/>
              <a:gd name="connsiteX61" fmla="*/ 6096746 w 6105267"/>
              <a:gd name="connsiteY61" fmla="*/ 5862844 h 6858000"/>
              <a:gd name="connsiteX62" fmla="*/ 6045436 w 6105267"/>
              <a:gd name="connsiteY62" fmla="*/ 6124480 h 6858000"/>
              <a:gd name="connsiteX63" fmla="*/ 6030489 w 6105267"/>
              <a:gd name="connsiteY63" fmla="*/ 6317666 h 6858000"/>
              <a:gd name="connsiteX64" fmla="*/ 6007492 w 6105267"/>
              <a:gd name="connsiteY64" fmla="*/ 6440818 h 6858000"/>
              <a:gd name="connsiteX65" fmla="*/ 6009467 w 6105267"/>
              <a:gd name="connsiteY65" fmla="*/ 6487076 h 6858000"/>
              <a:gd name="connsiteX66" fmla="*/ 5995064 w 6105267"/>
              <a:gd name="connsiteY66" fmla="*/ 6540791 h 6858000"/>
              <a:gd name="connsiteX67" fmla="*/ 5986207 w 6105267"/>
              <a:gd name="connsiteY67" fmla="*/ 6695855 h 6858000"/>
              <a:gd name="connsiteX68" fmla="*/ 5979428 w 6105267"/>
              <a:gd name="connsiteY68" fmla="*/ 6754678 h 6858000"/>
              <a:gd name="connsiteX69" fmla="*/ 5984543 w 6105267"/>
              <a:gd name="connsiteY69" fmla="*/ 6811016 h 6858000"/>
              <a:gd name="connsiteX70" fmla="*/ 5979671 w 6105267"/>
              <a:gd name="connsiteY70" fmla="*/ 6858000 h 6858000"/>
              <a:gd name="connsiteX71" fmla="*/ 0 w 6105267"/>
              <a:gd name="connsiteY71" fmla="*/ 6858000 h 6858000"/>
              <a:gd name="connsiteX72" fmla="*/ 0 w 6105267"/>
              <a:gd name="connsiteY72"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34129 h 6858000"/>
              <a:gd name="connsiteX38" fmla="*/ 5683015 w 6105267"/>
              <a:gd name="connsiteY38" fmla="*/ 3762025 h 6858000"/>
              <a:gd name="connsiteX39" fmla="*/ 5722836 w 6105267"/>
              <a:gd name="connsiteY39" fmla="*/ 3814370 h 6858000"/>
              <a:gd name="connsiteX40" fmla="*/ 5768491 w 6105267"/>
              <a:gd name="connsiteY40" fmla="*/ 3914399 h 6858000"/>
              <a:gd name="connsiteX41" fmla="*/ 5793123 w 6105267"/>
              <a:gd name="connsiteY41" fmla="*/ 3969952 h 6858000"/>
              <a:gd name="connsiteX42" fmla="*/ 5808321 w 6105267"/>
              <a:gd name="connsiteY42" fmla="*/ 3988153 h 6858000"/>
              <a:gd name="connsiteX43" fmla="*/ 5860672 w 6105267"/>
              <a:gd name="connsiteY43" fmla="*/ 4061579 h 6858000"/>
              <a:gd name="connsiteX44" fmla="*/ 5894095 w 6105267"/>
              <a:gd name="connsiteY44" fmla="*/ 4128857 h 6858000"/>
              <a:gd name="connsiteX45" fmla="*/ 5903513 w 6105267"/>
              <a:gd name="connsiteY45" fmla="*/ 4187661 h 6858000"/>
              <a:gd name="connsiteX46" fmla="*/ 5949086 w 6105267"/>
              <a:gd name="connsiteY46" fmla="*/ 4366139 h 6858000"/>
              <a:gd name="connsiteX47" fmla="*/ 5949261 w 6105267"/>
              <a:gd name="connsiteY47" fmla="*/ 4449185 h 6858000"/>
              <a:gd name="connsiteX48" fmla="*/ 5961816 w 6105267"/>
              <a:gd name="connsiteY48" fmla="*/ 4494562 h 6858000"/>
              <a:gd name="connsiteX49" fmla="*/ 5998138 w 6105267"/>
              <a:gd name="connsiteY49" fmla="*/ 4697518 h 6858000"/>
              <a:gd name="connsiteX50" fmla="*/ 6007819 w 6105267"/>
              <a:gd name="connsiteY50" fmla="*/ 4858148 h 6858000"/>
              <a:gd name="connsiteX51" fmla="*/ 6007749 w 6105267"/>
              <a:gd name="connsiteY51" fmla="*/ 4964715 h 6858000"/>
              <a:gd name="connsiteX52" fmla="*/ 6005269 w 6105267"/>
              <a:gd name="connsiteY52" fmla="*/ 5150567 h 6858000"/>
              <a:gd name="connsiteX53" fmla="*/ 6001127 w 6105267"/>
              <a:gd name="connsiteY53" fmla="*/ 5164609 h 6858000"/>
              <a:gd name="connsiteX54" fmla="*/ 5998514 w 6105267"/>
              <a:gd name="connsiteY54" fmla="*/ 5189673 h 6858000"/>
              <a:gd name="connsiteX55" fmla="*/ 6036748 w 6105267"/>
              <a:gd name="connsiteY55" fmla="*/ 5322752 h 6858000"/>
              <a:gd name="connsiteX56" fmla="*/ 6037677 w 6105267"/>
              <a:gd name="connsiteY56" fmla="*/ 5354807 h 6858000"/>
              <a:gd name="connsiteX57" fmla="*/ 6053435 w 6105267"/>
              <a:gd name="connsiteY57" fmla="*/ 5387547 h 6858000"/>
              <a:gd name="connsiteX58" fmla="*/ 6068640 w 6105267"/>
              <a:gd name="connsiteY58" fmla="*/ 5474503 h 6858000"/>
              <a:gd name="connsiteX59" fmla="*/ 6080922 w 6105267"/>
              <a:gd name="connsiteY59" fmla="*/ 5561070 h 6858000"/>
              <a:gd name="connsiteX60" fmla="*/ 6096949 w 6105267"/>
              <a:gd name="connsiteY60" fmla="*/ 5648179 h 6858000"/>
              <a:gd name="connsiteX61" fmla="*/ 6096746 w 6105267"/>
              <a:gd name="connsiteY61" fmla="*/ 5862844 h 6858000"/>
              <a:gd name="connsiteX62" fmla="*/ 6045436 w 6105267"/>
              <a:gd name="connsiteY62" fmla="*/ 6124480 h 6858000"/>
              <a:gd name="connsiteX63" fmla="*/ 6030489 w 6105267"/>
              <a:gd name="connsiteY63" fmla="*/ 6317666 h 6858000"/>
              <a:gd name="connsiteX64" fmla="*/ 6007492 w 6105267"/>
              <a:gd name="connsiteY64" fmla="*/ 6440818 h 6858000"/>
              <a:gd name="connsiteX65" fmla="*/ 6009467 w 6105267"/>
              <a:gd name="connsiteY65" fmla="*/ 6487076 h 6858000"/>
              <a:gd name="connsiteX66" fmla="*/ 5995064 w 6105267"/>
              <a:gd name="connsiteY66" fmla="*/ 6540791 h 6858000"/>
              <a:gd name="connsiteX67" fmla="*/ 5986207 w 6105267"/>
              <a:gd name="connsiteY67" fmla="*/ 6695855 h 6858000"/>
              <a:gd name="connsiteX68" fmla="*/ 5979428 w 6105267"/>
              <a:gd name="connsiteY68" fmla="*/ 6754678 h 6858000"/>
              <a:gd name="connsiteX69" fmla="*/ 5984543 w 6105267"/>
              <a:gd name="connsiteY69" fmla="*/ 6811016 h 6858000"/>
              <a:gd name="connsiteX70" fmla="*/ 5979671 w 6105267"/>
              <a:gd name="connsiteY70" fmla="*/ 6858000 h 6858000"/>
              <a:gd name="connsiteX71" fmla="*/ 0 w 6105267"/>
              <a:gd name="connsiteY71" fmla="*/ 6858000 h 6858000"/>
              <a:gd name="connsiteX72" fmla="*/ 0 w 6105267"/>
              <a:gd name="connsiteY72"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6144 w 6105267"/>
              <a:gd name="connsiteY36" fmla="*/ 3534624 h 6858000"/>
              <a:gd name="connsiteX37" fmla="*/ 5597750 w 6105267"/>
              <a:gd name="connsiteY37" fmla="*/ 3520805 h 6858000"/>
              <a:gd name="connsiteX38" fmla="*/ 5683015 w 6105267"/>
              <a:gd name="connsiteY38" fmla="*/ 3762025 h 6858000"/>
              <a:gd name="connsiteX39" fmla="*/ 5722836 w 6105267"/>
              <a:gd name="connsiteY39" fmla="*/ 3814370 h 6858000"/>
              <a:gd name="connsiteX40" fmla="*/ 5768491 w 6105267"/>
              <a:gd name="connsiteY40" fmla="*/ 3914399 h 6858000"/>
              <a:gd name="connsiteX41" fmla="*/ 5793123 w 6105267"/>
              <a:gd name="connsiteY41" fmla="*/ 3969952 h 6858000"/>
              <a:gd name="connsiteX42" fmla="*/ 5808321 w 6105267"/>
              <a:gd name="connsiteY42" fmla="*/ 3988153 h 6858000"/>
              <a:gd name="connsiteX43" fmla="*/ 5860672 w 6105267"/>
              <a:gd name="connsiteY43" fmla="*/ 4061579 h 6858000"/>
              <a:gd name="connsiteX44" fmla="*/ 5894095 w 6105267"/>
              <a:gd name="connsiteY44" fmla="*/ 4128857 h 6858000"/>
              <a:gd name="connsiteX45" fmla="*/ 5903513 w 6105267"/>
              <a:gd name="connsiteY45" fmla="*/ 4187661 h 6858000"/>
              <a:gd name="connsiteX46" fmla="*/ 5949086 w 6105267"/>
              <a:gd name="connsiteY46" fmla="*/ 4366139 h 6858000"/>
              <a:gd name="connsiteX47" fmla="*/ 5949261 w 6105267"/>
              <a:gd name="connsiteY47" fmla="*/ 4449185 h 6858000"/>
              <a:gd name="connsiteX48" fmla="*/ 5961816 w 6105267"/>
              <a:gd name="connsiteY48" fmla="*/ 4494562 h 6858000"/>
              <a:gd name="connsiteX49" fmla="*/ 5998138 w 6105267"/>
              <a:gd name="connsiteY49" fmla="*/ 4697518 h 6858000"/>
              <a:gd name="connsiteX50" fmla="*/ 6007819 w 6105267"/>
              <a:gd name="connsiteY50" fmla="*/ 4858148 h 6858000"/>
              <a:gd name="connsiteX51" fmla="*/ 6007749 w 6105267"/>
              <a:gd name="connsiteY51" fmla="*/ 4964715 h 6858000"/>
              <a:gd name="connsiteX52" fmla="*/ 6005269 w 6105267"/>
              <a:gd name="connsiteY52" fmla="*/ 5150567 h 6858000"/>
              <a:gd name="connsiteX53" fmla="*/ 6001127 w 6105267"/>
              <a:gd name="connsiteY53" fmla="*/ 5164609 h 6858000"/>
              <a:gd name="connsiteX54" fmla="*/ 5998514 w 6105267"/>
              <a:gd name="connsiteY54" fmla="*/ 5189673 h 6858000"/>
              <a:gd name="connsiteX55" fmla="*/ 6036748 w 6105267"/>
              <a:gd name="connsiteY55" fmla="*/ 5322752 h 6858000"/>
              <a:gd name="connsiteX56" fmla="*/ 6037677 w 6105267"/>
              <a:gd name="connsiteY56" fmla="*/ 5354807 h 6858000"/>
              <a:gd name="connsiteX57" fmla="*/ 6053435 w 6105267"/>
              <a:gd name="connsiteY57" fmla="*/ 5387547 h 6858000"/>
              <a:gd name="connsiteX58" fmla="*/ 6068640 w 6105267"/>
              <a:gd name="connsiteY58" fmla="*/ 5474503 h 6858000"/>
              <a:gd name="connsiteX59" fmla="*/ 6080922 w 6105267"/>
              <a:gd name="connsiteY59" fmla="*/ 5561070 h 6858000"/>
              <a:gd name="connsiteX60" fmla="*/ 6096949 w 6105267"/>
              <a:gd name="connsiteY60" fmla="*/ 5648179 h 6858000"/>
              <a:gd name="connsiteX61" fmla="*/ 6096746 w 6105267"/>
              <a:gd name="connsiteY61" fmla="*/ 5862844 h 6858000"/>
              <a:gd name="connsiteX62" fmla="*/ 6045436 w 6105267"/>
              <a:gd name="connsiteY62" fmla="*/ 6124480 h 6858000"/>
              <a:gd name="connsiteX63" fmla="*/ 6030489 w 6105267"/>
              <a:gd name="connsiteY63" fmla="*/ 6317666 h 6858000"/>
              <a:gd name="connsiteX64" fmla="*/ 6007492 w 6105267"/>
              <a:gd name="connsiteY64" fmla="*/ 6440818 h 6858000"/>
              <a:gd name="connsiteX65" fmla="*/ 6009467 w 6105267"/>
              <a:gd name="connsiteY65" fmla="*/ 6487076 h 6858000"/>
              <a:gd name="connsiteX66" fmla="*/ 5995064 w 6105267"/>
              <a:gd name="connsiteY66" fmla="*/ 6540791 h 6858000"/>
              <a:gd name="connsiteX67" fmla="*/ 5986207 w 6105267"/>
              <a:gd name="connsiteY67" fmla="*/ 6695855 h 6858000"/>
              <a:gd name="connsiteX68" fmla="*/ 5979428 w 6105267"/>
              <a:gd name="connsiteY68" fmla="*/ 6754678 h 6858000"/>
              <a:gd name="connsiteX69" fmla="*/ 5984543 w 6105267"/>
              <a:gd name="connsiteY69" fmla="*/ 6811016 h 6858000"/>
              <a:gd name="connsiteX70" fmla="*/ 5979671 w 6105267"/>
              <a:gd name="connsiteY70" fmla="*/ 6858000 h 6858000"/>
              <a:gd name="connsiteX71" fmla="*/ 0 w 6105267"/>
              <a:gd name="connsiteY71" fmla="*/ 6858000 h 6858000"/>
              <a:gd name="connsiteX72" fmla="*/ 0 w 6105267"/>
              <a:gd name="connsiteY72"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30926 w 6105267"/>
              <a:gd name="connsiteY36" fmla="*/ 3564605 h 6858000"/>
              <a:gd name="connsiteX37" fmla="*/ 5597750 w 6105267"/>
              <a:gd name="connsiteY37" fmla="*/ 3520805 h 6858000"/>
              <a:gd name="connsiteX38" fmla="*/ 5683015 w 6105267"/>
              <a:gd name="connsiteY38" fmla="*/ 3762025 h 6858000"/>
              <a:gd name="connsiteX39" fmla="*/ 5722836 w 6105267"/>
              <a:gd name="connsiteY39" fmla="*/ 3814370 h 6858000"/>
              <a:gd name="connsiteX40" fmla="*/ 5768491 w 6105267"/>
              <a:gd name="connsiteY40" fmla="*/ 3914399 h 6858000"/>
              <a:gd name="connsiteX41" fmla="*/ 5793123 w 6105267"/>
              <a:gd name="connsiteY41" fmla="*/ 3969952 h 6858000"/>
              <a:gd name="connsiteX42" fmla="*/ 5808321 w 6105267"/>
              <a:gd name="connsiteY42" fmla="*/ 3988153 h 6858000"/>
              <a:gd name="connsiteX43" fmla="*/ 5860672 w 6105267"/>
              <a:gd name="connsiteY43" fmla="*/ 4061579 h 6858000"/>
              <a:gd name="connsiteX44" fmla="*/ 5894095 w 6105267"/>
              <a:gd name="connsiteY44" fmla="*/ 4128857 h 6858000"/>
              <a:gd name="connsiteX45" fmla="*/ 5903513 w 6105267"/>
              <a:gd name="connsiteY45" fmla="*/ 4187661 h 6858000"/>
              <a:gd name="connsiteX46" fmla="*/ 5949086 w 6105267"/>
              <a:gd name="connsiteY46" fmla="*/ 4366139 h 6858000"/>
              <a:gd name="connsiteX47" fmla="*/ 5949261 w 6105267"/>
              <a:gd name="connsiteY47" fmla="*/ 4449185 h 6858000"/>
              <a:gd name="connsiteX48" fmla="*/ 5961816 w 6105267"/>
              <a:gd name="connsiteY48" fmla="*/ 4494562 h 6858000"/>
              <a:gd name="connsiteX49" fmla="*/ 5998138 w 6105267"/>
              <a:gd name="connsiteY49" fmla="*/ 4697518 h 6858000"/>
              <a:gd name="connsiteX50" fmla="*/ 6007819 w 6105267"/>
              <a:gd name="connsiteY50" fmla="*/ 4858148 h 6858000"/>
              <a:gd name="connsiteX51" fmla="*/ 6007749 w 6105267"/>
              <a:gd name="connsiteY51" fmla="*/ 4964715 h 6858000"/>
              <a:gd name="connsiteX52" fmla="*/ 6005269 w 6105267"/>
              <a:gd name="connsiteY52" fmla="*/ 5150567 h 6858000"/>
              <a:gd name="connsiteX53" fmla="*/ 6001127 w 6105267"/>
              <a:gd name="connsiteY53" fmla="*/ 5164609 h 6858000"/>
              <a:gd name="connsiteX54" fmla="*/ 5998514 w 6105267"/>
              <a:gd name="connsiteY54" fmla="*/ 5189673 h 6858000"/>
              <a:gd name="connsiteX55" fmla="*/ 6036748 w 6105267"/>
              <a:gd name="connsiteY55" fmla="*/ 5322752 h 6858000"/>
              <a:gd name="connsiteX56" fmla="*/ 6037677 w 6105267"/>
              <a:gd name="connsiteY56" fmla="*/ 5354807 h 6858000"/>
              <a:gd name="connsiteX57" fmla="*/ 6053435 w 6105267"/>
              <a:gd name="connsiteY57" fmla="*/ 5387547 h 6858000"/>
              <a:gd name="connsiteX58" fmla="*/ 6068640 w 6105267"/>
              <a:gd name="connsiteY58" fmla="*/ 5474503 h 6858000"/>
              <a:gd name="connsiteX59" fmla="*/ 6080922 w 6105267"/>
              <a:gd name="connsiteY59" fmla="*/ 5561070 h 6858000"/>
              <a:gd name="connsiteX60" fmla="*/ 6096949 w 6105267"/>
              <a:gd name="connsiteY60" fmla="*/ 5648179 h 6858000"/>
              <a:gd name="connsiteX61" fmla="*/ 6096746 w 6105267"/>
              <a:gd name="connsiteY61" fmla="*/ 5862844 h 6858000"/>
              <a:gd name="connsiteX62" fmla="*/ 6045436 w 6105267"/>
              <a:gd name="connsiteY62" fmla="*/ 6124480 h 6858000"/>
              <a:gd name="connsiteX63" fmla="*/ 6030489 w 6105267"/>
              <a:gd name="connsiteY63" fmla="*/ 6317666 h 6858000"/>
              <a:gd name="connsiteX64" fmla="*/ 6007492 w 6105267"/>
              <a:gd name="connsiteY64" fmla="*/ 6440818 h 6858000"/>
              <a:gd name="connsiteX65" fmla="*/ 6009467 w 6105267"/>
              <a:gd name="connsiteY65" fmla="*/ 6487076 h 6858000"/>
              <a:gd name="connsiteX66" fmla="*/ 5995064 w 6105267"/>
              <a:gd name="connsiteY66" fmla="*/ 6540791 h 6858000"/>
              <a:gd name="connsiteX67" fmla="*/ 5986207 w 6105267"/>
              <a:gd name="connsiteY67" fmla="*/ 6695855 h 6858000"/>
              <a:gd name="connsiteX68" fmla="*/ 5979428 w 6105267"/>
              <a:gd name="connsiteY68" fmla="*/ 6754678 h 6858000"/>
              <a:gd name="connsiteX69" fmla="*/ 5984543 w 6105267"/>
              <a:gd name="connsiteY69" fmla="*/ 6811016 h 6858000"/>
              <a:gd name="connsiteX70" fmla="*/ 5979671 w 6105267"/>
              <a:gd name="connsiteY70" fmla="*/ 6858000 h 6858000"/>
              <a:gd name="connsiteX71" fmla="*/ 0 w 6105267"/>
              <a:gd name="connsiteY71" fmla="*/ 6858000 h 6858000"/>
              <a:gd name="connsiteX72" fmla="*/ 0 w 6105267"/>
              <a:gd name="connsiteY72"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30926 w 6105267"/>
              <a:gd name="connsiteY36" fmla="*/ 3564605 h 6858000"/>
              <a:gd name="connsiteX37" fmla="*/ 5614055 w 6105267"/>
              <a:gd name="connsiteY37" fmla="*/ 3560779 h 6858000"/>
              <a:gd name="connsiteX38" fmla="*/ 5683015 w 6105267"/>
              <a:gd name="connsiteY38" fmla="*/ 3762025 h 6858000"/>
              <a:gd name="connsiteX39" fmla="*/ 5722836 w 6105267"/>
              <a:gd name="connsiteY39" fmla="*/ 3814370 h 6858000"/>
              <a:gd name="connsiteX40" fmla="*/ 5768491 w 6105267"/>
              <a:gd name="connsiteY40" fmla="*/ 3914399 h 6858000"/>
              <a:gd name="connsiteX41" fmla="*/ 5793123 w 6105267"/>
              <a:gd name="connsiteY41" fmla="*/ 3969952 h 6858000"/>
              <a:gd name="connsiteX42" fmla="*/ 5808321 w 6105267"/>
              <a:gd name="connsiteY42" fmla="*/ 3988153 h 6858000"/>
              <a:gd name="connsiteX43" fmla="*/ 5860672 w 6105267"/>
              <a:gd name="connsiteY43" fmla="*/ 4061579 h 6858000"/>
              <a:gd name="connsiteX44" fmla="*/ 5894095 w 6105267"/>
              <a:gd name="connsiteY44" fmla="*/ 4128857 h 6858000"/>
              <a:gd name="connsiteX45" fmla="*/ 5903513 w 6105267"/>
              <a:gd name="connsiteY45" fmla="*/ 4187661 h 6858000"/>
              <a:gd name="connsiteX46" fmla="*/ 5949086 w 6105267"/>
              <a:gd name="connsiteY46" fmla="*/ 4366139 h 6858000"/>
              <a:gd name="connsiteX47" fmla="*/ 5949261 w 6105267"/>
              <a:gd name="connsiteY47" fmla="*/ 4449185 h 6858000"/>
              <a:gd name="connsiteX48" fmla="*/ 5961816 w 6105267"/>
              <a:gd name="connsiteY48" fmla="*/ 4494562 h 6858000"/>
              <a:gd name="connsiteX49" fmla="*/ 5998138 w 6105267"/>
              <a:gd name="connsiteY49" fmla="*/ 4697518 h 6858000"/>
              <a:gd name="connsiteX50" fmla="*/ 6007819 w 6105267"/>
              <a:gd name="connsiteY50" fmla="*/ 4858148 h 6858000"/>
              <a:gd name="connsiteX51" fmla="*/ 6007749 w 6105267"/>
              <a:gd name="connsiteY51" fmla="*/ 4964715 h 6858000"/>
              <a:gd name="connsiteX52" fmla="*/ 6005269 w 6105267"/>
              <a:gd name="connsiteY52" fmla="*/ 5150567 h 6858000"/>
              <a:gd name="connsiteX53" fmla="*/ 6001127 w 6105267"/>
              <a:gd name="connsiteY53" fmla="*/ 5164609 h 6858000"/>
              <a:gd name="connsiteX54" fmla="*/ 5998514 w 6105267"/>
              <a:gd name="connsiteY54" fmla="*/ 5189673 h 6858000"/>
              <a:gd name="connsiteX55" fmla="*/ 6036748 w 6105267"/>
              <a:gd name="connsiteY55" fmla="*/ 5322752 h 6858000"/>
              <a:gd name="connsiteX56" fmla="*/ 6037677 w 6105267"/>
              <a:gd name="connsiteY56" fmla="*/ 5354807 h 6858000"/>
              <a:gd name="connsiteX57" fmla="*/ 6053435 w 6105267"/>
              <a:gd name="connsiteY57" fmla="*/ 5387547 h 6858000"/>
              <a:gd name="connsiteX58" fmla="*/ 6068640 w 6105267"/>
              <a:gd name="connsiteY58" fmla="*/ 5474503 h 6858000"/>
              <a:gd name="connsiteX59" fmla="*/ 6080922 w 6105267"/>
              <a:gd name="connsiteY59" fmla="*/ 5561070 h 6858000"/>
              <a:gd name="connsiteX60" fmla="*/ 6096949 w 6105267"/>
              <a:gd name="connsiteY60" fmla="*/ 5648179 h 6858000"/>
              <a:gd name="connsiteX61" fmla="*/ 6096746 w 6105267"/>
              <a:gd name="connsiteY61" fmla="*/ 5862844 h 6858000"/>
              <a:gd name="connsiteX62" fmla="*/ 6045436 w 6105267"/>
              <a:gd name="connsiteY62" fmla="*/ 6124480 h 6858000"/>
              <a:gd name="connsiteX63" fmla="*/ 6030489 w 6105267"/>
              <a:gd name="connsiteY63" fmla="*/ 6317666 h 6858000"/>
              <a:gd name="connsiteX64" fmla="*/ 6007492 w 6105267"/>
              <a:gd name="connsiteY64" fmla="*/ 6440818 h 6858000"/>
              <a:gd name="connsiteX65" fmla="*/ 6009467 w 6105267"/>
              <a:gd name="connsiteY65" fmla="*/ 6487076 h 6858000"/>
              <a:gd name="connsiteX66" fmla="*/ 5995064 w 6105267"/>
              <a:gd name="connsiteY66" fmla="*/ 6540791 h 6858000"/>
              <a:gd name="connsiteX67" fmla="*/ 5986207 w 6105267"/>
              <a:gd name="connsiteY67" fmla="*/ 6695855 h 6858000"/>
              <a:gd name="connsiteX68" fmla="*/ 5979428 w 6105267"/>
              <a:gd name="connsiteY68" fmla="*/ 6754678 h 6858000"/>
              <a:gd name="connsiteX69" fmla="*/ 5984543 w 6105267"/>
              <a:gd name="connsiteY69" fmla="*/ 6811016 h 6858000"/>
              <a:gd name="connsiteX70" fmla="*/ 5979671 w 6105267"/>
              <a:gd name="connsiteY70" fmla="*/ 6858000 h 6858000"/>
              <a:gd name="connsiteX71" fmla="*/ 0 w 6105267"/>
              <a:gd name="connsiteY71" fmla="*/ 6858000 h 6858000"/>
              <a:gd name="connsiteX72" fmla="*/ 0 w 6105267"/>
              <a:gd name="connsiteY72"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30926 w 6105267"/>
              <a:gd name="connsiteY36" fmla="*/ 3564605 h 6858000"/>
              <a:gd name="connsiteX37" fmla="*/ 5614055 w 6105267"/>
              <a:gd name="connsiteY37" fmla="*/ 3560779 h 6858000"/>
              <a:gd name="connsiteX38" fmla="*/ 5683015 w 6105267"/>
              <a:gd name="connsiteY38" fmla="*/ 3762025 h 6858000"/>
              <a:gd name="connsiteX39" fmla="*/ 5722836 w 6105267"/>
              <a:gd name="connsiteY39" fmla="*/ 3814370 h 6858000"/>
              <a:gd name="connsiteX40" fmla="*/ 5768491 w 6105267"/>
              <a:gd name="connsiteY40" fmla="*/ 3914399 h 6858000"/>
              <a:gd name="connsiteX41" fmla="*/ 5793123 w 6105267"/>
              <a:gd name="connsiteY41" fmla="*/ 3969952 h 6858000"/>
              <a:gd name="connsiteX42" fmla="*/ 5808321 w 6105267"/>
              <a:gd name="connsiteY42" fmla="*/ 3988153 h 6858000"/>
              <a:gd name="connsiteX43" fmla="*/ 5860672 w 6105267"/>
              <a:gd name="connsiteY43" fmla="*/ 4061579 h 6858000"/>
              <a:gd name="connsiteX44" fmla="*/ 5894095 w 6105267"/>
              <a:gd name="connsiteY44" fmla="*/ 4128857 h 6858000"/>
              <a:gd name="connsiteX45" fmla="*/ 5903513 w 6105267"/>
              <a:gd name="connsiteY45" fmla="*/ 4187661 h 6858000"/>
              <a:gd name="connsiteX46" fmla="*/ 5949086 w 6105267"/>
              <a:gd name="connsiteY46" fmla="*/ 4366139 h 6858000"/>
              <a:gd name="connsiteX47" fmla="*/ 5949261 w 6105267"/>
              <a:gd name="connsiteY47" fmla="*/ 4449185 h 6858000"/>
              <a:gd name="connsiteX48" fmla="*/ 5961816 w 6105267"/>
              <a:gd name="connsiteY48" fmla="*/ 4494562 h 6858000"/>
              <a:gd name="connsiteX49" fmla="*/ 5998138 w 6105267"/>
              <a:gd name="connsiteY49" fmla="*/ 4697518 h 6858000"/>
              <a:gd name="connsiteX50" fmla="*/ 6007819 w 6105267"/>
              <a:gd name="connsiteY50" fmla="*/ 4858148 h 6858000"/>
              <a:gd name="connsiteX51" fmla="*/ 6007749 w 6105267"/>
              <a:gd name="connsiteY51" fmla="*/ 4964715 h 6858000"/>
              <a:gd name="connsiteX52" fmla="*/ 6005269 w 6105267"/>
              <a:gd name="connsiteY52" fmla="*/ 5150567 h 6858000"/>
              <a:gd name="connsiteX53" fmla="*/ 6001127 w 6105267"/>
              <a:gd name="connsiteY53" fmla="*/ 5164609 h 6858000"/>
              <a:gd name="connsiteX54" fmla="*/ 5998514 w 6105267"/>
              <a:gd name="connsiteY54" fmla="*/ 5189673 h 6858000"/>
              <a:gd name="connsiteX55" fmla="*/ 6036748 w 6105267"/>
              <a:gd name="connsiteY55" fmla="*/ 5322752 h 6858000"/>
              <a:gd name="connsiteX56" fmla="*/ 6037677 w 6105267"/>
              <a:gd name="connsiteY56" fmla="*/ 5354807 h 6858000"/>
              <a:gd name="connsiteX57" fmla="*/ 6053435 w 6105267"/>
              <a:gd name="connsiteY57" fmla="*/ 5387547 h 6858000"/>
              <a:gd name="connsiteX58" fmla="*/ 6068640 w 6105267"/>
              <a:gd name="connsiteY58" fmla="*/ 5474503 h 6858000"/>
              <a:gd name="connsiteX59" fmla="*/ 6080922 w 6105267"/>
              <a:gd name="connsiteY59" fmla="*/ 5561070 h 6858000"/>
              <a:gd name="connsiteX60" fmla="*/ 6096949 w 6105267"/>
              <a:gd name="connsiteY60" fmla="*/ 5648179 h 6858000"/>
              <a:gd name="connsiteX61" fmla="*/ 6096746 w 6105267"/>
              <a:gd name="connsiteY61" fmla="*/ 5862844 h 6858000"/>
              <a:gd name="connsiteX62" fmla="*/ 6045436 w 6105267"/>
              <a:gd name="connsiteY62" fmla="*/ 6124480 h 6858000"/>
              <a:gd name="connsiteX63" fmla="*/ 6030489 w 6105267"/>
              <a:gd name="connsiteY63" fmla="*/ 6317666 h 6858000"/>
              <a:gd name="connsiteX64" fmla="*/ 6007492 w 6105267"/>
              <a:gd name="connsiteY64" fmla="*/ 6440818 h 6858000"/>
              <a:gd name="connsiteX65" fmla="*/ 6009467 w 6105267"/>
              <a:gd name="connsiteY65" fmla="*/ 6487076 h 6858000"/>
              <a:gd name="connsiteX66" fmla="*/ 5995064 w 6105267"/>
              <a:gd name="connsiteY66" fmla="*/ 6540791 h 6858000"/>
              <a:gd name="connsiteX67" fmla="*/ 5986207 w 6105267"/>
              <a:gd name="connsiteY67" fmla="*/ 6695855 h 6858000"/>
              <a:gd name="connsiteX68" fmla="*/ 5979428 w 6105267"/>
              <a:gd name="connsiteY68" fmla="*/ 6754678 h 6858000"/>
              <a:gd name="connsiteX69" fmla="*/ 5984543 w 6105267"/>
              <a:gd name="connsiteY69" fmla="*/ 6811016 h 6858000"/>
              <a:gd name="connsiteX70" fmla="*/ 5979671 w 6105267"/>
              <a:gd name="connsiteY70" fmla="*/ 6858000 h 6858000"/>
              <a:gd name="connsiteX71" fmla="*/ 0 w 6105267"/>
              <a:gd name="connsiteY71" fmla="*/ 6858000 h 6858000"/>
              <a:gd name="connsiteX72" fmla="*/ 0 w 6105267"/>
              <a:gd name="connsiteY72" fmla="*/ 0 h 6858000"/>
              <a:gd name="connsiteX0" fmla="*/ 0 w 6105267"/>
              <a:gd name="connsiteY0" fmla="*/ 0 h 6858000"/>
              <a:gd name="connsiteX1" fmla="*/ 4965888 w 6105267"/>
              <a:gd name="connsiteY1" fmla="*/ 0 h 6858000"/>
              <a:gd name="connsiteX2" fmla="*/ 4967767 w 6105267"/>
              <a:gd name="connsiteY2" fmla="*/ 7930 h 6858000"/>
              <a:gd name="connsiteX3" fmla="*/ 4979444 w 6105267"/>
              <a:gd name="connsiteY3" fmla="*/ 43921 h 6858000"/>
              <a:gd name="connsiteX4" fmla="*/ 5075458 w 6105267"/>
              <a:gd name="connsiteY4" fmla="*/ 264355 h 6858000"/>
              <a:gd name="connsiteX5" fmla="*/ 5081175 w 6105267"/>
              <a:gd name="connsiteY5" fmla="*/ 277448 h 6858000"/>
              <a:gd name="connsiteX6" fmla="*/ 5097011 w 6105267"/>
              <a:gd name="connsiteY6" fmla="*/ 355616 h 6858000"/>
              <a:gd name="connsiteX7" fmla="*/ 5153000 w 6105267"/>
              <a:gd name="connsiteY7" fmla="*/ 507134 h 6858000"/>
              <a:gd name="connsiteX8" fmla="*/ 5171282 w 6105267"/>
              <a:gd name="connsiteY8" fmla="*/ 602071 h 6858000"/>
              <a:gd name="connsiteX9" fmla="*/ 5189051 w 6105267"/>
              <a:gd name="connsiteY9" fmla="*/ 782518 h 6858000"/>
              <a:gd name="connsiteX10" fmla="*/ 5218707 w 6105267"/>
              <a:gd name="connsiteY10" fmla="*/ 886387 h 6858000"/>
              <a:gd name="connsiteX11" fmla="*/ 5221281 w 6105267"/>
              <a:gd name="connsiteY11" fmla="*/ 920873 h 6858000"/>
              <a:gd name="connsiteX12" fmla="*/ 5201018 w 6105267"/>
              <a:gd name="connsiteY12" fmla="*/ 1095027 h 6858000"/>
              <a:gd name="connsiteX13" fmla="*/ 5205902 w 6105267"/>
              <a:gd name="connsiteY13" fmla="*/ 1203021 h 6858000"/>
              <a:gd name="connsiteX14" fmla="*/ 5207532 w 6105267"/>
              <a:gd name="connsiteY14" fmla="*/ 1278975 h 6858000"/>
              <a:gd name="connsiteX15" fmla="*/ 5225968 w 6105267"/>
              <a:gd name="connsiteY15" fmla="*/ 1357994 h 6858000"/>
              <a:gd name="connsiteX16" fmla="*/ 5226675 w 6105267"/>
              <a:gd name="connsiteY16" fmla="*/ 1385685 h 6858000"/>
              <a:gd name="connsiteX17" fmla="*/ 5237226 w 6105267"/>
              <a:gd name="connsiteY17" fmla="*/ 1441327 h 6858000"/>
              <a:gd name="connsiteX18" fmla="*/ 5255653 w 6105267"/>
              <a:gd name="connsiteY18" fmla="*/ 1524712 h 6858000"/>
              <a:gd name="connsiteX19" fmla="*/ 5263491 w 6105267"/>
              <a:gd name="connsiteY19" fmla="*/ 1642938 h 6858000"/>
              <a:gd name="connsiteX20" fmla="*/ 5256552 w 6105267"/>
              <a:gd name="connsiteY20" fmla="*/ 1672509 h 6858000"/>
              <a:gd name="connsiteX21" fmla="*/ 5264549 w 6105267"/>
              <a:gd name="connsiteY21" fmla="*/ 1837572 h 6858000"/>
              <a:gd name="connsiteX22" fmla="*/ 5255696 w 6105267"/>
              <a:gd name="connsiteY22" fmla="*/ 1953770 h 6858000"/>
              <a:gd name="connsiteX23" fmla="*/ 5252592 w 6105267"/>
              <a:gd name="connsiteY23" fmla="*/ 2092210 h 6858000"/>
              <a:gd name="connsiteX24" fmla="*/ 5257248 w 6105267"/>
              <a:gd name="connsiteY24" fmla="*/ 2203922 h 6858000"/>
              <a:gd name="connsiteX25" fmla="*/ 5262551 w 6105267"/>
              <a:gd name="connsiteY25" fmla="*/ 2288050 h 6858000"/>
              <a:gd name="connsiteX26" fmla="*/ 5293877 w 6105267"/>
              <a:gd name="connsiteY26" fmla="*/ 2368649 h 6858000"/>
              <a:gd name="connsiteX27" fmla="*/ 5311338 w 6105267"/>
              <a:gd name="connsiteY27" fmla="*/ 2404034 h 6858000"/>
              <a:gd name="connsiteX28" fmla="*/ 5338366 w 6105267"/>
              <a:gd name="connsiteY28" fmla="*/ 2465052 h 6858000"/>
              <a:gd name="connsiteX29" fmla="*/ 5371263 w 6105267"/>
              <a:gd name="connsiteY29" fmla="*/ 2586413 h 6858000"/>
              <a:gd name="connsiteX30" fmla="*/ 5407503 w 6105267"/>
              <a:gd name="connsiteY30" fmla="*/ 2786290 h 6858000"/>
              <a:gd name="connsiteX31" fmla="*/ 5407356 w 6105267"/>
              <a:gd name="connsiteY31" fmla="*/ 2787545 h 6858000"/>
              <a:gd name="connsiteX32" fmla="*/ 5448870 w 6105267"/>
              <a:gd name="connsiteY32" fmla="*/ 2838305 h 6858000"/>
              <a:gd name="connsiteX33" fmla="*/ 5503944 w 6105267"/>
              <a:gd name="connsiteY33" fmla="*/ 3123335 h 6858000"/>
              <a:gd name="connsiteX34" fmla="*/ 5525532 w 6105267"/>
              <a:gd name="connsiteY34" fmla="*/ 3258473 h 6858000"/>
              <a:gd name="connsiteX35" fmla="*/ 5589758 w 6105267"/>
              <a:gd name="connsiteY35" fmla="*/ 3453699 h 6858000"/>
              <a:gd name="connsiteX36" fmla="*/ 5592069 w 6105267"/>
              <a:gd name="connsiteY36" fmla="*/ 3514638 h 6858000"/>
              <a:gd name="connsiteX37" fmla="*/ 5614055 w 6105267"/>
              <a:gd name="connsiteY37" fmla="*/ 3560779 h 6858000"/>
              <a:gd name="connsiteX38" fmla="*/ 5683015 w 6105267"/>
              <a:gd name="connsiteY38" fmla="*/ 3762025 h 6858000"/>
              <a:gd name="connsiteX39" fmla="*/ 5722836 w 6105267"/>
              <a:gd name="connsiteY39" fmla="*/ 3814370 h 6858000"/>
              <a:gd name="connsiteX40" fmla="*/ 5768491 w 6105267"/>
              <a:gd name="connsiteY40" fmla="*/ 3914399 h 6858000"/>
              <a:gd name="connsiteX41" fmla="*/ 5793123 w 6105267"/>
              <a:gd name="connsiteY41" fmla="*/ 3969952 h 6858000"/>
              <a:gd name="connsiteX42" fmla="*/ 5808321 w 6105267"/>
              <a:gd name="connsiteY42" fmla="*/ 3988153 h 6858000"/>
              <a:gd name="connsiteX43" fmla="*/ 5860672 w 6105267"/>
              <a:gd name="connsiteY43" fmla="*/ 4061579 h 6858000"/>
              <a:gd name="connsiteX44" fmla="*/ 5894095 w 6105267"/>
              <a:gd name="connsiteY44" fmla="*/ 4128857 h 6858000"/>
              <a:gd name="connsiteX45" fmla="*/ 5903513 w 6105267"/>
              <a:gd name="connsiteY45" fmla="*/ 4187661 h 6858000"/>
              <a:gd name="connsiteX46" fmla="*/ 5949086 w 6105267"/>
              <a:gd name="connsiteY46" fmla="*/ 4366139 h 6858000"/>
              <a:gd name="connsiteX47" fmla="*/ 5949261 w 6105267"/>
              <a:gd name="connsiteY47" fmla="*/ 4449185 h 6858000"/>
              <a:gd name="connsiteX48" fmla="*/ 5961816 w 6105267"/>
              <a:gd name="connsiteY48" fmla="*/ 4494562 h 6858000"/>
              <a:gd name="connsiteX49" fmla="*/ 5998138 w 6105267"/>
              <a:gd name="connsiteY49" fmla="*/ 4697518 h 6858000"/>
              <a:gd name="connsiteX50" fmla="*/ 6007819 w 6105267"/>
              <a:gd name="connsiteY50" fmla="*/ 4858148 h 6858000"/>
              <a:gd name="connsiteX51" fmla="*/ 6007749 w 6105267"/>
              <a:gd name="connsiteY51" fmla="*/ 4964715 h 6858000"/>
              <a:gd name="connsiteX52" fmla="*/ 6005269 w 6105267"/>
              <a:gd name="connsiteY52" fmla="*/ 5150567 h 6858000"/>
              <a:gd name="connsiteX53" fmla="*/ 6001127 w 6105267"/>
              <a:gd name="connsiteY53" fmla="*/ 5164609 h 6858000"/>
              <a:gd name="connsiteX54" fmla="*/ 5998514 w 6105267"/>
              <a:gd name="connsiteY54" fmla="*/ 5189673 h 6858000"/>
              <a:gd name="connsiteX55" fmla="*/ 6036748 w 6105267"/>
              <a:gd name="connsiteY55" fmla="*/ 5322752 h 6858000"/>
              <a:gd name="connsiteX56" fmla="*/ 6037677 w 6105267"/>
              <a:gd name="connsiteY56" fmla="*/ 5354807 h 6858000"/>
              <a:gd name="connsiteX57" fmla="*/ 6053435 w 6105267"/>
              <a:gd name="connsiteY57" fmla="*/ 5387547 h 6858000"/>
              <a:gd name="connsiteX58" fmla="*/ 6068640 w 6105267"/>
              <a:gd name="connsiteY58" fmla="*/ 5474503 h 6858000"/>
              <a:gd name="connsiteX59" fmla="*/ 6080922 w 6105267"/>
              <a:gd name="connsiteY59" fmla="*/ 5561070 h 6858000"/>
              <a:gd name="connsiteX60" fmla="*/ 6096949 w 6105267"/>
              <a:gd name="connsiteY60" fmla="*/ 5648179 h 6858000"/>
              <a:gd name="connsiteX61" fmla="*/ 6096746 w 6105267"/>
              <a:gd name="connsiteY61" fmla="*/ 5862844 h 6858000"/>
              <a:gd name="connsiteX62" fmla="*/ 6045436 w 6105267"/>
              <a:gd name="connsiteY62" fmla="*/ 6124480 h 6858000"/>
              <a:gd name="connsiteX63" fmla="*/ 6030489 w 6105267"/>
              <a:gd name="connsiteY63" fmla="*/ 6317666 h 6858000"/>
              <a:gd name="connsiteX64" fmla="*/ 6007492 w 6105267"/>
              <a:gd name="connsiteY64" fmla="*/ 6440818 h 6858000"/>
              <a:gd name="connsiteX65" fmla="*/ 6009467 w 6105267"/>
              <a:gd name="connsiteY65" fmla="*/ 6487076 h 6858000"/>
              <a:gd name="connsiteX66" fmla="*/ 5995064 w 6105267"/>
              <a:gd name="connsiteY66" fmla="*/ 6540791 h 6858000"/>
              <a:gd name="connsiteX67" fmla="*/ 5986207 w 6105267"/>
              <a:gd name="connsiteY67" fmla="*/ 6695855 h 6858000"/>
              <a:gd name="connsiteX68" fmla="*/ 5979428 w 6105267"/>
              <a:gd name="connsiteY68" fmla="*/ 6754678 h 6858000"/>
              <a:gd name="connsiteX69" fmla="*/ 5984543 w 6105267"/>
              <a:gd name="connsiteY69" fmla="*/ 6811016 h 6858000"/>
              <a:gd name="connsiteX70" fmla="*/ 5979671 w 6105267"/>
              <a:gd name="connsiteY70" fmla="*/ 6858000 h 6858000"/>
              <a:gd name="connsiteX71" fmla="*/ 0 w 6105267"/>
              <a:gd name="connsiteY71" fmla="*/ 6858000 h 6858000"/>
              <a:gd name="connsiteX72" fmla="*/ 0 w 6105267"/>
              <a:gd name="connsiteY7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05267" h="6858000">
                <a:moveTo>
                  <a:pt x="0" y="0"/>
                </a:moveTo>
                <a:lnTo>
                  <a:pt x="4965888" y="0"/>
                </a:lnTo>
                <a:lnTo>
                  <a:pt x="4967767" y="7930"/>
                </a:lnTo>
                <a:cubicBezTo>
                  <a:pt x="4971201" y="21562"/>
                  <a:pt x="4974810" y="33728"/>
                  <a:pt x="4979444" y="43921"/>
                </a:cubicBezTo>
                <a:cubicBezTo>
                  <a:pt x="5002155" y="108089"/>
                  <a:pt x="5039453" y="125421"/>
                  <a:pt x="5075458" y="264355"/>
                </a:cubicBezTo>
                <a:cubicBezTo>
                  <a:pt x="5080172" y="263373"/>
                  <a:pt x="5084375" y="273006"/>
                  <a:pt x="5081175" y="277448"/>
                </a:cubicBezTo>
                <a:cubicBezTo>
                  <a:pt x="5078869" y="356637"/>
                  <a:pt x="5109899" y="337879"/>
                  <a:pt x="5097011" y="355616"/>
                </a:cubicBezTo>
                <a:cubicBezTo>
                  <a:pt x="5108982" y="393897"/>
                  <a:pt x="5123954" y="442245"/>
                  <a:pt x="5153000" y="507134"/>
                </a:cubicBezTo>
                <a:cubicBezTo>
                  <a:pt x="5159130" y="542272"/>
                  <a:pt x="5172528" y="570912"/>
                  <a:pt x="5171282" y="602071"/>
                </a:cubicBezTo>
                <a:cubicBezTo>
                  <a:pt x="5177290" y="647968"/>
                  <a:pt x="5183528" y="639882"/>
                  <a:pt x="5189051" y="782518"/>
                </a:cubicBezTo>
                <a:cubicBezTo>
                  <a:pt x="5196533" y="819747"/>
                  <a:pt x="5211748" y="856581"/>
                  <a:pt x="5218707" y="886387"/>
                </a:cubicBezTo>
                <a:cubicBezTo>
                  <a:pt x="5222103" y="910651"/>
                  <a:pt x="5224626" y="881734"/>
                  <a:pt x="5221281" y="920873"/>
                </a:cubicBezTo>
                <a:cubicBezTo>
                  <a:pt x="5216226" y="962348"/>
                  <a:pt x="5227328" y="1047212"/>
                  <a:pt x="5201018" y="1095027"/>
                </a:cubicBezTo>
                <a:cubicBezTo>
                  <a:pt x="5195677" y="1140464"/>
                  <a:pt x="5205610" y="1173951"/>
                  <a:pt x="5205902" y="1203021"/>
                </a:cubicBezTo>
                <a:cubicBezTo>
                  <a:pt x="5207939" y="1240877"/>
                  <a:pt x="5220231" y="1264849"/>
                  <a:pt x="5207532" y="1278975"/>
                </a:cubicBezTo>
                <a:cubicBezTo>
                  <a:pt x="5213654" y="1306391"/>
                  <a:pt x="5220794" y="1339415"/>
                  <a:pt x="5225968" y="1357994"/>
                </a:cubicBezTo>
                <a:cubicBezTo>
                  <a:pt x="5235560" y="1363307"/>
                  <a:pt x="5224941" y="1377158"/>
                  <a:pt x="5226675" y="1385685"/>
                </a:cubicBezTo>
                <a:cubicBezTo>
                  <a:pt x="5235522" y="1394562"/>
                  <a:pt x="5242140" y="1429309"/>
                  <a:pt x="5237226" y="1441327"/>
                </a:cubicBezTo>
                <a:lnTo>
                  <a:pt x="5255653" y="1524712"/>
                </a:lnTo>
                <a:lnTo>
                  <a:pt x="5263491" y="1642938"/>
                </a:lnTo>
                <a:cubicBezTo>
                  <a:pt x="5233312" y="1645260"/>
                  <a:pt x="5283758" y="1680689"/>
                  <a:pt x="5256552" y="1672509"/>
                </a:cubicBezTo>
                <a:cubicBezTo>
                  <a:pt x="5263439" y="1704194"/>
                  <a:pt x="5241186" y="1762238"/>
                  <a:pt x="5264549" y="1837572"/>
                </a:cubicBezTo>
                <a:cubicBezTo>
                  <a:pt x="5255047" y="1894025"/>
                  <a:pt x="5279958" y="1903508"/>
                  <a:pt x="5255696" y="1953770"/>
                </a:cubicBezTo>
                <a:cubicBezTo>
                  <a:pt x="5254497" y="2018939"/>
                  <a:pt x="5251158" y="2034824"/>
                  <a:pt x="5252592" y="2092210"/>
                </a:cubicBezTo>
                <a:cubicBezTo>
                  <a:pt x="5251660" y="2141443"/>
                  <a:pt x="5257478" y="2177466"/>
                  <a:pt x="5257248" y="2203922"/>
                </a:cubicBezTo>
                <a:lnTo>
                  <a:pt x="5262551" y="2288050"/>
                </a:lnTo>
                <a:cubicBezTo>
                  <a:pt x="5267437" y="2336348"/>
                  <a:pt x="5279466" y="2334639"/>
                  <a:pt x="5293877" y="2368649"/>
                </a:cubicBezTo>
                <a:lnTo>
                  <a:pt x="5311338" y="2404034"/>
                </a:lnTo>
                <a:cubicBezTo>
                  <a:pt x="5310997" y="2405674"/>
                  <a:pt x="5338704" y="2463412"/>
                  <a:pt x="5338366" y="2465052"/>
                </a:cubicBezTo>
                <a:cubicBezTo>
                  <a:pt x="5342744" y="2497318"/>
                  <a:pt x="5359740" y="2532873"/>
                  <a:pt x="5371263" y="2586413"/>
                </a:cubicBezTo>
                <a:cubicBezTo>
                  <a:pt x="5361911" y="2605414"/>
                  <a:pt x="5395423" y="2719664"/>
                  <a:pt x="5407503" y="2786290"/>
                </a:cubicBezTo>
                <a:cubicBezTo>
                  <a:pt x="5407454" y="2786708"/>
                  <a:pt x="5407404" y="2787125"/>
                  <a:pt x="5407356" y="2787545"/>
                </a:cubicBezTo>
                <a:cubicBezTo>
                  <a:pt x="5433437" y="2813691"/>
                  <a:pt x="5432314" y="2814723"/>
                  <a:pt x="5448870" y="2838305"/>
                </a:cubicBezTo>
                <a:cubicBezTo>
                  <a:pt x="5464968" y="2894270"/>
                  <a:pt x="5454425" y="2918525"/>
                  <a:pt x="5503944" y="3123335"/>
                </a:cubicBezTo>
                <a:cubicBezTo>
                  <a:pt x="5512347" y="3181628"/>
                  <a:pt x="5512245" y="3208390"/>
                  <a:pt x="5525532" y="3258473"/>
                </a:cubicBezTo>
                <a:cubicBezTo>
                  <a:pt x="5539834" y="3322326"/>
                  <a:pt x="5576402" y="3407674"/>
                  <a:pt x="5589758" y="3453699"/>
                </a:cubicBezTo>
                <a:cubicBezTo>
                  <a:pt x="5570147" y="3490668"/>
                  <a:pt x="5591299" y="3454351"/>
                  <a:pt x="5592069" y="3514638"/>
                </a:cubicBezTo>
                <a:lnTo>
                  <a:pt x="5614055" y="3560779"/>
                </a:lnTo>
                <a:cubicBezTo>
                  <a:pt x="5642477" y="3636744"/>
                  <a:pt x="5634212" y="3552814"/>
                  <a:pt x="5683015" y="3762025"/>
                </a:cubicBezTo>
                <a:cubicBezTo>
                  <a:pt x="5687021" y="3766429"/>
                  <a:pt x="5717920" y="3810691"/>
                  <a:pt x="5722836" y="3814370"/>
                </a:cubicBezTo>
                <a:lnTo>
                  <a:pt x="5768491" y="3914399"/>
                </a:lnTo>
                <a:cubicBezTo>
                  <a:pt x="5768399" y="3927909"/>
                  <a:pt x="5782052" y="3965459"/>
                  <a:pt x="5793123" y="3969952"/>
                </a:cubicBezTo>
                <a:cubicBezTo>
                  <a:pt x="5797717" y="3977244"/>
                  <a:pt x="5797864" y="3987352"/>
                  <a:pt x="5808321" y="3988153"/>
                </a:cubicBezTo>
                <a:cubicBezTo>
                  <a:pt x="5819579" y="4003424"/>
                  <a:pt x="5841613" y="4014315"/>
                  <a:pt x="5860672" y="4061579"/>
                </a:cubicBezTo>
                <a:cubicBezTo>
                  <a:pt x="5872084" y="4080468"/>
                  <a:pt x="5865523" y="4095937"/>
                  <a:pt x="5894095" y="4128857"/>
                </a:cubicBezTo>
                <a:lnTo>
                  <a:pt x="5903513" y="4187661"/>
                </a:lnTo>
                <a:cubicBezTo>
                  <a:pt x="5912281" y="4237527"/>
                  <a:pt x="5929555" y="4191583"/>
                  <a:pt x="5949086" y="4366139"/>
                </a:cubicBezTo>
                <a:cubicBezTo>
                  <a:pt x="5948498" y="4373973"/>
                  <a:pt x="5947179" y="4442831"/>
                  <a:pt x="5949261" y="4449185"/>
                </a:cubicBezTo>
                <a:lnTo>
                  <a:pt x="5961816" y="4494562"/>
                </a:lnTo>
                <a:cubicBezTo>
                  <a:pt x="5969962" y="4535951"/>
                  <a:pt x="5978352" y="4666880"/>
                  <a:pt x="5998138" y="4697518"/>
                </a:cubicBezTo>
                <a:cubicBezTo>
                  <a:pt x="6005688" y="4743028"/>
                  <a:pt x="6006217" y="4813615"/>
                  <a:pt x="6007819" y="4858148"/>
                </a:cubicBezTo>
                <a:cubicBezTo>
                  <a:pt x="6006852" y="4913684"/>
                  <a:pt x="6011369" y="4918877"/>
                  <a:pt x="6007749" y="4964715"/>
                </a:cubicBezTo>
                <a:cubicBezTo>
                  <a:pt x="6006922" y="5026666"/>
                  <a:pt x="6006096" y="5088616"/>
                  <a:pt x="6005269" y="5150567"/>
                </a:cubicBezTo>
                <a:lnTo>
                  <a:pt x="6001127" y="5164609"/>
                </a:lnTo>
                <a:lnTo>
                  <a:pt x="5998514" y="5189673"/>
                </a:lnTo>
                <a:lnTo>
                  <a:pt x="6036748" y="5322752"/>
                </a:lnTo>
                <a:cubicBezTo>
                  <a:pt x="6037058" y="5333437"/>
                  <a:pt x="6037367" y="5344122"/>
                  <a:pt x="6037677" y="5354807"/>
                </a:cubicBezTo>
                <a:lnTo>
                  <a:pt x="6053435" y="5387547"/>
                </a:lnTo>
                <a:cubicBezTo>
                  <a:pt x="6058595" y="5407496"/>
                  <a:pt x="6064059" y="5445583"/>
                  <a:pt x="6068640" y="5474503"/>
                </a:cubicBezTo>
                <a:cubicBezTo>
                  <a:pt x="6065387" y="5502156"/>
                  <a:pt x="6077015" y="5529097"/>
                  <a:pt x="6080922" y="5561070"/>
                </a:cubicBezTo>
                <a:cubicBezTo>
                  <a:pt x="6069952" y="5593856"/>
                  <a:pt x="6092872" y="5614018"/>
                  <a:pt x="6096949" y="5648179"/>
                </a:cubicBezTo>
                <a:cubicBezTo>
                  <a:pt x="6121811" y="5715144"/>
                  <a:pt x="6081535" y="5799438"/>
                  <a:pt x="6096746" y="5862844"/>
                </a:cubicBezTo>
                <a:cubicBezTo>
                  <a:pt x="6088161" y="5942227"/>
                  <a:pt x="6066798" y="6084395"/>
                  <a:pt x="6045436" y="6124480"/>
                </a:cubicBezTo>
                <a:cubicBezTo>
                  <a:pt x="6035300" y="6187952"/>
                  <a:pt x="6042671" y="6255420"/>
                  <a:pt x="6030489" y="6317666"/>
                </a:cubicBezTo>
                <a:cubicBezTo>
                  <a:pt x="5997800" y="6359855"/>
                  <a:pt x="6026490" y="6389009"/>
                  <a:pt x="6007492" y="6440818"/>
                </a:cubicBezTo>
                <a:cubicBezTo>
                  <a:pt x="6032870" y="6477306"/>
                  <a:pt x="6007936" y="6454949"/>
                  <a:pt x="6009467" y="6487076"/>
                </a:cubicBezTo>
                <a:cubicBezTo>
                  <a:pt x="6007396" y="6503737"/>
                  <a:pt x="5997257" y="6531311"/>
                  <a:pt x="5995064" y="6540791"/>
                </a:cubicBezTo>
                <a:lnTo>
                  <a:pt x="5986207" y="6695855"/>
                </a:lnTo>
                <a:cubicBezTo>
                  <a:pt x="5979276" y="6706164"/>
                  <a:pt x="5972094" y="6743953"/>
                  <a:pt x="5979428" y="6754678"/>
                </a:cubicBezTo>
                <a:cubicBezTo>
                  <a:pt x="5979151" y="6773871"/>
                  <a:pt x="5984503" y="6793796"/>
                  <a:pt x="5984543" y="6811016"/>
                </a:cubicBezTo>
                <a:cubicBezTo>
                  <a:pt x="5983922" y="6824242"/>
                  <a:pt x="6007010" y="6838446"/>
                  <a:pt x="5979671" y="6858000"/>
                </a:cubicBezTo>
                <a:lnTo>
                  <a:pt x="0" y="6858000"/>
                </a:lnTo>
                <a:lnTo>
                  <a:pt x="0" y="0"/>
                </a:lnTo>
                <a:close/>
              </a:path>
            </a:pathLst>
          </a:custGeom>
          <a:blipFill>
            <a:blip r:embed="rId3"/>
            <a:tile tx="0" ty="0" sx="70000" sy="7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0A1B194-53B1-A36A-8248-25D4DCC181D0}"/>
              </a:ext>
            </a:extLst>
          </p:cNvPr>
          <p:cNvSpPr>
            <a:spLocks noGrp="1"/>
          </p:cNvSpPr>
          <p:nvPr>
            <p:ph type="ctrTitle"/>
          </p:nvPr>
        </p:nvSpPr>
        <p:spPr>
          <a:xfrm>
            <a:off x="600075" y="1277151"/>
            <a:ext cx="5932714" cy="3258457"/>
          </a:xfrm>
        </p:spPr>
        <p:txBody>
          <a:bodyPr anchor="t">
            <a:normAutofit/>
          </a:bodyPr>
          <a:lstStyle/>
          <a:p>
            <a:r>
              <a:rPr lang="en-US" sz="4000" b="1" i="0" dirty="0">
                <a:effectLst/>
                <a:latin typeface="Manrope"/>
              </a:rPr>
              <a:t>IMDB Movie Analysis</a:t>
            </a:r>
            <a:endParaRPr lang="en-US" sz="4000" dirty="0"/>
          </a:p>
        </p:txBody>
      </p:sp>
      <p:sp>
        <p:nvSpPr>
          <p:cNvPr id="3" name="Subtitle 2">
            <a:extLst>
              <a:ext uri="{FF2B5EF4-FFF2-40B4-BE49-F238E27FC236}">
                <a16:creationId xmlns:a16="http://schemas.microsoft.com/office/drawing/2014/main" id="{B69F0D5A-5B43-EF7F-4F0F-42FFBDC14300}"/>
              </a:ext>
            </a:extLst>
          </p:cNvPr>
          <p:cNvSpPr>
            <a:spLocks noGrp="1"/>
          </p:cNvSpPr>
          <p:nvPr>
            <p:ph type="subTitle" idx="1"/>
          </p:nvPr>
        </p:nvSpPr>
        <p:spPr>
          <a:xfrm>
            <a:off x="642306" y="2158476"/>
            <a:ext cx="3886200" cy="903513"/>
          </a:xfrm>
        </p:spPr>
        <p:txBody>
          <a:bodyPr>
            <a:normAutofit/>
          </a:bodyPr>
          <a:lstStyle/>
          <a:p>
            <a:r>
              <a:rPr lang="en-US" dirty="0">
                <a:solidFill>
                  <a:srgbClr val="FFFFFF"/>
                </a:solidFill>
              </a:rPr>
              <a:t>By – Pratham Mehta</a:t>
            </a:r>
          </a:p>
        </p:txBody>
      </p:sp>
    </p:spTree>
    <p:extLst>
      <p:ext uri="{BB962C8B-B14F-4D97-AF65-F5344CB8AC3E}">
        <p14:creationId xmlns:p14="http://schemas.microsoft.com/office/powerpoint/2010/main" val="3534652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41B98B-6E41-475D-97DA-426952893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E479B5C-2CB5-4B9A-901A-FB1FE2E35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9475"/>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810 w 12192000"/>
              <a:gd name="connsiteY144" fmla="*/ 1797886 h 2237474"/>
              <a:gd name="connsiteX145" fmla="*/ 4379064 w 12192000"/>
              <a:gd name="connsiteY145" fmla="*/ 1817177 h 2237474"/>
              <a:gd name="connsiteX146" fmla="*/ 4319209 w 12192000"/>
              <a:gd name="connsiteY146" fmla="*/ 1834833 h 2237474"/>
              <a:gd name="connsiteX147" fmla="*/ 4306907 w 12192000"/>
              <a:gd name="connsiteY147" fmla="*/ 1841641 h 2237474"/>
              <a:gd name="connsiteX148" fmla="*/ 4290981 w 12192000"/>
              <a:gd name="connsiteY148" fmla="*/ 1839677 h 2237474"/>
              <a:gd name="connsiteX149" fmla="*/ 4285792 w 12192000"/>
              <a:gd name="connsiteY149" fmla="*/ 1836231 h 2237474"/>
              <a:gd name="connsiteX150" fmla="*/ 4238372 w 12192000"/>
              <a:gd name="connsiteY150" fmla="*/ 1851480 h 2237474"/>
              <a:gd name="connsiteX151" fmla="*/ 4232517 w 12192000"/>
              <a:gd name="connsiteY151" fmla="*/ 1852567 h 2237474"/>
              <a:gd name="connsiteX152" fmla="*/ 4191732 w 12192000"/>
              <a:gd name="connsiteY152" fmla="*/ 1857328 h 2237474"/>
              <a:gd name="connsiteX153" fmla="*/ 4065532 w 12192000"/>
              <a:gd name="connsiteY153" fmla="*/ 1855477 h 2237474"/>
              <a:gd name="connsiteX154" fmla="*/ 4028460 w 12192000"/>
              <a:gd name="connsiteY154" fmla="*/ 1855137 h 2237474"/>
              <a:gd name="connsiteX155" fmla="*/ 4002267 w 12192000"/>
              <a:gd name="connsiteY155" fmla="*/ 1852352 h 2237474"/>
              <a:gd name="connsiteX156" fmla="*/ 3931396 w 12192000"/>
              <a:gd name="connsiteY156" fmla="*/ 1858915 h 2237474"/>
              <a:gd name="connsiteX157" fmla="*/ 3812162 w 12192000"/>
              <a:gd name="connsiteY157" fmla="*/ 1875501 h 2237474"/>
              <a:gd name="connsiteX158" fmla="*/ 3767672 w 12192000"/>
              <a:gd name="connsiteY158" fmla="*/ 1874600 h 2237474"/>
              <a:gd name="connsiteX159" fmla="*/ 3764741 w 12192000"/>
              <a:gd name="connsiteY159" fmla="*/ 1869433 h 2237474"/>
              <a:gd name="connsiteX160" fmla="*/ 3751332 w 12192000"/>
              <a:gd name="connsiteY160" fmla="*/ 1869854 h 2237474"/>
              <a:gd name="connsiteX161" fmla="*/ 3748155 w 12192000"/>
              <a:gd name="connsiteY161" fmla="*/ 1868903 h 2237474"/>
              <a:gd name="connsiteX162" fmla="*/ 3729530 w 12192000"/>
              <a:gd name="connsiteY162" fmla="*/ 1864513 h 2237474"/>
              <a:gd name="connsiteX163" fmla="*/ 3680177 w 12192000"/>
              <a:gd name="connsiteY163" fmla="*/ 1881552 h 2237474"/>
              <a:gd name="connsiteX164" fmla="*/ 3567259 w 12192000"/>
              <a:gd name="connsiteY164" fmla="*/ 1893482 h 2237474"/>
              <a:gd name="connsiteX165" fmla="*/ 3405770 w 12192000"/>
              <a:gd name="connsiteY165" fmla="*/ 1904591 h 2237474"/>
              <a:gd name="connsiteX166" fmla="*/ 3280097 w 12192000"/>
              <a:gd name="connsiteY166" fmla="*/ 1919610 h 2237474"/>
              <a:gd name="connsiteX167" fmla="*/ 3123424 w 12192000"/>
              <a:gd name="connsiteY167" fmla="*/ 1952930 h 2237474"/>
              <a:gd name="connsiteX168" fmla="*/ 3009910 w 12192000"/>
              <a:gd name="connsiteY168" fmla="*/ 1957866 h 2237474"/>
              <a:gd name="connsiteX169" fmla="*/ 2995934 w 12192000"/>
              <a:gd name="connsiteY169" fmla="*/ 1967085 h 2237474"/>
              <a:gd name="connsiteX170" fmla="*/ 2980071 w 12192000"/>
              <a:gd name="connsiteY170" fmla="*/ 1972988 h 2237474"/>
              <a:gd name="connsiteX171" fmla="*/ 2978094 w 12192000"/>
              <a:gd name="connsiteY171" fmla="*/ 1972369 h 2237474"/>
              <a:gd name="connsiteX172" fmla="*/ 2942858 w 12192000"/>
              <a:gd name="connsiteY172" fmla="*/ 1981367 h 2237474"/>
              <a:gd name="connsiteX173" fmla="*/ 2875436 w 12192000"/>
              <a:gd name="connsiteY173" fmla="*/ 1996977 h 2237474"/>
              <a:gd name="connsiteX174" fmla="*/ 2874892 w 12192000"/>
              <a:gd name="connsiteY174" fmla="*/ 1996085 h 2237474"/>
              <a:gd name="connsiteX175" fmla="*/ 2864145 w 12192000"/>
              <a:gd name="connsiteY175" fmla="*/ 1994061 h 2237474"/>
              <a:gd name="connsiteX176" fmla="*/ 2843662 w 12192000"/>
              <a:gd name="connsiteY176" fmla="*/ 1992498 h 2237474"/>
              <a:gd name="connsiteX177" fmla="*/ 2796128 w 12192000"/>
              <a:gd name="connsiteY177" fmla="*/ 1976403 h 2237474"/>
              <a:gd name="connsiteX178" fmla="*/ 2756784 w 12192000"/>
              <a:gd name="connsiteY178" fmla="*/ 1985116 h 2237474"/>
              <a:gd name="connsiteX179" fmla="*/ 2748833 w 12192000"/>
              <a:gd name="connsiteY179" fmla="*/ 1986323 h 2237474"/>
              <a:gd name="connsiteX180" fmla="*/ 2748661 w 12192000"/>
              <a:gd name="connsiteY180" fmla="*/ 1986122 h 2237474"/>
              <a:gd name="connsiteX181" fmla="*/ 2740251 w 12192000"/>
              <a:gd name="connsiteY181" fmla="*/ 1986946 h 2237474"/>
              <a:gd name="connsiteX182" fmla="*/ 2718916 w 12192000"/>
              <a:gd name="connsiteY182" fmla="*/ 1990867 h 2237474"/>
              <a:gd name="connsiteX183" fmla="*/ 2713522 w 12192000"/>
              <a:gd name="connsiteY183" fmla="*/ 1990173 h 2237474"/>
              <a:gd name="connsiteX184" fmla="*/ 2680597 w 12192000"/>
              <a:gd name="connsiteY184" fmla="*/ 1984996 h 2237474"/>
              <a:gd name="connsiteX185" fmla="*/ 2578178 w 12192000"/>
              <a:gd name="connsiteY185" fmla="*/ 1990531 h 2237474"/>
              <a:gd name="connsiteX186" fmla="*/ 2476147 w 12192000"/>
              <a:gd name="connsiteY186" fmla="*/ 1998305 h 2237474"/>
              <a:gd name="connsiteX187" fmla="*/ 2373568 w 12192000"/>
              <a:gd name="connsiteY187" fmla="*/ 2003219 h 2237474"/>
              <a:gd name="connsiteX188" fmla="*/ 2321399 w 12192000"/>
              <a:gd name="connsiteY188" fmla="*/ 1989467 h 2237474"/>
              <a:gd name="connsiteX189" fmla="*/ 2315525 w 12192000"/>
              <a:gd name="connsiteY189" fmla="*/ 1989708 h 2237474"/>
              <a:gd name="connsiteX190" fmla="*/ 2300792 w 12192000"/>
              <a:gd name="connsiteY190" fmla="*/ 1994290 h 2237474"/>
              <a:gd name="connsiteX191" fmla="*/ 2295469 w 12192000"/>
              <a:gd name="connsiteY191" fmla="*/ 1996659 h 2237474"/>
              <a:gd name="connsiteX192" fmla="*/ 2287219 w 12192000"/>
              <a:gd name="connsiteY192" fmla="*/ 1998750 h 2237474"/>
              <a:gd name="connsiteX193" fmla="*/ 2286948 w 12192000"/>
              <a:gd name="connsiteY193" fmla="*/ 1998596 h 2237474"/>
              <a:gd name="connsiteX194" fmla="*/ 2243069 w 12192000"/>
              <a:gd name="connsiteY194" fmla="*/ 2015111 h 2237474"/>
              <a:gd name="connsiteX195" fmla="*/ 2186609 w 12192000"/>
              <a:gd name="connsiteY195" fmla="*/ 2008263 h 2237474"/>
              <a:gd name="connsiteX196" fmla="*/ 2164831 w 12192000"/>
              <a:gd name="connsiteY196" fmla="*/ 2010143 h 2237474"/>
              <a:gd name="connsiteX197" fmla="*/ 2152836 w 12192000"/>
              <a:gd name="connsiteY197" fmla="*/ 2010048 h 2237474"/>
              <a:gd name="connsiteX198" fmla="*/ 2117102 w 12192000"/>
              <a:gd name="connsiteY198" fmla="*/ 2023004 h 2237474"/>
              <a:gd name="connsiteX199" fmla="*/ 2111935 w 12192000"/>
              <a:gd name="connsiteY199" fmla="*/ 2023163 h 2237474"/>
              <a:gd name="connsiteX200" fmla="*/ 2089991 w 12192000"/>
              <a:gd name="connsiteY200" fmla="*/ 2034193 h 2237474"/>
              <a:gd name="connsiteX201" fmla="*/ 2058061 w 12192000"/>
              <a:gd name="connsiteY201" fmla="*/ 2047942 h 2237474"/>
              <a:gd name="connsiteX202" fmla="*/ 2055737 w 12192000"/>
              <a:gd name="connsiteY202" fmla="*/ 2047704 h 2237474"/>
              <a:gd name="connsiteX203" fmla="*/ 2042244 w 12192000"/>
              <a:gd name="connsiteY203" fmla="*/ 2055560 h 2237474"/>
              <a:gd name="connsiteX204" fmla="*/ 1976224 w 12192000"/>
              <a:gd name="connsiteY204" fmla="*/ 2074257 h 2237474"/>
              <a:gd name="connsiteX205" fmla="*/ 1877728 w 12192000"/>
              <a:gd name="connsiteY205" fmla="*/ 2101004 h 2237474"/>
              <a:gd name="connsiteX206" fmla="*/ 1759056 w 12192000"/>
              <a:gd name="connsiteY206" fmla="*/ 2125608 h 2237474"/>
              <a:gd name="connsiteX207" fmla="*/ 1637948 w 12192000"/>
              <a:gd name="connsiteY207" fmla="*/ 2172597 h 2237474"/>
              <a:gd name="connsiteX208" fmla="*/ 1434549 w 12192000"/>
              <a:gd name="connsiteY208" fmla="*/ 2234522 h 2237474"/>
              <a:gd name="connsiteX209" fmla="*/ 1398481 w 12192000"/>
              <a:gd name="connsiteY209" fmla="*/ 2237074 h 2237474"/>
              <a:gd name="connsiteX210" fmla="*/ 1398407 w 12192000"/>
              <a:gd name="connsiteY210" fmla="*/ 2237095 h 2237474"/>
              <a:gd name="connsiteX211" fmla="*/ 1370962 w 12192000"/>
              <a:gd name="connsiteY211" fmla="*/ 2237474 h 2237474"/>
              <a:gd name="connsiteX212" fmla="*/ 1356367 w 12192000"/>
              <a:gd name="connsiteY212" fmla="*/ 2235089 h 2237474"/>
              <a:gd name="connsiteX213" fmla="*/ 1324828 w 12192000"/>
              <a:gd name="connsiteY213" fmla="*/ 2231968 h 2237474"/>
              <a:gd name="connsiteX214" fmla="*/ 1297744 w 12192000"/>
              <a:gd name="connsiteY214" fmla="*/ 2235849 h 2237474"/>
              <a:gd name="connsiteX215" fmla="*/ 1286236 w 12192000"/>
              <a:gd name="connsiteY215" fmla="*/ 2233135 h 2237474"/>
              <a:gd name="connsiteX216" fmla="*/ 1283504 w 12192000"/>
              <a:gd name="connsiteY216" fmla="*/ 2233797 h 2237474"/>
              <a:gd name="connsiteX217" fmla="*/ 1279765 w 12192000"/>
              <a:gd name="connsiteY217" fmla="*/ 2229639 h 2237474"/>
              <a:gd name="connsiteX218" fmla="*/ 1195347 w 12192000"/>
              <a:gd name="connsiteY218" fmla="*/ 2212354 h 2237474"/>
              <a:gd name="connsiteX219" fmla="*/ 970251 w 12192000"/>
              <a:gd name="connsiteY219" fmla="*/ 2221029 h 2237474"/>
              <a:gd name="connsiteX220" fmla="*/ 812914 w 12192000"/>
              <a:gd name="connsiteY220" fmla="*/ 2202752 h 2237474"/>
              <a:gd name="connsiteX221" fmla="*/ 800195 w 12192000"/>
              <a:gd name="connsiteY221" fmla="*/ 2209407 h 2237474"/>
              <a:gd name="connsiteX222" fmla="*/ 784978 w 12192000"/>
              <a:gd name="connsiteY222" fmla="*/ 2212360 h 2237474"/>
              <a:gd name="connsiteX223" fmla="*/ 681987 w 12192000"/>
              <a:gd name="connsiteY223" fmla="*/ 2216757 h 2237474"/>
              <a:gd name="connsiteX224" fmla="*/ 669923 w 12192000"/>
              <a:gd name="connsiteY224" fmla="*/ 2211682 h 2237474"/>
              <a:gd name="connsiteX225" fmla="*/ 648680 w 12192000"/>
              <a:gd name="connsiteY225" fmla="*/ 2206229 h 2237474"/>
              <a:gd name="connsiteX226" fmla="*/ 597225 w 12192000"/>
              <a:gd name="connsiteY226" fmla="*/ 2180999 h 2237474"/>
              <a:gd name="connsiteX227" fmla="*/ 558449 w 12192000"/>
              <a:gd name="connsiteY227" fmla="*/ 2182346 h 2237474"/>
              <a:gd name="connsiteX228" fmla="*/ 550517 w 12192000"/>
              <a:gd name="connsiteY228" fmla="*/ 2182060 h 2237474"/>
              <a:gd name="connsiteX229" fmla="*/ 550309 w 12192000"/>
              <a:gd name="connsiteY229" fmla="*/ 2181825 h 2237474"/>
              <a:gd name="connsiteX230" fmla="*/ 541836 w 12192000"/>
              <a:gd name="connsiteY230" fmla="*/ 2181063 h 2237474"/>
              <a:gd name="connsiteX231" fmla="*/ 536057 w 12192000"/>
              <a:gd name="connsiteY231" fmla="*/ 2181537 h 2237474"/>
              <a:gd name="connsiteX232" fmla="*/ 520671 w 12192000"/>
              <a:gd name="connsiteY232" fmla="*/ 2180980 h 2237474"/>
              <a:gd name="connsiteX233" fmla="*/ 515024 w 12192000"/>
              <a:gd name="connsiteY233" fmla="*/ 2179258 h 2237474"/>
              <a:gd name="connsiteX234" fmla="*/ 512278 w 12192000"/>
              <a:gd name="connsiteY234" fmla="*/ 2176369 h 2237474"/>
              <a:gd name="connsiteX235" fmla="*/ 480419 w 12192000"/>
              <a:gd name="connsiteY235" fmla="*/ 2167807 h 2237474"/>
              <a:gd name="connsiteX236" fmla="*/ 413835 w 12192000"/>
              <a:gd name="connsiteY236" fmla="*/ 2156783 h 2237474"/>
              <a:gd name="connsiteX237" fmla="*/ 376513 w 12192000"/>
              <a:gd name="connsiteY237" fmla="*/ 2154014 h 2237474"/>
              <a:gd name="connsiteX238" fmla="*/ 273386 w 12192000"/>
              <a:gd name="connsiteY238" fmla="*/ 2142551 h 2237474"/>
              <a:gd name="connsiteX239" fmla="*/ 169207 w 12192000"/>
              <a:gd name="connsiteY239" fmla="*/ 2128100 h 2237474"/>
              <a:gd name="connsiteX240" fmla="*/ 93149 w 12192000"/>
              <a:gd name="connsiteY240" fmla="*/ 2105324 h 2237474"/>
              <a:gd name="connsiteX241" fmla="*/ 88109 w 12192000"/>
              <a:gd name="connsiteY241" fmla="*/ 2106704 h 2237474"/>
              <a:gd name="connsiteX242" fmla="*/ 80022 w 12192000"/>
              <a:gd name="connsiteY242" fmla="*/ 2107254 h 2237474"/>
              <a:gd name="connsiteX243" fmla="*/ 79717 w 12192000"/>
              <a:gd name="connsiteY243" fmla="*/ 2107046 h 2237474"/>
              <a:gd name="connsiteX244" fmla="*/ 72352 w 12192000"/>
              <a:gd name="connsiteY244" fmla="*/ 2107991 h 2237474"/>
              <a:gd name="connsiteX245" fmla="*/ 37645 w 12192000"/>
              <a:gd name="connsiteY245" fmla="*/ 2115401 h 2237474"/>
              <a:gd name="connsiteX246" fmla="*/ 4572 w 12192000"/>
              <a:gd name="connsiteY246" fmla="*/ 2111091 h 2237474"/>
              <a:gd name="connsiteX247" fmla="*/ 0 w 12192000"/>
              <a:gd name="connsiteY247" fmla="*/ 2110468 h 2237474"/>
              <a:gd name="connsiteX248" fmla="*/ 0 w 12192000"/>
              <a:gd name="connsiteY2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459810 w 12192000"/>
              <a:gd name="connsiteY143" fmla="*/ 1797886 h 2237474"/>
              <a:gd name="connsiteX144" fmla="*/ 4379064 w 12192000"/>
              <a:gd name="connsiteY144" fmla="*/ 1817177 h 2237474"/>
              <a:gd name="connsiteX145" fmla="*/ 4319209 w 12192000"/>
              <a:gd name="connsiteY145" fmla="*/ 1834833 h 2237474"/>
              <a:gd name="connsiteX146" fmla="*/ 4306907 w 12192000"/>
              <a:gd name="connsiteY146" fmla="*/ 1841641 h 2237474"/>
              <a:gd name="connsiteX147" fmla="*/ 4290981 w 12192000"/>
              <a:gd name="connsiteY147" fmla="*/ 1839677 h 2237474"/>
              <a:gd name="connsiteX148" fmla="*/ 4285792 w 12192000"/>
              <a:gd name="connsiteY148" fmla="*/ 1836231 h 2237474"/>
              <a:gd name="connsiteX149" fmla="*/ 4238372 w 12192000"/>
              <a:gd name="connsiteY149" fmla="*/ 1851480 h 2237474"/>
              <a:gd name="connsiteX150" fmla="*/ 4232517 w 12192000"/>
              <a:gd name="connsiteY150" fmla="*/ 1852567 h 2237474"/>
              <a:gd name="connsiteX151" fmla="*/ 4191732 w 12192000"/>
              <a:gd name="connsiteY151" fmla="*/ 1857328 h 2237474"/>
              <a:gd name="connsiteX152" fmla="*/ 4065532 w 12192000"/>
              <a:gd name="connsiteY152" fmla="*/ 1855477 h 2237474"/>
              <a:gd name="connsiteX153" fmla="*/ 4028460 w 12192000"/>
              <a:gd name="connsiteY153" fmla="*/ 1855137 h 2237474"/>
              <a:gd name="connsiteX154" fmla="*/ 4002267 w 12192000"/>
              <a:gd name="connsiteY154" fmla="*/ 1852352 h 2237474"/>
              <a:gd name="connsiteX155" fmla="*/ 3931396 w 12192000"/>
              <a:gd name="connsiteY155" fmla="*/ 1858915 h 2237474"/>
              <a:gd name="connsiteX156" fmla="*/ 3812162 w 12192000"/>
              <a:gd name="connsiteY156" fmla="*/ 1875501 h 2237474"/>
              <a:gd name="connsiteX157" fmla="*/ 3767672 w 12192000"/>
              <a:gd name="connsiteY157" fmla="*/ 1874600 h 2237474"/>
              <a:gd name="connsiteX158" fmla="*/ 3764741 w 12192000"/>
              <a:gd name="connsiteY158" fmla="*/ 1869433 h 2237474"/>
              <a:gd name="connsiteX159" fmla="*/ 3751332 w 12192000"/>
              <a:gd name="connsiteY159" fmla="*/ 1869854 h 2237474"/>
              <a:gd name="connsiteX160" fmla="*/ 3748155 w 12192000"/>
              <a:gd name="connsiteY160" fmla="*/ 1868903 h 2237474"/>
              <a:gd name="connsiteX161" fmla="*/ 3729530 w 12192000"/>
              <a:gd name="connsiteY161" fmla="*/ 1864513 h 2237474"/>
              <a:gd name="connsiteX162" fmla="*/ 3680177 w 12192000"/>
              <a:gd name="connsiteY162" fmla="*/ 1881552 h 2237474"/>
              <a:gd name="connsiteX163" fmla="*/ 3567259 w 12192000"/>
              <a:gd name="connsiteY163" fmla="*/ 1893482 h 2237474"/>
              <a:gd name="connsiteX164" fmla="*/ 3405770 w 12192000"/>
              <a:gd name="connsiteY164" fmla="*/ 1904591 h 2237474"/>
              <a:gd name="connsiteX165" fmla="*/ 3280097 w 12192000"/>
              <a:gd name="connsiteY165" fmla="*/ 1919610 h 2237474"/>
              <a:gd name="connsiteX166" fmla="*/ 3123424 w 12192000"/>
              <a:gd name="connsiteY166" fmla="*/ 1952930 h 2237474"/>
              <a:gd name="connsiteX167" fmla="*/ 3009910 w 12192000"/>
              <a:gd name="connsiteY167" fmla="*/ 1957866 h 2237474"/>
              <a:gd name="connsiteX168" fmla="*/ 2995934 w 12192000"/>
              <a:gd name="connsiteY168" fmla="*/ 1967085 h 2237474"/>
              <a:gd name="connsiteX169" fmla="*/ 2980071 w 12192000"/>
              <a:gd name="connsiteY169" fmla="*/ 1972988 h 2237474"/>
              <a:gd name="connsiteX170" fmla="*/ 2978094 w 12192000"/>
              <a:gd name="connsiteY170" fmla="*/ 1972369 h 2237474"/>
              <a:gd name="connsiteX171" fmla="*/ 2942858 w 12192000"/>
              <a:gd name="connsiteY171" fmla="*/ 1981367 h 2237474"/>
              <a:gd name="connsiteX172" fmla="*/ 2875436 w 12192000"/>
              <a:gd name="connsiteY172" fmla="*/ 1996977 h 2237474"/>
              <a:gd name="connsiteX173" fmla="*/ 2874892 w 12192000"/>
              <a:gd name="connsiteY173" fmla="*/ 1996085 h 2237474"/>
              <a:gd name="connsiteX174" fmla="*/ 2864145 w 12192000"/>
              <a:gd name="connsiteY174" fmla="*/ 1994061 h 2237474"/>
              <a:gd name="connsiteX175" fmla="*/ 2843662 w 12192000"/>
              <a:gd name="connsiteY175" fmla="*/ 1992498 h 2237474"/>
              <a:gd name="connsiteX176" fmla="*/ 2796128 w 12192000"/>
              <a:gd name="connsiteY176" fmla="*/ 1976403 h 2237474"/>
              <a:gd name="connsiteX177" fmla="*/ 2756784 w 12192000"/>
              <a:gd name="connsiteY177" fmla="*/ 1985116 h 2237474"/>
              <a:gd name="connsiteX178" fmla="*/ 2748833 w 12192000"/>
              <a:gd name="connsiteY178" fmla="*/ 1986323 h 2237474"/>
              <a:gd name="connsiteX179" fmla="*/ 2748661 w 12192000"/>
              <a:gd name="connsiteY179" fmla="*/ 1986122 h 2237474"/>
              <a:gd name="connsiteX180" fmla="*/ 2740251 w 12192000"/>
              <a:gd name="connsiteY180" fmla="*/ 1986946 h 2237474"/>
              <a:gd name="connsiteX181" fmla="*/ 2718916 w 12192000"/>
              <a:gd name="connsiteY181" fmla="*/ 1990867 h 2237474"/>
              <a:gd name="connsiteX182" fmla="*/ 2713522 w 12192000"/>
              <a:gd name="connsiteY182" fmla="*/ 1990173 h 2237474"/>
              <a:gd name="connsiteX183" fmla="*/ 2680597 w 12192000"/>
              <a:gd name="connsiteY183" fmla="*/ 1984996 h 2237474"/>
              <a:gd name="connsiteX184" fmla="*/ 2578178 w 12192000"/>
              <a:gd name="connsiteY184" fmla="*/ 1990531 h 2237474"/>
              <a:gd name="connsiteX185" fmla="*/ 2476147 w 12192000"/>
              <a:gd name="connsiteY185" fmla="*/ 1998305 h 2237474"/>
              <a:gd name="connsiteX186" fmla="*/ 2373568 w 12192000"/>
              <a:gd name="connsiteY186" fmla="*/ 2003219 h 2237474"/>
              <a:gd name="connsiteX187" fmla="*/ 2321399 w 12192000"/>
              <a:gd name="connsiteY187" fmla="*/ 1989467 h 2237474"/>
              <a:gd name="connsiteX188" fmla="*/ 2315525 w 12192000"/>
              <a:gd name="connsiteY188" fmla="*/ 1989708 h 2237474"/>
              <a:gd name="connsiteX189" fmla="*/ 2300792 w 12192000"/>
              <a:gd name="connsiteY189" fmla="*/ 1994290 h 2237474"/>
              <a:gd name="connsiteX190" fmla="*/ 2295469 w 12192000"/>
              <a:gd name="connsiteY190" fmla="*/ 1996659 h 2237474"/>
              <a:gd name="connsiteX191" fmla="*/ 2287219 w 12192000"/>
              <a:gd name="connsiteY191" fmla="*/ 1998750 h 2237474"/>
              <a:gd name="connsiteX192" fmla="*/ 2286948 w 12192000"/>
              <a:gd name="connsiteY192" fmla="*/ 1998596 h 2237474"/>
              <a:gd name="connsiteX193" fmla="*/ 2243069 w 12192000"/>
              <a:gd name="connsiteY193" fmla="*/ 2015111 h 2237474"/>
              <a:gd name="connsiteX194" fmla="*/ 2186609 w 12192000"/>
              <a:gd name="connsiteY194" fmla="*/ 2008263 h 2237474"/>
              <a:gd name="connsiteX195" fmla="*/ 2164831 w 12192000"/>
              <a:gd name="connsiteY195" fmla="*/ 2010143 h 2237474"/>
              <a:gd name="connsiteX196" fmla="*/ 2152836 w 12192000"/>
              <a:gd name="connsiteY196" fmla="*/ 2010048 h 2237474"/>
              <a:gd name="connsiteX197" fmla="*/ 2117102 w 12192000"/>
              <a:gd name="connsiteY197" fmla="*/ 2023004 h 2237474"/>
              <a:gd name="connsiteX198" fmla="*/ 2111935 w 12192000"/>
              <a:gd name="connsiteY198" fmla="*/ 2023163 h 2237474"/>
              <a:gd name="connsiteX199" fmla="*/ 2089991 w 12192000"/>
              <a:gd name="connsiteY199" fmla="*/ 2034193 h 2237474"/>
              <a:gd name="connsiteX200" fmla="*/ 2058061 w 12192000"/>
              <a:gd name="connsiteY200" fmla="*/ 2047942 h 2237474"/>
              <a:gd name="connsiteX201" fmla="*/ 2055737 w 12192000"/>
              <a:gd name="connsiteY201" fmla="*/ 2047704 h 2237474"/>
              <a:gd name="connsiteX202" fmla="*/ 2042244 w 12192000"/>
              <a:gd name="connsiteY202" fmla="*/ 2055560 h 2237474"/>
              <a:gd name="connsiteX203" fmla="*/ 1976224 w 12192000"/>
              <a:gd name="connsiteY203" fmla="*/ 2074257 h 2237474"/>
              <a:gd name="connsiteX204" fmla="*/ 1877728 w 12192000"/>
              <a:gd name="connsiteY204" fmla="*/ 2101004 h 2237474"/>
              <a:gd name="connsiteX205" fmla="*/ 1759056 w 12192000"/>
              <a:gd name="connsiteY205" fmla="*/ 2125608 h 2237474"/>
              <a:gd name="connsiteX206" fmla="*/ 1637948 w 12192000"/>
              <a:gd name="connsiteY206" fmla="*/ 2172597 h 2237474"/>
              <a:gd name="connsiteX207" fmla="*/ 1434549 w 12192000"/>
              <a:gd name="connsiteY207" fmla="*/ 2234522 h 2237474"/>
              <a:gd name="connsiteX208" fmla="*/ 1398481 w 12192000"/>
              <a:gd name="connsiteY208" fmla="*/ 2237074 h 2237474"/>
              <a:gd name="connsiteX209" fmla="*/ 1398407 w 12192000"/>
              <a:gd name="connsiteY209" fmla="*/ 2237095 h 2237474"/>
              <a:gd name="connsiteX210" fmla="*/ 1370962 w 12192000"/>
              <a:gd name="connsiteY210" fmla="*/ 2237474 h 2237474"/>
              <a:gd name="connsiteX211" fmla="*/ 1356367 w 12192000"/>
              <a:gd name="connsiteY211" fmla="*/ 2235089 h 2237474"/>
              <a:gd name="connsiteX212" fmla="*/ 1324828 w 12192000"/>
              <a:gd name="connsiteY212" fmla="*/ 2231968 h 2237474"/>
              <a:gd name="connsiteX213" fmla="*/ 1297744 w 12192000"/>
              <a:gd name="connsiteY213" fmla="*/ 2235849 h 2237474"/>
              <a:gd name="connsiteX214" fmla="*/ 1286236 w 12192000"/>
              <a:gd name="connsiteY214" fmla="*/ 2233135 h 2237474"/>
              <a:gd name="connsiteX215" fmla="*/ 1283504 w 12192000"/>
              <a:gd name="connsiteY215" fmla="*/ 2233797 h 2237474"/>
              <a:gd name="connsiteX216" fmla="*/ 1279765 w 12192000"/>
              <a:gd name="connsiteY216" fmla="*/ 2229639 h 2237474"/>
              <a:gd name="connsiteX217" fmla="*/ 1195347 w 12192000"/>
              <a:gd name="connsiteY217" fmla="*/ 2212354 h 2237474"/>
              <a:gd name="connsiteX218" fmla="*/ 970251 w 12192000"/>
              <a:gd name="connsiteY218" fmla="*/ 2221029 h 2237474"/>
              <a:gd name="connsiteX219" fmla="*/ 812914 w 12192000"/>
              <a:gd name="connsiteY219" fmla="*/ 2202752 h 2237474"/>
              <a:gd name="connsiteX220" fmla="*/ 800195 w 12192000"/>
              <a:gd name="connsiteY220" fmla="*/ 2209407 h 2237474"/>
              <a:gd name="connsiteX221" fmla="*/ 784978 w 12192000"/>
              <a:gd name="connsiteY221" fmla="*/ 2212360 h 2237474"/>
              <a:gd name="connsiteX222" fmla="*/ 681987 w 12192000"/>
              <a:gd name="connsiteY222" fmla="*/ 2216757 h 2237474"/>
              <a:gd name="connsiteX223" fmla="*/ 669923 w 12192000"/>
              <a:gd name="connsiteY223" fmla="*/ 2211682 h 2237474"/>
              <a:gd name="connsiteX224" fmla="*/ 648680 w 12192000"/>
              <a:gd name="connsiteY224" fmla="*/ 2206229 h 2237474"/>
              <a:gd name="connsiteX225" fmla="*/ 597225 w 12192000"/>
              <a:gd name="connsiteY225" fmla="*/ 2180999 h 2237474"/>
              <a:gd name="connsiteX226" fmla="*/ 558449 w 12192000"/>
              <a:gd name="connsiteY226" fmla="*/ 2182346 h 2237474"/>
              <a:gd name="connsiteX227" fmla="*/ 550517 w 12192000"/>
              <a:gd name="connsiteY227" fmla="*/ 2182060 h 2237474"/>
              <a:gd name="connsiteX228" fmla="*/ 550309 w 12192000"/>
              <a:gd name="connsiteY228" fmla="*/ 2181825 h 2237474"/>
              <a:gd name="connsiteX229" fmla="*/ 541836 w 12192000"/>
              <a:gd name="connsiteY229" fmla="*/ 2181063 h 2237474"/>
              <a:gd name="connsiteX230" fmla="*/ 536057 w 12192000"/>
              <a:gd name="connsiteY230" fmla="*/ 2181537 h 2237474"/>
              <a:gd name="connsiteX231" fmla="*/ 520671 w 12192000"/>
              <a:gd name="connsiteY231" fmla="*/ 2180980 h 2237474"/>
              <a:gd name="connsiteX232" fmla="*/ 515024 w 12192000"/>
              <a:gd name="connsiteY232" fmla="*/ 2179258 h 2237474"/>
              <a:gd name="connsiteX233" fmla="*/ 512278 w 12192000"/>
              <a:gd name="connsiteY233" fmla="*/ 2176369 h 2237474"/>
              <a:gd name="connsiteX234" fmla="*/ 480419 w 12192000"/>
              <a:gd name="connsiteY234" fmla="*/ 2167807 h 2237474"/>
              <a:gd name="connsiteX235" fmla="*/ 413835 w 12192000"/>
              <a:gd name="connsiteY235" fmla="*/ 2156783 h 2237474"/>
              <a:gd name="connsiteX236" fmla="*/ 376513 w 12192000"/>
              <a:gd name="connsiteY236" fmla="*/ 2154014 h 2237474"/>
              <a:gd name="connsiteX237" fmla="*/ 273386 w 12192000"/>
              <a:gd name="connsiteY237" fmla="*/ 2142551 h 2237474"/>
              <a:gd name="connsiteX238" fmla="*/ 169207 w 12192000"/>
              <a:gd name="connsiteY238" fmla="*/ 2128100 h 2237474"/>
              <a:gd name="connsiteX239" fmla="*/ 93149 w 12192000"/>
              <a:gd name="connsiteY239" fmla="*/ 2105324 h 2237474"/>
              <a:gd name="connsiteX240" fmla="*/ 88109 w 12192000"/>
              <a:gd name="connsiteY240" fmla="*/ 2106704 h 2237474"/>
              <a:gd name="connsiteX241" fmla="*/ 80022 w 12192000"/>
              <a:gd name="connsiteY241" fmla="*/ 2107254 h 2237474"/>
              <a:gd name="connsiteX242" fmla="*/ 79717 w 12192000"/>
              <a:gd name="connsiteY242" fmla="*/ 2107046 h 2237474"/>
              <a:gd name="connsiteX243" fmla="*/ 72352 w 12192000"/>
              <a:gd name="connsiteY243" fmla="*/ 2107991 h 2237474"/>
              <a:gd name="connsiteX244" fmla="*/ 37645 w 12192000"/>
              <a:gd name="connsiteY244" fmla="*/ 2115401 h 2237474"/>
              <a:gd name="connsiteX245" fmla="*/ 4572 w 12192000"/>
              <a:gd name="connsiteY245" fmla="*/ 2111091 h 2237474"/>
              <a:gd name="connsiteX246" fmla="*/ 0 w 12192000"/>
              <a:gd name="connsiteY246" fmla="*/ 2110468 h 2237474"/>
              <a:gd name="connsiteX247" fmla="*/ 0 w 12192000"/>
              <a:gd name="connsiteY24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53307 w 12192000"/>
              <a:gd name="connsiteY117" fmla="*/ 1815450 h 2237474"/>
              <a:gd name="connsiteX118" fmla="*/ 5364192 w 12192000"/>
              <a:gd name="connsiteY118" fmla="*/ 1826074 h 2237474"/>
              <a:gd name="connsiteX119" fmla="*/ 5350380 w 12192000"/>
              <a:gd name="connsiteY119" fmla="*/ 1830891 h 2237474"/>
              <a:gd name="connsiteX120" fmla="*/ 5259633 w 12192000"/>
              <a:gd name="connsiteY120" fmla="*/ 1837160 h 2237474"/>
              <a:gd name="connsiteX121" fmla="*/ 5197513 w 12192000"/>
              <a:gd name="connsiteY121" fmla="*/ 1844718 h 2237474"/>
              <a:gd name="connsiteX122" fmla="*/ 5184170 w 12192000"/>
              <a:gd name="connsiteY122" fmla="*/ 1849402 h 2237474"/>
              <a:gd name="connsiteX123" fmla="*/ 5168852 w 12192000"/>
              <a:gd name="connsiteY123" fmla="*/ 1844846 h 2237474"/>
              <a:gd name="connsiteX124" fmla="*/ 5164370 w 12192000"/>
              <a:gd name="connsiteY124" fmla="*/ 1840597 h 2237474"/>
              <a:gd name="connsiteX125" fmla="*/ 5114927 w 12192000"/>
              <a:gd name="connsiteY125" fmla="*/ 1847827 h 2237474"/>
              <a:gd name="connsiteX126" fmla="*/ 5108970 w 12192000"/>
              <a:gd name="connsiteY126" fmla="*/ 1847935 h 2237474"/>
              <a:gd name="connsiteX127" fmla="*/ 5067961 w 12192000"/>
              <a:gd name="connsiteY127" fmla="*/ 1845917 h 2237474"/>
              <a:gd name="connsiteX128" fmla="*/ 5007075 w 12192000"/>
              <a:gd name="connsiteY128" fmla="*/ 1838626 h 2237474"/>
              <a:gd name="connsiteX129" fmla="*/ 4944087 w 12192000"/>
              <a:gd name="connsiteY129" fmla="*/ 1823332 h 2237474"/>
              <a:gd name="connsiteX130" fmla="*/ 4907662 w 12192000"/>
              <a:gd name="connsiteY130" fmla="*/ 1816900 h 2237474"/>
              <a:gd name="connsiteX131" fmla="*/ 4882386 w 12192000"/>
              <a:gd name="connsiteY131" fmla="*/ 1809844 h 2237474"/>
              <a:gd name="connsiteX132" fmla="*/ 4811440 w 12192000"/>
              <a:gd name="connsiteY132" fmla="*/ 1804655 h 2237474"/>
              <a:gd name="connsiteX133" fmla="*/ 4691075 w 12192000"/>
              <a:gd name="connsiteY133" fmla="*/ 1801389 h 2237474"/>
              <a:gd name="connsiteX134" fmla="*/ 4647449 w 12192000"/>
              <a:gd name="connsiteY134" fmla="*/ 1793181 h 2237474"/>
              <a:gd name="connsiteX135" fmla="*/ 4645504 w 12192000"/>
              <a:gd name="connsiteY135" fmla="*/ 1787606 h 2237474"/>
              <a:gd name="connsiteX136" fmla="*/ 4632229 w 12192000"/>
              <a:gd name="connsiteY136" fmla="*/ 1785815 h 2237474"/>
              <a:gd name="connsiteX137" fmla="*/ 4629273 w 12192000"/>
              <a:gd name="connsiteY137" fmla="*/ 1784355 h 2237474"/>
              <a:gd name="connsiteX138" fmla="*/ 4611738 w 12192000"/>
              <a:gd name="connsiteY138" fmla="*/ 1776964 h 2237474"/>
              <a:gd name="connsiteX139" fmla="*/ 4560070 w 12192000"/>
              <a:gd name="connsiteY139" fmla="*/ 1785640 h 2237474"/>
              <a:gd name="connsiteX140" fmla="*/ 4536503 w 12192000"/>
              <a:gd name="connsiteY140" fmla="*/ 1785334 h 2237474"/>
              <a:gd name="connsiteX141" fmla="*/ 4513724 w 12192000"/>
              <a:gd name="connsiteY141" fmla="*/ 1791996 h 2237474"/>
              <a:gd name="connsiteX142" fmla="*/ 4459810 w 12192000"/>
              <a:gd name="connsiteY142" fmla="*/ 1797886 h 2237474"/>
              <a:gd name="connsiteX143" fmla="*/ 4379064 w 12192000"/>
              <a:gd name="connsiteY143" fmla="*/ 1817177 h 2237474"/>
              <a:gd name="connsiteX144" fmla="*/ 4319209 w 12192000"/>
              <a:gd name="connsiteY144" fmla="*/ 1834833 h 2237474"/>
              <a:gd name="connsiteX145" fmla="*/ 4306907 w 12192000"/>
              <a:gd name="connsiteY145" fmla="*/ 1841641 h 2237474"/>
              <a:gd name="connsiteX146" fmla="*/ 4290981 w 12192000"/>
              <a:gd name="connsiteY146" fmla="*/ 1839677 h 2237474"/>
              <a:gd name="connsiteX147" fmla="*/ 4285792 w 12192000"/>
              <a:gd name="connsiteY147" fmla="*/ 1836231 h 2237474"/>
              <a:gd name="connsiteX148" fmla="*/ 4238372 w 12192000"/>
              <a:gd name="connsiteY148" fmla="*/ 1851480 h 2237474"/>
              <a:gd name="connsiteX149" fmla="*/ 4232517 w 12192000"/>
              <a:gd name="connsiteY149" fmla="*/ 1852567 h 2237474"/>
              <a:gd name="connsiteX150" fmla="*/ 4191732 w 12192000"/>
              <a:gd name="connsiteY150" fmla="*/ 1857328 h 2237474"/>
              <a:gd name="connsiteX151" fmla="*/ 4065532 w 12192000"/>
              <a:gd name="connsiteY151" fmla="*/ 1855477 h 2237474"/>
              <a:gd name="connsiteX152" fmla="*/ 4028460 w 12192000"/>
              <a:gd name="connsiteY152" fmla="*/ 1855137 h 2237474"/>
              <a:gd name="connsiteX153" fmla="*/ 4002267 w 12192000"/>
              <a:gd name="connsiteY153" fmla="*/ 1852352 h 2237474"/>
              <a:gd name="connsiteX154" fmla="*/ 3931396 w 12192000"/>
              <a:gd name="connsiteY154" fmla="*/ 1858915 h 2237474"/>
              <a:gd name="connsiteX155" fmla="*/ 3812162 w 12192000"/>
              <a:gd name="connsiteY155" fmla="*/ 1875501 h 2237474"/>
              <a:gd name="connsiteX156" fmla="*/ 3767672 w 12192000"/>
              <a:gd name="connsiteY156" fmla="*/ 1874600 h 2237474"/>
              <a:gd name="connsiteX157" fmla="*/ 3764741 w 12192000"/>
              <a:gd name="connsiteY157" fmla="*/ 1869433 h 2237474"/>
              <a:gd name="connsiteX158" fmla="*/ 3751332 w 12192000"/>
              <a:gd name="connsiteY158" fmla="*/ 1869854 h 2237474"/>
              <a:gd name="connsiteX159" fmla="*/ 3748155 w 12192000"/>
              <a:gd name="connsiteY159" fmla="*/ 1868903 h 2237474"/>
              <a:gd name="connsiteX160" fmla="*/ 3729530 w 12192000"/>
              <a:gd name="connsiteY160" fmla="*/ 1864513 h 2237474"/>
              <a:gd name="connsiteX161" fmla="*/ 3680177 w 12192000"/>
              <a:gd name="connsiteY161" fmla="*/ 1881552 h 2237474"/>
              <a:gd name="connsiteX162" fmla="*/ 3567259 w 12192000"/>
              <a:gd name="connsiteY162" fmla="*/ 1893482 h 2237474"/>
              <a:gd name="connsiteX163" fmla="*/ 3405770 w 12192000"/>
              <a:gd name="connsiteY163" fmla="*/ 1904591 h 2237474"/>
              <a:gd name="connsiteX164" fmla="*/ 3280097 w 12192000"/>
              <a:gd name="connsiteY164" fmla="*/ 1919610 h 2237474"/>
              <a:gd name="connsiteX165" fmla="*/ 3123424 w 12192000"/>
              <a:gd name="connsiteY165" fmla="*/ 1952930 h 2237474"/>
              <a:gd name="connsiteX166" fmla="*/ 3009910 w 12192000"/>
              <a:gd name="connsiteY166" fmla="*/ 1957866 h 2237474"/>
              <a:gd name="connsiteX167" fmla="*/ 2995934 w 12192000"/>
              <a:gd name="connsiteY167" fmla="*/ 1967085 h 2237474"/>
              <a:gd name="connsiteX168" fmla="*/ 2980071 w 12192000"/>
              <a:gd name="connsiteY168" fmla="*/ 1972988 h 2237474"/>
              <a:gd name="connsiteX169" fmla="*/ 2978094 w 12192000"/>
              <a:gd name="connsiteY169" fmla="*/ 1972369 h 2237474"/>
              <a:gd name="connsiteX170" fmla="*/ 2942858 w 12192000"/>
              <a:gd name="connsiteY170" fmla="*/ 1981367 h 2237474"/>
              <a:gd name="connsiteX171" fmla="*/ 2875436 w 12192000"/>
              <a:gd name="connsiteY171" fmla="*/ 1996977 h 2237474"/>
              <a:gd name="connsiteX172" fmla="*/ 2874892 w 12192000"/>
              <a:gd name="connsiteY172" fmla="*/ 1996085 h 2237474"/>
              <a:gd name="connsiteX173" fmla="*/ 2864145 w 12192000"/>
              <a:gd name="connsiteY173" fmla="*/ 1994061 h 2237474"/>
              <a:gd name="connsiteX174" fmla="*/ 2843662 w 12192000"/>
              <a:gd name="connsiteY174" fmla="*/ 1992498 h 2237474"/>
              <a:gd name="connsiteX175" fmla="*/ 2796128 w 12192000"/>
              <a:gd name="connsiteY175" fmla="*/ 1976403 h 2237474"/>
              <a:gd name="connsiteX176" fmla="*/ 2756784 w 12192000"/>
              <a:gd name="connsiteY176" fmla="*/ 1985116 h 2237474"/>
              <a:gd name="connsiteX177" fmla="*/ 2748833 w 12192000"/>
              <a:gd name="connsiteY177" fmla="*/ 1986323 h 2237474"/>
              <a:gd name="connsiteX178" fmla="*/ 2748661 w 12192000"/>
              <a:gd name="connsiteY178" fmla="*/ 1986122 h 2237474"/>
              <a:gd name="connsiteX179" fmla="*/ 2740251 w 12192000"/>
              <a:gd name="connsiteY179" fmla="*/ 1986946 h 2237474"/>
              <a:gd name="connsiteX180" fmla="*/ 2718916 w 12192000"/>
              <a:gd name="connsiteY180" fmla="*/ 1990867 h 2237474"/>
              <a:gd name="connsiteX181" fmla="*/ 2713522 w 12192000"/>
              <a:gd name="connsiteY181" fmla="*/ 1990173 h 2237474"/>
              <a:gd name="connsiteX182" fmla="*/ 2680597 w 12192000"/>
              <a:gd name="connsiteY182" fmla="*/ 1984996 h 2237474"/>
              <a:gd name="connsiteX183" fmla="*/ 2578178 w 12192000"/>
              <a:gd name="connsiteY183" fmla="*/ 1990531 h 2237474"/>
              <a:gd name="connsiteX184" fmla="*/ 2476147 w 12192000"/>
              <a:gd name="connsiteY184" fmla="*/ 1998305 h 2237474"/>
              <a:gd name="connsiteX185" fmla="*/ 2373568 w 12192000"/>
              <a:gd name="connsiteY185" fmla="*/ 2003219 h 2237474"/>
              <a:gd name="connsiteX186" fmla="*/ 2321399 w 12192000"/>
              <a:gd name="connsiteY186" fmla="*/ 1989467 h 2237474"/>
              <a:gd name="connsiteX187" fmla="*/ 2315525 w 12192000"/>
              <a:gd name="connsiteY187" fmla="*/ 1989708 h 2237474"/>
              <a:gd name="connsiteX188" fmla="*/ 2300792 w 12192000"/>
              <a:gd name="connsiteY188" fmla="*/ 1994290 h 2237474"/>
              <a:gd name="connsiteX189" fmla="*/ 2295469 w 12192000"/>
              <a:gd name="connsiteY189" fmla="*/ 1996659 h 2237474"/>
              <a:gd name="connsiteX190" fmla="*/ 2287219 w 12192000"/>
              <a:gd name="connsiteY190" fmla="*/ 1998750 h 2237474"/>
              <a:gd name="connsiteX191" fmla="*/ 2286948 w 12192000"/>
              <a:gd name="connsiteY191" fmla="*/ 1998596 h 2237474"/>
              <a:gd name="connsiteX192" fmla="*/ 2243069 w 12192000"/>
              <a:gd name="connsiteY192" fmla="*/ 2015111 h 2237474"/>
              <a:gd name="connsiteX193" fmla="*/ 2186609 w 12192000"/>
              <a:gd name="connsiteY193" fmla="*/ 2008263 h 2237474"/>
              <a:gd name="connsiteX194" fmla="*/ 2164831 w 12192000"/>
              <a:gd name="connsiteY194" fmla="*/ 2010143 h 2237474"/>
              <a:gd name="connsiteX195" fmla="*/ 2152836 w 12192000"/>
              <a:gd name="connsiteY195" fmla="*/ 2010048 h 2237474"/>
              <a:gd name="connsiteX196" fmla="*/ 2117102 w 12192000"/>
              <a:gd name="connsiteY196" fmla="*/ 2023004 h 2237474"/>
              <a:gd name="connsiteX197" fmla="*/ 2111935 w 12192000"/>
              <a:gd name="connsiteY197" fmla="*/ 2023163 h 2237474"/>
              <a:gd name="connsiteX198" fmla="*/ 2089991 w 12192000"/>
              <a:gd name="connsiteY198" fmla="*/ 2034193 h 2237474"/>
              <a:gd name="connsiteX199" fmla="*/ 2058061 w 12192000"/>
              <a:gd name="connsiteY199" fmla="*/ 2047942 h 2237474"/>
              <a:gd name="connsiteX200" fmla="*/ 2055737 w 12192000"/>
              <a:gd name="connsiteY200" fmla="*/ 2047704 h 2237474"/>
              <a:gd name="connsiteX201" fmla="*/ 2042244 w 12192000"/>
              <a:gd name="connsiteY201" fmla="*/ 2055560 h 2237474"/>
              <a:gd name="connsiteX202" fmla="*/ 1976224 w 12192000"/>
              <a:gd name="connsiteY202" fmla="*/ 2074257 h 2237474"/>
              <a:gd name="connsiteX203" fmla="*/ 1877728 w 12192000"/>
              <a:gd name="connsiteY203" fmla="*/ 2101004 h 2237474"/>
              <a:gd name="connsiteX204" fmla="*/ 1759056 w 12192000"/>
              <a:gd name="connsiteY204" fmla="*/ 2125608 h 2237474"/>
              <a:gd name="connsiteX205" fmla="*/ 1637948 w 12192000"/>
              <a:gd name="connsiteY205" fmla="*/ 2172597 h 2237474"/>
              <a:gd name="connsiteX206" fmla="*/ 1434549 w 12192000"/>
              <a:gd name="connsiteY206" fmla="*/ 2234522 h 2237474"/>
              <a:gd name="connsiteX207" fmla="*/ 1398481 w 12192000"/>
              <a:gd name="connsiteY207" fmla="*/ 2237074 h 2237474"/>
              <a:gd name="connsiteX208" fmla="*/ 1398407 w 12192000"/>
              <a:gd name="connsiteY208" fmla="*/ 2237095 h 2237474"/>
              <a:gd name="connsiteX209" fmla="*/ 1370962 w 12192000"/>
              <a:gd name="connsiteY209" fmla="*/ 2237474 h 2237474"/>
              <a:gd name="connsiteX210" fmla="*/ 1356367 w 12192000"/>
              <a:gd name="connsiteY210" fmla="*/ 2235089 h 2237474"/>
              <a:gd name="connsiteX211" fmla="*/ 1324828 w 12192000"/>
              <a:gd name="connsiteY211" fmla="*/ 2231968 h 2237474"/>
              <a:gd name="connsiteX212" fmla="*/ 1297744 w 12192000"/>
              <a:gd name="connsiteY212" fmla="*/ 2235849 h 2237474"/>
              <a:gd name="connsiteX213" fmla="*/ 1286236 w 12192000"/>
              <a:gd name="connsiteY213" fmla="*/ 2233135 h 2237474"/>
              <a:gd name="connsiteX214" fmla="*/ 1283504 w 12192000"/>
              <a:gd name="connsiteY214" fmla="*/ 2233797 h 2237474"/>
              <a:gd name="connsiteX215" fmla="*/ 1279765 w 12192000"/>
              <a:gd name="connsiteY215" fmla="*/ 2229639 h 2237474"/>
              <a:gd name="connsiteX216" fmla="*/ 1195347 w 12192000"/>
              <a:gd name="connsiteY216" fmla="*/ 2212354 h 2237474"/>
              <a:gd name="connsiteX217" fmla="*/ 970251 w 12192000"/>
              <a:gd name="connsiteY217" fmla="*/ 2221029 h 2237474"/>
              <a:gd name="connsiteX218" fmla="*/ 812914 w 12192000"/>
              <a:gd name="connsiteY218" fmla="*/ 2202752 h 2237474"/>
              <a:gd name="connsiteX219" fmla="*/ 800195 w 12192000"/>
              <a:gd name="connsiteY219" fmla="*/ 2209407 h 2237474"/>
              <a:gd name="connsiteX220" fmla="*/ 784978 w 12192000"/>
              <a:gd name="connsiteY220" fmla="*/ 2212360 h 2237474"/>
              <a:gd name="connsiteX221" fmla="*/ 681987 w 12192000"/>
              <a:gd name="connsiteY221" fmla="*/ 2216757 h 2237474"/>
              <a:gd name="connsiteX222" fmla="*/ 669923 w 12192000"/>
              <a:gd name="connsiteY222" fmla="*/ 2211682 h 2237474"/>
              <a:gd name="connsiteX223" fmla="*/ 648680 w 12192000"/>
              <a:gd name="connsiteY223" fmla="*/ 2206229 h 2237474"/>
              <a:gd name="connsiteX224" fmla="*/ 597225 w 12192000"/>
              <a:gd name="connsiteY224" fmla="*/ 2180999 h 2237474"/>
              <a:gd name="connsiteX225" fmla="*/ 558449 w 12192000"/>
              <a:gd name="connsiteY225" fmla="*/ 2182346 h 2237474"/>
              <a:gd name="connsiteX226" fmla="*/ 550517 w 12192000"/>
              <a:gd name="connsiteY226" fmla="*/ 2182060 h 2237474"/>
              <a:gd name="connsiteX227" fmla="*/ 550309 w 12192000"/>
              <a:gd name="connsiteY227" fmla="*/ 2181825 h 2237474"/>
              <a:gd name="connsiteX228" fmla="*/ 541836 w 12192000"/>
              <a:gd name="connsiteY228" fmla="*/ 2181063 h 2237474"/>
              <a:gd name="connsiteX229" fmla="*/ 536057 w 12192000"/>
              <a:gd name="connsiteY229" fmla="*/ 2181537 h 2237474"/>
              <a:gd name="connsiteX230" fmla="*/ 520671 w 12192000"/>
              <a:gd name="connsiteY230" fmla="*/ 2180980 h 2237474"/>
              <a:gd name="connsiteX231" fmla="*/ 515024 w 12192000"/>
              <a:gd name="connsiteY231" fmla="*/ 2179258 h 2237474"/>
              <a:gd name="connsiteX232" fmla="*/ 512278 w 12192000"/>
              <a:gd name="connsiteY232" fmla="*/ 2176369 h 2237474"/>
              <a:gd name="connsiteX233" fmla="*/ 480419 w 12192000"/>
              <a:gd name="connsiteY233" fmla="*/ 2167807 h 2237474"/>
              <a:gd name="connsiteX234" fmla="*/ 413835 w 12192000"/>
              <a:gd name="connsiteY234" fmla="*/ 2156783 h 2237474"/>
              <a:gd name="connsiteX235" fmla="*/ 376513 w 12192000"/>
              <a:gd name="connsiteY235" fmla="*/ 2154014 h 2237474"/>
              <a:gd name="connsiteX236" fmla="*/ 273386 w 12192000"/>
              <a:gd name="connsiteY236" fmla="*/ 2142551 h 2237474"/>
              <a:gd name="connsiteX237" fmla="*/ 169207 w 12192000"/>
              <a:gd name="connsiteY237" fmla="*/ 2128100 h 2237474"/>
              <a:gd name="connsiteX238" fmla="*/ 93149 w 12192000"/>
              <a:gd name="connsiteY238" fmla="*/ 2105324 h 2237474"/>
              <a:gd name="connsiteX239" fmla="*/ 88109 w 12192000"/>
              <a:gd name="connsiteY239" fmla="*/ 2106704 h 2237474"/>
              <a:gd name="connsiteX240" fmla="*/ 80022 w 12192000"/>
              <a:gd name="connsiteY240" fmla="*/ 2107254 h 2237474"/>
              <a:gd name="connsiteX241" fmla="*/ 79717 w 12192000"/>
              <a:gd name="connsiteY241" fmla="*/ 2107046 h 2237474"/>
              <a:gd name="connsiteX242" fmla="*/ 72352 w 12192000"/>
              <a:gd name="connsiteY242" fmla="*/ 2107991 h 2237474"/>
              <a:gd name="connsiteX243" fmla="*/ 37645 w 12192000"/>
              <a:gd name="connsiteY243" fmla="*/ 2115401 h 2237474"/>
              <a:gd name="connsiteX244" fmla="*/ 4572 w 12192000"/>
              <a:gd name="connsiteY244" fmla="*/ 2111091 h 2237474"/>
              <a:gd name="connsiteX245" fmla="*/ 0 w 12192000"/>
              <a:gd name="connsiteY245" fmla="*/ 2110468 h 2237474"/>
              <a:gd name="connsiteX246" fmla="*/ 0 w 12192000"/>
              <a:gd name="connsiteY24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32229 w 12192000"/>
              <a:gd name="connsiteY135" fmla="*/ 1785815 h 2237474"/>
              <a:gd name="connsiteX136" fmla="*/ 4629273 w 12192000"/>
              <a:gd name="connsiteY136" fmla="*/ 1784355 h 2237474"/>
              <a:gd name="connsiteX137" fmla="*/ 4611738 w 12192000"/>
              <a:gd name="connsiteY137" fmla="*/ 1776964 h 2237474"/>
              <a:gd name="connsiteX138" fmla="*/ 4560070 w 12192000"/>
              <a:gd name="connsiteY138" fmla="*/ 1785640 h 2237474"/>
              <a:gd name="connsiteX139" fmla="*/ 4536503 w 12192000"/>
              <a:gd name="connsiteY139" fmla="*/ 1785334 h 2237474"/>
              <a:gd name="connsiteX140" fmla="*/ 4513724 w 12192000"/>
              <a:gd name="connsiteY140" fmla="*/ 1791996 h 2237474"/>
              <a:gd name="connsiteX141" fmla="*/ 4459810 w 12192000"/>
              <a:gd name="connsiteY141" fmla="*/ 1797886 h 2237474"/>
              <a:gd name="connsiteX142" fmla="*/ 4379064 w 12192000"/>
              <a:gd name="connsiteY142" fmla="*/ 1817177 h 2237474"/>
              <a:gd name="connsiteX143" fmla="*/ 4319209 w 12192000"/>
              <a:gd name="connsiteY143" fmla="*/ 1834833 h 2237474"/>
              <a:gd name="connsiteX144" fmla="*/ 4306907 w 12192000"/>
              <a:gd name="connsiteY144" fmla="*/ 1841641 h 2237474"/>
              <a:gd name="connsiteX145" fmla="*/ 4290981 w 12192000"/>
              <a:gd name="connsiteY145" fmla="*/ 1839677 h 2237474"/>
              <a:gd name="connsiteX146" fmla="*/ 4285792 w 12192000"/>
              <a:gd name="connsiteY146" fmla="*/ 1836231 h 2237474"/>
              <a:gd name="connsiteX147" fmla="*/ 4238372 w 12192000"/>
              <a:gd name="connsiteY147" fmla="*/ 1851480 h 2237474"/>
              <a:gd name="connsiteX148" fmla="*/ 4232517 w 12192000"/>
              <a:gd name="connsiteY148" fmla="*/ 1852567 h 2237474"/>
              <a:gd name="connsiteX149" fmla="*/ 4191732 w 12192000"/>
              <a:gd name="connsiteY149" fmla="*/ 1857328 h 2237474"/>
              <a:gd name="connsiteX150" fmla="*/ 4065532 w 12192000"/>
              <a:gd name="connsiteY150" fmla="*/ 1855477 h 2237474"/>
              <a:gd name="connsiteX151" fmla="*/ 4028460 w 12192000"/>
              <a:gd name="connsiteY151" fmla="*/ 1855137 h 2237474"/>
              <a:gd name="connsiteX152" fmla="*/ 4002267 w 12192000"/>
              <a:gd name="connsiteY152" fmla="*/ 1852352 h 2237474"/>
              <a:gd name="connsiteX153" fmla="*/ 3931396 w 12192000"/>
              <a:gd name="connsiteY153" fmla="*/ 1858915 h 2237474"/>
              <a:gd name="connsiteX154" fmla="*/ 3812162 w 12192000"/>
              <a:gd name="connsiteY154" fmla="*/ 1875501 h 2237474"/>
              <a:gd name="connsiteX155" fmla="*/ 3767672 w 12192000"/>
              <a:gd name="connsiteY155" fmla="*/ 1874600 h 2237474"/>
              <a:gd name="connsiteX156" fmla="*/ 3764741 w 12192000"/>
              <a:gd name="connsiteY156" fmla="*/ 1869433 h 2237474"/>
              <a:gd name="connsiteX157" fmla="*/ 3751332 w 12192000"/>
              <a:gd name="connsiteY157" fmla="*/ 1869854 h 2237474"/>
              <a:gd name="connsiteX158" fmla="*/ 3748155 w 12192000"/>
              <a:gd name="connsiteY158" fmla="*/ 1868903 h 2237474"/>
              <a:gd name="connsiteX159" fmla="*/ 3729530 w 12192000"/>
              <a:gd name="connsiteY159" fmla="*/ 1864513 h 2237474"/>
              <a:gd name="connsiteX160" fmla="*/ 3680177 w 12192000"/>
              <a:gd name="connsiteY160" fmla="*/ 1881552 h 2237474"/>
              <a:gd name="connsiteX161" fmla="*/ 3567259 w 12192000"/>
              <a:gd name="connsiteY161" fmla="*/ 1893482 h 2237474"/>
              <a:gd name="connsiteX162" fmla="*/ 3405770 w 12192000"/>
              <a:gd name="connsiteY162" fmla="*/ 1904591 h 2237474"/>
              <a:gd name="connsiteX163" fmla="*/ 3280097 w 12192000"/>
              <a:gd name="connsiteY163" fmla="*/ 1919610 h 2237474"/>
              <a:gd name="connsiteX164" fmla="*/ 3123424 w 12192000"/>
              <a:gd name="connsiteY164" fmla="*/ 1952930 h 2237474"/>
              <a:gd name="connsiteX165" fmla="*/ 3009910 w 12192000"/>
              <a:gd name="connsiteY165" fmla="*/ 1957866 h 2237474"/>
              <a:gd name="connsiteX166" fmla="*/ 2995934 w 12192000"/>
              <a:gd name="connsiteY166" fmla="*/ 1967085 h 2237474"/>
              <a:gd name="connsiteX167" fmla="*/ 2980071 w 12192000"/>
              <a:gd name="connsiteY167" fmla="*/ 1972988 h 2237474"/>
              <a:gd name="connsiteX168" fmla="*/ 2978094 w 12192000"/>
              <a:gd name="connsiteY168" fmla="*/ 1972369 h 2237474"/>
              <a:gd name="connsiteX169" fmla="*/ 2942858 w 12192000"/>
              <a:gd name="connsiteY169" fmla="*/ 1981367 h 2237474"/>
              <a:gd name="connsiteX170" fmla="*/ 2875436 w 12192000"/>
              <a:gd name="connsiteY170" fmla="*/ 1996977 h 2237474"/>
              <a:gd name="connsiteX171" fmla="*/ 2874892 w 12192000"/>
              <a:gd name="connsiteY171" fmla="*/ 1996085 h 2237474"/>
              <a:gd name="connsiteX172" fmla="*/ 2864145 w 12192000"/>
              <a:gd name="connsiteY172" fmla="*/ 1994061 h 2237474"/>
              <a:gd name="connsiteX173" fmla="*/ 2843662 w 12192000"/>
              <a:gd name="connsiteY173" fmla="*/ 1992498 h 2237474"/>
              <a:gd name="connsiteX174" fmla="*/ 2796128 w 12192000"/>
              <a:gd name="connsiteY174" fmla="*/ 1976403 h 2237474"/>
              <a:gd name="connsiteX175" fmla="*/ 2756784 w 12192000"/>
              <a:gd name="connsiteY175" fmla="*/ 1985116 h 2237474"/>
              <a:gd name="connsiteX176" fmla="*/ 2748833 w 12192000"/>
              <a:gd name="connsiteY176" fmla="*/ 1986323 h 2237474"/>
              <a:gd name="connsiteX177" fmla="*/ 2748661 w 12192000"/>
              <a:gd name="connsiteY177" fmla="*/ 1986122 h 2237474"/>
              <a:gd name="connsiteX178" fmla="*/ 2740251 w 12192000"/>
              <a:gd name="connsiteY178" fmla="*/ 1986946 h 2237474"/>
              <a:gd name="connsiteX179" fmla="*/ 2718916 w 12192000"/>
              <a:gd name="connsiteY179" fmla="*/ 1990867 h 2237474"/>
              <a:gd name="connsiteX180" fmla="*/ 2713522 w 12192000"/>
              <a:gd name="connsiteY180" fmla="*/ 1990173 h 2237474"/>
              <a:gd name="connsiteX181" fmla="*/ 2680597 w 12192000"/>
              <a:gd name="connsiteY181" fmla="*/ 1984996 h 2237474"/>
              <a:gd name="connsiteX182" fmla="*/ 2578178 w 12192000"/>
              <a:gd name="connsiteY182" fmla="*/ 1990531 h 2237474"/>
              <a:gd name="connsiteX183" fmla="*/ 2476147 w 12192000"/>
              <a:gd name="connsiteY183" fmla="*/ 1998305 h 2237474"/>
              <a:gd name="connsiteX184" fmla="*/ 2373568 w 12192000"/>
              <a:gd name="connsiteY184" fmla="*/ 2003219 h 2237474"/>
              <a:gd name="connsiteX185" fmla="*/ 2321399 w 12192000"/>
              <a:gd name="connsiteY185" fmla="*/ 1989467 h 2237474"/>
              <a:gd name="connsiteX186" fmla="*/ 2315525 w 12192000"/>
              <a:gd name="connsiteY186" fmla="*/ 1989708 h 2237474"/>
              <a:gd name="connsiteX187" fmla="*/ 2300792 w 12192000"/>
              <a:gd name="connsiteY187" fmla="*/ 1994290 h 2237474"/>
              <a:gd name="connsiteX188" fmla="*/ 2295469 w 12192000"/>
              <a:gd name="connsiteY188" fmla="*/ 1996659 h 2237474"/>
              <a:gd name="connsiteX189" fmla="*/ 2287219 w 12192000"/>
              <a:gd name="connsiteY189" fmla="*/ 1998750 h 2237474"/>
              <a:gd name="connsiteX190" fmla="*/ 2286948 w 12192000"/>
              <a:gd name="connsiteY190" fmla="*/ 1998596 h 2237474"/>
              <a:gd name="connsiteX191" fmla="*/ 2243069 w 12192000"/>
              <a:gd name="connsiteY191" fmla="*/ 2015111 h 2237474"/>
              <a:gd name="connsiteX192" fmla="*/ 2186609 w 12192000"/>
              <a:gd name="connsiteY192" fmla="*/ 2008263 h 2237474"/>
              <a:gd name="connsiteX193" fmla="*/ 2164831 w 12192000"/>
              <a:gd name="connsiteY193" fmla="*/ 2010143 h 2237474"/>
              <a:gd name="connsiteX194" fmla="*/ 2152836 w 12192000"/>
              <a:gd name="connsiteY194" fmla="*/ 2010048 h 2237474"/>
              <a:gd name="connsiteX195" fmla="*/ 2117102 w 12192000"/>
              <a:gd name="connsiteY195" fmla="*/ 2023004 h 2237474"/>
              <a:gd name="connsiteX196" fmla="*/ 2111935 w 12192000"/>
              <a:gd name="connsiteY196" fmla="*/ 2023163 h 2237474"/>
              <a:gd name="connsiteX197" fmla="*/ 2089991 w 12192000"/>
              <a:gd name="connsiteY197" fmla="*/ 2034193 h 2237474"/>
              <a:gd name="connsiteX198" fmla="*/ 2058061 w 12192000"/>
              <a:gd name="connsiteY198" fmla="*/ 2047942 h 2237474"/>
              <a:gd name="connsiteX199" fmla="*/ 2055737 w 12192000"/>
              <a:gd name="connsiteY199" fmla="*/ 2047704 h 2237474"/>
              <a:gd name="connsiteX200" fmla="*/ 2042244 w 12192000"/>
              <a:gd name="connsiteY200" fmla="*/ 2055560 h 2237474"/>
              <a:gd name="connsiteX201" fmla="*/ 1976224 w 12192000"/>
              <a:gd name="connsiteY201" fmla="*/ 2074257 h 2237474"/>
              <a:gd name="connsiteX202" fmla="*/ 1877728 w 12192000"/>
              <a:gd name="connsiteY202" fmla="*/ 2101004 h 2237474"/>
              <a:gd name="connsiteX203" fmla="*/ 1759056 w 12192000"/>
              <a:gd name="connsiteY203" fmla="*/ 2125608 h 2237474"/>
              <a:gd name="connsiteX204" fmla="*/ 1637948 w 12192000"/>
              <a:gd name="connsiteY204" fmla="*/ 2172597 h 2237474"/>
              <a:gd name="connsiteX205" fmla="*/ 1434549 w 12192000"/>
              <a:gd name="connsiteY205" fmla="*/ 2234522 h 2237474"/>
              <a:gd name="connsiteX206" fmla="*/ 1398481 w 12192000"/>
              <a:gd name="connsiteY206" fmla="*/ 2237074 h 2237474"/>
              <a:gd name="connsiteX207" fmla="*/ 1398407 w 12192000"/>
              <a:gd name="connsiteY207" fmla="*/ 2237095 h 2237474"/>
              <a:gd name="connsiteX208" fmla="*/ 1370962 w 12192000"/>
              <a:gd name="connsiteY208" fmla="*/ 2237474 h 2237474"/>
              <a:gd name="connsiteX209" fmla="*/ 1356367 w 12192000"/>
              <a:gd name="connsiteY209" fmla="*/ 2235089 h 2237474"/>
              <a:gd name="connsiteX210" fmla="*/ 1324828 w 12192000"/>
              <a:gd name="connsiteY210" fmla="*/ 2231968 h 2237474"/>
              <a:gd name="connsiteX211" fmla="*/ 1297744 w 12192000"/>
              <a:gd name="connsiteY211" fmla="*/ 2235849 h 2237474"/>
              <a:gd name="connsiteX212" fmla="*/ 1286236 w 12192000"/>
              <a:gd name="connsiteY212" fmla="*/ 2233135 h 2237474"/>
              <a:gd name="connsiteX213" fmla="*/ 1283504 w 12192000"/>
              <a:gd name="connsiteY213" fmla="*/ 2233797 h 2237474"/>
              <a:gd name="connsiteX214" fmla="*/ 1279765 w 12192000"/>
              <a:gd name="connsiteY214" fmla="*/ 2229639 h 2237474"/>
              <a:gd name="connsiteX215" fmla="*/ 1195347 w 12192000"/>
              <a:gd name="connsiteY215" fmla="*/ 2212354 h 2237474"/>
              <a:gd name="connsiteX216" fmla="*/ 970251 w 12192000"/>
              <a:gd name="connsiteY216" fmla="*/ 2221029 h 2237474"/>
              <a:gd name="connsiteX217" fmla="*/ 812914 w 12192000"/>
              <a:gd name="connsiteY217" fmla="*/ 2202752 h 2237474"/>
              <a:gd name="connsiteX218" fmla="*/ 800195 w 12192000"/>
              <a:gd name="connsiteY218" fmla="*/ 2209407 h 2237474"/>
              <a:gd name="connsiteX219" fmla="*/ 784978 w 12192000"/>
              <a:gd name="connsiteY219" fmla="*/ 2212360 h 2237474"/>
              <a:gd name="connsiteX220" fmla="*/ 681987 w 12192000"/>
              <a:gd name="connsiteY220" fmla="*/ 2216757 h 2237474"/>
              <a:gd name="connsiteX221" fmla="*/ 669923 w 12192000"/>
              <a:gd name="connsiteY221" fmla="*/ 2211682 h 2237474"/>
              <a:gd name="connsiteX222" fmla="*/ 648680 w 12192000"/>
              <a:gd name="connsiteY222" fmla="*/ 2206229 h 2237474"/>
              <a:gd name="connsiteX223" fmla="*/ 597225 w 12192000"/>
              <a:gd name="connsiteY223" fmla="*/ 2180999 h 2237474"/>
              <a:gd name="connsiteX224" fmla="*/ 558449 w 12192000"/>
              <a:gd name="connsiteY224" fmla="*/ 2182346 h 2237474"/>
              <a:gd name="connsiteX225" fmla="*/ 550517 w 12192000"/>
              <a:gd name="connsiteY225" fmla="*/ 2182060 h 2237474"/>
              <a:gd name="connsiteX226" fmla="*/ 550309 w 12192000"/>
              <a:gd name="connsiteY226" fmla="*/ 2181825 h 2237474"/>
              <a:gd name="connsiteX227" fmla="*/ 541836 w 12192000"/>
              <a:gd name="connsiteY227" fmla="*/ 2181063 h 2237474"/>
              <a:gd name="connsiteX228" fmla="*/ 536057 w 12192000"/>
              <a:gd name="connsiteY228" fmla="*/ 2181537 h 2237474"/>
              <a:gd name="connsiteX229" fmla="*/ 520671 w 12192000"/>
              <a:gd name="connsiteY229" fmla="*/ 2180980 h 2237474"/>
              <a:gd name="connsiteX230" fmla="*/ 515024 w 12192000"/>
              <a:gd name="connsiteY230" fmla="*/ 2179258 h 2237474"/>
              <a:gd name="connsiteX231" fmla="*/ 512278 w 12192000"/>
              <a:gd name="connsiteY231" fmla="*/ 2176369 h 2237474"/>
              <a:gd name="connsiteX232" fmla="*/ 480419 w 12192000"/>
              <a:gd name="connsiteY232" fmla="*/ 2167807 h 2237474"/>
              <a:gd name="connsiteX233" fmla="*/ 413835 w 12192000"/>
              <a:gd name="connsiteY233" fmla="*/ 2156783 h 2237474"/>
              <a:gd name="connsiteX234" fmla="*/ 376513 w 12192000"/>
              <a:gd name="connsiteY234" fmla="*/ 2154014 h 2237474"/>
              <a:gd name="connsiteX235" fmla="*/ 273386 w 12192000"/>
              <a:gd name="connsiteY235" fmla="*/ 2142551 h 2237474"/>
              <a:gd name="connsiteX236" fmla="*/ 169207 w 12192000"/>
              <a:gd name="connsiteY236" fmla="*/ 2128100 h 2237474"/>
              <a:gd name="connsiteX237" fmla="*/ 93149 w 12192000"/>
              <a:gd name="connsiteY237" fmla="*/ 2105324 h 2237474"/>
              <a:gd name="connsiteX238" fmla="*/ 88109 w 12192000"/>
              <a:gd name="connsiteY238" fmla="*/ 2106704 h 2237474"/>
              <a:gd name="connsiteX239" fmla="*/ 80022 w 12192000"/>
              <a:gd name="connsiteY239" fmla="*/ 2107254 h 2237474"/>
              <a:gd name="connsiteX240" fmla="*/ 79717 w 12192000"/>
              <a:gd name="connsiteY240" fmla="*/ 2107046 h 2237474"/>
              <a:gd name="connsiteX241" fmla="*/ 72352 w 12192000"/>
              <a:gd name="connsiteY241" fmla="*/ 2107991 h 2237474"/>
              <a:gd name="connsiteX242" fmla="*/ 37645 w 12192000"/>
              <a:gd name="connsiteY242" fmla="*/ 2115401 h 2237474"/>
              <a:gd name="connsiteX243" fmla="*/ 4572 w 12192000"/>
              <a:gd name="connsiteY243" fmla="*/ 2111091 h 2237474"/>
              <a:gd name="connsiteX244" fmla="*/ 0 w 12192000"/>
              <a:gd name="connsiteY244" fmla="*/ 2110468 h 2237474"/>
              <a:gd name="connsiteX245" fmla="*/ 0 w 12192000"/>
              <a:gd name="connsiteY24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32229 w 12192000"/>
              <a:gd name="connsiteY135" fmla="*/ 1785815 h 2237474"/>
              <a:gd name="connsiteX136" fmla="*/ 4611738 w 12192000"/>
              <a:gd name="connsiteY136" fmla="*/ 1776964 h 2237474"/>
              <a:gd name="connsiteX137" fmla="*/ 4560070 w 12192000"/>
              <a:gd name="connsiteY137" fmla="*/ 1785640 h 2237474"/>
              <a:gd name="connsiteX138" fmla="*/ 4536503 w 12192000"/>
              <a:gd name="connsiteY138" fmla="*/ 1785334 h 2237474"/>
              <a:gd name="connsiteX139" fmla="*/ 4513724 w 12192000"/>
              <a:gd name="connsiteY139" fmla="*/ 1791996 h 2237474"/>
              <a:gd name="connsiteX140" fmla="*/ 4459810 w 12192000"/>
              <a:gd name="connsiteY140" fmla="*/ 1797886 h 2237474"/>
              <a:gd name="connsiteX141" fmla="*/ 4379064 w 12192000"/>
              <a:gd name="connsiteY141" fmla="*/ 1817177 h 2237474"/>
              <a:gd name="connsiteX142" fmla="*/ 4319209 w 12192000"/>
              <a:gd name="connsiteY142" fmla="*/ 1834833 h 2237474"/>
              <a:gd name="connsiteX143" fmla="*/ 4306907 w 12192000"/>
              <a:gd name="connsiteY143" fmla="*/ 1841641 h 2237474"/>
              <a:gd name="connsiteX144" fmla="*/ 4290981 w 12192000"/>
              <a:gd name="connsiteY144" fmla="*/ 1839677 h 2237474"/>
              <a:gd name="connsiteX145" fmla="*/ 4285792 w 12192000"/>
              <a:gd name="connsiteY145" fmla="*/ 1836231 h 2237474"/>
              <a:gd name="connsiteX146" fmla="*/ 4238372 w 12192000"/>
              <a:gd name="connsiteY146" fmla="*/ 1851480 h 2237474"/>
              <a:gd name="connsiteX147" fmla="*/ 4232517 w 12192000"/>
              <a:gd name="connsiteY147" fmla="*/ 1852567 h 2237474"/>
              <a:gd name="connsiteX148" fmla="*/ 4191732 w 12192000"/>
              <a:gd name="connsiteY148" fmla="*/ 1857328 h 2237474"/>
              <a:gd name="connsiteX149" fmla="*/ 4065532 w 12192000"/>
              <a:gd name="connsiteY149" fmla="*/ 1855477 h 2237474"/>
              <a:gd name="connsiteX150" fmla="*/ 4028460 w 12192000"/>
              <a:gd name="connsiteY150" fmla="*/ 1855137 h 2237474"/>
              <a:gd name="connsiteX151" fmla="*/ 4002267 w 12192000"/>
              <a:gd name="connsiteY151" fmla="*/ 1852352 h 2237474"/>
              <a:gd name="connsiteX152" fmla="*/ 3931396 w 12192000"/>
              <a:gd name="connsiteY152" fmla="*/ 1858915 h 2237474"/>
              <a:gd name="connsiteX153" fmla="*/ 3812162 w 12192000"/>
              <a:gd name="connsiteY153" fmla="*/ 1875501 h 2237474"/>
              <a:gd name="connsiteX154" fmla="*/ 3767672 w 12192000"/>
              <a:gd name="connsiteY154" fmla="*/ 1874600 h 2237474"/>
              <a:gd name="connsiteX155" fmla="*/ 3764741 w 12192000"/>
              <a:gd name="connsiteY155" fmla="*/ 1869433 h 2237474"/>
              <a:gd name="connsiteX156" fmla="*/ 3751332 w 12192000"/>
              <a:gd name="connsiteY156" fmla="*/ 1869854 h 2237474"/>
              <a:gd name="connsiteX157" fmla="*/ 3748155 w 12192000"/>
              <a:gd name="connsiteY157" fmla="*/ 1868903 h 2237474"/>
              <a:gd name="connsiteX158" fmla="*/ 3729530 w 12192000"/>
              <a:gd name="connsiteY158" fmla="*/ 1864513 h 2237474"/>
              <a:gd name="connsiteX159" fmla="*/ 3680177 w 12192000"/>
              <a:gd name="connsiteY159" fmla="*/ 1881552 h 2237474"/>
              <a:gd name="connsiteX160" fmla="*/ 3567259 w 12192000"/>
              <a:gd name="connsiteY160" fmla="*/ 1893482 h 2237474"/>
              <a:gd name="connsiteX161" fmla="*/ 3405770 w 12192000"/>
              <a:gd name="connsiteY161" fmla="*/ 1904591 h 2237474"/>
              <a:gd name="connsiteX162" fmla="*/ 3280097 w 12192000"/>
              <a:gd name="connsiteY162" fmla="*/ 1919610 h 2237474"/>
              <a:gd name="connsiteX163" fmla="*/ 3123424 w 12192000"/>
              <a:gd name="connsiteY163" fmla="*/ 1952930 h 2237474"/>
              <a:gd name="connsiteX164" fmla="*/ 3009910 w 12192000"/>
              <a:gd name="connsiteY164" fmla="*/ 1957866 h 2237474"/>
              <a:gd name="connsiteX165" fmla="*/ 2995934 w 12192000"/>
              <a:gd name="connsiteY165" fmla="*/ 1967085 h 2237474"/>
              <a:gd name="connsiteX166" fmla="*/ 2980071 w 12192000"/>
              <a:gd name="connsiteY166" fmla="*/ 1972988 h 2237474"/>
              <a:gd name="connsiteX167" fmla="*/ 2978094 w 12192000"/>
              <a:gd name="connsiteY167" fmla="*/ 1972369 h 2237474"/>
              <a:gd name="connsiteX168" fmla="*/ 2942858 w 12192000"/>
              <a:gd name="connsiteY168" fmla="*/ 1981367 h 2237474"/>
              <a:gd name="connsiteX169" fmla="*/ 2875436 w 12192000"/>
              <a:gd name="connsiteY169" fmla="*/ 1996977 h 2237474"/>
              <a:gd name="connsiteX170" fmla="*/ 2874892 w 12192000"/>
              <a:gd name="connsiteY170" fmla="*/ 1996085 h 2237474"/>
              <a:gd name="connsiteX171" fmla="*/ 2864145 w 12192000"/>
              <a:gd name="connsiteY171" fmla="*/ 1994061 h 2237474"/>
              <a:gd name="connsiteX172" fmla="*/ 2843662 w 12192000"/>
              <a:gd name="connsiteY172" fmla="*/ 1992498 h 2237474"/>
              <a:gd name="connsiteX173" fmla="*/ 2796128 w 12192000"/>
              <a:gd name="connsiteY173" fmla="*/ 1976403 h 2237474"/>
              <a:gd name="connsiteX174" fmla="*/ 2756784 w 12192000"/>
              <a:gd name="connsiteY174" fmla="*/ 1985116 h 2237474"/>
              <a:gd name="connsiteX175" fmla="*/ 2748833 w 12192000"/>
              <a:gd name="connsiteY175" fmla="*/ 1986323 h 2237474"/>
              <a:gd name="connsiteX176" fmla="*/ 2748661 w 12192000"/>
              <a:gd name="connsiteY176" fmla="*/ 1986122 h 2237474"/>
              <a:gd name="connsiteX177" fmla="*/ 2740251 w 12192000"/>
              <a:gd name="connsiteY177" fmla="*/ 1986946 h 2237474"/>
              <a:gd name="connsiteX178" fmla="*/ 2718916 w 12192000"/>
              <a:gd name="connsiteY178" fmla="*/ 1990867 h 2237474"/>
              <a:gd name="connsiteX179" fmla="*/ 2713522 w 12192000"/>
              <a:gd name="connsiteY179" fmla="*/ 1990173 h 2237474"/>
              <a:gd name="connsiteX180" fmla="*/ 2680597 w 12192000"/>
              <a:gd name="connsiteY180" fmla="*/ 1984996 h 2237474"/>
              <a:gd name="connsiteX181" fmla="*/ 2578178 w 12192000"/>
              <a:gd name="connsiteY181" fmla="*/ 1990531 h 2237474"/>
              <a:gd name="connsiteX182" fmla="*/ 2476147 w 12192000"/>
              <a:gd name="connsiteY182" fmla="*/ 1998305 h 2237474"/>
              <a:gd name="connsiteX183" fmla="*/ 2373568 w 12192000"/>
              <a:gd name="connsiteY183" fmla="*/ 2003219 h 2237474"/>
              <a:gd name="connsiteX184" fmla="*/ 2321399 w 12192000"/>
              <a:gd name="connsiteY184" fmla="*/ 1989467 h 2237474"/>
              <a:gd name="connsiteX185" fmla="*/ 2315525 w 12192000"/>
              <a:gd name="connsiteY185" fmla="*/ 1989708 h 2237474"/>
              <a:gd name="connsiteX186" fmla="*/ 2300792 w 12192000"/>
              <a:gd name="connsiteY186" fmla="*/ 1994290 h 2237474"/>
              <a:gd name="connsiteX187" fmla="*/ 2295469 w 12192000"/>
              <a:gd name="connsiteY187" fmla="*/ 1996659 h 2237474"/>
              <a:gd name="connsiteX188" fmla="*/ 2287219 w 12192000"/>
              <a:gd name="connsiteY188" fmla="*/ 1998750 h 2237474"/>
              <a:gd name="connsiteX189" fmla="*/ 2286948 w 12192000"/>
              <a:gd name="connsiteY189" fmla="*/ 1998596 h 2237474"/>
              <a:gd name="connsiteX190" fmla="*/ 2243069 w 12192000"/>
              <a:gd name="connsiteY190" fmla="*/ 2015111 h 2237474"/>
              <a:gd name="connsiteX191" fmla="*/ 2186609 w 12192000"/>
              <a:gd name="connsiteY191" fmla="*/ 2008263 h 2237474"/>
              <a:gd name="connsiteX192" fmla="*/ 2164831 w 12192000"/>
              <a:gd name="connsiteY192" fmla="*/ 2010143 h 2237474"/>
              <a:gd name="connsiteX193" fmla="*/ 2152836 w 12192000"/>
              <a:gd name="connsiteY193" fmla="*/ 2010048 h 2237474"/>
              <a:gd name="connsiteX194" fmla="*/ 2117102 w 12192000"/>
              <a:gd name="connsiteY194" fmla="*/ 2023004 h 2237474"/>
              <a:gd name="connsiteX195" fmla="*/ 2111935 w 12192000"/>
              <a:gd name="connsiteY195" fmla="*/ 2023163 h 2237474"/>
              <a:gd name="connsiteX196" fmla="*/ 2089991 w 12192000"/>
              <a:gd name="connsiteY196" fmla="*/ 2034193 h 2237474"/>
              <a:gd name="connsiteX197" fmla="*/ 2058061 w 12192000"/>
              <a:gd name="connsiteY197" fmla="*/ 2047942 h 2237474"/>
              <a:gd name="connsiteX198" fmla="*/ 2055737 w 12192000"/>
              <a:gd name="connsiteY198" fmla="*/ 2047704 h 2237474"/>
              <a:gd name="connsiteX199" fmla="*/ 2042244 w 12192000"/>
              <a:gd name="connsiteY199" fmla="*/ 2055560 h 2237474"/>
              <a:gd name="connsiteX200" fmla="*/ 1976224 w 12192000"/>
              <a:gd name="connsiteY200" fmla="*/ 2074257 h 2237474"/>
              <a:gd name="connsiteX201" fmla="*/ 1877728 w 12192000"/>
              <a:gd name="connsiteY201" fmla="*/ 2101004 h 2237474"/>
              <a:gd name="connsiteX202" fmla="*/ 1759056 w 12192000"/>
              <a:gd name="connsiteY202" fmla="*/ 2125608 h 2237474"/>
              <a:gd name="connsiteX203" fmla="*/ 1637948 w 12192000"/>
              <a:gd name="connsiteY203" fmla="*/ 2172597 h 2237474"/>
              <a:gd name="connsiteX204" fmla="*/ 1434549 w 12192000"/>
              <a:gd name="connsiteY204" fmla="*/ 2234522 h 2237474"/>
              <a:gd name="connsiteX205" fmla="*/ 1398481 w 12192000"/>
              <a:gd name="connsiteY205" fmla="*/ 2237074 h 2237474"/>
              <a:gd name="connsiteX206" fmla="*/ 1398407 w 12192000"/>
              <a:gd name="connsiteY206" fmla="*/ 2237095 h 2237474"/>
              <a:gd name="connsiteX207" fmla="*/ 1370962 w 12192000"/>
              <a:gd name="connsiteY207" fmla="*/ 2237474 h 2237474"/>
              <a:gd name="connsiteX208" fmla="*/ 1356367 w 12192000"/>
              <a:gd name="connsiteY208" fmla="*/ 2235089 h 2237474"/>
              <a:gd name="connsiteX209" fmla="*/ 1324828 w 12192000"/>
              <a:gd name="connsiteY209" fmla="*/ 2231968 h 2237474"/>
              <a:gd name="connsiteX210" fmla="*/ 1297744 w 12192000"/>
              <a:gd name="connsiteY210" fmla="*/ 2235849 h 2237474"/>
              <a:gd name="connsiteX211" fmla="*/ 1286236 w 12192000"/>
              <a:gd name="connsiteY211" fmla="*/ 2233135 h 2237474"/>
              <a:gd name="connsiteX212" fmla="*/ 1283504 w 12192000"/>
              <a:gd name="connsiteY212" fmla="*/ 2233797 h 2237474"/>
              <a:gd name="connsiteX213" fmla="*/ 1279765 w 12192000"/>
              <a:gd name="connsiteY213" fmla="*/ 2229639 h 2237474"/>
              <a:gd name="connsiteX214" fmla="*/ 1195347 w 12192000"/>
              <a:gd name="connsiteY214" fmla="*/ 2212354 h 2237474"/>
              <a:gd name="connsiteX215" fmla="*/ 970251 w 12192000"/>
              <a:gd name="connsiteY215" fmla="*/ 2221029 h 2237474"/>
              <a:gd name="connsiteX216" fmla="*/ 812914 w 12192000"/>
              <a:gd name="connsiteY216" fmla="*/ 2202752 h 2237474"/>
              <a:gd name="connsiteX217" fmla="*/ 800195 w 12192000"/>
              <a:gd name="connsiteY217" fmla="*/ 2209407 h 2237474"/>
              <a:gd name="connsiteX218" fmla="*/ 784978 w 12192000"/>
              <a:gd name="connsiteY218" fmla="*/ 2212360 h 2237474"/>
              <a:gd name="connsiteX219" fmla="*/ 681987 w 12192000"/>
              <a:gd name="connsiteY219" fmla="*/ 2216757 h 2237474"/>
              <a:gd name="connsiteX220" fmla="*/ 669923 w 12192000"/>
              <a:gd name="connsiteY220" fmla="*/ 2211682 h 2237474"/>
              <a:gd name="connsiteX221" fmla="*/ 648680 w 12192000"/>
              <a:gd name="connsiteY221" fmla="*/ 2206229 h 2237474"/>
              <a:gd name="connsiteX222" fmla="*/ 597225 w 12192000"/>
              <a:gd name="connsiteY222" fmla="*/ 2180999 h 2237474"/>
              <a:gd name="connsiteX223" fmla="*/ 558449 w 12192000"/>
              <a:gd name="connsiteY223" fmla="*/ 2182346 h 2237474"/>
              <a:gd name="connsiteX224" fmla="*/ 550517 w 12192000"/>
              <a:gd name="connsiteY224" fmla="*/ 2182060 h 2237474"/>
              <a:gd name="connsiteX225" fmla="*/ 550309 w 12192000"/>
              <a:gd name="connsiteY225" fmla="*/ 2181825 h 2237474"/>
              <a:gd name="connsiteX226" fmla="*/ 541836 w 12192000"/>
              <a:gd name="connsiteY226" fmla="*/ 2181063 h 2237474"/>
              <a:gd name="connsiteX227" fmla="*/ 536057 w 12192000"/>
              <a:gd name="connsiteY227" fmla="*/ 2181537 h 2237474"/>
              <a:gd name="connsiteX228" fmla="*/ 520671 w 12192000"/>
              <a:gd name="connsiteY228" fmla="*/ 2180980 h 2237474"/>
              <a:gd name="connsiteX229" fmla="*/ 515024 w 12192000"/>
              <a:gd name="connsiteY229" fmla="*/ 2179258 h 2237474"/>
              <a:gd name="connsiteX230" fmla="*/ 512278 w 12192000"/>
              <a:gd name="connsiteY230" fmla="*/ 2176369 h 2237474"/>
              <a:gd name="connsiteX231" fmla="*/ 480419 w 12192000"/>
              <a:gd name="connsiteY231" fmla="*/ 2167807 h 2237474"/>
              <a:gd name="connsiteX232" fmla="*/ 413835 w 12192000"/>
              <a:gd name="connsiteY232" fmla="*/ 2156783 h 2237474"/>
              <a:gd name="connsiteX233" fmla="*/ 376513 w 12192000"/>
              <a:gd name="connsiteY233" fmla="*/ 2154014 h 2237474"/>
              <a:gd name="connsiteX234" fmla="*/ 273386 w 12192000"/>
              <a:gd name="connsiteY234" fmla="*/ 2142551 h 2237474"/>
              <a:gd name="connsiteX235" fmla="*/ 169207 w 12192000"/>
              <a:gd name="connsiteY235" fmla="*/ 2128100 h 2237474"/>
              <a:gd name="connsiteX236" fmla="*/ 93149 w 12192000"/>
              <a:gd name="connsiteY236" fmla="*/ 2105324 h 2237474"/>
              <a:gd name="connsiteX237" fmla="*/ 88109 w 12192000"/>
              <a:gd name="connsiteY237" fmla="*/ 2106704 h 2237474"/>
              <a:gd name="connsiteX238" fmla="*/ 80022 w 12192000"/>
              <a:gd name="connsiteY238" fmla="*/ 2107254 h 2237474"/>
              <a:gd name="connsiteX239" fmla="*/ 79717 w 12192000"/>
              <a:gd name="connsiteY239" fmla="*/ 2107046 h 2237474"/>
              <a:gd name="connsiteX240" fmla="*/ 72352 w 12192000"/>
              <a:gd name="connsiteY240" fmla="*/ 2107991 h 2237474"/>
              <a:gd name="connsiteX241" fmla="*/ 37645 w 12192000"/>
              <a:gd name="connsiteY241" fmla="*/ 2115401 h 2237474"/>
              <a:gd name="connsiteX242" fmla="*/ 4572 w 12192000"/>
              <a:gd name="connsiteY242" fmla="*/ 2111091 h 2237474"/>
              <a:gd name="connsiteX243" fmla="*/ 0 w 12192000"/>
              <a:gd name="connsiteY243" fmla="*/ 2110468 h 2237474"/>
              <a:gd name="connsiteX244" fmla="*/ 0 w 12192000"/>
              <a:gd name="connsiteY2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11738 w 12192000"/>
              <a:gd name="connsiteY135" fmla="*/ 1776964 h 2237474"/>
              <a:gd name="connsiteX136" fmla="*/ 4560070 w 12192000"/>
              <a:gd name="connsiteY136" fmla="*/ 1785640 h 2237474"/>
              <a:gd name="connsiteX137" fmla="*/ 4536503 w 12192000"/>
              <a:gd name="connsiteY137" fmla="*/ 1785334 h 2237474"/>
              <a:gd name="connsiteX138" fmla="*/ 4513724 w 12192000"/>
              <a:gd name="connsiteY138" fmla="*/ 1791996 h 2237474"/>
              <a:gd name="connsiteX139" fmla="*/ 4459810 w 12192000"/>
              <a:gd name="connsiteY139" fmla="*/ 1797886 h 2237474"/>
              <a:gd name="connsiteX140" fmla="*/ 4379064 w 12192000"/>
              <a:gd name="connsiteY140" fmla="*/ 1817177 h 2237474"/>
              <a:gd name="connsiteX141" fmla="*/ 4319209 w 12192000"/>
              <a:gd name="connsiteY141" fmla="*/ 1834833 h 2237474"/>
              <a:gd name="connsiteX142" fmla="*/ 4306907 w 12192000"/>
              <a:gd name="connsiteY142" fmla="*/ 1841641 h 2237474"/>
              <a:gd name="connsiteX143" fmla="*/ 4290981 w 12192000"/>
              <a:gd name="connsiteY143" fmla="*/ 1839677 h 2237474"/>
              <a:gd name="connsiteX144" fmla="*/ 4285792 w 12192000"/>
              <a:gd name="connsiteY144" fmla="*/ 1836231 h 2237474"/>
              <a:gd name="connsiteX145" fmla="*/ 4238372 w 12192000"/>
              <a:gd name="connsiteY145" fmla="*/ 1851480 h 2237474"/>
              <a:gd name="connsiteX146" fmla="*/ 4232517 w 12192000"/>
              <a:gd name="connsiteY146" fmla="*/ 1852567 h 2237474"/>
              <a:gd name="connsiteX147" fmla="*/ 4191732 w 12192000"/>
              <a:gd name="connsiteY147" fmla="*/ 1857328 h 2237474"/>
              <a:gd name="connsiteX148" fmla="*/ 4065532 w 12192000"/>
              <a:gd name="connsiteY148" fmla="*/ 1855477 h 2237474"/>
              <a:gd name="connsiteX149" fmla="*/ 4028460 w 12192000"/>
              <a:gd name="connsiteY149" fmla="*/ 1855137 h 2237474"/>
              <a:gd name="connsiteX150" fmla="*/ 4002267 w 12192000"/>
              <a:gd name="connsiteY150" fmla="*/ 1852352 h 2237474"/>
              <a:gd name="connsiteX151" fmla="*/ 3931396 w 12192000"/>
              <a:gd name="connsiteY151" fmla="*/ 1858915 h 2237474"/>
              <a:gd name="connsiteX152" fmla="*/ 3812162 w 12192000"/>
              <a:gd name="connsiteY152" fmla="*/ 1875501 h 2237474"/>
              <a:gd name="connsiteX153" fmla="*/ 3767672 w 12192000"/>
              <a:gd name="connsiteY153" fmla="*/ 1874600 h 2237474"/>
              <a:gd name="connsiteX154" fmla="*/ 3764741 w 12192000"/>
              <a:gd name="connsiteY154" fmla="*/ 1869433 h 2237474"/>
              <a:gd name="connsiteX155" fmla="*/ 3751332 w 12192000"/>
              <a:gd name="connsiteY155" fmla="*/ 1869854 h 2237474"/>
              <a:gd name="connsiteX156" fmla="*/ 3748155 w 12192000"/>
              <a:gd name="connsiteY156" fmla="*/ 1868903 h 2237474"/>
              <a:gd name="connsiteX157" fmla="*/ 3729530 w 12192000"/>
              <a:gd name="connsiteY157" fmla="*/ 1864513 h 2237474"/>
              <a:gd name="connsiteX158" fmla="*/ 3680177 w 12192000"/>
              <a:gd name="connsiteY158" fmla="*/ 1881552 h 2237474"/>
              <a:gd name="connsiteX159" fmla="*/ 3567259 w 12192000"/>
              <a:gd name="connsiteY159" fmla="*/ 1893482 h 2237474"/>
              <a:gd name="connsiteX160" fmla="*/ 3405770 w 12192000"/>
              <a:gd name="connsiteY160" fmla="*/ 1904591 h 2237474"/>
              <a:gd name="connsiteX161" fmla="*/ 3280097 w 12192000"/>
              <a:gd name="connsiteY161" fmla="*/ 1919610 h 2237474"/>
              <a:gd name="connsiteX162" fmla="*/ 3123424 w 12192000"/>
              <a:gd name="connsiteY162" fmla="*/ 1952930 h 2237474"/>
              <a:gd name="connsiteX163" fmla="*/ 3009910 w 12192000"/>
              <a:gd name="connsiteY163" fmla="*/ 1957866 h 2237474"/>
              <a:gd name="connsiteX164" fmla="*/ 2995934 w 12192000"/>
              <a:gd name="connsiteY164" fmla="*/ 1967085 h 2237474"/>
              <a:gd name="connsiteX165" fmla="*/ 2980071 w 12192000"/>
              <a:gd name="connsiteY165" fmla="*/ 1972988 h 2237474"/>
              <a:gd name="connsiteX166" fmla="*/ 2978094 w 12192000"/>
              <a:gd name="connsiteY166" fmla="*/ 1972369 h 2237474"/>
              <a:gd name="connsiteX167" fmla="*/ 2942858 w 12192000"/>
              <a:gd name="connsiteY167" fmla="*/ 1981367 h 2237474"/>
              <a:gd name="connsiteX168" fmla="*/ 2875436 w 12192000"/>
              <a:gd name="connsiteY168" fmla="*/ 1996977 h 2237474"/>
              <a:gd name="connsiteX169" fmla="*/ 2874892 w 12192000"/>
              <a:gd name="connsiteY169" fmla="*/ 1996085 h 2237474"/>
              <a:gd name="connsiteX170" fmla="*/ 2864145 w 12192000"/>
              <a:gd name="connsiteY170" fmla="*/ 1994061 h 2237474"/>
              <a:gd name="connsiteX171" fmla="*/ 2843662 w 12192000"/>
              <a:gd name="connsiteY171" fmla="*/ 1992498 h 2237474"/>
              <a:gd name="connsiteX172" fmla="*/ 2796128 w 12192000"/>
              <a:gd name="connsiteY172" fmla="*/ 1976403 h 2237474"/>
              <a:gd name="connsiteX173" fmla="*/ 2756784 w 12192000"/>
              <a:gd name="connsiteY173" fmla="*/ 1985116 h 2237474"/>
              <a:gd name="connsiteX174" fmla="*/ 2748833 w 12192000"/>
              <a:gd name="connsiteY174" fmla="*/ 1986323 h 2237474"/>
              <a:gd name="connsiteX175" fmla="*/ 2748661 w 12192000"/>
              <a:gd name="connsiteY175" fmla="*/ 1986122 h 2237474"/>
              <a:gd name="connsiteX176" fmla="*/ 2740251 w 12192000"/>
              <a:gd name="connsiteY176" fmla="*/ 1986946 h 2237474"/>
              <a:gd name="connsiteX177" fmla="*/ 2718916 w 12192000"/>
              <a:gd name="connsiteY177" fmla="*/ 1990867 h 2237474"/>
              <a:gd name="connsiteX178" fmla="*/ 2713522 w 12192000"/>
              <a:gd name="connsiteY178" fmla="*/ 1990173 h 2237474"/>
              <a:gd name="connsiteX179" fmla="*/ 2680597 w 12192000"/>
              <a:gd name="connsiteY179" fmla="*/ 1984996 h 2237474"/>
              <a:gd name="connsiteX180" fmla="*/ 2578178 w 12192000"/>
              <a:gd name="connsiteY180" fmla="*/ 1990531 h 2237474"/>
              <a:gd name="connsiteX181" fmla="*/ 2476147 w 12192000"/>
              <a:gd name="connsiteY181" fmla="*/ 1998305 h 2237474"/>
              <a:gd name="connsiteX182" fmla="*/ 2373568 w 12192000"/>
              <a:gd name="connsiteY182" fmla="*/ 2003219 h 2237474"/>
              <a:gd name="connsiteX183" fmla="*/ 2321399 w 12192000"/>
              <a:gd name="connsiteY183" fmla="*/ 1989467 h 2237474"/>
              <a:gd name="connsiteX184" fmla="*/ 2315525 w 12192000"/>
              <a:gd name="connsiteY184" fmla="*/ 1989708 h 2237474"/>
              <a:gd name="connsiteX185" fmla="*/ 2300792 w 12192000"/>
              <a:gd name="connsiteY185" fmla="*/ 1994290 h 2237474"/>
              <a:gd name="connsiteX186" fmla="*/ 2295469 w 12192000"/>
              <a:gd name="connsiteY186" fmla="*/ 1996659 h 2237474"/>
              <a:gd name="connsiteX187" fmla="*/ 2287219 w 12192000"/>
              <a:gd name="connsiteY187" fmla="*/ 1998750 h 2237474"/>
              <a:gd name="connsiteX188" fmla="*/ 2286948 w 12192000"/>
              <a:gd name="connsiteY188" fmla="*/ 1998596 h 2237474"/>
              <a:gd name="connsiteX189" fmla="*/ 2243069 w 12192000"/>
              <a:gd name="connsiteY189" fmla="*/ 2015111 h 2237474"/>
              <a:gd name="connsiteX190" fmla="*/ 2186609 w 12192000"/>
              <a:gd name="connsiteY190" fmla="*/ 2008263 h 2237474"/>
              <a:gd name="connsiteX191" fmla="*/ 2164831 w 12192000"/>
              <a:gd name="connsiteY191" fmla="*/ 2010143 h 2237474"/>
              <a:gd name="connsiteX192" fmla="*/ 2152836 w 12192000"/>
              <a:gd name="connsiteY192" fmla="*/ 2010048 h 2237474"/>
              <a:gd name="connsiteX193" fmla="*/ 2117102 w 12192000"/>
              <a:gd name="connsiteY193" fmla="*/ 2023004 h 2237474"/>
              <a:gd name="connsiteX194" fmla="*/ 2111935 w 12192000"/>
              <a:gd name="connsiteY194" fmla="*/ 2023163 h 2237474"/>
              <a:gd name="connsiteX195" fmla="*/ 2089991 w 12192000"/>
              <a:gd name="connsiteY195" fmla="*/ 2034193 h 2237474"/>
              <a:gd name="connsiteX196" fmla="*/ 2058061 w 12192000"/>
              <a:gd name="connsiteY196" fmla="*/ 2047942 h 2237474"/>
              <a:gd name="connsiteX197" fmla="*/ 2055737 w 12192000"/>
              <a:gd name="connsiteY197" fmla="*/ 2047704 h 2237474"/>
              <a:gd name="connsiteX198" fmla="*/ 2042244 w 12192000"/>
              <a:gd name="connsiteY198" fmla="*/ 2055560 h 2237474"/>
              <a:gd name="connsiteX199" fmla="*/ 1976224 w 12192000"/>
              <a:gd name="connsiteY199" fmla="*/ 2074257 h 2237474"/>
              <a:gd name="connsiteX200" fmla="*/ 1877728 w 12192000"/>
              <a:gd name="connsiteY200" fmla="*/ 2101004 h 2237474"/>
              <a:gd name="connsiteX201" fmla="*/ 1759056 w 12192000"/>
              <a:gd name="connsiteY201" fmla="*/ 2125608 h 2237474"/>
              <a:gd name="connsiteX202" fmla="*/ 1637948 w 12192000"/>
              <a:gd name="connsiteY202" fmla="*/ 2172597 h 2237474"/>
              <a:gd name="connsiteX203" fmla="*/ 1434549 w 12192000"/>
              <a:gd name="connsiteY203" fmla="*/ 2234522 h 2237474"/>
              <a:gd name="connsiteX204" fmla="*/ 1398481 w 12192000"/>
              <a:gd name="connsiteY204" fmla="*/ 2237074 h 2237474"/>
              <a:gd name="connsiteX205" fmla="*/ 1398407 w 12192000"/>
              <a:gd name="connsiteY205" fmla="*/ 2237095 h 2237474"/>
              <a:gd name="connsiteX206" fmla="*/ 1370962 w 12192000"/>
              <a:gd name="connsiteY206" fmla="*/ 2237474 h 2237474"/>
              <a:gd name="connsiteX207" fmla="*/ 1356367 w 12192000"/>
              <a:gd name="connsiteY207" fmla="*/ 2235089 h 2237474"/>
              <a:gd name="connsiteX208" fmla="*/ 1324828 w 12192000"/>
              <a:gd name="connsiteY208" fmla="*/ 2231968 h 2237474"/>
              <a:gd name="connsiteX209" fmla="*/ 1297744 w 12192000"/>
              <a:gd name="connsiteY209" fmla="*/ 2235849 h 2237474"/>
              <a:gd name="connsiteX210" fmla="*/ 1286236 w 12192000"/>
              <a:gd name="connsiteY210" fmla="*/ 2233135 h 2237474"/>
              <a:gd name="connsiteX211" fmla="*/ 1283504 w 12192000"/>
              <a:gd name="connsiteY211" fmla="*/ 2233797 h 2237474"/>
              <a:gd name="connsiteX212" fmla="*/ 1279765 w 12192000"/>
              <a:gd name="connsiteY212" fmla="*/ 2229639 h 2237474"/>
              <a:gd name="connsiteX213" fmla="*/ 1195347 w 12192000"/>
              <a:gd name="connsiteY213" fmla="*/ 2212354 h 2237474"/>
              <a:gd name="connsiteX214" fmla="*/ 970251 w 12192000"/>
              <a:gd name="connsiteY214" fmla="*/ 2221029 h 2237474"/>
              <a:gd name="connsiteX215" fmla="*/ 812914 w 12192000"/>
              <a:gd name="connsiteY215" fmla="*/ 2202752 h 2237474"/>
              <a:gd name="connsiteX216" fmla="*/ 800195 w 12192000"/>
              <a:gd name="connsiteY216" fmla="*/ 2209407 h 2237474"/>
              <a:gd name="connsiteX217" fmla="*/ 784978 w 12192000"/>
              <a:gd name="connsiteY217" fmla="*/ 2212360 h 2237474"/>
              <a:gd name="connsiteX218" fmla="*/ 681987 w 12192000"/>
              <a:gd name="connsiteY218" fmla="*/ 2216757 h 2237474"/>
              <a:gd name="connsiteX219" fmla="*/ 669923 w 12192000"/>
              <a:gd name="connsiteY219" fmla="*/ 2211682 h 2237474"/>
              <a:gd name="connsiteX220" fmla="*/ 648680 w 12192000"/>
              <a:gd name="connsiteY220" fmla="*/ 2206229 h 2237474"/>
              <a:gd name="connsiteX221" fmla="*/ 597225 w 12192000"/>
              <a:gd name="connsiteY221" fmla="*/ 2180999 h 2237474"/>
              <a:gd name="connsiteX222" fmla="*/ 558449 w 12192000"/>
              <a:gd name="connsiteY222" fmla="*/ 2182346 h 2237474"/>
              <a:gd name="connsiteX223" fmla="*/ 550517 w 12192000"/>
              <a:gd name="connsiteY223" fmla="*/ 2182060 h 2237474"/>
              <a:gd name="connsiteX224" fmla="*/ 550309 w 12192000"/>
              <a:gd name="connsiteY224" fmla="*/ 2181825 h 2237474"/>
              <a:gd name="connsiteX225" fmla="*/ 541836 w 12192000"/>
              <a:gd name="connsiteY225" fmla="*/ 2181063 h 2237474"/>
              <a:gd name="connsiteX226" fmla="*/ 536057 w 12192000"/>
              <a:gd name="connsiteY226" fmla="*/ 2181537 h 2237474"/>
              <a:gd name="connsiteX227" fmla="*/ 520671 w 12192000"/>
              <a:gd name="connsiteY227" fmla="*/ 2180980 h 2237474"/>
              <a:gd name="connsiteX228" fmla="*/ 515024 w 12192000"/>
              <a:gd name="connsiteY228" fmla="*/ 2179258 h 2237474"/>
              <a:gd name="connsiteX229" fmla="*/ 512278 w 12192000"/>
              <a:gd name="connsiteY229" fmla="*/ 2176369 h 2237474"/>
              <a:gd name="connsiteX230" fmla="*/ 480419 w 12192000"/>
              <a:gd name="connsiteY230" fmla="*/ 2167807 h 2237474"/>
              <a:gd name="connsiteX231" fmla="*/ 413835 w 12192000"/>
              <a:gd name="connsiteY231" fmla="*/ 2156783 h 2237474"/>
              <a:gd name="connsiteX232" fmla="*/ 376513 w 12192000"/>
              <a:gd name="connsiteY232" fmla="*/ 2154014 h 2237474"/>
              <a:gd name="connsiteX233" fmla="*/ 273386 w 12192000"/>
              <a:gd name="connsiteY233" fmla="*/ 2142551 h 2237474"/>
              <a:gd name="connsiteX234" fmla="*/ 169207 w 12192000"/>
              <a:gd name="connsiteY234" fmla="*/ 2128100 h 2237474"/>
              <a:gd name="connsiteX235" fmla="*/ 93149 w 12192000"/>
              <a:gd name="connsiteY235" fmla="*/ 2105324 h 2237474"/>
              <a:gd name="connsiteX236" fmla="*/ 88109 w 12192000"/>
              <a:gd name="connsiteY236" fmla="*/ 2106704 h 2237474"/>
              <a:gd name="connsiteX237" fmla="*/ 80022 w 12192000"/>
              <a:gd name="connsiteY237" fmla="*/ 2107254 h 2237474"/>
              <a:gd name="connsiteX238" fmla="*/ 79717 w 12192000"/>
              <a:gd name="connsiteY238" fmla="*/ 2107046 h 2237474"/>
              <a:gd name="connsiteX239" fmla="*/ 72352 w 12192000"/>
              <a:gd name="connsiteY239" fmla="*/ 2107991 h 2237474"/>
              <a:gd name="connsiteX240" fmla="*/ 37645 w 12192000"/>
              <a:gd name="connsiteY240" fmla="*/ 2115401 h 2237474"/>
              <a:gd name="connsiteX241" fmla="*/ 4572 w 12192000"/>
              <a:gd name="connsiteY241" fmla="*/ 2111091 h 2237474"/>
              <a:gd name="connsiteX242" fmla="*/ 0 w 12192000"/>
              <a:gd name="connsiteY242" fmla="*/ 2110468 h 2237474"/>
              <a:gd name="connsiteX243" fmla="*/ 0 w 12192000"/>
              <a:gd name="connsiteY2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11738 w 12192000"/>
              <a:gd name="connsiteY134" fmla="*/ 1776964 h 2237474"/>
              <a:gd name="connsiteX135" fmla="*/ 4560070 w 12192000"/>
              <a:gd name="connsiteY135" fmla="*/ 1785640 h 2237474"/>
              <a:gd name="connsiteX136" fmla="*/ 4536503 w 12192000"/>
              <a:gd name="connsiteY136" fmla="*/ 1785334 h 2237474"/>
              <a:gd name="connsiteX137" fmla="*/ 4513724 w 12192000"/>
              <a:gd name="connsiteY137" fmla="*/ 1791996 h 2237474"/>
              <a:gd name="connsiteX138" fmla="*/ 4459810 w 12192000"/>
              <a:gd name="connsiteY138" fmla="*/ 1797886 h 2237474"/>
              <a:gd name="connsiteX139" fmla="*/ 4379064 w 12192000"/>
              <a:gd name="connsiteY139" fmla="*/ 1817177 h 2237474"/>
              <a:gd name="connsiteX140" fmla="*/ 4319209 w 12192000"/>
              <a:gd name="connsiteY140" fmla="*/ 1834833 h 2237474"/>
              <a:gd name="connsiteX141" fmla="*/ 4306907 w 12192000"/>
              <a:gd name="connsiteY141" fmla="*/ 1841641 h 2237474"/>
              <a:gd name="connsiteX142" fmla="*/ 4290981 w 12192000"/>
              <a:gd name="connsiteY142" fmla="*/ 1839677 h 2237474"/>
              <a:gd name="connsiteX143" fmla="*/ 4285792 w 12192000"/>
              <a:gd name="connsiteY143" fmla="*/ 1836231 h 2237474"/>
              <a:gd name="connsiteX144" fmla="*/ 4238372 w 12192000"/>
              <a:gd name="connsiteY144" fmla="*/ 1851480 h 2237474"/>
              <a:gd name="connsiteX145" fmla="*/ 4232517 w 12192000"/>
              <a:gd name="connsiteY145" fmla="*/ 1852567 h 2237474"/>
              <a:gd name="connsiteX146" fmla="*/ 4191732 w 12192000"/>
              <a:gd name="connsiteY146" fmla="*/ 1857328 h 2237474"/>
              <a:gd name="connsiteX147" fmla="*/ 4065532 w 12192000"/>
              <a:gd name="connsiteY147" fmla="*/ 1855477 h 2237474"/>
              <a:gd name="connsiteX148" fmla="*/ 4028460 w 12192000"/>
              <a:gd name="connsiteY148" fmla="*/ 1855137 h 2237474"/>
              <a:gd name="connsiteX149" fmla="*/ 4002267 w 12192000"/>
              <a:gd name="connsiteY149" fmla="*/ 1852352 h 2237474"/>
              <a:gd name="connsiteX150" fmla="*/ 3931396 w 12192000"/>
              <a:gd name="connsiteY150" fmla="*/ 1858915 h 2237474"/>
              <a:gd name="connsiteX151" fmla="*/ 3812162 w 12192000"/>
              <a:gd name="connsiteY151" fmla="*/ 1875501 h 2237474"/>
              <a:gd name="connsiteX152" fmla="*/ 3767672 w 12192000"/>
              <a:gd name="connsiteY152" fmla="*/ 1874600 h 2237474"/>
              <a:gd name="connsiteX153" fmla="*/ 3764741 w 12192000"/>
              <a:gd name="connsiteY153" fmla="*/ 1869433 h 2237474"/>
              <a:gd name="connsiteX154" fmla="*/ 3751332 w 12192000"/>
              <a:gd name="connsiteY154" fmla="*/ 1869854 h 2237474"/>
              <a:gd name="connsiteX155" fmla="*/ 3748155 w 12192000"/>
              <a:gd name="connsiteY155" fmla="*/ 1868903 h 2237474"/>
              <a:gd name="connsiteX156" fmla="*/ 3729530 w 12192000"/>
              <a:gd name="connsiteY156" fmla="*/ 1864513 h 2237474"/>
              <a:gd name="connsiteX157" fmla="*/ 3680177 w 12192000"/>
              <a:gd name="connsiteY157" fmla="*/ 1881552 h 2237474"/>
              <a:gd name="connsiteX158" fmla="*/ 3567259 w 12192000"/>
              <a:gd name="connsiteY158" fmla="*/ 1893482 h 2237474"/>
              <a:gd name="connsiteX159" fmla="*/ 3405770 w 12192000"/>
              <a:gd name="connsiteY159" fmla="*/ 1904591 h 2237474"/>
              <a:gd name="connsiteX160" fmla="*/ 3280097 w 12192000"/>
              <a:gd name="connsiteY160" fmla="*/ 1919610 h 2237474"/>
              <a:gd name="connsiteX161" fmla="*/ 3123424 w 12192000"/>
              <a:gd name="connsiteY161" fmla="*/ 1952930 h 2237474"/>
              <a:gd name="connsiteX162" fmla="*/ 3009910 w 12192000"/>
              <a:gd name="connsiteY162" fmla="*/ 1957866 h 2237474"/>
              <a:gd name="connsiteX163" fmla="*/ 2995934 w 12192000"/>
              <a:gd name="connsiteY163" fmla="*/ 1967085 h 2237474"/>
              <a:gd name="connsiteX164" fmla="*/ 2980071 w 12192000"/>
              <a:gd name="connsiteY164" fmla="*/ 1972988 h 2237474"/>
              <a:gd name="connsiteX165" fmla="*/ 2978094 w 12192000"/>
              <a:gd name="connsiteY165" fmla="*/ 1972369 h 2237474"/>
              <a:gd name="connsiteX166" fmla="*/ 2942858 w 12192000"/>
              <a:gd name="connsiteY166" fmla="*/ 1981367 h 2237474"/>
              <a:gd name="connsiteX167" fmla="*/ 2875436 w 12192000"/>
              <a:gd name="connsiteY167" fmla="*/ 1996977 h 2237474"/>
              <a:gd name="connsiteX168" fmla="*/ 2874892 w 12192000"/>
              <a:gd name="connsiteY168" fmla="*/ 1996085 h 2237474"/>
              <a:gd name="connsiteX169" fmla="*/ 2864145 w 12192000"/>
              <a:gd name="connsiteY169" fmla="*/ 1994061 h 2237474"/>
              <a:gd name="connsiteX170" fmla="*/ 2843662 w 12192000"/>
              <a:gd name="connsiteY170" fmla="*/ 1992498 h 2237474"/>
              <a:gd name="connsiteX171" fmla="*/ 2796128 w 12192000"/>
              <a:gd name="connsiteY171" fmla="*/ 1976403 h 2237474"/>
              <a:gd name="connsiteX172" fmla="*/ 2756784 w 12192000"/>
              <a:gd name="connsiteY172" fmla="*/ 1985116 h 2237474"/>
              <a:gd name="connsiteX173" fmla="*/ 2748833 w 12192000"/>
              <a:gd name="connsiteY173" fmla="*/ 1986323 h 2237474"/>
              <a:gd name="connsiteX174" fmla="*/ 2748661 w 12192000"/>
              <a:gd name="connsiteY174" fmla="*/ 1986122 h 2237474"/>
              <a:gd name="connsiteX175" fmla="*/ 2740251 w 12192000"/>
              <a:gd name="connsiteY175" fmla="*/ 1986946 h 2237474"/>
              <a:gd name="connsiteX176" fmla="*/ 2718916 w 12192000"/>
              <a:gd name="connsiteY176" fmla="*/ 1990867 h 2237474"/>
              <a:gd name="connsiteX177" fmla="*/ 2713522 w 12192000"/>
              <a:gd name="connsiteY177" fmla="*/ 1990173 h 2237474"/>
              <a:gd name="connsiteX178" fmla="*/ 2680597 w 12192000"/>
              <a:gd name="connsiteY178" fmla="*/ 1984996 h 2237474"/>
              <a:gd name="connsiteX179" fmla="*/ 2578178 w 12192000"/>
              <a:gd name="connsiteY179" fmla="*/ 1990531 h 2237474"/>
              <a:gd name="connsiteX180" fmla="*/ 2476147 w 12192000"/>
              <a:gd name="connsiteY180" fmla="*/ 1998305 h 2237474"/>
              <a:gd name="connsiteX181" fmla="*/ 2373568 w 12192000"/>
              <a:gd name="connsiteY181" fmla="*/ 2003219 h 2237474"/>
              <a:gd name="connsiteX182" fmla="*/ 2321399 w 12192000"/>
              <a:gd name="connsiteY182" fmla="*/ 1989467 h 2237474"/>
              <a:gd name="connsiteX183" fmla="*/ 2315525 w 12192000"/>
              <a:gd name="connsiteY183" fmla="*/ 1989708 h 2237474"/>
              <a:gd name="connsiteX184" fmla="*/ 2300792 w 12192000"/>
              <a:gd name="connsiteY184" fmla="*/ 1994290 h 2237474"/>
              <a:gd name="connsiteX185" fmla="*/ 2295469 w 12192000"/>
              <a:gd name="connsiteY185" fmla="*/ 1996659 h 2237474"/>
              <a:gd name="connsiteX186" fmla="*/ 2287219 w 12192000"/>
              <a:gd name="connsiteY186" fmla="*/ 1998750 h 2237474"/>
              <a:gd name="connsiteX187" fmla="*/ 2286948 w 12192000"/>
              <a:gd name="connsiteY187" fmla="*/ 1998596 h 2237474"/>
              <a:gd name="connsiteX188" fmla="*/ 2243069 w 12192000"/>
              <a:gd name="connsiteY188" fmla="*/ 2015111 h 2237474"/>
              <a:gd name="connsiteX189" fmla="*/ 2186609 w 12192000"/>
              <a:gd name="connsiteY189" fmla="*/ 2008263 h 2237474"/>
              <a:gd name="connsiteX190" fmla="*/ 2164831 w 12192000"/>
              <a:gd name="connsiteY190" fmla="*/ 2010143 h 2237474"/>
              <a:gd name="connsiteX191" fmla="*/ 2152836 w 12192000"/>
              <a:gd name="connsiteY191" fmla="*/ 2010048 h 2237474"/>
              <a:gd name="connsiteX192" fmla="*/ 2117102 w 12192000"/>
              <a:gd name="connsiteY192" fmla="*/ 2023004 h 2237474"/>
              <a:gd name="connsiteX193" fmla="*/ 2111935 w 12192000"/>
              <a:gd name="connsiteY193" fmla="*/ 2023163 h 2237474"/>
              <a:gd name="connsiteX194" fmla="*/ 2089991 w 12192000"/>
              <a:gd name="connsiteY194" fmla="*/ 2034193 h 2237474"/>
              <a:gd name="connsiteX195" fmla="*/ 2058061 w 12192000"/>
              <a:gd name="connsiteY195" fmla="*/ 2047942 h 2237474"/>
              <a:gd name="connsiteX196" fmla="*/ 2055737 w 12192000"/>
              <a:gd name="connsiteY196" fmla="*/ 2047704 h 2237474"/>
              <a:gd name="connsiteX197" fmla="*/ 2042244 w 12192000"/>
              <a:gd name="connsiteY197" fmla="*/ 2055560 h 2237474"/>
              <a:gd name="connsiteX198" fmla="*/ 1976224 w 12192000"/>
              <a:gd name="connsiteY198" fmla="*/ 2074257 h 2237474"/>
              <a:gd name="connsiteX199" fmla="*/ 1877728 w 12192000"/>
              <a:gd name="connsiteY199" fmla="*/ 2101004 h 2237474"/>
              <a:gd name="connsiteX200" fmla="*/ 1759056 w 12192000"/>
              <a:gd name="connsiteY200" fmla="*/ 2125608 h 2237474"/>
              <a:gd name="connsiteX201" fmla="*/ 1637948 w 12192000"/>
              <a:gd name="connsiteY201" fmla="*/ 2172597 h 2237474"/>
              <a:gd name="connsiteX202" fmla="*/ 1434549 w 12192000"/>
              <a:gd name="connsiteY202" fmla="*/ 2234522 h 2237474"/>
              <a:gd name="connsiteX203" fmla="*/ 1398481 w 12192000"/>
              <a:gd name="connsiteY203" fmla="*/ 2237074 h 2237474"/>
              <a:gd name="connsiteX204" fmla="*/ 1398407 w 12192000"/>
              <a:gd name="connsiteY204" fmla="*/ 2237095 h 2237474"/>
              <a:gd name="connsiteX205" fmla="*/ 1370962 w 12192000"/>
              <a:gd name="connsiteY205" fmla="*/ 2237474 h 2237474"/>
              <a:gd name="connsiteX206" fmla="*/ 1356367 w 12192000"/>
              <a:gd name="connsiteY206" fmla="*/ 2235089 h 2237474"/>
              <a:gd name="connsiteX207" fmla="*/ 1324828 w 12192000"/>
              <a:gd name="connsiteY207" fmla="*/ 2231968 h 2237474"/>
              <a:gd name="connsiteX208" fmla="*/ 1297744 w 12192000"/>
              <a:gd name="connsiteY208" fmla="*/ 2235849 h 2237474"/>
              <a:gd name="connsiteX209" fmla="*/ 1286236 w 12192000"/>
              <a:gd name="connsiteY209" fmla="*/ 2233135 h 2237474"/>
              <a:gd name="connsiteX210" fmla="*/ 1283504 w 12192000"/>
              <a:gd name="connsiteY210" fmla="*/ 2233797 h 2237474"/>
              <a:gd name="connsiteX211" fmla="*/ 1279765 w 12192000"/>
              <a:gd name="connsiteY211" fmla="*/ 2229639 h 2237474"/>
              <a:gd name="connsiteX212" fmla="*/ 1195347 w 12192000"/>
              <a:gd name="connsiteY212" fmla="*/ 2212354 h 2237474"/>
              <a:gd name="connsiteX213" fmla="*/ 970251 w 12192000"/>
              <a:gd name="connsiteY213" fmla="*/ 2221029 h 2237474"/>
              <a:gd name="connsiteX214" fmla="*/ 812914 w 12192000"/>
              <a:gd name="connsiteY214" fmla="*/ 2202752 h 2237474"/>
              <a:gd name="connsiteX215" fmla="*/ 800195 w 12192000"/>
              <a:gd name="connsiteY215" fmla="*/ 2209407 h 2237474"/>
              <a:gd name="connsiteX216" fmla="*/ 784978 w 12192000"/>
              <a:gd name="connsiteY216" fmla="*/ 2212360 h 2237474"/>
              <a:gd name="connsiteX217" fmla="*/ 681987 w 12192000"/>
              <a:gd name="connsiteY217" fmla="*/ 2216757 h 2237474"/>
              <a:gd name="connsiteX218" fmla="*/ 669923 w 12192000"/>
              <a:gd name="connsiteY218" fmla="*/ 2211682 h 2237474"/>
              <a:gd name="connsiteX219" fmla="*/ 648680 w 12192000"/>
              <a:gd name="connsiteY219" fmla="*/ 2206229 h 2237474"/>
              <a:gd name="connsiteX220" fmla="*/ 597225 w 12192000"/>
              <a:gd name="connsiteY220" fmla="*/ 2180999 h 2237474"/>
              <a:gd name="connsiteX221" fmla="*/ 558449 w 12192000"/>
              <a:gd name="connsiteY221" fmla="*/ 2182346 h 2237474"/>
              <a:gd name="connsiteX222" fmla="*/ 550517 w 12192000"/>
              <a:gd name="connsiteY222" fmla="*/ 2182060 h 2237474"/>
              <a:gd name="connsiteX223" fmla="*/ 550309 w 12192000"/>
              <a:gd name="connsiteY223" fmla="*/ 2181825 h 2237474"/>
              <a:gd name="connsiteX224" fmla="*/ 541836 w 12192000"/>
              <a:gd name="connsiteY224" fmla="*/ 2181063 h 2237474"/>
              <a:gd name="connsiteX225" fmla="*/ 536057 w 12192000"/>
              <a:gd name="connsiteY225" fmla="*/ 2181537 h 2237474"/>
              <a:gd name="connsiteX226" fmla="*/ 520671 w 12192000"/>
              <a:gd name="connsiteY226" fmla="*/ 2180980 h 2237474"/>
              <a:gd name="connsiteX227" fmla="*/ 515024 w 12192000"/>
              <a:gd name="connsiteY227" fmla="*/ 2179258 h 2237474"/>
              <a:gd name="connsiteX228" fmla="*/ 512278 w 12192000"/>
              <a:gd name="connsiteY228" fmla="*/ 2176369 h 2237474"/>
              <a:gd name="connsiteX229" fmla="*/ 480419 w 12192000"/>
              <a:gd name="connsiteY229" fmla="*/ 2167807 h 2237474"/>
              <a:gd name="connsiteX230" fmla="*/ 413835 w 12192000"/>
              <a:gd name="connsiteY230" fmla="*/ 2156783 h 2237474"/>
              <a:gd name="connsiteX231" fmla="*/ 376513 w 12192000"/>
              <a:gd name="connsiteY231" fmla="*/ 2154014 h 2237474"/>
              <a:gd name="connsiteX232" fmla="*/ 273386 w 12192000"/>
              <a:gd name="connsiteY232" fmla="*/ 2142551 h 2237474"/>
              <a:gd name="connsiteX233" fmla="*/ 169207 w 12192000"/>
              <a:gd name="connsiteY233" fmla="*/ 2128100 h 2237474"/>
              <a:gd name="connsiteX234" fmla="*/ 93149 w 12192000"/>
              <a:gd name="connsiteY234" fmla="*/ 2105324 h 2237474"/>
              <a:gd name="connsiteX235" fmla="*/ 88109 w 12192000"/>
              <a:gd name="connsiteY235" fmla="*/ 2106704 h 2237474"/>
              <a:gd name="connsiteX236" fmla="*/ 80022 w 12192000"/>
              <a:gd name="connsiteY236" fmla="*/ 2107254 h 2237474"/>
              <a:gd name="connsiteX237" fmla="*/ 79717 w 12192000"/>
              <a:gd name="connsiteY237" fmla="*/ 2107046 h 2237474"/>
              <a:gd name="connsiteX238" fmla="*/ 72352 w 12192000"/>
              <a:gd name="connsiteY238" fmla="*/ 2107991 h 2237474"/>
              <a:gd name="connsiteX239" fmla="*/ 37645 w 12192000"/>
              <a:gd name="connsiteY239" fmla="*/ 2115401 h 2237474"/>
              <a:gd name="connsiteX240" fmla="*/ 4572 w 12192000"/>
              <a:gd name="connsiteY240" fmla="*/ 2111091 h 2237474"/>
              <a:gd name="connsiteX241" fmla="*/ 0 w 12192000"/>
              <a:gd name="connsiteY241" fmla="*/ 2110468 h 2237474"/>
              <a:gd name="connsiteX242" fmla="*/ 0 w 12192000"/>
              <a:gd name="connsiteY2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306907 w 12192000"/>
              <a:gd name="connsiteY140" fmla="*/ 1841641 h 2237474"/>
              <a:gd name="connsiteX141" fmla="*/ 4290981 w 12192000"/>
              <a:gd name="connsiteY141" fmla="*/ 1839677 h 2237474"/>
              <a:gd name="connsiteX142" fmla="*/ 4285792 w 12192000"/>
              <a:gd name="connsiteY142" fmla="*/ 1836231 h 2237474"/>
              <a:gd name="connsiteX143" fmla="*/ 4238372 w 12192000"/>
              <a:gd name="connsiteY143" fmla="*/ 1851480 h 2237474"/>
              <a:gd name="connsiteX144" fmla="*/ 4232517 w 12192000"/>
              <a:gd name="connsiteY144" fmla="*/ 1852567 h 2237474"/>
              <a:gd name="connsiteX145" fmla="*/ 4191732 w 12192000"/>
              <a:gd name="connsiteY145" fmla="*/ 1857328 h 2237474"/>
              <a:gd name="connsiteX146" fmla="*/ 4065532 w 12192000"/>
              <a:gd name="connsiteY146" fmla="*/ 1855477 h 2237474"/>
              <a:gd name="connsiteX147" fmla="*/ 4028460 w 12192000"/>
              <a:gd name="connsiteY147" fmla="*/ 1855137 h 2237474"/>
              <a:gd name="connsiteX148" fmla="*/ 4002267 w 12192000"/>
              <a:gd name="connsiteY148" fmla="*/ 1852352 h 2237474"/>
              <a:gd name="connsiteX149" fmla="*/ 3931396 w 12192000"/>
              <a:gd name="connsiteY149" fmla="*/ 1858915 h 2237474"/>
              <a:gd name="connsiteX150" fmla="*/ 3812162 w 12192000"/>
              <a:gd name="connsiteY150" fmla="*/ 1875501 h 2237474"/>
              <a:gd name="connsiteX151" fmla="*/ 3767672 w 12192000"/>
              <a:gd name="connsiteY151" fmla="*/ 1874600 h 2237474"/>
              <a:gd name="connsiteX152" fmla="*/ 3764741 w 12192000"/>
              <a:gd name="connsiteY152" fmla="*/ 1869433 h 2237474"/>
              <a:gd name="connsiteX153" fmla="*/ 3751332 w 12192000"/>
              <a:gd name="connsiteY153" fmla="*/ 1869854 h 2237474"/>
              <a:gd name="connsiteX154" fmla="*/ 3748155 w 12192000"/>
              <a:gd name="connsiteY154" fmla="*/ 1868903 h 2237474"/>
              <a:gd name="connsiteX155" fmla="*/ 3729530 w 12192000"/>
              <a:gd name="connsiteY155" fmla="*/ 1864513 h 2237474"/>
              <a:gd name="connsiteX156" fmla="*/ 3680177 w 12192000"/>
              <a:gd name="connsiteY156" fmla="*/ 1881552 h 2237474"/>
              <a:gd name="connsiteX157" fmla="*/ 3567259 w 12192000"/>
              <a:gd name="connsiteY157" fmla="*/ 1893482 h 2237474"/>
              <a:gd name="connsiteX158" fmla="*/ 3405770 w 12192000"/>
              <a:gd name="connsiteY158" fmla="*/ 1904591 h 2237474"/>
              <a:gd name="connsiteX159" fmla="*/ 3280097 w 12192000"/>
              <a:gd name="connsiteY159" fmla="*/ 1919610 h 2237474"/>
              <a:gd name="connsiteX160" fmla="*/ 3123424 w 12192000"/>
              <a:gd name="connsiteY160" fmla="*/ 1952930 h 2237474"/>
              <a:gd name="connsiteX161" fmla="*/ 3009910 w 12192000"/>
              <a:gd name="connsiteY161" fmla="*/ 1957866 h 2237474"/>
              <a:gd name="connsiteX162" fmla="*/ 2995934 w 12192000"/>
              <a:gd name="connsiteY162" fmla="*/ 1967085 h 2237474"/>
              <a:gd name="connsiteX163" fmla="*/ 2980071 w 12192000"/>
              <a:gd name="connsiteY163" fmla="*/ 1972988 h 2237474"/>
              <a:gd name="connsiteX164" fmla="*/ 2978094 w 12192000"/>
              <a:gd name="connsiteY164" fmla="*/ 1972369 h 2237474"/>
              <a:gd name="connsiteX165" fmla="*/ 2942858 w 12192000"/>
              <a:gd name="connsiteY165" fmla="*/ 1981367 h 2237474"/>
              <a:gd name="connsiteX166" fmla="*/ 2875436 w 12192000"/>
              <a:gd name="connsiteY166" fmla="*/ 1996977 h 2237474"/>
              <a:gd name="connsiteX167" fmla="*/ 2874892 w 12192000"/>
              <a:gd name="connsiteY167" fmla="*/ 1996085 h 2237474"/>
              <a:gd name="connsiteX168" fmla="*/ 2864145 w 12192000"/>
              <a:gd name="connsiteY168" fmla="*/ 1994061 h 2237474"/>
              <a:gd name="connsiteX169" fmla="*/ 2843662 w 12192000"/>
              <a:gd name="connsiteY169" fmla="*/ 1992498 h 2237474"/>
              <a:gd name="connsiteX170" fmla="*/ 2796128 w 12192000"/>
              <a:gd name="connsiteY170" fmla="*/ 1976403 h 2237474"/>
              <a:gd name="connsiteX171" fmla="*/ 2756784 w 12192000"/>
              <a:gd name="connsiteY171" fmla="*/ 1985116 h 2237474"/>
              <a:gd name="connsiteX172" fmla="*/ 2748833 w 12192000"/>
              <a:gd name="connsiteY172" fmla="*/ 1986323 h 2237474"/>
              <a:gd name="connsiteX173" fmla="*/ 2748661 w 12192000"/>
              <a:gd name="connsiteY173" fmla="*/ 1986122 h 2237474"/>
              <a:gd name="connsiteX174" fmla="*/ 2740251 w 12192000"/>
              <a:gd name="connsiteY174" fmla="*/ 1986946 h 2237474"/>
              <a:gd name="connsiteX175" fmla="*/ 2718916 w 12192000"/>
              <a:gd name="connsiteY175" fmla="*/ 1990867 h 2237474"/>
              <a:gd name="connsiteX176" fmla="*/ 2713522 w 12192000"/>
              <a:gd name="connsiteY176" fmla="*/ 1990173 h 2237474"/>
              <a:gd name="connsiteX177" fmla="*/ 2680597 w 12192000"/>
              <a:gd name="connsiteY177" fmla="*/ 1984996 h 2237474"/>
              <a:gd name="connsiteX178" fmla="*/ 2578178 w 12192000"/>
              <a:gd name="connsiteY178" fmla="*/ 1990531 h 2237474"/>
              <a:gd name="connsiteX179" fmla="*/ 2476147 w 12192000"/>
              <a:gd name="connsiteY179" fmla="*/ 1998305 h 2237474"/>
              <a:gd name="connsiteX180" fmla="*/ 2373568 w 12192000"/>
              <a:gd name="connsiteY180" fmla="*/ 2003219 h 2237474"/>
              <a:gd name="connsiteX181" fmla="*/ 2321399 w 12192000"/>
              <a:gd name="connsiteY181" fmla="*/ 1989467 h 2237474"/>
              <a:gd name="connsiteX182" fmla="*/ 2315525 w 12192000"/>
              <a:gd name="connsiteY182" fmla="*/ 1989708 h 2237474"/>
              <a:gd name="connsiteX183" fmla="*/ 2300792 w 12192000"/>
              <a:gd name="connsiteY183" fmla="*/ 1994290 h 2237474"/>
              <a:gd name="connsiteX184" fmla="*/ 2295469 w 12192000"/>
              <a:gd name="connsiteY184" fmla="*/ 1996659 h 2237474"/>
              <a:gd name="connsiteX185" fmla="*/ 2287219 w 12192000"/>
              <a:gd name="connsiteY185" fmla="*/ 1998750 h 2237474"/>
              <a:gd name="connsiteX186" fmla="*/ 2286948 w 12192000"/>
              <a:gd name="connsiteY186" fmla="*/ 1998596 h 2237474"/>
              <a:gd name="connsiteX187" fmla="*/ 2243069 w 12192000"/>
              <a:gd name="connsiteY187" fmla="*/ 2015111 h 2237474"/>
              <a:gd name="connsiteX188" fmla="*/ 2186609 w 12192000"/>
              <a:gd name="connsiteY188" fmla="*/ 2008263 h 2237474"/>
              <a:gd name="connsiteX189" fmla="*/ 2164831 w 12192000"/>
              <a:gd name="connsiteY189" fmla="*/ 2010143 h 2237474"/>
              <a:gd name="connsiteX190" fmla="*/ 2152836 w 12192000"/>
              <a:gd name="connsiteY190" fmla="*/ 2010048 h 2237474"/>
              <a:gd name="connsiteX191" fmla="*/ 2117102 w 12192000"/>
              <a:gd name="connsiteY191" fmla="*/ 2023004 h 2237474"/>
              <a:gd name="connsiteX192" fmla="*/ 2111935 w 12192000"/>
              <a:gd name="connsiteY192" fmla="*/ 2023163 h 2237474"/>
              <a:gd name="connsiteX193" fmla="*/ 2089991 w 12192000"/>
              <a:gd name="connsiteY193" fmla="*/ 2034193 h 2237474"/>
              <a:gd name="connsiteX194" fmla="*/ 2058061 w 12192000"/>
              <a:gd name="connsiteY194" fmla="*/ 2047942 h 2237474"/>
              <a:gd name="connsiteX195" fmla="*/ 2055737 w 12192000"/>
              <a:gd name="connsiteY195" fmla="*/ 2047704 h 2237474"/>
              <a:gd name="connsiteX196" fmla="*/ 2042244 w 12192000"/>
              <a:gd name="connsiteY196" fmla="*/ 2055560 h 2237474"/>
              <a:gd name="connsiteX197" fmla="*/ 1976224 w 12192000"/>
              <a:gd name="connsiteY197" fmla="*/ 2074257 h 2237474"/>
              <a:gd name="connsiteX198" fmla="*/ 1877728 w 12192000"/>
              <a:gd name="connsiteY198" fmla="*/ 2101004 h 2237474"/>
              <a:gd name="connsiteX199" fmla="*/ 1759056 w 12192000"/>
              <a:gd name="connsiteY199" fmla="*/ 2125608 h 2237474"/>
              <a:gd name="connsiteX200" fmla="*/ 1637948 w 12192000"/>
              <a:gd name="connsiteY200" fmla="*/ 2172597 h 2237474"/>
              <a:gd name="connsiteX201" fmla="*/ 1434549 w 12192000"/>
              <a:gd name="connsiteY201" fmla="*/ 2234522 h 2237474"/>
              <a:gd name="connsiteX202" fmla="*/ 1398481 w 12192000"/>
              <a:gd name="connsiteY202" fmla="*/ 2237074 h 2237474"/>
              <a:gd name="connsiteX203" fmla="*/ 1398407 w 12192000"/>
              <a:gd name="connsiteY203" fmla="*/ 2237095 h 2237474"/>
              <a:gd name="connsiteX204" fmla="*/ 1370962 w 12192000"/>
              <a:gd name="connsiteY204" fmla="*/ 2237474 h 2237474"/>
              <a:gd name="connsiteX205" fmla="*/ 1356367 w 12192000"/>
              <a:gd name="connsiteY205" fmla="*/ 2235089 h 2237474"/>
              <a:gd name="connsiteX206" fmla="*/ 1324828 w 12192000"/>
              <a:gd name="connsiteY206" fmla="*/ 2231968 h 2237474"/>
              <a:gd name="connsiteX207" fmla="*/ 1297744 w 12192000"/>
              <a:gd name="connsiteY207" fmla="*/ 2235849 h 2237474"/>
              <a:gd name="connsiteX208" fmla="*/ 1286236 w 12192000"/>
              <a:gd name="connsiteY208" fmla="*/ 2233135 h 2237474"/>
              <a:gd name="connsiteX209" fmla="*/ 1283504 w 12192000"/>
              <a:gd name="connsiteY209" fmla="*/ 2233797 h 2237474"/>
              <a:gd name="connsiteX210" fmla="*/ 1279765 w 12192000"/>
              <a:gd name="connsiteY210" fmla="*/ 2229639 h 2237474"/>
              <a:gd name="connsiteX211" fmla="*/ 1195347 w 12192000"/>
              <a:gd name="connsiteY211" fmla="*/ 2212354 h 2237474"/>
              <a:gd name="connsiteX212" fmla="*/ 970251 w 12192000"/>
              <a:gd name="connsiteY212" fmla="*/ 2221029 h 2237474"/>
              <a:gd name="connsiteX213" fmla="*/ 812914 w 12192000"/>
              <a:gd name="connsiteY213" fmla="*/ 2202752 h 2237474"/>
              <a:gd name="connsiteX214" fmla="*/ 800195 w 12192000"/>
              <a:gd name="connsiteY214" fmla="*/ 2209407 h 2237474"/>
              <a:gd name="connsiteX215" fmla="*/ 784978 w 12192000"/>
              <a:gd name="connsiteY215" fmla="*/ 2212360 h 2237474"/>
              <a:gd name="connsiteX216" fmla="*/ 681987 w 12192000"/>
              <a:gd name="connsiteY216" fmla="*/ 2216757 h 2237474"/>
              <a:gd name="connsiteX217" fmla="*/ 669923 w 12192000"/>
              <a:gd name="connsiteY217" fmla="*/ 2211682 h 2237474"/>
              <a:gd name="connsiteX218" fmla="*/ 648680 w 12192000"/>
              <a:gd name="connsiteY218" fmla="*/ 2206229 h 2237474"/>
              <a:gd name="connsiteX219" fmla="*/ 597225 w 12192000"/>
              <a:gd name="connsiteY219" fmla="*/ 2180999 h 2237474"/>
              <a:gd name="connsiteX220" fmla="*/ 558449 w 12192000"/>
              <a:gd name="connsiteY220" fmla="*/ 2182346 h 2237474"/>
              <a:gd name="connsiteX221" fmla="*/ 550517 w 12192000"/>
              <a:gd name="connsiteY221" fmla="*/ 2182060 h 2237474"/>
              <a:gd name="connsiteX222" fmla="*/ 550309 w 12192000"/>
              <a:gd name="connsiteY222" fmla="*/ 2181825 h 2237474"/>
              <a:gd name="connsiteX223" fmla="*/ 541836 w 12192000"/>
              <a:gd name="connsiteY223" fmla="*/ 2181063 h 2237474"/>
              <a:gd name="connsiteX224" fmla="*/ 536057 w 12192000"/>
              <a:gd name="connsiteY224" fmla="*/ 2181537 h 2237474"/>
              <a:gd name="connsiteX225" fmla="*/ 520671 w 12192000"/>
              <a:gd name="connsiteY225" fmla="*/ 2180980 h 2237474"/>
              <a:gd name="connsiteX226" fmla="*/ 515024 w 12192000"/>
              <a:gd name="connsiteY226" fmla="*/ 2179258 h 2237474"/>
              <a:gd name="connsiteX227" fmla="*/ 512278 w 12192000"/>
              <a:gd name="connsiteY227" fmla="*/ 2176369 h 2237474"/>
              <a:gd name="connsiteX228" fmla="*/ 480419 w 12192000"/>
              <a:gd name="connsiteY228" fmla="*/ 2167807 h 2237474"/>
              <a:gd name="connsiteX229" fmla="*/ 413835 w 12192000"/>
              <a:gd name="connsiteY229" fmla="*/ 2156783 h 2237474"/>
              <a:gd name="connsiteX230" fmla="*/ 376513 w 12192000"/>
              <a:gd name="connsiteY230" fmla="*/ 2154014 h 2237474"/>
              <a:gd name="connsiteX231" fmla="*/ 273386 w 12192000"/>
              <a:gd name="connsiteY231" fmla="*/ 2142551 h 2237474"/>
              <a:gd name="connsiteX232" fmla="*/ 169207 w 12192000"/>
              <a:gd name="connsiteY232" fmla="*/ 2128100 h 2237474"/>
              <a:gd name="connsiteX233" fmla="*/ 93149 w 12192000"/>
              <a:gd name="connsiteY233" fmla="*/ 2105324 h 2237474"/>
              <a:gd name="connsiteX234" fmla="*/ 88109 w 12192000"/>
              <a:gd name="connsiteY234" fmla="*/ 2106704 h 2237474"/>
              <a:gd name="connsiteX235" fmla="*/ 80022 w 12192000"/>
              <a:gd name="connsiteY235" fmla="*/ 2107254 h 2237474"/>
              <a:gd name="connsiteX236" fmla="*/ 79717 w 12192000"/>
              <a:gd name="connsiteY236" fmla="*/ 2107046 h 2237474"/>
              <a:gd name="connsiteX237" fmla="*/ 72352 w 12192000"/>
              <a:gd name="connsiteY237" fmla="*/ 2107991 h 2237474"/>
              <a:gd name="connsiteX238" fmla="*/ 37645 w 12192000"/>
              <a:gd name="connsiteY238" fmla="*/ 2115401 h 2237474"/>
              <a:gd name="connsiteX239" fmla="*/ 4572 w 12192000"/>
              <a:gd name="connsiteY239" fmla="*/ 2111091 h 2237474"/>
              <a:gd name="connsiteX240" fmla="*/ 0 w 12192000"/>
              <a:gd name="connsiteY240" fmla="*/ 2110468 h 2237474"/>
              <a:gd name="connsiteX241" fmla="*/ 0 w 12192000"/>
              <a:gd name="connsiteY2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64741 w 12192000"/>
              <a:gd name="connsiteY151" fmla="*/ 1869433 h 2237474"/>
              <a:gd name="connsiteX152" fmla="*/ 3751332 w 12192000"/>
              <a:gd name="connsiteY152" fmla="*/ 1869854 h 2237474"/>
              <a:gd name="connsiteX153" fmla="*/ 3748155 w 12192000"/>
              <a:gd name="connsiteY153" fmla="*/ 1868903 h 2237474"/>
              <a:gd name="connsiteX154" fmla="*/ 3729530 w 12192000"/>
              <a:gd name="connsiteY154" fmla="*/ 1864513 h 2237474"/>
              <a:gd name="connsiteX155" fmla="*/ 3680177 w 12192000"/>
              <a:gd name="connsiteY155" fmla="*/ 1881552 h 2237474"/>
              <a:gd name="connsiteX156" fmla="*/ 3567259 w 12192000"/>
              <a:gd name="connsiteY156" fmla="*/ 1893482 h 2237474"/>
              <a:gd name="connsiteX157" fmla="*/ 3405770 w 12192000"/>
              <a:gd name="connsiteY157" fmla="*/ 1904591 h 2237474"/>
              <a:gd name="connsiteX158" fmla="*/ 3280097 w 12192000"/>
              <a:gd name="connsiteY158" fmla="*/ 1919610 h 2237474"/>
              <a:gd name="connsiteX159" fmla="*/ 3123424 w 12192000"/>
              <a:gd name="connsiteY159" fmla="*/ 1952930 h 2237474"/>
              <a:gd name="connsiteX160" fmla="*/ 3009910 w 12192000"/>
              <a:gd name="connsiteY160" fmla="*/ 1957866 h 2237474"/>
              <a:gd name="connsiteX161" fmla="*/ 2995934 w 12192000"/>
              <a:gd name="connsiteY161" fmla="*/ 1967085 h 2237474"/>
              <a:gd name="connsiteX162" fmla="*/ 2980071 w 12192000"/>
              <a:gd name="connsiteY162" fmla="*/ 1972988 h 2237474"/>
              <a:gd name="connsiteX163" fmla="*/ 2978094 w 12192000"/>
              <a:gd name="connsiteY163" fmla="*/ 1972369 h 2237474"/>
              <a:gd name="connsiteX164" fmla="*/ 2942858 w 12192000"/>
              <a:gd name="connsiteY164" fmla="*/ 1981367 h 2237474"/>
              <a:gd name="connsiteX165" fmla="*/ 2875436 w 12192000"/>
              <a:gd name="connsiteY165" fmla="*/ 1996977 h 2237474"/>
              <a:gd name="connsiteX166" fmla="*/ 2874892 w 12192000"/>
              <a:gd name="connsiteY166" fmla="*/ 1996085 h 2237474"/>
              <a:gd name="connsiteX167" fmla="*/ 2864145 w 12192000"/>
              <a:gd name="connsiteY167" fmla="*/ 1994061 h 2237474"/>
              <a:gd name="connsiteX168" fmla="*/ 2843662 w 12192000"/>
              <a:gd name="connsiteY168" fmla="*/ 1992498 h 2237474"/>
              <a:gd name="connsiteX169" fmla="*/ 2796128 w 12192000"/>
              <a:gd name="connsiteY169" fmla="*/ 1976403 h 2237474"/>
              <a:gd name="connsiteX170" fmla="*/ 2756784 w 12192000"/>
              <a:gd name="connsiteY170" fmla="*/ 1985116 h 2237474"/>
              <a:gd name="connsiteX171" fmla="*/ 2748833 w 12192000"/>
              <a:gd name="connsiteY171" fmla="*/ 1986323 h 2237474"/>
              <a:gd name="connsiteX172" fmla="*/ 2748661 w 12192000"/>
              <a:gd name="connsiteY172" fmla="*/ 1986122 h 2237474"/>
              <a:gd name="connsiteX173" fmla="*/ 2740251 w 12192000"/>
              <a:gd name="connsiteY173" fmla="*/ 1986946 h 2237474"/>
              <a:gd name="connsiteX174" fmla="*/ 2718916 w 12192000"/>
              <a:gd name="connsiteY174" fmla="*/ 1990867 h 2237474"/>
              <a:gd name="connsiteX175" fmla="*/ 2713522 w 12192000"/>
              <a:gd name="connsiteY175" fmla="*/ 1990173 h 2237474"/>
              <a:gd name="connsiteX176" fmla="*/ 2680597 w 12192000"/>
              <a:gd name="connsiteY176" fmla="*/ 1984996 h 2237474"/>
              <a:gd name="connsiteX177" fmla="*/ 2578178 w 12192000"/>
              <a:gd name="connsiteY177" fmla="*/ 1990531 h 2237474"/>
              <a:gd name="connsiteX178" fmla="*/ 2476147 w 12192000"/>
              <a:gd name="connsiteY178" fmla="*/ 1998305 h 2237474"/>
              <a:gd name="connsiteX179" fmla="*/ 2373568 w 12192000"/>
              <a:gd name="connsiteY179" fmla="*/ 2003219 h 2237474"/>
              <a:gd name="connsiteX180" fmla="*/ 2321399 w 12192000"/>
              <a:gd name="connsiteY180" fmla="*/ 1989467 h 2237474"/>
              <a:gd name="connsiteX181" fmla="*/ 2315525 w 12192000"/>
              <a:gd name="connsiteY181" fmla="*/ 1989708 h 2237474"/>
              <a:gd name="connsiteX182" fmla="*/ 2300792 w 12192000"/>
              <a:gd name="connsiteY182" fmla="*/ 1994290 h 2237474"/>
              <a:gd name="connsiteX183" fmla="*/ 2295469 w 12192000"/>
              <a:gd name="connsiteY183" fmla="*/ 1996659 h 2237474"/>
              <a:gd name="connsiteX184" fmla="*/ 2287219 w 12192000"/>
              <a:gd name="connsiteY184" fmla="*/ 1998750 h 2237474"/>
              <a:gd name="connsiteX185" fmla="*/ 2286948 w 12192000"/>
              <a:gd name="connsiteY185" fmla="*/ 1998596 h 2237474"/>
              <a:gd name="connsiteX186" fmla="*/ 2243069 w 12192000"/>
              <a:gd name="connsiteY186" fmla="*/ 2015111 h 2237474"/>
              <a:gd name="connsiteX187" fmla="*/ 2186609 w 12192000"/>
              <a:gd name="connsiteY187" fmla="*/ 2008263 h 2237474"/>
              <a:gd name="connsiteX188" fmla="*/ 2164831 w 12192000"/>
              <a:gd name="connsiteY188" fmla="*/ 2010143 h 2237474"/>
              <a:gd name="connsiteX189" fmla="*/ 2152836 w 12192000"/>
              <a:gd name="connsiteY189" fmla="*/ 2010048 h 2237474"/>
              <a:gd name="connsiteX190" fmla="*/ 2117102 w 12192000"/>
              <a:gd name="connsiteY190" fmla="*/ 2023004 h 2237474"/>
              <a:gd name="connsiteX191" fmla="*/ 2111935 w 12192000"/>
              <a:gd name="connsiteY191" fmla="*/ 2023163 h 2237474"/>
              <a:gd name="connsiteX192" fmla="*/ 2089991 w 12192000"/>
              <a:gd name="connsiteY192" fmla="*/ 2034193 h 2237474"/>
              <a:gd name="connsiteX193" fmla="*/ 2058061 w 12192000"/>
              <a:gd name="connsiteY193" fmla="*/ 2047942 h 2237474"/>
              <a:gd name="connsiteX194" fmla="*/ 2055737 w 12192000"/>
              <a:gd name="connsiteY194" fmla="*/ 2047704 h 2237474"/>
              <a:gd name="connsiteX195" fmla="*/ 2042244 w 12192000"/>
              <a:gd name="connsiteY195" fmla="*/ 2055560 h 2237474"/>
              <a:gd name="connsiteX196" fmla="*/ 1976224 w 12192000"/>
              <a:gd name="connsiteY196" fmla="*/ 2074257 h 2237474"/>
              <a:gd name="connsiteX197" fmla="*/ 1877728 w 12192000"/>
              <a:gd name="connsiteY197" fmla="*/ 2101004 h 2237474"/>
              <a:gd name="connsiteX198" fmla="*/ 1759056 w 12192000"/>
              <a:gd name="connsiteY198" fmla="*/ 2125608 h 2237474"/>
              <a:gd name="connsiteX199" fmla="*/ 1637948 w 12192000"/>
              <a:gd name="connsiteY199" fmla="*/ 2172597 h 2237474"/>
              <a:gd name="connsiteX200" fmla="*/ 1434549 w 12192000"/>
              <a:gd name="connsiteY200" fmla="*/ 2234522 h 2237474"/>
              <a:gd name="connsiteX201" fmla="*/ 1398481 w 12192000"/>
              <a:gd name="connsiteY201" fmla="*/ 2237074 h 2237474"/>
              <a:gd name="connsiteX202" fmla="*/ 1398407 w 12192000"/>
              <a:gd name="connsiteY202" fmla="*/ 2237095 h 2237474"/>
              <a:gd name="connsiteX203" fmla="*/ 1370962 w 12192000"/>
              <a:gd name="connsiteY203" fmla="*/ 2237474 h 2237474"/>
              <a:gd name="connsiteX204" fmla="*/ 1356367 w 12192000"/>
              <a:gd name="connsiteY204" fmla="*/ 2235089 h 2237474"/>
              <a:gd name="connsiteX205" fmla="*/ 1324828 w 12192000"/>
              <a:gd name="connsiteY205" fmla="*/ 2231968 h 2237474"/>
              <a:gd name="connsiteX206" fmla="*/ 1297744 w 12192000"/>
              <a:gd name="connsiteY206" fmla="*/ 2235849 h 2237474"/>
              <a:gd name="connsiteX207" fmla="*/ 1286236 w 12192000"/>
              <a:gd name="connsiteY207" fmla="*/ 2233135 h 2237474"/>
              <a:gd name="connsiteX208" fmla="*/ 1283504 w 12192000"/>
              <a:gd name="connsiteY208" fmla="*/ 2233797 h 2237474"/>
              <a:gd name="connsiteX209" fmla="*/ 1279765 w 12192000"/>
              <a:gd name="connsiteY209" fmla="*/ 2229639 h 2237474"/>
              <a:gd name="connsiteX210" fmla="*/ 1195347 w 12192000"/>
              <a:gd name="connsiteY210" fmla="*/ 2212354 h 2237474"/>
              <a:gd name="connsiteX211" fmla="*/ 970251 w 12192000"/>
              <a:gd name="connsiteY211" fmla="*/ 2221029 h 2237474"/>
              <a:gd name="connsiteX212" fmla="*/ 812914 w 12192000"/>
              <a:gd name="connsiteY212" fmla="*/ 2202752 h 2237474"/>
              <a:gd name="connsiteX213" fmla="*/ 800195 w 12192000"/>
              <a:gd name="connsiteY213" fmla="*/ 2209407 h 2237474"/>
              <a:gd name="connsiteX214" fmla="*/ 784978 w 12192000"/>
              <a:gd name="connsiteY214" fmla="*/ 2212360 h 2237474"/>
              <a:gd name="connsiteX215" fmla="*/ 681987 w 12192000"/>
              <a:gd name="connsiteY215" fmla="*/ 2216757 h 2237474"/>
              <a:gd name="connsiteX216" fmla="*/ 669923 w 12192000"/>
              <a:gd name="connsiteY216" fmla="*/ 2211682 h 2237474"/>
              <a:gd name="connsiteX217" fmla="*/ 648680 w 12192000"/>
              <a:gd name="connsiteY217" fmla="*/ 2206229 h 2237474"/>
              <a:gd name="connsiteX218" fmla="*/ 597225 w 12192000"/>
              <a:gd name="connsiteY218" fmla="*/ 2180999 h 2237474"/>
              <a:gd name="connsiteX219" fmla="*/ 558449 w 12192000"/>
              <a:gd name="connsiteY219" fmla="*/ 2182346 h 2237474"/>
              <a:gd name="connsiteX220" fmla="*/ 550517 w 12192000"/>
              <a:gd name="connsiteY220" fmla="*/ 2182060 h 2237474"/>
              <a:gd name="connsiteX221" fmla="*/ 550309 w 12192000"/>
              <a:gd name="connsiteY221" fmla="*/ 2181825 h 2237474"/>
              <a:gd name="connsiteX222" fmla="*/ 541836 w 12192000"/>
              <a:gd name="connsiteY222" fmla="*/ 2181063 h 2237474"/>
              <a:gd name="connsiteX223" fmla="*/ 536057 w 12192000"/>
              <a:gd name="connsiteY223" fmla="*/ 2181537 h 2237474"/>
              <a:gd name="connsiteX224" fmla="*/ 520671 w 12192000"/>
              <a:gd name="connsiteY224" fmla="*/ 2180980 h 2237474"/>
              <a:gd name="connsiteX225" fmla="*/ 515024 w 12192000"/>
              <a:gd name="connsiteY225" fmla="*/ 2179258 h 2237474"/>
              <a:gd name="connsiteX226" fmla="*/ 512278 w 12192000"/>
              <a:gd name="connsiteY226" fmla="*/ 2176369 h 2237474"/>
              <a:gd name="connsiteX227" fmla="*/ 480419 w 12192000"/>
              <a:gd name="connsiteY227" fmla="*/ 2167807 h 2237474"/>
              <a:gd name="connsiteX228" fmla="*/ 413835 w 12192000"/>
              <a:gd name="connsiteY228" fmla="*/ 2156783 h 2237474"/>
              <a:gd name="connsiteX229" fmla="*/ 376513 w 12192000"/>
              <a:gd name="connsiteY229" fmla="*/ 2154014 h 2237474"/>
              <a:gd name="connsiteX230" fmla="*/ 273386 w 12192000"/>
              <a:gd name="connsiteY230" fmla="*/ 2142551 h 2237474"/>
              <a:gd name="connsiteX231" fmla="*/ 169207 w 12192000"/>
              <a:gd name="connsiteY231" fmla="*/ 2128100 h 2237474"/>
              <a:gd name="connsiteX232" fmla="*/ 93149 w 12192000"/>
              <a:gd name="connsiteY232" fmla="*/ 2105324 h 2237474"/>
              <a:gd name="connsiteX233" fmla="*/ 88109 w 12192000"/>
              <a:gd name="connsiteY233" fmla="*/ 2106704 h 2237474"/>
              <a:gd name="connsiteX234" fmla="*/ 80022 w 12192000"/>
              <a:gd name="connsiteY234" fmla="*/ 2107254 h 2237474"/>
              <a:gd name="connsiteX235" fmla="*/ 79717 w 12192000"/>
              <a:gd name="connsiteY235" fmla="*/ 2107046 h 2237474"/>
              <a:gd name="connsiteX236" fmla="*/ 72352 w 12192000"/>
              <a:gd name="connsiteY236" fmla="*/ 2107991 h 2237474"/>
              <a:gd name="connsiteX237" fmla="*/ 37645 w 12192000"/>
              <a:gd name="connsiteY237" fmla="*/ 2115401 h 2237474"/>
              <a:gd name="connsiteX238" fmla="*/ 4572 w 12192000"/>
              <a:gd name="connsiteY238" fmla="*/ 2111091 h 2237474"/>
              <a:gd name="connsiteX239" fmla="*/ 0 w 12192000"/>
              <a:gd name="connsiteY239" fmla="*/ 2110468 h 2237474"/>
              <a:gd name="connsiteX240" fmla="*/ 0 w 12192000"/>
              <a:gd name="connsiteY2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51332 w 12192000"/>
              <a:gd name="connsiteY151" fmla="*/ 1869854 h 2237474"/>
              <a:gd name="connsiteX152" fmla="*/ 3748155 w 12192000"/>
              <a:gd name="connsiteY152" fmla="*/ 1868903 h 2237474"/>
              <a:gd name="connsiteX153" fmla="*/ 3729530 w 12192000"/>
              <a:gd name="connsiteY153" fmla="*/ 1864513 h 2237474"/>
              <a:gd name="connsiteX154" fmla="*/ 3680177 w 12192000"/>
              <a:gd name="connsiteY154" fmla="*/ 1881552 h 2237474"/>
              <a:gd name="connsiteX155" fmla="*/ 3567259 w 12192000"/>
              <a:gd name="connsiteY155" fmla="*/ 1893482 h 2237474"/>
              <a:gd name="connsiteX156" fmla="*/ 3405770 w 12192000"/>
              <a:gd name="connsiteY156" fmla="*/ 1904591 h 2237474"/>
              <a:gd name="connsiteX157" fmla="*/ 3280097 w 12192000"/>
              <a:gd name="connsiteY157" fmla="*/ 1919610 h 2237474"/>
              <a:gd name="connsiteX158" fmla="*/ 3123424 w 12192000"/>
              <a:gd name="connsiteY158" fmla="*/ 1952930 h 2237474"/>
              <a:gd name="connsiteX159" fmla="*/ 3009910 w 12192000"/>
              <a:gd name="connsiteY159" fmla="*/ 1957866 h 2237474"/>
              <a:gd name="connsiteX160" fmla="*/ 2995934 w 12192000"/>
              <a:gd name="connsiteY160" fmla="*/ 1967085 h 2237474"/>
              <a:gd name="connsiteX161" fmla="*/ 2980071 w 12192000"/>
              <a:gd name="connsiteY161" fmla="*/ 1972988 h 2237474"/>
              <a:gd name="connsiteX162" fmla="*/ 2978094 w 12192000"/>
              <a:gd name="connsiteY162" fmla="*/ 1972369 h 2237474"/>
              <a:gd name="connsiteX163" fmla="*/ 2942858 w 12192000"/>
              <a:gd name="connsiteY163" fmla="*/ 1981367 h 2237474"/>
              <a:gd name="connsiteX164" fmla="*/ 2875436 w 12192000"/>
              <a:gd name="connsiteY164" fmla="*/ 1996977 h 2237474"/>
              <a:gd name="connsiteX165" fmla="*/ 2874892 w 12192000"/>
              <a:gd name="connsiteY165" fmla="*/ 1996085 h 2237474"/>
              <a:gd name="connsiteX166" fmla="*/ 2864145 w 12192000"/>
              <a:gd name="connsiteY166" fmla="*/ 1994061 h 2237474"/>
              <a:gd name="connsiteX167" fmla="*/ 2843662 w 12192000"/>
              <a:gd name="connsiteY167" fmla="*/ 1992498 h 2237474"/>
              <a:gd name="connsiteX168" fmla="*/ 2796128 w 12192000"/>
              <a:gd name="connsiteY168" fmla="*/ 1976403 h 2237474"/>
              <a:gd name="connsiteX169" fmla="*/ 2756784 w 12192000"/>
              <a:gd name="connsiteY169" fmla="*/ 1985116 h 2237474"/>
              <a:gd name="connsiteX170" fmla="*/ 2748833 w 12192000"/>
              <a:gd name="connsiteY170" fmla="*/ 1986323 h 2237474"/>
              <a:gd name="connsiteX171" fmla="*/ 2748661 w 12192000"/>
              <a:gd name="connsiteY171" fmla="*/ 1986122 h 2237474"/>
              <a:gd name="connsiteX172" fmla="*/ 2740251 w 12192000"/>
              <a:gd name="connsiteY172" fmla="*/ 1986946 h 2237474"/>
              <a:gd name="connsiteX173" fmla="*/ 2718916 w 12192000"/>
              <a:gd name="connsiteY173" fmla="*/ 1990867 h 2237474"/>
              <a:gd name="connsiteX174" fmla="*/ 2713522 w 12192000"/>
              <a:gd name="connsiteY174" fmla="*/ 1990173 h 2237474"/>
              <a:gd name="connsiteX175" fmla="*/ 2680597 w 12192000"/>
              <a:gd name="connsiteY175" fmla="*/ 1984996 h 2237474"/>
              <a:gd name="connsiteX176" fmla="*/ 2578178 w 12192000"/>
              <a:gd name="connsiteY176" fmla="*/ 1990531 h 2237474"/>
              <a:gd name="connsiteX177" fmla="*/ 2476147 w 12192000"/>
              <a:gd name="connsiteY177" fmla="*/ 1998305 h 2237474"/>
              <a:gd name="connsiteX178" fmla="*/ 2373568 w 12192000"/>
              <a:gd name="connsiteY178" fmla="*/ 2003219 h 2237474"/>
              <a:gd name="connsiteX179" fmla="*/ 2321399 w 12192000"/>
              <a:gd name="connsiteY179" fmla="*/ 1989467 h 2237474"/>
              <a:gd name="connsiteX180" fmla="*/ 2315525 w 12192000"/>
              <a:gd name="connsiteY180" fmla="*/ 1989708 h 2237474"/>
              <a:gd name="connsiteX181" fmla="*/ 2300792 w 12192000"/>
              <a:gd name="connsiteY181" fmla="*/ 1994290 h 2237474"/>
              <a:gd name="connsiteX182" fmla="*/ 2295469 w 12192000"/>
              <a:gd name="connsiteY182" fmla="*/ 1996659 h 2237474"/>
              <a:gd name="connsiteX183" fmla="*/ 2287219 w 12192000"/>
              <a:gd name="connsiteY183" fmla="*/ 1998750 h 2237474"/>
              <a:gd name="connsiteX184" fmla="*/ 2286948 w 12192000"/>
              <a:gd name="connsiteY184" fmla="*/ 1998596 h 2237474"/>
              <a:gd name="connsiteX185" fmla="*/ 2243069 w 12192000"/>
              <a:gd name="connsiteY185" fmla="*/ 2015111 h 2237474"/>
              <a:gd name="connsiteX186" fmla="*/ 2186609 w 12192000"/>
              <a:gd name="connsiteY186" fmla="*/ 2008263 h 2237474"/>
              <a:gd name="connsiteX187" fmla="*/ 2164831 w 12192000"/>
              <a:gd name="connsiteY187" fmla="*/ 2010143 h 2237474"/>
              <a:gd name="connsiteX188" fmla="*/ 2152836 w 12192000"/>
              <a:gd name="connsiteY188" fmla="*/ 2010048 h 2237474"/>
              <a:gd name="connsiteX189" fmla="*/ 2117102 w 12192000"/>
              <a:gd name="connsiteY189" fmla="*/ 2023004 h 2237474"/>
              <a:gd name="connsiteX190" fmla="*/ 2111935 w 12192000"/>
              <a:gd name="connsiteY190" fmla="*/ 2023163 h 2237474"/>
              <a:gd name="connsiteX191" fmla="*/ 2089991 w 12192000"/>
              <a:gd name="connsiteY191" fmla="*/ 2034193 h 2237474"/>
              <a:gd name="connsiteX192" fmla="*/ 2058061 w 12192000"/>
              <a:gd name="connsiteY192" fmla="*/ 2047942 h 2237474"/>
              <a:gd name="connsiteX193" fmla="*/ 2055737 w 12192000"/>
              <a:gd name="connsiteY193" fmla="*/ 2047704 h 2237474"/>
              <a:gd name="connsiteX194" fmla="*/ 2042244 w 12192000"/>
              <a:gd name="connsiteY194" fmla="*/ 2055560 h 2237474"/>
              <a:gd name="connsiteX195" fmla="*/ 1976224 w 12192000"/>
              <a:gd name="connsiteY195" fmla="*/ 2074257 h 2237474"/>
              <a:gd name="connsiteX196" fmla="*/ 1877728 w 12192000"/>
              <a:gd name="connsiteY196" fmla="*/ 2101004 h 2237474"/>
              <a:gd name="connsiteX197" fmla="*/ 1759056 w 12192000"/>
              <a:gd name="connsiteY197" fmla="*/ 2125608 h 2237474"/>
              <a:gd name="connsiteX198" fmla="*/ 1637948 w 12192000"/>
              <a:gd name="connsiteY198" fmla="*/ 2172597 h 2237474"/>
              <a:gd name="connsiteX199" fmla="*/ 1434549 w 12192000"/>
              <a:gd name="connsiteY199" fmla="*/ 2234522 h 2237474"/>
              <a:gd name="connsiteX200" fmla="*/ 1398481 w 12192000"/>
              <a:gd name="connsiteY200" fmla="*/ 2237074 h 2237474"/>
              <a:gd name="connsiteX201" fmla="*/ 1398407 w 12192000"/>
              <a:gd name="connsiteY201" fmla="*/ 2237095 h 2237474"/>
              <a:gd name="connsiteX202" fmla="*/ 1370962 w 12192000"/>
              <a:gd name="connsiteY202" fmla="*/ 2237474 h 2237474"/>
              <a:gd name="connsiteX203" fmla="*/ 1356367 w 12192000"/>
              <a:gd name="connsiteY203" fmla="*/ 2235089 h 2237474"/>
              <a:gd name="connsiteX204" fmla="*/ 1324828 w 12192000"/>
              <a:gd name="connsiteY204" fmla="*/ 2231968 h 2237474"/>
              <a:gd name="connsiteX205" fmla="*/ 1297744 w 12192000"/>
              <a:gd name="connsiteY205" fmla="*/ 2235849 h 2237474"/>
              <a:gd name="connsiteX206" fmla="*/ 1286236 w 12192000"/>
              <a:gd name="connsiteY206" fmla="*/ 2233135 h 2237474"/>
              <a:gd name="connsiteX207" fmla="*/ 1283504 w 12192000"/>
              <a:gd name="connsiteY207" fmla="*/ 2233797 h 2237474"/>
              <a:gd name="connsiteX208" fmla="*/ 1279765 w 12192000"/>
              <a:gd name="connsiteY208" fmla="*/ 2229639 h 2237474"/>
              <a:gd name="connsiteX209" fmla="*/ 1195347 w 12192000"/>
              <a:gd name="connsiteY209" fmla="*/ 2212354 h 2237474"/>
              <a:gd name="connsiteX210" fmla="*/ 970251 w 12192000"/>
              <a:gd name="connsiteY210" fmla="*/ 2221029 h 2237474"/>
              <a:gd name="connsiteX211" fmla="*/ 812914 w 12192000"/>
              <a:gd name="connsiteY211" fmla="*/ 2202752 h 2237474"/>
              <a:gd name="connsiteX212" fmla="*/ 800195 w 12192000"/>
              <a:gd name="connsiteY212" fmla="*/ 2209407 h 2237474"/>
              <a:gd name="connsiteX213" fmla="*/ 784978 w 12192000"/>
              <a:gd name="connsiteY213" fmla="*/ 2212360 h 2237474"/>
              <a:gd name="connsiteX214" fmla="*/ 681987 w 12192000"/>
              <a:gd name="connsiteY214" fmla="*/ 2216757 h 2237474"/>
              <a:gd name="connsiteX215" fmla="*/ 669923 w 12192000"/>
              <a:gd name="connsiteY215" fmla="*/ 2211682 h 2237474"/>
              <a:gd name="connsiteX216" fmla="*/ 648680 w 12192000"/>
              <a:gd name="connsiteY216" fmla="*/ 2206229 h 2237474"/>
              <a:gd name="connsiteX217" fmla="*/ 597225 w 12192000"/>
              <a:gd name="connsiteY217" fmla="*/ 2180999 h 2237474"/>
              <a:gd name="connsiteX218" fmla="*/ 558449 w 12192000"/>
              <a:gd name="connsiteY218" fmla="*/ 2182346 h 2237474"/>
              <a:gd name="connsiteX219" fmla="*/ 550517 w 12192000"/>
              <a:gd name="connsiteY219" fmla="*/ 2182060 h 2237474"/>
              <a:gd name="connsiteX220" fmla="*/ 550309 w 12192000"/>
              <a:gd name="connsiteY220" fmla="*/ 2181825 h 2237474"/>
              <a:gd name="connsiteX221" fmla="*/ 541836 w 12192000"/>
              <a:gd name="connsiteY221" fmla="*/ 2181063 h 2237474"/>
              <a:gd name="connsiteX222" fmla="*/ 536057 w 12192000"/>
              <a:gd name="connsiteY222" fmla="*/ 2181537 h 2237474"/>
              <a:gd name="connsiteX223" fmla="*/ 520671 w 12192000"/>
              <a:gd name="connsiteY223" fmla="*/ 2180980 h 2237474"/>
              <a:gd name="connsiteX224" fmla="*/ 515024 w 12192000"/>
              <a:gd name="connsiteY224" fmla="*/ 2179258 h 2237474"/>
              <a:gd name="connsiteX225" fmla="*/ 512278 w 12192000"/>
              <a:gd name="connsiteY225" fmla="*/ 2176369 h 2237474"/>
              <a:gd name="connsiteX226" fmla="*/ 480419 w 12192000"/>
              <a:gd name="connsiteY226" fmla="*/ 2167807 h 2237474"/>
              <a:gd name="connsiteX227" fmla="*/ 413835 w 12192000"/>
              <a:gd name="connsiteY227" fmla="*/ 2156783 h 2237474"/>
              <a:gd name="connsiteX228" fmla="*/ 376513 w 12192000"/>
              <a:gd name="connsiteY228" fmla="*/ 2154014 h 2237474"/>
              <a:gd name="connsiteX229" fmla="*/ 273386 w 12192000"/>
              <a:gd name="connsiteY229" fmla="*/ 2142551 h 2237474"/>
              <a:gd name="connsiteX230" fmla="*/ 169207 w 12192000"/>
              <a:gd name="connsiteY230" fmla="*/ 2128100 h 2237474"/>
              <a:gd name="connsiteX231" fmla="*/ 93149 w 12192000"/>
              <a:gd name="connsiteY231" fmla="*/ 2105324 h 2237474"/>
              <a:gd name="connsiteX232" fmla="*/ 88109 w 12192000"/>
              <a:gd name="connsiteY232" fmla="*/ 2106704 h 2237474"/>
              <a:gd name="connsiteX233" fmla="*/ 80022 w 12192000"/>
              <a:gd name="connsiteY233" fmla="*/ 2107254 h 2237474"/>
              <a:gd name="connsiteX234" fmla="*/ 79717 w 12192000"/>
              <a:gd name="connsiteY234" fmla="*/ 2107046 h 2237474"/>
              <a:gd name="connsiteX235" fmla="*/ 72352 w 12192000"/>
              <a:gd name="connsiteY235" fmla="*/ 2107991 h 2237474"/>
              <a:gd name="connsiteX236" fmla="*/ 37645 w 12192000"/>
              <a:gd name="connsiteY236" fmla="*/ 2115401 h 2237474"/>
              <a:gd name="connsiteX237" fmla="*/ 4572 w 12192000"/>
              <a:gd name="connsiteY237" fmla="*/ 2111091 h 2237474"/>
              <a:gd name="connsiteX238" fmla="*/ 0 w 12192000"/>
              <a:gd name="connsiteY238" fmla="*/ 2110468 h 2237474"/>
              <a:gd name="connsiteX239" fmla="*/ 0 w 12192000"/>
              <a:gd name="connsiteY23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51332 w 12192000"/>
              <a:gd name="connsiteY151" fmla="*/ 1869854 h 2237474"/>
              <a:gd name="connsiteX152" fmla="*/ 3729530 w 12192000"/>
              <a:gd name="connsiteY152" fmla="*/ 1864513 h 2237474"/>
              <a:gd name="connsiteX153" fmla="*/ 3680177 w 12192000"/>
              <a:gd name="connsiteY153" fmla="*/ 1881552 h 2237474"/>
              <a:gd name="connsiteX154" fmla="*/ 3567259 w 12192000"/>
              <a:gd name="connsiteY154" fmla="*/ 1893482 h 2237474"/>
              <a:gd name="connsiteX155" fmla="*/ 3405770 w 12192000"/>
              <a:gd name="connsiteY155" fmla="*/ 1904591 h 2237474"/>
              <a:gd name="connsiteX156" fmla="*/ 3280097 w 12192000"/>
              <a:gd name="connsiteY156" fmla="*/ 1919610 h 2237474"/>
              <a:gd name="connsiteX157" fmla="*/ 3123424 w 12192000"/>
              <a:gd name="connsiteY157" fmla="*/ 1952930 h 2237474"/>
              <a:gd name="connsiteX158" fmla="*/ 3009910 w 12192000"/>
              <a:gd name="connsiteY158" fmla="*/ 1957866 h 2237474"/>
              <a:gd name="connsiteX159" fmla="*/ 2995934 w 12192000"/>
              <a:gd name="connsiteY159" fmla="*/ 1967085 h 2237474"/>
              <a:gd name="connsiteX160" fmla="*/ 2980071 w 12192000"/>
              <a:gd name="connsiteY160" fmla="*/ 1972988 h 2237474"/>
              <a:gd name="connsiteX161" fmla="*/ 2978094 w 12192000"/>
              <a:gd name="connsiteY161" fmla="*/ 1972369 h 2237474"/>
              <a:gd name="connsiteX162" fmla="*/ 2942858 w 12192000"/>
              <a:gd name="connsiteY162" fmla="*/ 1981367 h 2237474"/>
              <a:gd name="connsiteX163" fmla="*/ 2875436 w 12192000"/>
              <a:gd name="connsiteY163" fmla="*/ 1996977 h 2237474"/>
              <a:gd name="connsiteX164" fmla="*/ 2874892 w 12192000"/>
              <a:gd name="connsiteY164" fmla="*/ 1996085 h 2237474"/>
              <a:gd name="connsiteX165" fmla="*/ 2864145 w 12192000"/>
              <a:gd name="connsiteY165" fmla="*/ 1994061 h 2237474"/>
              <a:gd name="connsiteX166" fmla="*/ 2843662 w 12192000"/>
              <a:gd name="connsiteY166" fmla="*/ 1992498 h 2237474"/>
              <a:gd name="connsiteX167" fmla="*/ 2796128 w 12192000"/>
              <a:gd name="connsiteY167" fmla="*/ 1976403 h 2237474"/>
              <a:gd name="connsiteX168" fmla="*/ 2756784 w 12192000"/>
              <a:gd name="connsiteY168" fmla="*/ 1985116 h 2237474"/>
              <a:gd name="connsiteX169" fmla="*/ 2748833 w 12192000"/>
              <a:gd name="connsiteY169" fmla="*/ 1986323 h 2237474"/>
              <a:gd name="connsiteX170" fmla="*/ 2748661 w 12192000"/>
              <a:gd name="connsiteY170" fmla="*/ 1986122 h 2237474"/>
              <a:gd name="connsiteX171" fmla="*/ 2740251 w 12192000"/>
              <a:gd name="connsiteY171" fmla="*/ 1986946 h 2237474"/>
              <a:gd name="connsiteX172" fmla="*/ 2718916 w 12192000"/>
              <a:gd name="connsiteY172" fmla="*/ 1990867 h 2237474"/>
              <a:gd name="connsiteX173" fmla="*/ 2713522 w 12192000"/>
              <a:gd name="connsiteY173" fmla="*/ 1990173 h 2237474"/>
              <a:gd name="connsiteX174" fmla="*/ 2680597 w 12192000"/>
              <a:gd name="connsiteY174" fmla="*/ 1984996 h 2237474"/>
              <a:gd name="connsiteX175" fmla="*/ 2578178 w 12192000"/>
              <a:gd name="connsiteY175" fmla="*/ 1990531 h 2237474"/>
              <a:gd name="connsiteX176" fmla="*/ 2476147 w 12192000"/>
              <a:gd name="connsiteY176" fmla="*/ 1998305 h 2237474"/>
              <a:gd name="connsiteX177" fmla="*/ 2373568 w 12192000"/>
              <a:gd name="connsiteY177" fmla="*/ 2003219 h 2237474"/>
              <a:gd name="connsiteX178" fmla="*/ 2321399 w 12192000"/>
              <a:gd name="connsiteY178" fmla="*/ 1989467 h 2237474"/>
              <a:gd name="connsiteX179" fmla="*/ 2315525 w 12192000"/>
              <a:gd name="connsiteY179" fmla="*/ 1989708 h 2237474"/>
              <a:gd name="connsiteX180" fmla="*/ 2300792 w 12192000"/>
              <a:gd name="connsiteY180" fmla="*/ 1994290 h 2237474"/>
              <a:gd name="connsiteX181" fmla="*/ 2295469 w 12192000"/>
              <a:gd name="connsiteY181" fmla="*/ 1996659 h 2237474"/>
              <a:gd name="connsiteX182" fmla="*/ 2287219 w 12192000"/>
              <a:gd name="connsiteY182" fmla="*/ 1998750 h 2237474"/>
              <a:gd name="connsiteX183" fmla="*/ 2286948 w 12192000"/>
              <a:gd name="connsiteY183" fmla="*/ 1998596 h 2237474"/>
              <a:gd name="connsiteX184" fmla="*/ 2243069 w 12192000"/>
              <a:gd name="connsiteY184" fmla="*/ 2015111 h 2237474"/>
              <a:gd name="connsiteX185" fmla="*/ 2186609 w 12192000"/>
              <a:gd name="connsiteY185" fmla="*/ 2008263 h 2237474"/>
              <a:gd name="connsiteX186" fmla="*/ 2164831 w 12192000"/>
              <a:gd name="connsiteY186" fmla="*/ 2010143 h 2237474"/>
              <a:gd name="connsiteX187" fmla="*/ 2152836 w 12192000"/>
              <a:gd name="connsiteY187" fmla="*/ 2010048 h 2237474"/>
              <a:gd name="connsiteX188" fmla="*/ 2117102 w 12192000"/>
              <a:gd name="connsiteY188" fmla="*/ 2023004 h 2237474"/>
              <a:gd name="connsiteX189" fmla="*/ 2111935 w 12192000"/>
              <a:gd name="connsiteY189" fmla="*/ 2023163 h 2237474"/>
              <a:gd name="connsiteX190" fmla="*/ 2089991 w 12192000"/>
              <a:gd name="connsiteY190" fmla="*/ 2034193 h 2237474"/>
              <a:gd name="connsiteX191" fmla="*/ 2058061 w 12192000"/>
              <a:gd name="connsiteY191" fmla="*/ 2047942 h 2237474"/>
              <a:gd name="connsiteX192" fmla="*/ 2055737 w 12192000"/>
              <a:gd name="connsiteY192" fmla="*/ 2047704 h 2237474"/>
              <a:gd name="connsiteX193" fmla="*/ 2042244 w 12192000"/>
              <a:gd name="connsiteY193" fmla="*/ 2055560 h 2237474"/>
              <a:gd name="connsiteX194" fmla="*/ 1976224 w 12192000"/>
              <a:gd name="connsiteY194" fmla="*/ 2074257 h 2237474"/>
              <a:gd name="connsiteX195" fmla="*/ 1877728 w 12192000"/>
              <a:gd name="connsiteY195" fmla="*/ 2101004 h 2237474"/>
              <a:gd name="connsiteX196" fmla="*/ 1759056 w 12192000"/>
              <a:gd name="connsiteY196" fmla="*/ 2125608 h 2237474"/>
              <a:gd name="connsiteX197" fmla="*/ 1637948 w 12192000"/>
              <a:gd name="connsiteY197" fmla="*/ 2172597 h 2237474"/>
              <a:gd name="connsiteX198" fmla="*/ 1434549 w 12192000"/>
              <a:gd name="connsiteY198" fmla="*/ 2234522 h 2237474"/>
              <a:gd name="connsiteX199" fmla="*/ 1398481 w 12192000"/>
              <a:gd name="connsiteY199" fmla="*/ 2237074 h 2237474"/>
              <a:gd name="connsiteX200" fmla="*/ 1398407 w 12192000"/>
              <a:gd name="connsiteY200" fmla="*/ 2237095 h 2237474"/>
              <a:gd name="connsiteX201" fmla="*/ 1370962 w 12192000"/>
              <a:gd name="connsiteY201" fmla="*/ 2237474 h 2237474"/>
              <a:gd name="connsiteX202" fmla="*/ 1356367 w 12192000"/>
              <a:gd name="connsiteY202" fmla="*/ 2235089 h 2237474"/>
              <a:gd name="connsiteX203" fmla="*/ 1324828 w 12192000"/>
              <a:gd name="connsiteY203" fmla="*/ 2231968 h 2237474"/>
              <a:gd name="connsiteX204" fmla="*/ 1297744 w 12192000"/>
              <a:gd name="connsiteY204" fmla="*/ 2235849 h 2237474"/>
              <a:gd name="connsiteX205" fmla="*/ 1286236 w 12192000"/>
              <a:gd name="connsiteY205" fmla="*/ 2233135 h 2237474"/>
              <a:gd name="connsiteX206" fmla="*/ 1283504 w 12192000"/>
              <a:gd name="connsiteY206" fmla="*/ 2233797 h 2237474"/>
              <a:gd name="connsiteX207" fmla="*/ 1279765 w 12192000"/>
              <a:gd name="connsiteY207" fmla="*/ 2229639 h 2237474"/>
              <a:gd name="connsiteX208" fmla="*/ 1195347 w 12192000"/>
              <a:gd name="connsiteY208" fmla="*/ 2212354 h 2237474"/>
              <a:gd name="connsiteX209" fmla="*/ 970251 w 12192000"/>
              <a:gd name="connsiteY209" fmla="*/ 2221029 h 2237474"/>
              <a:gd name="connsiteX210" fmla="*/ 812914 w 12192000"/>
              <a:gd name="connsiteY210" fmla="*/ 2202752 h 2237474"/>
              <a:gd name="connsiteX211" fmla="*/ 800195 w 12192000"/>
              <a:gd name="connsiteY211" fmla="*/ 2209407 h 2237474"/>
              <a:gd name="connsiteX212" fmla="*/ 784978 w 12192000"/>
              <a:gd name="connsiteY212" fmla="*/ 2212360 h 2237474"/>
              <a:gd name="connsiteX213" fmla="*/ 681987 w 12192000"/>
              <a:gd name="connsiteY213" fmla="*/ 2216757 h 2237474"/>
              <a:gd name="connsiteX214" fmla="*/ 669923 w 12192000"/>
              <a:gd name="connsiteY214" fmla="*/ 2211682 h 2237474"/>
              <a:gd name="connsiteX215" fmla="*/ 648680 w 12192000"/>
              <a:gd name="connsiteY215" fmla="*/ 2206229 h 2237474"/>
              <a:gd name="connsiteX216" fmla="*/ 597225 w 12192000"/>
              <a:gd name="connsiteY216" fmla="*/ 2180999 h 2237474"/>
              <a:gd name="connsiteX217" fmla="*/ 558449 w 12192000"/>
              <a:gd name="connsiteY217" fmla="*/ 2182346 h 2237474"/>
              <a:gd name="connsiteX218" fmla="*/ 550517 w 12192000"/>
              <a:gd name="connsiteY218" fmla="*/ 2182060 h 2237474"/>
              <a:gd name="connsiteX219" fmla="*/ 550309 w 12192000"/>
              <a:gd name="connsiteY219" fmla="*/ 2181825 h 2237474"/>
              <a:gd name="connsiteX220" fmla="*/ 541836 w 12192000"/>
              <a:gd name="connsiteY220" fmla="*/ 2181063 h 2237474"/>
              <a:gd name="connsiteX221" fmla="*/ 536057 w 12192000"/>
              <a:gd name="connsiteY221" fmla="*/ 2181537 h 2237474"/>
              <a:gd name="connsiteX222" fmla="*/ 520671 w 12192000"/>
              <a:gd name="connsiteY222" fmla="*/ 2180980 h 2237474"/>
              <a:gd name="connsiteX223" fmla="*/ 515024 w 12192000"/>
              <a:gd name="connsiteY223" fmla="*/ 2179258 h 2237474"/>
              <a:gd name="connsiteX224" fmla="*/ 512278 w 12192000"/>
              <a:gd name="connsiteY224" fmla="*/ 2176369 h 2237474"/>
              <a:gd name="connsiteX225" fmla="*/ 480419 w 12192000"/>
              <a:gd name="connsiteY225" fmla="*/ 2167807 h 2237474"/>
              <a:gd name="connsiteX226" fmla="*/ 413835 w 12192000"/>
              <a:gd name="connsiteY226" fmla="*/ 2156783 h 2237474"/>
              <a:gd name="connsiteX227" fmla="*/ 376513 w 12192000"/>
              <a:gd name="connsiteY227" fmla="*/ 2154014 h 2237474"/>
              <a:gd name="connsiteX228" fmla="*/ 273386 w 12192000"/>
              <a:gd name="connsiteY228" fmla="*/ 2142551 h 2237474"/>
              <a:gd name="connsiteX229" fmla="*/ 169207 w 12192000"/>
              <a:gd name="connsiteY229" fmla="*/ 2128100 h 2237474"/>
              <a:gd name="connsiteX230" fmla="*/ 93149 w 12192000"/>
              <a:gd name="connsiteY230" fmla="*/ 2105324 h 2237474"/>
              <a:gd name="connsiteX231" fmla="*/ 88109 w 12192000"/>
              <a:gd name="connsiteY231" fmla="*/ 2106704 h 2237474"/>
              <a:gd name="connsiteX232" fmla="*/ 80022 w 12192000"/>
              <a:gd name="connsiteY232" fmla="*/ 2107254 h 2237474"/>
              <a:gd name="connsiteX233" fmla="*/ 79717 w 12192000"/>
              <a:gd name="connsiteY233" fmla="*/ 2107046 h 2237474"/>
              <a:gd name="connsiteX234" fmla="*/ 72352 w 12192000"/>
              <a:gd name="connsiteY234" fmla="*/ 2107991 h 2237474"/>
              <a:gd name="connsiteX235" fmla="*/ 37645 w 12192000"/>
              <a:gd name="connsiteY235" fmla="*/ 2115401 h 2237474"/>
              <a:gd name="connsiteX236" fmla="*/ 4572 w 12192000"/>
              <a:gd name="connsiteY236" fmla="*/ 2111091 h 2237474"/>
              <a:gd name="connsiteX237" fmla="*/ 0 w 12192000"/>
              <a:gd name="connsiteY237" fmla="*/ 2110468 h 2237474"/>
              <a:gd name="connsiteX238" fmla="*/ 0 w 12192000"/>
              <a:gd name="connsiteY23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29530 w 12192000"/>
              <a:gd name="connsiteY151" fmla="*/ 1864513 h 2237474"/>
              <a:gd name="connsiteX152" fmla="*/ 3680177 w 12192000"/>
              <a:gd name="connsiteY152" fmla="*/ 1881552 h 2237474"/>
              <a:gd name="connsiteX153" fmla="*/ 3567259 w 12192000"/>
              <a:gd name="connsiteY153" fmla="*/ 1893482 h 2237474"/>
              <a:gd name="connsiteX154" fmla="*/ 3405770 w 12192000"/>
              <a:gd name="connsiteY154" fmla="*/ 1904591 h 2237474"/>
              <a:gd name="connsiteX155" fmla="*/ 3280097 w 12192000"/>
              <a:gd name="connsiteY155" fmla="*/ 1919610 h 2237474"/>
              <a:gd name="connsiteX156" fmla="*/ 3123424 w 12192000"/>
              <a:gd name="connsiteY156" fmla="*/ 1952930 h 2237474"/>
              <a:gd name="connsiteX157" fmla="*/ 3009910 w 12192000"/>
              <a:gd name="connsiteY157" fmla="*/ 1957866 h 2237474"/>
              <a:gd name="connsiteX158" fmla="*/ 2995934 w 12192000"/>
              <a:gd name="connsiteY158" fmla="*/ 1967085 h 2237474"/>
              <a:gd name="connsiteX159" fmla="*/ 2980071 w 12192000"/>
              <a:gd name="connsiteY159" fmla="*/ 1972988 h 2237474"/>
              <a:gd name="connsiteX160" fmla="*/ 2978094 w 12192000"/>
              <a:gd name="connsiteY160" fmla="*/ 1972369 h 2237474"/>
              <a:gd name="connsiteX161" fmla="*/ 2942858 w 12192000"/>
              <a:gd name="connsiteY161" fmla="*/ 1981367 h 2237474"/>
              <a:gd name="connsiteX162" fmla="*/ 2875436 w 12192000"/>
              <a:gd name="connsiteY162" fmla="*/ 1996977 h 2237474"/>
              <a:gd name="connsiteX163" fmla="*/ 2874892 w 12192000"/>
              <a:gd name="connsiteY163" fmla="*/ 1996085 h 2237474"/>
              <a:gd name="connsiteX164" fmla="*/ 2864145 w 12192000"/>
              <a:gd name="connsiteY164" fmla="*/ 1994061 h 2237474"/>
              <a:gd name="connsiteX165" fmla="*/ 2843662 w 12192000"/>
              <a:gd name="connsiteY165" fmla="*/ 1992498 h 2237474"/>
              <a:gd name="connsiteX166" fmla="*/ 2796128 w 12192000"/>
              <a:gd name="connsiteY166" fmla="*/ 1976403 h 2237474"/>
              <a:gd name="connsiteX167" fmla="*/ 2756784 w 12192000"/>
              <a:gd name="connsiteY167" fmla="*/ 1985116 h 2237474"/>
              <a:gd name="connsiteX168" fmla="*/ 2748833 w 12192000"/>
              <a:gd name="connsiteY168" fmla="*/ 1986323 h 2237474"/>
              <a:gd name="connsiteX169" fmla="*/ 2748661 w 12192000"/>
              <a:gd name="connsiteY169" fmla="*/ 1986122 h 2237474"/>
              <a:gd name="connsiteX170" fmla="*/ 2740251 w 12192000"/>
              <a:gd name="connsiteY170" fmla="*/ 1986946 h 2237474"/>
              <a:gd name="connsiteX171" fmla="*/ 2718916 w 12192000"/>
              <a:gd name="connsiteY171" fmla="*/ 1990867 h 2237474"/>
              <a:gd name="connsiteX172" fmla="*/ 2713522 w 12192000"/>
              <a:gd name="connsiteY172" fmla="*/ 1990173 h 2237474"/>
              <a:gd name="connsiteX173" fmla="*/ 2680597 w 12192000"/>
              <a:gd name="connsiteY173" fmla="*/ 1984996 h 2237474"/>
              <a:gd name="connsiteX174" fmla="*/ 2578178 w 12192000"/>
              <a:gd name="connsiteY174" fmla="*/ 1990531 h 2237474"/>
              <a:gd name="connsiteX175" fmla="*/ 2476147 w 12192000"/>
              <a:gd name="connsiteY175" fmla="*/ 1998305 h 2237474"/>
              <a:gd name="connsiteX176" fmla="*/ 2373568 w 12192000"/>
              <a:gd name="connsiteY176" fmla="*/ 2003219 h 2237474"/>
              <a:gd name="connsiteX177" fmla="*/ 2321399 w 12192000"/>
              <a:gd name="connsiteY177" fmla="*/ 1989467 h 2237474"/>
              <a:gd name="connsiteX178" fmla="*/ 2315525 w 12192000"/>
              <a:gd name="connsiteY178" fmla="*/ 1989708 h 2237474"/>
              <a:gd name="connsiteX179" fmla="*/ 2300792 w 12192000"/>
              <a:gd name="connsiteY179" fmla="*/ 1994290 h 2237474"/>
              <a:gd name="connsiteX180" fmla="*/ 2295469 w 12192000"/>
              <a:gd name="connsiteY180" fmla="*/ 1996659 h 2237474"/>
              <a:gd name="connsiteX181" fmla="*/ 2287219 w 12192000"/>
              <a:gd name="connsiteY181" fmla="*/ 1998750 h 2237474"/>
              <a:gd name="connsiteX182" fmla="*/ 2286948 w 12192000"/>
              <a:gd name="connsiteY182" fmla="*/ 1998596 h 2237474"/>
              <a:gd name="connsiteX183" fmla="*/ 2243069 w 12192000"/>
              <a:gd name="connsiteY183" fmla="*/ 2015111 h 2237474"/>
              <a:gd name="connsiteX184" fmla="*/ 2186609 w 12192000"/>
              <a:gd name="connsiteY184" fmla="*/ 2008263 h 2237474"/>
              <a:gd name="connsiteX185" fmla="*/ 2164831 w 12192000"/>
              <a:gd name="connsiteY185" fmla="*/ 2010143 h 2237474"/>
              <a:gd name="connsiteX186" fmla="*/ 2152836 w 12192000"/>
              <a:gd name="connsiteY186" fmla="*/ 2010048 h 2237474"/>
              <a:gd name="connsiteX187" fmla="*/ 2117102 w 12192000"/>
              <a:gd name="connsiteY187" fmla="*/ 2023004 h 2237474"/>
              <a:gd name="connsiteX188" fmla="*/ 2111935 w 12192000"/>
              <a:gd name="connsiteY188" fmla="*/ 2023163 h 2237474"/>
              <a:gd name="connsiteX189" fmla="*/ 2089991 w 12192000"/>
              <a:gd name="connsiteY189" fmla="*/ 2034193 h 2237474"/>
              <a:gd name="connsiteX190" fmla="*/ 2058061 w 12192000"/>
              <a:gd name="connsiteY190" fmla="*/ 2047942 h 2237474"/>
              <a:gd name="connsiteX191" fmla="*/ 2055737 w 12192000"/>
              <a:gd name="connsiteY191" fmla="*/ 2047704 h 2237474"/>
              <a:gd name="connsiteX192" fmla="*/ 2042244 w 12192000"/>
              <a:gd name="connsiteY192" fmla="*/ 2055560 h 2237474"/>
              <a:gd name="connsiteX193" fmla="*/ 1976224 w 12192000"/>
              <a:gd name="connsiteY193" fmla="*/ 2074257 h 2237474"/>
              <a:gd name="connsiteX194" fmla="*/ 1877728 w 12192000"/>
              <a:gd name="connsiteY194" fmla="*/ 2101004 h 2237474"/>
              <a:gd name="connsiteX195" fmla="*/ 1759056 w 12192000"/>
              <a:gd name="connsiteY195" fmla="*/ 2125608 h 2237474"/>
              <a:gd name="connsiteX196" fmla="*/ 1637948 w 12192000"/>
              <a:gd name="connsiteY196" fmla="*/ 2172597 h 2237474"/>
              <a:gd name="connsiteX197" fmla="*/ 1434549 w 12192000"/>
              <a:gd name="connsiteY197" fmla="*/ 2234522 h 2237474"/>
              <a:gd name="connsiteX198" fmla="*/ 1398481 w 12192000"/>
              <a:gd name="connsiteY198" fmla="*/ 2237074 h 2237474"/>
              <a:gd name="connsiteX199" fmla="*/ 1398407 w 12192000"/>
              <a:gd name="connsiteY199" fmla="*/ 2237095 h 2237474"/>
              <a:gd name="connsiteX200" fmla="*/ 1370962 w 12192000"/>
              <a:gd name="connsiteY200" fmla="*/ 2237474 h 2237474"/>
              <a:gd name="connsiteX201" fmla="*/ 1356367 w 12192000"/>
              <a:gd name="connsiteY201" fmla="*/ 2235089 h 2237474"/>
              <a:gd name="connsiteX202" fmla="*/ 1324828 w 12192000"/>
              <a:gd name="connsiteY202" fmla="*/ 2231968 h 2237474"/>
              <a:gd name="connsiteX203" fmla="*/ 1297744 w 12192000"/>
              <a:gd name="connsiteY203" fmla="*/ 2235849 h 2237474"/>
              <a:gd name="connsiteX204" fmla="*/ 1286236 w 12192000"/>
              <a:gd name="connsiteY204" fmla="*/ 2233135 h 2237474"/>
              <a:gd name="connsiteX205" fmla="*/ 1283504 w 12192000"/>
              <a:gd name="connsiteY205" fmla="*/ 2233797 h 2237474"/>
              <a:gd name="connsiteX206" fmla="*/ 1279765 w 12192000"/>
              <a:gd name="connsiteY206" fmla="*/ 2229639 h 2237474"/>
              <a:gd name="connsiteX207" fmla="*/ 1195347 w 12192000"/>
              <a:gd name="connsiteY207" fmla="*/ 2212354 h 2237474"/>
              <a:gd name="connsiteX208" fmla="*/ 970251 w 12192000"/>
              <a:gd name="connsiteY208" fmla="*/ 2221029 h 2237474"/>
              <a:gd name="connsiteX209" fmla="*/ 812914 w 12192000"/>
              <a:gd name="connsiteY209" fmla="*/ 2202752 h 2237474"/>
              <a:gd name="connsiteX210" fmla="*/ 800195 w 12192000"/>
              <a:gd name="connsiteY210" fmla="*/ 2209407 h 2237474"/>
              <a:gd name="connsiteX211" fmla="*/ 784978 w 12192000"/>
              <a:gd name="connsiteY211" fmla="*/ 2212360 h 2237474"/>
              <a:gd name="connsiteX212" fmla="*/ 681987 w 12192000"/>
              <a:gd name="connsiteY212" fmla="*/ 2216757 h 2237474"/>
              <a:gd name="connsiteX213" fmla="*/ 669923 w 12192000"/>
              <a:gd name="connsiteY213" fmla="*/ 2211682 h 2237474"/>
              <a:gd name="connsiteX214" fmla="*/ 648680 w 12192000"/>
              <a:gd name="connsiteY214" fmla="*/ 2206229 h 2237474"/>
              <a:gd name="connsiteX215" fmla="*/ 597225 w 12192000"/>
              <a:gd name="connsiteY215" fmla="*/ 2180999 h 2237474"/>
              <a:gd name="connsiteX216" fmla="*/ 558449 w 12192000"/>
              <a:gd name="connsiteY216" fmla="*/ 2182346 h 2237474"/>
              <a:gd name="connsiteX217" fmla="*/ 550517 w 12192000"/>
              <a:gd name="connsiteY217" fmla="*/ 2182060 h 2237474"/>
              <a:gd name="connsiteX218" fmla="*/ 550309 w 12192000"/>
              <a:gd name="connsiteY218" fmla="*/ 2181825 h 2237474"/>
              <a:gd name="connsiteX219" fmla="*/ 541836 w 12192000"/>
              <a:gd name="connsiteY219" fmla="*/ 2181063 h 2237474"/>
              <a:gd name="connsiteX220" fmla="*/ 536057 w 12192000"/>
              <a:gd name="connsiteY220" fmla="*/ 2181537 h 2237474"/>
              <a:gd name="connsiteX221" fmla="*/ 520671 w 12192000"/>
              <a:gd name="connsiteY221" fmla="*/ 2180980 h 2237474"/>
              <a:gd name="connsiteX222" fmla="*/ 515024 w 12192000"/>
              <a:gd name="connsiteY222" fmla="*/ 2179258 h 2237474"/>
              <a:gd name="connsiteX223" fmla="*/ 512278 w 12192000"/>
              <a:gd name="connsiteY223" fmla="*/ 2176369 h 2237474"/>
              <a:gd name="connsiteX224" fmla="*/ 480419 w 12192000"/>
              <a:gd name="connsiteY224" fmla="*/ 2167807 h 2237474"/>
              <a:gd name="connsiteX225" fmla="*/ 413835 w 12192000"/>
              <a:gd name="connsiteY225" fmla="*/ 2156783 h 2237474"/>
              <a:gd name="connsiteX226" fmla="*/ 376513 w 12192000"/>
              <a:gd name="connsiteY226" fmla="*/ 2154014 h 2237474"/>
              <a:gd name="connsiteX227" fmla="*/ 273386 w 12192000"/>
              <a:gd name="connsiteY227" fmla="*/ 2142551 h 2237474"/>
              <a:gd name="connsiteX228" fmla="*/ 169207 w 12192000"/>
              <a:gd name="connsiteY228" fmla="*/ 2128100 h 2237474"/>
              <a:gd name="connsiteX229" fmla="*/ 93149 w 12192000"/>
              <a:gd name="connsiteY229" fmla="*/ 2105324 h 2237474"/>
              <a:gd name="connsiteX230" fmla="*/ 88109 w 12192000"/>
              <a:gd name="connsiteY230" fmla="*/ 2106704 h 2237474"/>
              <a:gd name="connsiteX231" fmla="*/ 80022 w 12192000"/>
              <a:gd name="connsiteY231" fmla="*/ 2107254 h 2237474"/>
              <a:gd name="connsiteX232" fmla="*/ 79717 w 12192000"/>
              <a:gd name="connsiteY232" fmla="*/ 2107046 h 2237474"/>
              <a:gd name="connsiteX233" fmla="*/ 72352 w 12192000"/>
              <a:gd name="connsiteY233" fmla="*/ 2107991 h 2237474"/>
              <a:gd name="connsiteX234" fmla="*/ 37645 w 12192000"/>
              <a:gd name="connsiteY234" fmla="*/ 2115401 h 2237474"/>
              <a:gd name="connsiteX235" fmla="*/ 4572 w 12192000"/>
              <a:gd name="connsiteY235" fmla="*/ 2111091 h 2237474"/>
              <a:gd name="connsiteX236" fmla="*/ 0 w 12192000"/>
              <a:gd name="connsiteY236" fmla="*/ 2110468 h 2237474"/>
              <a:gd name="connsiteX237" fmla="*/ 0 w 12192000"/>
              <a:gd name="connsiteY23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29530 w 12192000"/>
              <a:gd name="connsiteY150" fmla="*/ 1864513 h 2237474"/>
              <a:gd name="connsiteX151" fmla="*/ 3680177 w 12192000"/>
              <a:gd name="connsiteY151" fmla="*/ 1881552 h 2237474"/>
              <a:gd name="connsiteX152" fmla="*/ 3567259 w 12192000"/>
              <a:gd name="connsiteY152" fmla="*/ 1893482 h 2237474"/>
              <a:gd name="connsiteX153" fmla="*/ 3405770 w 12192000"/>
              <a:gd name="connsiteY153" fmla="*/ 1904591 h 2237474"/>
              <a:gd name="connsiteX154" fmla="*/ 3280097 w 12192000"/>
              <a:gd name="connsiteY154" fmla="*/ 1919610 h 2237474"/>
              <a:gd name="connsiteX155" fmla="*/ 3123424 w 12192000"/>
              <a:gd name="connsiteY155" fmla="*/ 1952930 h 2237474"/>
              <a:gd name="connsiteX156" fmla="*/ 3009910 w 12192000"/>
              <a:gd name="connsiteY156" fmla="*/ 1957866 h 2237474"/>
              <a:gd name="connsiteX157" fmla="*/ 2995934 w 12192000"/>
              <a:gd name="connsiteY157" fmla="*/ 1967085 h 2237474"/>
              <a:gd name="connsiteX158" fmla="*/ 2980071 w 12192000"/>
              <a:gd name="connsiteY158" fmla="*/ 1972988 h 2237474"/>
              <a:gd name="connsiteX159" fmla="*/ 2978094 w 12192000"/>
              <a:gd name="connsiteY159" fmla="*/ 1972369 h 2237474"/>
              <a:gd name="connsiteX160" fmla="*/ 2942858 w 12192000"/>
              <a:gd name="connsiteY160" fmla="*/ 1981367 h 2237474"/>
              <a:gd name="connsiteX161" fmla="*/ 2875436 w 12192000"/>
              <a:gd name="connsiteY161" fmla="*/ 1996977 h 2237474"/>
              <a:gd name="connsiteX162" fmla="*/ 2874892 w 12192000"/>
              <a:gd name="connsiteY162" fmla="*/ 1996085 h 2237474"/>
              <a:gd name="connsiteX163" fmla="*/ 2864145 w 12192000"/>
              <a:gd name="connsiteY163" fmla="*/ 1994061 h 2237474"/>
              <a:gd name="connsiteX164" fmla="*/ 2843662 w 12192000"/>
              <a:gd name="connsiteY164" fmla="*/ 1992498 h 2237474"/>
              <a:gd name="connsiteX165" fmla="*/ 2796128 w 12192000"/>
              <a:gd name="connsiteY165" fmla="*/ 1976403 h 2237474"/>
              <a:gd name="connsiteX166" fmla="*/ 2756784 w 12192000"/>
              <a:gd name="connsiteY166" fmla="*/ 1985116 h 2237474"/>
              <a:gd name="connsiteX167" fmla="*/ 2748833 w 12192000"/>
              <a:gd name="connsiteY167" fmla="*/ 1986323 h 2237474"/>
              <a:gd name="connsiteX168" fmla="*/ 2748661 w 12192000"/>
              <a:gd name="connsiteY168" fmla="*/ 1986122 h 2237474"/>
              <a:gd name="connsiteX169" fmla="*/ 2740251 w 12192000"/>
              <a:gd name="connsiteY169" fmla="*/ 1986946 h 2237474"/>
              <a:gd name="connsiteX170" fmla="*/ 2718916 w 12192000"/>
              <a:gd name="connsiteY170" fmla="*/ 1990867 h 2237474"/>
              <a:gd name="connsiteX171" fmla="*/ 2713522 w 12192000"/>
              <a:gd name="connsiteY171" fmla="*/ 1990173 h 2237474"/>
              <a:gd name="connsiteX172" fmla="*/ 2680597 w 12192000"/>
              <a:gd name="connsiteY172" fmla="*/ 1984996 h 2237474"/>
              <a:gd name="connsiteX173" fmla="*/ 2578178 w 12192000"/>
              <a:gd name="connsiteY173" fmla="*/ 1990531 h 2237474"/>
              <a:gd name="connsiteX174" fmla="*/ 2476147 w 12192000"/>
              <a:gd name="connsiteY174" fmla="*/ 1998305 h 2237474"/>
              <a:gd name="connsiteX175" fmla="*/ 2373568 w 12192000"/>
              <a:gd name="connsiteY175" fmla="*/ 2003219 h 2237474"/>
              <a:gd name="connsiteX176" fmla="*/ 2321399 w 12192000"/>
              <a:gd name="connsiteY176" fmla="*/ 1989467 h 2237474"/>
              <a:gd name="connsiteX177" fmla="*/ 2315525 w 12192000"/>
              <a:gd name="connsiteY177" fmla="*/ 1989708 h 2237474"/>
              <a:gd name="connsiteX178" fmla="*/ 2300792 w 12192000"/>
              <a:gd name="connsiteY178" fmla="*/ 1994290 h 2237474"/>
              <a:gd name="connsiteX179" fmla="*/ 2295469 w 12192000"/>
              <a:gd name="connsiteY179" fmla="*/ 1996659 h 2237474"/>
              <a:gd name="connsiteX180" fmla="*/ 2287219 w 12192000"/>
              <a:gd name="connsiteY180" fmla="*/ 1998750 h 2237474"/>
              <a:gd name="connsiteX181" fmla="*/ 2286948 w 12192000"/>
              <a:gd name="connsiteY181" fmla="*/ 1998596 h 2237474"/>
              <a:gd name="connsiteX182" fmla="*/ 2243069 w 12192000"/>
              <a:gd name="connsiteY182" fmla="*/ 2015111 h 2237474"/>
              <a:gd name="connsiteX183" fmla="*/ 2186609 w 12192000"/>
              <a:gd name="connsiteY183" fmla="*/ 2008263 h 2237474"/>
              <a:gd name="connsiteX184" fmla="*/ 2164831 w 12192000"/>
              <a:gd name="connsiteY184" fmla="*/ 2010143 h 2237474"/>
              <a:gd name="connsiteX185" fmla="*/ 2152836 w 12192000"/>
              <a:gd name="connsiteY185" fmla="*/ 2010048 h 2237474"/>
              <a:gd name="connsiteX186" fmla="*/ 2117102 w 12192000"/>
              <a:gd name="connsiteY186" fmla="*/ 2023004 h 2237474"/>
              <a:gd name="connsiteX187" fmla="*/ 2111935 w 12192000"/>
              <a:gd name="connsiteY187" fmla="*/ 2023163 h 2237474"/>
              <a:gd name="connsiteX188" fmla="*/ 2089991 w 12192000"/>
              <a:gd name="connsiteY188" fmla="*/ 2034193 h 2237474"/>
              <a:gd name="connsiteX189" fmla="*/ 2058061 w 12192000"/>
              <a:gd name="connsiteY189" fmla="*/ 2047942 h 2237474"/>
              <a:gd name="connsiteX190" fmla="*/ 2055737 w 12192000"/>
              <a:gd name="connsiteY190" fmla="*/ 2047704 h 2237474"/>
              <a:gd name="connsiteX191" fmla="*/ 2042244 w 12192000"/>
              <a:gd name="connsiteY191" fmla="*/ 2055560 h 2237474"/>
              <a:gd name="connsiteX192" fmla="*/ 1976224 w 12192000"/>
              <a:gd name="connsiteY192" fmla="*/ 2074257 h 2237474"/>
              <a:gd name="connsiteX193" fmla="*/ 1877728 w 12192000"/>
              <a:gd name="connsiteY193" fmla="*/ 2101004 h 2237474"/>
              <a:gd name="connsiteX194" fmla="*/ 1759056 w 12192000"/>
              <a:gd name="connsiteY194" fmla="*/ 2125608 h 2237474"/>
              <a:gd name="connsiteX195" fmla="*/ 1637948 w 12192000"/>
              <a:gd name="connsiteY195" fmla="*/ 2172597 h 2237474"/>
              <a:gd name="connsiteX196" fmla="*/ 1434549 w 12192000"/>
              <a:gd name="connsiteY196" fmla="*/ 2234522 h 2237474"/>
              <a:gd name="connsiteX197" fmla="*/ 1398481 w 12192000"/>
              <a:gd name="connsiteY197" fmla="*/ 2237074 h 2237474"/>
              <a:gd name="connsiteX198" fmla="*/ 1398407 w 12192000"/>
              <a:gd name="connsiteY198" fmla="*/ 2237095 h 2237474"/>
              <a:gd name="connsiteX199" fmla="*/ 1370962 w 12192000"/>
              <a:gd name="connsiteY199" fmla="*/ 2237474 h 2237474"/>
              <a:gd name="connsiteX200" fmla="*/ 1356367 w 12192000"/>
              <a:gd name="connsiteY200" fmla="*/ 2235089 h 2237474"/>
              <a:gd name="connsiteX201" fmla="*/ 1324828 w 12192000"/>
              <a:gd name="connsiteY201" fmla="*/ 2231968 h 2237474"/>
              <a:gd name="connsiteX202" fmla="*/ 1297744 w 12192000"/>
              <a:gd name="connsiteY202" fmla="*/ 2235849 h 2237474"/>
              <a:gd name="connsiteX203" fmla="*/ 1286236 w 12192000"/>
              <a:gd name="connsiteY203" fmla="*/ 2233135 h 2237474"/>
              <a:gd name="connsiteX204" fmla="*/ 1283504 w 12192000"/>
              <a:gd name="connsiteY204" fmla="*/ 2233797 h 2237474"/>
              <a:gd name="connsiteX205" fmla="*/ 1279765 w 12192000"/>
              <a:gd name="connsiteY205" fmla="*/ 2229639 h 2237474"/>
              <a:gd name="connsiteX206" fmla="*/ 1195347 w 12192000"/>
              <a:gd name="connsiteY206" fmla="*/ 2212354 h 2237474"/>
              <a:gd name="connsiteX207" fmla="*/ 970251 w 12192000"/>
              <a:gd name="connsiteY207" fmla="*/ 2221029 h 2237474"/>
              <a:gd name="connsiteX208" fmla="*/ 812914 w 12192000"/>
              <a:gd name="connsiteY208" fmla="*/ 2202752 h 2237474"/>
              <a:gd name="connsiteX209" fmla="*/ 800195 w 12192000"/>
              <a:gd name="connsiteY209" fmla="*/ 2209407 h 2237474"/>
              <a:gd name="connsiteX210" fmla="*/ 784978 w 12192000"/>
              <a:gd name="connsiteY210" fmla="*/ 2212360 h 2237474"/>
              <a:gd name="connsiteX211" fmla="*/ 681987 w 12192000"/>
              <a:gd name="connsiteY211" fmla="*/ 2216757 h 2237474"/>
              <a:gd name="connsiteX212" fmla="*/ 669923 w 12192000"/>
              <a:gd name="connsiteY212" fmla="*/ 2211682 h 2237474"/>
              <a:gd name="connsiteX213" fmla="*/ 648680 w 12192000"/>
              <a:gd name="connsiteY213" fmla="*/ 2206229 h 2237474"/>
              <a:gd name="connsiteX214" fmla="*/ 597225 w 12192000"/>
              <a:gd name="connsiteY214" fmla="*/ 2180999 h 2237474"/>
              <a:gd name="connsiteX215" fmla="*/ 558449 w 12192000"/>
              <a:gd name="connsiteY215" fmla="*/ 2182346 h 2237474"/>
              <a:gd name="connsiteX216" fmla="*/ 550517 w 12192000"/>
              <a:gd name="connsiteY216" fmla="*/ 2182060 h 2237474"/>
              <a:gd name="connsiteX217" fmla="*/ 550309 w 12192000"/>
              <a:gd name="connsiteY217" fmla="*/ 2181825 h 2237474"/>
              <a:gd name="connsiteX218" fmla="*/ 541836 w 12192000"/>
              <a:gd name="connsiteY218" fmla="*/ 2181063 h 2237474"/>
              <a:gd name="connsiteX219" fmla="*/ 536057 w 12192000"/>
              <a:gd name="connsiteY219" fmla="*/ 2181537 h 2237474"/>
              <a:gd name="connsiteX220" fmla="*/ 520671 w 12192000"/>
              <a:gd name="connsiteY220" fmla="*/ 2180980 h 2237474"/>
              <a:gd name="connsiteX221" fmla="*/ 515024 w 12192000"/>
              <a:gd name="connsiteY221" fmla="*/ 2179258 h 2237474"/>
              <a:gd name="connsiteX222" fmla="*/ 512278 w 12192000"/>
              <a:gd name="connsiteY222" fmla="*/ 2176369 h 2237474"/>
              <a:gd name="connsiteX223" fmla="*/ 480419 w 12192000"/>
              <a:gd name="connsiteY223" fmla="*/ 2167807 h 2237474"/>
              <a:gd name="connsiteX224" fmla="*/ 413835 w 12192000"/>
              <a:gd name="connsiteY224" fmla="*/ 2156783 h 2237474"/>
              <a:gd name="connsiteX225" fmla="*/ 376513 w 12192000"/>
              <a:gd name="connsiteY225" fmla="*/ 2154014 h 2237474"/>
              <a:gd name="connsiteX226" fmla="*/ 273386 w 12192000"/>
              <a:gd name="connsiteY226" fmla="*/ 2142551 h 2237474"/>
              <a:gd name="connsiteX227" fmla="*/ 169207 w 12192000"/>
              <a:gd name="connsiteY227" fmla="*/ 2128100 h 2237474"/>
              <a:gd name="connsiteX228" fmla="*/ 93149 w 12192000"/>
              <a:gd name="connsiteY228" fmla="*/ 2105324 h 2237474"/>
              <a:gd name="connsiteX229" fmla="*/ 88109 w 12192000"/>
              <a:gd name="connsiteY229" fmla="*/ 2106704 h 2237474"/>
              <a:gd name="connsiteX230" fmla="*/ 80022 w 12192000"/>
              <a:gd name="connsiteY230" fmla="*/ 2107254 h 2237474"/>
              <a:gd name="connsiteX231" fmla="*/ 79717 w 12192000"/>
              <a:gd name="connsiteY231" fmla="*/ 2107046 h 2237474"/>
              <a:gd name="connsiteX232" fmla="*/ 72352 w 12192000"/>
              <a:gd name="connsiteY232" fmla="*/ 2107991 h 2237474"/>
              <a:gd name="connsiteX233" fmla="*/ 37645 w 12192000"/>
              <a:gd name="connsiteY233" fmla="*/ 2115401 h 2237474"/>
              <a:gd name="connsiteX234" fmla="*/ 4572 w 12192000"/>
              <a:gd name="connsiteY234" fmla="*/ 2111091 h 2237474"/>
              <a:gd name="connsiteX235" fmla="*/ 0 w 12192000"/>
              <a:gd name="connsiteY235" fmla="*/ 2110468 h 2237474"/>
              <a:gd name="connsiteX236" fmla="*/ 0 w 12192000"/>
              <a:gd name="connsiteY23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43319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08541 w 12192000"/>
              <a:gd name="connsiteY102" fmla="*/ 1668757 h 2237474"/>
              <a:gd name="connsiteX103" fmla="*/ 6471012 w 12192000"/>
              <a:gd name="connsiteY103" fmla="*/ 1678604 h 2237474"/>
              <a:gd name="connsiteX104" fmla="*/ 6415265 w 12192000"/>
              <a:gd name="connsiteY104" fmla="*/ 1665317 h 2237474"/>
              <a:gd name="connsiteX105" fmla="*/ 6364035 w 12192000"/>
              <a:gd name="connsiteY105" fmla="*/ 1667683 h 2237474"/>
              <a:gd name="connsiteX106" fmla="*/ 6280959 w 12192000"/>
              <a:gd name="connsiteY106" fmla="*/ 1689329 h 2237474"/>
              <a:gd name="connsiteX107" fmla="*/ 6243319 w 12192000"/>
              <a:gd name="connsiteY107" fmla="*/ 1695560 h 2237474"/>
              <a:gd name="connsiteX108" fmla="*/ 6098321 w 12192000"/>
              <a:gd name="connsiteY108" fmla="*/ 1721646 h 2237474"/>
              <a:gd name="connsiteX109" fmla="*/ 5880652 w 12192000"/>
              <a:gd name="connsiteY109" fmla="*/ 1779643 h 2237474"/>
              <a:gd name="connsiteX110" fmla="*/ 5785959 w 12192000"/>
              <a:gd name="connsiteY110" fmla="*/ 1775307 h 2237474"/>
              <a:gd name="connsiteX111" fmla="*/ 5643534 w 12192000"/>
              <a:gd name="connsiteY111" fmla="*/ 1802919 h 2237474"/>
              <a:gd name="connsiteX112" fmla="*/ 5518799 w 12192000"/>
              <a:gd name="connsiteY112" fmla="*/ 1818312 h 2237474"/>
              <a:gd name="connsiteX113" fmla="*/ 5505014 w 12192000"/>
              <a:gd name="connsiteY113" fmla="*/ 1819259 h 2237474"/>
              <a:gd name="connsiteX114" fmla="*/ 5453307 w 12192000"/>
              <a:gd name="connsiteY114" fmla="*/ 1815450 h 2237474"/>
              <a:gd name="connsiteX115" fmla="*/ 5364192 w 12192000"/>
              <a:gd name="connsiteY115" fmla="*/ 1826074 h 2237474"/>
              <a:gd name="connsiteX116" fmla="*/ 5350380 w 12192000"/>
              <a:gd name="connsiteY116" fmla="*/ 1830891 h 2237474"/>
              <a:gd name="connsiteX117" fmla="*/ 5259633 w 12192000"/>
              <a:gd name="connsiteY117" fmla="*/ 1837160 h 2237474"/>
              <a:gd name="connsiteX118" fmla="*/ 5197513 w 12192000"/>
              <a:gd name="connsiteY118" fmla="*/ 1844718 h 2237474"/>
              <a:gd name="connsiteX119" fmla="*/ 5184170 w 12192000"/>
              <a:gd name="connsiteY119" fmla="*/ 1849402 h 2237474"/>
              <a:gd name="connsiteX120" fmla="*/ 5168852 w 12192000"/>
              <a:gd name="connsiteY120" fmla="*/ 1844846 h 2237474"/>
              <a:gd name="connsiteX121" fmla="*/ 5164370 w 12192000"/>
              <a:gd name="connsiteY121" fmla="*/ 1840597 h 2237474"/>
              <a:gd name="connsiteX122" fmla="*/ 5114927 w 12192000"/>
              <a:gd name="connsiteY122" fmla="*/ 1847827 h 2237474"/>
              <a:gd name="connsiteX123" fmla="*/ 5108970 w 12192000"/>
              <a:gd name="connsiteY123" fmla="*/ 1847935 h 2237474"/>
              <a:gd name="connsiteX124" fmla="*/ 5067961 w 12192000"/>
              <a:gd name="connsiteY124" fmla="*/ 1845917 h 2237474"/>
              <a:gd name="connsiteX125" fmla="*/ 5007075 w 12192000"/>
              <a:gd name="connsiteY125" fmla="*/ 1838626 h 2237474"/>
              <a:gd name="connsiteX126" fmla="*/ 4944087 w 12192000"/>
              <a:gd name="connsiteY126" fmla="*/ 1823332 h 2237474"/>
              <a:gd name="connsiteX127" fmla="*/ 4907662 w 12192000"/>
              <a:gd name="connsiteY127" fmla="*/ 1816900 h 2237474"/>
              <a:gd name="connsiteX128" fmla="*/ 4882386 w 12192000"/>
              <a:gd name="connsiteY128" fmla="*/ 1809844 h 2237474"/>
              <a:gd name="connsiteX129" fmla="*/ 4811440 w 12192000"/>
              <a:gd name="connsiteY129" fmla="*/ 1804655 h 2237474"/>
              <a:gd name="connsiteX130" fmla="*/ 4691075 w 12192000"/>
              <a:gd name="connsiteY130" fmla="*/ 1801389 h 2237474"/>
              <a:gd name="connsiteX131" fmla="*/ 4611738 w 12192000"/>
              <a:gd name="connsiteY131" fmla="*/ 1776964 h 2237474"/>
              <a:gd name="connsiteX132" fmla="*/ 4560070 w 12192000"/>
              <a:gd name="connsiteY132" fmla="*/ 1785640 h 2237474"/>
              <a:gd name="connsiteX133" fmla="*/ 4536503 w 12192000"/>
              <a:gd name="connsiteY133" fmla="*/ 1785334 h 2237474"/>
              <a:gd name="connsiteX134" fmla="*/ 4513724 w 12192000"/>
              <a:gd name="connsiteY134" fmla="*/ 1791996 h 2237474"/>
              <a:gd name="connsiteX135" fmla="*/ 4459810 w 12192000"/>
              <a:gd name="connsiteY135" fmla="*/ 1797886 h 2237474"/>
              <a:gd name="connsiteX136" fmla="*/ 4379064 w 12192000"/>
              <a:gd name="connsiteY136" fmla="*/ 1817177 h 2237474"/>
              <a:gd name="connsiteX137" fmla="*/ 4319209 w 12192000"/>
              <a:gd name="connsiteY137" fmla="*/ 1834833 h 2237474"/>
              <a:gd name="connsiteX138" fmla="*/ 4290981 w 12192000"/>
              <a:gd name="connsiteY138" fmla="*/ 1839677 h 2237474"/>
              <a:gd name="connsiteX139" fmla="*/ 4285792 w 12192000"/>
              <a:gd name="connsiteY139" fmla="*/ 1836231 h 2237474"/>
              <a:gd name="connsiteX140" fmla="*/ 4238372 w 12192000"/>
              <a:gd name="connsiteY140" fmla="*/ 1851480 h 2237474"/>
              <a:gd name="connsiteX141" fmla="*/ 4232517 w 12192000"/>
              <a:gd name="connsiteY141" fmla="*/ 1852567 h 2237474"/>
              <a:gd name="connsiteX142" fmla="*/ 4191732 w 12192000"/>
              <a:gd name="connsiteY142" fmla="*/ 1857328 h 2237474"/>
              <a:gd name="connsiteX143" fmla="*/ 4065532 w 12192000"/>
              <a:gd name="connsiteY143" fmla="*/ 1855477 h 2237474"/>
              <a:gd name="connsiteX144" fmla="*/ 4028460 w 12192000"/>
              <a:gd name="connsiteY144" fmla="*/ 1855137 h 2237474"/>
              <a:gd name="connsiteX145" fmla="*/ 4002267 w 12192000"/>
              <a:gd name="connsiteY145" fmla="*/ 1852352 h 2237474"/>
              <a:gd name="connsiteX146" fmla="*/ 3931396 w 12192000"/>
              <a:gd name="connsiteY146" fmla="*/ 1858915 h 2237474"/>
              <a:gd name="connsiteX147" fmla="*/ 3812162 w 12192000"/>
              <a:gd name="connsiteY147" fmla="*/ 1875501 h 2237474"/>
              <a:gd name="connsiteX148" fmla="*/ 3729530 w 12192000"/>
              <a:gd name="connsiteY148" fmla="*/ 1864513 h 2237474"/>
              <a:gd name="connsiteX149" fmla="*/ 3680177 w 12192000"/>
              <a:gd name="connsiteY149" fmla="*/ 1881552 h 2237474"/>
              <a:gd name="connsiteX150" fmla="*/ 3567259 w 12192000"/>
              <a:gd name="connsiteY150" fmla="*/ 1893482 h 2237474"/>
              <a:gd name="connsiteX151" fmla="*/ 3405770 w 12192000"/>
              <a:gd name="connsiteY151" fmla="*/ 1904591 h 2237474"/>
              <a:gd name="connsiteX152" fmla="*/ 3280097 w 12192000"/>
              <a:gd name="connsiteY152" fmla="*/ 1919610 h 2237474"/>
              <a:gd name="connsiteX153" fmla="*/ 3123424 w 12192000"/>
              <a:gd name="connsiteY153" fmla="*/ 1952930 h 2237474"/>
              <a:gd name="connsiteX154" fmla="*/ 3009910 w 12192000"/>
              <a:gd name="connsiteY154" fmla="*/ 1957866 h 2237474"/>
              <a:gd name="connsiteX155" fmla="*/ 2995934 w 12192000"/>
              <a:gd name="connsiteY155" fmla="*/ 1967085 h 2237474"/>
              <a:gd name="connsiteX156" fmla="*/ 2980071 w 12192000"/>
              <a:gd name="connsiteY156" fmla="*/ 1972988 h 2237474"/>
              <a:gd name="connsiteX157" fmla="*/ 2978094 w 12192000"/>
              <a:gd name="connsiteY157" fmla="*/ 1972369 h 2237474"/>
              <a:gd name="connsiteX158" fmla="*/ 2942858 w 12192000"/>
              <a:gd name="connsiteY158" fmla="*/ 1981367 h 2237474"/>
              <a:gd name="connsiteX159" fmla="*/ 2875436 w 12192000"/>
              <a:gd name="connsiteY159" fmla="*/ 1996977 h 2237474"/>
              <a:gd name="connsiteX160" fmla="*/ 2874892 w 12192000"/>
              <a:gd name="connsiteY160" fmla="*/ 1996085 h 2237474"/>
              <a:gd name="connsiteX161" fmla="*/ 2864145 w 12192000"/>
              <a:gd name="connsiteY161" fmla="*/ 1994061 h 2237474"/>
              <a:gd name="connsiteX162" fmla="*/ 2843662 w 12192000"/>
              <a:gd name="connsiteY162" fmla="*/ 1992498 h 2237474"/>
              <a:gd name="connsiteX163" fmla="*/ 2796128 w 12192000"/>
              <a:gd name="connsiteY163" fmla="*/ 1976403 h 2237474"/>
              <a:gd name="connsiteX164" fmla="*/ 2756784 w 12192000"/>
              <a:gd name="connsiteY164" fmla="*/ 1985116 h 2237474"/>
              <a:gd name="connsiteX165" fmla="*/ 2748833 w 12192000"/>
              <a:gd name="connsiteY165" fmla="*/ 1986323 h 2237474"/>
              <a:gd name="connsiteX166" fmla="*/ 2748661 w 12192000"/>
              <a:gd name="connsiteY166" fmla="*/ 1986122 h 2237474"/>
              <a:gd name="connsiteX167" fmla="*/ 2740251 w 12192000"/>
              <a:gd name="connsiteY167" fmla="*/ 1986946 h 2237474"/>
              <a:gd name="connsiteX168" fmla="*/ 2718916 w 12192000"/>
              <a:gd name="connsiteY168" fmla="*/ 1990867 h 2237474"/>
              <a:gd name="connsiteX169" fmla="*/ 2713522 w 12192000"/>
              <a:gd name="connsiteY169" fmla="*/ 1990173 h 2237474"/>
              <a:gd name="connsiteX170" fmla="*/ 2680597 w 12192000"/>
              <a:gd name="connsiteY170" fmla="*/ 1984996 h 2237474"/>
              <a:gd name="connsiteX171" fmla="*/ 2578178 w 12192000"/>
              <a:gd name="connsiteY171" fmla="*/ 1990531 h 2237474"/>
              <a:gd name="connsiteX172" fmla="*/ 2476147 w 12192000"/>
              <a:gd name="connsiteY172" fmla="*/ 1998305 h 2237474"/>
              <a:gd name="connsiteX173" fmla="*/ 2373568 w 12192000"/>
              <a:gd name="connsiteY173" fmla="*/ 2003219 h 2237474"/>
              <a:gd name="connsiteX174" fmla="*/ 2321399 w 12192000"/>
              <a:gd name="connsiteY174" fmla="*/ 1989467 h 2237474"/>
              <a:gd name="connsiteX175" fmla="*/ 2315525 w 12192000"/>
              <a:gd name="connsiteY175" fmla="*/ 1989708 h 2237474"/>
              <a:gd name="connsiteX176" fmla="*/ 2300792 w 12192000"/>
              <a:gd name="connsiteY176" fmla="*/ 1994290 h 2237474"/>
              <a:gd name="connsiteX177" fmla="*/ 2295469 w 12192000"/>
              <a:gd name="connsiteY177" fmla="*/ 1996659 h 2237474"/>
              <a:gd name="connsiteX178" fmla="*/ 2287219 w 12192000"/>
              <a:gd name="connsiteY178" fmla="*/ 1998750 h 2237474"/>
              <a:gd name="connsiteX179" fmla="*/ 2286948 w 12192000"/>
              <a:gd name="connsiteY179" fmla="*/ 1998596 h 2237474"/>
              <a:gd name="connsiteX180" fmla="*/ 2243069 w 12192000"/>
              <a:gd name="connsiteY180" fmla="*/ 2015111 h 2237474"/>
              <a:gd name="connsiteX181" fmla="*/ 2186609 w 12192000"/>
              <a:gd name="connsiteY181" fmla="*/ 2008263 h 2237474"/>
              <a:gd name="connsiteX182" fmla="*/ 2164831 w 12192000"/>
              <a:gd name="connsiteY182" fmla="*/ 2010143 h 2237474"/>
              <a:gd name="connsiteX183" fmla="*/ 2152836 w 12192000"/>
              <a:gd name="connsiteY183" fmla="*/ 2010048 h 2237474"/>
              <a:gd name="connsiteX184" fmla="*/ 2117102 w 12192000"/>
              <a:gd name="connsiteY184" fmla="*/ 2023004 h 2237474"/>
              <a:gd name="connsiteX185" fmla="*/ 2111935 w 12192000"/>
              <a:gd name="connsiteY185" fmla="*/ 2023163 h 2237474"/>
              <a:gd name="connsiteX186" fmla="*/ 2089991 w 12192000"/>
              <a:gd name="connsiteY186" fmla="*/ 2034193 h 2237474"/>
              <a:gd name="connsiteX187" fmla="*/ 2058061 w 12192000"/>
              <a:gd name="connsiteY187" fmla="*/ 2047942 h 2237474"/>
              <a:gd name="connsiteX188" fmla="*/ 2055737 w 12192000"/>
              <a:gd name="connsiteY188" fmla="*/ 2047704 h 2237474"/>
              <a:gd name="connsiteX189" fmla="*/ 2042244 w 12192000"/>
              <a:gd name="connsiteY189" fmla="*/ 2055560 h 2237474"/>
              <a:gd name="connsiteX190" fmla="*/ 1976224 w 12192000"/>
              <a:gd name="connsiteY190" fmla="*/ 2074257 h 2237474"/>
              <a:gd name="connsiteX191" fmla="*/ 1877728 w 12192000"/>
              <a:gd name="connsiteY191" fmla="*/ 2101004 h 2237474"/>
              <a:gd name="connsiteX192" fmla="*/ 1759056 w 12192000"/>
              <a:gd name="connsiteY192" fmla="*/ 2125608 h 2237474"/>
              <a:gd name="connsiteX193" fmla="*/ 1637948 w 12192000"/>
              <a:gd name="connsiteY193" fmla="*/ 2172597 h 2237474"/>
              <a:gd name="connsiteX194" fmla="*/ 1434549 w 12192000"/>
              <a:gd name="connsiteY194" fmla="*/ 2234522 h 2237474"/>
              <a:gd name="connsiteX195" fmla="*/ 1398481 w 12192000"/>
              <a:gd name="connsiteY195" fmla="*/ 2237074 h 2237474"/>
              <a:gd name="connsiteX196" fmla="*/ 1398407 w 12192000"/>
              <a:gd name="connsiteY196" fmla="*/ 2237095 h 2237474"/>
              <a:gd name="connsiteX197" fmla="*/ 1370962 w 12192000"/>
              <a:gd name="connsiteY197" fmla="*/ 2237474 h 2237474"/>
              <a:gd name="connsiteX198" fmla="*/ 1356367 w 12192000"/>
              <a:gd name="connsiteY198" fmla="*/ 2235089 h 2237474"/>
              <a:gd name="connsiteX199" fmla="*/ 1324828 w 12192000"/>
              <a:gd name="connsiteY199" fmla="*/ 2231968 h 2237474"/>
              <a:gd name="connsiteX200" fmla="*/ 1297744 w 12192000"/>
              <a:gd name="connsiteY200" fmla="*/ 2235849 h 2237474"/>
              <a:gd name="connsiteX201" fmla="*/ 1286236 w 12192000"/>
              <a:gd name="connsiteY201" fmla="*/ 2233135 h 2237474"/>
              <a:gd name="connsiteX202" fmla="*/ 1283504 w 12192000"/>
              <a:gd name="connsiteY202" fmla="*/ 2233797 h 2237474"/>
              <a:gd name="connsiteX203" fmla="*/ 1279765 w 12192000"/>
              <a:gd name="connsiteY203" fmla="*/ 2229639 h 2237474"/>
              <a:gd name="connsiteX204" fmla="*/ 1195347 w 12192000"/>
              <a:gd name="connsiteY204" fmla="*/ 2212354 h 2237474"/>
              <a:gd name="connsiteX205" fmla="*/ 970251 w 12192000"/>
              <a:gd name="connsiteY205" fmla="*/ 2221029 h 2237474"/>
              <a:gd name="connsiteX206" fmla="*/ 812914 w 12192000"/>
              <a:gd name="connsiteY206" fmla="*/ 2202752 h 2237474"/>
              <a:gd name="connsiteX207" fmla="*/ 800195 w 12192000"/>
              <a:gd name="connsiteY207" fmla="*/ 2209407 h 2237474"/>
              <a:gd name="connsiteX208" fmla="*/ 784978 w 12192000"/>
              <a:gd name="connsiteY208" fmla="*/ 2212360 h 2237474"/>
              <a:gd name="connsiteX209" fmla="*/ 681987 w 12192000"/>
              <a:gd name="connsiteY209" fmla="*/ 2216757 h 2237474"/>
              <a:gd name="connsiteX210" fmla="*/ 669923 w 12192000"/>
              <a:gd name="connsiteY210" fmla="*/ 2211682 h 2237474"/>
              <a:gd name="connsiteX211" fmla="*/ 648680 w 12192000"/>
              <a:gd name="connsiteY211" fmla="*/ 2206229 h 2237474"/>
              <a:gd name="connsiteX212" fmla="*/ 597225 w 12192000"/>
              <a:gd name="connsiteY212" fmla="*/ 2180999 h 2237474"/>
              <a:gd name="connsiteX213" fmla="*/ 558449 w 12192000"/>
              <a:gd name="connsiteY213" fmla="*/ 2182346 h 2237474"/>
              <a:gd name="connsiteX214" fmla="*/ 550517 w 12192000"/>
              <a:gd name="connsiteY214" fmla="*/ 2182060 h 2237474"/>
              <a:gd name="connsiteX215" fmla="*/ 550309 w 12192000"/>
              <a:gd name="connsiteY215" fmla="*/ 2181825 h 2237474"/>
              <a:gd name="connsiteX216" fmla="*/ 541836 w 12192000"/>
              <a:gd name="connsiteY216" fmla="*/ 2181063 h 2237474"/>
              <a:gd name="connsiteX217" fmla="*/ 536057 w 12192000"/>
              <a:gd name="connsiteY217" fmla="*/ 2181537 h 2237474"/>
              <a:gd name="connsiteX218" fmla="*/ 520671 w 12192000"/>
              <a:gd name="connsiteY218" fmla="*/ 2180980 h 2237474"/>
              <a:gd name="connsiteX219" fmla="*/ 515024 w 12192000"/>
              <a:gd name="connsiteY219" fmla="*/ 2179258 h 2237474"/>
              <a:gd name="connsiteX220" fmla="*/ 512278 w 12192000"/>
              <a:gd name="connsiteY220" fmla="*/ 2176369 h 2237474"/>
              <a:gd name="connsiteX221" fmla="*/ 480419 w 12192000"/>
              <a:gd name="connsiteY221" fmla="*/ 2167807 h 2237474"/>
              <a:gd name="connsiteX222" fmla="*/ 413835 w 12192000"/>
              <a:gd name="connsiteY222" fmla="*/ 2156783 h 2237474"/>
              <a:gd name="connsiteX223" fmla="*/ 376513 w 12192000"/>
              <a:gd name="connsiteY223" fmla="*/ 2154014 h 2237474"/>
              <a:gd name="connsiteX224" fmla="*/ 273386 w 12192000"/>
              <a:gd name="connsiteY224" fmla="*/ 2142551 h 2237474"/>
              <a:gd name="connsiteX225" fmla="*/ 169207 w 12192000"/>
              <a:gd name="connsiteY225" fmla="*/ 2128100 h 2237474"/>
              <a:gd name="connsiteX226" fmla="*/ 93149 w 12192000"/>
              <a:gd name="connsiteY226" fmla="*/ 2105324 h 2237474"/>
              <a:gd name="connsiteX227" fmla="*/ 88109 w 12192000"/>
              <a:gd name="connsiteY227" fmla="*/ 2106704 h 2237474"/>
              <a:gd name="connsiteX228" fmla="*/ 80022 w 12192000"/>
              <a:gd name="connsiteY228" fmla="*/ 2107254 h 2237474"/>
              <a:gd name="connsiteX229" fmla="*/ 79717 w 12192000"/>
              <a:gd name="connsiteY229" fmla="*/ 2107046 h 2237474"/>
              <a:gd name="connsiteX230" fmla="*/ 72352 w 12192000"/>
              <a:gd name="connsiteY230" fmla="*/ 2107991 h 2237474"/>
              <a:gd name="connsiteX231" fmla="*/ 37645 w 12192000"/>
              <a:gd name="connsiteY231" fmla="*/ 2115401 h 2237474"/>
              <a:gd name="connsiteX232" fmla="*/ 4572 w 12192000"/>
              <a:gd name="connsiteY232" fmla="*/ 2111091 h 2237474"/>
              <a:gd name="connsiteX233" fmla="*/ 0 w 12192000"/>
              <a:gd name="connsiteY233" fmla="*/ 2110468 h 2237474"/>
              <a:gd name="connsiteX234" fmla="*/ 0 w 12192000"/>
              <a:gd name="connsiteY23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16595 w 12192000"/>
              <a:gd name="connsiteY100" fmla="*/ 1667475 h 2237474"/>
              <a:gd name="connsiteX101" fmla="*/ 6508541 w 12192000"/>
              <a:gd name="connsiteY101" fmla="*/ 1668757 h 2237474"/>
              <a:gd name="connsiteX102" fmla="*/ 6471012 w 12192000"/>
              <a:gd name="connsiteY102" fmla="*/ 1678604 h 2237474"/>
              <a:gd name="connsiteX103" fmla="*/ 6415265 w 12192000"/>
              <a:gd name="connsiteY103" fmla="*/ 1665317 h 2237474"/>
              <a:gd name="connsiteX104" fmla="*/ 6364035 w 12192000"/>
              <a:gd name="connsiteY104" fmla="*/ 1667683 h 2237474"/>
              <a:gd name="connsiteX105" fmla="*/ 6280959 w 12192000"/>
              <a:gd name="connsiteY105" fmla="*/ 1689329 h 2237474"/>
              <a:gd name="connsiteX106" fmla="*/ 6243319 w 12192000"/>
              <a:gd name="connsiteY106" fmla="*/ 1695560 h 2237474"/>
              <a:gd name="connsiteX107" fmla="*/ 6098321 w 12192000"/>
              <a:gd name="connsiteY107" fmla="*/ 1721646 h 2237474"/>
              <a:gd name="connsiteX108" fmla="*/ 5880652 w 12192000"/>
              <a:gd name="connsiteY108" fmla="*/ 1779643 h 2237474"/>
              <a:gd name="connsiteX109" fmla="*/ 5785959 w 12192000"/>
              <a:gd name="connsiteY109" fmla="*/ 1775307 h 2237474"/>
              <a:gd name="connsiteX110" fmla="*/ 5643534 w 12192000"/>
              <a:gd name="connsiteY110" fmla="*/ 1802919 h 2237474"/>
              <a:gd name="connsiteX111" fmla="*/ 5518799 w 12192000"/>
              <a:gd name="connsiteY111" fmla="*/ 1818312 h 2237474"/>
              <a:gd name="connsiteX112" fmla="*/ 5505014 w 12192000"/>
              <a:gd name="connsiteY112" fmla="*/ 1819259 h 2237474"/>
              <a:gd name="connsiteX113" fmla="*/ 5453307 w 12192000"/>
              <a:gd name="connsiteY113" fmla="*/ 1815450 h 2237474"/>
              <a:gd name="connsiteX114" fmla="*/ 5364192 w 12192000"/>
              <a:gd name="connsiteY114" fmla="*/ 1826074 h 2237474"/>
              <a:gd name="connsiteX115" fmla="*/ 5350380 w 12192000"/>
              <a:gd name="connsiteY115" fmla="*/ 1830891 h 2237474"/>
              <a:gd name="connsiteX116" fmla="*/ 5259633 w 12192000"/>
              <a:gd name="connsiteY116" fmla="*/ 1837160 h 2237474"/>
              <a:gd name="connsiteX117" fmla="*/ 5197513 w 12192000"/>
              <a:gd name="connsiteY117" fmla="*/ 1844718 h 2237474"/>
              <a:gd name="connsiteX118" fmla="*/ 5184170 w 12192000"/>
              <a:gd name="connsiteY118" fmla="*/ 1849402 h 2237474"/>
              <a:gd name="connsiteX119" fmla="*/ 5168852 w 12192000"/>
              <a:gd name="connsiteY119" fmla="*/ 1844846 h 2237474"/>
              <a:gd name="connsiteX120" fmla="*/ 5164370 w 12192000"/>
              <a:gd name="connsiteY120" fmla="*/ 1840597 h 2237474"/>
              <a:gd name="connsiteX121" fmla="*/ 5114927 w 12192000"/>
              <a:gd name="connsiteY121" fmla="*/ 1847827 h 2237474"/>
              <a:gd name="connsiteX122" fmla="*/ 5108970 w 12192000"/>
              <a:gd name="connsiteY122" fmla="*/ 1847935 h 2237474"/>
              <a:gd name="connsiteX123" fmla="*/ 5067961 w 12192000"/>
              <a:gd name="connsiteY123" fmla="*/ 1845917 h 2237474"/>
              <a:gd name="connsiteX124" fmla="*/ 5007075 w 12192000"/>
              <a:gd name="connsiteY124" fmla="*/ 1838626 h 2237474"/>
              <a:gd name="connsiteX125" fmla="*/ 4944087 w 12192000"/>
              <a:gd name="connsiteY125" fmla="*/ 1823332 h 2237474"/>
              <a:gd name="connsiteX126" fmla="*/ 4907662 w 12192000"/>
              <a:gd name="connsiteY126" fmla="*/ 1816900 h 2237474"/>
              <a:gd name="connsiteX127" fmla="*/ 4882386 w 12192000"/>
              <a:gd name="connsiteY127" fmla="*/ 1809844 h 2237474"/>
              <a:gd name="connsiteX128" fmla="*/ 4811440 w 12192000"/>
              <a:gd name="connsiteY128" fmla="*/ 1804655 h 2237474"/>
              <a:gd name="connsiteX129" fmla="*/ 4691075 w 12192000"/>
              <a:gd name="connsiteY129" fmla="*/ 1801389 h 2237474"/>
              <a:gd name="connsiteX130" fmla="*/ 4611738 w 12192000"/>
              <a:gd name="connsiteY130" fmla="*/ 1776964 h 2237474"/>
              <a:gd name="connsiteX131" fmla="*/ 4560070 w 12192000"/>
              <a:gd name="connsiteY131" fmla="*/ 1785640 h 2237474"/>
              <a:gd name="connsiteX132" fmla="*/ 4536503 w 12192000"/>
              <a:gd name="connsiteY132" fmla="*/ 1785334 h 2237474"/>
              <a:gd name="connsiteX133" fmla="*/ 4513724 w 12192000"/>
              <a:gd name="connsiteY133" fmla="*/ 1791996 h 2237474"/>
              <a:gd name="connsiteX134" fmla="*/ 4459810 w 12192000"/>
              <a:gd name="connsiteY134" fmla="*/ 1797886 h 2237474"/>
              <a:gd name="connsiteX135" fmla="*/ 4379064 w 12192000"/>
              <a:gd name="connsiteY135" fmla="*/ 1817177 h 2237474"/>
              <a:gd name="connsiteX136" fmla="*/ 4319209 w 12192000"/>
              <a:gd name="connsiteY136" fmla="*/ 1834833 h 2237474"/>
              <a:gd name="connsiteX137" fmla="*/ 4290981 w 12192000"/>
              <a:gd name="connsiteY137" fmla="*/ 1839677 h 2237474"/>
              <a:gd name="connsiteX138" fmla="*/ 4285792 w 12192000"/>
              <a:gd name="connsiteY138" fmla="*/ 1836231 h 2237474"/>
              <a:gd name="connsiteX139" fmla="*/ 4238372 w 12192000"/>
              <a:gd name="connsiteY139" fmla="*/ 1851480 h 2237474"/>
              <a:gd name="connsiteX140" fmla="*/ 4232517 w 12192000"/>
              <a:gd name="connsiteY140" fmla="*/ 1852567 h 2237474"/>
              <a:gd name="connsiteX141" fmla="*/ 4191732 w 12192000"/>
              <a:gd name="connsiteY141" fmla="*/ 1857328 h 2237474"/>
              <a:gd name="connsiteX142" fmla="*/ 4065532 w 12192000"/>
              <a:gd name="connsiteY142" fmla="*/ 1855477 h 2237474"/>
              <a:gd name="connsiteX143" fmla="*/ 4028460 w 12192000"/>
              <a:gd name="connsiteY143" fmla="*/ 1855137 h 2237474"/>
              <a:gd name="connsiteX144" fmla="*/ 4002267 w 12192000"/>
              <a:gd name="connsiteY144" fmla="*/ 1852352 h 2237474"/>
              <a:gd name="connsiteX145" fmla="*/ 3931396 w 12192000"/>
              <a:gd name="connsiteY145" fmla="*/ 1858915 h 2237474"/>
              <a:gd name="connsiteX146" fmla="*/ 3812162 w 12192000"/>
              <a:gd name="connsiteY146" fmla="*/ 1875501 h 2237474"/>
              <a:gd name="connsiteX147" fmla="*/ 3729530 w 12192000"/>
              <a:gd name="connsiteY147" fmla="*/ 1864513 h 2237474"/>
              <a:gd name="connsiteX148" fmla="*/ 3680177 w 12192000"/>
              <a:gd name="connsiteY148" fmla="*/ 1881552 h 2237474"/>
              <a:gd name="connsiteX149" fmla="*/ 3567259 w 12192000"/>
              <a:gd name="connsiteY149" fmla="*/ 1893482 h 2237474"/>
              <a:gd name="connsiteX150" fmla="*/ 3405770 w 12192000"/>
              <a:gd name="connsiteY150" fmla="*/ 1904591 h 2237474"/>
              <a:gd name="connsiteX151" fmla="*/ 3280097 w 12192000"/>
              <a:gd name="connsiteY151" fmla="*/ 1919610 h 2237474"/>
              <a:gd name="connsiteX152" fmla="*/ 3123424 w 12192000"/>
              <a:gd name="connsiteY152" fmla="*/ 1952930 h 2237474"/>
              <a:gd name="connsiteX153" fmla="*/ 3009910 w 12192000"/>
              <a:gd name="connsiteY153" fmla="*/ 1957866 h 2237474"/>
              <a:gd name="connsiteX154" fmla="*/ 2995934 w 12192000"/>
              <a:gd name="connsiteY154" fmla="*/ 1967085 h 2237474"/>
              <a:gd name="connsiteX155" fmla="*/ 2980071 w 12192000"/>
              <a:gd name="connsiteY155" fmla="*/ 1972988 h 2237474"/>
              <a:gd name="connsiteX156" fmla="*/ 2978094 w 12192000"/>
              <a:gd name="connsiteY156" fmla="*/ 1972369 h 2237474"/>
              <a:gd name="connsiteX157" fmla="*/ 2942858 w 12192000"/>
              <a:gd name="connsiteY157" fmla="*/ 1981367 h 2237474"/>
              <a:gd name="connsiteX158" fmla="*/ 2875436 w 12192000"/>
              <a:gd name="connsiteY158" fmla="*/ 1996977 h 2237474"/>
              <a:gd name="connsiteX159" fmla="*/ 2874892 w 12192000"/>
              <a:gd name="connsiteY159" fmla="*/ 1996085 h 2237474"/>
              <a:gd name="connsiteX160" fmla="*/ 2864145 w 12192000"/>
              <a:gd name="connsiteY160" fmla="*/ 1994061 h 2237474"/>
              <a:gd name="connsiteX161" fmla="*/ 2843662 w 12192000"/>
              <a:gd name="connsiteY161" fmla="*/ 1992498 h 2237474"/>
              <a:gd name="connsiteX162" fmla="*/ 2796128 w 12192000"/>
              <a:gd name="connsiteY162" fmla="*/ 1976403 h 2237474"/>
              <a:gd name="connsiteX163" fmla="*/ 2756784 w 12192000"/>
              <a:gd name="connsiteY163" fmla="*/ 1985116 h 2237474"/>
              <a:gd name="connsiteX164" fmla="*/ 2748833 w 12192000"/>
              <a:gd name="connsiteY164" fmla="*/ 1986323 h 2237474"/>
              <a:gd name="connsiteX165" fmla="*/ 2748661 w 12192000"/>
              <a:gd name="connsiteY165" fmla="*/ 1986122 h 2237474"/>
              <a:gd name="connsiteX166" fmla="*/ 2740251 w 12192000"/>
              <a:gd name="connsiteY166" fmla="*/ 1986946 h 2237474"/>
              <a:gd name="connsiteX167" fmla="*/ 2718916 w 12192000"/>
              <a:gd name="connsiteY167" fmla="*/ 1990867 h 2237474"/>
              <a:gd name="connsiteX168" fmla="*/ 2713522 w 12192000"/>
              <a:gd name="connsiteY168" fmla="*/ 1990173 h 2237474"/>
              <a:gd name="connsiteX169" fmla="*/ 2680597 w 12192000"/>
              <a:gd name="connsiteY169" fmla="*/ 1984996 h 2237474"/>
              <a:gd name="connsiteX170" fmla="*/ 2578178 w 12192000"/>
              <a:gd name="connsiteY170" fmla="*/ 1990531 h 2237474"/>
              <a:gd name="connsiteX171" fmla="*/ 2476147 w 12192000"/>
              <a:gd name="connsiteY171" fmla="*/ 1998305 h 2237474"/>
              <a:gd name="connsiteX172" fmla="*/ 2373568 w 12192000"/>
              <a:gd name="connsiteY172" fmla="*/ 2003219 h 2237474"/>
              <a:gd name="connsiteX173" fmla="*/ 2321399 w 12192000"/>
              <a:gd name="connsiteY173" fmla="*/ 1989467 h 2237474"/>
              <a:gd name="connsiteX174" fmla="*/ 2315525 w 12192000"/>
              <a:gd name="connsiteY174" fmla="*/ 1989708 h 2237474"/>
              <a:gd name="connsiteX175" fmla="*/ 2300792 w 12192000"/>
              <a:gd name="connsiteY175" fmla="*/ 1994290 h 2237474"/>
              <a:gd name="connsiteX176" fmla="*/ 2295469 w 12192000"/>
              <a:gd name="connsiteY176" fmla="*/ 1996659 h 2237474"/>
              <a:gd name="connsiteX177" fmla="*/ 2287219 w 12192000"/>
              <a:gd name="connsiteY177" fmla="*/ 1998750 h 2237474"/>
              <a:gd name="connsiteX178" fmla="*/ 2286948 w 12192000"/>
              <a:gd name="connsiteY178" fmla="*/ 1998596 h 2237474"/>
              <a:gd name="connsiteX179" fmla="*/ 2243069 w 12192000"/>
              <a:gd name="connsiteY179" fmla="*/ 2015111 h 2237474"/>
              <a:gd name="connsiteX180" fmla="*/ 2186609 w 12192000"/>
              <a:gd name="connsiteY180" fmla="*/ 2008263 h 2237474"/>
              <a:gd name="connsiteX181" fmla="*/ 2164831 w 12192000"/>
              <a:gd name="connsiteY181" fmla="*/ 2010143 h 2237474"/>
              <a:gd name="connsiteX182" fmla="*/ 2152836 w 12192000"/>
              <a:gd name="connsiteY182" fmla="*/ 2010048 h 2237474"/>
              <a:gd name="connsiteX183" fmla="*/ 2117102 w 12192000"/>
              <a:gd name="connsiteY183" fmla="*/ 2023004 h 2237474"/>
              <a:gd name="connsiteX184" fmla="*/ 2111935 w 12192000"/>
              <a:gd name="connsiteY184" fmla="*/ 2023163 h 2237474"/>
              <a:gd name="connsiteX185" fmla="*/ 2089991 w 12192000"/>
              <a:gd name="connsiteY185" fmla="*/ 2034193 h 2237474"/>
              <a:gd name="connsiteX186" fmla="*/ 2058061 w 12192000"/>
              <a:gd name="connsiteY186" fmla="*/ 2047942 h 2237474"/>
              <a:gd name="connsiteX187" fmla="*/ 2055737 w 12192000"/>
              <a:gd name="connsiteY187" fmla="*/ 2047704 h 2237474"/>
              <a:gd name="connsiteX188" fmla="*/ 2042244 w 12192000"/>
              <a:gd name="connsiteY188" fmla="*/ 2055560 h 2237474"/>
              <a:gd name="connsiteX189" fmla="*/ 1976224 w 12192000"/>
              <a:gd name="connsiteY189" fmla="*/ 2074257 h 2237474"/>
              <a:gd name="connsiteX190" fmla="*/ 1877728 w 12192000"/>
              <a:gd name="connsiteY190" fmla="*/ 2101004 h 2237474"/>
              <a:gd name="connsiteX191" fmla="*/ 1759056 w 12192000"/>
              <a:gd name="connsiteY191" fmla="*/ 2125608 h 2237474"/>
              <a:gd name="connsiteX192" fmla="*/ 1637948 w 12192000"/>
              <a:gd name="connsiteY192" fmla="*/ 2172597 h 2237474"/>
              <a:gd name="connsiteX193" fmla="*/ 1434549 w 12192000"/>
              <a:gd name="connsiteY193" fmla="*/ 2234522 h 2237474"/>
              <a:gd name="connsiteX194" fmla="*/ 1398481 w 12192000"/>
              <a:gd name="connsiteY194" fmla="*/ 2237074 h 2237474"/>
              <a:gd name="connsiteX195" fmla="*/ 1398407 w 12192000"/>
              <a:gd name="connsiteY195" fmla="*/ 2237095 h 2237474"/>
              <a:gd name="connsiteX196" fmla="*/ 1370962 w 12192000"/>
              <a:gd name="connsiteY196" fmla="*/ 2237474 h 2237474"/>
              <a:gd name="connsiteX197" fmla="*/ 1356367 w 12192000"/>
              <a:gd name="connsiteY197" fmla="*/ 2235089 h 2237474"/>
              <a:gd name="connsiteX198" fmla="*/ 1324828 w 12192000"/>
              <a:gd name="connsiteY198" fmla="*/ 2231968 h 2237474"/>
              <a:gd name="connsiteX199" fmla="*/ 1297744 w 12192000"/>
              <a:gd name="connsiteY199" fmla="*/ 2235849 h 2237474"/>
              <a:gd name="connsiteX200" fmla="*/ 1286236 w 12192000"/>
              <a:gd name="connsiteY200" fmla="*/ 2233135 h 2237474"/>
              <a:gd name="connsiteX201" fmla="*/ 1283504 w 12192000"/>
              <a:gd name="connsiteY201" fmla="*/ 2233797 h 2237474"/>
              <a:gd name="connsiteX202" fmla="*/ 1279765 w 12192000"/>
              <a:gd name="connsiteY202" fmla="*/ 2229639 h 2237474"/>
              <a:gd name="connsiteX203" fmla="*/ 1195347 w 12192000"/>
              <a:gd name="connsiteY203" fmla="*/ 2212354 h 2237474"/>
              <a:gd name="connsiteX204" fmla="*/ 970251 w 12192000"/>
              <a:gd name="connsiteY204" fmla="*/ 2221029 h 2237474"/>
              <a:gd name="connsiteX205" fmla="*/ 812914 w 12192000"/>
              <a:gd name="connsiteY205" fmla="*/ 2202752 h 2237474"/>
              <a:gd name="connsiteX206" fmla="*/ 800195 w 12192000"/>
              <a:gd name="connsiteY206" fmla="*/ 2209407 h 2237474"/>
              <a:gd name="connsiteX207" fmla="*/ 784978 w 12192000"/>
              <a:gd name="connsiteY207" fmla="*/ 2212360 h 2237474"/>
              <a:gd name="connsiteX208" fmla="*/ 681987 w 12192000"/>
              <a:gd name="connsiteY208" fmla="*/ 2216757 h 2237474"/>
              <a:gd name="connsiteX209" fmla="*/ 669923 w 12192000"/>
              <a:gd name="connsiteY209" fmla="*/ 2211682 h 2237474"/>
              <a:gd name="connsiteX210" fmla="*/ 648680 w 12192000"/>
              <a:gd name="connsiteY210" fmla="*/ 2206229 h 2237474"/>
              <a:gd name="connsiteX211" fmla="*/ 597225 w 12192000"/>
              <a:gd name="connsiteY211" fmla="*/ 2180999 h 2237474"/>
              <a:gd name="connsiteX212" fmla="*/ 558449 w 12192000"/>
              <a:gd name="connsiteY212" fmla="*/ 2182346 h 2237474"/>
              <a:gd name="connsiteX213" fmla="*/ 550517 w 12192000"/>
              <a:gd name="connsiteY213" fmla="*/ 2182060 h 2237474"/>
              <a:gd name="connsiteX214" fmla="*/ 550309 w 12192000"/>
              <a:gd name="connsiteY214" fmla="*/ 2181825 h 2237474"/>
              <a:gd name="connsiteX215" fmla="*/ 541836 w 12192000"/>
              <a:gd name="connsiteY215" fmla="*/ 2181063 h 2237474"/>
              <a:gd name="connsiteX216" fmla="*/ 536057 w 12192000"/>
              <a:gd name="connsiteY216" fmla="*/ 2181537 h 2237474"/>
              <a:gd name="connsiteX217" fmla="*/ 520671 w 12192000"/>
              <a:gd name="connsiteY217" fmla="*/ 2180980 h 2237474"/>
              <a:gd name="connsiteX218" fmla="*/ 515024 w 12192000"/>
              <a:gd name="connsiteY218" fmla="*/ 2179258 h 2237474"/>
              <a:gd name="connsiteX219" fmla="*/ 512278 w 12192000"/>
              <a:gd name="connsiteY219" fmla="*/ 2176369 h 2237474"/>
              <a:gd name="connsiteX220" fmla="*/ 480419 w 12192000"/>
              <a:gd name="connsiteY220" fmla="*/ 2167807 h 2237474"/>
              <a:gd name="connsiteX221" fmla="*/ 413835 w 12192000"/>
              <a:gd name="connsiteY221" fmla="*/ 2156783 h 2237474"/>
              <a:gd name="connsiteX222" fmla="*/ 376513 w 12192000"/>
              <a:gd name="connsiteY222" fmla="*/ 2154014 h 2237474"/>
              <a:gd name="connsiteX223" fmla="*/ 273386 w 12192000"/>
              <a:gd name="connsiteY223" fmla="*/ 2142551 h 2237474"/>
              <a:gd name="connsiteX224" fmla="*/ 169207 w 12192000"/>
              <a:gd name="connsiteY224" fmla="*/ 2128100 h 2237474"/>
              <a:gd name="connsiteX225" fmla="*/ 93149 w 12192000"/>
              <a:gd name="connsiteY225" fmla="*/ 2105324 h 2237474"/>
              <a:gd name="connsiteX226" fmla="*/ 88109 w 12192000"/>
              <a:gd name="connsiteY226" fmla="*/ 2106704 h 2237474"/>
              <a:gd name="connsiteX227" fmla="*/ 80022 w 12192000"/>
              <a:gd name="connsiteY227" fmla="*/ 2107254 h 2237474"/>
              <a:gd name="connsiteX228" fmla="*/ 79717 w 12192000"/>
              <a:gd name="connsiteY228" fmla="*/ 2107046 h 2237474"/>
              <a:gd name="connsiteX229" fmla="*/ 72352 w 12192000"/>
              <a:gd name="connsiteY229" fmla="*/ 2107991 h 2237474"/>
              <a:gd name="connsiteX230" fmla="*/ 37645 w 12192000"/>
              <a:gd name="connsiteY230" fmla="*/ 2115401 h 2237474"/>
              <a:gd name="connsiteX231" fmla="*/ 4572 w 12192000"/>
              <a:gd name="connsiteY231" fmla="*/ 2111091 h 2237474"/>
              <a:gd name="connsiteX232" fmla="*/ 0 w 12192000"/>
              <a:gd name="connsiteY232" fmla="*/ 2110468 h 2237474"/>
              <a:gd name="connsiteX233" fmla="*/ 0 w 12192000"/>
              <a:gd name="connsiteY23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16595 w 12192000"/>
              <a:gd name="connsiteY99" fmla="*/ 1667475 h 2237474"/>
              <a:gd name="connsiteX100" fmla="*/ 6508541 w 12192000"/>
              <a:gd name="connsiteY100" fmla="*/ 1668757 h 2237474"/>
              <a:gd name="connsiteX101" fmla="*/ 6471012 w 12192000"/>
              <a:gd name="connsiteY101" fmla="*/ 1678604 h 2237474"/>
              <a:gd name="connsiteX102" fmla="*/ 6415265 w 12192000"/>
              <a:gd name="connsiteY102" fmla="*/ 1665317 h 2237474"/>
              <a:gd name="connsiteX103" fmla="*/ 6364035 w 12192000"/>
              <a:gd name="connsiteY103" fmla="*/ 1667683 h 2237474"/>
              <a:gd name="connsiteX104" fmla="*/ 6280959 w 12192000"/>
              <a:gd name="connsiteY104" fmla="*/ 1689329 h 2237474"/>
              <a:gd name="connsiteX105" fmla="*/ 6243319 w 12192000"/>
              <a:gd name="connsiteY105" fmla="*/ 1695560 h 2237474"/>
              <a:gd name="connsiteX106" fmla="*/ 6098321 w 12192000"/>
              <a:gd name="connsiteY106" fmla="*/ 1721646 h 2237474"/>
              <a:gd name="connsiteX107" fmla="*/ 5880652 w 12192000"/>
              <a:gd name="connsiteY107" fmla="*/ 1779643 h 2237474"/>
              <a:gd name="connsiteX108" fmla="*/ 5785959 w 12192000"/>
              <a:gd name="connsiteY108" fmla="*/ 1775307 h 2237474"/>
              <a:gd name="connsiteX109" fmla="*/ 5643534 w 12192000"/>
              <a:gd name="connsiteY109" fmla="*/ 1802919 h 2237474"/>
              <a:gd name="connsiteX110" fmla="*/ 5518799 w 12192000"/>
              <a:gd name="connsiteY110" fmla="*/ 1818312 h 2237474"/>
              <a:gd name="connsiteX111" fmla="*/ 5505014 w 12192000"/>
              <a:gd name="connsiteY111" fmla="*/ 1819259 h 2237474"/>
              <a:gd name="connsiteX112" fmla="*/ 5453307 w 12192000"/>
              <a:gd name="connsiteY112" fmla="*/ 1815450 h 2237474"/>
              <a:gd name="connsiteX113" fmla="*/ 5364192 w 12192000"/>
              <a:gd name="connsiteY113" fmla="*/ 1826074 h 2237474"/>
              <a:gd name="connsiteX114" fmla="*/ 5350380 w 12192000"/>
              <a:gd name="connsiteY114" fmla="*/ 1830891 h 2237474"/>
              <a:gd name="connsiteX115" fmla="*/ 5259633 w 12192000"/>
              <a:gd name="connsiteY115" fmla="*/ 1837160 h 2237474"/>
              <a:gd name="connsiteX116" fmla="*/ 5197513 w 12192000"/>
              <a:gd name="connsiteY116" fmla="*/ 1844718 h 2237474"/>
              <a:gd name="connsiteX117" fmla="*/ 5184170 w 12192000"/>
              <a:gd name="connsiteY117" fmla="*/ 1849402 h 2237474"/>
              <a:gd name="connsiteX118" fmla="*/ 5168852 w 12192000"/>
              <a:gd name="connsiteY118" fmla="*/ 1844846 h 2237474"/>
              <a:gd name="connsiteX119" fmla="*/ 5164370 w 12192000"/>
              <a:gd name="connsiteY119" fmla="*/ 1840597 h 2237474"/>
              <a:gd name="connsiteX120" fmla="*/ 5114927 w 12192000"/>
              <a:gd name="connsiteY120" fmla="*/ 1847827 h 2237474"/>
              <a:gd name="connsiteX121" fmla="*/ 5108970 w 12192000"/>
              <a:gd name="connsiteY121" fmla="*/ 1847935 h 2237474"/>
              <a:gd name="connsiteX122" fmla="*/ 5067961 w 12192000"/>
              <a:gd name="connsiteY122" fmla="*/ 1845917 h 2237474"/>
              <a:gd name="connsiteX123" fmla="*/ 5007075 w 12192000"/>
              <a:gd name="connsiteY123" fmla="*/ 1838626 h 2237474"/>
              <a:gd name="connsiteX124" fmla="*/ 4944087 w 12192000"/>
              <a:gd name="connsiteY124" fmla="*/ 1823332 h 2237474"/>
              <a:gd name="connsiteX125" fmla="*/ 4907662 w 12192000"/>
              <a:gd name="connsiteY125" fmla="*/ 1816900 h 2237474"/>
              <a:gd name="connsiteX126" fmla="*/ 4882386 w 12192000"/>
              <a:gd name="connsiteY126" fmla="*/ 1809844 h 2237474"/>
              <a:gd name="connsiteX127" fmla="*/ 4811440 w 12192000"/>
              <a:gd name="connsiteY127" fmla="*/ 1804655 h 2237474"/>
              <a:gd name="connsiteX128" fmla="*/ 4691075 w 12192000"/>
              <a:gd name="connsiteY128" fmla="*/ 1801389 h 2237474"/>
              <a:gd name="connsiteX129" fmla="*/ 4611738 w 12192000"/>
              <a:gd name="connsiteY129" fmla="*/ 1776964 h 2237474"/>
              <a:gd name="connsiteX130" fmla="*/ 4560070 w 12192000"/>
              <a:gd name="connsiteY130" fmla="*/ 1785640 h 2237474"/>
              <a:gd name="connsiteX131" fmla="*/ 4536503 w 12192000"/>
              <a:gd name="connsiteY131" fmla="*/ 1785334 h 2237474"/>
              <a:gd name="connsiteX132" fmla="*/ 4513724 w 12192000"/>
              <a:gd name="connsiteY132" fmla="*/ 1791996 h 2237474"/>
              <a:gd name="connsiteX133" fmla="*/ 4459810 w 12192000"/>
              <a:gd name="connsiteY133" fmla="*/ 1797886 h 2237474"/>
              <a:gd name="connsiteX134" fmla="*/ 4379064 w 12192000"/>
              <a:gd name="connsiteY134" fmla="*/ 1817177 h 2237474"/>
              <a:gd name="connsiteX135" fmla="*/ 4319209 w 12192000"/>
              <a:gd name="connsiteY135" fmla="*/ 1834833 h 2237474"/>
              <a:gd name="connsiteX136" fmla="*/ 4290981 w 12192000"/>
              <a:gd name="connsiteY136" fmla="*/ 1839677 h 2237474"/>
              <a:gd name="connsiteX137" fmla="*/ 4285792 w 12192000"/>
              <a:gd name="connsiteY137" fmla="*/ 1836231 h 2237474"/>
              <a:gd name="connsiteX138" fmla="*/ 4238372 w 12192000"/>
              <a:gd name="connsiteY138" fmla="*/ 1851480 h 2237474"/>
              <a:gd name="connsiteX139" fmla="*/ 4232517 w 12192000"/>
              <a:gd name="connsiteY139" fmla="*/ 1852567 h 2237474"/>
              <a:gd name="connsiteX140" fmla="*/ 4191732 w 12192000"/>
              <a:gd name="connsiteY140" fmla="*/ 1857328 h 2237474"/>
              <a:gd name="connsiteX141" fmla="*/ 4065532 w 12192000"/>
              <a:gd name="connsiteY141" fmla="*/ 1855477 h 2237474"/>
              <a:gd name="connsiteX142" fmla="*/ 4028460 w 12192000"/>
              <a:gd name="connsiteY142" fmla="*/ 1855137 h 2237474"/>
              <a:gd name="connsiteX143" fmla="*/ 4002267 w 12192000"/>
              <a:gd name="connsiteY143" fmla="*/ 1852352 h 2237474"/>
              <a:gd name="connsiteX144" fmla="*/ 3931396 w 12192000"/>
              <a:gd name="connsiteY144" fmla="*/ 1858915 h 2237474"/>
              <a:gd name="connsiteX145" fmla="*/ 3812162 w 12192000"/>
              <a:gd name="connsiteY145" fmla="*/ 1875501 h 2237474"/>
              <a:gd name="connsiteX146" fmla="*/ 3729530 w 12192000"/>
              <a:gd name="connsiteY146" fmla="*/ 1864513 h 2237474"/>
              <a:gd name="connsiteX147" fmla="*/ 3680177 w 12192000"/>
              <a:gd name="connsiteY147" fmla="*/ 1881552 h 2237474"/>
              <a:gd name="connsiteX148" fmla="*/ 3567259 w 12192000"/>
              <a:gd name="connsiteY148" fmla="*/ 1893482 h 2237474"/>
              <a:gd name="connsiteX149" fmla="*/ 3405770 w 12192000"/>
              <a:gd name="connsiteY149" fmla="*/ 1904591 h 2237474"/>
              <a:gd name="connsiteX150" fmla="*/ 3280097 w 12192000"/>
              <a:gd name="connsiteY150" fmla="*/ 1919610 h 2237474"/>
              <a:gd name="connsiteX151" fmla="*/ 3123424 w 12192000"/>
              <a:gd name="connsiteY151" fmla="*/ 1952930 h 2237474"/>
              <a:gd name="connsiteX152" fmla="*/ 3009910 w 12192000"/>
              <a:gd name="connsiteY152" fmla="*/ 1957866 h 2237474"/>
              <a:gd name="connsiteX153" fmla="*/ 2995934 w 12192000"/>
              <a:gd name="connsiteY153" fmla="*/ 1967085 h 2237474"/>
              <a:gd name="connsiteX154" fmla="*/ 2980071 w 12192000"/>
              <a:gd name="connsiteY154" fmla="*/ 1972988 h 2237474"/>
              <a:gd name="connsiteX155" fmla="*/ 2978094 w 12192000"/>
              <a:gd name="connsiteY155" fmla="*/ 1972369 h 2237474"/>
              <a:gd name="connsiteX156" fmla="*/ 2942858 w 12192000"/>
              <a:gd name="connsiteY156" fmla="*/ 1981367 h 2237474"/>
              <a:gd name="connsiteX157" fmla="*/ 2875436 w 12192000"/>
              <a:gd name="connsiteY157" fmla="*/ 1996977 h 2237474"/>
              <a:gd name="connsiteX158" fmla="*/ 2874892 w 12192000"/>
              <a:gd name="connsiteY158" fmla="*/ 1996085 h 2237474"/>
              <a:gd name="connsiteX159" fmla="*/ 2864145 w 12192000"/>
              <a:gd name="connsiteY159" fmla="*/ 1994061 h 2237474"/>
              <a:gd name="connsiteX160" fmla="*/ 2843662 w 12192000"/>
              <a:gd name="connsiteY160" fmla="*/ 1992498 h 2237474"/>
              <a:gd name="connsiteX161" fmla="*/ 2796128 w 12192000"/>
              <a:gd name="connsiteY161" fmla="*/ 1976403 h 2237474"/>
              <a:gd name="connsiteX162" fmla="*/ 2756784 w 12192000"/>
              <a:gd name="connsiteY162" fmla="*/ 1985116 h 2237474"/>
              <a:gd name="connsiteX163" fmla="*/ 2748833 w 12192000"/>
              <a:gd name="connsiteY163" fmla="*/ 1986323 h 2237474"/>
              <a:gd name="connsiteX164" fmla="*/ 2748661 w 12192000"/>
              <a:gd name="connsiteY164" fmla="*/ 1986122 h 2237474"/>
              <a:gd name="connsiteX165" fmla="*/ 2740251 w 12192000"/>
              <a:gd name="connsiteY165" fmla="*/ 1986946 h 2237474"/>
              <a:gd name="connsiteX166" fmla="*/ 2718916 w 12192000"/>
              <a:gd name="connsiteY166" fmla="*/ 1990867 h 2237474"/>
              <a:gd name="connsiteX167" fmla="*/ 2713522 w 12192000"/>
              <a:gd name="connsiteY167" fmla="*/ 1990173 h 2237474"/>
              <a:gd name="connsiteX168" fmla="*/ 2680597 w 12192000"/>
              <a:gd name="connsiteY168" fmla="*/ 1984996 h 2237474"/>
              <a:gd name="connsiteX169" fmla="*/ 2578178 w 12192000"/>
              <a:gd name="connsiteY169" fmla="*/ 1990531 h 2237474"/>
              <a:gd name="connsiteX170" fmla="*/ 2476147 w 12192000"/>
              <a:gd name="connsiteY170" fmla="*/ 1998305 h 2237474"/>
              <a:gd name="connsiteX171" fmla="*/ 2373568 w 12192000"/>
              <a:gd name="connsiteY171" fmla="*/ 2003219 h 2237474"/>
              <a:gd name="connsiteX172" fmla="*/ 2321399 w 12192000"/>
              <a:gd name="connsiteY172" fmla="*/ 1989467 h 2237474"/>
              <a:gd name="connsiteX173" fmla="*/ 2315525 w 12192000"/>
              <a:gd name="connsiteY173" fmla="*/ 1989708 h 2237474"/>
              <a:gd name="connsiteX174" fmla="*/ 2300792 w 12192000"/>
              <a:gd name="connsiteY174" fmla="*/ 1994290 h 2237474"/>
              <a:gd name="connsiteX175" fmla="*/ 2295469 w 12192000"/>
              <a:gd name="connsiteY175" fmla="*/ 1996659 h 2237474"/>
              <a:gd name="connsiteX176" fmla="*/ 2287219 w 12192000"/>
              <a:gd name="connsiteY176" fmla="*/ 1998750 h 2237474"/>
              <a:gd name="connsiteX177" fmla="*/ 2286948 w 12192000"/>
              <a:gd name="connsiteY177" fmla="*/ 1998596 h 2237474"/>
              <a:gd name="connsiteX178" fmla="*/ 2243069 w 12192000"/>
              <a:gd name="connsiteY178" fmla="*/ 2015111 h 2237474"/>
              <a:gd name="connsiteX179" fmla="*/ 2186609 w 12192000"/>
              <a:gd name="connsiteY179" fmla="*/ 2008263 h 2237474"/>
              <a:gd name="connsiteX180" fmla="*/ 2164831 w 12192000"/>
              <a:gd name="connsiteY180" fmla="*/ 2010143 h 2237474"/>
              <a:gd name="connsiteX181" fmla="*/ 2152836 w 12192000"/>
              <a:gd name="connsiteY181" fmla="*/ 2010048 h 2237474"/>
              <a:gd name="connsiteX182" fmla="*/ 2117102 w 12192000"/>
              <a:gd name="connsiteY182" fmla="*/ 2023004 h 2237474"/>
              <a:gd name="connsiteX183" fmla="*/ 2111935 w 12192000"/>
              <a:gd name="connsiteY183" fmla="*/ 2023163 h 2237474"/>
              <a:gd name="connsiteX184" fmla="*/ 2089991 w 12192000"/>
              <a:gd name="connsiteY184" fmla="*/ 2034193 h 2237474"/>
              <a:gd name="connsiteX185" fmla="*/ 2058061 w 12192000"/>
              <a:gd name="connsiteY185" fmla="*/ 2047942 h 2237474"/>
              <a:gd name="connsiteX186" fmla="*/ 2055737 w 12192000"/>
              <a:gd name="connsiteY186" fmla="*/ 2047704 h 2237474"/>
              <a:gd name="connsiteX187" fmla="*/ 2042244 w 12192000"/>
              <a:gd name="connsiteY187" fmla="*/ 2055560 h 2237474"/>
              <a:gd name="connsiteX188" fmla="*/ 1976224 w 12192000"/>
              <a:gd name="connsiteY188" fmla="*/ 2074257 h 2237474"/>
              <a:gd name="connsiteX189" fmla="*/ 1877728 w 12192000"/>
              <a:gd name="connsiteY189" fmla="*/ 2101004 h 2237474"/>
              <a:gd name="connsiteX190" fmla="*/ 1759056 w 12192000"/>
              <a:gd name="connsiteY190" fmla="*/ 2125608 h 2237474"/>
              <a:gd name="connsiteX191" fmla="*/ 1637948 w 12192000"/>
              <a:gd name="connsiteY191" fmla="*/ 2172597 h 2237474"/>
              <a:gd name="connsiteX192" fmla="*/ 1434549 w 12192000"/>
              <a:gd name="connsiteY192" fmla="*/ 2234522 h 2237474"/>
              <a:gd name="connsiteX193" fmla="*/ 1398481 w 12192000"/>
              <a:gd name="connsiteY193" fmla="*/ 2237074 h 2237474"/>
              <a:gd name="connsiteX194" fmla="*/ 1398407 w 12192000"/>
              <a:gd name="connsiteY194" fmla="*/ 2237095 h 2237474"/>
              <a:gd name="connsiteX195" fmla="*/ 1370962 w 12192000"/>
              <a:gd name="connsiteY195" fmla="*/ 2237474 h 2237474"/>
              <a:gd name="connsiteX196" fmla="*/ 1356367 w 12192000"/>
              <a:gd name="connsiteY196" fmla="*/ 2235089 h 2237474"/>
              <a:gd name="connsiteX197" fmla="*/ 1324828 w 12192000"/>
              <a:gd name="connsiteY197" fmla="*/ 2231968 h 2237474"/>
              <a:gd name="connsiteX198" fmla="*/ 1297744 w 12192000"/>
              <a:gd name="connsiteY198" fmla="*/ 2235849 h 2237474"/>
              <a:gd name="connsiteX199" fmla="*/ 1286236 w 12192000"/>
              <a:gd name="connsiteY199" fmla="*/ 2233135 h 2237474"/>
              <a:gd name="connsiteX200" fmla="*/ 1283504 w 12192000"/>
              <a:gd name="connsiteY200" fmla="*/ 2233797 h 2237474"/>
              <a:gd name="connsiteX201" fmla="*/ 1279765 w 12192000"/>
              <a:gd name="connsiteY201" fmla="*/ 2229639 h 2237474"/>
              <a:gd name="connsiteX202" fmla="*/ 1195347 w 12192000"/>
              <a:gd name="connsiteY202" fmla="*/ 2212354 h 2237474"/>
              <a:gd name="connsiteX203" fmla="*/ 970251 w 12192000"/>
              <a:gd name="connsiteY203" fmla="*/ 2221029 h 2237474"/>
              <a:gd name="connsiteX204" fmla="*/ 812914 w 12192000"/>
              <a:gd name="connsiteY204" fmla="*/ 2202752 h 2237474"/>
              <a:gd name="connsiteX205" fmla="*/ 800195 w 12192000"/>
              <a:gd name="connsiteY205" fmla="*/ 2209407 h 2237474"/>
              <a:gd name="connsiteX206" fmla="*/ 784978 w 12192000"/>
              <a:gd name="connsiteY206" fmla="*/ 2212360 h 2237474"/>
              <a:gd name="connsiteX207" fmla="*/ 681987 w 12192000"/>
              <a:gd name="connsiteY207" fmla="*/ 2216757 h 2237474"/>
              <a:gd name="connsiteX208" fmla="*/ 669923 w 12192000"/>
              <a:gd name="connsiteY208" fmla="*/ 2211682 h 2237474"/>
              <a:gd name="connsiteX209" fmla="*/ 648680 w 12192000"/>
              <a:gd name="connsiteY209" fmla="*/ 2206229 h 2237474"/>
              <a:gd name="connsiteX210" fmla="*/ 597225 w 12192000"/>
              <a:gd name="connsiteY210" fmla="*/ 2180999 h 2237474"/>
              <a:gd name="connsiteX211" fmla="*/ 558449 w 12192000"/>
              <a:gd name="connsiteY211" fmla="*/ 2182346 h 2237474"/>
              <a:gd name="connsiteX212" fmla="*/ 550517 w 12192000"/>
              <a:gd name="connsiteY212" fmla="*/ 2182060 h 2237474"/>
              <a:gd name="connsiteX213" fmla="*/ 550309 w 12192000"/>
              <a:gd name="connsiteY213" fmla="*/ 2181825 h 2237474"/>
              <a:gd name="connsiteX214" fmla="*/ 541836 w 12192000"/>
              <a:gd name="connsiteY214" fmla="*/ 2181063 h 2237474"/>
              <a:gd name="connsiteX215" fmla="*/ 536057 w 12192000"/>
              <a:gd name="connsiteY215" fmla="*/ 2181537 h 2237474"/>
              <a:gd name="connsiteX216" fmla="*/ 520671 w 12192000"/>
              <a:gd name="connsiteY216" fmla="*/ 2180980 h 2237474"/>
              <a:gd name="connsiteX217" fmla="*/ 515024 w 12192000"/>
              <a:gd name="connsiteY217" fmla="*/ 2179258 h 2237474"/>
              <a:gd name="connsiteX218" fmla="*/ 512278 w 12192000"/>
              <a:gd name="connsiteY218" fmla="*/ 2176369 h 2237474"/>
              <a:gd name="connsiteX219" fmla="*/ 480419 w 12192000"/>
              <a:gd name="connsiteY219" fmla="*/ 2167807 h 2237474"/>
              <a:gd name="connsiteX220" fmla="*/ 413835 w 12192000"/>
              <a:gd name="connsiteY220" fmla="*/ 2156783 h 2237474"/>
              <a:gd name="connsiteX221" fmla="*/ 376513 w 12192000"/>
              <a:gd name="connsiteY221" fmla="*/ 2154014 h 2237474"/>
              <a:gd name="connsiteX222" fmla="*/ 273386 w 12192000"/>
              <a:gd name="connsiteY222" fmla="*/ 2142551 h 2237474"/>
              <a:gd name="connsiteX223" fmla="*/ 169207 w 12192000"/>
              <a:gd name="connsiteY223" fmla="*/ 2128100 h 2237474"/>
              <a:gd name="connsiteX224" fmla="*/ 93149 w 12192000"/>
              <a:gd name="connsiteY224" fmla="*/ 2105324 h 2237474"/>
              <a:gd name="connsiteX225" fmla="*/ 88109 w 12192000"/>
              <a:gd name="connsiteY225" fmla="*/ 2106704 h 2237474"/>
              <a:gd name="connsiteX226" fmla="*/ 80022 w 12192000"/>
              <a:gd name="connsiteY226" fmla="*/ 2107254 h 2237474"/>
              <a:gd name="connsiteX227" fmla="*/ 79717 w 12192000"/>
              <a:gd name="connsiteY227" fmla="*/ 2107046 h 2237474"/>
              <a:gd name="connsiteX228" fmla="*/ 72352 w 12192000"/>
              <a:gd name="connsiteY228" fmla="*/ 2107991 h 2237474"/>
              <a:gd name="connsiteX229" fmla="*/ 37645 w 12192000"/>
              <a:gd name="connsiteY229" fmla="*/ 2115401 h 2237474"/>
              <a:gd name="connsiteX230" fmla="*/ 4572 w 12192000"/>
              <a:gd name="connsiteY230" fmla="*/ 2111091 h 2237474"/>
              <a:gd name="connsiteX231" fmla="*/ 0 w 12192000"/>
              <a:gd name="connsiteY231" fmla="*/ 2110468 h 2237474"/>
              <a:gd name="connsiteX232" fmla="*/ 0 w 12192000"/>
              <a:gd name="connsiteY23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16595 w 12192000"/>
              <a:gd name="connsiteY98" fmla="*/ 1667475 h 2237474"/>
              <a:gd name="connsiteX99" fmla="*/ 6508541 w 12192000"/>
              <a:gd name="connsiteY99" fmla="*/ 1668757 h 2237474"/>
              <a:gd name="connsiteX100" fmla="*/ 6471012 w 12192000"/>
              <a:gd name="connsiteY100" fmla="*/ 1678604 h 2237474"/>
              <a:gd name="connsiteX101" fmla="*/ 6415265 w 12192000"/>
              <a:gd name="connsiteY101" fmla="*/ 1665317 h 2237474"/>
              <a:gd name="connsiteX102" fmla="*/ 6364035 w 12192000"/>
              <a:gd name="connsiteY102" fmla="*/ 1667683 h 2237474"/>
              <a:gd name="connsiteX103" fmla="*/ 6280959 w 12192000"/>
              <a:gd name="connsiteY103" fmla="*/ 1689329 h 2237474"/>
              <a:gd name="connsiteX104" fmla="*/ 6243319 w 12192000"/>
              <a:gd name="connsiteY104" fmla="*/ 1695560 h 2237474"/>
              <a:gd name="connsiteX105" fmla="*/ 6098321 w 12192000"/>
              <a:gd name="connsiteY105" fmla="*/ 1721646 h 2237474"/>
              <a:gd name="connsiteX106" fmla="*/ 5880652 w 12192000"/>
              <a:gd name="connsiteY106" fmla="*/ 1779643 h 2237474"/>
              <a:gd name="connsiteX107" fmla="*/ 5785959 w 12192000"/>
              <a:gd name="connsiteY107" fmla="*/ 1775307 h 2237474"/>
              <a:gd name="connsiteX108" fmla="*/ 5643534 w 12192000"/>
              <a:gd name="connsiteY108" fmla="*/ 1802919 h 2237474"/>
              <a:gd name="connsiteX109" fmla="*/ 5518799 w 12192000"/>
              <a:gd name="connsiteY109" fmla="*/ 1818312 h 2237474"/>
              <a:gd name="connsiteX110" fmla="*/ 5505014 w 12192000"/>
              <a:gd name="connsiteY110" fmla="*/ 1819259 h 2237474"/>
              <a:gd name="connsiteX111" fmla="*/ 5453307 w 12192000"/>
              <a:gd name="connsiteY111" fmla="*/ 1815450 h 2237474"/>
              <a:gd name="connsiteX112" fmla="*/ 5364192 w 12192000"/>
              <a:gd name="connsiteY112" fmla="*/ 1826074 h 2237474"/>
              <a:gd name="connsiteX113" fmla="*/ 5350380 w 12192000"/>
              <a:gd name="connsiteY113" fmla="*/ 1830891 h 2237474"/>
              <a:gd name="connsiteX114" fmla="*/ 5259633 w 12192000"/>
              <a:gd name="connsiteY114" fmla="*/ 1837160 h 2237474"/>
              <a:gd name="connsiteX115" fmla="*/ 5197513 w 12192000"/>
              <a:gd name="connsiteY115" fmla="*/ 1844718 h 2237474"/>
              <a:gd name="connsiteX116" fmla="*/ 5184170 w 12192000"/>
              <a:gd name="connsiteY116" fmla="*/ 1849402 h 2237474"/>
              <a:gd name="connsiteX117" fmla="*/ 5168852 w 12192000"/>
              <a:gd name="connsiteY117" fmla="*/ 1844846 h 2237474"/>
              <a:gd name="connsiteX118" fmla="*/ 5164370 w 12192000"/>
              <a:gd name="connsiteY118" fmla="*/ 1840597 h 2237474"/>
              <a:gd name="connsiteX119" fmla="*/ 5114927 w 12192000"/>
              <a:gd name="connsiteY119" fmla="*/ 1847827 h 2237474"/>
              <a:gd name="connsiteX120" fmla="*/ 5108970 w 12192000"/>
              <a:gd name="connsiteY120" fmla="*/ 1847935 h 2237474"/>
              <a:gd name="connsiteX121" fmla="*/ 5067961 w 12192000"/>
              <a:gd name="connsiteY121" fmla="*/ 1845917 h 2237474"/>
              <a:gd name="connsiteX122" fmla="*/ 5007075 w 12192000"/>
              <a:gd name="connsiteY122" fmla="*/ 1838626 h 2237474"/>
              <a:gd name="connsiteX123" fmla="*/ 4944087 w 12192000"/>
              <a:gd name="connsiteY123" fmla="*/ 1823332 h 2237474"/>
              <a:gd name="connsiteX124" fmla="*/ 4907662 w 12192000"/>
              <a:gd name="connsiteY124" fmla="*/ 1816900 h 2237474"/>
              <a:gd name="connsiteX125" fmla="*/ 4882386 w 12192000"/>
              <a:gd name="connsiteY125" fmla="*/ 1809844 h 2237474"/>
              <a:gd name="connsiteX126" fmla="*/ 4811440 w 12192000"/>
              <a:gd name="connsiteY126" fmla="*/ 1804655 h 2237474"/>
              <a:gd name="connsiteX127" fmla="*/ 4691075 w 12192000"/>
              <a:gd name="connsiteY127" fmla="*/ 1801389 h 2237474"/>
              <a:gd name="connsiteX128" fmla="*/ 4611738 w 12192000"/>
              <a:gd name="connsiteY128" fmla="*/ 1776964 h 2237474"/>
              <a:gd name="connsiteX129" fmla="*/ 4560070 w 12192000"/>
              <a:gd name="connsiteY129" fmla="*/ 1785640 h 2237474"/>
              <a:gd name="connsiteX130" fmla="*/ 4536503 w 12192000"/>
              <a:gd name="connsiteY130" fmla="*/ 1785334 h 2237474"/>
              <a:gd name="connsiteX131" fmla="*/ 4513724 w 12192000"/>
              <a:gd name="connsiteY131" fmla="*/ 1791996 h 2237474"/>
              <a:gd name="connsiteX132" fmla="*/ 4459810 w 12192000"/>
              <a:gd name="connsiteY132" fmla="*/ 1797886 h 2237474"/>
              <a:gd name="connsiteX133" fmla="*/ 4379064 w 12192000"/>
              <a:gd name="connsiteY133" fmla="*/ 1817177 h 2237474"/>
              <a:gd name="connsiteX134" fmla="*/ 4319209 w 12192000"/>
              <a:gd name="connsiteY134" fmla="*/ 1834833 h 2237474"/>
              <a:gd name="connsiteX135" fmla="*/ 4290981 w 12192000"/>
              <a:gd name="connsiteY135" fmla="*/ 1839677 h 2237474"/>
              <a:gd name="connsiteX136" fmla="*/ 4285792 w 12192000"/>
              <a:gd name="connsiteY136" fmla="*/ 1836231 h 2237474"/>
              <a:gd name="connsiteX137" fmla="*/ 4238372 w 12192000"/>
              <a:gd name="connsiteY137" fmla="*/ 1851480 h 2237474"/>
              <a:gd name="connsiteX138" fmla="*/ 4232517 w 12192000"/>
              <a:gd name="connsiteY138" fmla="*/ 1852567 h 2237474"/>
              <a:gd name="connsiteX139" fmla="*/ 4191732 w 12192000"/>
              <a:gd name="connsiteY139" fmla="*/ 1857328 h 2237474"/>
              <a:gd name="connsiteX140" fmla="*/ 4065532 w 12192000"/>
              <a:gd name="connsiteY140" fmla="*/ 1855477 h 2237474"/>
              <a:gd name="connsiteX141" fmla="*/ 4028460 w 12192000"/>
              <a:gd name="connsiteY141" fmla="*/ 1855137 h 2237474"/>
              <a:gd name="connsiteX142" fmla="*/ 4002267 w 12192000"/>
              <a:gd name="connsiteY142" fmla="*/ 1852352 h 2237474"/>
              <a:gd name="connsiteX143" fmla="*/ 3931396 w 12192000"/>
              <a:gd name="connsiteY143" fmla="*/ 1858915 h 2237474"/>
              <a:gd name="connsiteX144" fmla="*/ 3812162 w 12192000"/>
              <a:gd name="connsiteY144" fmla="*/ 1875501 h 2237474"/>
              <a:gd name="connsiteX145" fmla="*/ 3729530 w 12192000"/>
              <a:gd name="connsiteY145" fmla="*/ 1864513 h 2237474"/>
              <a:gd name="connsiteX146" fmla="*/ 3680177 w 12192000"/>
              <a:gd name="connsiteY146" fmla="*/ 1881552 h 2237474"/>
              <a:gd name="connsiteX147" fmla="*/ 3567259 w 12192000"/>
              <a:gd name="connsiteY147" fmla="*/ 1893482 h 2237474"/>
              <a:gd name="connsiteX148" fmla="*/ 3405770 w 12192000"/>
              <a:gd name="connsiteY148" fmla="*/ 1904591 h 2237474"/>
              <a:gd name="connsiteX149" fmla="*/ 3280097 w 12192000"/>
              <a:gd name="connsiteY149" fmla="*/ 1919610 h 2237474"/>
              <a:gd name="connsiteX150" fmla="*/ 3123424 w 12192000"/>
              <a:gd name="connsiteY150" fmla="*/ 1952930 h 2237474"/>
              <a:gd name="connsiteX151" fmla="*/ 3009910 w 12192000"/>
              <a:gd name="connsiteY151" fmla="*/ 1957866 h 2237474"/>
              <a:gd name="connsiteX152" fmla="*/ 2995934 w 12192000"/>
              <a:gd name="connsiteY152" fmla="*/ 1967085 h 2237474"/>
              <a:gd name="connsiteX153" fmla="*/ 2980071 w 12192000"/>
              <a:gd name="connsiteY153" fmla="*/ 1972988 h 2237474"/>
              <a:gd name="connsiteX154" fmla="*/ 2978094 w 12192000"/>
              <a:gd name="connsiteY154" fmla="*/ 1972369 h 2237474"/>
              <a:gd name="connsiteX155" fmla="*/ 2942858 w 12192000"/>
              <a:gd name="connsiteY155" fmla="*/ 1981367 h 2237474"/>
              <a:gd name="connsiteX156" fmla="*/ 2875436 w 12192000"/>
              <a:gd name="connsiteY156" fmla="*/ 1996977 h 2237474"/>
              <a:gd name="connsiteX157" fmla="*/ 2874892 w 12192000"/>
              <a:gd name="connsiteY157" fmla="*/ 1996085 h 2237474"/>
              <a:gd name="connsiteX158" fmla="*/ 2864145 w 12192000"/>
              <a:gd name="connsiteY158" fmla="*/ 1994061 h 2237474"/>
              <a:gd name="connsiteX159" fmla="*/ 2843662 w 12192000"/>
              <a:gd name="connsiteY159" fmla="*/ 1992498 h 2237474"/>
              <a:gd name="connsiteX160" fmla="*/ 2796128 w 12192000"/>
              <a:gd name="connsiteY160" fmla="*/ 1976403 h 2237474"/>
              <a:gd name="connsiteX161" fmla="*/ 2756784 w 12192000"/>
              <a:gd name="connsiteY161" fmla="*/ 1985116 h 2237474"/>
              <a:gd name="connsiteX162" fmla="*/ 2748833 w 12192000"/>
              <a:gd name="connsiteY162" fmla="*/ 1986323 h 2237474"/>
              <a:gd name="connsiteX163" fmla="*/ 2748661 w 12192000"/>
              <a:gd name="connsiteY163" fmla="*/ 1986122 h 2237474"/>
              <a:gd name="connsiteX164" fmla="*/ 2740251 w 12192000"/>
              <a:gd name="connsiteY164" fmla="*/ 1986946 h 2237474"/>
              <a:gd name="connsiteX165" fmla="*/ 2718916 w 12192000"/>
              <a:gd name="connsiteY165" fmla="*/ 1990867 h 2237474"/>
              <a:gd name="connsiteX166" fmla="*/ 2713522 w 12192000"/>
              <a:gd name="connsiteY166" fmla="*/ 1990173 h 2237474"/>
              <a:gd name="connsiteX167" fmla="*/ 2680597 w 12192000"/>
              <a:gd name="connsiteY167" fmla="*/ 1984996 h 2237474"/>
              <a:gd name="connsiteX168" fmla="*/ 2578178 w 12192000"/>
              <a:gd name="connsiteY168" fmla="*/ 1990531 h 2237474"/>
              <a:gd name="connsiteX169" fmla="*/ 2476147 w 12192000"/>
              <a:gd name="connsiteY169" fmla="*/ 1998305 h 2237474"/>
              <a:gd name="connsiteX170" fmla="*/ 2373568 w 12192000"/>
              <a:gd name="connsiteY170" fmla="*/ 2003219 h 2237474"/>
              <a:gd name="connsiteX171" fmla="*/ 2321399 w 12192000"/>
              <a:gd name="connsiteY171" fmla="*/ 1989467 h 2237474"/>
              <a:gd name="connsiteX172" fmla="*/ 2315525 w 12192000"/>
              <a:gd name="connsiteY172" fmla="*/ 1989708 h 2237474"/>
              <a:gd name="connsiteX173" fmla="*/ 2300792 w 12192000"/>
              <a:gd name="connsiteY173" fmla="*/ 1994290 h 2237474"/>
              <a:gd name="connsiteX174" fmla="*/ 2295469 w 12192000"/>
              <a:gd name="connsiteY174" fmla="*/ 1996659 h 2237474"/>
              <a:gd name="connsiteX175" fmla="*/ 2287219 w 12192000"/>
              <a:gd name="connsiteY175" fmla="*/ 1998750 h 2237474"/>
              <a:gd name="connsiteX176" fmla="*/ 2286948 w 12192000"/>
              <a:gd name="connsiteY176" fmla="*/ 1998596 h 2237474"/>
              <a:gd name="connsiteX177" fmla="*/ 2243069 w 12192000"/>
              <a:gd name="connsiteY177" fmla="*/ 2015111 h 2237474"/>
              <a:gd name="connsiteX178" fmla="*/ 2186609 w 12192000"/>
              <a:gd name="connsiteY178" fmla="*/ 2008263 h 2237474"/>
              <a:gd name="connsiteX179" fmla="*/ 2164831 w 12192000"/>
              <a:gd name="connsiteY179" fmla="*/ 2010143 h 2237474"/>
              <a:gd name="connsiteX180" fmla="*/ 2152836 w 12192000"/>
              <a:gd name="connsiteY180" fmla="*/ 2010048 h 2237474"/>
              <a:gd name="connsiteX181" fmla="*/ 2117102 w 12192000"/>
              <a:gd name="connsiteY181" fmla="*/ 2023004 h 2237474"/>
              <a:gd name="connsiteX182" fmla="*/ 2111935 w 12192000"/>
              <a:gd name="connsiteY182" fmla="*/ 2023163 h 2237474"/>
              <a:gd name="connsiteX183" fmla="*/ 2089991 w 12192000"/>
              <a:gd name="connsiteY183" fmla="*/ 2034193 h 2237474"/>
              <a:gd name="connsiteX184" fmla="*/ 2058061 w 12192000"/>
              <a:gd name="connsiteY184" fmla="*/ 2047942 h 2237474"/>
              <a:gd name="connsiteX185" fmla="*/ 2055737 w 12192000"/>
              <a:gd name="connsiteY185" fmla="*/ 2047704 h 2237474"/>
              <a:gd name="connsiteX186" fmla="*/ 2042244 w 12192000"/>
              <a:gd name="connsiteY186" fmla="*/ 2055560 h 2237474"/>
              <a:gd name="connsiteX187" fmla="*/ 1976224 w 12192000"/>
              <a:gd name="connsiteY187" fmla="*/ 2074257 h 2237474"/>
              <a:gd name="connsiteX188" fmla="*/ 1877728 w 12192000"/>
              <a:gd name="connsiteY188" fmla="*/ 2101004 h 2237474"/>
              <a:gd name="connsiteX189" fmla="*/ 1759056 w 12192000"/>
              <a:gd name="connsiteY189" fmla="*/ 2125608 h 2237474"/>
              <a:gd name="connsiteX190" fmla="*/ 1637948 w 12192000"/>
              <a:gd name="connsiteY190" fmla="*/ 2172597 h 2237474"/>
              <a:gd name="connsiteX191" fmla="*/ 1434549 w 12192000"/>
              <a:gd name="connsiteY191" fmla="*/ 2234522 h 2237474"/>
              <a:gd name="connsiteX192" fmla="*/ 1398481 w 12192000"/>
              <a:gd name="connsiteY192" fmla="*/ 2237074 h 2237474"/>
              <a:gd name="connsiteX193" fmla="*/ 1398407 w 12192000"/>
              <a:gd name="connsiteY193" fmla="*/ 2237095 h 2237474"/>
              <a:gd name="connsiteX194" fmla="*/ 1370962 w 12192000"/>
              <a:gd name="connsiteY194" fmla="*/ 2237474 h 2237474"/>
              <a:gd name="connsiteX195" fmla="*/ 1356367 w 12192000"/>
              <a:gd name="connsiteY195" fmla="*/ 2235089 h 2237474"/>
              <a:gd name="connsiteX196" fmla="*/ 1324828 w 12192000"/>
              <a:gd name="connsiteY196" fmla="*/ 2231968 h 2237474"/>
              <a:gd name="connsiteX197" fmla="*/ 1297744 w 12192000"/>
              <a:gd name="connsiteY197" fmla="*/ 2235849 h 2237474"/>
              <a:gd name="connsiteX198" fmla="*/ 1286236 w 12192000"/>
              <a:gd name="connsiteY198" fmla="*/ 2233135 h 2237474"/>
              <a:gd name="connsiteX199" fmla="*/ 1283504 w 12192000"/>
              <a:gd name="connsiteY199" fmla="*/ 2233797 h 2237474"/>
              <a:gd name="connsiteX200" fmla="*/ 1279765 w 12192000"/>
              <a:gd name="connsiteY200" fmla="*/ 2229639 h 2237474"/>
              <a:gd name="connsiteX201" fmla="*/ 1195347 w 12192000"/>
              <a:gd name="connsiteY201" fmla="*/ 2212354 h 2237474"/>
              <a:gd name="connsiteX202" fmla="*/ 970251 w 12192000"/>
              <a:gd name="connsiteY202" fmla="*/ 2221029 h 2237474"/>
              <a:gd name="connsiteX203" fmla="*/ 812914 w 12192000"/>
              <a:gd name="connsiteY203" fmla="*/ 2202752 h 2237474"/>
              <a:gd name="connsiteX204" fmla="*/ 800195 w 12192000"/>
              <a:gd name="connsiteY204" fmla="*/ 2209407 h 2237474"/>
              <a:gd name="connsiteX205" fmla="*/ 784978 w 12192000"/>
              <a:gd name="connsiteY205" fmla="*/ 2212360 h 2237474"/>
              <a:gd name="connsiteX206" fmla="*/ 681987 w 12192000"/>
              <a:gd name="connsiteY206" fmla="*/ 2216757 h 2237474"/>
              <a:gd name="connsiteX207" fmla="*/ 669923 w 12192000"/>
              <a:gd name="connsiteY207" fmla="*/ 2211682 h 2237474"/>
              <a:gd name="connsiteX208" fmla="*/ 648680 w 12192000"/>
              <a:gd name="connsiteY208" fmla="*/ 2206229 h 2237474"/>
              <a:gd name="connsiteX209" fmla="*/ 597225 w 12192000"/>
              <a:gd name="connsiteY209" fmla="*/ 2180999 h 2237474"/>
              <a:gd name="connsiteX210" fmla="*/ 558449 w 12192000"/>
              <a:gd name="connsiteY210" fmla="*/ 2182346 h 2237474"/>
              <a:gd name="connsiteX211" fmla="*/ 550517 w 12192000"/>
              <a:gd name="connsiteY211" fmla="*/ 2182060 h 2237474"/>
              <a:gd name="connsiteX212" fmla="*/ 550309 w 12192000"/>
              <a:gd name="connsiteY212" fmla="*/ 2181825 h 2237474"/>
              <a:gd name="connsiteX213" fmla="*/ 541836 w 12192000"/>
              <a:gd name="connsiteY213" fmla="*/ 2181063 h 2237474"/>
              <a:gd name="connsiteX214" fmla="*/ 536057 w 12192000"/>
              <a:gd name="connsiteY214" fmla="*/ 2181537 h 2237474"/>
              <a:gd name="connsiteX215" fmla="*/ 520671 w 12192000"/>
              <a:gd name="connsiteY215" fmla="*/ 2180980 h 2237474"/>
              <a:gd name="connsiteX216" fmla="*/ 515024 w 12192000"/>
              <a:gd name="connsiteY216" fmla="*/ 2179258 h 2237474"/>
              <a:gd name="connsiteX217" fmla="*/ 512278 w 12192000"/>
              <a:gd name="connsiteY217" fmla="*/ 2176369 h 2237474"/>
              <a:gd name="connsiteX218" fmla="*/ 480419 w 12192000"/>
              <a:gd name="connsiteY218" fmla="*/ 2167807 h 2237474"/>
              <a:gd name="connsiteX219" fmla="*/ 413835 w 12192000"/>
              <a:gd name="connsiteY219" fmla="*/ 2156783 h 2237474"/>
              <a:gd name="connsiteX220" fmla="*/ 376513 w 12192000"/>
              <a:gd name="connsiteY220" fmla="*/ 2154014 h 2237474"/>
              <a:gd name="connsiteX221" fmla="*/ 273386 w 12192000"/>
              <a:gd name="connsiteY221" fmla="*/ 2142551 h 2237474"/>
              <a:gd name="connsiteX222" fmla="*/ 169207 w 12192000"/>
              <a:gd name="connsiteY222" fmla="*/ 2128100 h 2237474"/>
              <a:gd name="connsiteX223" fmla="*/ 93149 w 12192000"/>
              <a:gd name="connsiteY223" fmla="*/ 2105324 h 2237474"/>
              <a:gd name="connsiteX224" fmla="*/ 88109 w 12192000"/>
              <a:gd name="connsiteY224" fmla="*/ 2106704 h 2237474"/>
              <a:gd name="connsiteX225" fmla="*/ 80022 w 12192000"/>
              <a:gd name="connsiteY225" fmla="*/ 2107254 h 2237474"/>
              <a:gd name="connsiteX226" fmla="*/ 79717 w 12192000"/>
              <a:gd name="connsiteY226" fmla="*/ 2107046 h 2237474"/>
              <a:gd name="connsiteX227" fmla="*/ 72352 w 12192000"/>
              <a:gd name="connsiteY227" fmla="*/ 2107991 h 2237474"/>
              <a:gd name="connsiteX228" fmla="*/ 37645 w 12192000"/>
              <a:gd name="connsiteY228" fmla="*/ 2115401 h 2237474"/>
              <a:gd name="connsiteX229" fmla="*/ 4572 w 12192000"/>
              <a:gd name="connsiteY229" fmla="*/ 2111091 h 2237474"/>
              <a:gd name="connsiteX230" fmla="*/ 0 w 12192000"/>
              <a:gd name="connsiteY230" fmla="*/ 2110468 h 2237474"/>
              <a:gd name="connsiteX231" fmla="*/ 0 w 12192000"/>
              <a:gd name="connsiteY23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16595 w 12192000"/>
              <a:gd name="connsiteY97" fmla="*/ 1667475 h 2237474"/>
              <a:gd name="connsiteX98" fmla="*/ 6508541 w 12192000"/>
              <a:gd name="connsiteY98" fmla="*/ 1668757 h 2237474"/>
              <a:gd name="connsiteX99" fmla="*/ 6471012 w 12192000"/>
              <a:gd name="connsiteY99" fmla="*/ 1678604 h 2237474"/>
              <a:gd name="connsiteX100" fmla="*/ 6415265 w 12192000"/>
              <a:gd name="connsiteY100" fmla="*/ 1665317 h 2237474"/>
              <a:gd name="connsiteX101" fmla="*/ 6364035 w 12192000"/>
              <a:gd name="connsiteY101" fmla="*/ 1667683 h 2237474"/>
              <a:gd name="connsiteX102" fmla="*/ 6280959 w 12192000"/>
              <a:gd name="connsiteY102" fmla="*/ 1689329 h 2237474"/>
              <a:gd name="connsiteX103" fmla="*/ 6243319 w 12192000"/>
              <a:gd name="connsiteY103" fmla="*/ 1695560 h 2237474"/>
              <a:gd name="connsiteX104" fmla="*/ 6098321 w 12192000"/>
              <a:gd name="connsiteY104" fmla="*/ 1721646 h 2237474"/>
              <a:gd name="connsiteX105" fmla="*/ 5880652 w 12192000"/>
              <a:gd name="connsiteY105" fmla="*/ 1779643 h 2237474"/>
              <a:gd name="connsiteX106" fmla="*/ 5785959 w 12192000"/>
              <a:gd name="connsiteY106" fmla="*/ 1775307 h 2237474"/>
              <a:gd name="connsiteX107" fmla="*/ 5643534 w 12192000"/>
              <a:gd name="connsiteY107" fmla="*/ 1802919 h 2237474"/>
              <a:gd name="connsiteX108" fmla="*/ 5518799 w 12192000"/>
              <a:gd name="connsiteY108" fmla="*/ 1818312 h 2237474"/>
              <a:gd name="connsiteX109" fmla="*/ 5505014 w 12192000"/>
              <a:gd name="connsiteY109" fmla="*/ 1819259 h 2237474"/>
              <a:gd name="connsiteX110" fmla="*/ 5453307 w 12192000"/>
              <a:gd name="connsiteY110" fmla="*/ 1815450 h 2237474"/>
              <a:gd name="connsiteX111" fmla="*/ 5364192 w 12192000"/>
              <a:gd name="connsiteY111" fmla="*/ 1826074 h 2237474"/>
              <a:gd name="connsiteX112" fmla="*/ 5350380 w 12192000"/>
              <a:gd name="connsiteY112" fmla="*/ 1830891 h 2237474"/>
              <a:gd name="connsiteX113" fmla="*/ 5259633 w 12192000"/>
              <a:gd name="connsiteY113" fmla="*/ 1837160 h 2237474"/>
              <a:gd name="connsiteX114" fmla="*/ 5197513 w 12192000"/>
              <a:gd name="connsiteY114" fmla="*/ 1844718 h 2237474"/>
              <a:gd name="connsiteX115" fmla="*/ 5184170 w 12192000"/>
              <a:gd name="connsiteY115" fmla="*/ 1849402 h 2237474"/>
              <a:gd name="connsiteX116" fmla="*/ 5168852 w 12192000"/>
              <a:gd name="connsiteY116" fmla="*/ 1844846 h 2237474"/>
              <a:gd name="connsiteX117" fmla="*/ 5164370 w 12192000"/>
              <a:gd name="connsiteY117" fmla="*/ 1840597 h 2237474"/>
              <a:gd name="connsiteX118" fmla="*/ 5114927 w 12192000"/>
              <a:gd name="connsiteY118" fmla="*/ 1847827 h 2237474"/>
              <a:gd name="connsiteX119" fmla="*/ 5108970 w 12192000"/>
              <a:gd name="connsiteY119" fmla="*/ 1847935 h 2237474"/>
              <a:gd name="connsiteX120" fmla="*/ 5067961 w 12192000"/>
              <a:gd name="connsiteY120" fmla="*/ 1845917 h 2237474"/>
              <a:gd name="connsiteX121" fmla="*/ 5007075 w 12192000"/>
              <a:gd name="connsiteY121" fmla="*/ 1838626 h 2237474"/>
              <a:gd name="connsiteX122" fmla="*/ 4944087 w 12192000"/>
              <a:gd name="connsiteY122" fmla="*/ 1823332 h 2237474"/>
              <a:gd name="connsiteX123" fmla="*/ 4907662 w 12192000"/>
              <a:gd name="connsiteY123" fmla="*/ 1816900 h 2237474"/>
              <a:gd name="connsiteX124" fmla="*/ 4882386 w 12192000"/>
              <a:gd name="connsiteY124" fmla="*/ 1809844 h 2237474"/>
              <a:gd name="connsiteX125" fmla="*/ 4811440 w 12192000"/>
              <a:gd name="connsiteY125" fmla="*/ 1804655 h 2237474"/>
              <a:gd name="connsiteX126" fmla="*/ 4691075 w 12192000"/>
              <a:gd name="connsiteY126" fmla="*/ 1801389 h 2237474"/>
              <a:gd name="connsiteX127" fmla="*/ 4611738 w 12192000"/>
              <a:gd name="connsiteY127" fmla="*/ 1776964 h 2237474"/>
              <a:gd name="connsiteX128" fmla="*/ 4560070 w 12192000"/>
              <a:gd name="connsiteY128" fmla="*/ 1785640 h 2237474"/>
              <a:gd name="connsiteX129" fmla="*/ 4536503 w 12192000"/>
              <a:gd name="connsiteY129" fmla="*/ 1785334 h 2237474"/>
              <a:gd name="connsiteX130" fmla="*/ 4513724 w 12192000"/>
              <a:gd name="connsiteY130" fmla="*/ 1791996 h 2237474"/>
              <a:gd name="connsiteX131" fmla="*/ 4459810 w 12192000"/>
              <a:gd name="connsiteY131" fmla="*/ 1797886 h 2237474"/>
              <a:gd name="connsiteX132" fmla="*/ 4379064 w 12192000"/>
              <a:gd name="connsiteY132" fmla="*/ 1817177 h 2237474"/>
              <a:gd name="connsiteX133" fmla="*/ 4319209 w 12192000"/>
              <a:gd name="connsiteY133" fmla="*/ 1834833 h 2237474"/>
              <a:gd name="connsiteX134" fmla="*/ 4290981 w 12192000"/>
              <a:gd name="connsiteY134" fmla="*/ 1839677 h 2237474"/>
              <a:gd name="connsiteX135" fmla="*/ 4285792 w 12192000"/>
              <a:gd name="connsiteY135" fmla="*/ 1836231 h 2237474"/>
              <a:gd name="connsiteX136" fmla="*/ 4238372 w 12192000"/>
              <a:gd name="connsiteY136" fmla="*/ 1851480 h 2237474"/>
              <a:gd name="connsiteX137" fmla="*/ 4232517 w 12192000"/>
              <a:gd name="connsiteY137" fmla="*/ 1852567 h 2237474"/>
              <a:gd name="connsiteX138" fmla="*/ 4191732 w 12192000"/>
              <a:gd name="connsiteY138" fmla="*/ 1857328 h 2237474"/>
              <a:gd name="connsiteX139" fmla="*/ 4065532 w 12192000"/>
              <a:gd name="connsiteY139" fmla="*/ 1855477 h 2237474"/>
              <a:gd name="connsiteX140" fmla="*/ 4028460 w 12192000"/>
              <a:gd name="connsiteY140" fmla="*/ 1855137 h 2237474"/>
              <a:gd name="connsiteX141" fmla="*/ 4002267 w 12192000"/>
              <a:gd name="connsiteY141" fmla="*/ 1852352 h 2237474"/>
              <a:gd name="connsiteX142" fmla="*/ 3931396 w 12192000"/>
              <a:gd name="connsiteY142" fmla="*/ 1858915 h 2237474"/>
              <a:gd name="connsiteX143" fmla="*/ 3812162 w 12192000"/>
              <a:gd name="connsiteY143" fmla="*/ 1875501 h 2237474"/>
              <a:gd name="connsiteX144" fmla="*/ 3729530 w 12192000"/>
              <a:gd name="connsiteY144" fmla="*/ 1864513 h 2237474"/>
              <a:gd name="connsiteX145" fmla="*/ 3680177 w 12192000"/>
              <a:gd name="connsiteY145" fmla="*/ 1881552 h 2237474"/>
              <a:gd name="connsiteX146" fmla="*/ 3567259 w 12192000"/>
              <a:gd name="connsiteY146" fmla="*/ 1893482 h 2237474"/>
              <a:gd name="connsiteX147" fmla="*/ 3405770 w 12192000"/>
              <a:gd name="connsiteY147" fmla="*/ 1904591 h 2237474"/>
              <a:gd name="connsiteX148" fmla="*/ 3280097 w 12192000"/>
              <a:gd name="connsiteY148" fmla="*/ 1919610 h 2237474"/>
              <a:gd name="connsiteX149" fmla="*/ 3123424 w 12192000"/>
              <a:gd name="connsiteY149" fmla="*/ 1952930 h 2237474"/>
              <a:gd name="connsiteX150" fmla="*/ 3009910 w 12192000"/>
              <a:gd name="connsiteY150" fmla="*/ 1957866 h 2237474"/>
              <a:gd name="connsiteX151" fmla="*/ 2995934 w 12192000"/>
              <a:gd name="connsiteY151" fmla="*/ 1967085 h 2237474"/>
              <a:gd name="connsiteX152" fmla="*/ 2980071 w 12192000"/>
              <a:gd name="connsiteY152" fmla="*/ 1972988 h 2237474"/>
              <a:gd name="connsiteX153" fmla="*/ 2978094 w 12192000"/>
              <a:gd name="connsiteY153" fmla="*/ 1972369 h 2237474"/>
              <a:gd name="connsiteX154" fmla="*/ 2942858 w 12192000"/>
              <a:gd name="connsiteY154" fmla="*/ 1981367 h 2237474"/>
              <a:gd name="connsiteX155" fmla="*/ 2875436 w 12192000"/>
              <a:gd name="connsiteY155" fmla="*/ 1996977 h 2237474"/>
              <a:gd name="connsiteX156" fmla="*/ 2874892 w 12192000"/>
              <a:gd name="connsiteY156" fmla="*/ 1996085 h 2237474"/>
              <a:gd name="connsiteX157" fmla="*/ 2864145 w 12192000"/>
              <a:gd name="connsiteY157" fmla="*/ 1994061 h 2237474"/>
              <a:gd name="connsiteX158" fmla="*/ 2843662 w 12192000"/>
              <a:gd name="connsiteY158" fmla="*/ 1992498 h 2237474"/>
              <a:gd name="connsiteX159" fmla="*/ 2796128 w 12192000"/>
              <a:gd name="connsiteY159" fmla="*/ 1976403 h 2237474"/>
              <a:gd name="connsiteX160" fmla="*/ 2756784 w 12192000"/>
              <a:gd name="connsiteY160" fmla="*/ 1985116 h 2237474"/>
              <a:gd name="connsiteX161" fmla="*/ 2748833 w 12192000"/>
              <a:gd name="connsiteY161" fmla="*/ 1986323 h 2237474"/>
              <a:gd name="connsiteX162" fmla="*/ 2748661 w 12192000"/>
              <a:gd name="connsiteY162" fmla="*/ 1986122 h 2237474"/>
              <a:gd name="connsiteX163" fmla="*/ 2740251 w 12192000"/>
              <a:gd name="connsiteY163" fmla="*/ 1986946 h 2237474"/>
              <a:gd name="connsiteX164" fmla="*/ 2718916 w 12192000"/>
              <a:gd name="connsiteY164" fmla="*/ 1990867 h 2237474"/>
              <a:gd name="connsiteX165" fmla="*/ 2713522 w 12192000"/>
              <a:gd name="connsiteY165" fmla="*/ 1990173 h 2237474"/>
              <a:gd name="connsiteX166" fmla="*/ 2680597 w 12192000"/>
              <a:gd name="connsiteY166" fmla="*/ 1984996 h 2237474"/>
              <a:gd name="connsiteX167" fmla="*/ 2578178 w 12192000"/>
              <a:gd name="connsiteY167" fmla="*/ 1990531 h 2237474"/>
              <a:gd name="connsiteX168" fmla="*/ 2476147 w 12192000"/>
              <a:gd name="connsiteY168" fmla="*/ 1998305 h 2237474"/>
              <a:gd name="connsiteX169" fmla="*/ 2373568 w 12192000"/>
              <a:gd name="connsiteY169" fmla="*/ 2003219 h 2237474"/>
              <a:gd name="connsiteX170" fmla="*/ 2321399 w 12192000"/>
              <a:gd name="connsiteY170" fmla="*/ 1989467 h 2237474"/>
              <a:gd name="connsiteX171" fmla="*/ 2315525 w 12192000"/>
              <a:gd name="connsiteY171" fmla="*/ 1989708 h 2237474"/>
              <a:gd name="connsiteX172" fmla="*/ 2300792 w 12192000"/>
              <a:gd name="connsiteY172" fmla="*/ 1994290 h 2237474"/>
              <a:gd name="connsiteX173" fmla="*/ 2295469 w 12192000"/>
              <a:gd name="connsiteY173" fmla="*/ 1996659 h 2237474"/>
              <a:gd name="connsiteX174" fmla="*/ 2287219 w 12192000"/>
              <a:gd name="connsiteY174" fmla="*/ 1998750 h 2237474"/>
              <a:gd name="connsiteX175" fmla="*/ 2286948 w 12192000"/>
              <a:gd name="connsiteY175" fmla="*/ 1998596 h 2237474"/>
              <a:gd name="connsiteX176" fmla="*/ 2243069 w 12192000"/>
              <a:gd name="connsiteY176" fmla="*/ 2015111 h 2237474"/>
              <a:gd name="connsiteX177" fmla="*/ 2186609 w 12192000"/>
              <a:gd name="connsiteY177" fmla="*/ 2008263 h 2237474"/>
              <a:gd name="connsiteX178" fmla="*/ 2164831 w 12192000"/>
              <a:gd name="connsiteY178" fmla="*/ 2010143 h 2237474"/>
              <a:gd name="connsiteX179" fmla="*/ 2152836 w 12192000"/>
              <a:gd name="connsiteY179" fmla="*/ 2010048 h 2237474"/>
              <a:gd name="connsiteX180" fmla="*/ 2117102 w 12192000"/>
              <a:gd name="connsiteY180" fmla="*/ 2023004 h 2237474"/>
              <a:gd name="connsiteX181" fmla="*/ 2111935 w 12192000"/>
              <a:gd name="connsiteY181" fmla="*/ 2023163 h 2237474"/>
              <a:gd name="connsiteX182" fmla="*/ 2089991 w 12192000"/>
              <a:gd name="connsiteY182" fmla="*/ 2034193 h 2237474"/>
              <a:gd name="connsiteX183" fmla="*/ 2058061 w 12192000"/>
              <a:gd name="connsiteY183" fmla="*/ 2047942 h 2237474"/>
              <a:gd name="connsiteX184" fmla="*/ 2055737 w 12192000"/>
              <a:gd name="connsiteY184" fmla="*/ 2047704 h 2237474"/>
              <a:gd name="connsiteX185" fmla="*/ 2042244 w 12192000"/>
              <a:gd name="connsiteY185" fmla="*/ 2055560 h 2237474"/>
              <a:gd name="connsiteX186" fmla="*/ 1976224 w 12192000"/>
              <a:gd name="connsiteY186" fmla="*/ 2074257 h 2237474"/>
              <a:gd name="connsiteX187" fmla="*/ 1877728 w 12192000"/>
              <a:gd name="connsiteY187" fmla="*/ 2101004 h 2237474"/>
              <a:gd name="connsiteX188" fmla="*/ 1759056 w 12192000"/>
              <a:gd name="connsiteY188" fmla="*/ 2125608 h 2237474"/>
              <a:gd name="connsiteX189" fmla="*/ 1637948 w 12192000"/>
              <a:gd name="connsiteY189" fmla="*/ 2172597 h 2237474"/>
              <a:gd name="connsiteX190" fmla="*/ 1434549 w 12192000"/>
              <a:gd name="connsiteY190" fmla="*/ 2234522 h 2237474"/>
              <a:gd name="connsiteX191" fmla="*/ 1398481 w 12192000"/>
              <a:gd name="connsiteY191" fmla="*/ 2237074 h 2237474"/>
              <a:gd name="connsiteX192" fmla="*/ 1398407 w 12192000"/>
              <a:gd name="connsiteY192" fmla="*/ 2237095 h 2237474"/>
              <a:gd name="connsiteX193" fmla="*/ 1370962 w 12192000"/>
              <a:gd name="connsiteY193" fmla="*/ 2237474 h 2237474"/>
              <a:gd name="connsiteX194" fmla="*/ 1356367 w 12192000"/>
              <a:gd name="connsiteY194" fmla="*/ 2235089 h 2237474"/>
              <a:gd name="connsiteX195" fmla="*/ 1324828 w 12192000"/>
              <a:gd name="connsiteY195" fmla="*/ 2231968 h 2237474"/>
              <a:gd name="connsiteX196" fmla="*/ 1297744 w 12192000"/>
              <a:gd name="connsiteY196" fmla="*/ 2235849 h 2237474"/>
              <a:gd name="connsiteX197" fmla="*/ 1286236 w 12192000"/>
              <a:gd name="connsiteY197" fmla="*/ 2233135 h 2237474"/>
              <a:gd name="connsiteX198" fmla="*/ 1283504 w 12192000"/>
              <a:gd name="connsiteY198" fmla="*/ 2233797 h 2237474"/>
              <a:gd name="connsiteX199" fmla="*/ 1279765 w 12192000"/>
              <a:gd name="connsiteY199" fmla="*/ 2229639 h 2237474"/>
              <a:gd name="connsiteX200" fmla="*/ 1195347 w 12192000"/>
              <a:gd name="connsiteY200" fmla="*/ 2212354 h 2237474"/>
              <a:gd name="connsiteX201" fmla="*/ 970251 w 12192000"/>
              <a:gd name="connsiteY201" fmla="*/ 2221029 h 2237474"/>
              <a:gd name="connsiteX202" fmla="*/ 812914 w 12192000"/>
              <a:gd name="connsiteY202" fmla="*/ 2202752 h 2237474"/>
              <a:gd name="connsiteX203" fmla="*/ 800195 w 12192000"/>
              <a:gd name="connsiteY203" fmla="*/ 2209407 h 2237474"/>
              <a:gd name="connsiteX204" fmla="*/ 784978 w 12192000"/>
              <a:gd name="connsiteY204" fmla="*/ 2212360 h 2237474"/>
              <a:gd name="connsiteX205" fmla="*/ 681987 w 12192000"/>
              <a:gd name="connsiteY205" fmla="*/ 2216757 h 2237474"/>
              <a:gd name="connsiteX206" fmla="*/ 669923 w 12192000"/>
              <a:gd name="connsiteY206" fmla="*/ 2211682 h 2237474"/>
              <a:gd name="connsiteX207" fmla="*/ 648680 w 12192000"/>
              <a:gd name="connsiteY207" fmla="*/ 2206229 h 2237474"/>
              <a:gd name="connsiteX208" fmla="*/ 597225 w 12192000"/>
              <a:gd name="connsiteY208" fmla="*/ 2180999 h 2237474"/>
              <a:gd name="connsiteX209" fmla="*/ 558449 w 12192000"/>
              <a:gd name="connsiteY209" fmla="*/ 2182346 h 2237474"/>
              <a:gd name="connsiteX210" fmla="*/ 550517 w 12192000"/>
              <a:gd name="connsiteY210" fmla="*/ 2182060 h 2237474"/>
              <a:gd name="connsiteX211" fmla="*/ 550309 w 12192000"/>
              <a:gd name="connsiteY211" fmla="*/ 2181825 h 2237474"/>
              <a:gd name="connsiteX212" fmla="*/ 541836 w 12192000"/>
              <a:gd name="connsiteY212" fmla="*/ 2181063 h 2237474"/>
              <a:gd name="connsiteX213" fmla="*/ 536057 w 12192000"/>
              <a:gd name="connsiteY213" fmla="*/ 2181537 h 2237474"/>
              <a:gd name="connsiteX214" fmla="*/ 520671 w 12192000"/>
              <a:gd name="connsiteY214" fmla="*/ 2180980 h 2237474"/>
              <a:gd name="connsiteX215" fmla="*/ 515024 w 12192000"/>
              <a:gd name="connsiteY215" fmla="*/ 2179258 h 2237474"/>
              <a:gd name="connsiteX216" fmla="*/ 512278 w 12192000"/>
              <a:gd name="connsiteY216" fmla="*/ 2176369 h 2237474"/>
              <a:gd name="connsiteX217" fmla="*/ 480419 w 12192000"/>
              <a:gd name="connsiteY217" fmla="*/ 2167807 h 2237474"/>
              <a:gd name="connsiteX218" fmla="*/ 413835 w 12192000"/>
              <a:gd name="connsiteY218" fmla="*/ 2156783 h 2237474"/>
              <a:gd name="connsiteX219" fmla="*/ 376513 w 12192000"/>
              <a:gd name="connsiteY219" fmla="*/ 2154014 h 2237474"/>
              <a:gd name="connsiteX220" fmla="*/ 273386 w 12192000"/>
              <a:gd name="connsiteY220" fmla="*/ 2142551 h 2237474"/>
              <a:gd name="connsiteX221" fmla="*/ 169207 w 12192000"/>
              <a:gd name="connsiteY221" fmla="*/ 2128100 h 2237474"/>
              <a:gd name="connsiteX222" fmla="*/ 93149 w 12192000"/>
              <a:gd name="connsiteY222" fmla="*/ 2105324 h 2237474"/>
              <a:gd name="connsiteX223" fmla="*/ 88109 w 12192000"/>
              <a:gd name="connsiteY223" fmla="*/ 2106704 h 2237474"/>
              <a:gd name="connsiteX224" fmla="*/ 80022 w 12192000"/>
              <a:gd name="connsiteY224" fmla="*/ 2107254 h 2237474"/>
              <a:gd name="connsiteX225" fmla="*/ 79717 w 12192000"/>
              <a:gd name="connsiteY225" fmla="*/ 2107046 h 2237474"/>
              <a:gd name="connsiteX226" fmla="*/ 72352 w 12192000"/>
              <a:gd name="connsiteY226" fmla="*/ 2107991 h 2237474"/>
              <a:gd name="connsiteX227" fmla="*/ 37645 w 12192000"/>
              <a:gd name="connsiteY227" fmla="*/ 2115401 h 2237474"/>
              <a:gd name="connsiteX228" fmla="*/ 4572 w 12192000"/>
              <a:gd name="connsiteY228" fmla="*/ 2111091 h 2237474"/>
              <a:gd name="connsiteX229" fmla="*/ 0 w 12192000"/>
              <a:gd name="connsiteY229" fmla="*/ 2110468 h 2237474"/>
              <a:gd name="connsiteX230" fmla="*/ 0 w 12192000"/>
              <a:gd name="connsiteY23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02328 w 12192000"/>
              <a:gd name="connsiteY67" fmla="*/ 1345865 h 2237474"/>
              <a:gd name="connsiteX68" fmla="*/ 7898322 w 12192000"/>
              <a:gd name="connsiteY68" fmla="*/ 1345689 h 2237474"/>
              <a:gd name="connsiteX69" fmla="*/ 7875879 w 12192000"/>
              <a:gd name="connsiteY69" fmla="*/ 1345646 h 2237474"/>
              <a:gd name="connsiteX70" fmla="*/ 7840612 w 12192000"/>
              <a:gd name="connsiteY70" fmla="*/ 1369373 h 2237474"/>
              <a:gd name="connsiteX71" fmla="*/ 7786819 w 12192000"/>
              <a:gd name="connsiteY71" fmla="*/ 1378970 h 2237474"/>
              <a:gd name="connsiteX72" fmla="*/ 7548172 w 12192000"/>
              <a:gd name="connsiteY72" fmla="*/ 1417460 h 2237474"/>
              <a:gd name="connsiteX73" fmla="*/ 7483437 w 12192000"/>
              <a:gd name="connsiteY73" fmla="*/ 1478152 h 2237474"/>
              <a:gd name="connsiteX74" fmla="*/ 7377870 w 12192000"/>
              <a:gd name="connsiteY74" fmla="*/ 1523319 h 2237474"/>
              <a:gd name="connsiteX75" fmla="*/ 7230737 w 12192000"/>
              <a:gd name="connsiteY75" fmla="*/ 1562633 h 2237474"/>
              <a:gd name="connsiteX76" fmla="*/ 7224458 w 12192000"/>
              <a:gd name="connsiteY76" fmla="*/ 1573008 h 2237474"/>
              <a:gd name="connsiteX77" fmla="*/ 7213486 w 12192000"/>
              <a:gd name="connsiteY77" fmla="*/ 1580987 h 2237474"/>
              <a:gd name="connsiteX78" fmla="*/ 7210972 w 12192000"/>
              <a:gd name="connsiteY78" fmla="*/ 1580856 h 2237474"/>
              <a:gd name="connsiteX79" fmla="*/ 7183121 w 12192000"/>
              <a:gd name="connsiteY79" fmla="*/ 1595162 h 2237474"/>
              <a:gd name="connsiteX80" fmla="*/ 7164601 w 12192000"/>
              <a:gd name="connsiteY80" fmla="*/ 1606490 h 2237474"/>
              <a:gd name="connsiteX81" fmla="*/ 7159286 w 12192000"/>
              <a:gd name="connsiteY81" fmla="*/ 1606850 h 2237474"/>
              <a:gd name="connsiteX82" fmla="*/ 7114651 w 12192000"/>
              <a:gd name="connsiteY82" fmla="*/ 1620959 h 2237474"/>
              <a:gd name="connsiteX83" fmla="*/ 7092727 w 12192000"/>
              <a:gd name="connsiteY83" fmla="*/ 1623628 h 2237474"/>
              <a:gd name="connsiteX84" fmla="*/ 7031309 w 12192000"/>
              <a:gd name="connsiteY84" fmla="*/ 1619451 h 2237474"/>
              <a:gd name="connsiteX85" fmla="*/ 6999084 w 12192000"/>
              <a:gd name="connsiteY85" fmla="*/ 1634317 h 2237474"/>
              <a:gd name="connsiteX86" fmla="*/ 6992107 w 12192000"/>
              <a:gd name="connsiteY86" fmla="*/ 1636860 h 2237474"/>
              <a:gd name="connsiteX87" fmla="*/ 6991765 w 12192000"/>
              <a:gd name="connsiteY87" fmla="*/ 1636725 h 2237474"/>
              <a:gd name="connsiteX88" fmla="*/ 6983996 w 12192000"/>
              <a:gd name="connsiteY88" fmla="*/ 1639040 h 2237474"/>
              <a:gd name="connsiteX89" fmla="*/ 6979383 w 12192000"/>
              <a:gd name="connsiteY89" fmla="*/ 1641496 h 2237474"/>
              <a:gd name="connsiteX90" fmla="*/ 6900177 w 12192000"/>
              <a:gd name="connsiteY90" fmla="*/ 1636016 h 2237474"/>
              <a:gd name="connsiteX91" fmla="*/ 6795372 w 12192000"/>
              <a:gd name="connsiteY91" fmla="*/ 1644845 h 2237474"/>
              <a:gd name="connsiteX92" fmla="*/ 6692251 w 12192000"/>
              <a:gd name="connsiteY92" fmla="*/ 1656357 h 2237474"/>
              <a:gd name="connsiteX93" fmla="*/ 6655235 w 12192000"/>
              <a:gd name="connsiteY93" fmla="*/ 1661869 h 2237474"/>
              <a:gd name="connsiteX94" fmla="*/ 6587857 w 12192000"/>
              <a:gd name="connsiteY94" fmla="*/ 1665769 h 2237474"/>
              <a:gd name="connsiteX95" fmla="*/ 6554894 w 12192000"/>
              <a:gd name="connsiteY95" fmla="*/ 1664428 h 2237474"/>
              <a:gd name="connsiteX96" fmla="*/ 6516595 w 12192000"/>
              <a:gd name="connsiteY96" fmla="*/ 1667475 h 2237474"/>
              <a:gd name="connsiteX97" fmla="*/ 6508541 w 12192000"/>
              <a:gd name="connsiteY97" fmla="*/ 1668757 h 2237474"/>
              <a:gd name="connsiteX98" fmla="*/ 6471012 w 12192000"/>
              <a:gd name="connsiteY98" fmla="*/ 1678604 h 2237474"/>
              <a:gd name="connsiteX99" fmla="*/ 6415265 w 12192000"/>
              <a:gd name="connsiteY99" fmla="*/ 1665317 h 2237474"/>
              <a:gd name="connsiteX100" fmla="*/ 6364035 w 12192000"/>
              <a:gd name="connsiteY100" fmla="*/ 1667683 h 2237474"/>
              <a:gd name="connsiteX101" fmla="*/ 6280959 w 12192000"/>
              <a:gd name="connsiteY101" fmla="*/ 1689329 h 2237474"/>
              <a:gd name="connsiteX102" fmla="*/ 6243319 w 12192000"/>
              <a:gd name="connsiteY102" fmla="*/ 1695560 h 2237474"/>
              <a:gd name="connsiteX103" fmla="*/ 6098321 w 12192000"/>
              <a:gd name="connsiteY103" fmla="*/ 1721646 h 2237474"/>
              <a:gd name="connsiteX104" fmla="*/ 5880652 w 12192000"/>
              <a:gd name="connsiteY104" fmla="*/ 1779643 h 2237474"/>
              <a:gd name="connsiteX105" fmla="*/ 5785959 w 12192000"/>
              <a:gd name="connsiteY105" fmla="*/ 1775307 h 2237474"/>
              <a:gd name="connsiteX106" fmla="*/ 5643534 w 12192000"/>
              <a:gd name="connsiteY106" fmla="*/ 1802919 h 2237474"/>
              <a:gd name="connsiteX107" fmla="*/ 5518799 w 12192000"/>
              <a:gd name="connsiteY107" fmla="*/ 1818312 h 2237474"/>
              <a:gd name="connsiteX108" fmla="*/ 5505014 w 12192000"/>
              <a:gd name="connsiteY108" fmla="*/ 1819259 h 2237474"/>
              <a:gd name="connsiteX109" fmla="*/ 5453307 w 12192000"/>
              <a:gd name="connsiteY109" fmla="*/ 1815450 h 2237474"/>
              <a:gd name="connsiteX110" fmla="*/ 5364192 w 12192000"/>
              <a:gd name="connsiteY110" fmla="*/ 1826074 h 2237474"/>
              <a:gd name="connsiteX111" fmla="*/ 5350380 w 12192000"/>
              <a:gd name="connsiteY111" fmla="*/ 1830891 h 2237474"/>
              <a:gd name="connsiteX112" fmla="*/ 5259633 w 12192000"/>
              <a:gd name="connsiteY112" fmla="*/ 1837160 h 2237474"/>
              <a:gd name="connsiteX113" fmla="*/ 5197513 w 12192000"/>
              <a:gd name="connsiteY113" fmla="*/ 1844718 h 2237474"/>
              <a:gd name="connsiteX114" fmla="*/ 5184170 w 12192000"/>
              <a:gd name="connsiteY114" fmla="*/ 1849402 h 2237474"/>
              <a:gd name="connsiteX115" fmla="*/ 5168852 w 12192000"/>
              <a:gd name="connsiteY115" fmla="*/ 1844846 h 2237474"/>
              <a:gd name="connsiteX116" fmla="*/ 5164370 w 12192000"/>
              <a:gd name="connsiteY116" fmla="*/ 1840597 h 2237474"/>
              <a:gd name="connsiteX117" fmla="*/ 5114927 w 12192000"/>
              <a:gd name="connsiteY117" fmla="*/ 1847827 h 2237474"/>
              <a:gd name="connsiteX118" fmla="*/ 5108970 w 12192000"/>
              <a:gd name="connsiteY118" fmla="*/ 1847935 h 2237474"/>
              <a:gd name="connsiteX119" fmla="*/ 5067961 w 12192000"/>
              <a:gd name="connsiteY119" fmla="*/ 1845917 h 2237474"/>
              <a:gd name="connsiteX120" fmla="*/ 5007075 w 12192000"/>
              <a:gd name="connsiteY120" fmla="*/ 1838626 h 2237474"/>
              <a:gd name="connsiteX121" fmla="*/ 4944087 w 12192000"/>
              <a:gd name="connsiteY121" fmla="*/ 1823332 h 2237474"/>
              <a:gd name="connsiteX122" fmla="*/ 4907662 w 12192000"/>
              <a:gd name="connsiteY122" fmla="*/ 1816900 h 2237474"/>
              <a:gd name="connsiteX123" fmla="*/ 4882386 w 12192000"/>
              <a:gd name="connsiteY123" fmla="*/ 1809844 h 2237474"/>
              <a:gd name="connsiteX124" fmla="*/ 4811440 w 12192000"/>
              <a:gd name="connsiteY124" fmla="*/ 1804655 h 2237474"/>
              <a:gd name="connsiteX125" fmla="*/ 4691075 w 12192000"/>
              <a:gd name="connsiteY125" fmla="*/ 1801389 h 2237474"/>
              <a:gd name="connsiteX126" fmla="*/ 4611738 w 12192000"/>
              <a:gd name="connsiteY126" fmla="*/ 1776964 h 2237474"/>
              <a:gd name="connsiteX127" fmla="*/ 4560070 w 12192000"/>
              <a:gd name="connsiteY127" fmla="*/ 1785640 h 2237474"/>
              <a:gd name="connsiteX128" fmla="*/ 4536503 w 12192000"/>
              <a:gd name="connsiteY128" fmla="*/ 1785334 h 2237474"/>
              <a:gd name="connsiteX129" fmla="*/ 4513724 w 12192000"/>
              <a:gd name="connsiteY129" fmla="*/ 1791996 h 2237474"/>
              <a:gd name="connsiteX130" fmla="*/ 4459810 w 12192000"/>
              <a:gd name="connsiteY130" fmla="*/ 1797886 h 2237474"/>
              <a:gd name="connsiteX131" fmla="*/ 4379064 w 12192000"/>
              <a:gd name="connsiteY131" fmla="*/ 1817177 h 2237474"/>
              <a:gd name="connsiteX132" fmla="*/ 4319209 w 12192000"/>
              <a:gd name="connsiteY132" fmla="*/ 1834833 h 2237474"/>
              <a:gd name="connsiteX133" fmla="*/ 4290981 w 12192000"/>
              <a:gd name="connsiteY133" fmla="*/ 1839677 h 2237474"/>
              <a:gd name="connsiteX134" fmla="*/ 4285792 w 12192000"/>
              <a:gd name="connsiteY134" fmla="*/ 1836231 h 2237474"/>
              <a:gd name="connsiteX135" fmla="*/ 4238372 w 12192000"/>
              <a:gd name="connsiteY135" fmla="*/ 1851480 h 2237474"/>
              <a:gd name="connsiteX136" fmla="*/ 4232517 w 12192000"/>
              <a:gd name="connsiteY136" fmla="*/ 1852567 h 2237474"/>
              <a:gd name="connsiteX137" fmla="*/ 4191732 w 12192000"/>
              <a:gd name="connsiteY137" fmla="*/ 1857328 h 2237474"/>
              <a:gd name="connsiteX138" fmla="*/ 4065532 w 12192000"/>
              <a:gd name="connsiteY138" fmla="*/ 1855477 h 2237474"/>
              <a:gd name="connsiteX139" fmla="*/ 4028460 w 12192000"/>
              <a:gd name="connsiteY139" fmla="*/ 1855137 h 2237474"/>
              <a:gd name="connsiteX140" fmla="*/ 4002267 w 12192000"/>
              <a:gd name="connsiteY140" fmla="*/ 1852352 h 2237474"/>
              <a:gd name="connsiteX141" fmla="*/ 3931396 w 12192000"/>
              <a:gd name="connsiteY141" fmla="*/ 1858915 h 2237474"/>
              <a:gd name="connsiteX142" fmla="*/ 3812162 w 12192000"/>
              <a:gd name="connsiteY142" fmla="*/ 1875501 h 2237474"/>
              <a:gd name="connsiteX143" fmla="*/ 3729530 w 12192000"/>
              <a:gd name="connsiteY143" fmla="*/ 1864513 h 2237474"/>
              <a:gd name="connsiteX144" fmla="*/ 3680177 w 12192000"/>
              <a:gd name="connsiteY144" fmla="*/ 1881552 h 2237474"/>
              <a:gd name="connsiteX145" fmla="*/ 3567259 w 12192000"/>
              <a:gd name="connsiteY145" fmla="*/ 1893482 h 2237474"/>
              <a:gd name="connsiteX146" fmla="*/ 3405770 w 12192000"/>
              <a:gd name="connsiteY146" fmla="*/ 1904591 h 2237474"/>
              <a:gd name="connsiteX147" fmla="*/ 3280097 w 12192000"/>
              <a:gd name="connsiteY147" fmla="*/ 1919610 h 2237474"/>
              <a:gd name="connsiteX148" fmla="*/ 3123424 w 12192000"/>
              <a:gd name="connsiteY148" fmla="*/ 1952930 h 2237474"/>
              <a:gd name="connsiteX149" fmla="*/ 3009910 w 12192000"/>
              <a:gd name="connsiteY149" fmla="*/ 1957866 h 2237474"/>
              <a:gd name="connsiteX150" fmla="*/ 2995934 w 12192000"/>
              <a:gd name="connsiteY150" fmla="*/ 1967085 h 2237474"/>
              <a:gd name="connsiteX151" fmla="*/ 2980071 w 12192000"/>
              <a:gd name="connsiteY151" fmla="*/ 1972988 h 2237474"/>
              <a:gd name="connsiteX152" fmla="*/ 2978094 w 12192000"/>
              <a:gd name="connsiteY152" fmla="*/ 1972369 h 2237474"/>
              <a:gd name="connsiteX153" fmla="*/ 2942858 w 12192000"/>
              <a:gd name="connsiteY153" fmla="*/ 1981367 h 2237474"/>
              <a:gd name="connsiteX154" fmla="*/ 2875436 w 12192000"/>
              <a:gd name="connsiteY154" fmla="*/ 1996977 h 2237474"/>
              <a:gd name="connsiteX155" fmla="*/ 2874892 w 12192000"/>
              <a:gd name="connsiteY155" fmla="*/ 1996085 h 2237474"/>
              <a:gd name="connsiteX156" fmla="*/ 2864145 w 12192000"/>
              <a:gd name="connsiteY156" fmla="*/ 1994061 h 2237474"/>
              <a:gd name="connsiteX157" fmla="*/ 2843662 w 12192000"/>
              <a:gd name="connsiteY157" fmla="*/ 1992498 h 2237474"/>
              <a:gd name="connsiteX158" fmla="*/ 2796128 w 12192000"/>
              <a:gd name="connsiteY158" fmla="*/ 1976403 h 2237474"/>
              <a:gd name="connsiteX159" fmla="*/ 2756784 w 12192000"/>
              <a:gd name="connsiteY159" fmla="*/ 1985116 h 2237474"/>
              <a:gd name="connsiteX160" fmla="*/ 2748833 w 12192000"/>
              <a:gd name="connsiteY160" fmla="*/ 1986323 h 2237474"/>
              <a:gd name="connsiteX161" fmla="*/ 2748661 w 12192000"/>
              <a:gd name="connsiteY161" fmla="*/ 1986122 h 2237474"/>
              <a:gd name="connsiteX162" fmla="*/ 2740251 w 12192000"/>
              <a:gd name="connsiteY162" fmla="*/ 1986946 h 2237474"/>
              <a:gd name="connsiteX163" fmla="*/ 2718916 w 12192000"/>
              <a:gd name="connsiteY163" fmla="*/ 1990867 h 2237474"/>
              <a:gd name="connsiteX164" fmla="*/ 2713522 w 12192000"/>
              <a:gd name="connsiteY164" fmla="*/ 1990173 h 2237474"/>
              <a:gd name="connsiteX165" fmla="*/ 2680597 w 12192000"/>
              <a:gd name="connsiteY165" fmla="*/ 1984996 h 2237474"/>
              <a:gd name="connsiteX166" fmla="*/ 2578178 w 12192000"/>
              <a:gd name="connsiteY166" fmla="*/ 1990531 h 2237474"/>
              <a:gd name="connsiteX167" fmla="*/ 2476147 w 12192000"/>
              <a:gd name="connsiteY167" fmla="*/ 1998305 h 2237474"/>
              <a:gd name="connsiteX168" fmla="*/ 2373568 w 12192000"/>
              <a:gd name="connsiteY168" fmla="*/ 2003219 h 2237474"/>
              <a:gd name="connsiteX169" fmla="*/ 2321399 w 12192000"/>
              <a:gd name="connsiteY169" fmla="*/ 1989467 h 2237474"/>
              <a:gd name="connsiteX170" fmla="*/ 2315525 w 12192000"/>
              <a:gd name="connsiteY170" fmla="*/ 1989708 h 2237474"/>
              <a:gd name="connsiteX171" fmla="*/ 2300792 w 12192000"/>
              <a:gd name="connsiteY171" fmla="*/ 1994290 h 2237474"/>
              <a:gd name="connsiteX172" fmla="*/ 2295469 w 12192000"/>
              <a:gd name="connsiteY172" fmla="*/ 1996659 h 2237474"/>
              <a:gd name="connsiteX173" fmla="*/ 2287219 w 12192000"/>
              <a:gd name="connsiteY173" fmla="*/ 1998750 h 2237474"/>
              <a:gd name="connsiteX174" fmla="*/ 2286948 w 12192000"/>
              <a:gd name="connsiteY174" fmla="*/ 1998596 h 2237474"/>
              <a:gd name="connsiteX175" fmla="*/ 2243069 w 12192000"/>
              <a:gd name="connsiteY175" fmla="*/ 2015111 h 2237474"/>
              <a:gd name="connsiteX176" fmla="*/ 2186609 w 12192000"/>
              <a:gd name="connsiteY176" fmla="*/ 2008263 h 2237474"/>
              <a:gd name="connsiteX177" fmla="*/ 2164831 w 12192000"/>
              <a:gd name="connsiteY177" fmla="*/ 2010143 h 2237474"/>
              <a:gd name="connsiteX178" fmla="*/ 2152836 w 12192000"/>
              <a:gd name="connsiteY178" fmla="*/ 2010048 h 2237474"/>
              <a:gd name="connsiteX179" fmla="*/ 2117102 w 12192000"/>
              <a:gd name="connsiteY179" fmla="*/ 2023004 h 2237474"/>
              <a:gd name="connsiteX180" fmla="*/ 2111935 w 12192000"/>
              <a:gd name="connsiteY180" fmla="*/ 2023163 h 2237474"/>
              <a:gd name="connsiteX181" fmla="*/ 2089991 w 12192000"/>
              <a:gd name="connsiteY181" fmla="*/ 2034193 h 2237474"/>
              <a:gd name="connsiteX182" fmla="*/ 2058061 w 12192000"/>
              <a:gd name="connsiteY182" fmla="*/ 2047942 h 2237474"/>
              <a:gd name="connsiteX183" fmla="*/ 2055737 w 12192000"/>
              <a:gd name="connsiteY183" fmla="*/ 2047704 h 2237474"/>
              <a:gd name="connsiteX184" fmla="*/ 2042244 w 12192000"/>
              <a:gd name="connsiteY184" fmla="*/ 2055560 h 2237474"/>
              <a:gd name="connsiteX185" fmla="*/ 1976224 w 12192000"/>
              <a:gd name="connsiteY185" fmla="*/ 2074257 h 2237474"/>
              <a:gd name="connsiteX186" fmla="*/ 1877728 w 12192000"/>
              <a:gd name="connsiteY186" fmla="*/ 2101004 h 2237474"/>
              <a:gd name="connsiteX187" fmla="*/ 1759056 w 12192000"/>
              <a:gd name="connsiteY187" fmla="*/ 2125608 h 2237474"/>
              <a:gd name="connsiteX188" fmla="*/ 1637948 w 12192000"/>
              <a:gd name="connsiteY188" fmla="*/ 2172597 h 2237474"/>
              <a:gd name="connsiteX189" fmla="*/ 1434549 w 12192000"/>
              <a:gd name="connsiteY189" fmla="*/ 2234522 h 2237474"/>
              <a:gd name="connsiteX190" fmla="*/ 1398481 w 12192000"/>
              <a:gd name="connsiteY190" fmla="*/ 2237074 h 2237474"/>
              <a:gd name="connsiteX191" fmla="*/ 1398407 w 12192000"/>
              <a:gd name="connsiteY191" fmla="*/ 2237095 h 2237474"/>
              <a:gd name="connsiteX192" fmla="*/ 1370962 w 12192000"/>
              <a:gd name="connsiteY192" fmla="*/ 2237474 h 2237474"/>
              <a:gd name="connsiteX193" fmla="*/ 1356367 w 12192000"/>
              <a:gd name="connsiteY193" fmla="*/ 2235089 h 2237474"/>
              <a:gd name="connsiteX194" fmla="*/ 1324828 w 12192000"/>
              <a:gd name="connsiteY194" fmla="*/ 2231968 h 2237474"/>
              <a:gd name="connsiteX195" fmla="*/ 1297744 w 12192000"/>
              <a:gd name="connsiteY195" fmla="*/ 2235849 h 2237474"/>
              <a:gd name="connsiteX196" fmla="*/ 1286236 w 12192000"/>
              <a:gd name="connsiteY196" fmla="*/ 2233135 h 2237474"/>
              <a:gd name="connsiteX197" fmla="*/ 1283504 w 12192000"/>
              <a:gd name="connsiteY197" fmla="*/ 2233797 h 2237474"/>
              <a:gd name="connsiteX198" fmla="*/ 1279765 w 12192000"/>
              <a:gd name="connsiteY198" fmla="*/ 2229639 h 2237474"/>
              <a:gd name="connsiteX199" fmla="*/ 1195347 w 12192000"/>
              <a:gd name="connsiteY199" fmla="*/ 2212354 h 2237474"/>
              <a:gd name="connsiteX200" fmla="*/ 970251 w 12192000"/>
              <a:gd name="connsiteY200" fmla="*/ 2221029 h 2237474"/>
              <a:gd name="connsiteX201" fmla="*/ 812914 w 12192000"/>
              <a:gd name="connsiteY201" fmla="*/ 2202752 h 2237474"/>
              <a:gd name="connsiteX202" fmla="*/ 800195 w 12192000"/>
              <a:gd name="connsiteY202" fmla="*/ 2209407 h 2237474"/>
              <a:gd name="connsiteX203" fmla="*/ 784978 w 12192000"/>
              <a:gd name="connsiteY203" fmla="*/ 2212360 h 2237474"/>
              <a:gd name="connsiteX204" fmla="*/ 681987 w 12192000"/>
              <a:gd name="connsiteY204" fmla="*/ 2216757 h 2237474"/>
              <a:gd name="connsiteX205" fmla="*/ 669923 w 12192000"/>
              <a:gd name="connsiteY205" fmla="*/ 2211682 h 2237474"/>
              <a:gd name="connsiteX206" fmla="*/ 648680 w 12192000"/>
              <a:gd name="connsiteY206" fmla="*/ 2206229 h 2237474"/>
              <a:gd name="connsiteX207" fmla="*/ 597225 w 12192000"/>
              <a:gd name="connsiteY207" fmla="*/ 2180999 h 2237474"/>
              <a:gd name="connsiteX208" fmla="*/ 558449 w 12192000"/>
              <a:gd name="connsiteY208" fmla="*/ 2182346 h 2237474"/>
              <a:gd name="connsiteX209" fmla="*/ 550517 w 12192000"/>
              <a:gd name="connsiteY209" fmla="*/ 2182060 h 2237474"/>
              <a:gd name="connsiteX210" fmla="*/ 550309 w 12192000"/>
              <a:gd name="connsiteY210" fmla="*/ 2181825 h 2237474"/>
              <a:gd name="connsiteX211" fmla="*/ 541836 w 12192000"/>
              <a:gd name="connsiteY211" fmla="*/ 2181063 h 2237474"/>
              <a:gd name="connsiteX212" fmla="*/ 536057 w 12192000"/>
              <a:gd name="connsiteY212" fmla="*/ 2181537 h 2237474"/>
              <a:gd name="connsiteX213" fmla="*/ 520671 w 12192000"/>
              <a:gd name="connsiteY213" fmla="*/ 2180980 h 2237474"/>
              <a:gd name="connsiteX214" fmla="*/ 515024 w 12192000"/>
              <a:gd name="connsiteY214" fmla="*/ 2179258 h 2237474"/>
              <a:gd name="connsiteX215" fmla="*/ 512278 w 12192000"/>
              <a:gd name="connsiteY215" fmla="*/ 2176369 h 2237474"/>
              <a:gd name="connsiteX216" fmla="*/ 480419 w 12192000"/>
              <a:gd name="connsiteY216" fmla="*/ 2167807 h 2237474"/>
              <a:gd name="connsiteX217" fmla="*/ 413835 w 12192000"/>
              <a:gd name="connsiteY217" fmla="*/ 2156783 h 2237474"/>
              <a:gd name="connsiteX218" fmla="*/ 376513 w 12192000"/>
              <a:gd name="connsiteY218" fmla="*/ 2154014 h 2237474"/>
              <a:gd name="connsiteX219" fmla="*/ 273386 w 12192000"/>
              <a:gd name="connsiteY219" fmla="*/ 2142551 h 2237474"/>
              <a:gd name="connsiteX220" fmla="*/ 169207 w 12192000"/>
              <a:gd name="connsiteY220" fmla="*/ 2128100 h 2237474"/>
              <a:gd name="connsiteX221" fmla="*/ 93149 w 12192000"/>
              <a:gd name="connsiteY221" fmla="*/ 2105324 h 2237474"/>
              <a:gd name="connsiteX222" fmla="*/ 88109 w 12192000"/>
              <a:gd name="connsiteY222" fmla="*/ 2106704 h 2237474"/>
              <a:gd name="connsiteX223" fmla="*/ 80022 w 12192000"/>
              <a:gd name="connsiteY223" fmla="*/ 2107254 h 2237474"/>
              <a:gd name="connsiteX224" fmla="*/ 79717 w 12192000"/>
              <a:gd name="connsiteY224" fmla="*/ 2107046 h 2237474"/>
              <a:gd name="connsiteX225" fmla="*/ 72352 w 12192000"/>
              <a:gd name="connsiteY225" fmla="*/ 2107991 h 2237474"/>
              <a:gd name="connsiteX226" fmla="*/ 37645 w 12192000"/>
              <a:gd name="connsiteY226" fmla="*/ 2115401 h 2237474"/>
              <a:gd name="connsiteX227" fmla="*/ 4572 w 12192000"/>
              <a:gd name="connsiteY227" fmla="*/ 2111091 h 2237474"/>
              <a:gd name="connsiteX228" fmla="*/ 0 w 12192000"/>
              <a:gd name="connsiteY228" fmla="*/ 2110468 h 2237474"/>
              <a:gd name="connsiteX229" fmla="*/ 0 w 12192000"/>
              <a:gd name="connsiteY22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83996 w 12192000"/>
              <a:gd name="connsiteY87" fmla="*/ 1639040 h 2237474"/>
              <a:gd name="connsiteX88" fmla="*/ 6979383 w 12192000"/>
              <a:gd name="connsiteY88" fmla="*/ 1641496 h 2237474"/>
              <a:gd name="connsiteX89" fmla="*/ 6900177 w 12192000"/>
              <a:gd name="connsiteY89" fmla="*/ 1636016 h 2237474"/>
              <a:gd name="connsiteX90" fmla="*/ 6795372 w 12192000"/>
              <a:gd name="connsiteY90" fmla="*/ 1644845 h 2237474"/>
              <a:gd name="connsiteX91" fmla="*/ 6692251 w 12192000"/>
              <a:gd name="connsiteY91" fmla="*/ 1656357 h 2237474"/>
              <a:gd name="connsiteX92" fmla="*/ 6655235 w 12192000"/>
              <a:gd name="connsiteY92" fmla="*/ 1661869 h 2237474"/>
              <a:gd name="connsiteX93" fmla="*/ 6587857 w 12192000"/>
              <a:gd name="connsiteY93" fmla="*/ 1665769 h 2237474"/>
              <a:gd name="connsiteX94" fmla="*/ 6554894 w 12192000"/>
              <a:gd name="connsiteY94" fmla="*/ 1664428 h 2237474"/>
              <a:gd name="connsiteX95" fmla="*/ 6516595 w 12192000"/>
              <a:gd name="connsiteY95" fmla="*/ 1667475 h 2237474"/>
              <a:gd name="connsiteX96" fmla="*/ 6508541 w 12192000"/>
              <a:gd name="connsiteY96" fmla="*/ 1668757 h 2237474"/>
              <a:gd name="connsiteX97" fmla="*/ 6471012 w 12192000"/>
              <a:gd name="connsiteY97" fmla="*/ 1678604 h 2237474"/>
              <a:gd name="connsiteX98" fmla="*/ 6415265 w 12192000"/>
              <a:gd name="connsiteY98" fmla="*/ 1665317 h 2237474"/>
              <a:gd name="connsiteX99" fmla="*/ 6364035 w 12192000"/>
              <a:gd name="connsiteY99" fmla="*/ 1667683 h 2237474"/>
              <a:gd name="connsiteX100" fmla="*/ 6280959 w 12192000"/>
              <a:gd name="connsiteY100" fmla="*/ 1689329 h 2237474"/>
              <a:gd name="connsiteX101" fmla="*/ 6243319 w 12192000"/>
              <a:gd name="connsiteY101" fmla="*/ 1695560 h 2237474"/>
              <a:gd name="connsiteX102" fmla="*/ 6098321 w 12192000"/>
              <a:gd name="connsiteY102" fmla="*/ 1721646 h 2237474"/>
              <a:gd name="connsiteX103" fmla="*/ 5880652 w 12192000"/>
              <a:gd name="connsiteY103" fmla="*/ 1779643 h 2237474"/>
              <a:gd name="connsiteX104" fmla="*/ 5785959 w 12192000"/>
              <a:gd name="connsiteY104" fmla="*/ 1775307 h 2237474"/>
              <a:gd name="connsiteX105" fmla="*/ 5643534 w 12192000"/>
              <a:gd name="connsiteY105" fmla="*/ 1802919 h 2237474"/>
              <a:gd name="connsiteX106" fmla="*/ 5518799 w 12192000"/>
              <a:gd name="connsiteY106" fmla="*/ 1818312 h 2237474"/>
              <a:gd name="connsiteX107" fmla="*/ 5505014 w 12192000"/>
              <a:gd name="connsiteY107" fmla="*/ 1819259 h 2237474"/>
              <a:gd name="connsiteX108" fmla="*/ 5453307 w 12192000"/>
              <a:gd name="connsiteY108" fmla="*/ 1815450 h 2237474"/>
              <a:gd name="connsiteX109" fmla="*/ 5364192 w 12192000"/>
              <a:gd name="connsiteY109" fmla="*/ 1826074 h 2237474"/>
              <a:gd name="connsiteX110" fmla="*/ 5350380 w 12192000"/>
              <a:gd name="connsiteY110" fmla="*/ 1830891 h 2237474"/>
              <a:gd name="connsiteX111" fmla="*/ 5259633 w 12192000"/>
              <a:gd name="connsiteY111" fmla="*/ 1837160 h 2237474"/>
              <a:gd name="connsiteX112" fmla="*/ 5197513 w 12192000"/>
              <a:gd name="connsiteY112" fmla="*/ 1844718 h 2237474"/>
              <a:gd name="connsiteX113" fmla="*/ 5184170 w 12192000"/>
              <a:gd name="connsiteY113" fmla="*/ 1849402 h 2237474"/>
              <a:gd name="connsiteX114" fmla="*/ 5168852 w 12192000"/>
              <a:gd name="connsiteY114" fmla="*/ 1844846 h 2237474"/>
              <a:gd name="connsiteX115" fmla="*/ 5164370 w 12192000"/>
              <a:gd name="connsiteY115" fmla="*/ 1840597 h 2237474"/>
              <a:gd name="connsiteX116" fmla="*/ 5114927 w 12192000"/>
              <a:gd name="connsiteY116" fmla="*/ 1847827 h 2237474"/>
              <a:gd name="connsiteX117" fmla="*/ 5108970 w 12192000"/>
              <a:gd name="connsiteY117" fmla="*/ 1847935 h 2237474"/>
              <a:gd name="connsiteX118" fmla="*/ 5067961 w 12192000"/>
              <a:gd name="connsiteY118" fmla="*/ 1845917 h 2237474"/>
              <a:gd name="connsiteX119" fmla="*/ 5007075 w 12192000"/>
              <a:gd name="connsiteY119" fmla="*/ 1838626 h 2237474"/>
              <a:gd name="connsiteX120" fmla="*/ 4944087 w 12192000"/>
              <a:gd name="connsiteY120" fmla="*/ 1823332 h 2237474"/>
              <a:gd name="connsiteX121" fmla="*/ 4907662 w 12192000"/>
              <a:gd name="connsiteY121" fmla="*/ 1816900 h 2237474"/>
              <a:gd name="connsiteX122" fmla="*/ 4882386 w 12192000"/>
              <a:gd name="connsiteY122" fmla="*/ 1809844 h 2237474"/>
              <a:gd name="connsiteX123" fmla="*/ 4811440 w 12192000"/>
              <a:gd name="connsiteY123" fmla="*/ 1804655 h 2237474"/>
              <a:gd name="connsiteX124" fmla="*/ 4691075 w 12192000"/>
              <a:gd name="connsiteY124" fmla="*/ 1801389 h 2237474"/>
              <a:gd name="connsiteX125" fmla="*/ 4611738 w 12192000"/>
              <a:gd name="connsiteY125" fmla="*/ 1776964 h 2237474"/>
              <a:gd name="connsiteX126" fmla="*/ 4560070 w 12192000"/>
              <a:gd name="connsiteY126" fmla="*/ 1785640 h 2237474"/>
              <a:gd name="connsiteX127" fmla="*/ 4536503 w 12192000"/>
              <a:gd name="connsiteY127" fmla="*/ 1785334 h 2237474"/>
              <a:gd name="connsiteX128" fmla="*/ 4513724 w 12192000"/>
              <a:gd name="connsiteY128" fmla="*/ 1791996 h 2237474"/>
              <a:gd name="connsiteX129" fmla="*/ 4459810 w 12192000"/>
              <a:gd name="connsiteY129" fmla="*/ 1797886 h 2237474"/>
              <a:gd name="connsiteX130" fmla="*/ 4379064 w 12192000"/>
              <a:gd name="connsiteY130" fmla="*/ 1817177 h 2237474"/>
              <a:gd name="connsiteX131" fmla="*/ 4319209 w 12192000"/>
              <a:gd name="connsiteY131" fmla="*/ 1834833 h 2237474"/>
              <a:gd name="connsiteX132" fmla="*/ 4290981 w 12192000"/>
              <a:gd name="connsiteY132" fmla="*/ 1839677 h 2237474"/>
              <a:gd name="connsiteX133" fmla="*/ 4285792 w 12192000"/>
              <a:gd name="connsiteY133" fmla="*/ 1836231 h 2237474"/>
              <a:gd name="connsiteX134" fmla="*/ 4238372 w 12192000"/>
              <a:gd name="connsiteY134" fmla="*/ 1851480 h 2237474"/>
              <a:gd name="connsiteX135" fmla="*/ 4232517 w 12192000"/>
              <a:gd name="connsiteY135" fmla="*/ 1852567 h 2237474"/>
              <a:gd name="connsiteX136" fmla="*/ 4191732 w 12192000"/>
              <a:gd name="connsiteY136" fmla="*/ 1857328 h 2237474"/>
              <a:gd name="connsiteX137" fmla="*/ 4065532 w 12192000"/>
              <a:gd name="connsiteY137" fmla="*/ 1855477 h 2237474"/>
              <a:gd name="connsiteX138" fmla="*/ 4028460 w 12192000"/>
              <a:gd name="connsiteY138" fmla="*/ 1855137 h 2237474"/>
              <a:gd name="connsiteX139" fmla="*/ 4002267 w 12192000"/>
              <a:gd name="connsiteY139" fmla="*/ 1852352 h 2237474"/>
              <a:gd name="connsiteX140" fmla="*/ 3931396 w 12192000"/>
              <a:gd name="connsiteY140" fmla="*/ 1858915 h 2237474"/>
              <a:gd name="connsiteX141" fmla="*/ 3812162 w 12192000"/>
              <a:gd name="connsiteY141" fmla="*/ 1875501 h 2237474"/>
              <a:gd name="connsiteX142" fmla="*/ 3729530 w 12192000"/>
              <a:gd name="connsiteY142" fmla="*/ 1864513 h 2237474"/>
              <a:gd name="connsiteX143" fmla="*/ 3680177 w 12192000"/>
              <a:gd name="connsiteY143" fmla="*/ 1881552 h 2237474"/>
              <a:gd name="connsiteX144" fmla="*/ 3567259 w 12192000"/>
              <a:gd name="connsiteY144" fmla="*/ 1893482 h 2237474"/>
              <a:gd name="connsiteX145" fmla="*/ 3405770 w 12192000"/>
              <a:gd name="connsiteY145" fmla="*/ 1904591 h 2237474"/>
              <a:gd name="connsiteX146" fmla="*/ 3280097 w 12192000"/>
              <a:gd name="connsiteY146" fmla="*/ 1919610 h 2237474"/>
              <a:gd name="connsiteX147" fmla="*/ 3123424 w 12192000"/>
              <a:gd name="connsiteY147" fmla="*/ 1952930 h 2237474"/>
              <a:gd name="connsiteX148" fmla="*/ 3009910 w 12192000"/>
              <a:gd name="connsiteY148" fmla="*/ 1957866 h 2237474"/>
              <a:gd name="connsiteX149" fmla="*/ 2995934 w 12192000"/>
              <a:gd name="connsiteY149" fmla="*/ 1967085 h 2237474"/>
              <a:gd name="connsiteX150" fmla="*/ 2980071 w 12192000"/>
              <a:gd name="connsiteY150" fmla="*/ 1972988 h 2237474"/>
              <a:gd name="connsiteX151" fmla="*/ 2978094 w 12192000"/>
              <a:gd name="connsiteY151" fmla="*/ 1972369 h 2237474"/>
              <a:gd name="connsiteX152" fmla="*/ 2942858 w 12192000"/>
              <a:gd name="connsiteY152" fmla="*/ 1981367 h 2237474"/>
              <a:gd name="connsiteX153" fmla="*/ 2875436 w 12192000"/>
              <a:gd name="connsiteY153" fmla="*/ 1996977 h 2237474"/>
              <a:gd name="connsiteX154" fmla="*/ 2874892 w 12192000"/>
              <a:gd name="connsiteY154" fmla="*/ 1996085 h 2237474"/>
              <a:gd name="connsiteX155" fmla="*/ 2864145 w 12192000"/>
              <a:gd name="connsiteY155" fmla="*/ 1994061 h 2237474"/>
              <a:gd name="connsiteX156" fmla="*/ 2843662 w 12192000"/>
              <a:gd name="connsiteY156" fmla="*/ 1992498 h 2237474"/>
              <a:gd name="connsiteX157" fmla="*/ 2796128 w 12192000"/>
              <a:gd name="connsiteY157" fmla="*/ 1976403 h 2237474"/>
              <a:gd name="connsiteX158" fmla="*/ 2756784 w 12192000"/>
              <a:gd name="connsiteY158" fmla="*/ 1985116 h 2237474"/>
              <a:gd name="connsiteX159" fmla="*/ 2748833 w 12192000"/>
              <a:gd name="connsiteY159" fmla="*/ 1986323 h 2237474"/>
              <a:gd name="connsiteX160" fmla="*/ 2748661 w 12192000"/>
              <a:gd name="connsiteY160" fmla="*/ 1986122 h 2237474"/>
              <a:gd name="connsiteX161" fmla="*/ 2740251 w 12192000"/>
              <a:gd name="connsiteY161" fmla="*/ 1986946 h 2237474"/>
              <a:gd name="connsiteX162" fmla="*/ 2718916 w 12192000"/>
              <a:gd name="connsiteY162" fmla="*/ 1990867 h 2237474"/>
              <a:gd name="connsiteX163" fmla="*/ 2713522 w 12192000"/>
              <a:gd name="connsiteY163" fmla="*/ 1990173 h 2237474"/>
              <a:gd name="connsiteX164" fmla="*/ 2680597 w 12192000"/>
              <a:gd name="connsiteY164" fmla="*/ 1984996 h 2237474"/>
              <a:gd name="connsiteX165" fmla="*/ 2578178 w 12192000"/>
              <a:gd name="connsiteY165" fmla="*/ 1990531 h 2237474"/>
              <a:gd name="connsiteX166" fmla="*/ 2476147 w 12192000"/>
              <a:gd name="connsiteY166" fmla="*/ 1998305 h 2237474"/>
              <a:gd name="connsiteX167" fmla="*/ 2373568 w 12192000"/>
              <a:gd name="connsiteY167" fmla="*/ 2003219 h 2237474"/>
              <a:gd name="connsiteX168" fmla="*/ 2321399 w 12192000"/>
              <a:gd name="connsiteY168" fmla="*/ 1989467 h 2237474"/>
              <a:gd name="connsiteX169" fmla="*/ 2315525 w 12192000"/>
              <a:gd name="connsiteY169" fmla="*/ 1989708 h 2237474"/>
              <a:gd name="connsiteX170" fmla="*/ 2300792 w 12192000"/>
              <a:gd name="connsiteY170" fmla="*/ 1994290 h 2237474"/>
              <a:gd name="connsiteX171" fmla="*/ 2295469 w 12192000"/>
              <a:gd name="connsiteY171" fmla="*/ 1996659 h 2237474"/>
              <a:gd name="connsiteX172" fmla="*/ 2287219 w 12192000"/>
              <a:gd name="connsiteY172" fmla="*/ 1998750 h 2237474"/>
              <a:gd name="connsiteX173" fmla="*/ 2286948 w 12192000"/>
              <a:gd name="connsiteY173" fmla="*/ 1998596 h 2237474"/>
              <a:gd name="connsiteX174" fmla="*/ 2243069 w 12192000"/>
              <a:gd name="connsiteY174" fmla="*/ 2015111 h 2237474"/>
              <a:gd name="connsiteX175" fmla="*/ 2186609 w 12192000"/>
              <a:gd name="connsiteY175" fmla="*/ 2008263 h 2237474"/>
              <a:gd name="connsiteX176" fmla="*/ 2164831 w 12192000"/>
              <a:gd name="connsiteY176" fmla="*/ 2010143 h 2237474"/>
              <a:gd name="connsiteX177" fmla="*/ 2152836 w 12192000"/>
              <a:gd name="connsiteY177" fmla="*/ 2010048 h 2237474"/>
              <a:gd name="connsiteX178" fmla="*/ 2117102 w 12192000"/>
              <a:gd name="connsiteY178" fmla="*/ 2023004 h 2237474"/>
              <a:gd name="connsiteX179" fmla="*/ 2111935 w 12192000"/>
              <a:gd name="connsiteY179" fmla="*/ 2023163 h 2237474"/>
              <a:gd name="connsiteX180" fmla="*/ 2089991 w 12192000"/>
              <a:gd name="connsiteY180" fmla="*/ 2034193 h 2237474"/>
              <a:gd name="connsiteX181" fmla="*/ 2058061 w 12192000"/>
              <a:gd name="connsiteY181" fmla="*/ 2047942 h 2237474"/>
              <a:gd name="connsiteX182" fmla="*/ 2055737 w 12192000"/>
              <a:gd name="connsiteY182" fmla="*/ 2047704 h 2237474"/>
              <a:gd name="connsiteX183" fmla="*/ 2042244 w 12192000"/>
              <a:gd name="connsiteY183" fmla="*/ 2055560 h 2237474"/>
              <a:gd name="connsiteX184" fmla="*/ 1976224 w 12192000"/>
              <a:gd name="connsiteY184" fmla="*/ 2074257 h 2237474"/>
              <a:gd name="connsiteX185" fmla="*/ 1877728 w 12192000"/>
              <a:gd name="connsiteY185" fmla="*/ 2101004 h 2237474"/>
              <a:gd name="connsiteX186" fmla="*/ 1759056 w 12192000"/>
              <a:gd name="connsiteY186" fmla="*/ 2125608 h 2237474"/>
              <a:gd name="connsiteX187" fmla="*/ 1637948 w 12192000"/>
              <a:gd name="connsiteY187" fmla="*/ 2172597 h 2237474"/>
              <a:gd name="connsiteX188" fmla="*/ 1434549 w 12192000"/>
              <a:gd name="connsiteY188" fmla="*/ 2234522 h 2237474"/>
              <a:gd name="connsiteX189" fmla="*/ 1398481 w 12192000"/>
              <a:gd name="connsiteY189" fmla="*/ 2237074 h 2237474"/>
              <a:gd name="connsiteX190" fmla="*/ 1398407 w 12192000"/>
              <a:gd name="connsiteY190" fmla="*/ 2237095 h 2237474"/>
              <a:gd name="connsiteX191" fmla="*/ 1370962 w 12192000"/>
              <a:gd name="connsiteY191" fmla="*/ 2237474 h 2237474"/>
              <a:gd name="connsiteX192" fmla="*/ 1356367 w 12192000"/>
              <a:gd name="connsiteY192" fmla="*/ 2235089 h 2237474"/>
              <a:gd name="connsiteX193" fmla="*/ 1324828 w 12192000"/>
              <a:gd name="connsiteY193" fmla="*/ 2231968 h 2237474"/>
              <a:gd name="connsiteX194" fmla="*/ 1297744 w 12192000"/>
              <a:gd name="connsiteY194" fmla="*/ 2235849 h 2237474"/>
              <a:gd name="connsiteX195" fmla="*/ 1286236 w 12192000"/>
              <a:gd name="connsiteY195" fmla="*/ 2233135 h 2237474"/>
              <a:gd name="connsiteX196" fmla="*/ 1283504 w 12192000"/>
              <a:gd name="connsiteY196" fmla="*/ 2233797 h 2237474"/>
              <a:gd name="connsiteX197" fmla="*/ 1279765 w 12192000"/>
              <a:gd name="connsiteY197" fmla="*/ 2229639 h 2237474"/>
              <a:gd name="connsiteX198" fmla="*/ 1195347 w 12192000"/>
              <a:gd name="connsiteY198" fmla="*/ 2212354 h 2237474"/>
              <a:gd name="connsiteX199" fmla="*/ 970251 w 12192000"/>
              <a:gd name="connsiteY199" fmla="*/ 2221029 h 2237474"/>
              <a:gd name="connsiteX200" fmla="*/ 812914 w 12192000"/>
              <a:gd name="connsiteY200" fmla="*/ 2202752 h 2237474"/>
              <a:gd name="connsiteX201" fmla="*/ 800195 w 12192000"/>
              <a:gd name="connsiteY201" fmla="*/ 2209407 h 2237474"/>
              <a:gd name="connsiteX202" fmla="*/ 784978 w 12192000"/>
              <a:gd name="connsiteY202" fmla="*/ 2212360 h 2237474"/>
              <a:gd name="connsiteX203" fmla="*/ 681987 w 12192000"/>
              <a:gd name="connsiteY203" fmla="*/ 2216757 h 2237474"/>
              <a:gd name="connsiteX204" fmla="*/ 669923 w 12192000"/>
              <a:gd name="connsiteY204" fmla="*/ 2211682 h 2237474"/>
              <a:gd name="connsiteX205" fmla="*/ 648680 w 12192000"/>
              <a:gd name="connsiteY205" fmla="*/ 2206229 h 2237474"/>
              <a:gd name="connsiteX206" fmla="*/ 597225 w 12192000"/>
              <a:gd name="connsiteY206" fmla="*/ 2180999 h 2237474"/>
              <a:gd name="connsiteX207" fmla="*/ 558449 w 12192000"/>
              <a:gd name="connsiteY207" fmla="*/ 2182346 h 2237474"/>
              <a:gd name="connsiteX208" fmla="*/ 550517 w 12192000"/>
              <a:gd name="connsiteY208" fmla="*/ 2182060 h 2237474"/>
              <a:gd name="connsiteX209" fmla="*/ 550309 w 12192000"/>
              <a:gd name="connsiteY209" fmla="*/ 2181825 h 2237474"/>
              <a:gd name="connsiteX210" fmla="*/ 541836 w 12192000"/>
              <a:gd name="connsiteY210" fmla="*/ 2181063 h 2237474"/>
              <a:gd name="connsiteX211" fmla="*/ 536057 w 12192000"/>
              <a:gd name="connsiteY211" fmla="*/ 2181537 h 2237474"/>
              <a:gd name="connsiteX212" fmla="*/ 520671 w 12192000"/>
              <a:gd name="connsiteY212" fmla="*/ 2180980 h 2237474"/>
              <a:gd name="connsiteX213" fmla="*/ 515024 w 12192000"/>
              <a:gd name="connsiteY213" fmla="*/ 2179258 h 2237474"/>
              <a:gd name="connsiteX214" fmla="*/ 512278 w 12192000"/>
              <a:gd name="connsiteY214" fmla="*/ 2176369 h 2237474"/>
              <a:gd name="connsiteX215" fmla="*/ 480419 w 12192000"/>
              <a:gd name="connsiteY215" fmla="*/ 2167807 h 2237474"/>
              <a:gd name="connsiteX216" fmla="*/ 413835 w 12192000"/>
              <a:gd name="connsiteY216" fmla="*/ 2156783 h 2237474"/>
              <a:gd name="connsiteX217" fmla="*/ 376513 w 12192000"/>
              <a:gd name="connsiteY217" fmla="*/ 2154014 h 2237474"/>
              <a:gd name="connsiteX218" fmla="*/ 273386 w 12192000"/>
              <a:gd name="connsiteY218" fmla="*/ 2142551 h 2237474"/>
              <a:gd name="connsiteX219" fmla="*/ 169207 w 12192000"/>
              <a:gd name="connsiteY219" fmla="*/ 2128100 h 2237474"/>
              <a:gd name="connsiteX220" fmla="*/ 93149 w 12192000"/>
              <a:gd name="connsiteY220" fmla="*/ 2105324 h 2237474"/>
              <a:gd name="connsiteX221" fmla="*/ 88109 w 12192000"/>
              <a:gd name="connsiteY221" fmla="*/ 2106704 h 2237474"/>
              <a:gd name="connsiteX222" fmla="*/ 80022 w 12192000"/>
              <a:gd name="connsiteY222" fmla="*/ 2107254 h 2237474"/>
              <a:gd name="connsiteX223" fmla="*/ 79717 w 12192000"/>
              <a:gd name="connsiteY223" fmla="*/ 2107046 h 2237474"/>
              <a:gd name="connsiteX224" fmla="*/ 72352 w 12192000"/>
              <a:gd name="connsiteY224" fmla="*/ 2107991 h 2237474"/>
              <a:gd name="connsiteX225" fmla="*/ 37645 w 12192000"/>
              <a:gd name="connsiteY225" fmla="*/ 2115401 h 2237474"/>
              <a:gd name="connsiteX226" fmla="*/ 4572 w 12192000"/>
              <a:gd name="connsiteY226" fmla="*/ 2111091 h 2237474"/>
              <a:gd name="connsiteX227" fmla="*/ 0 w 12192000"/>
              <a:gd name="connsiteY227" fmla="*/ 2110468 h 2237474"/>
              <a:gd name="connsiteX228" fmla="*/ 0 w 12192000"/>
              <a:gd name="connsiteY22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83996 w 12192000"/>
              <a:gd name="connsiteY87" fmla="*/ 1639040 h 2237474"/>
              <a:gd name="connsiteX88" fmla="*/ 6900177 w 12192000"/>
              <a:gd name="connsiteY88" fmla="*/ 1636016 h 2237474"/>
              <a:gd name="connsiteX89" fmla="*/ 6795372 w 12192000"/>
              <a:gd name="connsiteY89" fmla="*/ 1644845 h 2237474"/>
              <a:gd name="connsiteX90" fmla="*/ 6692251 w 12192000"/>
              <a:gd name="connsiteY90" fmla="*/ 1656357 h 2237474"/>
              <a:gd name="connsiteX91" fmla="*/ 6655235 w 12192000"/>
              <a:gd name="connsiteY91" fmla="*/ 1661869 h 2237474"/>
              <a:gd name="connsiteX92" fmla="*/ 6587857 w 12192000"/>
              <a:gd name="connsiteY92" fmla="*/ 1665769 h 2237474"/>
              <a:gd name="connsiteX93" fmla="*/ 6554894 w 12192000"/>
              <a:gd name="connsiteY93" fmla="*/ 1664428 h 2237474"/>
              <a:gd name="connsiteX94" fmla="*/ 6516595 w 12192000"/>
              <a:gd name="connsiteY94" fmla="*/ 1667475 h 2237474"/>
              <a:gd name="connsiteX95" fmla="*/ 6508541 w 12192000"/>
              <a:gd name="connsiteY95" fmla="*/ 1668757 h 2237474"/>
              <a:gd name="connsiteX96" fmla="*/ 6471012 w 12192000"/>
              <a:gd name="connsiteY96" fmla="*/ 1678604 h 2237474"/>
              <a:gd name="connsiteX97" fmla="*/ 6415265 w 12192000"/>
              <a:gd name="connsiteY97" fmla="*/ 1665317 h 2237474"/>
              <a:gd name="connsiteX98" fmla="*/ 6364035 w 12192000"/>
              <a:gd name="connsiteY98" fmla="*/ 1667683 h 2237474"/>
              <a:gd name="connsiteX99" fmla="*/ 6280959 w 12192000"/>
              <a:gd name="connsiteY99" fmla="*/ 1689329 h 2237474"/>
              <a:gd name="connsiteX100" fmla="*/ 6243319 w 12192000"/>
              <a:gd name="connsiteY100" fmla="*/ 1695560 h 2237474"/>
              <a:gd name="connsiteX101" fmla="*/ 6098321 w 12192000"/>
              <a:gd name="connsiteY101" fmla="*/ 1721646 h 2237474"/>
              <a:gd name="connsiteX102" fmla="*/ 5880652 w 12192000"/>
              <a:gd name="connsiteY102" fmla="*/ 1779643 h 2237474"/>
              <a:gd name="connsiteX103" fmla="*/ 5785959 w 12192000"/>
              <a:gd name="connsiteY103" fmla="*/ 1775307 h 2237474"/>
              <a:gd name="connsiteX104" fmla="*/ 5643534 w 12192000"/>
              <a:gd name="connsiteY104" fmla="*/ 1802919 h 2237474"/>
              <a:gd name="connsiteX105" fmla="*/ 5518799 w 12192000"/>
              <a:gd name="connsiteY105" fmla="*/ 1818312 h 2237474"/>
              <a:gd name="connsiteX106" fmla="*/ 5505014 w 12192000"/>
              <a:gd name="connsiteY106" fmla="*/ 1819259 h 2237474"/>
              <a:gd name="connsiteX107" fmla="*/ 5453307 w 12192000"/>
              <a:gd name="connsiteY107" fmla="*/ 1815450 h 2237474"/>
              <a:gd name="connsiteX108" fmla="*/ 5364192 w 12192000"/>
              <a:gd name="connsiteY108" fmla="*/ 1826074 h 2237474"/>
              <a:gd name="connsiteX109" fmla="*/ 5350380 w 12192000"/>
              <a:gd name="connsiteY109" fmla="*/ 1830891 h 2237474"/>
              <a:gd name="connsiteX110" fmla="*/ 5259633 w 12192000"/>
              <a:gd name="connsiteY110" fmla="*/ 1837160 h 2237474"/>
              <a:gd name="connsiteX111" fmla="*/ 5197513 w 12192000"/>
              <a:gd name="connsiteY111" fmla="*/ 1844718 h 2237474"/>
              <a:gd name="connsiteX112" fmla="*/ 5184170 w 12192000"/>
              <a:gd name="connsiteY112" fmla="*/ 1849402 h 2237474"/>
              <a:gd name="connsiteX113" fmla="*/ 5168852 w 12192000"/>
              <a:gd name="connsiteY113" fmla="*/ 1844846 h 2237474"/>
              <a:gd name="connsiteX114" fmla="*/ 5164370 w 12192000"/>
              <a:gd name="connsiteY114" fmla="*/ 1840597 h 2237474"/>
              <a:gd name="connsiteX115" fmla="*/ 5114927 w 12192000"/>
              <a:gd name="connsiteY115" fmla="*/ 1847827 h 2237474"/>
              <a:gd name="connsiteX116" fmla="*/ 5108970 w 12192000"/>
              <a:gd name="connsiteY116" fmla="*/ 1847935 h 2237474"/>
              <a:gd name="connsiteX117" fmla="*/ 5067961 w 12192000"/>
              <a:gd name="connsiteY117" fmla="*/ 1845917 h 2237474"/>
              <a:gd name="connsiteX118" fmla="*/ 5007075 w 12192000"/>
              <a:gd name="connsiteY118" fmla="*/ 1838626 h 2237474"/>
              <a:gd name="connsiteX119" fmla="*/ 4944087 w 12192000"/>
              <a:gd name="connsiteY119" fmla="*/ 1823332 h 2237474"/>
              <a:gd name="connsiteX120" fmla="*/ 4907662 w 12192000"/>
              <a:gd name="connsiteY120" fmla="*/ 1816900 h 2237474"/>
              <a:gd name="connsiteX121" fmla="*/ 4882386 w 12192000"/>
              <a:gd name="connsiteY121" fmla="*/ 1809844 h 2237474"/>
              <a:gd name="connsiteX122" fmla="*/ 4811440 w 12192000"/>
              <a:gd name="connsiteY122" fmla="*/ 1804655 h 2237474"/>
              <a:gd name="connsiteX123" fmla="*/ 4691075 w 12192000"/>
              <a:gd name="connsiteY123" fmla="*/ 1801389 h 2237474"/>
              <a:gd name="connsiteX124" fmla="*/ 4611738 w 12192000"/>
              <a:gd name="connsiteY124" fmla="*/ 1776964 h 2237474"/>
              <a:gd name="connsiteX125" fmla="*/ 4560070 w 12192000"/>
              <a:gd name="connsiteY125" fmla="*/ 1785640 h 2237474"/>
              <a:gd name="connsiteX126" fmla="*/ 4536503 w 12192000"/>
              <a:gd name="connsiteY126" fmla="*/ 1785334 h 2237474"/>
              <a:gd name="connsiteX127" fmla="*/ 4513724 w 12192000"/>
              <a:gd name="connsiteY127" fmla="*/ 1791996 h 2237474"/>
              <a:gd name="connsiteX128" fmla="*/ 4459810 w 12192000"/>
              <a:gd name="connsiteY128" fmla="*/ 1797886 h 2237474"/>
              <a:gd name="connsiteX129" fmla="*/ 4379064 w 12192000"/>
              <a:gd name="connsiteY129" fmla="*/ 1817177 h 2237474"/>
              <a:gd name="connsiteX130" fmla="*/ 4319209 w 12192000"/>
              <a:gd name="connsiteY130" fmla="*/ 1834833 h 2237474"/>
              <a:gd name="connsiteX131" fmla="*/ 4290981 w 12192000"/>
              <a:gd name="connsiteY131" fmla="*/ 1839677 h 2237474"/>
              <a:gd name="connsiteX132" fmla="*/ 4285792 w 12192000"/>
              <a:gd name="connsiteY132" fmla="*/ 1836231 h 2237474"/>
              <a:gd name="connsiteX133" fmla="*/ 4238372 w 12192000"/>
              <a:gd name="connsiteY133" fmla="*/ 1851480 h 2237474"/>
              <a:gd name="connsiteX134" fmla="*/ 4232517 w 12192000"/>
              <a:gd name="connsiteY134" fmla="*/ 1852567 h 2237474"/>
              <a:gd name="connsiteX135" fmla="*/ 4191732 w 12192000"/>
              <a:gd name="connsiteY135" fmla="*/ 1857328 h 2237474"/>
              <a:gd name="connsiteX136" fmla="*/ 4065532 w 12192000"/>
              <a:gd name="connsiteY136" fmla="*/ 1855477 h 2237474"/>
              <a:gd name="connsiteX137" fmla="*/ 4028460 w 12192000"/>
              <a:gd name="connsiteY137" fmla="*/ 1855137 h 2237474"/>
              <a:gd name="connsiteX138" fmla="*/ 4002267 w 12192000"/>
              <a:gd name="connsiteY138" fmla="*/ 1852352 h 2237474"/>
              <a:gd name="connsiteX139" fmla="*/ 3931396 w 12192000"/>
              <a:gd name="connsiteY139" fmla="*/ 1858915 h 2237474"/>
              <a:gd name="connsiteX140" fmla="*/ 3812162 w 12192000"/>
              <a:gd name="connsiteY140" fmla="*/ 1875501 h 2237474"/>
              <a:gd name="connsiteX141" fmla="*/ 3729530 w 12192000"/>
              <a:gd name="connsiteY141" fmla="*/ 1864513 h 2237474"/>
              <a:gd name="connsiteX142" fmla="*/ 3680177 w 12192000"/>
              <a:gd name="connsiteY142" fmla="*/ 1881552 h 2237474"/>
              <a:gd name="connsiteX143" fmla="*/ 3567259 w 12192000"/>
              <a:gd name="connsiteY143" fmla="*/ 1893482 h 2237474"/>
              <a:gd name="connsiteX144" fmla="*/ 3405770 w 12192000"/>
              <a:gd name="connsiteY144" fmla="*/ 1904591 h 2237474"/>
              <a:gd name="connsiteX145" fmla="*/ 3280097 w 12192000"/>
              <a:gd name="connsiteY145" fmla="*/ 1919610 h 2237474"/>
              <a:gd name="connsiteX146" fmla="*/ 3123424 w 12192000"/>
              <a:gd name="connsiteY146" fmla="*/ 1952930 h 2237474"/>
              <a:gd name="connsiteX147" fmla="*/ 3009910 w 12192000"/>
              <a:gd name="connsiteY147" fmla="*/ 1957866 h 2237474"/>
              <a:gd name="connsiteX148" fmla="*/ 2995934 w 12192000"/>
              <a:gd name="connsiteY148" fmla="*/ 1967085 h 2237474"/>
              <a:gd name="connsiteX149" fmla="*/ 2980071 w 12192000"/>
              <a:gd name="connsiteY149" fmla="*/ 1972988 h 2237474"/>
              <a:gd name="connsiteX150" fmla="*/ 2978094 w 12192000"/>
              <a:gd name="connsiteY150" fmla="*/ 1972369 h 2237474"/>
              <a:gd name="connsiteX151" fmla="*/ 2942858 w 12192000"/>
              <a:gd name="connsiteY151" fmla="*/ 1981367 h 2237474"/>
              <a:gd name="connsiteX152" fmla="*/ 2875436 w 12192000"/>
              <a:gd name="connsiteY152" fmla="*/ 1996977 h 2237474"/>
              <a:gd name="connsiteX153" fmla="*/ 2874892 w 12192000"/>
              <a:gd name="connsiteY153" fmla="*/ 1996085 h 2237474"/>
              <a:gd name="connsiteX154" fmla="*/ 2864145 w 12192000"/>
              <a:gd name="connsiteY154" fmla="*/ 1994061 h 2237474"/>
              <a:gd name="connsiteX155" fmla="*/ 2843662 w 12192000"/>
              <a:gd name="connsiteY155" fmla="*/ 1992498 h 2237474"/>
              <a:gd name="connsiteX156" fmla="*/ 2796128 w 12192000"/>
              <a:gd name="connsiteY156" fmla="*/ 1976403 h 2237474"/>
              <a:gd name="connsiteX157" fmla="*/ 2756784 w 12192000"/>
              <a:gd name="connsiteY157" fmla="*/ 1985116 h 2237474"/>
              <a:gd name="connsiteX158" fmla="*/ 2748833 w 12192000"/>
              <a:gd name="connsiteY158" fmla="*/ 1986323 h 2237474"/>
              <a:gd name="connsiteX159" fmla="*/ 2748661 w 12192000"/>
              <a:gd name="connsiteY159" fmla="*/ 1986122 h 2237474"/>
              <a:gd name="connsiteX160" fmla="*/ 2740251 w 12192000"/>
              <a:gd name="connsiteY160" fmla="*/ 1986946 h 2237474"/>
              <a:gd name="connsiteX161" fmla="*/ 2718916 w 12192000"/>
              <a:gd name="connsiteY161" fmla="*/ 1990867 h 2237474"/>
              <a:gd name="connsiteX162" fmla="*/ 2713522 w 12192000"/>
              <a:gd name="connsiteY162" fmla="*/ 1990173 h 2237474"/>
              <a:gd name="connsiteX163" fmla="*/ 2680597 w 12192000"/>
              <a:gd name="connsiteY163" fmla="*/ 1984996 h 2237474"/>
              <a:gd name="connsiteX164" fmla="*/ 2578178 w 12192000"/>
              <a:gd name="connsiteY164" fmla="*/ 1990531 h 2237474"/>
              <a:gd name="connsiteX165" fmla="*/ 2476147 w 12192000"/>
              <a:gd name="connsiteY165" fmla="*/ 1998305 h 2237474"/>
              <a:gd name="connsiteX166" fmla="*/ 2373568 w 12192000"/>
              <a:gd name="connsiteY166" fmla="*/ 2003219 h 2237474"/>
              <a:gd name="connsiteX167" fmla="*/ 2321399 w 12192000"/>
              <a:gd name="connsiteY167" fmla="*/ 1989467 h 2237474"/>
              <a:gd name="connsiteX168" fmla="*/ 2315525 w 12192000"/>
              <a:gd name="connsiteY168" fmla="*/ 1989708 h 2237474"/>
              <a:gd name="connsiteX169" fmla="*/ 2300792 w 12192000"/>
              <a:gd name="connsiteY169" fmla="*/ 1994290 h 2237474"/>
              <a:gd name="connsiteX170" fmla="*/ 2295469 w 12192000"/>
              <a:gd name="connsiteY170" fmla="*/ 1996659 h 2237474"/>
              <a:gd name="connsiteX171" fmla="*/ 2287219 w 12192000"/>
              <a:gd name="connsiteY171" fmla="*/ 1998750 h 2237474"/>
              <a:gd name="connsiteX172" fmla="*/ 2286948 w 12192000"/>
              <a:gd name="connsiteY172" fmla="*/ 1998596 h 2237474"/>
              <a:gd name="connsiteX173" fmla="*/ 2243069 w 12192000"/>
              <a:gd name="connsiteY173" fmla="*/ 2015111 h 2237474"/>
              <a:gd name="connsiteX174" fmla="*/ 2186609 w 12192000"/>
              <a:gd name="connsiteY174" fmla="*/ 2008263 h 2237474"/>
              <a:gd name="connsiteX175" fmla="*/ 2164831 w 12192000"/>
              <a:gd name="connsiteY175" fmla="*/ 2010143 h 2237474"/>
              <a:gd name="connsiteX176" fmla="*/ 2152836 w 12192000"/>
              <a:gd name="connsiteY176" fmla="*/ 2010048 h 2237474"/>
              <a:gd name="connsiteX177" fmla="*/ 2117102 w 12192000"/>
              <a:gd name="connsiteY177" fmla="*/ 2023004 h 2237474"/>
              <a:gd name="connsiteX178" fmla="*/ 2111935 w 12192000"/>
              <a:gd name="connsiteY178" fmla="*/ 2023163 h 2237474"/>
              <a:gd name="connsiteX179" fmla="*/ 2089991 w 12192000"/>
              <a:gd name="connsiteY179" fmla="*/ 2034193 h 2237474"/>
              <a:gd name="connsiteX180" fmla="*/ 2058061 w 12192000"/>
              <a:gd name="connsiteY180" fmla="*/ 2047942 h 2237474"/>
              <a:gd name="connsiteX181" fmla="*/ 2055737 w 12192000"/>
              <a:gd name="connsiteY181" fmla="*/ 2047704 h 2237474"/>
              <a:gd name="connsiteX182" fmla="*/ 2042244 w 12192000"/>
              <a:gd name="connsiteY182" fmla="*/ 2055560 h 2237474"/>
              <a:gd name="connsiteX183" fmla="*/ 1976224 w 12192000"/>
              <a:gd name="connsiteY183" fmla="*/ 2074257 h 2237474"/>
              <a:gd name="connsiteX184" fmla="*/ 1877728 w 12192000"/>
              <a:gd name="connsiteY184" fmla="*/ 2101004 h 2237474"/>
              <a:gd name="connsiteX185" fmla="*/ 1759056 w 12192000"/>
              <a:gd name="connsiteY185" fmla="*/ 2125608 h 2237474"/>
              <a:gd name="connsiteX186" fmla="*/ 1637948 w 12192000"/>
              <a:gd name="connsiteY186" fmla="*/ 2172597 h 2237474"/>
              <a:gd name="connsiteX187" fmla="*/ 1434549 w 12192000"/>
              <a:gd name="connsiteY187" fmla="*/ 2234522 h 2237474"/>
              <a:gd name="connsiteX188" fmla="*/ 1398481 w 12192000"/>
              <a:gd name="connsiteY188" fmla="*/ 2237074 h 2237474"/>
              <a:gd name="connsiteX189" fmla="*/ 1398407 w 12192000"/>
              <a:gd name="connsiteY189" fmla="*/ 2237095 h 2237474"/>
              <a:gd name="connsiteX190" fmla="*/ 1370962 w 12192000"/>
              <a:gd name="connsiteY190" fmla="*/ 2237474 h 2237474"/>
              <a:gd name="connsiteX191" fmla="*/ 1356367 w 12192000"/>
              <a:gd name="connsiteY191" fmla="*/ 2235089 h 2237474"/>
              <a:gd name="connsiteX192" fmla="*/ 1324828 w 12192000"/>
              <a:gd name="connsiteY192" fmla="*/ 2231968 h 2237474"/>
              <a:gd name="connsiteX193" fmla="*/ 1297744 w 12192000"/>
              <a:gd name="connsiteY193" fmla="*/ 2235849 h 2237474"/>
              <a:gd name="connsiteX194" fmla="*/ 1286236 w 12192000"/>
              <a:gd name="connsiteY194" fmla="*/ 2233135 h 2237474"/>
              <a:gd name="connsiteX195" fmla="*/ 1283504 w 12192000"/>
              <a:gd name="connsiteY195" fmla="*/ 2233797 h 2237474"/>
              <a:gd name="connsiteX196" fmla="*/ 1279765 w 12192000"/>
              <a:gd name="connsiteY196" fmla="*/ 2229639 h 2237474"/>
              <a:gd name="connsiteX197" fmla="*/ 1195347 w 12192000"/>
              <a:gd name="connsiteY197" fmla="*/ 2212354 h 2237474"/>
              <a:gd name="connsiteX198" fmla="*/ 970251 w 12192000"/>
              <a:gd name="connsiteY198" fmla="*/ 2221029 h 2237474"/>
              <a:gd name="connsiteX199" fmla="*/ 812914 w 12192000"/>
              <a:gd name="connsiteY199" fmla="*/ 2202752 h 2237474"/>
              <a:gd name="connsiteX200" fmla="*/ 800195 w 12192000"/>
              <a:gd name="connsiteY200" fmla="*/ 2209407 h 2237474"/>
              <a:gd name="connsiteX201" fmla="*/ 784978 w 12192000"/>
              <a:gd name="connsiteY201" fmla="*/ 2212360 h 2237474"/>
              <a:gd name="connsiteX202" fmla="*/ 681987 w 12192000"/>
              <a:gd name="connsiteY202" fmla="*/ 2216757 h 2237474"/>
              <a:gd name="connsiteX203" fmla="*/ 669923 w 12192000"/>
              <a:gd name="connsiteY203" fmla="*/ 2211682 h 2237474"/>
              <a:gd name="connsiteX204" fmla="*/ 648680 w 12192000"/>
              <a:gd name="connsiteY204" fmla="*/ 2206229 h 2237474"/>
              <a:gd name="connsiteX205" fmla="*/ 597225 w 12192000"/>
              <a:gd name="connsiteY205" fmla="*/ 2180999 h 2237474"/>
              <a:gd name="connsiteX206" fmla="*/ 558449 w 12192000"/>
              <a:gd name="connsiteY206" fmla="*/ 2182346 h 2237474"/>
              <a:gd name="connsiteX207" fmla="*/ 550517 w 12192000"/>
              <a:gd name="connsiteY207" fmla="*/ 2182060 h 2237474"/>
              <a:gd name="connsiteX208" fmla="*/ 550309 w 12192000"/>
              <a:gd name="connsiteY208" fmla="*/ 2181825 h 2237474"/>
              <a:gd name="connsiteX209" fmla="*/ 541836 w 12192000"/>
              <a:gd name="connsiteY209" fmla="*/ 2181063 h 2237474"/>
              <a:gd name="connsiteX210" fmla="*/ 536057 w 12192000"/>
              <a:gd name="connsiteY210" fmla="*/ 2181537 h 2237474"/>
              <a:gd name="connsiteX211" fmla="*/ 520671 w 12192000"/>
              <a:gd name="connsiteY211" fmla="*/ 2180980 h 2237474"/>
              <a:gd name="connsiteX212" fmla="*/ 515024 w 12192000"/>
              <a:gd name="connsiteY212" fmla="*/ 2179258 h 2237474"/>
              <a:gd name="connsiteX213" fmla="*/ 512278 w 12192000"/>
              <a:gd name="connsiteY213" fmla="*/ 2176369 h 2237474"/>
              <a:gd name="connsiteX214" fmla="*/ 480419 w 12192000"/>
              <a:gd name="connsiteY214" fmla="*/ 2167807 h 2237474"/>
              <a:gd name="connsiteX215" fmla="*/ 413835 w 12192000"/>
              <a:gd name="connsiteY215" fmla="*/ 2156783 h 2237474"/>
              <a:gd name="connsiteX216" fmla="*/ 376513 w 12192000"/>
              <a:gd name="connsiteY216" fmla="*/ 2154014 h 2237474"/>
              <a:gd name="connsiteX217" fmla="*/ 273386 w 12192000"/>
              <a:gd name="connsiteY217" fmla="*/ 2142551 h 2237474"/>
              <a:gd name="connsiteX218" fmla="*/ 169207 w 12192000"/>
              <a:gd name="connsiteY218" fmla="*/ 2128100 h 2237474"/>
              <a:gd name="connsiteX219" fmla="*/ 93149 w 12192000"/>
              <a:gd name="connsiteY219" fmla="*/ 2105324 h 2237474"/>
              <a:gd name="connsiteX220" fmla="*/ 88109 w 12192000"/>
              <a:gd name="connsiteY220" fmla="*/ 2106704 h 2237474"/>
              <a:gd name="connsiteX221" fmla="*/ 80022 w 12192000"/>
              <a:gd name="connsiteY221" fmla="*/ 2107254 h 2237474"/>
              <a:gd name="connsiteX222" fmla="*/ 79717 w 12192000"/>
              <a:gd name="connsiteY222" fmla="*/ 2107046 h 2237474"/>
              <a:gd name="connsiteX223" fmla="*/ 72352 w 12192000"/>
              <a:gd name="connsiteY223" fmla="*/ 2107991 h 2237474"/>
              <a:gd name="connsiteX224" fmla="*/ 37645 w 12192000"/>
              <a:gd name="connsiteY224" fmla="*/ 2115401 h 2237474"/>
              <a:gd name="connsiteX225" fmla="*/ 4572 w 12192000"/>
              <a:gd name="connsiteY225" fmla="*/ 2111091 h 2237474"/>
              <a:gd name="connsiteX226" fmla="*/ 0 w 12192000"/>
              <a:gd name="connsiteY226" fmla="*/ 2110468 h 2237474"/>
              <a:gd name="connsiteX227" fmla="*/ 0 w 12192000"/>
              <a:gd name="connsiteY22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00177 w 12192000"/>
              <a:gd name="connsiteY87" fmla="*/ 1636016 h 2237474"/>
              <a:gd name="connsiteX88" fmla="*/ 6795372 w 12192000"/>
              <a:gd name="connsiteY88" fmla="*/ 1644845 h 2237474"/>
              <a:gd name="connsiteX89" fmla="*/ 6692251 w 12192000"/>
              <a:gd name="connsiteY89" fmla="*/ 1656357 h 2237474"/>
              <a:gd name="connsiteX90" fmla="*/ 6655235 w 12192000"/>
              <a:gd name="connsiteY90" fmla="*/ 1661869 h 2237474"/>
              <a:gd name="connsiteX91" fmla="*/ 6587857 w 12192000"/>
              <a:gd name="connsiteY91" fmla="*/ 1665769 h 2237474"/>
              <a:gd name="connsiteX92" fmla="*/ 6554894 w 12192000"/>
              <a:gd name="connsiteY92" fmla="*/ 1664428 h 2237474"/>
              <a:gd name="connsiteX93" fmla="*/ 6516595 w 12192000"/>
              <a:gd name="connsiteY93" fmla="*/ 1667475 h 2237474"/>
              <a:gd name="connsiteX94" fmla="*/ 6508541 w 12192000"/>
              <a:gd name="connsiteY94" fmla="*/ 1668757 h 2237474"/>
              <a:gd name="connsiteX95" fmla="*/ 6471012 w 12192000"/>
              <a:gd name="connsiteY95" fmla="*/ 1678604 h 2237474"/>
              <a:gd name="connsiteX96" fmla="*/ 6415265 w 12192000"/>
              <a:gd name="connsiteY96" fmla="*/ 1665317 h 2237474"/>
              <a:gd name="connsiteX97" fmla="*/ 6364035 w 12192000"/>
              <a:gd name="connsiteY97" fmla="*/ 1667683 h 2237474"/>
              <a:gd name="connsiteX98" fmla="*/ 6280959 w 12192000"/>
              <a:gd name="connsiteY98" fmla="*/ 1689329 h 2237474"/>
              <a:gd name="connsiteX99" fmla="*/ 6243319 w 12192000"/>
              <a:gd name="connsiteY99" fmla="*/ 1695560 h 2237474"/>
              <a:gd name="connsiteX100" fmla="*/ 6098321 w 12192000"/>
              <a:gd name="connsiteY100" fmla="*/ 1721646 h 2237474"/>
              <a:gd name="connsiteX101" fmla="*/ 5880652 w 12192000"/>
              <a:gd name="connsiteY101" fmla="*/ 1779643 h 2237474"/>
              <a:gd name="connsiteX102" fmla="*/ 5785959 w 12192000"/>
              <a:gd name="connsiteY102" fmla="*/ 1775307 h 2237474"/>
              <a:gd name="connsiteX103" fmla="*/ 5643534 w 12192000"/>
              <a:gd name="connsiteY103" fmla="*/ 1802919 h 2237474"/>
              <a:gd name="connsiteX104" fmla="*/ 5518799 w 12192000"/>
              <a:gd name="connsiteY104" fmla="*/ 1818312 h 2237474"/>
              <a:gd name="connsiteX105" fmla="*/ 5505014 w 12192000"/>
              <a:gd name="connsiteY105" fmla="*/ 1819259 h 2237474"/>
              <a:gd name="connsiteX106" fmla="*/ 5453307 w 12192000"/>
              <a:gd name="connsiteY106" fmla="*/ 1815450 h 2237474"/>
              <a:gd name="connsiteX107" fmla="*/ 5364192 w 12192000"/>
              <a:gd name="connsiteY107" fmla="*/ 1826074 h 2237474"/>
              <a:gd name="connsiteX108" fmla="*/ 5350380 w 12192000"/>
              <a:gd name="connsiteY108" fmla="*/ 1830891 h 2237474"/>
              <a:gd name="connsiteX109" fmla="*/ 5259633 w 12192000"/>
              <a:gd name="connsiteY109" fmla="*/ 1837160 h 2237474"/>
              <a:gd name="connsiteX110" fmla="*/ 5197513 w 12192000"/>
              <a:gd name="connsiteY110" fmla="*/ 1844718 h 2237474"/>
              <a:gd name="connsiteX111" fmla="*/ 5184170 w 12192000"/>
              <a:gd name="connsiteY111" fmla="*/ 1849402 h 2237474"/>
              <a:gd name="connsiteX112" fmla="*/ 5168852 w 12192000"/>
              <a:gd name="connsiteY112" fmla="*/ 1844846 h 2237474"/>
              <a:gd name="connsiteX113" fmla="*/ 5164370 w 12192000"/>
              <a:gd name="connsiteY113" fmla="*/ 1840597 h 2237474"/>
              <a:gd name="connsiteX114" fmla="*/ 5114927 w 12192000"/>
              <a:gd name="connsiteY114" fmla="*/ 1847827 h 2237474"/>
              <a:gd name="connsiteX115" fmla="*/ 5108970 w 12192000"/>
              <a:gd name="connsiteY115" fmla="*/ 1847935 h 2237474"/>
              <a:gd name="connsiteX116" fmla="*/ 5067961 w 12192000"/>
              <a:gd name="connsiteY116" fmla="*/ 1845917 h 2237474"/>
              <a:gd name="connsiteX117" fmla="*/ 5007075 w 12192000"/>
              <a:gd name="connsiteY117" fmla="*/ 1838626 h 2237474"/>
              <a:gd name="connsiteX118" fmla="*/ 4944087 w 12192000"/>
              <a:gd name="connsiteY118" fmla="*/ 1823332 h 2237474"/>
              <a:gd name="connsiteX119" fmla="*/ 4907662 w 12192000"/>
              <a:gd name="connsiteY119" fmla="*/ 1816900 h 2237474"/>
              <a:gd name="connsiteX120" fmla="*/ 4882386 w 12192000"/>
              <a:gd name="connsiteY120" fmla="*/ 1809844 h 2237474"/>
              <a:gd name="connsiteX121" fmla="*/ 4811440 w 12192000"/>
              <a:gd name="connsiteY121" fmla="*/ 1804655 h 2237474"/>
              <a:gd name="connsiteX122" fmla="*/ 4691075 w 12192000"/>
              <a:gd name="connsiteY122" fmla="*/ 1801389 h 2237474"/>
              <a:gd name="connsiteX123" fmla="*/ 4611738 w 12192000"/>
              <a:gd name="connsiteY123" fmla="*/ 1776964 h 2237474"/>
              <a:gd name="connsiteX124" fmla="*/ 4560070 w 12192000"/>
              <a:gd name="connsiteY124" fmla="*/ 1785640 h 2237474"/>
              <a:gd name="connsiteX125" fmla="*/ 4536503 w 12192000"/>
              <a:gd name="connsiteY125" fmla="*/ 1785334 h 2237474"/>
              <a:gd name="connsiteX126" fmla="*/ 4513724 w 12192000"/>
              <a:gd name="connsiteY126" fmla="*/ 1791996 h 2237474"/>
              <a:gd name="connsiteX127" fmla="*/ 4459810 w 12192000"/>
              <a:gd name="connsiteY127" fmla="*/ 1797886 h 2237474"/>
              <a:gd name="connsiteX128" fmla="*/ 4379064 w 12192000"/>
              <a:gd name="connsiteY128" fmla="*/ 1817177 h 2237474"/>
              <a:gd name="connsiteX129" fmla="*/ 4319209 w 12192000"/>
              <a:gd name="connsiteY129" fmla="*/ 1834833 h 2237474"/>
              <a:gd name="connsiteX130" fmla="*/ 4290981 w 12192000"/>
              <a:gd name="connsiteY130" fmla="*/ 1839677 h 2237474"/>
              <a:gd name="connsiteX131" fmla="*/ 4285792 w 12192000"/>
              <a:gd name="connsiteY131" fmla="*/ 1836231 h 2237474"/>
              <a:gd name="connsiteX132" fmla="*/ 4238372 w 12192000"/>
              <a:gd name="connsiteY132" fmla="*/ 1851480 h 2237474"/>
              <a:gd name="connsiteX133" fmla="*/ 4232517 w 12192000"/>
              <a:gd name="connsiteY133" fmla="*/ 1852567 h 2237474"/>
              <a:gd name="connsiteX134" fmla="*/ 4191732 w 12192000"/>
              <a:gd name="connsiteY134" fmla="*/ 1857328 h 2237474"/>
              <a:gd name="connsiteX135" fmla="*/ 4065532 w 12192000"/>
              <a:gd name="connsiteY135" fmla="*/ 1855477 h 2237474"/>
              <a:gd name="connsiteX136" fmla="*/ 4028460 w 12192000"/>
              <a:gd name="connsiteY136" fmla="*/ 1855137 h 2237474"/>
              <a:gd name="connsiteX137" fmla="*/ 4002267 w 12192000"/>
              <a:gd name="connsiteY137" fmla="*/ 1852352 h 2237474"/>
              <a:gd name="connsiteX138" fmla="*/ 3931396 w 12192000"/>
              <a:gd name="connsiteY138" fmla="*/ 1858915 h 2237474"/>
              <a:gd name="connsiteX139" fmla="*/ 3812162 w 12192000"/>
              <a:gd name="connsiteY139" fmla="*/ 1875501 h 2237474"/>
              <a:gd name="connsiteX140" fmla="*/ 3729530 w 12192000"/>
              <a:gd name="connsiteY140" fmla="*/ 1864513 h 2237474"/>
              <a:gd name="connsiteX141" fmla="*/ 3680177 w 12192000"/>
              <a:gd name="connsiteY141" fmla="*/ 1881552 h 2237474"/>
              <a:gd name="connsiteX142" fmla="*/ 3567259 w 12192000"/>
              <a:gd name="connsiteY142" fmla="*/ 1893482 h 2237474"/>
              <a:gd name="connsiteX143" fmla="*/ 3405770 w 12192000"/>
              <a:gd name="connsiteY143" fmla="*/ 1904591 h 2237474"/>
              <a:gd name="connsiteX144" fmla="*/ 3280097 w 12192000"/>
              <a:gd name="connsiteY144" fmla="*/ 1919610 h 2237474"/>
              <a:gd name="connsiteX145" fmla="*/ 3123424 w 12192000"/>
              <a:gd name="connsiteY145" fmla="*/ 1952930 h 2237474"/>
              <a:gd name="connsiteX146" fmla="*/ 3009910 w 12192000"/>
              <a:gd name="connsiteY146" fmla="*/ 1957866 h 2237474"/>
              <a:gd name="connsiteX147" fmla="*/ 2995934 w 12192000"/>
              <a:gd name="connsiteY147" fmla="*/ 1967085 h 2237474"/>
              <a:gd name="connsiteX148" fmla="*/ 2980071 w 12192000"/>
              <a:gd name="connsiteY148" fmla="*/ 1972988 h 2237474"/>
              <a:gd name="connsiteX149" fmla="*/ 2978094 w 12192000"/>
              <a:gd name="connsiteY149" fmla="*/ 1972369 h 2237474"/>
              <a:gd name="connsiteX150" fmla="*/ 2942858 w 12192000"/>
              <a:gd name="connsiteY150" fmla="*/ 1981367 h 2237474"/>
              <a:gd name="connsiteX151" fmla="*/ 2875436 w 12192000"/>
              <a:gd name="connsiteY151" fmla="*/ 1996977 h 2237474"/>
              <a:gd name="connsiteX152" fmla="*/ 2874892 w 12192000"/>
              <a:gd name="connsiteY152" fmla="*/ 1996085 h 2237474"/>
              <a:gd name="connsiteX153" fmla="*/ 2864145 w 12192000"/>
              <a:gd name="connsiteY153" fmla="*/ 1994061 h 2237474"/>
              <a:gd name="connsiteX154" fmla="*/ 2843662 w 12192000"/>
              <a:gd name="connsiteY154" fmla="*/ 1992498 h 2237474"/>
              <a:gd name="connsiteX155" fmla="*/ 2796128 w 12192000"/>
              <a:gd name="connsiteY155" fmla="*/ 1976403 h 2237474"/>
              <a:gd name="connsiteX156" fmla="*/ 2756784 w 12192000"/>
              <a:gd name="connsiteY156" fmla="*/ 1985116 h 2237474"/>
              <a:gd name="connsiteX157" fmla="*/ 2748833 w 12192000"/>
              <a:gd name="connsiteY157" fmla="*/ 1986323 h 2237474"/>
              <a:gd name="connsiteX158" fmla="*/ 2748661 w 12192000"/>
              <a:gd name="connsiteY158" fmla="*/ 1986122 h 2237474"/>
              <a:gd name="connsiteX159" fmla="*/ 2740251 w 12192000"/>
              <a:gd name="connsiteY159" fmla="*/ 1986946 h 2237474"/>
              <a:gd name="connsiteX160" fmla="*/ 2718916 w 12192000"/>
              <a:gd name="connsiteY160" fmla="*/ 1990867 h 2237474"/>
              <a:gd name="connsiteX161" fmla="*/ 2713522 w 12192000"/>
              <a:gd name="connsiteY161" fmla="*/ 1990173 h 2237474"/>
              <a:gd name="connsiteX162" fmla="*/ 2680597 w 12192000"/>
              <a:gd name="connsiteY162" fmla="*/ 1984996 h 2237474"/>
              <a:gd name="connsiteX163" fmla="*/ 2578178 w 12192000"/>
              <a:gd name="connsiteY163" fmla="*/ 1990531 h 2237474"/>
              <a:gd name="connsiteX164" fmla="*/ 2476147 w 12192000"/>
              <a:gd name="connsiteY164" fmla="*/ 1998305 h 2237474"/>
              <a:gd name="connsiteX165" fmla="*/ 2373568 w 12192000"/>
              <a:gd name="connsiteY165" fmla="*/ 2003219 h 2237474"/>
              <a:gd name="connsiteX166" fmla="*/ 2321399 w 12192000"/>
              <a:gd name="connsiteY166" fmla="*/ 1989467 h 2237474"/>
              <a:gd name="connsiteX167" fmla="*/ 2315525 w 12192000"/>
              <a:gd name="connsiteY167" fmla="*/ 1989708 h 2237474"/>
              <a:gd name="connsiteX168" fmla="*/ 2300792 w 12192000"/>
              <a:gd name="connsiteY168" fmla="*/ 1994290 h 2237474"/>
              <a:gd name="connsiteX169" fmla="*/ 2295469 w 12192000"/>
              <a:gd name="connsiteY169" fmla="*/ 1996659 h 2237474"/>
              <a:gd name="connsiteX170" fmla="*/ 2287219 w 12192000"/>
              <a:gd name="connsiteY170" fmla="*/ 1998750 h 2237474"/>
              <a:gd name="connsiteX171" fmla="*/ 2286948 w 12192000"/>
              <a:gd name="connsiteY171" fmla="*/ 1998596 h 2237474"/>
              <a:gd name="connsiteX172" fmla="*/ 2243069 w 12192000"/>
              <a:gd name="connsiteY172" fmla="*/ 2015111 h 2237474"/>
              <a:gd name="connsiteX173" fmla="*/ 2186609 w 12192000"/>
              <a:gd name="connsiteY173" fmla="*/ 2008263 h 2237474"/>
              <a:gd name="connsiteX174" fmla="*/ 2164831 w 12192000"/>
              <a:gd name="connsiteY174" fmla="*/ 2010143 h 2237474"/>
              <a:gd name="connsiteX175" fmla="*/ 2152836 w 12192000"/>
              <a:gd name="connsiteY175" fmla="*/ 2010048 h 2237474"/>
              <a:gd name="connsiteX176" fmla="*/ 2117102 w 12192000"/>
              <a:gd name="connsiteY176" fmla="*/ 2023004 h 2237474"/>
              <a:gd name="connsiteX177" fmla="*/ 2111935 w 12192000"/>
              <a:gd name="connsiteY177" fmla="*/ 2023163 h 2237474"/>
              <a:gd name="connsiteX178" fmla="*/ 2089991 w 12192000"/>
              <a:gd name="connsiteY178" fmla="*/ 2034193 h 2237474"/>
              <a:gd name="connsiteX179" fmla="*/ 2058061 w 12192000"/>
              <a:gd name="connsiteY179" fmla="*/ 2047942 h 2237474"/>
              <a:gd name="connsiteX180" fmla="*/ 2055737 w 12192000"/>
              <a:gd name="connsiteY180" fmla="*/ 2047704 h 2237474"/>
              <a:gd name="connsiteX181" fmla="*/ 2042244 w 12192000"/>
              <a:gd name="connsiteY181" fmla="*/ 2055560 h 2237474"/>
              <a:gd name="connsiteX182" fmla="*/ 1976224 w 12192000"/>
              <a:gd name="connsiteY182" fmla="*/ 2074257 h 2237474"/>
              <a:gd name="connsiteX183" fmla="*/ 1877728 w 12192000"/>
              <a:gd name="connsiteY183" fmla="*/ 2101004 h 2237474"/>
              <a:gd name="connsiteX184" fmla="*/ 1759056 w 12192000"/>
              <a:gd name="connsiteY184" fmla="*/ 2125608 h 2237474"/>
              <a:gd name="connsiteX185" fmla="*/ 1637948 w 12192000"/>
              <a:gd name="connsiteY185" fmla="*/ 2172597 h 2237474"/>
              <a:gd name="connsiteX186" fmla="*/ 1434549 w 12192000"/>
              <a:gd name="connsiteY186" fmla="*/ 2234522 h 2237474"/>
              <a:gd name="connsiteX187" fmla="*/ 1398481 w 12192000"/>
              <a:gd name="connsiteY187" fmla="*/ 2237074 h 2237474"/>
              <a:gd name="connsiteX188" fmla="*/ 1398407 w 12192000"/>
              <a:gd name="connsiteY188" fmla="*/ 2237095 h 2237474"/>
              <a:gd name="connsiteX189" fmla="*/ 1370962 w 12192000"/>
              <a:gd name="connsiteY189" fmla="*/ 2237474 h 2237474"/>
              <a:gd name="connsiteX190" fmla="*/ 1356367 w 12192000"/>
              <a:gd name="connsiteY190" fmla="*/ 2235089 h 2237474"/>
              <a:gd name="connsiteX191" fmla="*/ 1324828 w 12192000"/>
              <a:gd name="connsiteY191" fmla="*/ 2231968 h 2237474"/>
              <a:gd name="connsiteX192" fmla="*/ 1297744 w 12192000"/>
              <a:gd name="connsiteY192" fmla="*/ 2235849 h 2237474"/>
              <a:gd name="connsiteX193" fmla="*/ 1286236 w 12192000"/>
              <a:gd name="connsiteY193" fmla="*/ 2233135 h 2237474"/>
              <a:gd name="connsiteX194" fmla="*/ 1283504 w 12192000"/>
              <a:gd name="connsiteY194" fmla="*/ 2233797 h 2237474"/>
              <a:gd name="connsiteX195" fmla="*/ 1279765 w 12192000"/>
              <a:gd name="connsiteY195" fmla="*/ 2229639 h 2237474"/>
              <a:gd name="connsiteX196" fmla="*/ 1195347 w 12192000"/>
              <a:gd name="connsiteY196" fmla="*/ 2212354 h 2237474"/>
              <a:gd name="connsiteX197" fmla="*/ 970251 w 12192000"/>
              <a:gd name="connsiteY197" fmla="*/ 2221029 h 2237474"/>
              <a:gd name="connsiteX198" fmla="*/ 812914 w 12192000"/>
              <a:gd name="connsiteY198" fmla="*/ 2202752 h 2237474"/>
              <a:gd name="connsiteX199" fmla="*/ 800195 w 12192000"/>
              <a:gd name="connsiteY199" fmla="*/ 2209407 h 2237474"/>
              <a:gd name="connsiteX200" fmla="*/ 784978 w 12192000"/>
              <a:gd name="connsiteY200" fmla="*/ 2212360 h 2237474"/>
              <a:gd name="connsiteX201" fmla="*/ 681987 w 12192000"/>
              <a:gd name="connsiteY201" fmla="*/ 2216757 h 2237474"/>
              <a:gd name="connsiteX202" fmla="*/ 669923 w 12192000"/>
              <a:gd name="connsiteY202" fmla="*/ 2211682 h 2237474"/>
              <a:gd name="connsiteX203" fmla="*/ 648680 w 12192000"/>
              <a:gd name="connsiteY203" fmla="*/ 2206229 h 2237474"/>
              <a:gd name="connsiteX204" fmla="*/ 597225 w 12192000"/>
              <a:gd name="connsiteY204" fmla="*/ 2180999 h 2237474"/>
              <a:gd name="connsiteX205" fmla="*/ 558449 w 12192000"/>
              <a:gd name="connsiteY205" fmla="*/ 2182346 h 2237474"/>
              <a:gd name="connsiteX206" fmla="*/ 550517 w 12192000"/>
              <a:gd name="connsiteY206" fmla="*/ 2182060 h 2237474"/>
              <a:gd name="connsiteX207" fmla="*/ 550309 w 12192000"/>
              <a:gd name="connsiteY207" fmla="*/ 2181825 h 2237474"/>
              <a:gd name="connsiteX208" fmla="*/ 541836 w 12192000"/>
              <a:gd name="connsiteY208" fmla="*/ 2181063 h 2237474"/>
              <a:gd name="connsiteX209" fmla="*/ 536057 w 12192000"/>
              <a:gd name="connsiteY209" fmla="*/ 2181537 h 2237474"/>
              <a:gd name="connsiteX210" fmla="*/ 520671 w 12192000"/>
              <a:gd name="connsiteY210" fmla="*/ 2180980 h 2237474"/>
              <a:gd name="connsiteX211" fmla="*/ 515024 w 12192000"/>
              <a:gd name="connsiteY211" fmla="*/ 2179258 h 2237474"/>
              <a:gd name="connsiteX212" fmla="*/ 512278 w 12192000"/>
              <a:gd name="connsiteY212" fmla="*/ 2176369 h 2237474"/>
              <a:gd name="connsiteX213" fmla="*/ 480419 w 12192000"/>
              <a:gd name="connsiteY213" fmla="*/ 2167807 h 2237474"/>
              <a:gd name="connsiteX214" fmla="*/ 413835 w 12192000"/>
              <a:gd name="connsiteY214" fmla="*/ 2156783 h 2237474"/>
              <a:gd name="connsiteX215" fmla="*/ 376513 w 12192000"/>
              <a:gd name="connsiteY215" fmla="*/ 2154014 h 2237474"/>
              <a:gd name="connsiteX216" fmla="*/ 273386 w 12192000"/>
              <a:gd name="connsiteY216" fmla="*/ 2142551 h 2237474"/>
              <a:gd name="connsiteX217" fmla="*/ 169207 w 12192000"/>
              <a:gd name="connsiteY217" fmla="*/ 2128100 h 2237474"/>
              <a:gd name="connsiteX218" fmla="*/ 93149 w 12192000"/>
              <a:gd name="connsiteY218" fmla="*/ 2105324 h 2237474"/>
              <a:gd name="connsiteX219" fmla="*/ 88109 w 12192000"/>
              <a:gd name="connsiteY219" fmla="*/ 2106704 h 2237474"/>
              <a:gd name="connsiteX220" fmla="*/ 80022 w 12192000"/>
              <a:gd name="connsiteY220" fmla="*/ 2107254 h 2237474"/>
              <a:gd name="connsiteX221" fmla="*/ 79717 w 12192000"/>
              <a:gd name="connsiteY221" fmla="*/ 2107046 h 2237474"/>
              <a:gd name="connsiteX222" fmla="*/ 72352 w 12192000"/>
              <a:gd name="connsiteY222" fmla="*/ 2107991 h 2237474"/>
              <a:gd name="connsiteX223" fmla="*/ 37645 w 12192000"/>
              <a:gd name="connsiteY223" fmla="*/ 2115401 h 2237474"/>
              <a:gd name="connsiteX224" fmla="*/ 4572 w 12192000"/>
              <a:gd name="connsiteY224" fmla="*/ 2111091 h 2237474"/>
              <a:gd name="connsiteX225" fmla="*/ 0 w 12192000"/>
              <a:gd name="connsiteY225" fmla="*/ 2110468 h 2237474"/>
              <a:gd name="connsiteX226" fmla="*/ 0 w 12192000"/>
              <a:gd name="connsiteY22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14651 w 12192000"/>
              <a:gd name="connsiteY80" fmla="*/ 1620959 h 2237474"/>
              <a:gd name="connsiteX81" fmla="*/ 7092727 w 12192000"/>
              <a:gd name="connsiteY81" fmla="*/ 1623628 h 2237474"/>
              <a:gd name="connsiteX82" fmla="*/ 7031309 w 12192000"/>
              <a:gd name="connsiteY82" fmla="*/ 1619451 h 2237474"/>
              <a:gd name="connsiteX83" fmla="*/ 6999084 w 12192000"/>
              <a:gd name="connsiteY83" fmla="*/ 1634317 h 2237474"/>
              <a:gd name="connsiteX84" fmla="*/ 6992107 w 12192000"/>
              <a:gd name="connsiteY84" fmla="*/ 1636860 h 2237474"/>
              <a:gd name="connsiteX85" fmla="*/ 6991765 w 12192000"/>
              <a:gd name="connsiteY85" fmla="*/ 1636725 h 2237474"/>
              <a:gd name="connsiteX86" fmla="*/ 6900177 w 12192000"/>
              <a:gd name="connsiteY86" fmla="*/ 1636016 h 2237474"/>
              <a:gd name="connsiteX87" fmla="*/ 6795372 w 12192000"/>
              <a:gd name="connsiteY87" fmla="*/ 1644845 h 2237474"/>
              <a:gd name="connsiteX88" fmla="*/ 6692251 w 12192000"/>
              <a:gd name="connsiteY88" fmla="*/ 1656357 h 2237474"/>
              <a:gd name="connsiteX89" fmla="*/ 6655235 w 12192000"/>
              <a:gd name="connsiteY89" fmla="*/ 1661869 h 2237474"/>
              <a:gd name="connsiteX90" fmla="*/ 6587857 w 12192000"/>
              <a:gd name="connsiteY90" fmla="*/ 1665769 h 2237474"/>
              <a:gd name="connsiteX91" fmla="*/ 6554894 w 12192000"/>
              <a:gd name="connsiteY91" fmla="*/ 1664428 h 2237474"/>
              <a:gd name="connsiteX92" fmla="*/ 6516595 w 12192000"/>
              <a:gd name="connsiteY92" fmla="*/ 1667475 h 2237474"/>
              <a:gd name="connsiteX93" fmla="*/ 6508541 w 12192000"/>
              <a:gd name="connsiteY93" fmla="*/ 1668757 h 2237474"/>
              <a:gd name="connsiteX94" fmla="*/ 6471012 w 12192000"/>
              <a:gd name="connsiteY94" fmla="*/ 1678604 h 2237474"/>
              <a:gd name="connsiteX95" fmla="*/ 6415265 w 12192000"/>
              <a:gd name="connsiteY95" fmla="*/ 1665317 h 2237474"/>
              <a:gd name="connsiteX96" fmla="*/ 6364035 w 12192000"/>
              <a:gd name="connsiteY96" fmla="*/ 1667683 h 2237474"/>
              <a:gd name="connsiteX97" fmla="*/ 6280959 w 12192000"/>
              <a:gd name="connsiteY97" fmla="*/ 1689329 h 2237474"/>
              <a:gd name="connsiteX98" fmla="*/ 6243319 w 12192000"/>
              <a:gd name="connsiteY98" fmla="*/ 1695560 h 2237474"/>
              <a:gd name="connsiteX99" fmla="*/ 6098321 w 12192000"/>
              <a:gd name="connsiteY99" fmla="*/ 1721646 h 2237474"/>
              <a:gd name="connsiteX100" fmla="*/ 5880652 w 12192000"/>
              <a:gd name="connsiteY100" fmla="*/ 1779643 h 2237474"/>
              <a:gd name="connsiteX101" fmla="*/ 5785959 w 12192000"/>
              <a:gd name="connsiteY101" fmla="*/ 1775307 h 2237474"/>
              <a:gd name="connsiteX102" fmla="*/ 5643534 w 12192000"/>
              <a:gd name="connsiteY102" fmla="*/ 1802919 h 2237474"/>
              <a:gd name="connsiteX103" fmla="*/ 5518799 w 12192000"/>
              <a:gd name="connsiteY103" fmla="*/ 1818312 h 2237474"/>
              <a:gd name="connsiteX104" fmla="*/ 5505014 w 12192000"/>
              <a:gd name="connsiteY104" fmla="*/ 1819259 h 2237474"/>
              <a:gd name="connsiteX105" fmla="*/ 5453307 w 12192000"/>
              <a:gd name="connsiteY105" fmla="*/ 1815450 h 2237474"/>
              <a:gd name="connsiteX106" fmla="*/ 5364192 w 12192000"/>
              <a:gd name="connsiteY106" fmla="*/ 1826074 h 2237474"/>
              <a:gd name="connsiteX107" fmla="*/ 5350380 w 12192000"/>
              <a:gd name="connsiteY107" fmla="*/ 1830891 h 2237474"/>
              <a:gd name="connsiteX108" fmla="*/ 5259633 w 12192000"/>
              <a:gd name="connsiteY108" fmla="*/ 1837160 h 2237474"/>
              <a:gd name="connsiteX109" fmla="*/ 5197513 w 12192000"/>
              <a:gd name="connsiteY109" fmla="*/ 1844718 h 2237474"/>
              <a:gd name="connsiteX110" fmla="*/ 5184170 w 12192000"/>
              <a:gd name="connsiteY110" fmla="*/ 1849402 h 2237474"/>
              <a:gd name="connsiteX111" fmla="*/ 5168852 w 12192000"/>
              <a:gd name="connsiteY111" fmla="*/ 1844846 h 2237474"/>
              <a:gd name="connsiteX112" fmla="*/ 5164370 w 12192000"/>
              <a:gd name="connsiteY112" fmla="*/ 1840597 h 2237474"/>
              <a:gd name="connsiteX113" fmla="*/ 5114927 w 12192000"/>
              <a:gd name="connsiteY113" fmla="*/ 1847827 h 2237474"/>
              <a:gd name="connsiteX114" fmla="*/ 5108970 w 12192000"/>
              <a:gd name="connsiteY114" fmla="*/ 1847935 h 2237474"/>
              <a:gd name="connsiteX115" fmla="*/ 5067961 w 12192000"/>
              <a:gd name="connsiteY115" fmla="*/ 1845917 h 2237474"/>
              <a:gd name="connsiteX116" fmla="*/ 5007075 w 12192000"/>
              <a:gd name="connsiteY116" fmla="*/ 1838626 h 2237474"/>
              <a:gd name="connsiteX117" fmla="*/ 4944087 w 12192000"/>
              <a:gd name="connsiteY117" fmla="*/ 1823332 h 2237474"/>
              <a:gd name="connsiteX118" fmla="*/ 4907662 w 12192000"/>
              <a:gd name="connsiteY118" fmla="*/ 1816900 h 2237474"/>
              <a:gd name="connsiteX119" fmla="*/ 4882386 w 12192000"/>
              <a:gd name="connsiteY119" fmla="*/ 1809844 h 2237474"/>
              <a:gd name="connsiteX120" fmla="*/ 4811440 w 12192000"/>
              <a:gd name="connsiteY120" fmla="*/ 1804655 h 2237474"/>
              <a:gd name="connsiteX121" fmla="*/ 4691075 w 12192000"/>
              <a:gd name="connsiteY121" fmla="*/ 1801389 h 2237474"/>
              <a:gd name="connsiteX122" fmla="*/ 4611738 w 12192000"/>
              <a:gd name="connsiteY122" fmla="*/ 1776964 h 2237474"/>
              <a:gd name="connsiteX123" fmla="*/ 4560070 w 12192000"/>
              <a:gd name="connsiteY123" fmla="*/ 1785640 h 2237474"/>
              <a:gd name="connsiteX124" fmla="*/ 4536503 w 12192000"/>
              <a:gd name="connsiteY124" fmla="*/ 1785334 h 2237474"/>
              <a:gd name="connsiteX125" fmla="*/ 4513724 w 12192000"/>
              <a:gd name="connsiteY125" fmla="*/ 1791996 h 2237474"/>
              <a:gd name="connsiteX126" fmla="*/ 4459810 w 12192000"/>
              <a:gd name="connsiteY126" fmla="*/ 1797886 h 2237474"/>
              <a:gd name="connsiteX127" fmla="*/ 4379064 w 12192000"/>
              <a:gd name="connsiteY127" fmla="*/ 1817177 h 2237474"/>
              <a:gd name="connsiteX128" fmla="*/ 4319209 w 12192000"/>
              <a:gd name="connsiteY128" fmla="*/ 1834833 h 2237474"/>
              <a:gd name="connsiteX129" fmla="*/ 4290981 w 12192000"/>
              <a:gd name="connsiteY129" fmla="*/ 1839677 h 2237474"/>
              <a:gd name="connsiteX130" fmla="*/ 4285792 w 12192000"/>
              <a:gd name="connsiteY130" fmla="*/ 1836231 h 2237474"/>
              <a:gd name="connsiteX131" fmla="*/ 4238372 w 12192000"/>
              <a:gd name="connsiteY131" fmla="*/ 1851480 h 2237474"/>
              <a:gd name="connsiteX132" fmla="*/ 4232517 w 12192000"/>
              <a:gd name="connsiteY132" fmla="*/ 1852567 h 2237474"/>
              <a:gd name="connsiteX133" fmla="*/ 4191732 w 12192000"/>
              <a:gd name="connsiteY133" fmla="*/ 1857328 h 2237474"/>
              <a:gd name="connsiteX134" fmla="*/ 4065532 w 12192000"/>
              <a:gd name="connsiteY134" fmla="*/ 1855477 h 2237474"/>
              <a:gd name="connsiteX135" fmla="*/ 4028460 w 12192000"/>
              <a:gd name="connsiteY135" fmla="*/ 1855137 h 2237474"/>
              <a:gd name="connsiteX136" fmla="*/ 4002267 w 12192000"/>
              <a:gd name="connsiteY136" fmla="*/ 1852352 h 2237474"/>
              <a:gd name="connsiteX137" fmla="*/ 3931396 w 12192000"/>
              <a:gd name="connsiteY137" fmla="*/ 1858915 h 2237474"/>
              <a:gd name="connsiteX138" fmla="*/ 3812162 w 12192000"/>
              <a:gd name="connsiteY138" fmla="*/ 1875501 h 2237474"/>
              <a:gd name="connsiteX139" fmla="*/ 3729530 w 12192000"/>
              <a:gd name="connsiteY139" fmla="*/ 1864513 h 2237474"/>
              <a:gd name="connsiteX140" fmla="*/ 3680177 w 12192000"/>
              <a:gd name="connsiteY140" fmla="*/ 1881552 h 2237474"/>
              <a:gd name="connsiteX141" fmla="*/ 3567259 w 12192000"/>
              <a:gd name="connsiteY141" fmla="*/ 1893482 h 2237474"/>
              <a:gd name="connsiteX142" fmla="*/ 3405770 w 12192000"/>
              <a:gd name="connsiteY142" fmla="*/ 1904591 h 2237474"/>
              <a:gd name="connsiteX143" fmla="*/ 3280097 w 12192000"/>
              <a:gd name="connsiteY143" fmla="*/ 1919610 h 2237474"/>
              <a:gd name="connsiteX144" fmla="*/ 3123424 w 12192000"/>
              <a:gd name="connsiteY144" fmla="*/ 1952930 h 2237474"/>
              <a:gd name="connsiteX145" fmla="*/ 3009910 w 12192000"/>
              <a:gd name="connsiteY145" fmla="*/ 1957866 h 2237474"/>
              <a:gd name="connsiteX146" fmla="*/ 2995934 w 12192000"/>
              <a:gd name="connsiteY146" fmla="*/ 1967085 h 2237474"/>
              <a:gd name="connsiteX147" fmla="*/ 2980071 w 12192000"/>
              <a:gd name="connsiteY147" fmla="*/ 1972988 h 2237474"/>
              <a:gd name="connsiteX148" fmla="*/ 2978094 w 12192000"/>
              <a:gd name="connsiteY148" fmla="*/ 1972369 h 2237474"/>
              <a:gd name="connsiteX149" fmla="*/ 2942858 w 12192000"/>
              <a:gd name="connsiteY149" fmla="*/ 1981367 h 2237474"/>
              <a:gd name="connsiteX150" fmla="*/ 2875436 w 12192000"/>
              <a:gd name="connsiteY150" fmla="*/ 1996977 h 2237474"/>
              <a:gd name="connsiteX151" fmla="*/ 2874892 w 12192000"/>
              <a:gd name="connsiteY151" fmla="*/ 1996085 h 2237474"/>
              <a:gd name="connsiteX152" fmla="*/ 2864145 w 12192000"/>
              <a:gd name="connsiteY152" fmla="*/ 1994061 h 2237474"/>
              <a:gd name="connsiteX153" fmla="*/ 2843662 w 12192000"/>
              <a:gd name="connsiteY153" fmla="*/ 1992498 h 2237474"/>
              <a:gd name="connsiteX154" fmla="*/ 2796128 w 12192000"/>
              <a:gd name="connsiteY154" fmla="*/ 1976403 h 2237474"/>
              <a:gd name="connsiteX155" fmla="*/ 2756784 w 12192000"/>
              <a:gd name="connsiteY155" fmla="*/ 1985116 h 2237474"/>
              <a:gd name="connsiteX156" fmla="*/ 2748833 w 12192000"/>
              <a:gd name="connsiteY156" fmla="*/ 1986323 h 2237474"/>
              <a:gd name="connsiteX157" fmla="*/ 2748661 w 12192000"/>
              <a:gd name="connsiteY157" fmla="*/ 1986122 h 2237474"/>
              <a:gd name="connsiteX158" fmla="*/ 2740251 w 12192000"/>
              <a:gd name="connsiteY158" fmla="*/ 1986946 h 2237474"/>
              <a:gd name="connsiteX159" fmla="*/ 2718916 w 12192000"/>
              <a:gd name="connsiteY159" fmla="*/ 1990867 h 2237474"/>
              <a:gd name="connsiteX160" fmla="*/ 2713522 w 12192000"/>
              <a:gd name="connsiteY160" fmla="*/ 1990173 h 2237474"/>
              <a:gd name="connsiteX161" fmla="*/ 2680597 w 12192000"/>
              <a:gd name="connsiteY161" fmla="*/ 1984996 h 2237474"/>
              <a:gd name="connsiteX162" fmla="*/ 2578178 w 12192000"/>
              <a:gd name="connsiteY162" fmla="*/ 1990531 h 2237474"/>
              <a:gd name="connsiteX163" fmla="*/ 2476147 w 12192000"/>
              <a:gd name="connsiteY163" fmla="*/ 1998305 h 2237474"/>
              <a:gd name="connsiteX164" fmla="*/ 2373568 w 12192000"/>
              <a:gd name="connsiteY164" fmla="*/ 2003219 h 2237474"/>
              <a:gd name="connsiteX165" fmla="*/ 2321399 w 12192000"/>
              <a:gd name="connsiteY165" fmla="*/ 1989467 h 2237474"/>
              <a:gd name="connsiteX166" fmla="*/ 2315525 w 12192000"/>
              <a:gd name="connsiteY166" fmla="*/ 1989708 h 2237474"/>
              <a:gd name="connsiteX167" fmla="*/ 2300792 w 12192000"/>
              <a:gd name="connsiteY167" fmla="*/ 1994290 h 2237474"/>
              <a:gd name="connsiteX168" fmla="*/ 2295469 w 12192000"/>
              <a:gd name="connsiteY168" fmla="*/ 1996659 h 2237474"/>
              <a:gd name="connsiteX169" fmla="*/ 2287219 w 12192000"/>
              <a:gd name="connsiteY169" fmla="*/ 1998750 h 2237474"/>
              <a:gd name="connsiteX170" fmla="*/ 2286948 w 12192000"/>
              <a:gd name="connsiteY170" fmla="*/ 1998596 h 2237474"/>
              <a:gd name="connsiteX171" fmla="*/ 2243069 w 12192000"/>
              <a:gd name="connsiteY171" fmla="*/ 2015111 h 2237474"/>
              <a:gd name="connsiteX172" fmla="*/ 2186609 w 12192000"/>
              <a:gd name="connsiteY172" fmla="*/ 2008263 h 2237474"/>
              <a:gd name="connsiteX173" fmla="*/ 2164831 w 12192000"/>
              <a:gd name="connsiteY173" fmla="*/ 2010143 h 2237474"/>
              <a:gd name="connsiteX174" fmla="*/ 2152836 w 12192000"/>
              <a:gd name="connsiteY174" fmla="*/ 2010048 h 2237474"/>
              <a:gd name="connsiteX175" fmla="*/ 2117102 w 12192000"/>
              <a:gd name="connsiteY175" fmla="*/ 2023004 h 2237474"/>
              <a:gd name="connsiteX176" fmla="*/ 2111935 w 12192000"/>
              <a:gd name="connsiteY176" fmla="*/ 2023163 h 2237474"/>
              <a:gd name="connsiteX177" fmla="*/ 2089991 w 12192000"/>
              <a:gd name="connsiteY177" fmla="*/ 2034193 h 2237474"/>
              <a:gd name="connsiteX178" fmla="*/ 2058061 w 12192000"/>
              <a:gd name="connsiteY178" fmla="*/ 2047942 h 2237474"/>
              <a:gd name="connsiteX179" fmla="*/ 2055737 w 12192000"/>
              <a:gd name="connsiteY179" fmla="*/ 2047704 h 2237474"/>
              <a:gd name="connsiteX180" fmla="*/ 2042244 w 12192000"/>
              <a:gd name="connsiteY180" fmla="*/ 2055560 h 2237474"/>
              <a:gd name="connsiteX181" fmla="*/ 1976224 w 12192000"/>
              <a:gd name="connsiteY181" fmla="*/ 2074257 h 2237474"/>
              <a:gd name="connsiteX182" fmla="*/ 1877728 w 12192000"/>
              <a:gd name="connsiteY182" fmla="*/ 2101004 h 2237474"/>
              <a:gd name="connsiteX183" fmla="*/ 1759056 w 12192000"/>
              <a:gd name="connsiteY183" fmla="*/ 2125608 h 2237474"/>
              <a:gd name="connsiteX184" fmla="*/ 1637948 w 12192000"/>
              <a:gd name="connsiteY184" fmla="*/ 2172597 h 2237474"/>
              <a:gd name="connsiteX185" fmla="*/ 1434549 w 12192000"/>
              <a:gd name="connsiteY185" fmla="*/ 2234522 h 2237474"/>
              <a:gd name="connsiteX186" fmla="*/ 1398481 w 12192000"/>
              <a:gd name="connsiteY186" fmla="*/ 2237074 h 2237474"/>
              <a:gd name="connsiteX187" fmla="*/ 1398407 w 12192000"/>
              <a:gd name="connsiteY187" fmla="*/ 2237095 h 2237474"/>
              <a:gd name="connsiteX188" fmla="*/ 1370962 w 12192000"/>
              <a:gd name="connsiteY188" fmla="*/ 2237474 h 2237474"/>
              <a:gd name="connsiteX189" fmla="*/ 1356367 w 12192000"/>
              <a:gd name="connsiteY189" fmla="*/ 2235089 h 2237474"/>
              <a:gd name="connsiteX190" fmla="*/ 1324828 w 12192000"/>
              <a:gd name="connsiteY190" fmla="*/ 2231968 h 2237474"/>
              <a:gd name="connsiteX191" fmla="*/ 1297744 w 12192000"/>
              <a:gd name="connsiteY191" fmla="*/ 2235849 h 2237474"/>
              <a:gd name="connsiteX192" fmla="*/ 1286236 w 12192000"/>
              <a:gd name="connsiteY192" fmla="*/ 2233135 h 2237474"/>
              <a:gd name="connsiteX193" fmla="*/ 1283504 w 12192000"/>
              <a:gd name="connsiteY193" fmla="*/ 2233797 h 2237474"/>
              <a:gd name="connsiteX194" fmla="*/ 1279765 w 12192000"/>
              <a:gd name="connsiteY194" fmla="*/ 2229639 h 2237474"/>
              <a:gd name="connsiteX195" fmla="*/ 1195347 w 12192000"/>
              <a:gd name="connsiteY195" fmla="*/ 2212354 h 2237474"/>
              <a:gd name="connsiteX196" fmla="*/ 970251 w 12192000"/>
              <a:gd name="connsiteY196" fmla="*/ 2221029 h 2237474"/>
              <a:gd name="connsiteX197" fmla="*/ 812914 w 12192000"/>
              <a:gd name="connsiteY197" fmla="*/ 2202752 h 2237474"/>
              <a:gd name="connsiteX198" fmla="*/ 800195 w 12192000"/>
              <a:gd name="connsiteY198" fmla="*/ 2209407 h 2237474"/>
              <a:gd name="connsiteX199" fmla="*/ 784978 w 12192000"/>
              <a:gd name="connsiteY199" fmla="*/ 2212360 h 2237474"/>
              <a:gd name="connsiteX200" fmla="*/ 681987 w 12192000"/>
              <a:gd name="connsiteY200" fmla="*/ 2216757 h 2237474"/>
              <a:gd name="connsiteX201" fmla="*/ 669923 w 12192000"/>
              <a:gd name="connsiteY201" fmla="*/ 2211682 h 2237474"/>
              <a:gd name="connsiteX202" fmla="*/ 648680 w 12192000"/>
              <a:gd name="connsiteY202" fmla="*/ 2206229 h 2237474"/>
              <a:gd name="connsiteX203" fmla="*/ 597225 w 12192000"/>
              <a:gd name="connsiteY203" fmla="*/ 2180999 h 2237474"/>
              <a:gd name="connsiteX204" fmla="*/ 558449 w 12192000"/>
              <a:gd name="connsiteY204" fmla="*/ 2182346 h 2237474"/>
              <a:gd name="connsiteX205" fmla="*/ 550517 w 12192000"/>
              <a:gd name="connsiteY205" fmla="*/ 2182060 h 2237474"/>
              <a:gd name="connsiteX206" fmla="*/ 550309 w 12192000"/>
              <a:gd name="connsiteY206" fmla="*/ 2181825 h 2237474"/>
              <a:gd name="connsiteX207" fmla="*/ 541836 w 12192000"/>
              <a:gd name="connsiteY207" fmla="*/ 2181063 h 2237474"/>
              <a:gd name="connsiteX208" fmla="*/ 536057 w 12192000"/>
              <a:gd name="connsiteY208" fmla="*/ 2181537 h 2237474"/>
              <a:gd name="connsiteX209" fmla="*/ 520671 w 12192000"/>
              <a:gd name="connsiteY209" fmla="*/ 2180980 h 2237474"/>
              <a:gd name="connsiteX210" fmla="*/ 515024 w 12192000"/>
              <a:gd name="connsiteY210" fmla="*/ 2179258 h 2237474"/>
              <a:gd name="connsiteX211" fmla="*/ 512278 w 12192000"/>
              <a:gd name="connsiteY211" fmla="*/ 2176369 h 2237474"/>
              <a:gd name="connsiteX212" fmla="*/ 480419 w 12192000"/>
              <a:gd name="connsiteY212" fmla="*/ 2167807 h 2237474"/>
              <a:gd name="connsiteX213" fmla="*/ 413835 w 12192000"/>
              <a:gd name="connsiteY213" fmla="*/ 2156783 h 2237474"/>
              <a:gd name="connsiteX214" fmla="*/ 376513 w 12192000"/>
              <a:gd name="connsiteY214" fmla="*/ 2154014 h 2237474"/>
              <a:gd name="connsiteX215" fmla="*/ 273386 w 12192000"/>
              <a:gd name="connsiteY215" fmla="*/ 2142551 h 2237474"/>
              <a:gd name="connsiteX216" fmla="*/ 169207 w 12192000"/>
              <a:gd name="connsiteY216" fmla="*/ 2128100 h 2237474"/>
              <a:gd name="connsiteX217" fmla="*/ 93149 w 12192000"/>
              <a:gd name="connsiteY217" fmla="*/ 2105324 h 2237474"/>
              <a:gd name="connsiteX218" fmla="*/ 88109 w 12192000"/>
              <a:gd name="connsiteY218" fmla="*/ 2106704 h 2237474"/>
              <a:gd name="connsiteX219" fmla="*/ 80022 w 12192000"/>
              <a:gd name="connsiteY219" fmla="*/ 2107254 h 2237474"/>
              <a:gd name="connsiteX220" fmla="*/ 79717 w 12192000"/>
              <a:gd name="connsiteY220" fmla="*/ 2107046 h 2237474"/>
              <a:gd name="connsiteX221" fmla="*/ 72352 w 12192000"/>
              <a:gd name="connsiteY221" fmla="*/ 2107991 h 2237474"/>
              <a:gd name="connsiteX222" fmla="*/ 37645 w 12192000"/>
              <a:gd name="connsiteY222" fmla="*/ 2115401 h 2237474"/>
              <a:gd name="connsiteX223" fmla="*/ 4572 w 12192000"/>
              <a:gd name="connsiteY223" fmla="*/ 2111091 h 2237474"/>
              <a:gd name="connsiteX224" fmla="*/ 0 w 12192000"/>
              <a:gd name="connsiteY224" fmla="*/ 2110468 h 2237474"/>
              <a:gd name="connsiteX225" fmla="*/ 0 w 12192000"/>
              <a:gd name="connsiteY22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84170 w 12192000"/>
              <a:gd name="connsiteY109" fmla="*/ 1849402 h 2237474"/>
              <a:gd name="connsiteX110" fmla="*/ 5168852 w 12192000"/>
              <a:gd name="connsiteY110" fmla="*/ 1844846 h 2237474"/>
              <a:gd name="connsiteX111" fmla="*/ 5164370 w 12192000"/>
              <a:gd name="connsiteY111" fmla="*/ 1840597 h 2237474"/>
              <a:gd name="connsiteX112" fmla="*/ 5114927 w 12192000"/>
              <a:gd name="connsiteY112" fmla="*/ 1847827 h 2237474"/>
              <a:gd name="connsiteX113" fmla="*/ 5108970 w 12192000"/>
              <a:gd name="connsiteY113" fmla="*/ 1847935 h 2237474"/>
              <a:gd name="connsiteX114" fmla="*/ 5067961 w 12192000"/>
              <a:gd name="connsiteY114" fmla="*/ 1845917 h 2237474"/>
              <a:gd name="connsiteX115" fmla="*/ 5007075 w 12192000"/>
              <a:gd name="connsiteY115" fmla="*/ 1838626 h 2237474"/>
              <a:gd name="connsiteX116" fmla="*/ 4944087 w 12192000"/>
              <a:gd name="connsiteY116" fmla="*/ 1823332 h 2237474"/>
              <a:gd name="connsiteX117" fmla="*/ 4907662 w 12192000"/>
              <a:gd name="connsiteY117" fmla="*/ 1816900 h 2237474"/>
              <a:gd name="connsiteX118" fmla="*/ 4882386 w 12192000"/>
              <a:gd name="connsiteY118" fmla="*/ 1809844 h 2237474"/>
              <a:gd name="connsiteX119" fmla="*/ 4811440 w 12192000"/>
              <a:gd name="connsiteY119" fmla="*/ 1804655 h 2237474"/>
              <a:gd name="connsiteX120" fmla="*/ 4691075 w 12192000"/>
              <a:gd name="connsiteY120" fmla="*/ 1801389 h 2237474"/>
              <a:gd name="connsiteX121" fmla="*/ 4611738 w 12192000"/>
              <a:gd name="connsiteY121" fmla="*/ 1776964 h 2237474"/>
              <a:gd name="connsiteX122" fmla="*/ 4560070 w 12192000"/>
              <a:gd name="connsiteY122" fmla="*/ 1785640 h 2237474"/>
              <a:gd name="connsiteX123" fmla="*/ 4536503 w 12192000"/>
              <a:gd name="connsiteY123" fmla="*/ 1785334 h 2237474"/>
              <a:gd name="connsiteX124" fmla="*/ 4513724 w 12192000"/>
              <a:gd name="connsiteY124" fmla="*/ 1791996 h 2237474"/>
              <a:gd name="connsiteX125" fmla="*/ 4459810 w 12192000"/>
              <a:gd name="connsiteY125" fmla="*/ 1797886 h 2237474"/>
              <a:gd name="connsiteX126" fmla="*/ 4379064 w 12192000"/>
              <a:gd name="connsiteY126" fmla="*/ 1817177 h 2237474"/>
              <a:gd name="connsiteX127" fmla="*/ 4319209 w 12192000"/>
              <a:gd name="connsiteY127" fmla="*/ 1834833 h 2237474"/>
              <a:gd name="connsiteX128" fmla="*/ 4290981 w 12192000"/>
              <a:gd name="connsiteY128" fmla="*/ 1839677 h 2237474"/>
              <a:gd name="connsiteX129" fmla="*/ 4285792 w 12192000"/>
              <a:gd name="connsiteY129" fmla="*/ 1836231 h 2237474"/>
              <a:gd name="connsiteX130" fmla="*/ 4238372 w 12192000"/>
              <a:gd name="connsiteY130" fmla="*/ 1851480 h 2237474"/>
              <a:gd name="connsiteX131" fmla="*/ 4232517 w 12192000"/>
              <a:gd name="connsiteY131" fmla="*/ 1852567 h 2237474"/>
              <a:gd name="connsiteX132" fmla="*/ 4191732 w 12192000"/>
              <a:gd name="connsiteY132" fmla="*/ 1857328 h 2237474"/>
              <a:gd name="connsiteX133" fmla="*/ 4065532 w 12192000"/>
              <a:gd name="connsiteY133" fmla="*/ 1855477 h 2237474"/>
              <a:gd name="connsiteX134" fmla="*/ 4028460 w 12192000"/>
              <a:gd name="connsiteY134" fmla="*/ 1855137 h 2237474"/>
              <a:gd name="connsiteX135" fmla="*/ 4002267 w 12192000"/>
              <a:gd name="connsiteY135" fmla="*/ 1852352 h 2237474"/>
              <a:gd name="connsiteX136" fmla="*/ 3931396 w 12192000"/>
              <a:gd name="connsiteY136" fmla="*/ 1858915 h 2237474"/>
              <a:gd name="connsiteX137" fmla="*/ 3812162 w 12192000"/>
              <a:gd name="connsiteY137" fmla="*/ 1875501 h 2237474"/>
              <a:gd name="connsiteX138" fmla="*/ 3729530 w 12192000"/>
              <a:gd name="connsiteY138" fmla="*/ 1864513 h 2237474"/>
              <a:gd name="connsiteX139" fmla="*/ 3680177 w 12192000"/>
              <a:gd name="connsiteY139" fmla="*/ 1881552 h 2237474"/>
              <a:gd name="connsiteX140" fmla="*/ 3567259 w 12192000"/>
              <a:gd name="connsiteY140" fmla="*/ 1893482 h 2237474"/>
              <a:gd name="connsiteX141" fmla="*/ 3405770 w 12192000"/>
              <a:gd name="connsiteY141" fmla="*/ 1904591 h 2237474"/>
              <a:gd name="connsiteX142" fmla="*/ 3280097 w 12192000"/>
              <a:gd name="connsiteY142" fmla="*/ 1919610 h 2237474"/>
              <a:gd name="connsiteX143" fmla="*/ 3123424 w 12192000"/>
              <a:gd name="connsiteY143" fmla="*/ 1952930 h 2237474"/>
              <a:gd name="connsiteX144" fmla="*/ 3009910 w 12192000"/>
              <a:gd name="connsiteY144" fmla="*/ 1957866 h 2237474"/>
              <a:gd name="connsiteX145" fmla="*/ 2995934 w 12192000"/>
              <a:gd name="connsiteY145" fmla="*/ 1967085 h 2237474"/>
              <a:gd name="connsiteX146" fmla="*/ 2980071 w 12192000"/>
              <a:gd name="connsiteY146" fmla="*/ 1972988 h 2237474"/>
              <a:gd name="connsiteX147" fmla="*/ 2978094 w 12192000"/>
              <a:gd name="connsiteY147" fmla="*/ 1972369 h 2237474"/>
              <a:gd name="connsiteX148" fmla="*/ 2942858 w 12192000"/>
              <a:gd name="connsiteY148" fmla="*/ 1981367 h 2237474"/>
              <a:gd name="connsiteX149" fmla="*/ 2875436 w 12192000"/>
              <a:gd name="connsiteY149" fmla="*/ 1996977 h 2237474"/>
              <a:gd name="connsiteX150" fmla="*/ 2874892 w 12192000"/>
              <a:gd name="connsiteY150" fmla="*/ 1996085 h 2237474"/>
              <a:gd name="connsiteX151" fmla="*/ 2864145 w 12192000"/>
              <a:gd name="connsiteY151" fmla="*/ 1994061 h 2237474"/>
              <a:gd name="connsiteX152" fmla="*/ 2843662 w 12192000"/>
              <a:gd name="connsiteY152" fmla="*/ 1992498 h 2237474"/>
              <a:gd name="connsiteX153" fmla="*/ 2796128 w 12192000"/>
              <a:gd name="connsiteY153" fmla="*/ 1976403 h 2237474"/>
              <a:gd name="connsiteX154" fmla="*/ 2756784 w 12192000"/>
              <a:gd name="connsiteY154" fmla="*/ 1985116 h 2237474"/>
              <a:gd name="connsiteX155" fmla="*/ 2748833 w 12192000"/>
              <a:gd name="connsiteY155" fmla="*/ 1986323 h 2237474"/>
              <a:gd name="connsiteX156" fmla="*/ 2748661 w 12192000"/>
              <a:gd name="connsiteY156" fmla="*/ 1986122 h 2237474"/>
              <a:gd name="connsiteX157" fmla="*/ 2740251 w 12192000"/>
              <a:gd name="connsiteY157" fmla="*/ 1986946 h 2237474"/>
              <a:gd name="connsiteX158" fmla="*/ 2718916 w 12192000"/>
              <a:gd name="connsiteY158" fmla="*/ 1990867 h 2237474"/>
              <a:gd name="connsiteX159" fmla="*/ 2713522 w 12192000"/>
              <a:gd name="connsiteY159" fmla="*/ 1990173 h 2237474"/>
              <a:gd name="connsiteX160" fmla="*/ 2680597 w 12192000"/>
              <a:gd name="connsiteY160" fmla="*/ 1984996 h 2237474"/>
              <a:gd name="connsiteX161" fmla="*/ 2578178 w 12192000"/>
              <a:gd name="connsiteY161" fmla="*/ 1990531 h 2237474"/>
              <a:gd name="connsiteX162" fmla="*/ 2476147 w 12192000"/>
              <a:gd name="connsiteY162" fmla="*/ 1998305 h 2237474"/>
              <a:gd name="connsiteX163" fmla="*/ 2373568 w 12192000"/>
              <a:gd name="connsiteY163" fmla="*/ 2003219 h 2237474"/>
              <a:gd name="connsiteX164" fmla="*/ 2321399 w 12192000"/>
              <a:gd name="connsiteY164" fmla="*/ 1989467 h 2237474"/>
              <a:gd name="connsiteX165" fmla="*/ 2315525 w 12192000"/>
              <a:gd name="connsiteY165" fmla="*/ 1989708 h 2237474"/>
              <a:gd name="connsiteX166" fmla="*/ 2300792 w 12192000"/>
              <a:gd name="connsiteY166" fmla="*/ 1994290 h 2237474"/>
              <a:gd name="connsiteX167" fmla="*/ 2295469 w 12192000"/>
              <a:gd name="connsiteY167" fmla="*/ 1996659 h 2237474"/>
              <a:gd name="connsiteX168" fmla="*/ 2287219 w 12192000"/>
              <a:gd name="connsiteY168" fmla="*/ 1998750 h 2237474"/>
              <a:gd name="connsiteX169" fmla="*/ 2286948 w 12192000"/>
              <a:gd name="connsiteY169" fmla="*/ 1998596 h 2237474"/>
              <a:gd name="connsiteX170" fmla="*/ 2243069 w 12192000"/>
              <a:gd name="connsiteY170" fmla="*/ 2015111 h 2237474"/>
              <a:gd name="connsiteX171" fmla="*/ 2186609 w 12192000"/>
              <a:gd name="connsiteY171" fmla="*/ 2008263 h 2237474"/>
              <a:gd name="connsiteX172" fmla="*/ 2164831 w 12192000"/>
              <a:gd name="connsiteY172" fmla="*/ 2010143 h 2237474"/>
              <a:gd name="connsiteX173" fmla="*/ 2152836 w 12192000"/>
              <a:gd name="connsiteY173" fmla="*/ 2010048 h 2237474"/>
              <a:gd name="connsiteX174" fmla="*/ 2117102 w 12192000"/>
              <a:gd name="connsiteY174" fmla="*/ 2023004 h 2237474"/>
              <a:gd name="connsiteX175" fmla="*/ 2111935 w 12192000"/>
              <a:gd name="connsiteY175" fmla="*/ 2023163 h 2237474"/>
              <a:gd name="connsiteX176" fmla="*/ 2089991 w 12192000"/>
              <a:gd name="connsiteY176" fmla="*/ 2034193 h 2237474"/>
              <a:gd name="connsiteX177" fmla="*/ 2058061 w 12192000"/>
              <a:gd name="connsiteY177" fmla="*/ 2047942 h 2237474"/>
              <a:gd name="connsiteX178" fmla="*/ 2055737 w 12192000"/>
              <a:gd name="connsiteY178" fmla="*/ 2047704 h 2237474"/>
              <a:gd name="connsiteX179" fmla="*/ 2042244 w 12192000"/>
              <a:gd name="connsiteY179" fmla="*/ 2055560 h 2237474"/>
              <a:gd name="connsiteX180" fmla="*/ 1976224 w 12192000"/>
              <a:gd name="connsiteY180" fmla="*/ 2074257 h 2237474"/>
              <a:gd name="connsiteX181" fmla="*/ 1877728 w 12192000"/>
              <a:gd name="connsiteY181" fmla="*/ 2101004 h 2237474"/>
              <a:gd name="connsiteX182" fmla="*/ 1759056 w 12192000"/>
              <a:gd name="connsiteY182" fmla="*/ 2125608 h 2237474"/>
              <a:gd name="connsiteX183" fmla="*/ 1637948 w 12192000"/>
              <a:gd name="connsiteY183" fmla="*/ 2172597 h 2237474"/>
              <a:gd name="connsiteX184" fmla="*/ 1434549 w 12192000"/>
              <a:gd name="connsiteY184" fmla="*/ 2234522 h 2237474"/>
              <a:gd name="connsiteX185" fmla="*/ 1398481 w 12192000"/>
              <a:gd name="connsiteY185" fmla="*/ 2237074 h 2237474"/>
              <a:gd name="connsiteX186" fmla="*/ 1398407 w 12192000"/>
              <a:gd name="connsiteY186" fmla="*/ 2237095 h 2237474"/>
              <a:gd name="connsiteX187" fmla="*/ 1370962 w 12192000"/>
              <a:gd name="connsiteY187" fmla="*/ 2237474 h 2237474"/>
              <a:gd name="connsiteX188" fmla="*/ 1356367 w 12192000"/>
              <a:gd name="connsiteY188" fmla="*/ 2235089 h 2237474"/>
              <a:gd name="connsiteX189" fmla="*/ 1324828 w 12192000"/>
              <a:gd name="connsiteY189" fmla="*/ 2231968 h 2237474"/>
              <a:gd name="connsiteX190" fmla="*/ 1297744 w 12192000"/>
              <a:gd name="connsiteY190" fmla="*/ 2235849 h 2237474"/>
              <a:gd name="connsiteX191" fmla="*/ 1286236 w 12192000"/>
              <a:gd name="connsiteY191" fmla="*/ 2233135 h 2237474"/>
              <a:gd name="connsiteX192" fmla="*/ 1283504 w 12192000"/>
              <a:gd name="connsiteY192" fmla="*/ 2233797 h 2237474"/>
              <a:gd name="connsiteX193" fmla="*/ 1279765 w 12192000"/>
              <a:gd name="connsiteY193" fmla="*/ 2229639 h 2237474"/>
              <a:gd name="connsiteX194" fmla="*/ 1195347 w 12192000"/>
              <a:gd name="connsiteY194" fmla="*/ 2212354 h 2237474"/>
              <a:gd name="connsiteX195" fmla="*/ 970251 w 12192000"/>
              <a:gd name="connsiteY195" fmla="*/ 2221029 h 2237474"/>
              <a:gd name="connsiteX196" fmla="*/ 812914 w 12192000"/>
              <a:gd name="connsiteY196" fmla="*/ 2202752 h 2237474"/>
              <a:gd name="connsiteX197" fmla="*/ 800195 w 12192000"/>
              <a:gd name="connsiteY197" fmla="*/ 2209407 h 2237474"/>
              <a:gd name="connsiteX198" fmla="*/ 784978 w 12192000"/>
              <a:gd name="connsiteY198" fmla="*/ 2212360 h 2237474"/>
              <a:gd name="connsiteX199" fmla="*/ 681987 w 12192000"/>
              <a:gd name="connsiteY199" fmla="*/ 2216757 h 2237474"/>
              <a:gd name="connsiteX200" fmla="*/ 669923 w 12192000"/>
              <a:gd name="connsiteY200" fmla="*/ 2211682 h 2237474"/>
              <a:gd name="connsiteX201" fmla="*/ 648680 w 12192000"/>
              <a:gd name="connsiteY201" fmla="*/ 2206229 h 2237474"/>
              <a:gd name="connsiteX202" fmla="*/ 597225 w 12192000"/>
              <a:gd name="connsiteY202" fmla="*/ 2180999 h 2237474"/>
              <a:gd name="connsiteX203" fmla="*/ 558449 w 12192000"/>
              <a:gd name="connsiteY203" fmla="*/ 2182346 h 2237474"/>
              <a:gd name="connsiteX204" fmla="*/ 550517 w 12192000"/>
              <a:gd name="connsiteY204" fmla="*/ 2182060 h 2237474"/>
              <a:gd name="connsiteX205" fmla="*/ 550309 w 12192000"/>
              <a:gd name="connsiteY205" fmla="*/ 2181825 h 2237474"/>
              <a:gd name="connsiteX206" fmla="*/ 541836 w 12192000"/>
              <a:gd name="connsiteY206" fmla="*/ 2181063 h 2237474"/>
              <a:gd name="connsiteX207" fmla="*/ 536057 w 12192000"/>
              <a:gd name="connsiteY207" fmla="*/ 2181537 h 2237474"/>
              <a:gd name="connsiteX208" fmla="*/ 520671 w 12192000"/>
              <a:gd name="connsiteY208" fmla="*/ 2180980 h 2237474"/>
              <a:gd name="connsiteX209" fmla="*/ 515024 w 12192000"/>
              <a:gd name="connsiteY209" fmla="*/ 2179258 h 2237474"/>
              <a:gd name="connsiteX210" fmla="*/ 512278 w 12192000"/>
              <a:gd name="connsiteY210" fmla="*/ 2176369 h 2237474"/>
              <a:gd name="connsiteX211" fmla="*/ 480419 w 12192000"/>
              <a:gd name="connsiteY211" fmla="*/ 2167807 h 2237474"/>
              <a:gd name="connsiteX212" fmla="*/ 413835 w 12192000"/>
              <a:gd name="connsiteY212" fmla="*/ 2156783 h 2237474"/>
              <a:gd name="connsiteX213" fmla="*/ 376513 w 12192000"/>
              <a:gd name="connsiteY213" fmla="*/ 2154014 h 2237474"/>
              <a:gd name="connsiteX214" fmla="*/ 273386 w 12192000"/>
              <a:gd name="connsiteY214" fmla="*/ 2142551 h 2237474"/>
              <a:gd name="connsiteX215" fmla="*/ 169207 w 12192000"/>
              <a:gd name="connsiteY215" fmla="*/ 2128100 h 2237474"/>
              <a:gd name="connsiteX216" fmla="*/ 93149 w 12192000"/>
              <a:gd name="connsiteY216" fmla="*/ 2105324 h 2237474"/>
              <a:gd name="connsiteX217" fmla="*/ 88109 w 12192000"/>
              <a:gd name="connsiteY217" fmla="*/ 2106704 h 2237474"/>
              <a:gd name="connsiteX218" fmla="*/ 80022 w 12192000"/>
              <a:gd name="connsiteY218" fmla="*/ 2107254 h 2237474"/>
              <a:gd name="connsiteX219" fmla="*/ 79717 w 12192000"/>
              <a:gd name="connsiteY219" fmla="*/ 2107046 h 2237474"/>
              <a:gd name="connsiteX220" fmla="*/ 72352 w 12192000"/>
              <a:gd name="connsiteY220" fmla="*/ 2107991 h 2237474"/>
              <a:gd name="connsiteX221" fmla="*/ 37645 w 12192000"/>
              <a:gd name="connsiteY221" fmla="*/ 2115401 h 2237474"/>
              <a:gd name="connsiteX222" fmla="*/ 4572 w 12192000"/>
              <a:gd name="connsiteY222" fmla="*/ 2111091 h 2237474"/>
              <a:gd name="connsiteX223" fmla="*/ 0 w 12192000"/>
              <a:gd name="connsiteY223" fmla="*/ 2110468 h 2237474"/>
              <a:gd name="connsiteX224" fmla="*/ 0 w 12192000"/>
              <a:gd name="connsiteY22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84170 w 12192000"/>
              <a:gd name="connsiteY109" fmla="*/ 1849402 h 2237474"/>
              <a:gd name="connsiteX110" fmla="*/ 5168852 w 12192000"/>
              <a:gd name="connsiteY110" fmla="*/ 1844846 h 2237474"/>
              <a:gd name="connsiteX111" fmla="*/ 5114927 w 12192000"/>
              <a:gd name="connsiteY111" fmla="*/ 1847827 h 2237474"/>
              <a:gd name="connsiteX112" fmla="*/ 5108970 w 12192000"/>
              <a:gd name="connsiteY112" fmla="*/ 1847935 h 2237474"/>
              <a:gd name="connsiteX113" fmla="*/ 5067961 w 12192000"/>
              <a:gd name="connsiteY113" fmla="*/ 1845917 h 2237474"/>
              <a:gd name="connsiteX114" fmla="*/ 5007075 w 12192000"/>
              <a:gd name="connsiteY114" fmla="*/ 1838626 h 2237474"/>
              <a:gd name="connsiteX115" fmla="*/ 4944087 w 12192000"/>
              <a:gd name="connsiteY115" fmla="*/ 1823332 h 2237474"/>
              <a:gd name="connsiteX116" fmla="*/ 4907662 w 12192000"/>
              <a:gd name="connsiteY116" fmla="*/ 1816900 h 2237474"/>
              <a:gd name="connsiteX117" fmla="*/ 4882386 w 12192000"/>
              <a:gd name="connsiteY117" fmla="*/ 1809844 h 2237474"/>
              <a:gd name="connsiteX118" fmla="*/ 4811440 w 12192000"/>
              <a:gd name="connsiteY118" fmla="*/ 1804655 h 2237474"/>
              <a:gd name="connsiteX119" fmla="*/ 4691075 w 12192000"/>
              <a:gd name="connsiteY119" fmla="*/ 1801389 h 2237474"/>
              <a:gd name="connsiteX120" fmla="*/ 4611738 w 12192000"/>
              <a:gd name="connsiteY120" fmla="*/ 1776964 h 2237474"/>
              <a:gd name="connsiteX121" fmla="*/ 4560070 w 12192000"/>
              <a:gd name="connsiteY121" fmla="*/ 1785640 h 2237474"/>
              <a:gd name="connsiteX122" fmla="*/ 4536503 w 12192000"/>
              <a:gd name="connsiteY122" fmla="*/ 1785334 h 2237474"/>
              <a:gd name="connsiteX123" fmla="*/ 4513724 w 12192000"/>
              <a:gd name="connsiteY123" fmla="*/ 1791996 h 2237474"/>
              <a:gd name="connsiteX124" fmla="*/ 4459810 w 12192000"/>
              <a:gd name="connsiteY124" fmla="*/ 1797886 h 2237474"/>
              <a:gd name="connsiteX125" fmla="*/ 4379064 w 12192000"/>
              <a:gd name="connsiteY125" fmla="*/ 1817177 h 2237474"/>
              <a:gd name="connsiteX126" fmla="*/ 4319209 w 12192000"/>
              <a:gd name="connsiteY126" fmla="*/ 1834833 h 2237474"/>
              <a:gd name="connsiteX127" fmla="*/ 4290981 w 12192000"/>
              <a:gd name="connsiteY127" fmla="*/ 1839677 h 2237474"/>
              <a:gd name="connsiteX128" fmla="*/ 4285792 w 12192000"/>
              <a:gd name="connsiteY128" fmla="*/ 1836231 h 2237474"/>
              <a:gd name="connsiteX129" fmla="*/ 4238372 w 12192000"/>
              <a:gd name="connsiteY129" fmla="*/ 1851480 h 2237474"/>
              <a:gd name="connsiteX130" fmla="*/ 4232517 w 12192000"/>
              <a:gd name="connsiteY130" fmla="*/ 1852567 h 2237474"/>
              <a:gd name="connsiteX131" fmla="*/ 4191732 w 12192000"/>
              <a:gd name="connsiteY131" fmla="*/ 1857328 h 2237474"/>
              <a:gd name="connsiteX132" fmla="*/ 4065532 w 12192000"/>
              <a:gd name="connsiteY132" fmla="*/ 1855477 h 2237474"/>
              <a:gd name="connsiteX133" fmla="*/ 4028460 w 12192000"/>
              <a:gd name="connsiteY133" fmla="*/ 1855137 h 2237474"/>
              <a:gd name="connsiteX134" fmla="*/ 4002267 w 12192000"/>
              <a:gd name="connsiteY134" fmla="*/ 1852352 h 2237474"/>
              <a:gd name="connsiteX135" fmla="*/ 3931396 w 12192000"/>
              <a:gd name="connsiteY135" fmla="*/ 1858915 h 2237474"/>
              <a:gd name="connsiteX136" fmla="*/ 3812162 w 12192000"/>
              <a:gd name="connsiteY136" fmla="*/ 1875501 h 2237474"/>
              <a:gd name="connsiteX137" fmla="*/ 3729530 w 12192000"/>
              <a:gd name="connsiteY137" fmla="*/ 1864513 h 2237474"/>
              <a:gd name="connsiteX138" fmla="*/ 3680177 w 12192000"/>
              <a:gd name="connsiteY138" fmla="*/ 1881552 h 2237474"/>
              <a:gd name="connsiteX139" fmla="*/ 3567259 w 12192000"/>
              <a:gd name="connsiteY139" fmla="*/ 1893482 h 2237474"/>
              <a:gd name="connsiteX140" fmla="*/ 3405770 w 12192000"/>
              <a:gd name="connsiteY140" fmla="*/ 1904591 h 2237474"/>
              <a:gd name="connsiteX141" fmla="*/ 3280097 w 12192000"/>
              <a:gd name="connsiteY141" fmla="*/ 1919610 h 2237474"/>
              <a:gd name="connsiteX142" fmla="*/ 3123424 w 12192000"/>
              <a:gd name="connsiteY142" fmla="*/ 1952930 h 2237474"/>
              <a:gd name="connsiteX143" fmla="*/ 3009910 w 12192000"/>
              <a:gd name="connsiteY143" fmla="*/ 1957866 h 2237474"/>
              <a:gd name="connsiteX144" fmla="*/ 2995934 w 12192000"/>
              <a:gd name="connsiteY144" fmla="*/ 1967085 h 2237474"/>
              <a:gd name="connsiteX145" fmla="*/ 2980071 w 12192000"/>
              <a:gd name="connsiteY145" fmla="*/ 1972988 h 2237474"/>
              <a:gd name="connsiteX146" fmla="*/ 2978094 w 12192000"/>
              <a:gd name="connsiteY146" fmla="*/ 1972369 h 2237474"/>
              <a:gd name="connsiteX147" fmla="*/ 2942858 w 12192000"/>
              <a:gd name="connsiteY147" fmla="*/ 1981367 h 2237474"/>
              <a:gd name="connsiteX148" fmla="*/ 2875436 w 12192000"/>
              <a:gd name="connsiteY148" fmla="*/ 1996977 h 2237474"/>
              <a:gd name="connsiteX149" fmla="*/ 2874892 w 12192000"/>
              <a:gd name="connsiteY149" fmla="*/ 1996085 h 2237474"/>
              <a:gd name="connsiteX150" fmla="*/ 2864145 w 12192000"/>
              <a:gd name="connsiteY150" fmla="*/ 1994061 h 2237474"/>
              <a:gd name="connsiteX151" fmla="*/ 2843662 w 12192000"/>
              <a:gd name="connsiteY151" fmla="*/ 1992498 h 2237474"/>
              <a:gd name="connsiteX152" fmla="*/ 2796128 w 12192000"/>
              <a:gd name="connsiteY152" fmla="*/ 1976403 h 2237474"/>
              <a:gd name="connsiteX153" fmla="*/ 2756784 w 12192000"/>
              <a:gd name="connsiteY153" fmla="*/ 1985116 h 2237474"/>
              <a:gd name="connsiteX154" fmla="*/ 2748833 w 12192000"/>
              <a:gd name="connsiteY154" fmla="*/ 1986323 h 2237474"/>
              <a:gd name="connsiteX155" fmla="*/ 2748661 w 12192000"/>
              <a:gd name="connsiteY155" fmla="*/ 1986122 h 2237474"/>
              <a:gd name="connsiteX156" fmla="*/ 2740251 w 12192000"/>
              <a:gd name="connsiteY156" fmla="*/ 1986946 h 2237474"/>
              <a:gd name="connsiteX157" fmla="*/ 2718916 w 12192000"/>
              <a:gd name="connsiteY157" fmla="*/ 1990867 h 2237474"/>
              <a:gd name="connsiteX158" fmla="*/ 2713522 w 12192000"/>
              <a:gd name="connsiteY158" fmla="*/ 1990173 h 2237474"/>
              <a:gd name="connsiteX159" fmla="*/ 2680597 w 12192000"/>
              <a:gd name="connsiteY159" fmla="*/ 1984996 h 2237474"/>
              <a:gd name="connsiteX160" fmla="*/ 2578178 w 12192000"/>
              <a:gd name="connsiteY160" fmla="*/ 1990531 h 2237474"/>
              <a:gd name="connsiteX161" fmla="*/ 2476147 w 12192000"/>
              <a:gd name="connsiteY161" fmla="*/ 1998305 h 2237474"/>
              <a:gd name="connsiteX162" fmla="*/ 2373568 w 12192000"/>
              <a:gd name="connsiteY162" fmla="*/ 2003219 h 2237474"/>
              <a:gd name="connsiteX163" fmla="*/ 2321399 w 12192000"/>
              <a:gd name="connsiteY163" fmla="*/ 1989467 h 2237474"/>
              <a:gd name="connsiteX164" fmla="*/ 2315525 w 12192000"/>
              <a:gd name="connsiteY164" fmla="*/ 1989708 h 2237474"/>
              <a:gd name="connsiteX165" fmla="*/ 2300792 w 12192000"/>
              <a:gd name="connsiteY165" fmla="*/ 1994290 h 2237474"/>
              <a:gd name="connsiteX166" fmla="*/ 2295469 w 12192000"/>
              <a:gd name="connsiteY166" fmla="*/ 1996659 h 2237474"/>
              <a:gd name="connsiteX167" fmla="*/ 2287219 w 12192000"/>
              <a:gd name="connsiteY167" fmla="*/ 1998750 h 2237474"/>
              <a:gd name="connsiteX168" fmla="*/ 2286948 w 12192000"/>
              <a:gd name="connsiteY168" fmla="*/ 1998596 h 2237474"/>
              <a:gd name="connsiteX169" fmla="*/ 2243069 w 12192000"/>
              <a:gd name="connsiteY169" fmla="*/ 2015111 h 2237474"/>
              <a:gd name="connsiteX170" fmla="*/ 2186609 w 12192000"/>
              <a:gd name="connsiteY170" fmla="*/ 2008263 h 2237474"/>
              <a:gd name="connsiteX171" fmla="*/ 2164831 w 12192000"/>
              <a:gd name="connsiteY171" fmla="*/ 2010143 h 2237474"/>
              <a:gd name="connsiteX172" fmla="*/ 2152836 w 12192000"/>
              <a:gd name="connsiteY172" fmla="*/ 2010048 h 2237474"/>
              <a:gd name="connsiteX173" fmla="*/ 2117102 w 12192000"/>
              <a:gd name="connsiteY173" fmla="*/ 2023004 h 2237474"/>
              <a:gd name="connsiteX174" fmla="*/ 2111935 w 12192000"/>
              <a:gd name="connsiteY174" fmla="*/ 2023163 h 2237474"/>
              <a:gd name="connsiteX175" fmla="*/ 2089991 w 12192000"/>
              <a:gd name="connsiteY175" fmla="*/ 2034193 h 2237474"/>
              <a:gd name="connsiteX176" fmla="*/ 2058061 w 12192000"/>
              <a:gd name="connsiteY176" fmla="*/ 2047942 h 2237474"/>
              <a:gd name="connsiteX177" fmla="*/ 2055737 w 12192000"/>
              <a:gd name="connsiteY177" fmla="*/ 2047704 h 2237474"/>
              <a:gd name="connsiteX178" fmla="*/ 2042244 w 12192000"/>
              <a:gd name="connsiteY178" fmla="*/ 2055560 h 2237474"/>
              <a:gd name="connsiteX179" fmla="*/ 1976224 w 12192000"/>
              <a:gd name="connsiteY179" fmla="*/ 2074257 h 2237474"/>
              <a:gd name="connsiteX180" fmla="*/ 1877728 w 12192000"/>
              <a:gd name="connsiteY180" fmla="*/ 2101004 h 2237474"/>
              <a:gd name="connsiteX181" fmla="*/ 1759056 w 12192000"/>
              <a:gd name="connsiteY181" fmla="*/ 2125608 h 2237474"/>
              <a:gd name="connsiteX182" fmla="*/ 1637948 w 12192000"/>
              <a:gd name="connsiteY182" fmla="*/ 2172597 h 2237474"/>
              <a:gd name="connsiteX183" fmla="*/ 1434549 w 12192000"/>
              <a:gd name="connsiteY183" fmla="*/ 2234522 h 2237474"/>
              <a:gd name="connsiteX184" fmla="*/ 1398481 w 12192000"/>
              <a:gd name="connsiteY184" fmla="*/ 2237074 h 2237474"/>
              <a:gd name="connsiteX185" fmla="*/ 1398407 w 12192000"/>
              <a:gd name="connsiteY185" fmla="*/ 2237095 h 2237474"/>
              <a:gd name="connsiteX186" fmla="*/ 1370962 w 12192000"/>
              <a:gd name="connsiteY186" fmla="*/ 2237474 h 2237474"/>
              <a:gd name="connsiteX187" fmla="*/ 1356367 w 12192000"/>
              <a:gd name="connsiteY187" fmla="*/ 2235089 h 2237474"/>
              <a:gd name="connsiteX188" fmla="*/ 1324828 w 12192000"/>
              <a:gd name="connsiteY188" fmla="*/ 2231968 h 2237474"/>
              <a:gd name="connsiteX189" fmla="*/ 1297744 w 12192000"/>
              <a:gd name="connsiteY189" fmla="*/ 2235849 h 2237474"/>
              <a:gd name="connsiteX190" fmla="*/ 1286236 w 12192000"/>
              <a:gd name="connsiteY190" fmla="*/ 2233135 h 2237474"/>
              <a:gd name="connsiteX191" fmla="*/ 1283504 w 12192000"/>
              <a:gd name="connsiteY191" fmla="*/ 2233797 h 2237474"/>
              <a:gd name="connsiteX192" fmla="*/ 1279765 w 12192000"/>
              <a:gd name="connsiteY192" fmla="*/ 2229639 h 2237474"/>
              <a:gd name="connsiteX193" fmla="*/ 1195347 w 12192000"/>
              <a:gd name="connsiteY193" fmla="*/ 2212354 h 2237474"/>
              <a:gd name="connsiteX194" fmla="*/ 970251 w 12192000"/>
              <a:gd name="connsiteY194" fmla="*/ 2221029 h 2237474"/>
              <a:gd name="connsiteX195" fmla="*/ 812914 w 12192000"/>
              <a:gd name="connsiteY195" fmla="*/ 2202752 h 2237474"/>
              <a:gd name="connsiteX196" fmla="*/ 800195 w 12192000"/>
              <a:gd name="connsiteY196" fmla="*/ 2209407 h 2237474"/>
              <a:gd name="connsiteX197" fmla="*/ 784978 w 12192000"/>
              <a:gd name="connsiteY197" fmla="*/ 2212360 h 2237474"/>
              <a:gd name="connsiteX198" fmla="*/ 681987 w 12192000"/>
              <a:gd name="connsiteY198" fmla="*/ 2216757 h 2237474"/>
              <a:gd name="connsiteX199" fmla="*/ 669923 w 12192000"/>
              <a:gd name="connsiteY199" fmla="*/ 2211682 h 2237474"/>
              <a:gd name="connsiteX200" fmla="*/ 648680 w 12192000"/>
              <a:gd name="connsiteY200" fmla="*/ 2206229 h 2237474"/>
              <a:gd name="connsiteX201" fmla="*/ 597225 w 12192000"/>
              <a:gd name="connsiteY201" fmla="*/ 2180999 h 2237474"/>
              <a:gd name="connsiteX202" fmla="*/ 558449 w 12192000"/>
              <a:gd name="connsiteY202" fmla="*/ 2182346 h 2237474"/>
              <a:gd name="connsiteX203" fmla="*/ 550517 w 12192000"/>
              <a:gd name="connsiteY203" fmla="*/ 2182060 h 2237474"/>
              <a:gd name="connsiteX204" fmla="*/ 550309 w 12192000"/>
              <a:gd name="connsiteY204" fmla="*/ 2181825 h 2237474"/>
              <a:gd name="connsiteX205" fmla="*/ 541836 w 12192000"/>
              <a:gd name="connsiteY205" fmla="*/ 2181063 h 2237474"/>
              <a:gd name="connsiteX206" fmla="*/ 536057 w 12192000"/>
              <a:gd name="connsiteY206" fmla="*/ 2181537 h 2237474"/>
              <a:gd name="connsiteX207" fmla="*/ 520671 w 12192000"/>
              <a:gd name="connsiteY207" fmla="*/ 2180980 h 2237474"/>
              <a:gd name="connsiteX208" fmla="*/ 515024 w 12192000"/>
              <a:gd name="connsiteY208" fmla="*/ 2179258 h 2237474"/>
              <a:gd name="connsiteX209" fmla="*/ 512278 w 12192000"/>
              <a:gd name="connsiteY209" fmla="*/ 2176369 h 2237474"/>
              <a:gd name="connsiteX210" fmla="*/ 480419 w 12192000"/>
              <a:gd name="connsiteY210" fmla="*/ 2167807 h 2237474"/>
              <a:gd name="connsiteX211" fmla="*/ 413835 w 12192000"/>
              <a:gd name="connsiteY211" fmla="*/ 2156783 h 2237474"/>
              <a:gd name="connsiteX212" fmla="*/ 376513 w 12192000"/>
              <a:gd name="connsiteY212" fmla="*/ 2154014 h 2237474"/>
              <a:gd name="connsiteX213" fmla="*/ 273386 w 12192000"/>
              <a:gd name="connsiteY213" fmla="*/ 2142551 h 2237474"/>
              <a:gd name="connsiteX214" fmla="*/ 169207 w 12192000"/>
              <a:gd name="connsiteY214" fmla="*/ 2128100 h 2237474"/>
              <a:gd name="connsiteX215" fmla="*/ 93149 w 12192000"/>
              <a:gd name="connsiteY215" fmla="*/ 2105324 h 2237474"/>
              <a:gd name="connsiteX216" fmla="*/ 88109 w 12192000"/>
              <a:gd name="connsiteY216" fmla="*/ 2106704 h 2237474"/>
              <a:gd name="connsiteX217" fmla="*/ 80022 w 12192000"/>
              <a:gd name="connsiteY217" fmla="*/ 2107254 h 2237474"/>
              <a:gd name="connsiteX218" fmla="*/ 79717 w 12192000"/>
              <a:gd name="connsiteY218" fmla="*/ 2107046 h 2237474"/>
              <a:gd name="connsiteX219" fmla="*/ 72352 w 12192000"/>
              <a:gd name="connsiteY219" fmla="*/ 2107991 h 2237474"/>
              <a:gd name="connsiteX220" fmla="*/ 37645 w 12192000"/>
              <a:gd name="connsiteY220" fmla="*/ 2115401 h 2237474"/>
              <a:gd name="connsiteX221" fmla="*/ 4572 w 12192000"/>
              <a:gd name="connsiteY221" fmla="*/ 2111091 h 2237474"/>
              <a:gd name="connsiteX222" fmla="*/ 0 w 12192000"/>
              <a:gd name="connsiteY222" fmla="*/ 2110468 h 2237474"/>
              <a:gd name="connsiteX223" fmla="*/ 0 w 12192000"/>
              <a:gd name="connsiteY22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68852 w 12192000"/>
              <a:gd name="connsiteY109" fmla="*/ 1844846 h 2237474"/>
              <a:gd name="connsiteX110" fmla="*/ 5114927 w 12192000"/>
              <a:gd name="connsiteY110" fmla="*/ 1847827 h 2237474"/>
              <a:gd name="connsiteX111" fmla="*/ 5108970 w 12192000"/>
              <a:gd name="connsiteY111" fmla="*/ 1847935 h 2237474"/>
              <a:gd name="connsiteX112" fmla="*/ 5067961 w 12192000"/>
              <a:gd name="connsiteY112" fmla="*/ 1845917 h 2237474"/>
              <a:gd name="connsiteX113" fmla="*/ 5007075 w 12192000"/>
              <a:gd name="connsiteY113" fmla="*/ 1838626 h 2237474"/>
              <a:gd name="connsiteX114" fmla="*/ 4944087 w 12192000"/>
              <a:gd name="connsiteY114" fmla="*/ 1823332 h 2237474"/>
              <a:gd name="connsiteX115" fmla="*/ 4907662 w 12192000"/>
              <a:gd name="connsiteY115" fmla="*/ 1816900 h 2237474"/>
              <a:gd name="connsiteX116" fmla="*/ 4882386 w 12192000"/>
              <a:gd name="connsiteY116" fmla="*/ 1809844 h 2237474"/>
              <a:gd name="connsiteX117" fmla="*/ 4811440 w 12192000"/>
              <a:gd name="connsiteY117" fmla="*/ 1804655 h 2237474"/>
              <a:gd name="connsiteX118" fmla="*/ 4691075 w 12192000"/>
              <a:gd name="connsiteY118" fmla="*/ 1801389 h 2237474"/>
              <a:gd name="connsiteX119" fmla="*/ 4611738 w 12192000"/>
              <a:gd name="connsiteY119" fmla="*/ 1776964 h 2237474"/>
              <a:gd name="connsiteX120" fmla="*/ 4560070 w 12192000"/>
              <a:gd name="connsiteY120" fmla="*/ 1785640 h 2237474"/>
              <a:gd name="connsiteX121" fmla="*/ 4536503 w 12192000"/>
              <a:gd name="connsiteY121" fmla="*/ 1785334 h 2237474"/>
              <a:gd name="connsiteX122" fmla="*/ 4513724 w 12192000"/>
              <a:gd name="connsiteY122" fmla="*/ 1791996 h 2237474"/>
              <a:gd name="connsiteX123" fmla="*/ 4459810 w 12192000"/>
              <a:gd name="connsiteY123" fmla="*/ 1797886 h 2237474"/>
              <a:gd name="connsiteX124" fmla="*/ 4379064 w 12192000"/>
              <a:gd name="connsiteY124" fmla="*/ 1817177 h 2237474"/>
              <a:gd name="connsiteX125" fmla="*/ 4319209 w 12192000"/>
              <a:gd name="connsiteY125" fmla="*/ 1834833 h 2237474"/>
              <a:gd name="connsiteX126" fmla="*/ 4290981 w 12192000"/>
              <a:gd name="connsiteY126" fmla="*/ 1839677 h 2237474"/>
              <a:gd name="connsiteX127" fmla="*/ 4285792 w 12192000"/>
              <a:gd name="connsiteY127" fmla="*/ 1836231 h 2237474"/>
              <a:gd name="connsiteX128" fmla="*/ 4238372 w 12192000"/>
              <a:gd name="connsiteY128" fmla="*/ 1851480 h 2237474"/>
              <a:gd name="connsiteX129" fmla="*/ 4232517 w 12192000"/>
              <a:gd name="connsiteY129" fmla="*/ 1852567 h 2237474"/>
              <a:gd name="connsiteX130" fmla="*/ 4191732 w 12192000"/>
              <a:gd name="connsiteY130" fmla="*/ 1857328 h 2237474"/>
              <a:gd name="connsiteX131" fmla="*/ 4065532 w 12192000"/>
              <a:gd name="connsiteY131" fmla="*/ 1855477 h 2237474"/>
              <a:gd name="connsiteX132" fmla="*/ 4028460 w 12192000"/>
              <a:gd name="connsiteY132" fmla="*/ 1855137 h 2237474"/>
              <a:gd name="connsiteX133" fmla="*/ 4002267 w 12192000"/>
              <a:gd name="connsiteY133" fmla="*/ 1852352 h 2237474"/>
              <a:gd name="connsiteX134" fmla="*/ 3931396 w 12192000"/>
              <a:gd name="connsiteY134" fmla="*/ 1858915 h 2237474"/>
              <a:gd name="connsiteX135" fmla="*/ 3812162 w 12192000"/>
              <a:gd name="connsiteY135" fmla="*/ 1875501 h 2237474"/>
              <a:gd name="connsiteX136" fmla="*/ 3729530 w 12192000"/>
              <a:gd name="connsiteY136" fmla="*/ 1864513 h 2237474"/>
              <a:gd name="connsiteX137" fmla="*/ 3680177 w 12192000"/>
              <a:gd name="connsiteY137" fmla="*/ 1881552 h 2237474"/>
              <a:gd name="connsiteX138" fmla="*/ 3567259 w 12192000"/>
              <a:gd name="connsiteY138" fmla="*/ 1893482 h 2237474"/>
              <a:gd name="connsiteX139" fmla="*/ 3405770 w 12192000"/>
              <a:gd name="connsiteY139" fmla="*/ 1904591 h 2237474"/>
              <a:gd name="connsiteX140" fmla="*/ 3280097 w 12192000"/>
              <a:gd name="connsiteY140" fmla="*/ 1919610 h 2237474"/>
              <a:gd name="connsiteX141" fmla="*/ 3123424 w 12192000"/>
              <a:gd name="connsiteY141" fmla="*/ 1952930 h 2237474"/>
              <a:gd name="connsiteX142" fmla="*/ 3009910 w 12192000"/>
              <a:gd name="connsiteY142" fmla="*/ 1957866 h 2237474"/>
              <a:gd name="connsiteX143" fmla="*/ 2995934 w 12192000"/>
              <a:gd name="connsiteY143" fmla="*/ 1967085 h 2237474"/>
              <a:gd name="connsiteX144" fmla="*/ 2980071 w 12192000"/>
              <a:gd name="connsiteY144" fmla="*/ 1972988 h 2237474"/>
              <a:gd name="connsiteX145" fmla="*/ 2978094 w 12192000"/>
              <a:gd name="connsiteY145" fmla="*/ 1972369 h 2237474"/>
              <a:gd name="connsiteX146" fmla="*/ 2942858 w 12192000"/>
              <a:gd name="connsiteY146" fmla="*/ 1981367 h 2237474"/>
              <a:gd name="connsiteX147" fmla="*/ 2875436 w 12192000"/>
              <a:gd name="connsiteY147" fmla="*/ 1996977 h 2237474"/>
              <a:gd name="connsiteX148" fmla="*/ 2874892 w 12192000"/>
              <a:gd name="connsiteY148" fmla="*/ 1996085 h 2237474"/>
              <a:gd name="connsiteX149" fmla="*/ 2864145 w 12192000"/>
              <a:gd name="connsiteY149" fmla="*/ 1994061 h 2237474"/>
              <a:gd name="connsiteX150" fmla="*/ 2843662 w 12192000"/>
              <a:gd name="connsiteY150" fmla="*/ 1992498 h 2237474"/>
              <a:gd name="connsiteX151" fmla="*/ 2796128 w 12192000"/>
              <a:gd name="connsiteY151" fmla="*/ 1976403 h 2237474"/>
              <a:gd name="connsiteX152" fmla="*/ 2756784 w 12192000"/>
              <a:gd name="connsiteY152" fmla="*/ 1985116 h 2237474"/>
              <a:gd name="connsiteX153" fmla="*/ 2748833 w 12192000"/>
              <a:gd name="connsiteY153" fmla="*/ 1986323 h 2237474"/>
              <a:gd name="connsiteX154" fmla="*/ 2748661 w 12192000"/>
              <a:gd name="connsiteY154" fmla="*/ 1986122 h 2237474"/>
              <a:gd name="connsiteX155" fmla="*/ 2740251 w 12192000"/>
              <a:gd name="connsiteY155" fmla="*/ 1986946 h 2237474"/>
              <a:gd name="connsiteX156" fmla="*/ 2718916 w 12192000"/>
              <a:gd name="connsiteY156" fmla="*/ 1990867 h 2237474"/>
              <a:gd name="connsiteX157" fmla="*/ 2713522 w 12192000"/>
              <a:gd name="connsiteY157" fmla="*/ 1990173 h 2237474"/>
              <a:gd name="connsiteX158" fmla="*/ 2680597 w 12192000"/>
              <a:gd name="connsiteY158" fmla="*/ 1984996 h 2237474"/>
              <a:gd name="connsiteX159" fmla="*/ 2578178 w 12192000"/>
              <a:gd name="connsiteY159" fmla="*/ 1990531 h 2237474"/>
              <a:gd name="connsiteX160" fmla="*/ 2476147 w 12192000"/>
              <a:gd name="connsiteY160" fmla="*/ 1998305 h 2237474"/>
              <a:gd name="connsiteX161" fmla="*/ 2373568 w 12192000"/>
              <a:gd name="connsiteY161" fmla="*/ 2003219 h 2237474"/>
              <a:gd name="connsiteX162" fmla="*/ 2321399 w 12192000"/>
              <a:gd name="connsiteY162" fmla="*/ 1989467 h 2237474"/>
              <a:gd name="connsiteX163" fmla="*/ 2315525 w 12192000"/>
              <a:gd name="connsiteY163" fmla="*/ 1989708 h 2237474"/>
              <a:gd name="connsiteX164" fmla="*/ 2300792 w 12192000"/>
              <a:gd name="connsiteY164" fmla="*/ 1994290 h 2237474"/>
              <a:gd name="connsiteX165" fmla="*/ 2295469 w 12192000"/>
              <a:gd name="connsiteY165" fmla="*/ 1996659 h 2237474"/>
              <a:gd name="connsiteX166" fmla="*/ 2287219 w 12192000"/>
              <a:gd name="connsiteY166" fmla="*/ 1998750 h 2237474"/>
              <a:gd name="connsiteX167" fmla="*/ 2286948 w 12192000"/>
              <a:gd name="connsiteY167" fmla="*/ 1998596 h 2237474"/>
              <a:gd name="connsiteX168" fmla="*/ 2243069 w 12192000"/>
              <a:gd name="connsiteY168" fmla="*/ 2015111 h 2237474"/>
              <a:gd name="connsiteX169" fmla="*/ 2186609 w 12192000"/>
              <a:gd name="connsiteY169" fmla="*/ 2008263 h 2237474"/>
              <a:gd name="connsiteX170" fmla="*/ 2164831 w 12192000"/>
              <a:gd name="connsiteY170" fmla="*/ 2010143 h 2237474"/>
              <a:gd name="connsiteX171" fmla="*/ 2152836 w 12192000"/>
              <a:gd name="connsiteY171" fmla="*/ 2010048 h 2237474"/>
              <a:gd name="connsiteX172" fmla="*/ 2117102 w 12192000"/>
              <a:gd name="connsiteY172" fmla="*/ 2023004 h 2237474"/>
              <a:gd name="connsiteX173" fmla="*/ 2111935 w 12192000"/>
              <a:gd name="connsiteY173" fmla="*/ 2023163 h 2237474"/>
              <a:gd name="connsiteX174" fmla="*/ 2089991 w 12192000"/>
              <a:gd name="connsiteY174" fmla="*/ 2034193 h 2237474"/>
              <a:gd name="connsiteX175" fmla="*/ 2058061 w 12192000"/>
              <a:gd name="connsiteY175" fmla="*/ 2047942 h 2237474"/>
              <a:gd name="connsiteX176" fmla="*/ 2055737 w 12192000"/>
              <a:gd name="connsiteY176" fmla="*/ 2047704 h 2237474"/>
              <a:gd name="connsiteX177" fmla="*/ 2042244 w 12192000"/>
              <a:gd name="connsiteY177" fmla="*/ 2055560 h 2237474"/>
              <a:gd name="connsiteX178" fmla="*/ 1976224 w 12192000"/>
              <a:gd name="connsiteY178" fmla="*/ 2074257 h 2237474"/>
              <a:gd name="connsiteX179" fmla="*/ 1877728 w 12192000"/>
              <a:gd name="connsiteY179" fmla="*/ 2101004 h 2237474"/>
              <a:gd name="connsiteX180" fmla="*/ 1759056 w 12192000"/>
              <a:gd name="connsiteY180" fmla="*/ 2125608 h 2237474"/>
              <a:gd name="connsiteX181" fmla="*/ 1637948 w 12192000"/>
              <a:gd name="connsiteY181" fmla="*/ 2172597 h 2237474"/>
              <a:gd name="connsiteX182" fmla="*/ 1434549 w 12192000"/>
              <a:gd name="connsiteY182" fmla="*/ 2234522 h 2237474"/>
              <a:gd name="connsiteX183" fmla="*/ 1398481 w 12192000"/>
              <a:gd name="connsiteY183" fmla="*/ 2237074 h 2237474"/>
              <a:gd name="connsiteX184" fmla="*/ 1398407 w 12192000"/>
              <a:gd name="connsiteY184" fmla="*/ 2237095 h 2237474"/>
              <a:gd name="connsiteX185" fmla="*/ 1370962 w 12192000"/>
              <a:gd name="connsiteY185" fmla="*/ 2237474 h 2237474"/>
              <a:gd name="connsiteX186" fmla="*/ 1356367 w 12192000"/>
              <a:gd name="connsiteY186" fmla="*/ 2235089 h 2237474"/>
              <a:gd name="connsiteX187" fmla="*/ 1324828 w 12192000"/>
              <a:gd name="connsiteY187" fmla="*/ 2231968 h 2237474"/>
              <a:gd name="connsiteX188" fmla="*/ 1297744 w 12192000"/>
              <a:gd name="connsiteY188" fmla="*/ 2235849 h 2237474"/>
              <a:gd name="connsiteX189" fmla="*/ 1286236 w 12192000"/>
              <a:gd name="connsiteY189" fmla="*/ 2233135 h 2237474"/>
              <a:gd name="connsiteX190" fmla="*/ 1283504 w 12192000"/>
              <a:gd name="connsiteY190" fmla="*/ 2233797 h 2237474"/>
              <a:gd name="connsiteX191" fmla="*/ 1279765 w 12192000"/>
              <a:gd name="connsiteY191" fmla="*/ 2229639 h 2237474"/>
              <a:gd name="connsiteX192" fmla="*/ 1195347 w 12192000"/>
              <a:gd name="connsiteY192" fmla="*/ 2212354 h 2237474"/>
              <a:gd name="connsiteX193" fmla="*/ 970251 w 12192000"/>
              <a:gd name="connsiteY193" fmla="*/ 2221029 h 2237474"/>
              <a:gd name="connsiteX194" fmla="*/ 812914 w 12192000"/>
              <a:gd name="connsiteY194" fmla="*/ 2202752 h 2237474"/>
              <a:gd name="connsiteX195" fmla="*/ 800195 w 12192000"/>
              <a:gd name="connsiteY195" fmla="*/ 2209407 h 2237474"/>
              <a:gd name="connsiteX196" fmla="*/ 784978 w 12192000"/>
              <a:gd name="connsiteY196" fmla="*/ 2212360 h 2237474"/>
              <a:gd name="connsiteX197" fmla="*/ 681987 w 12192000"/>
              <a:gd name="connsiteY197" fmla="*/ 2216757 h 2237474"/>
              <a:gd name="connsiteX198" fmla="*/ 669923 w 12192000"/>
              <a:gd name="connsiteY198" fmla="*/ 2211682 h 2237474"/>
              <a:gd name="connsiteX199" fmla="*/ 648680 w 12192000"/>
              <a:gd name="connsiteY199" fmla="*/ 2206229 h 2237474"/>
              <a:gd name="connsiteX200" fmla="*/ 597225 w 12192000"/>
              <a:gd name="connsiteY200" fmla="*/ 2180999 h 2237474"/>
              <a:gd name="connsiteX201" fmla="*/ 558449 w 12192000"/>
              <a:gd name="connsiteY201" fmla="*/ 2182346 h 2237474"/>
              <a:gd name="connsiteX202" fmla="*/ 550517 w 12192000"/>
              <a:gd name="connsiteY202" fmla="*/ 2182060 h 2237474"/>
              <a:gd name="connsiteX203" fmla="*/ 550309 w 12192000"/>
              <a:gd name="connsiteY203" fmla="*/ 2181825 h 2237474"/>
              <a:gd name="connsiteX204" fmla="*/ 541836 w 12192000"/>
              <a:gd name="connsiteY204" fmla="*/ 2181063 h 2237474"/>
              <a:gd name="connsiteX205" fmla="*/ 536057 w 12192000"/>
              <a:gd name="connsiteY205" fmla="*/ 2181537 h 2237474"/>
              <a:gd name="connsiteX206" fmla="*/ 520671 w 12192000"/>
              <a:gd name="connsiteY206" fmla="*/ 2180980 h 2237474"/>
              <a:gd name="connsiteX207" fmla="*/ 515024 w 12192000"/>
              <a:gd name="connsiteY207" fmla="*/ 2179258 h 2237474"/>
              <a:gd name="connsiteX208" fmla="*/ 512278 w 12192000"/>
              <a:gd name="connsiteY208" fmla="*/ 2176369 h 2237474"/>
              <a:gd name="connsiteX209" fmla="*/ 480419 w 12192000"/>
              <a:gd name="connsiteY209" fmla="*/ 2167807 h 2237474"/>
              <a:gd name="connsiteX210" fmla="*/ 413835 w 12192000"/>
              <a:gd name="connsiteY210" fmla="*/ 2156783 h 2237474"/>
              <a:gd name="connsiteX211" fmla="*/ 376513 w 12192000"/>
              <a:gd name="connsiteY211" fmla="*/ 2154014 h 2237474"/>
              <a:gd name="connsiteX212" fmla="*/ 273386 w 12192000"/>
              <a:gd name="connsiteY212" fmla="*/ 2142551 h 2237474"/>
              <a:gd name="connsiteX213" fmla="*/ 169207 w 12192000"/>
              <a:gd name="connsiteY213" fmla="*/ 2128100 h 2237474"/>
              <a:gd name="connsiteX214" fmla="*/ 93149 w 12192000"/>
              <a:gd name="connsiteY214" fmla="*/ 2105324 h 2237474"/>
              <a:gd name="connsiteX215" fmla="*/ 88109 w 12192000"/>
              <a:gd name="connsiteY215" fmla="*/ 2106704 h 2237474"/>
              <a:gd name="connsiteX216" fmla="*/ 80022 w 12192000"/>
              <a:gd name="connsiteY216" fmla="*/ 2107254 h 2237474"/>
              <a:gd name="connsiteX217" fmla="*/ 79717 w 12192000"/>
              <a:gd name="connsiteY217" fmla="*/ 2107046 h 2237474"/>
              <a:gd name="connsiteX218" fmla="*/ 72352 w 12192000"/>
              <a:gd name="connsiteY218" fmla="*/ 2107991 h 2237474"/>
              <a:gd name="connsiteX219" fmla="*/ 37645 w 12192000"/>
              <a:gd name="connsiteY219" fmla="*/ 2115401 h 2237474"/>
              <a:gd name="connsiteX220" fmla="*/ 4572 w 12192000"/>
              <a:gd name="connsiteY220" fmla="*/ 2111091 h 2237474"/>
              <a:gd name="connsiteX221" fmla="*/ 0 w 12192000"/>
              <a:gd name="connsiteY221" fmla="*/ 2110468 h 2237474"/>
              <a:gd name="connsiteX222" fmla="*/ 0 w 12192000"/>
              <a:gd name="connsiteY22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75879 w 12192000"/>
              <a:gd name="connsiteY67" fmla="*/ 1345646 h 2237474"/>
              <a:gd name="connsiteX68" fmla="*/ 7840612 w 12192000"/>
              <a:gd name="connsiteY68" fmla="*/ 1369373 h 2237474"/>
              <a:gd name="connsiteX69" fmla="*/ 7786819 w 12192000"/>
              <a:gd name="connsiteY69" fmla="*/ 1378970 h 2237474"/>
              <a:gd name="connsiteX70" fmla="*/ 7548172 w 12192000"/>
              <a:gd name="connsiteY70" fmla="*/ 1417460 h 2237474"/>
              <a:gd name="connsiteX71" fmla="*/ 7483437 w 12192000"/>
              <a:gd name="connsiteY71" fmla="*/ 1478152 h 2237474"/>
              <a:gd name="connsiteX72" fmla="*/ 7377870 w 12192000"/>
              <a:gd name="connsiteY72" fmla="*/ 1523319 h 2237474"/>
              <a:gd name="connsiteX73" fmla="*/ 7230737 w 12192000"/>
              <a:gd name="connsiteY73" fmla="*/ 1562633 h 2237474"/>
              <a:gd name="connsiteX74" fmla="*/ 7224458 w 12192000"/>
              <a:gd name="connsiteY74" fmla="*/ 1573008 h 2237474"/>
              <a:gd name="connsiteX75" fmla="*/ 7213486 w 12192000"/>
              <a:gd name="connsiteY75" fmla="*/ 1580987 h 2237474"/>
              <a:gd name="connsiteX76" fmla="*/ 7183121 w 12192000"/>
              <a:gd name="connsiteY76" fmla="*/ 1595162 h 2237474"/>
              <a:gd name="connsiteX77" fmla="*/ 7164601 w 12192000"/>
              <a:gd name="connsiteY77" fmla="*/ 1606490 h 2237474"/>
              <a:gd name="connsiteX78" fmla="*/ 7114651 w 12192000"/>
              <a:gd name="connsiteY78" fmla="*/ 1620959 h 2237474"/>
              <a:gd name="connsiteX79" fmla="*/ 7092727 w 12192000"/>
              <a:gd name="connsiteY79" fmla="*/ 1623628 h 2237474"/>
              <a:gd name="connsiteX80" fmla="*/ 7031309 w 12192000"/>
              <a:gd name="connsiteY80" fmla="*/ 1619451 h 2237474"/>
              <a:gd name="connsiteX81" fmla="*/ 6999084 w 12192000"/>
              <a:gd name="connsiteY81" fmla="*/ 1634317 h 2237474"/>
              <a:gd name="connsiteX82" fmla="*/ 6992107 w 12192000"/>
              <a:gd name="connsiteY82" fmla="*/ 1636860 h 2237474"/>
              <a:gd name="connsiteX83" fmla="*/ 6991765 w 12192000"/>
              <a:gd name="connsiteY83" fmla="*/ 1636725 h 2237474"/>
              <a:gd name="connsiteX84" fmla="*/ 6900177 w 12192000"/>
              <a:gd name="connsiteY84" fmla="*/ 1636016 h 2237474"/>
              <a:gd name="connsiteX85" fmla="*/ 6795372 w 12192000"/>
              <a:gd name="connsiteY85" fmla="*/ 1644845 h 2237474"/>
              <a:gd name="connsiteX86" fmla="*/ 6692251 w 12192000"/>
              <a:gd name="connsiteY86" fmla="*/ 1656357 h 2237474"/>
              <a:gd name="connsiteX87" fmla="*/ 6655235 w 12192000"/>
              <a:gd name="connsiteY87" fmla="*/ 1661869 h 2237474"/>
              <a:gd name="connsiteX88" fmla="*/ 6587857 w 12192000"/>
              <a:gd name="connsiteY88" fmla="*/ 1665769 h 2237474"/>
              <a:gd name="connsiteX89" fmla="*/ 6554894 w 12192000"/>
              <a:gd name="connsiteY89" fmla="*/ 1664428 h 2237474"/>
              <a:gd name="connsiteX90" fmla="*/ 6516595 w 12192000"/>
              <a:gd name="connsiteY90" fmla="*/ 1667475 h 2237474"/>
              <a:gd name="connsiteX91" fmla="*/ 6508541 w 12192000"/>
              <a:gd name="connsiteY91" fmla="*/ 1668757 h 2237474"/>
              <a:gd name="connsiteX92" fmla="*/ 6471012 w 12192000"/>
              <a:gd name="connsiteY92" fmla="*/ 1678604 h 2237474"/>
              <a:gd name="connsiteX93" fmla="*/ 6415265 w 12192000"/>
              <a:gd name="connsiteY93" fmla="*/ 1665317 h 2237474"/>
              <a:gd name="connsiteX94" fmla="*/ 6364035 w 12192000"/>
              <a:gd name="connsiteY94" fmla="*/ 1667683 h 2237474"/>
              <a:gd name="connsiteX95" fmla="*/ 6280959 w 12192000"/>
              <a:gd name="connsiteY95" fmla="*/ 1689329 h 2237474"/>
              <a:gd name="connsiteX96" fmla="*/ 6243319 w 12192000"/>
              <a:gd name="connsiteY96" fmla="*/ 1695560 h 2237474"/>
              <a:gd name="connsiteX97" fmla="*/ 6098321 w 12192000"/>
              <a:gd name="connsiteY97" fmla="*/ 1721646 h 2237474"/>
              <a:gd name="connsiteX98" fmla="*/ 5880652 w 12192000"/>
              <a:gd name="connsiteY98" fmla="*/ 1779643 h 2237474"/>
              <a:gd name="connsiteX99" fmla="*/ 5785959 w 12192000"/>
              <a:gd name="connsiteY99" fmla="*/ 1775307 h 2237474"/>
              <a:gd name="connsiteX100" fmla="*/ 5643534 w 12192000"/>
              <a:gd name="connsiteY100" fmla="*/ 1802919 h 2237474"/>
              <a:gd name="connsiteX101" fmla="*/ 5518799 w 12192000"/>
              <a:gd name="connsiteY101" fmla="*/ 1818312 h 2237474"/>
              <a:gd name="connsiteX102" fmla="*/ 5505014 w 12192000"/>
              <a:gd name="connsiteY102" fmla="*/ 1819259 h 2237474"/>
              <a:gd name="connsiteX103" fmla="*/ 5453307 w 12192000"/>
              <a:gd name="connsiteY103" fmla="*/ 1815450 h 2237474"/>
              <a:gd name="connsiteX104" fmla="*/ 5364192 w 12192000"/>
              <a:gd name="connsiteY104" fmla="*/ 1826074 h 2237474"/>
              <a:gd name="connsiteX105" fmla="*/ 5350380 w 12192000"/>
              <a:gd name="connsiteY105" fmla="*/ 1830891 h 2237474"/>
              <a:gd name="connsiteX106" fmla="*/ 5259633 w 12192000"/>
              <a:gd name="connsiteY106" fmla="*/ 1837160 h 2237474"/>
              <a:gd name="connsiteX107" fmla="*/ 5197513 w 12192000"/>
              <a:gd name="connsiteY107" fmla="*/ 1844718 h 2237474"/>
              <a:gd name="connsiteX108" fmla="*/ 5168852 w 12192000"/>
              <a:gd name="connsiteY108" fmla="*/ 1844846 h 2237474"/>
              <a:gd name="connsiteX109" fmla="*/ 5114927 w 12192000"/>
              <a:gd name="connsiteY109" fmla="*/ 1847827 h 2237474"/>
              <a:gd name="connsiteX110" fmla="*/ 5108970 w 12192000"/>
              <a:gd name="connsiteY110" fmla="*/ 1847935 h 2237474"/>
              <a:gd name="connsiteX111" fmla="*/ 5067961 w 12192000"/>
              <a:gd name="connsiteY111" fmla="*/ 1845917 h 2237474"/>
              <a:gd name="connsiteX112" fmla="*/ 5007075 w 12192000"/>
              <a:gd name="connsiteY112" fmla="*/ 1838626 h 2237474"/>
              <a:gd name="connsiteX113" fmla="*/ 4944087 w 12192000"/>
              <a:gd name="connsiteY113" fmla="*/ 1823332 h 2237474"/>
              <a:gd name="connsiteX114" fmla="*/ 4907662 w 12192000"/>
              <a:gd name="connsiteY114" fmla="*/ 1816900 h 2237474"/>
              <a:gd name="connsiteX115" fmla="*/ 4882386 w 12192000"/>
              <a:gd name="connsiteY115" fmla="*/ 1809844 h 2237474"/>
              <a:gd name="connsiteX116" fmla="*/ 4811440 w 12192000"/>
              <a:gd name="connsiteY116" fmla="*/ 1804655 h 2237474"/>
              <a:gd name="connsiteX117" fmla="*/ 4691075 w 12192000"/>
              <a:gd name="connsiteY117" fmla="*/ 1801389 h 2237474"/>
              <a:gd name="connsiteX118" fmla="*/ 4611738 w 12192000"/>
              <a:gd name="connsiteY118" fmla="*/ 1776964 h 2237474"/>
              <a:gd name="connsiteX119" fmla="*/ 4560070 w 12192000"/>
              <a:gd name="connsiteY119" fmla="*/ 1785640 h 2237474"/>
              <a:gd name="connsiteX120" fmla="*/ 4536503 w 12192000"/>
              <a:gd name="connsiteY120" fmla="*/ 1785334 h 2237474"/>
              <a:gd name="connsiteX121" fmla="*/ 4513724 w 12192000"/>
              <a:gd name="connsiteY121" fmla="*/ 1791996 h 2237474"/>
              <a:gd name="connsiteX122" fmla="*/ 4459810 w 12192000"/>
              <a:gd name="connsiteY122" fmla="*/ 1797886 h 2237474"/>
              <a:gd name="connsiteX123" fmla="*/ 4379064 w 12192000"/>
              <a:gd name="connsiteY123" fmla="*/ 1817177 h 2237474"/>
              <a:gd name="connsiteX124" fmla="*/ 4319209 w 12192000"/>
              <a:gd name="connsiteY124" fmla="*/ 1834833 h 2237474"/>
              <a:gd name="connsiteX125" fmla="*/ 4290981 w 12192000"/>
              <a:gd name="connsiteY125" fmla="*/ 1839677 h 2237474"/>
              <a:gd name="connsiteX126" fmla="*/ 4285792 w 12192000"/>
              <a:gd name="connsiteY126" fmla="*/ 1836231 h 2237474"/>
              <a:gd name="connsiteX127" fmla="*/ 4238372 w 12192000"/>
              <a:gd name="connsiteY127" fmla="*/ 1851480 h 2237474"/>
              <a:gd name="connsiteX128" fmla="*/ 4232517 w 12192000"/>
              <a:gd name="connsiteY128" fmla="*/ 1852567 h 2237474"/>
              <a:gd name="connsiteX129" fmla="*/ 4191732 w 12192000"/>
              <a:gd name="connsiteY129" fmla="*/ 1857328 h 2237474"/>
              <a:gd name="connsiteX130" fmla="*/ 4065532 w 12192000"/>
              <a:gd name="connsiteY130" fmla="*/ 1855477 h 2237474"/>
              <a:gd name="connsiteX131" fmla="*/ 4028460 w 12192000"/>
              <a:gd name="connsiteY131" fmla="*/ 1855137 h 2237474"/>
              <a:gd name="connsiteX132" fmla="*/ 4002267 w 12192000"/>
              <a:gd name="connsiteY132" fmla="*/ 1852352 h 2237474"/>
              <a:gd name="connsiteX133" fmla="*/ 3931396 w 12192000"/>
              <a:gd name="connsiteY133" fmla="*/ 1858915 h 2237474"/>
              <a:gd name="connsiteX134" fmla="*/ 3812162 w 12192000"/>
              <a:gd name="connsiteY134" fmla="*/ 1875501 h 2237474"/>
              <a:gd name="connsiteX135" fmla="*/ 3729530 w 12192000"/>
              <a:gd name="connsiteY135" fmla="*/ 1864513 h 2237474"/>
              <a:gd name="connsiteX136" fmla="*/ 3680177 w 12192000"/>
              <a:gd name="connsiteY136" fmla="*/ 1881552 h 2237474"/>
              <a:gd name="connsiteX137" fmla="*/ 3567259 w 12192000"/>
              <a:gd name="connsiteY137" fmla="*/ 1893482 h 2237474"/>
              <a:gd name="connsiteX138" fmla="*/ 3405770 w 12192000"/>
              <a:gd name="connsiteY138" fmla="*/ 1904591 h 2237474"/>
              <a:gd name="connsiteX139" fmla="*/ 3280097 w 12192000"/>
              <a:gd name="connsiteY139" fmla="*/ 1919610 h 2237474"/>
              <a:gd name="connsiteX140" fmla="*/ 3123424 w 12192000"/>
              <a:gd name="connsiteY140" fmla="*/ 1952930 h 2237474"/>
              <a:gd name="connsiteX141" fmla="*/ 3009910 w 12192000"/>
              <a:gd name="connsiteY141" fmla="*/ 1957866 h 2237474"/>
              <a:gd name="connsiteX142" fmla="*/ 2995934 w 12192000"/>
              <a:gd name="connsiteY142" fmla="*/ 1967085 h 2237474"/>
              <a:gd name="connsiteX143" fmla="*/ 2980071 w 12192000"/>
              <a:gd name="connsiteY143" fmla="*/ 1972988 h 2237474"/>
              <a:gd name="connsiteX144" fmla="*/ 2978094 w 12192000"/>
              <a:gd name="connsiteY144" fmla="*/ 1972369 h 2237474"/>
              <a:gd name="connsiteX145" fmla="*/ 2942858 w 12192000"/>
              <a:gd name="connsiteY145" fmla="*/ 1981367 h 2237474"/>
              <a:gd name="connsiteX146" fmla="*/ 2875436 w 12192000"/>
              <a:gd name="connsiteY146" fmla="*/ 1996977 h 2237474"/>
              <a:gd name="connsiteX147" fmla="*/ 2874892 w 12192000"/>
              <a:gd name="connsiteY147" fmla="*/ 1996085 h 2237474"/>
              <a:gd name="connsiteX148" fmla="*/ 2864145 w 12192000"/>
              <a:gd name="connsiteY148" fmla="*/ 1994061 h 2237474"/>
              <a:gd name="connsiteX149" fmla="*/ 2843662 w 12192000"/>
              <a:gd name="connsiteY149" fmla="*/ 1992498 h 2237474"/>
              <a:gd name="connsiteX150" fmla="*/ 2796128 w 12192000"/>
              <a:gd name="connsiteY150" fmla="*/ 1976403 h 2237474"/>
              <a:gd name="connsiteX151" fmla="*/ 2756784 w 12192000"/>
              <a:gd name="connsiteY151" fmla="*/ 1985116 h 2237474"/>
              <a:gd name="connsiteX152" fmla="*/ 2748833 w 12192000"/>
              <a:gd name="connsiteY152" fmla="*/ 1986323 h 2237474"/>
              <a:gd name="connsiteX153" fmla="*/ 2748661 w 12192000"/>
              <a:gd name="connsiteY153" fmla="*/ 1986122 h 2237474"/>
              <a:gd name="connsiteX154" fmla="*/ 2740251 w 12192000"/>
              <a:gd name="connsiteY154" fmla="*/ 1986946 h 2237474"/>
              <a:gd name="connsiteX155" fmla="*/ 2718916 w 12192000"/>
              <a:gd name="connsiteY155" fmla="*/ 1990867 h 2237474"/>
              <a:gd name="connsiteX156" fmla="*/ 2713522 w 12192000"/>
              <a:gd name="connsiteY156" fmla="*/ 1990173 h 2237474"/>
              <a:gd name="connsiteX157" fmla="*/ 2680597 w 12192000"/>
              <a:gd name="connsiteY157" fmla="*/ 1984996 h 2237474"/>
              <a:gd name="connsiteX158" fmla="*/ 2578178 w 12192000"/>
              <a:gd name="connsiteY158" fmla="*/ 1990531 h 2237474"/>
              <a:gd name="connsiteX159" fmla="*/ 2476147 w 12192000"/>
              <a:gd name="connsiteY159" fmla="*/ 1998305 h 2237474"/>
              <a:gd name="connsiteX160" fmla="*/ 2373568 w 12192000"/>
              <a:gd name="connsiteY160" fmla="*/ 2003219 h 2237474"/>
              <a:gd name="connsiteX161" fmla="*/ 2321399 w 12192000"/>
              <a:gd name="connsiteY161" fmla="*/ 1989467 h 2237474"/>
              <a:gd name="connsiteX162" fmla="*/ 2315525 w 12192000"/>
              <a:gd name="connsiteY162" fmla="*/ 1989708 h 2237474"/>
              <a:gd name="connsiteX163" fmla="*/ 2300792 w 12192000"/>
              <a:gd name="connsiteY163" fmla="*/ 1994290 h 2237474"/>
              <a:gd name="connsiteX164" fmla="*/ 2295469 w 12192000"/>
              <a:gd name="connsiteY164" fmla="*/ 1996659 h 2237474"/>
              <a:gd name="connsiteX165" fmla="*/ 2287219 w 12192000"/>
              <a:gd name="connsiteY165" fmla="*/ 1998750 h 2237474"/>
              <a:gd name="connsiteX166" fmla="*/ 2286948 w 12192000"/>
              <a:gd name="connsiteY166" fmla="*/ 1998596 h 2237474"/>
              <a:gd name="connsiteX167" fmla="*/ 2243069 w 12192000"/>
              <a:gd name="connsiteY167" fmla="*/ 2015111 h 2237474"/>
              <a:gd name="connsiteX168" fmla="*/ 2186609 w 12192000"/>
              <a:gd name="connsiteY168" fmla="*/ 2008263 h 2237474"/>
              <a:gd name="connsiteX169" fmla="*/ 2164831 w 12192000"/>
              <a:gd name="connsiteY169" fmla="*/ 2010143 h 2237474"/>
              <a:gd name="connsiteX170" fmla="*/ 2152836 w 12192000"/>
              <a:gd name="connsiteY170" fmla="*/ 2010048 h 2237474"/>
              <a:gd name="connsiteX171" fmla="*/ 2117102 w 12192000"/>
              <a:gd name="connsiteY171" fmla="*/ 2023004 h 2237474"/>
              <a:gd name="connsiteX172" fmla="*/ 2111935 w 12192000"/>
              <a:gd name="connsiteY172" fmla="*/ 2023163 h 2237474"/>
              <a:gd name="connsiteX173" fmla="*/ 2089991 w 12192000"/>
              <a:gd name="connsiteY173" fmla="*/ 2034193 h 2237474"/>
              <a:gd name="connsiteX174" fmla="*/ 2058061 w 12192000"/>
              <a:gd name="connsiteY174" fmla="*/ 2047942 h 2237474"/>
              <a:gd name="connsiteX175" fmla="*/ 2055737 w 12192000"/>
              <a:gd name="connsiteY175" fmla="*/ 2047704 h 2237474"/>
              <a:gd name="connsiteX176" fmla="*/ 2042244 w 12192000"/>
              <a:gd name="connsiteY176" fmla="*/ 2055560 h 2237474"/>
              <a:gd name="connsiteX177" fmla="*/ 1976224 w 12192000"/>
              <a:gd name="connsiteY177" fmla="*/ 2074257 h 2237474"/>
              <a:gd name="connsiteX178" fmla="*/ 1877728 w 12192000"/>
              <a:gd name="connsiteY178" fmla="*/ 2101004 h 2237474"/>
              <a:gd name="connsiteX179" fmla="*/ 1759056 w 12192000"/>
              <a:gd name="connsiteY179" fmla="*/ 2125608 h 2237474"/>
              <a:gd name="connsiteX180" fmla="*/ 1637948 w 12192000"/>
              <a:gd name="connsiteY180" fmla="*/ 2172597 h 2237474"/>
              <a:gd name="connsiteX181" fmla="*/ 1434549 w 12192000"/>
              <a:gd name="connsiteY181" fmla="*/ 2234522 h 2237474"/>
              <a:gd name="connsiteX182" fmla="*/ 1398481 w 12192000"/>
              <a:gd name="connsiteY182" fmla="*/ 2237074 h 2237474"/>
              <a:gd name="connsiteX183" fmla="*/ 1398407 w 12192000"/>
              <a:gd name="connsiteY183" fmla="*/ 2237095 h 2237474"/>
              <a:gd name="connsiteX184" fmla="*/ 1370962 w 12192000"/>
              <a:gd name="connsiteY184" fmla="*/ 2237474 h 2237474"/>
              <a:gd name="connsiteX185" fmla="*/ 1356367 w 12192000"/>
              <a:gd name="connsiteY185" fmla="*/ 2235089 h 2237474"/>
              <a:gd name="connsiteX186" fmla="*/ 1324828 w 12192000"/>
              <a:gd name="connsiteY186" fmla="*/ 2231968 h 2237474"/>
              <a:gd name="connsiteX187" fmla="*/ 1297744 w 12192000"/>
              <a:gd name="connsiteY187" fmla="*/ 2235849 h 2237474"/>
              <a:gd name="connsiteX188" fmla="*/ 1286236 w 12192000"/>
              <a:gd name="connsiteY188" fmla="*/ 2233135 h 2237474"/>
              <a:gd name="connsiteX189" fmla="*/ 1283504 w 12192000"/>
              <a:gd name="connsiteY189" fmla="*/ 2233797 h 2237474"/>
              <a:gd name="connsiteX190" fmla="*/ 1279765 w 12192000"/>
              <a:gd name="connsiteY190" fmla="*/ 2229639 h 2237474"/>
              <a:gd name="connsiteX191" fmla="*/ 1195347 w 12192000"/>
              <a:gd name="connsiteY191" fmla="*/ 2212354 h 2237474"/>
              <a:gd name="connsiteX192" fmla="*/ 970251 w 12192000"/>
              <a:gd name="connsiteY192" fmla="*/ 2221029 h 2237474"/>
              <a:gd name="connsiteX193" fmla="*/ 812914 w 12192000"/>
              <a:gd name="connsiteY193" fmla="*/ 2202752 h 2237474"/>
              <a:gd name="connsiteX194" fmla="*/ 800195 w 12192000"/>
              <a:gd name="connsiteY194" fmla="*/ 2209407 h 2237474"/>
              <a:gd name="connsiteX195" fmla="*/ 784978 w 12192000"/>
              <a:gd name="connsiteY195" fmla="*/ 2212360 h 2237474"/>
              <a:gd name="connsiteX196" fmla="*/ 681987 w 12192000"/>
              <a:gd name="connsiteY196" fmla="*/ 2216757 h 2237474"/>
              <a:gd name="connsiteX197" fmla="*/ 669923 w 12192000"/>
              <a:gd name="connsiteY197" fmla="*/ 2211682 h 2237474"/>
              <a:gd name="connsiteX198" fmla="*/ 648680 w 12192000"/>
              <a:gd name="connsiteY198" fmla="*/ 2206229 h 2237474"/>
              <a:gd name="connsiteX199" fmla="*/ 597225 w 12192000"/>
              <a:gd name="connsiteY199" fmla="*/ 2180999 h 2237474"/>
              <a:gd name="connsiteX200" fmla="*/ 558449 w 12192000"/>
              <a:gd name="connsiteY200" fmla="*/ 2182346 h 2237474"/>
              <a:gd name="connsiteX201" fmla="*/ 550517 w 12192000"/>
              <a:gd name="connsiteY201" fmla="*/ 2182060 h 2237474"/>
              <a:gd name="connsiteX202" fmla="*/ 550309 w 12192000"/>
              <a:gd name="connsiteY202" fmla="*/ 2181825 h 2237474"/>
              <a:gd name="connsiteX203" fmla="*/ 541836 w 12192000"/>
              <a:gd name="connsiteY203" fmla="*/ 2181063 h 2237474"/>
              <a:gd name="connsiteX204" fmla="*/ 536057 w 12192000"/>
              <a:gd name="connsiteY204" fmla="*/ 2181537 h 2237474"/>
              <a:gd name="connsiteX205" fmla="*/ 520671 w 12192000"/>
              <a:gd name="connsiteY205" fmla="*/ 2180980 h 2237474"/>
              <a:gd name="connsiteX206" fmla="*/ 515024 w 12192000"/>
              <a:gd name="connsiteY206" fmla="*/ 2179258 h 2237474"/>
              <a:gd name="connsiteX207" fmla="*/ 512278 w 12192000"/>
              <a:gd name="connsiteY207" fmla="*/ 2176369 h 2237474"/>
              <a:gd name="connsiteX208" fmla="*/ 480419 w 12192000"/>
              <a:gd name="connsiteY208" fmla="*/ 2167807 h 2237474"/>
              <a:gd name="connsiteX209" fmla="*/ 413835 w 12192000"/>
              <a:gd name="connsiteY209" fmla="*/ 2156783 h 2237474"/>
              <a:gd name="connsiteX210" fmla="*/ 376513 w 12192000"/>
              <a:gd name="connsiteY210" fmla="*/ 2154014 h 2237474"/>
              <a:gd name="connsiteX211" fmla="*/ 273386 w 12192000"/>
              <a:gd name="connsiteY211" fmla="*/ 2142551 h 2237474"/>
              <a:gd name="connsiteX212" fmla="*/ 169207 w 12192000"/>
              <a:gd name="connsiteY212" fmla="*/ 2128100 h 2237474"/>
              <a:gd name="connsiteX213" fmla="*/ 93149 w 12192000"/>
              <a:gd name="connsiteY213" fmla="*/ 2105324 h 2237474"/>
              <a:gd name="connsiteX214" fmla="*/ 88109 w 12192000"/>
              <a:gd name="connsiteY214" fmla="*/ 2106704 h 2237474"/>
              <a:gd name="connsiteX215" fmla="*/ 80022 w 12192000"/>
              <a:gd name="connsiteY215" fmla="*/ 2107254 h 2237474"/>
              <a:gd name="connsiteX216" fmla="*/ 79717 w 12192000"/>
              <a:gd name="connsiteY216" fmla="*/ 2107046 h 2237474"/>
              <a:gd name="connsiteX217" fmla="*/ 72352 w 12192000"/>
              <a:gd name="connsiteY217" fmla="*/ 2107991 h 2237474"/>
              <a:gd name="connsiteX218" fmla="*/ 37645 w 12192000"/>
              <a:gd name="connsiteY218" fmla="*/ 2115401 h 2237474"/>
              <a:gd name="connsiteX219" fmla="*/ 4572 w 12192000"/>
              <a:gd name="connsiteY219" fmla="*/ 2111091 h 2237474"/>
              <a:gd name="connsiteX220" fmla="*/ 0 w 12192000"/>
              <a:gd name="connsiteY220" fmla="*/ 2110468 h 2237474"/>
              <a:gd name="connsiteX221" fmla="*/ 0 w 12192000"/>
              <a:gd name="connsiteY22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278619 w 12192000"/>
              <a:gd name="connsiteY39" fmla="*/ 1011878 h 2237474"/>
              <a:gd name="connsiteX40" fmla="*/ 9268019 w 12192000"/>
              <a:gd name="connsiteY40" fmla="*/ 1007442 h 2237474"/>
              <a:gd name="connsiteX41" fmla="*/ 9234662 w 12192000"/>
              <a:gd name="connsiteY41" fmla="*/ 1023056 h 2237474"/>
              <a:gd name="connsiteX42" fmla="*/ 9181033 w 12192000"/>
              <a:gd name="connsiteY42" fmla="*/ 1037921 h 2237474"/>
              <a:gd name="connsiteX43" fmla="*/ 9155969 w 12192000"/>
              <a:gd name="connsiteY43" fmla="*/ 1046804 h 2237474"/>
              <a:gd name="connsiteX44" fmla="*/ 9133985 w 12192000"/>
              <a:gd name="connsiteY44" fmla="*/ 1046450 h 2237474"/>
              <a:gd name="connsiteX45" fmla="*/ 9012987 w 12192000"/>
              <a:gd name="connsiteY45" fmla="*/ 1061986 h 2237474"/>
              <a:gd name="connsiteX46" fmla="*/ 8968445 w 12192000"/>
              <a:gd name="connsiteY46" fmla="*/ 1052169 h 2237474"/>
              <a:gd name="connsiteX47" fmla="*/ 8958984 w 12192000"/>
              <a:gd name="connsiteY47" fmla="*/ 1057212 h 2237474"/>
              <a:gd name="connsiteX48" fmla="*/ 8886001 w 12192000"/>
              <a:gd name="connsiteY48" fmla="*/ 1067468 h 2237474"/>
              <a:gd name="connsiteX49" fmla="*/ 8838610 w 12192000"/>
              <a:gd name="connsiteY49" fmla="*/ 1075091 h 2237474"/>
              <a:gd name="connsiteX50" fmla="*/ 8750383 w 12192000"/>
              <a:gd name="connsiteY50" fmla="*/ 1097387 h 2237474"/>
              <a:gd name="connsiteX51" fmla="*/ 8697365 w 12192000"/>
              <a:gd name="connsiteY51" fmla="*/ 1105869 h 2237474"/>
              <a:gd name="connsiteX52" fmla="*/ 8665605 w 12192000"/>
              <a:gd name="connsiteY52" fmla="*/ 1110791 h 2237474"/>
              <a:gd name="connsiteX53" fmla="*/ 8584946 w 12192000"/>
              <a:gd name="connsiteY53" fmla="*/ 1135226 h 2237474"/>
              <a:gd name="connsiteX54" fmla="*/ 8460755 w 12192000"/>
              <a:gd name="connsiteY54" fmla="*/ 1203427 h 2237474"/>
              <a:gd name="connsiteX55" fmla="*/ 8419755 w 12192000"/>
              <a:gd name="connsiteY55" fmla="*/ 1216260 h 2237474"/>
              <a:gd name="connsiteX56" fmla="*/ 8411626 w 12192000"/>
              <a:gd name="connsiteY56" fmla="*/ 1214397 h 2237474"/>
              <a:gd name="connsiteX57" fmla="*/ 8363469 w 12192000"/>
              <a:gd name="connsiteY57" fmla="*/ 1246658 h 2237474"/>
              <a:gd name="connsiteX58" fmla="*/ 8275497 w 12192000"/>
              <a:gd name="connsiteY58" fmla="*/ 1264396 h 2237474"/>
              <a:gd name="connsiteX59" fmla="*/ 8206287 w 12192000"/>
              <a:gd name="connsiteY59" fmla="*/ 1273060 h 2237474"/>
              <a:gd name="connsiteX60" fmla="*/ 8168705 w 12192000"/>
              <a:gd name="connsiteY60" fmla="*/ 1279956 h 2237474"/>
              <a:gd name="connsiteX61" fmla="*/ 8139997 w 12192000"/>
              <a:gd name="connsiteY61" fmla="*/ 1282713 h 2237474"/>
              <a:gd name="connsiteX62" fmla="*/ 8074238 w 12192000"/>
              <a:gd name="connsiteY62" fmla="*/ 1301895 h 2237474"/>
              <a:gd name="connsiteX63" fmla="*/ 7968292 w 12192000"/>
              <a:gd name="connsiteY63" fmla="*/ 1338779 h 2237474"/>
              <a:gd name="connsiteX64" fmla="*/ 7945122 w 12192000"/>
              <a:gd name="connsiteY64" fmla="*/ 1345477 h 2237474"/>
              <a:gd name="connsiteX65" fmla="*/ 7902328 w 12192000"/>
              <a:gd name="connsiteY65" fmla="*/ 1345865 h 2237474"/>
              <a:gd name="connsiteX66" fmla="*/ 7875879 w 12192000"/>
              <a:gd name="connsiteY66" fmla="*/ 1345646 h 2237474"/>
              <a:gd name="connsiteX67" fmla="*/ 7840612 w 12192000"/>
              <a:gd name="connsiteY67" fmla="*/ 1369373 h 2237474"/>
              <a:gd name="connsiteX68" fmla="*/ 7786819 w 12192000"/>
              <a:gd name="connsiteY68" fmla="*/ 1378970 h 2237474"/>
              <a:gd name="connsiteX69" fmla="*/ 7548172 w 12192000"/>
              <a:gd name="connsiteY69" fmla="*/ 1417460 h 2237474"/>
              <a:gd name="connsiteX70" fmla="*/ 7483437 w 12192000"/>
              <a:gd name="connsiteY70" fmla="*/ 1478152 h 2237474"/>
              <a:gd name="connsiteX71" fmla="*/ 7377870 w 12192000"/>
              <a:gd name="connsiteY71" fmla="*/ 1523319 h 2237474"/>
              <a:gd name="connsiteX72" fmla="*/ 7230737 w 12192000"/>
              <a:gd name="connsiteY72" fmla="*/ 1562633 h 2237474"/>
              <a:gd name="connsiteX73" fmla="*/ 7224458 w 12192000"/>
              <a:gd name="connsiteY73" fmla="*/ 1573008 h 2237474"/>
              <a:gd name="connsiteX74" fmla="*/ 7213486 w 12192000"/>
              <a:gd name="connsiteY74" fmla="*/ 1580987 h 2237474"/>
              <a:gd name="connsiteX75" fmla="*/ 7183121 w 12192000"/>
              <a:gd name="connsiteY75" fmla="*/ 1595162 h 2237474"/>
              <a:gd name="connsiteX76" fmla="*/ 7164601 w 12192000"/>
              <a:gd name="connsiteY76" fmla="*/ 1606490 h 2237474"/>
              <a:gd name="connsiteX77" fmla="*/ 7114651 w 12192000"/>
              <a:gd name="connsiteY77" fmla="*/ 1620959 h 2237474"/>
              <a:gd name="connsiteX78" fmla="*/ 7092727 w 12192000"/>
              <a:gd name="connsiteY78" fmla="*/ 1623628 h 2237474"/>
              <a:gd name="connsiteX79" fmla="*/ 7031309 w 12192000"/>
              <a:gd name="connsiteY79" fmla="*/ 1619451 h 2237474"/>
              <a:gd name="connsiteX80" fmla="*/ 6999084 w 12192000"/>
              <a:gd name="connsiteY80" fmla="*/ 1634317 h 2237474"/>
              <a:gd name="connsiteX81" fmla="*/ 6992107 w 12192000"/>
              <a:gd name="connsiteY81" fmla="*/ 1636860 h 2237474"/>
              <a:gd name="connsiteX82" fmla="*/ 6991765 w 12192000"/>
              <a:gd name="connsiteY82" fmla="*/ 1636725 h 2237474"/>
              <a:gd name="connsiteX83" fmla="*/ 6900177 w 12192000"/>
              <a:gd name="connsiteY83" fmla="*/ 1636016 h 2237474"/>
              <a:gd name="connsiteX84" fmla="*/ 6795372 w 12192000"/>
              <a:gd name="connsiteY84" fmla="*/ 1644845 h 2237474"/>
              <a:gd name="connsiteX85" fmla="*/ 6692251 w 12192000"/>
              <a:gd name="connsiteY85" fmla="*/ 1656357 h 2237474"/>
              <a:gd name="connsiteX86" fmla="*/ 6655235 w 12192000"/>
              <a:gd name="connsiteY86" fmla="*/ 1661869 h 2237474"/>
              <a:gd name="connsiteX87" fmla="*/ 6587857 w 12192000"/>
              <a:gd name="connsiteY87" fmla="*/ 1665769 h 2237474"/>
              <a:gd name="connsiteX88" fmla="*/ 6554894 w 12192000"/>
              <a:gd name="connsiteY88" fmla="*/ 1664428 h 2237474"/>
              <a:gd name="connsiteX89" fmla="*/ 6516595 w 12192000"/>
              <a:gd name="connsiteY89" fmla="*/ 1667475 h 2237474"/>
              <a:gd name="connsiteX90" fmla="*/ 6508541 w 12192000"/>
              <a:gd name="connsiteY90" fmla="*/ 1668757 h 2237474"/>
              <a:gd name="connsiteX91" fmla="*/ 6471012 w 12192000"/>
              <a:gd name="connsiteY91" fmla="*/ 1678604 h 2237474"/>
              <a:gd name="connsiteX92" fmla="*/ 6415265 w 12192000"/>
              <a:gd name="connsiteY92" fmla="*/ 1665317 h 2237474"/>
              <a:gd name="connsiteX93" fmla="*/ 6364035 w 12192000"/>
              <a:gd name="connsiteY93" fmla="*/ 1667683 h 2237474"/>
              <a:gd name="connsiteX94" fmla="*/ 6280959 w 12192000"/>
              <a:gd name="connsiteY94" fmla="*/ 1689329 h 2237474"/>
              <a:gd name="connsiteX95" fmla="*/ 6243319 w 12192000"/>
              <a:gd name="connsiteY95" fmla="*/ 1695560 h 2237474"/>
              <a:gd name="connsiteX96" fmla="*/ 6098321 w 12192000"/>
              <a:gd name="connsiteY96" fmla="*/ 1721646 h 2237474"/>
              <a:gd name="connsiteX97" fmla="*/ 5880652 w 12192000"/>
              <a:gd name="connsiteY97" fmla="*/ 1779643 h 2237474"/>
              <a:gd name="connsiteX98" fmla="*/ 5785959 w 12192000"/>
              <a:gd name="connsiteY98" fmla="*/ 1775307 h 2237474"/>
              <a:gd name="connsiteX99" fmla="*/ 5643534 w 12192000"/>
              <a:gd name="connsiteY99" fmla="*/ 1802919 h 2237474"/>
              <a:gd name="connsiteX100" fmla="*/ 5518799 w 12192000"/>
              <a:gd name="connsiteY100" fmla="*/ 1818312 h 2237474"/>
              <a:gd name="connsiteX101" fmla="*/ 5505014 w 12192000"/>
              <a:gd name="connsiteY101" fmla="*/ 1819259 h 2237474"/>
              <a:gd name="connsiteX102" fmla="*/ 5453307 w 12192000"/>
              <a:gd name="connsiteY102" fmla="*/ 1815450 h 2237474"/>
              <a:gd name="connsiteX103" fmla="*/ 5364192 w 12192000"/>
              <a:gd name="connsiteY103" fmla="*/ 1826074 h 2237474"/>
              <a:gd name="connsiteX104" fmla="*/ 5350380 w 12192000"/>
              <a:gd name="connsiteY104" fmla="*/ 1830891 h 2237474"/>
              <a:gd name="connsiteX105" fmla="*/ 5259633 w 12192000"/>
              <a:gd name="connsiteY105" fmla="*/ 1837160 h 2237474"/>
              <a:gd name="connsiteX106" fmla="*/ 5197513 w 12192000"/>
              <a:gd name="connsiteY106" fmla="*/ 1844718 h 2237474"/>
              <a:gd name="connsiteX107" fmla="*/ 5168852 w 12192000"/>
              <a:gd name="connsiteY107" fmla="*/ 1844846 h 2237474"/>
              <a:gd name="connsiteX108" fmla="*/ 5114927 w 12192000"/>
              <a:gd name="connsiteY108" fmla="*/ 1847827 h 2237474"/>
              <a:gd name="connsiteX109" fmla="*/ 5108970 w 12192000"/>
              <a:gd name="connsiteY109" fmla="*/ 1847935 h 2237474"/>
              <a:gd name="connsiteX110" fmla="*/ 5067961 w 12192000"/>
              <a:gd name="connsiteY110" fmla="*/ 1845917 h 2237474"/>
              <a:gd name="connsiteX111" fmla="*/ 5007075 w 12192000"/>
              <a:gd name="connsiteY111" fmla="*/ 1838626 h 2237474"/>
              <a:gd name="connsiteX112" fmla="*/ 4944087 w 12192000"/>
              <a:gd name="connsiteY112" fmla="*/ 1823332 h 2237474"/>
              <a:gd name="connsiteX113" fmla="*/ 4907662 w 12192000"/>
              <a:gd name="connsiteY113" fmla="*/ 1816900 h 2237474"/>
              <a:gd name="connsiteX114" fmla="*/ 4882386 w 12192000"/>
              <a:gd name="connsiteY114" fmla="*/ 1809844 h 2237474"/>
              <a:gd name="connsiteX115" fmla="*/ 4811440 w 12192000"/>
              <a:gd name="connsiteY115" fmla="*/ 1804655 h 2237474"/>
              <a:gd name="connsiteX116" fmla="*/ 4691075 w 12192000"/>
              <a:gd name="connsiteY116" fmla="*/ 1801389 h 2237474"/>
              <a:gd name="connsiteX117" fmla="*/ 4611738 w 12192000"/>
              <a:gd name="connsiteY117" fmla="*/ 1776964 h 2237474"/>
              <a:gd name="connsiteX118" fmla="*/ 4560070 w 12192000"/>
              <a:gd name="connsiteY118" fmla="*/ 1785640 h 2237474"/>
              <a:gd name="connsiteX119" fmla="*/ 4536503 w 12192000"/>
              <a:gd name="connsiteY119" fmla="*/ 1785334 h 2237474"/>
              <a:gd name="connsiteX120" fmla="*/ 4513724 w 12192000"/>
              <a:gd name="connsiteY120" fmla="*/ 1791996 h 2237474"/>
              <a:gd name="connsiteX121" fmla="*/ 4459810 w 12192000"/>
              <a:gd name="connsiteY121" fmla="*/ 1797886 h 2237474"/>
              <a:gd name="connsiteX122" fmla="*/ 4379064 w 12192000"/>
              <a:gd name="connsiteY122" fmla="*/ 1817177 h 2237474"/>
              <a:gd name="connsiteX123" fmla="*/ 4319209 w 12192000"/>
              <a:gd name="connsiteY123" fmla="*/ 1834833 h 2237474"/>
              <a:gd name="connsiteX124" fmla="*/ 4290981 w 12192000"/>
              <a:gd name="connsiteY124" fmla="*/ 1839677 h 2237474"/>
              <a:gd name="connsiteX125" fmla="*/ 4285792 w 12192000"/>
              <a:gd name="connsiteY125" fmla="*/ 1836231 h 2237474"/>
              <a:gd name="connsiteX126" fmla="*/ 4238372 w 12192000"/>
              <a:gd name="connsiteY126" fmla="*/ 1851480 h 2237474"/>
              <a:gd name="connsiteX127" fmla="*/ 4232517 w 12192000"/>
              <a:gd name="connsiteY127" fmla="*/ 1852567 h 2237474"/>
              <a:gd name="connsiteX128" fmla="*/ 4191732 w 12192000"/>
              <a:gd name="connsiteY128" fmla="*/ 1857328 h 2237474"/>
              <a:gd name="connsiteX129" fmla="*/ 4065532 w 12192000"/>
              <a:gd name="connsiteY129" fmla="*/ 1855477 h 2237474"/>
              <a:gd name="connsiteX130" fmla="*/ 4028460 w 12192000"/>
              <a:gd name="connsiteY130" fmla="*/ 1855137 h 2237474"/>
              <a:gd name="connsiteX131" fmla="*/ 4002267 w 12192000"/>
              <a:gd name="connsiteY131" fmla="*/ 1852352 h 2237474"/>
              <a:gd name="connsiteX132" fmla="*/ 3931396 w 12192000"/>
              <a:gd name="connsiteY132" fmla="*/ 1858915 h 2237474"/>
              <a:gd name="connsiteX133" fmla="*/ 3812162 w 12192000"/>
              <a:gd name="connsiteY133" fmla="*/ 1875501 h 2237474"/>
              <a:gd name="connsiteX134" fmla="*/ 3729530 w 12192000"/>
              <a:gd name="connsiteY134" fmla="*/ 1864513 h 2237474"/>
              <a:gd name="connsiteX135" fmla="*/ 3680177 w 12192000"/>
              <a:gd name="connsiteY135" fmla="*/ 1881552 h 2237474"/>
              <a:gd name="connsiteX136" fmla="*/ 3567259 w 12192000"/>
              <a:gd name="connsiteY136" fmla="*/ 1893482 h 2237474"/>
              <a:gd name="connsiteX137" fmla="*/ 3405770 w 12192000"/>
              <a:gd name="connsiteY137" fmla="*/ 1904591 h 2237474"/>
              <a:gd name="connsiteX138" fmla="*/ 3280097 w 12192000"/>
              <a:gd name="connsiteY138" fmla="*/ 1919610 h 2237474"/>
              <a:gd name="connsiteX139" fmla="*/ 3123424 w 12192000"/>
              <a:gd name="connsiteY139" fmla="*/ 1952930 h 2237474"/>
              <a:gd name="connsiteX140" fmla="*/ 3009910 w 12192000"/>
              <a:gd name="connsiteY140" fmla="*/ 1957866 h 2237474"/>
              <a:gd name="connsiteX141" fmla="*/ 2995934 w 12192000"/>
              <a:gd name="connsiteY141" fmla="*/ 1967085 h 2237474"/>
              <a:gd name="connsiteX142" fmla="*/ 2980071 w 12192000"/>
              <a:gd name="connsiteY142" fmla="*/ 1972988 h 2237474"/>
              <a:gd name="connsiteX143" fmla="*/ 2978094 w 12192000"/>
              <a:gd name="connsiteY143" fmla="*/ 1972369 h 2237474"/>
              <a:gd name="connsiteX144" fmla="*/ 2942858 w 12192000"/>
              <a:gd name="connsiteY144" fmla="*/ 1981367 h 2237474"/>
              <a:gd name="connsiteX145" fmla="*/ 2875436 w 12192000"/>
              <a:gd name="connsiteY145" fmla="*/ 1996977 h 2237474"/>
              <a:gd name="connsiteX146" fmla="*/ 2874892 w 12192000"/>
              <a:gd name="connsiteY146" fmla="*/ 1996085 h 2237474"/>
              <a:gd name="connsiteX147" fmla="*/ 2864145 w 12192000"/>
              <a:gd name="connsiteY147" fmla="*/ 1994061 h 2237474"/>
              <a:gd name="connsiteX148" fmla="*/ 2843662 w 12192000"/>
              <a:gd name="connsiteY148" fmla="*/ 1992498 h 2237474"/>
              <a:gd name="connsiteX149" fmla="*/ 2796128 w 12192000"/>
              <a:gd name="connsiteY149" fmla="*/ 1976403 h 2237474"/>
              <a:gd name="connsiteX150" fmla="*/ 2756784 w 12192000"/>
              <a:gd name="connsiteY150" fmla="*/ 1985116 h 2237474"/>
              <a:gd name="connsiteX151" fmla="*/ 2748833 w 12192000"/>
              <a:gd name="connsiteY151" fmla="*/ 1986323 h 2237474"/>
              <a:gd name="connsiteX152" fmla="*/ 2748661 w 12192000"/>
              <a:gd name="connsiteY152" fmla="*/ 1986122 h 2237474"/>
              <a:gd name="connsiteX153" fmla="*/ 2740251 w 12192000"/>
              <a:gd name="connsiteY153" fmla="*/ 1986946 h 2237474"/>
              <a:gd name="connsiteX154" fmla="*/ 2718916 w 12192000"/>
              <a:gd name="connsiteY154" fmla="*/ 1990867 h 2237474"/>
              <a:gd name="connsiteX155" fmla="*/ 2713522 w 12192000"/>
              <a:gd name="connsiteY155" fmla="*/ 1990173 h 2237474"/>
              <a:gd name="connsiteX156" fmla="*/ 2680597 w 12192000"/>
              <a:gd name="connsiteY156" fmla="*/ 1984996 h 2237474"/>
              <a:gd name="connsiteX157" fmla="*/ 2578178 w 12192000"/>
              <a:gd name="connsiteY157" fmla="*/ 1990531 h 2237474"/>
              <a:gd name="connsiteX158" fmla="*/ 2476147 w 12192000"/>
              <a:gd name="connsiteY158" fmla="*/ 1998305 h 2237474"/>
              <a:gd name="connsiteX159" fmla="*/ 2373568 w 12192000"/>
              <a:gd name="connsiteY159" fmla="*/ 2003219 h 2237474"/>
              <a:gd name="connsiteX160" fmla="*/ 2321399 w 12192000"/>
              <a:gd name="connsiteY160" fmla="*/ 1989467 h 2237474"/>
              <a:gd name="connsiteX161" fmla="*/ 2315525 w 12192000"/>
              <a:gd name="connsiteY161" fmla="*/ 1989708 h 2237474"/>
              <a:gd name="connsiteX162" fmla="*/ 2300792 w 12192000"/>
              <a:gd name="connsiteY162" fmla="*/ 1994290 h 2237474"/>
              <a:gd name="connsiteX163" fmla="*/ 2295469 w 12192000"/>
              <a:gd name="connsiteY163" fmla="*/ 1996659 h 2237474"/>
              <a:gd name="connsiteX164" fmla="*/ 2287219 w 12192000"/>
              <a:gd name="connsiteY164" fmla="*/ 1998750 h 2237474"/>
              <a:gd name="connsiteX165" fmla="*/ 2286948 w 12192000"/>
              <a:gd name="connsiteY165" fmla="*/ 1998596 h 2237474"/>
              <a:gd name="connsiteX166" fmla="*/ 2243069 w 12192000"/>
              <a:gd name="connsiteY166" fmla="*/ 2015111 h 2237474"/>
              <a:gd name="connsiteX167" fmla="*/ 2186609 w 12192000"/>
              <a:gd name="connsiteY167" fmla="*/ 2008263 h 2237474"/>
              <a:gd name="connsiteX168" fmla="*/ 2164831 w 12192000"/>
              <a:gd name="connsiteY168" fmla="*/ 2010143 h 2237474"/>
              <a:gd name="connsiteX169" fmla="*/ 2152836 w 12192000"/>
              <a:gd name="connsiteY169" fmla="*/ 2010048 h 2237474"/>
              <a:gd name="connsiteX170" fmla="*/ 2117102 w 12192000"/>
              <a:gd name="connsiteY170" fmla="*/ 2023004 h 2237474"/>
              <a:gd name="connsiteX171" fmla="*/ 2111935 w 12192000"/>
              <a:gd name="connsiteY171" fmla="*/ 2023163 h 2237474"/>
              <a:gd name="connsiteX172" fmla="*/ 2089991 w 12192000"/>
              <a:gd name="connsiteY172" fmla="*/ 2034193 h 2237474"/>
              <a:gd name="connsiteX173" fmla="*/ 2058061 w 12192000"/>
              <a:gd name="connsiteY173" fmla="*/ 2047942 h 2237474"/>
              <a:gd name="connsiteX174" fmla="*/ 2055737 w 12192000"/>
              <a:gd name="connsiteY174" fmla="*/ 2047704 h 2237474"/>
              <a:gd name="connsiteX175" fmla="*/ 2042244 w 12192000"/>
              <a:gd name="connsiteY175" fmla="*/ 2055560 h 2237474"/>
              <a:gd name="connsiteX176" fmla="*/ 1976224 w 12192000"/>
              <a:gd name="connsiteY176" fmla="*/ 2074257 h 2237474"/>
              <a:gd name="connsiteX177" fmla="*/ 1877728 w 12192000"/>
              <a:gd name="connsiteY177" fmla="*/ 2101004 h 2237474"/>
              <a:gd name="connsiteX178" fmla="*/ 1759056 w 12192000"/>
              <a:gd name="connsiteY178" fmla="*/ 2125608 h 2237474"/>
              <a:gd name="connsiteX179" fmla="*/ 1637948 w 12192000"/>
              <a:gd name="connsiteY179" fmla="*/ 2172597 h 2237474"/>
              <a:gd name="connsiteX180" fmla="*/ 1434549 w 12192000"/>
              <a:gd name="connsiteY180" fmla="*/ 2234522 h 2237474"/>
              <a:gd name="connsiteX181" fmla="*/ 1398481 w 12192000"/>
              <a:gd name="connsiteY181" fmla="*/ 2237074 h 2237474"/>
              <a:gd name="connsiteX182" fmla="*/ 1398407 w 12192000"/>
              <a:gd name="connsiteY182" fmla="*/ 2237095 h 2237474"/>
              <a:gd name="connsiteX183" fmla="*/ 1370962 w 12192000"/>
              <a:gd name="connsiteY183" fmla="*/ 2237474 h 2237474"/>
              <a:gd name="connsiteX184" fmla="*/ 1356367 w 12192000"/>
              <a:gd name="connsiteY184" fmla="*/ 2235089 h 2237474"/>
              <a:gd name="connsiteX185" fmla="*/ 1324828 w 12192000"/>
              <a:gd name="connsiteY185" fmla="*/ 2231968 h 2237474"/>
              <a:gd name="connsiteX186" fmla="*/ 1297744 w 12192000"/>
              <a:gd name="connsiteY186" fmla="*/ 2235849 h 2237474"/>
              <a:gd name="connsiteX187" fmla="*/ 1286236 w 12192000"/>
              <a:gd name="connsiteY187" fmla="*/ 2233135 h 2237474"/>
              <a:gd name="connsiteX188" fmla="*/ 1283504 w 12192000"/>
              <a:gd name="connsiteY188" fmla="*/ 2233797 h 2237474"/>
              <a:gd name="connsiteX189" fmla="*/ 1279765 w 12192000"/>
              <a:gd name="connsiteY189" fmla="*/ 2229639 h 2237474"/>
              <a:gd name="connsiteX190" fmla="*/ 1195347 w 12192000"/>
              <a:gd name="connsiteY190" fmla="*/ 2212354 h 2237474"/>
              <a:gd name="connsiteX191" fmla="*/ 970251 w 12192000"/>
              <a:gd name="connsiteY191" fmla="*/ 2221029 h 2237474"/>
              <a:gd name="connsiteX192" fmla="*/ 812914 w 12192000"/>
              <a:gd name="connsiteY192" fmla="*/ 2202752 h 2237474"/>
              <a:gd name="connsiteX193" fmla="*/ 800195 w 12192000"/>
              <a:gd name="connsiteY193" fmla="*/ 2209407 h 2237474"/>
              <a:gd name="connsiteX194" fmla="*/ 784978 w 12192000"/>
              <a:gd name="connsiteY194" fmla="*/ 2212360 h 2237474"/>
              <a:gd name="connsiteX195" fmla="*/ 681987 w 12192000"/>
              <a:gd name="connsiteY195" fmla="*/ 2216757 h 2237474"/>
              <a:gd name="connsiteX196" fmla="*/ 669923 w 12192000"/>
              <a:gd name="connsiteY196" fmla="*/ 2211682 h 2237474"/>
              <a:gd name="connsiteX197" fmla="*/ 648680 w 12192000"/>
              <a:gd name="connsiteY197" fmla="*/ 2206229 h 2237474"/>
              <a:gd name="connsiteX198" fmla="*/ 597225 w 12192000"/>
              <a:gd name="connsiteY198" fmla="*/ 2180999 h 2237474"/>
              <a:gd name="connsiteX199" fmla="*/ 558449 w 12192000"/>
              <a:gd name="connsiteY199" fmla="*/ 2182346 h 2237474"/>
              <a:gd name="connsiteX200" fmla="*/ 550517 w 12192000"/>
              <a:gd name="connsiteY200" fmla="*/ 2182060 h 2237474"/>
              <a:gd name="connsiteX201" fmla="*/ 550309 w 12192000"/>
              <a:gd name="connsiteY201" fmla="*/ 2181825 h 2237474"/>
              <a:gd name="connsiteX202" fmla="*/ 541836 w 12192000"/>
              <a:gd name="connsiteY202" fmla="*/ 2181063 h 2237474"/>
              <a:gd name="connsiteX203" fmla="*/ 536057 w 12192000"/>
              <a:gd name="connsiteY203" fmla="*/ 2181537 h 2237474"/>
              <a:gd name="connsiteX204" fmla="*/ 520671 w 12192000"/>
              <a:gd name="connsiteY204" fmla="*/ 2180980 h 2237474"/>
              <a:gd name="connsiteX205" fmla="*/ 515024 w 12192000"/>
              <a:gd name="connsiteY205" fmla="*/ 2179258 h 2237474"/>
              <a:gd name="connsiteX206" fmla="*/ 512278 w 12192000"/>
              <a:gd name="connsiteY206" fmla="*/ 2176369 h 2237474"/>
              <a:gd name="connsiteX207" fmla="*/ 480419 w 12192000"/>
              <a:gd name="connsiteY207" fmla="*/ 2167807 h 2237474"/>
              <a:gd name="connsiteX208" fmla="*/ 413835 w 12192000"/>
              <a:gd name="connsiteY208" fmla="*/ 2156783 h 2237474"/>
              <a:gd name="connsiteX209" fmla="*/ 376513 w 12192000"/>
              <a:gd name="connsiteY209" fmla="*/ 2154014 h 2237474"/>
              <a:gd name="connsiteX210" fmla="*/ 273386 w 12192000"/>
              <a:gd name="connsiteY210" fmla="*/ 2142551 h 2237474"/>
              <a:gd name="connsiteX211" fmla="*/ 169207 w 12192000"/>
              <a:gd name="connsiteY211" fmla="*/ 2128100 h 2237474"/>
              <a:gd name="connsiteX212" fmla="*/ 93149 w 12192000"/>
              <a:gd name="connsiteY212" fmla="*/ 2105324 h 2237474"/>
              <a:gd name="connsiteX213" fmla="*/ 88109 w 12192000"/>
              <a:gd name="connsiteY213" fmla="*/ 2106704 h 2237474"/>
              <a:gd name="connsiteX214" fmla="*/ 80022 w 12192000"/>
              <a:gd name="connsiteY214" fmla="*/ 2107254 h 2237474"/>
              <a:gd name="connsiteX215" fmla="*/ 79717 w 12192000"/>
              <a:gd name="connsiteY215" fmla="*/ 2107046 h 2237474"/>
              <a:gd name="connsiteX216" fmla="*/ 72352 w 12192000"/>
              <a:gd name="connsiteY216" fmla="*/ 2107991 h 2237474"/>
              <a:gd name="connsiteX217" fmla="*/ 37645 w 12192000"/>
              <a:gd name="connsiteY217" fmla="*/ 2115401 h 2237474"/>
              <a:gd name="connsiteX218" fmla="*/ 4572 w 12192000"/>
              <a:gd name="connsiteY218" fmla="*/ 2111091 h 2237474"/>
              <a:gd name="connsiteX219" fmla="*/ 0 w 12192000"/>
              <a:gd name="connsiteY219" fmla="*/ 2110468 h 2237474"/>
              <a:gd name="connsiteX220" fmla="*/ 0 w 12192000"/>
              <a:gd name="connsiteY22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00499 w 12192000"/>
              <a:gd name="connsiteY34" fmla="*/ 954680 h 2237474"/>
              <a:gd name="connsiteX35" fmla="*/ 9428195 w 12192000"/>
              <a:gd name="connsiteY35" fmla="*/ 986225 h 2237474"/>
              <a:gd name="connsiteX36" fmla="*/ 9410017 w 12192000"/>
              <a:gd name="connsiteY36" fmla="*/ 993931 h 2237474"/>
              <a:gd name="connsiteX37" fmla="*/ 9392919 w 12192000"/>
              <a:gd name="connsiteY37" fmla="*/ 994656 h 2237474"/>
              <a:gd name="connsiteX38" fmla="*/ 9278619 w 12192000"/>
              <a:gd name="connsiteY38" fmla="*/ 1011878 h 2237474"/>
              <a:gd name="connsiteX39" fmla="*/ 9268019 w 12192000"/>
              <a:gd name="connsiteY39" fmla="*/ 1007442 h 2237474"/>
              <a:gd name="connsiteX40" fmla="*/ 9234662 w 12192000"/>
              <a:gd name="connsiteY40" fmla="*/ 1023056 h 2237474"/>
              <a:gd name="connsiteX41" fmla="*/ 9181033 w 12192000"/>
              <a:gd name="connsiteY41" fmla="*/ 1037921 h 2237474"/>
              <a:gd name="connsiteX42" fmla="*/ 9155969 w 12192000"/>
              <a:gd name="connsiteY42" fmla="*/ 1046804 h 2237474"/>
              <a:gd name="connsiteX43" fmla="*/ 9133985 w 12192000"/>
              <a:gd name="connsiteY43" fmla="*/ 1046450 h 2237474"/>
              <a:gd name="connsiteX44" fmla="*/ 9012987 w 12192000"/>
              <a:gd name="connsiteY44" fmla="*/ 1061986 h 2237474"/>
              <a:gd name="connsiteX45" fmla="*/ 8968445 w 12192000"/>
              <a:gd name="connsiteY45" fmla="*/ 1052169 h 2237474"/>
              <a:gd name="connsiteX46" fmla="*/ 8958984 w 12192000"/>
              <a:gd name="connsiteY46" fmla="*/ 1057212 h 2237474"/>
              <a:gd name="connsiteX47" fmla="*/ 8886001 w 12192000"/>
              <a:gd name="connsiteY47" fmla="*/ 1067468 h 2237474"/>
              <a:gd name="connsiteX48" fmla="*/ 8838610 w 12192000"/>
              <a:gd name="connsiteY48" fmla="*/ 1075091 h 2237474"/>
              <a:gd name="connsiteX49" fmla="*/ 8750383 w 12192000"/>
              <a:gd name="connsiteY49" fmla="*/ 1097387 h 2237474"/>
              <a:gd name="connsiteX50" fmla="*/ 8697365 w 12192000"/>
              <a:gd name="connsiteY50" fmla="*/ 1105869 h 2237474"/>
              <a:gd name="connsiteX51" fmla="*/ 8665605 w 12192000"/>
              <a:gd name="connsiteY51" fmla="*/ 1110791 h 2237474"/>
              <a:gd name="connsiteX52" fmla="*/ 8584946 w 12192000"/>
              <a:gd name="connsiteY52" fmla="*/ 1135226 h 2237474"/>
              <a:gd name="connsiteX53" fmla="*/ 8460755 w 12192000"/>
              <a:gd name="connsiteY53" fmla="*/ 1203427 h 2237474"/>
              <a:gd name="connsiteX54" fmla="*/ 8419755 w 12192000"/>
              <a:gd name="connsiteY54" fmla="*/ 1216260 h 2237474"/>
              <a:gd name="connsiteX55" fmla="*/ 8411626 w 12192000"/>
              <a:gd name="connsiteY55" fmla="*/ 1214397 h 2237474"/>
              <a:gd name="connsiteX56" fmla="*/ 8363469 w 12192000"/>
              <a:gd name="connsiteY56" fmla="*/ 1246658 h 2237474"/>
              <a:gd name="connsiteX57" fmla="*/ 8275497 w 12192000"/>
              <a:gd name="connsiteY57" fmla="*/ 1264396 h 2237474"/>
              <a:gd name="connsiteX58" fmla="*/ 8206287 w 12192000"/>
              <a:gd name="connsiteY58" fmla="*/ 1273060 h 2237474"/>
              <a:gd name="connsiteX59" fmla="*/ 8168705 w 12192000"/>
              <a:gd name="connsiteY59" fmla="*/ 1279956 h 2237474"/>
              <a:gd name="connsiteX60" fmla="*/ 8139997 w 12192000"/>
              <a:gd name="connsiteY60" fmla="*/ 1282713 h 2237474"/>
              <a:gd name="connsiteX61" fmla="*/ 8074238 w 12192000"/>
              <a:gd name="connsiteY61" fmla="*/ 1301895 h 2237474"/>
              <a:gd name="connsiteX62" fmla="*/ 7968292 w 12192000"/>
              <a:gd name="connsiteY62" fmla="*/ 1338779 h 2237474"/>
              <a:gd name="connsiteX63" fmla="*/ 7945122 w 12192000"/>
              <a:gd name="connsiteY63" fmla="*/ 1345477 h 2237474"/>
              <a:gd name="connsiteX64" fmla="*/ 7902328 w 12192000"/>
              <a:gd name="connsiteY64" fmla="*/ 1345865 h 2237474"/>
              <a:gd name="connsiteX65" fmla="*/ 7875879 w 12192000"/>
              <a:gd name="connsiteY65" fmla="*/ 1345646 h 2237474"/>
              <a:gd name="connsiteX66" fmla="*/ 7840612 w 12192000"/>
              <a:gd name="connsiteY66" fmla="*/ 1369373 h 2237474"/>
              <a:gd name="connsiteX67" fmla="*/ 7786819 w 12192000"/>
              <a:gd name="connsiteY67" fmla="*/ 1378970 h 2237474"/>
              <a:gd name="connsiteX68" fmla="*/ 7548172 w 12192000"/>
              <a:gd name="connsiteY68" fmla="*/ 1417460 h 2237474"/>
              <a:gd name="connsiteX69" fmla="*/ 7483437 w 12192000"/>
              <a:gd name="connsiteY69" fmla="*/ 1478152 h 2237474"/>
              <a:gd name="connsiteX70" fmla="*/ 7377870 w 12192000"/>
              <a:gd name="connsiteY70" fmla="*/ 1523319 h 2237474"/>
              <a:gd name="connsiteX71" fmla="*/ 7230737 w 12192000"/>
              <a:gd name="connsiteY71" fmla="*/ 1562633 h 2237474"/>
              <a:gd name="connsiteX72" fmla="*/ 7224458 w 12192000"/>
              <a:gd name="connsiteY72" fmla="*/ 1573008 h 2237474"/>
              <a:gd name="connsiteX73" fmla="*/ 7213486 w 12192000"/>
              <a:gd name="connsiteY73" fmla="*/ 1580987 h 2237474"/>
              <a:gd name="connsiteX74" fmla="*/ 7183121 w 12192000"/>
              <a:gd name="connsiteY74" fmla="*/ 1595162 h 2237474"/>
              <a:gd name="connsiteX75" fmla="*/ 7164601 w 12192000"/>
              <a:gd name="connsiteY75" fmla="*/ 1606490 h 2237474"/>
              <a:gd name="connsiteX76" fmla="*/ 7114651 w 12192000"/>
              <a:gd name="connsiteY76" fmla="*/ 1620959 h 2237474"/>
              <a:gd name="connsiteX77" fmla="*/ 7092727 w 12192000"/>
              <a:gd name="connsiteY77" fmla="*/ 1623628 h 2237474"/>
              <a:gd name="connsiteX78" fmla="*/ 7031309 w 12192000"/>
              <a:gd name="connsiteY78" fmla="*/ 1619451 h 2237474"/>
              <a:gd name="connsiteX79" fmla="*/ 6999084 w 12192000"/>
              <a:gd name="connsiteY79" fmla="*/ 1634317 h 2237474"/>
              <a:gd name="connsiteX80" fmla="*/ 6992107 w 12192000"/>
              <a:gd name="connsiteY80" fmla="*/ 1636860 h 2237474"/>
              <a:gd name="connsiteX81" fmla="*/ 6991765 w 12192000"/>
              <a:gd name="connsiteY81" fmla="*/ 1636725 h 2237474"/>
              <a:gd name="connsiteX82" fmla="*/ 6900177 w 12192000"/>
              <a:gd name="connsiteY82" fmla="*/ 1636016 h 2237474"/>
              <a:gd name="connsiteX83" fmla="*/ 6795372 w 12192000"/>
              <a:gd name="connsiteY83" fmla="*/ 1644845 h 2237474"/>
              <a:gd name="connsiteX84" fmla="*/ 6692251 w 12192000"/>
              <a:gd name="connsiteY84" fmla="*/ 1656357 h 2237474"/>
              <a:gd name="connsiteX85" fmla="*/ 6655235 w 12192000"/>
              <a:gd name="connsiteY85" fmla="*/ 1661869 h 2237474"/>
              <a:gd name="connsiteX86" fmla="*/ 6587857 w 12192000"/>
              <a:gd name="connsiteY86" fmla="*/ 1665769 h 2237474"/>
              <a:gd name="connsiteX87" fmla="*/ 6554894 w 12192000"/>
              <a:gd name="connsiteY87" fmla="*/ 1664428 h 2237474"/>
              <a:gd name="connsiteX88" fmla="*/ 6516595 w 12192000"/>
              <a:gd name="connsiteY88" fmla="*/ 1667475 h 2237474"/>
              <a:gd name="connsiteX89" fmla="*/ 6508541 w 12192000"/>
              <a:gd name="connsiteY89" fmla="*/ 1668757 h 2237474"/>
              <a:gd name="connsiteX90" fmla="*/ 6471012 w 12192000"/>
              <a:gd name="connsiteY90" fmla="*/ 1678604 h 2237474"/>
              <a:gd name="connsiteX91" fmla="*/ 6415265 w 12192000"/>
              <a:gd name="connsiteY91" fmla="*/ 1665317 h 2237474"/>
              <a:gd name="connsiteX92" fmla="*/ 6364035 w 12192000"/>
              <a:gd name="connsiteY92" fmla="*/ 1667683 h 2237474"/>
              <a:gd name="connsiteX93" fmla="*/ 6280959 w 12192000"/>
              <a:gd name="connsiteY93" fmla="*/ 1689329 h 2237474"/>
              <a:gd name="connsiteX94" fmla="*/ 6243319 w 12192000"/>
              <a:gd name="connsiteY94" fmla="*/ 1695560 h 2237474"/>
              <a:gd name="connsiteX95" fmla="*/ 6098321 w 12192000"/>
              <a:gd name="connsiteY95" fmla="*/ 1721646 h 2237474"/>
              <a:gd name="connsiteX96" fmla="*/ 5880652 w 12192000"/>
              <a:gd name="connsiteY96" fmla="*/ 1779643 h 2237474"/>
              <a:gd name="connsiteX97" fmla="*/ 5785959 w 12192000"/>
              <a:gd name="connsiteY97" fmla="*/ 1775307 h 2237474"/>
              <a:gd name="connsiteX98" fmla="*/ 5643534 w 12192000"/>
              <a:gd name="connsiteY98" fmla="*/ 1802919 h 2237474"/>
              <a:gd name="connsiteX99" fmla="*/ 5518799 w 12192000"/>
              <a:gd name="connsiteY99" fmla="*/ 1818312 h 2237474"/>
              <a:gd name="connsiteX100" fmla="*/ 5505014 w 12192000"/>
              <a:gd name="connsiteY100" fmla="*/ 1819259 h 2237474"/>
              <a:gd name="connsiteX101" fmla="*/ 5453307 w 12192000"/>
              <a:gd name="connsiteY101" fmla="*/ 1815450 h 2237474"/>
              <a:gd name="connsiteX102" fmla="*/ 5364192 w 12192000"/>
              <a:gd name="connsiteY102" fmla="*/ 1826074 h 2237474"/>
              <a:gd name="connsiteX103" fmla="*/ 5350380 w 12192000"/>
              <a:gd name="connsiteY103" fmla="*/ 1830891 h 2237474"/>
              <a:gd name="connsiteX104" fmla="*/ 5259633 w 12192000"/>
              <a:gd name="connsiteY104" fmla="*/ 1837160 h 2237474"/>
              <a:gd name="connsiteX105" fmla="*/ 5197513 w 12192000"/>
              <a:gd name="connsiteY105" fmla="*/ 1844718 h 2237474"/>
              <a:gd name="connsiteX106" fmla="*/ 5168852 w 12192000"/>
              <a:gd name="connsiteY106" fmla="*/ 1844846 h 2237474"/>
              <a:gd name="connsiteX107" fmla="*/ 5114927 w 12192000"/>
              <a:gd name="connsiteY107" fmla="*/ 1847827 h 2237474"/>
              <a:gd name="connsiteX108" fmla="*/ 5108970 w 12192000"/>
              <a:gd name="connsiteY108" fmla="*/ 1847935 h 2237474"/>
              <a:gd name="connsiteX109" fmla="*/ 5067961 w 12192000"/>
              <a:gd name="connsiteY109" fmla="*/ 1845917 h 2237474"/>
              <a:gd name="connsiteX110" fmla="*/ 5007075 w 12192000"/>
              <a:gd name="connsiteY110" fmla="*/ 1838626 h 2237474"/>
              <a:gd name="connsiteX111" fmla="*/ 4944087 w 12192000"/>
              <a:gd name="connsiteY111" fmla="*/ 1823332 h 2237474"/>
              <a:gd name="connsiteX112" fmla="*/ 4907662 w 12192000"/>
              <a:gd name="connsiteY112" fmla="*/ 1816900 h 2237474"/>
              <a:gd name="connsiteX113" fmla="*/ 4882386 w 12192000"/>
              <a:gd name="connsiteY113" fmla="*/ 1809844 h 2237474"/>
              <a:gd name="connsiteX114" fmla="*/ 4811440 w 12192000"/>
              <a:gd name="connsiteY114" fmla="*/ 1804655 h 2237474"/>
              <a:gd name="connsiteX115" fmla="*/ 4691075 w 12192000"/>
              <a:gd name="connsiteY115" fmla="*/ 1801389 h 2237474"/>
              <a:gd name="connsiteX116" fmla="*/ 4611738 w 12192000"/>
              <a:gd name="connsiteY116" fmla="*/ 1776964 h 2237474"/>
              <a:gd name="connsiteX117" fmla="*/ 4560070 w 12192000"/>
              <a:gd name="connsiteY117" fmla="*/ 1785640 h 2237474"/>
              <a:gd name="connsiteX118" fmla="*/ 4536503 w 12192000"/>
              <a:gd name="connsiteY118" fmla="*/ 1785334 h 2237474"/>
              <a:gd name="connsiteX119" fmla="*/ 4513724 w 12192000"/>
              <a:gd name="connsiteY119" fmla="*/ 1791996 h 2237474"/>
              <a:gd name="connsiteX120" fmla="*/ 4459810 w 12192000"/>
              <a:gd name="connsiteY120" fmla="*/ 1797886 h 2237474"/>
              <a:gd name="connsiteX121" fmla="*/ 4379064 w 12192000"/>
              <a:gd name="connsiteY121" fmla="*/ 1817177 h 2237474"/>
              <a:gd name="connsiteX122" fmla="*/ 4319209 w 12192000"/>
              <a:gd name="connsiteY122" fmla="*/ 1834833 h 2237474"/>
              <a:gd name="connsiteX123" fmla="*/ 4290981 w 12192000"/>
              <a:gd name="connsiteY123" fmla="*/ 1839677 h 2237474"/>
              <a:gd name="connsiteX124" fmla="*/ 4285792 w 12192000"/>
              <a:gd name="connsiteY124" fmla="*/ 1836231 h 2237474"/>
              <a:gd name="connsiteX125" fmla="*/ 4238372 w 12192000"/>
              <a:gd name="connsiteY125" fmla="*/ 1851480 h 2237474"/>
              <a:gd name="connsiteX126" fmla="*/ 4232517 w 12192000"/>
              <a:gd name="connsiteY126" fmla="*/ 1852567 h 2237474"/>
              <a:gd name="connsiteX127" fmla="*/ 4191732 w 12192000"/>
              <a:gd name="connsiteY127" fmla="*/ 1857328 h 2237474"/>
              <a:gd name="connsiteX128" fmla="*/ 4065532 w 12192000"/>
              <a:gd name="connsiteY128" fmla="*/ 1855477 h 2237474"/>
              <a:gd name="connsiteX129" fmla="*/ 4028460 w 12192000"/>
              <a:gd name="connsiteY129" fmla="*/ 1855137 h 2237474"/>
              <a:gd name="connsiteX130" fmla="*/ 4002267 w 12192000"/>
              <a:gd name="connsiteY130" fmla="*/ 1852352 h 2237474"/>
              <a:gd name="connsiteX131" fmla="*/ 3931396 w 12192000"/>
              <a:gd name="connsiteY131" fmla="*/ 1858915 h 2237474"/>
              <a:gd name="connsiteX132" fmla="*/ 3812162 w 12192000"/>
              <a:gd name="connsiteY132" fmla="*/ 1875501 h 2237474"/>
              <a:gd name="connsiteX133" fmla="*/ 3729530 w 12192000"/>
              <a:gd name="connsiteY133" fmla="*/ 1864513 h 2237474"/>
              <a:gd name="connsiteX134" fmla="*/ 3680177 w 12192000"/>
              <a:gd name="connsiteY134" fmla="*/ 1881552 h 2237474"/>
              <a:gd name="connsiteX135" fmla="*/ 3567259 w 12192000"/>
              <a:gd name="connsiteY135" fmla="*/ 1893482 h 2237474"/>
              <a:gd name="connsiteX136" fmla="*/ 3405770 w 12192000"/>
              <a:gd name="connsiteY136" fmla="*/ 1904591 h 2237474"/>
              <a:gd name="connsiteX137" fmla="*/ 3280097 w 12192000"/>
              <a:gd name="connsiteY137" fmla="*/ 1919610 h 2237474"/>
              <a:gd name="connsiteX138" fmla="*/ 3123424 w 12192000"/>
              <a:gd name="connsiteY138" fmla="*/ 1952930 h 2237474"/>
              <a:gd name="connsiteX139" fmla="*/ 3009910 w 12192000"/>
              <a:gd name="connsiteY139" fmla="*/ 1957866 h 2237474"/>
              <a:gd name="connsiteX140" fmla="*/ 2995934 w 12192000"/>
              <a:gd name="connsiteY140" fmla="*/ 1967085 h 2237474"/>
              <a:gd name="connsiteX141" fmla="*/ 2980071 w 12192000"/>
              <a:gd name="connsiteY141" fmla="*/ 1972988 h 2237474"/>
              <a:gd name="connsiteX142" fmla="*/ 2978094 w 12192000"/>
              <a:gd name="connsiteY142" fmla="*/ 1972369 h 2237474"/>
              <a:gd name="connsiteX143" fmla="*/ 2942858 w 12192000"/>
              <a:gd name="connsiteY143" fmla="*/ 1981367 h 2237474"/>
              <a:gd name="connsiteX144" fmla="*/ 2875436 w 12192000"/>
              <a:gd name="connsiteY144" fmla="*/ 1996977 h 2237474"/>
              <a:gd name="connsiteX145" fmla="*/ 2874892 w 12192000"/>
              <a:gd name="connsiteY145" fmla="*/ 1996085 h 2237474"/>
              <a:gd name="connsiteX146" fmla="*/ 2864145 w 12192000"/>
              <a:gd name="connsiteY146" fmla="*/ 1994061 h 2237474"/>
              <a:gd name="connsiteX147" fmla="*/ 2843662 w 12192000"/>
              <a:gd name="connsiteY147" fmla="*/ 1992498 h 2237474"/>
              <a:gd name="connsiteX148" fmla="*/ 2796128 w 12192000"/>
              <a:gd name="connsiteY148" fmla="*/ 1976403 h 2237474"/>
              <a:gd name="connsiteX149" fmla="*/ 2756784 w 12192000"/>
              <a:gd name="connsiteY149" fmla="*/ 1985116 h 2237474"/>
              <a:gd name="connsiteX150" fmla="*/ 2748833 w 12192000"/>
              <a:gd name="connsiteY150" fmla="*/ 1986323 h 2237474"/>
              <a:gd name="connsiteX151" fmla="*/ 2748661 w 12192000"/>
              <a:gd name="connsiteY151" fmla="*/ 1986122 h 2237474"/>
              <a:gd name="connsiteX152" fmla="*/ 2740251 w 12192000"/>
              <a:gd name="connsiteY152" fmla="*/ 1986946 h 2237474"/>
              <a:gd name="connsiteX153" fmla="*/ 2718916 w 12192000"/>
              <a:gd name="connsiteY153" fmla="*/ 1990867 h 2237474"/>
              <a:gd name="connsiteX154" fmla="*/ 2713522 w 12192000"/>
              <a:gd name="connsiteY154" fmla="*/ 1990173 h 2237474"/>
              <a:gd name="connsiteX155" fmla="*/ 2680597 w 12192000"/>
              <a:gd name="connsiteY155" fmla="*/ 1984996 h 2237474"/>
              <a:gd name="connsiteX156" fmla="*/ 2578178 w 12192000"/>
              <a:gd name="connsiteY156" fmla="*/ 1990531 h 2237474"/>
              <a:gd name="connsiteX157" fmla="*/ 2476147 w 12192000"/>
              <a:gd name="connsiteY157" fmla="*/ 1998305 h 2237474"/>
              <a:gd name="connsiteX158" fmla="*/ 2373568 w 12192000"/>
              <a:gd name="connsiteY158" fmla="*/ 2003219 h 2237474"/>
              <a:gd name="connsiteX159" fmla="*/ 2321399 w 12192000"/>
              <a:gd name="connsiteY159" fmla="*/ 1989467 h 2237474"/>
              <a:gd name="connsiteX160" fmla="*/ 2315525 w 12192000"/>
              <a:gd name="connsiteY160" fmla="*/ 1989708 h 2237474"/>
              <a:gd name="connsiteX161" fmla="*/ 2300792 w 12192000"/>
              <a:gd name="connsiteY161" fmla="*/ 1994290 h 2237474"/>
              <a:gd name="connsiteX162" fmla="*/ 2295469 w 12192000"/>
              <a:gd name="connsiteY162" fmla="*/ 1996659 h 2237474"/>
              <a:gd name="connsiteX163" fmla="*/ 2287219 w 12192000"/>
              <a:gd name="connsiteY163" fmla="*/ 1998750 h 2237474"/>
              <a:gd name="connsiteX164" fmla="*/ 2286948 w 12192000"/>
              <a:gd name="connsiteY164" fmla="*/ 1998596 h 2237474"/>
              <a:gd name="connsiteX165" fmla="*/ 2243069 w 12192000"/>
              <a:gd name="connsiteY165" fmla="*/ 2015111 h 2237474"/>
              <a:gd name="connsiteX166" fmla="*/ 2186609 w 12192000"/>
              <a:gd name="connsiteY166" fmla="*/ 2008263 h 2237474"/>
              <a:gd name="connsiteX167" fmla="*/ 2164831 w 12192000"/>
              <a:gd name="connsiteY167" fmla="*/ 2010143 h 2237474"/>
              <a:gd name="connsiteX168" fmla="*/ 2152836 w 12192000"/>
              <a:gd name="connsiteY168" fmla="*/ 2010048 h 2237474"/>
              <a:gd name="connsiteX169" fmla="*/ 2117102 w 12192000"/>
              <a:gd name="connsiteY169" fmla="*/ 2023004 h 2237474"/>
              <a:gd name="connsiteX170" fmla="*/ 2111935 w 12192000"/>
              <a:gd name="connsiteY170" fmla="*/ 2023163 h 2237474"/>
              <a:gd name="connsiteX171" fmla="*/ 2089991 w 12192000"/>
              <a:gd name="connsiteY171" fmla="*/ 2034193 h 2237474"/>
              <a:gd name="connsiteX172" fmla="*/ 2058061 w 12192000"/>
              <a:gd name="connsiteY172" fmla="*/ 2047942 h 2237474"/>
              <a:gd name="connsiteX173" fmla="*/ 2055737 w 12192000"/>
              <a:gd name="connsiteY173" fmla="*/ 2047704 h 2237474"/>
              <a:gd name="connsiteX174" fmla="*/ 2042244 w 12192000"/>
              <a:gd name="connsiteY174" fmla="*/ 2055560 h 2237474"/>
              <a:gd name="connsiteX175" fmla="*/ 1976224 w 12192000"/>
              <a:gd name="connsiteY175" fmla="*/ 2074257 h 2237474"/>
              <a:gd name="connsiteX176" fmla="*/ 1877728 w 12192000"/>
              <a:gd name="connsiteY176" fmla="*/ 2101004 h 2237474"/>
              <a:gd name="connsiteX177" fmla="*/ 1759056 w 12192000"/>
              <a:gd name="connsiteY177" fmla="*/ 2125608 h 2237474"/>
              <a:gd name="connsiteX178" fmla="*/ 1637948 w 12192000"/>
              <a:gd name="connsiteY178" fmla="*/ 2172597 h 2237474"/>
              <a:gd name="connsiteX179" fmla="*/ 1434549 w 12192000"/>
              <a:gd name="connsiteY179" fmla="*/ 2234522 h 2237474"/>
              <a:gd name="connsiteX180" fmla="*/ 1398481 w 12192000"/>
              <a:gd name="connsiteY180" fmla="*/ 2237074 h 2237474"/>
              <a:gd name="connsiteX181" fmla="*/ 1398407 w 12192000"/>
              <a:gd name="connsiteY181" fmla="*/ 2237095 h 2237474"/>
              <a:gd name="connsiteX182" fmla="*/ 1370962 w 12192000"/>
              <a:gd name="connsiteY182" fmla="*/ 2237474 h 2237474"/>
              <a:gd name="connsiteX183" fmla="*/ 1356367 w 12192000"/>
              <a:gd name="connsiteY183" fmla="*/ 2235089 h 2237474"/>
              <a:gd name="connsiteX184" fmla="*/ 1324828 w 12192000"/>
              <a:gd name="connsiteY184" fmla="*/ 2231968 h 2237474"/>
              <a:gd name="connsiteX185" fmla="*/ 1297744 w 12192000"/>
              <a:gd name="connsiteY185" fmla="*/ 2235849 h 2237474"/>
              <a:gd name="connsiteX186" fmla="*/ 1286236 w 12192000"/>
              <a:gd name="connsiteY186" fmla="*/ 2233135 h 2237474"/>
              <a:gd name="connsiteX187" fmla="*/ 1283504 w 12192000"/>
              <a:gd name="connsiteY187" fmla="*/ 2233797 h 2237474"/>
              <a:gd name="connsiteX188" fmla="*/ 1279765 w 12192000"/>
              <a:gd name="connsiteY188" fmla="*/ 2229639 h 2237474"/>
              <a:gd name="connsiteX189" fmla="*/ 1195347 w 12192000"/>
              <a:gd name="connsiteY189" fmla="*/ 2212354 h 2237474"/>
              <a:gd name="connsiteX190" fmla="*/ 970251 w 12192000"/>
              <a:gd name="connsiteY190" fmla="*/ 2221029 h 2237474"/>
              <a:gd name="connsiteX191" fmla="*/ 812914 w 12192000"/>
              <a:gd name="connsiteY191" fmla="*/ 2202752 h 2237474"/>
              <a:gd name="connsiteX192" fmla="*/ 800195 w 12192000"/>
              <a:gd name="connsiteY192" fmla="*/ 2209407 h 2237474"/>
              <a:gd name="connsiteX193" fmla="*/ 784978 w 12192000"/>
              <a:gd name="connsiteY193" fmla="*/ 2212360 h 2237474"/>
              <a:gd name="connsiteX194" fmla="*/ 681987 w 12192000"/>
              <a:gd name="connsiteY194" fmla="*/ 2216757 h 2237474"/>
              <a:gd name="connsiteX195" fmla="*/ 669923 w 12192000"/>
              <a:gd name="connsiteY195" fmla="*/ 2211682 h 2237474"/>
              <a:gd name="connsiteX196" fmla="*/ 648680 w 12192000"/>
              <a:gd name="connsiteY196" fmla="*/ 2206229 h 2237474"/>
              <a:gd name="connsiteX197" fmla="*/ 597225 w 12192000"/>
              <a:gd name="connsiteY197" fmla="*/ 2180999 h 2237474"/>
              <a:gd name="connsiteX198" fmla="*/ 558449 w 12192000"/>
              <a:gd name="connsiteY198" fmla="*/ 2182346 h 2237474"/>
              <a:gd name="connsiteX199" fmla="*/ 550517 w 12192000"/>
              <a:gd name="connsiteY199" fmla="*/ 2182060 h 2237474"/>
              <a:gd name="connsiteX200" fmla="*/ 550309 w 12192000"/>
              <a:gd name="connsiteY200" fmla="*/ 2181825 h 2237474"/>
              <a:gd name="connsiteX201" fmla="*/ 541836 w 12192000"/>
              <a:gd name="connsiteY201" fmla="*/ 2181063 h 2237474"/>
              <a:gd name="connsiteX202" fmla="*/ 536057 w 12192000"/>
              <a:gd name="connsiteY202" fmla="*/ 2181537 h 2237474"/>
              <a:gd name="connsiteX203" fmla="*/ 520671 w 12192000"/>
              <a:gd name="connsiteY203" fmla="*/ 2180980 h 2237474"/>
              <a:gd name="connsiteX204" fmla="*/ 515024 w 12192000"/>
              <a:gd name="connsiteY204" fmla="*/ 2179258 h 2237474"/>
              <a:gd name="connsiteX205" fmla="*/ 512278 w 12192000"/>
              <a:gd name="connsiteY205" fmla="*/ 2176369 h 2237474"/>
              <a:gd name="connsiteX206" fmla="*/ 480419 w 12192000"/>
              <a:gd name="connsiteY206" fmla="*/ 2167807 h 2237474"/>
              <a:gd name="connsiteX207" fmla="*/ 413835 w 12192000"/>
              <a:gd name="connsiteY207" fmla="*/ 2156783 h 2237474"/>
              <a:gd name="connsiteX208" fmla="*/ 376513 w 12192000"/>
              <a:gd name="connsiteY208" fmla="*/ 2154014 h 2237474"/>
              <a:gd name="connsiteX209" fmla="*/ 273386 w 12192000"/>
              <a:gd name="connsiteY209" fmla="*/ 2142551 h 2237474"/>
              <a:gd name="connsiteX210" fmla="*/ 169207 w 12192000"/>
              <a:gd name="connsiteY210" fmla="*/ 2128100 h 2237474"/>
              <a:gd name="connsiteX211" fmla="*/ 93149 w 12192000"/>
              <a:gd name="connsiteY211" fmla="*/ 2105324 h 2237474"/>
              <a:gd name="connsiteX212" fmla="*/ 88109 w 12192000"/>
              <a:gd name="connsiteY212" fmla="*/ 2106704 h 2237474"/>
              <a:gd name="connsiteX213" fmla="*/ 80022 w 12192000"/>
              <a:gd name="connsiteY213" fmla="*/ 2107254 h 2237474"/>
              <a:gd name="connsiteX214" fmla="*/ 79717 w 12192000"/>
              <a:gd name="connsiteY214" fmla="*/ 2107046 h 2237474"/>
              <a:gd name="connsiteX215" fmla="*/ 72352 w 12192000"/>
              <a:gd name="connsiteY215" fmla="*/ 2107991 h 2237474"/>
              <a:gd name="connsiteX216" fmla="*/ 37645 w 12192000"/>
              <a:gd name="connsiteY216" fmla="*/ 2115401 h 2237474"/>
              <a:gd name="connsiteX217" fmla="*/ 4572 w 12192000"/>
              <a:gd name="connsiteY217" fmla="*/ 2111091 h 2237474"/>
              <a:gd name="connsiteX218" fmla="*/ 0 w 12192000"/>
              <a:gd name="connsiteY218" fmla="*/ 2110468 h 2237474"/>
              <a:gd name="connsiteX219" fmla="*/ 0 w 12192000"/>
              <a:gd name="connsiteY21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61459 w 12192000"/>
              <a:gd name="connsiteY27" fmla="*/ 862394 h 2237474"/>
              <a:gd name="connsiteX28" fmla="*/ 9705768 w 12192000"/>
              <a:gd name="connsiteY28" fmla="*/ 894610 h 2237474"/>
              <a:gd name="connsiteX29" fmla="*/ 9683005 w 12192000"/>
              <a:gd name="connsiteY29" fmla="*/ 894128 h 2237474"/>
              <a:gd name="connsiteX30" fmla="*/ 9594438 w 12192000"/>
              <a:gd name="connsiteY30" fmla="*/ 919051 h 2237474"/>
              <a:gd name="connsiteX31" fmla="*/ 9577033 w 12192000"/>
              <a:gd name="connsiteY31" fmla="*/ 922857 h 2237474"/>
              <a:gd name="connsiteX32" fmla="*/ 9544189 w 12192000"/>
              <a:gd name="connsiteY32" fmla="*/ 938966 h 2237474"/>
              <a:gd name="connsiteX33" fmla="*/ 9500499 w 12192000"/>
              <a:gd name="connsiteY33" fmla="*/ 954680 h 2237474"/>
              <a:gd name="connsiteX34" fmla="*/ 9428195 w 12192000"/>
              <a:gd name="connsiteY34" fmla="*/ 986225 h 2237474"/>
              <a:gd name="connsiteX35" fmla="*/ 9410017 w 12192000"/>
              <a:gd name="connsiteY35" fmla="*/ 993931 h 2237474"/>
              <a:gd name="connsiteX36" fmla="*/ 9392919 w 12192000"/>
              <a:gd name="connsiteY36" fmla="*/ 994656 h 2237474"/>
              <a:gd name="connsiteX37" fmla="*/ 9278619 w 12192000"/>
              <a:gd name="connsiteY37" fmla="*/ 1011878 h 2237474"/>
              <a:gd name="connsiteX38" fmla="*/ 9268019 w 12192000"/>
              <a:gd name="connsiteY38" fmla="*/ 1007442 h 2237474"/>
              <a:gd name="connsiteX39" fmla="*/ 9234662 w 12192000"/>
              <a:gd name="connsiteY39" fmla="*/ 1023056 h 2237474"/>
              <a:gd name="connsiteX40" fmla="*/ 9181033 w 12192000"/>
              <a:gd name="connsiteY40" fmla="*/ 1037921 h 2237474"/>
              <a:gd name="connsiteX41" fmla="*/ 9155969 w 12192000"/>
              <a:gd name="connsiteY41" fmla="*/ 1046804 h 2237474"/>
              <a:gd name="connsiteX42" fmla="*/ 9133985 w 12192000"/>
              <a:gd name="connsiteY42" fmla="*/ 1046450 h 2237474"/>
              <a:gd name="connsiteX43" fmla="*/ 9012987 w 12192000"/>
              <a:gd name="connsiteY43" fmla="*/ 1061986 h 2237474"/>
              <a:gd name="connsiteX44" fmla="*/ 8968445 w 12192000"/>
              <a:gd name="connsiteY44" fmla="*/ 1052169 h 2237474"/>
              <a:gd name="connsiteX45" fmla="*/ 8958984 w 12192000"/>
              <a:gd name="connsiteY45" fmla="*/ 1057212 h 2237474"/>
              <a:gd name="connsiteX46" fmla="*/ 8886001 w 12192000"/>
              <a:gd name="connsiteY46" fmla="*/ 1067468 h 2237474"/>
              <a:gd name="connsiteX47" fmla="*/ 8838610 w 12192000"/>
              <a:gd name="connsiteY47" fmla="*/ 1075091 h 2237474"/>
              <a:gd name="connsiteX48" fmla="*/ 8750383 w 12192000"/>
              <a:gd name="connsiteY48" fmla="*/ 1097387 h 2237474"/>
              <a:gd name="connsiteX49" fmla="*/ 8697365 w 12192000"/>
              <a:gd name="connsiteY49" fmla="*/ 1105869 h 2237474"/>
              <a:gd name="connsiteX50" fmla="*/ 8665605 w 12192000"/>
              <a:gd name="connsiteY50" fmla="*/ 1110791 h 2237474"/>
              <a:gd name="connsiteX51" fmla="*/ 8584946 w 12192000"/>
              <a:gd name="connsiteY51" fmla="*/ 1135226 h 2237474"/>
              <a:gd name="connsiteX52" fmla="*/ 8460755 w 12192000"/>
              <a:gd name="connsiteY52" fmla="*/ 1203427 h 2237474"/>
              <a:gd name="connsiteX53" fmla="*/ 8419755 w 12192000"/>
              <a:gd name="connsiteY53" fmla="*/ 1216260 h 2237474"/>
              <a:gd name="connsiteX54" fmla="*/ 8411626 w 12192000"/>
              <a:gd name="connsiteY54" fmla="*/ 1214397 h 2237474"/>
              <a:gd name="connsiteX55" fmla="*/ 8363469 w 12192000"/>
              <a:gd name="connsiteY55" fmla="*/ 1246658 h 2237474"/>
              <a:gd name="connsiteX56" fmla="*/ 8275497 w 12192000"/>
              <a:gd name="connsiteY56" fmla="*/ 1264396 h 2237474"/>
              <a:gd name="connsiteX57" fmla="*/ 8206287 w 12192000"/>
              <a:gd name="connsiteY57" fmla="*/ 1273060 h 2237474"/>
              <a:gd name="connsiteX58" fmla="*/ 8168705 w 12192000"/>
              <a:gd name="connsiteY58" fmla="*/ 1279956 h 2237474"/>
              <a:gd name="connsiteX59" fmla="*/ 8139997 w 12192000"/>
              <a:gd name="connsiteY59" fmla="*/ 1282713 h 2237474"/>
              <a:gd name="connsiteX60" fmla="*/ 8074238 w 12192000"/>
              <a:gd name="connsiteY60" fmla="*/ 1301895 h 2237474"/>
              <a:gd name="connsiteX61" fmla="*/ 7968292 w 12192000"/>
              <a:gd name="connsiteY61" fmla="*/ 1338779 h 2237474"/>
              <a:gd name="connsiteX62" fmla="*/ 7945122 w 12192000"/>
              <a:gd name="connsiteY62" fmla="*/ 1345477 h 2237474"/>
              <a:gd name="connsiteX63" fmla="*/ 7902328 w 12192000"/>
              <a:gd name="connsiteY63" fmla="*/ 1345865 h 2237474"/>
              <a:gd name="connsiteX64" fmla="*/ 7875879 w 12192000"/>
              <a:gd name="connsiteY64" fmla="*/ 1345646 h 2237474"/>
              <a:gd name="connsiteX65" fmla="*/ 7840612 w 12192000"/>
              <a:gd name="connsiteY65" fmla="*/ 1369373 h 2237474"/>
              <a:gd name="connsiteX66" fmla="*/ 7786819 w 12192000"/>
              <a:gd name="connsiteY66" fmla="*/ 1378970 h 2237474"/>
              <a:gd name="connsiteX67" fmla="*/ 7548172 w 12192000"/>
              <a:gd name="connsiteY67" fmla="*/ 1417460 h 2237474"/>
              <a:gd name="connsiteX68" fmla="*/ 7483437 w 12192000"/>
              <a:gd name="connsiteY68" fmla="*/ 1478152 h 2237474"/>
              <a:gd name="connsiteX69" fmla="*/ 7377870 w 12192000"/>
              <a:gd name="connsiteY69" fmla="*/ 1523319 h 2237474"/>
              <a:gd name="connsiteX70" fmla="*/ 7230737 w 12192000"/>
              <a:gd name="connsiteY70" fmla="*/ 1562633 h 2237474"/>
              <a:gd name="connsiteX71" fmla="*/ 7224458 w 12192000"/>
              <a:gd name="connsiteY71" fmla="*/ 1573008 h 2237474"/>
              <a:gd name="connsiteX72" fmla="*/ 7213486 w 12192000"/>
              <a:gd name="connsiteY72" fmla="*/ 1580987 h 2237474"/>
              <a:gd name="connsiteX73" fmla="*/ 7183121 w 12192000"/>
              <a:gd name="connsiteY73" fmla="*/ 1595162 h 2237474"/>
              <a:gd name="connsiteX74" fmla="*/ 7164601 w 12192000"/>
              <a:gd name="connsiteY74" fmla="*/ 1606490 h 2237474"/>
              <a:gd name="connsiteX75" fmla="*/ 7114651 w 12192000"/>
              <a:gd name="connsiteY75" fmla="*/ 1620959 h 2237474"/>
              <a:gd name="connsiteX76" fmla="*/ 7092727 w 12192000"/>
              <a:gd name="connsiteY76" fmla="*/ 1623628 h 2237474"/>
              <a:gd name="connsiteX77" fmla="*/ 7031309 w 12192000"/>
              <a:gd name="connsiteY77" fmla="*/ 1619451 h 2237474"/>
              <a:gd name="connsiteX78" fmla="*/ 6999084 w 12192000"/>
              <a:gd name="connsiteY78" fmla="*/ 1634317 h 2237474"/>
              <a:gd name="connsiteX79" fmla="*/ 6992107 w 12192000"/>
              <a:gd name="connsiteY79" fmla="*/ 1636860 h 2237474"/>
              <a:gd name="connsiteX80" fmla="*/ 6991765 w 12192000"/>
              <a:gd name="connsiteY80" fmla="*/ 1636725 h 2237474"/>
              <a:gd name="connsiteX81" fmla="*/ 6900177 w 12192000"/>
              <a:gd name="connsiteY81" fmla="*/ 1636016 h 2237474"/>
              <a:gd name="connsiteX82" fmla="*/ 6795372 w 12192000"/>
              <a:gd name="connsiteY82" fmla="*/ 1644845 h 2237474"/>
              <a:gd name="connsiteX83" fmla="*/ 6692251 w 12192000"/>
              <a:gd name="connsiteY83" fmla="*/ 1656357 h 2237474"/>
              <a:gd name="connsiteX84" fmla="*/ 6655235 w 12192000"/>
              <a:gd name="connsiteY84" fmla="*/ 1661869 h 2237474"/>
              <a:gd name="connsiteX85" fmla="*/ 6587857 w 12192000"/>
              <a:gd name="connsiteY85" fmla="*/ 1665769 h 2237474"/>
              <a:gd name="connsiteX86" fmla="*/ 6554894 w 12192000"/>
              <a:gd name="connsiteY86" fmla="*/ 1664428 h 2237474"/>
              <a:gd name="connsiteX87" fmla="*/ 6516595 w 12192000"/>
              <a:gd name="connsiteY87" fmla="*/ 1667475 h 2237474"/>
              <a:gd name="connsiteX88" fmla="*/ 6508541 w 12192000"/>
              <a:gd name="connsiteY88" fmla="*/ 1668757 h 2237474"/>
              <a:gd name="connsiteX89" fmla="*/ 6471012 w 12192000"/>
              <a:gd name="connsiteY89" fmla="*/ 1678604 h 2237474"/>
              <a:gd name="connsiteX90" fmla="*/ 6415265 w 12192000"/>
              <a:gd name="connsiteY90" fmla="*/ 1665317 h 2237474"/>
              <a:gd name="connsiteX91" fmla="*/ 6364035 w 12192000"/>
              <a:gd name="connsiteY91" fmla="*/ 1667683 h 2237474"/>
              <a:gd name="connsiteX92" fmla="*/ 6280959 w 12192000"/>
              <a:gd name="connsiteY92" fmla="*/ 1689329 h 2237474"/>
              <a:gd name="connsiteX93" fmla="*/ 6243319 w 12192000"/>
              <a:gd name="connsiteY93" fmla="*/ 1695560 h 2237474"/>
              <a:gd name="connsiteX94" fmla="*/ 6098321 w 12192000"/>
              <a:gd name="connsiteY94" fmla="*/ 1721646 h 2237474"/>
              <a:gd name="connsiteX95" fmla="*/ 5880652 w 12192000"/>
              <a:gd name="connsiteY95" fmla="*/ 1779643 h 2237474"/>
              <a:gd name="connsiteX96" fmla="*/ 5785959 w 12192000"/>
              <a:gd name="connsiteY96" fmla="*/ 1775307 h 2237474"/>
              <a:gd name="connsiteX97" fmla="*/ 5643534 w 12192000"/>
              <a:gd name="connsiteY97" fmla="*/ 1802919 h 2237474"/>
              <a:gd name="connsiteX98" fmla="*/ 5518799 w 12192000"/>
              <a:gd name="connsiteY98" fmla="*/ 1818312 h 2237474"/>
              <a:gd name="connsiteX99" fmla="*/ 5505014 w 12192000"/>
              <a:gd name="connsiteY99" fmla="*/ 1819259 h 2237474"/>
              <a:gd name="connsiteX100" fmla="*/ 5453307 w 12192000"/>
              <a:gd name="connsiteY100" fmla="*/ 1815450 h 2237474"/>
              <a:gd name="connsiteX101" fmla="*/ 5364192 w 12192000"/>
              <a:gd name="connsiteY101" fmla="*/ 1826074 h 2237474"/>
              <a:gd name="connsiteX102" fmla="*/ 5350380 w 12192000"/>
              <a:gd name="connsiteY102" fmla="*/ 1830891 h 2237474"/>
              <a:gd name="connsiteX103" fmla="*/ 5259633 w 12192000"/>
              <a:gd name="connsiteY103" fmla="*/ 1837160 h 2237474"/>
              <a:gd name="connsiteX104" fmla="*/ 5197513 w 12192000"/>
              <a:gd name="connsiteY104" fmla="*/ 1844718 h 2237474"/>
              <a:gd name="connsiteX105" fmla="*/ 5168852 w 12192000"/>
              <a:gd name="connsiteY105" fmla="*/ 1844846 h 2237474"/>
              <a:gd name="connsiteX106" fmla="*/ 5114927 w 12192000"/>
              <a:gd name="connsiteY106" fmla="*/ 1847827 h 2237474"/>
              <a:gd name="connsiteX107" fmla="*/ 5108970 w 12192000"/>
              <a:gd name="connsiteY107" fmla="*/ 1847935 h 2237474"/>
              <a:gd name="connsiteX108" fmla="*/ 5067961 w 12192000"/>
              <a:gd name="connsiteY108" fmla="*/ 1845917 h 2237474"/>
              <a:gd name="connsiteX109" fmla="*/ 5007075 w 12192000"/>
              <a:gd name="connsiteY109" fmla="*/ 1838626 h 2237474"/>
              <a:gd name="connsiteX110" fmla="*/ 4944087 w 12192000"/>
              <a:gd name="connsiteY110" fmla="*/ 1823332 h 2237474"/>
              <a:gd name="connsiteX111" fmla="*/ 4907662 w 12192000"/>
              <a:gd name="connsiteY111" fmla="*/ 1816900 h 2237474"/>
              <a:gd name="connsiteX112" fmla="*/ 4882386 w 12192000"/>
              <a:gd name="connsiteY112" fmla="*/ 1809844 h 2237474"/>
              <a:gd name="connsiteX113" fmla="*/ 4811440 w 12192000"/>
              <a:gd name="connsiteY113" fmla="*/ 1804655 h 2237474"/>
              <a:gd name="connsiteX114" fmla="*/ 4691075 w 12192000"/>
              <a:gd name="connsiteY114" fmla="*/ 1801389 h 2237474"/>
              <a:gd name="connsiteX115" fmla="*/ 4611738 w 12192000"/>
              <a:gd name="connsiteY115" fmla="*/ 1776964 h 2237474"/>
              <a:gd name="connsiteX116" fmla="*/ 4560070 w 12192000"/>
              <a:gd name="connsiteY116" fmla="*/ 1785640 h 2237474"/>
              <a:gd name="connsiteX117" fmla="*/ 4536503 w 12192000"/>
              <a:gd name="connsiteY117" fmla="*/ 1785334 h 2237474"/>
              <a:gd name="connsiteX118" fmla="*/ 4513724 w 12192000"/>
              <a:gd name="connsiteY118" fmla="*/ 1791996 h 2237474"/>
              <a:gd name="connsiteX119" fmla="*/ 4459810 w 12192000"/>
              <a:gd name="connsiteY119" fmla="*/ 1797886 h 2237474"/>
              <a:gd name="connsiteX120" fmla="*/ 4379064 w 12192000"/>
              <a:gd name="connsiteY120" fmla="*/ 1817177 h 2237474"/>
              <a:gd name="connsiteX121" fmla="*/ 4319209 w 12192000"/>
              <a:gd name="connsiteY121" fmla="*/ 1834833 h 2237474"/>
              <a:gd name="connsiteX122" fmla="*/ 4290981 w 12192000"/>
              <a:gd name="connsiteY122" fmla="*/ 1839677 h 2237474"/>
              <a:gd name="connsiteX123" fmla="*/ 4285792 w 12192000"/>
              <a:gd name="connsiteY123" fmla="*/ 1836231 h 2237474"/>
              <a:gd name="connsiteX124" fmla="*/ 4238372 w 12192000"/>
              <a:gd name="connsiteY124" fmla="*/ 1851480 h 2237474"/>
              <a:gd name="connsiteX125" fmla="*/ 4232517 w 12192000"/>
              <a:gd name="connsiteY125" fmla="*/ 1852567 h 2237474"/>
              <a:gd name="connsiteX126" fmla="*/ 4191732 w 12192000"/>
              <a:gd name="connsiteY126" fmla="*/ 1857328 h 2237474"/>
              <a:gd name="connsiteX127" fmla="*/ 4065532 w 12192000"/>
              <a:gd name="connsiteY127" fmla="*/ 1855477 h 2237474"/>
              <a:gd name="connsiteX128" fmla="*/ 4028460 w 12192000"/>
              <a:gd name="connsiteY128" fmla="*/ 1855137 h 2237474"/>
              <a:gd name="connsiteX129" fmla="*/ 4002267 w 12192000"/>
              <a:gd name="connsiteY129" fmla="*/ 1852352 h 2237474"/>
              <a:gd name="connsiteX130" fmla="*/ 3931396 w 12192000"/>
              <a:gd name="connsiteY130" fmla="*/ 1858915 h 2237474"/>
              <a:gd name="connsiteX131" fmla="*/ 3812162 w 12192000"/>
              <a:gd name="connsiteY131" fmla="*/ 1875501 h 2237474"/>
              <a:gd name="connsiteX132" fmla="*/ 3729530 w 12192000"/>
              <a:gd name="connsiteY132" fmla="*/ 1864513 h 2237474"/>
              <a:gd name="connsiteX133" fmla="*/ 3680177 w 12192000"/>
              <a:gd name="connsiteY133" fmla="*/ 1881552 h 2237474"/>
              <a:gd name="connsiteX134" fmla="*/ 3567259 w 12192000"/>
              <a:gd name="connsiteY134" fmla="*/ 1893482 h 2237474"/>
              <a:gd name="connsiteX135" fmla="*/ 3405770 w 12192000"/>
              <a:gd name="connsiteY135" fmla="*/ 1904591 h 2237474"/>
              <a:gd name="connsiteX136" fmla="*/ 3280097 w 12192000"/>
              <a:gd name="connsiteY136" fmla="*/ 1919610 h 2237474"/>
              <a:gd name="connsiteX137" fmla="*/ 3123424 w 12192000"/>
              <a:gd name="connsiteY137" fmla="*/ 1952930 h 2237474"/>
              <a:gd name="connsiteX138" fmla="*/ 3009910 w 12192000"/>
              <a:gd name="connsiteY138" fmla="*/ 1957866 h 2237474"/>
              <a:gd name="connsiteX139" fmla="*/ 2995934 w 12192000"/>
              <a:gd name="connsiteY139" fmla="*/ 1967085 h 2237474"/>
              <a:gd name="connsiteX140" fmla="*/ 2980071 w 12192000"/>
              <a:gd name="connsiteY140" fmla="*/ 1972988 h 2237474"/>
              <a:gd name="connsiteX141" fmla="*/ 2978094 w 12192000"/>
              <a:gd name="connsiteY141" fmla="*/ 1972369 h 2237474"/>
              <a:gd name="connsiteX142" fmla="*/ 2942858 w 12192000"/>
              <a:gd name="connsiteY142" fmla="*/ 1981367 h 2237474"/>
              <a:gd name="connsiteX143" fmla="*/ 2875436 w 12192000"/>
              <a:gd name="connsiteY143" fmla="*/ 1996977 h 2237474"/>
              <a:gd name="connsiteX144" fmla="*/ 2874892 w 12192000"/>
              <a:gd name="connsiteY144" fmla="*/ 1996085 h 2237474"/>
              <a:gd name="connsiteX145" fmla="*/ 2864145 w 12192000"/>
              <a:gd name="connsiteY145" fmla="*/ 1994061 h 2237474"/>
              <a:gd name="connsiteX146" fmla="*/ 2843662 w 12192000"/>
              <a:gd name="connsiteY146" fmla="*/ 1992498 h 2237474"/>
              <a:gd name="connsiteX147" fmla="*/ 2796128 w 12192000"/>
              <a:gd name="connsiteY147" fmla="*/ 1976403 h 2237474"/>
              <a:gd name="connsiteX148" fmla="*/ 2756784 w 12192000"/>
              <a:gd name="connsiteY148" fmla="*/ 1985116 h 2237474"/>
              <a:gd name="connsiteX149" fmla="*/ 2748833 w 12192000"/>
              <a:gd name="connsiteY149" fmla="*/ 1986323 h 2237474"/>
              <a:gd name="connsiteX150" fmla="*/ 2748661 w 12192000"/>
              <a:gd name="connsiteY150" fmla="*/ 1986122 h 2237474"/>
              <a:gd name="connsiteX151" fmla="*/ 2740251 w 12192000"/>
              <a:gd name="connsiteY151" fmla="*/ 1986946 h 2237474"/>
              <a:gd name="connsiteX152" fmla="*/ 2718916 w 12192000"/>
              <a:gd name="connsiteY152" fmla="*/ 1990867 h 2237474"/>
              <a:gd name="connsiteX153" fmla="*/ 2713522 w 12192000"/>
              <a:gd name="connsiteY153" fmla="*/ 1990173 h 2237474"/>
              <a:gd name="connsiteX154" fmla="*/ 2680597 w 12192000"/>
              <a:gd name="connsiteY154" fmla="*/ 1984996 h 2237474"/>
              <a:gd name="connsiteX155" fmla="*/ 2578178 w 12192000"/>
              <a:gd name="connsiteY155" fmla="*/ 1990531 h 2237474"/>
              <a:gd name="connsiteX156" fmla="*/ 2476147 w 12192000"/>
              <a:gd name="connsiteY156" fmla="*/ 1998305 h 2237474"/>
              <a:gd name="connsiteX157" fmla="*/ 2373568 w 12192000"/>
              <a:gd name="connsiteY157" fmla="*/ 2003219 h 2237474"/>
              <a:gd name="connsiteX158" fmla="*/ 2321399 w 12192000"/>
              <a:gd name="connsiteY158" fmla="*/ 1989467 h 2237474"/>
              <a:gd name="connsiteX159" fmla="*/ 2315525 w 12192000"/>
              <a:gd name="connsiteY159" fmla="*/ 1989708 h 2237474"/>
              <a:gd name="connsiteX160" fmla="*/ 2300792 w 12192000"/>
              <a:gd name="connsiteY160" fmla="*/ 1994290 h 2237474"/>
              <a:gd name="connsiteX161" fmla="*/ 2295469 w 12192000"/>
              <a:gd name="connsiteY161" fmla="*/ 1996659 h 2237474"/>
              <a:gd name="connsiteX162" fmla="*/ 2287219 w 12192000"/>
              <a:gd name="connsiteY162" fmla="*/ 1998750 h 2237474"/>
              <a:gd name="connsiteX163" fmla="*/ 2286948 w 12192000"/>
              <a:gd name="connsiteY163" fmla="*/ 1998596 h 2237474"/>
              <a:gd name="connsiteX164" fmla="*/ 2243069 w 12192000"/>
              <a:gd name="connsiteY164" fmla="*/ 2015111 h 2237474"/>
              <a:gd name="connsiteX165" fmla="*/ 2186609 w 12192000"/>
              <a:gd name="connsiteY165" fmla="*/ 2008263 h 2237474"/>
              <a:gd name="connsiteX166" fmla="*/ 2164831 w 12192000"/>
              <a:gd name="connsiteY166" fmla="*/ 2010143 h 2237474"/>
              <a:gd name="connsiteX167" fmla="*/ 2152836 w 12192000"/>
              <a:gd name="connsiteY167" fmla="*/ 2010048 h 2237474"/>
              <a:gd name="connsiteX168" fmla="*/ 2117102 w 12192000"/>
              <a:gd name="connsiteY168" fmla="*/ 2023004 h 2237474"/>
              <a:gd name="connsiteX169" fmla="*/ 2111935 w 12192000"/>
              <a:gd name="connsiteY169" fmla="*/ 2023163 h 2237474"/>
              <a:gd name="connsiteX170" fmla="*/ 2089991 w 12192000"/>
              <a:gd name="connsiteY170" fmla="*/ 2034193 h 2237474"/>
              <a:gd name="connsiteX171" fmla="*/ 2058061 w 12192000"/>
              <a:gd name="connsiteY171" fmla="*/ 2047942 h 2237474"/>
              <a:gd name="connsiteX172" fmla="*/ 2055737 w 12192000"/>
              <a:gd name="connsiteY172" fmla="*/ 2047704 h 2237474"/>
              <a:gd name="connsiteX173" fmla="*/ 2042244 w 12192000"/>
              <a:gd name="connsiteY173" fmla="*/ 2055560 h 2237474"/>
              <a:gd name="connsiteX174" fmla="*/ 1976224 w 12192000"/>
              <a:gd name="connsiteY174" fmla="*/ 2074257 h 2237474"/>
              <a:gd name="connsiteX175" fmla="*/ 1877728 w 12192000"/>
              <a:gd name="connsiteY175" fmla="*/ 2101004 h 2237474"/>
              <a:gd name="connsiteX176" fmla="*/ 1759056 w 12192000"/>
              <a:gd name="connsiteY176" fmla="*/ 2125608 h 2237474"/>
              <a:gd name="connsiteX177" fmla="*/ 1637948 w 12192000"/>
              <a:gd name="connsiteY177" fmla="*/ 2172597 h 2237474"/>
              <a:gd name="connsiteX178" fmla="*/ 1434549 w 12192000"/>
              <a:gd name="connsiteY178" fmla="*/ 2234522 h 2237474"/>
              <a:gd name="connsiteX179" fmla="*/ 1398481 w 12192000"/>
              <a:gd name="connsiteY179" fmla="*/ 2237074 h 2237474"/>
              <a:gd name="connsiteX180" fmla="*/ 1398407 w 12192000"/>
              <a:gd name="connsiteY180" fmla="*/ 2237095 h 2237474"/>
              <a:gd name="connsiteX181" fmla="*/ 1370962 w 12192000"/>
              <a:gd name="connsiteY181" fmla="*/ 2237474 h 2237474"/>
              <a:gd name="connsiteX182" fmla="*/ 1356367 w 12192000"/>
              <a:gd name="connsiteY182" fmla="*/ 2235089 h 2237474"/>
              <a:gd name="connsiteX183" fmla="*/ 1324828 w 12192000"/>
              <a:gd name="connsiteY183" fmla="*/ 2231968 h 2237474"/>
              <a:gd name="connsiteX184" fmla="*/ 1297744 w 12192000"/>
              <a:gd name="connsiteY184" fmla="*/ 2235849 h 2237474"/>
              <a:gd name="connsiteX185" fmla="*/ 1286236 w 12192000"/>
              <a:gd name="connsiteY185" fmla="*/ 2233135 h 2237474"/>
              <a:gd name="connsiteX186" fmla="*/ 1283504 w 12192000"/>
              <a:gd name="connsiteY186" fmla="*/ 2233797 h 2237474"/>
              <a:gd name="connsiteX187" fmla="*/ 1279765 w 12192000"/>
              <a:gd name="connsiteY187" fmla="*/ 2229639 h 2237474"/>
              <a:gd name="connsiteX188" fmla="*/ 1195347 w 12192000"/>
              <a:gd name="connsiteY188" fmla="*/ 2212354 h 2237474"/>
              <a:gd name="connsiteX189" fmla="*/ 970251 w 12192000"/>
              <a:gd name="connsiteY189" fmla="*/ 2221029 h 2237474"/>
              <a:gd name="connsiteX190" fmla="*/ 812914 w 12192000"/>
              <a:gd name="connsiteY190" fmla="*/ 2202752 h 2237474"/>
              <a:gd name="connsiteX191" fmla="*/ 800195 w 12192000"/>
              <a:gd name="connsiteY191" fmla="*/ 2209407 h 2237474"/>
              <a:gd name="connsiteX192" fmla="*/ 784978 w 12192000"/>
              <a:gd name="connsiteY192" fmla="*/ 2212360 h 2237474"/>
              <a:gd name="connsiteX193" fmla="*/ 681987 w 12192000"/>
              <a:gd name="connsiteY193" fmla="*/ 2216757 h 2237474"/>
              <a:gd name="connsiteX194" fmla="*/ 669923 w 12192000"/>
              <a:gd name="connsiteY194" fmla="*/ 2211682 h 2237474"/>
              <a:gd name="connsiteX195" fmla="*/ 648680 w 12192000"/>
              <a:gd name="connsiteY195" fmla="*/ 2206229 h 2237474"/>
              <a:gd name="connsiteX196" fmla="*/ 597225 w 12192000"/>
              <a:gd name="connsiteY196" fmla="*/ 2180999 h 2237474"/>
              <a:gd name="connsiteX197" fmla="*/ 558449 w 12192000"/>
              <a:gd name="connsiteY197" fmla="*/ 2182346 h 2237474"/>
              <a:gd name="connsiteX198" fmla="*/ 550517 w 12192000"/>
              <a:gd name="connsiteY198" fmla="*/ 2182060 h 2237474"/>
              <a:gd name="connsiteX199" fmla="*/ 550309 w 12192000"/>
              <a:gd name="connsiteY199" fmla="*/ 2181825 h 2237474"/>
              <a:gd name="connsiteX200" fmla="*/ 541836 w 12192000"/>
              <a:gd name="connsiteY200" fmla="*/ 2181063 h 2237474"/>
              <a:gd name="connsiteX201" fmla="*/ 536057 w 12192000"/>
              <a:gd name="connsiteY201" fmla="*/ 2181537 h 2237474"/>
              <a:gd name="connsiteX202" fmla="*/ 520671 w 12192000"/>
              <a:gd name="connsiteY202" fmla="*/ 2180980 h 2237474"/>
              <a:gd name="connsiteX203" fmla="*/ 515024 w 12192000"/>
              <a:gd name="connsiteY203" fmla="*/ 2179258 h 2237474"/>
              <a:gd name="connsiteX204" fmla="*/ 512278 w 12192000"/>
              <a:gd name="connsiteY204" fmla="*/ 2176369 h 2237474"/>
              <a:gd name="connsiteX205" fmla="*/ 480419 w 12192000"/>
              <a:gd name="connsiteY205" fmla="*/ 2167807 h 2237474"/>
              <a:gd name="connsiteX206" fmla="*/ 413835 w 12192000"/>
              <a:gd name="connsiteY206" fmla="*/ 2156783 h 2237474"/>
              <a:gd name="connsiteX207" fmla="*/ 376513 w 12192000"/>
              <a:gd name="connsiteY207" fmla="*/ 2154014 h 2237474"/>
              <a:gd name="connsiteX208" fmla="*/ 273386 w 12192000"/>
              <a:gd name="connsiteY208" fmla="*/ 2142551 h 2237474"/>
              <a:gd name="connsiteX209" fmla="*/ 169207 w 12192000"/>
              <a:gd name="connsiteY209" fmla="*/ 2128100 h 2237474"/>
              <a:gd name="connsiteX210" fmla="*/ 93149 w 12192000"/>
              <a:gd name="connsiteY210" fmla="*/ 2105324 h 2237474"/>
              <a:gd name="connsiteX211" fmla="*/ 88109 w 12192000"/>
              <a:gd name="connsiteY211" fmla="*/ 2106704 h 2237474"/>
              <a:gd name="connsiteX212" fmla="*/ 80022 w 12192000"/>
              <a:gd name="connsiteY212" fmla="*/ 2107254 h 2237474"/>
              <a:gd name="connsiteX213" fmla="*/ 79717 w 12192000"/>
              <a:gd name="connsiteY213" fmla="*/ 2107046 h 2237474"/>
              <a:gd name="connsiteX214" fmla="*/ 72352 w 12192000"/>
              <a:gd name="connsiteY214" fmla="*/ 2107991 h 2237474"/>
              <a:gd name="connsiteX215" fmla="*/ 37645 w 12192000"/>
              <a:gd name="connsiteY215" fmla="*/ 2115401 h 2237474"/>
              <a:gd name="connsiteX216" fmla="*/ 4572 w 12192000"/>
              <a:gd name="connsiteY216" fmla="*/ 2111091 h 2237474"/>
              <a:gd name="connsiteX217" fmla="*/ 0 w 12192000"/>
              <a:gd name="connsiteY217" fmla="*/ 2110468 h 2237474"/>
              <a:gd name="connsiteX218" fmla="*/ 0 w 12192000"/>
              <a:gd name="connsiteY21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78288 w 12192000"/>
              <a:gd name="connsiteY25" fmla="*/ 854362 h 2237474"/>
              <a:gd name="connsiteX26" fmla="*/ 9761459 w 12192000"/>
              <a:gd name="connsiteY26" fmla="*/ 862394 h 2237474"/>
              <a:gd name="connsiteX27" fmla="*/ 9705768 w 12192000"/>
              <a:gd name="connsiteY27" fmla="*/ 894610 h 2237474"/>
              <a:gd name="connsiteX28" fmla="*/ 9683005 w 12192000"/>
              <a:gd name="connsiteY28" fmla="*/ 894128 h 2237474"/>
              <a:gd name="connsiteX29" fmla="*/ 9594438 w 12192000"/>
              <a:gd name="connsiteY29" fmla="*/ 919051 h 2237474"/>
              <a:gd name="connsiteX30" fmla="*/ 9577033 w 12192000"/>
              <a:gd name="connsiteY30" fmla="*/ 922857 h 2237474"/>
              <a:gd name="connsiteX31" fmla="*/ 9544189 w 12192000"/>
              <a:gd name="connsiteY31" fmla="*/ 938966 h 2237474"/>
              <a:gd name="connsiteX32" fmla="*/ 9500499 w 12192000"/>
              <a:gd name="connsiteY32" fmla="*/ 954680 h 2237474"/>
              <a:gd name="connsiteX33" fmla="*/ 9428195 w 12192000"/>
              <a:gd name="connsiteY33" fmla="*/ 986225 h 2237474"/>
              <a:gd name="connsiteX34" fmla="*/ 9410017 w 12192000"/>
              <a:gd name="connsiteY34" fmla="*/ 993931 h 2237474"/>
              <a:gd name="connsiteX35" fmla="*/ 9392919 w 12192000"/>
              <a:gd name="connsiteY35" fmla="*/ 994656 h 2237474"/>
              <a:gd name="connsiteX36" fmla="*/ 9278619 w 12192000"/>
              <a:gd name="connsiteY36" fmla="*/ 1011878 h 2237474"/>
              <a:gd name="connsiteX37" fmla="*/ 9268019 w 12192000"/>
              <a:gd name="connsiteY37" fmla="*/ 1007442 h 2237474"/>
              <a:gd name="connsiteX38" fmla="*/ 9234662 w 12192000"/>
              <a:gd name="connsiteY38" fmla="*/ 1023056 h 2237474"/>
              <a:gd name="connsiteX39" fmla="*/ 9181033 w 12192000"/>
              <a:gd name="connsiteY39" fmla="*/ 1037921 h 2237474"/>
              <a:gd name="connsiteX40" fmla="*/ 9155969 w 12192000"/>
              <a:gd name="connsiteY40" fmla="*/ 1046804 h 2237474"/>
              <a:gd name="connsiteX41" fmla="*/ 9133985 w 12192000"/>
              <a:gd name="connsiteY41" fmla="*/ 1046450 h 2237474"/>
              <a:gd name="connsiteX42" fmla="*/ 9012987 w 12192000"/>
              <a:gd name="connsiteY42" fmla="*/ 1061986 h 2237474"/>
              <a:gd name="connsiteX43" fmla="*/ 8968445 w 12192000"/>
              <a:gd name="connsiteY43" fmla="*/ 1052169 h 2237474"/>
              <a:gd name="connsiteX44" fmla="*/ 8958984 w 12192000"/>
              <a:gd name="connsiteY44" fmla="*/ 1057212 h 2237474"/>
              <a:gd name="connsiteX45" fmla="*/ 8886001 w 12192000"/>
              <a:gd name="connsiteY45" fmla="*/ 1067468 h 2237474"/>
              <a:gd name="connsiteX46" fmla="*/ 8838610 w 12192000"/>
              <a:gd name="connsiteY46" fmla="*/ 1075091 h 2237474"/>
              <a:gd name="connsiteX47" fmla="*/ 8750383 w 12192000"/>
              <a:gd name="connsiteY47" fmla="*/ 1097387 h 2237474"/>
              <a:gd name="connsiteX48" fmla="*/ 8697365 w 12192000"/>
              <a:gd name="connsiteY48" fmla="*/ 1105869 h 2237474"/>
              <a:gd name="connsiteX49" fmla="*/ 8665605 w 12192000"/>
              <a:gd name="connsiteY49" fmla="*/ 1110791 h 2237474"/>
              <a:gd name="connsiteX50" fmla="*/ 8584946 w 12192000"/>
              <a:gd name="connsiteY50" fmla="*/ 1135226 h 2237474"/>
              <a:gd name="connsiteX51" fmla="*/ 8460755 w 12192000"/>
              <a:gd name="connsiteY51" fmla="*/ 1203427 h 2237474"/>
              <a:gd name="connsiteX52" fmla="*/ 8419755 w 12192000"/>
              <a:gd name="connsiteY52" fmla="*/ 1216260 h 2237474"/>
              <a:gd name="connsiteX53" fmla="*/ 8411626 w 12192000"/>
              <a:gd name="connsiteY53" fmla="*/ 1214397 h 2237474"/>
              <a:gd name="connsiteX54" fmla="*/ 8363469 w 12192000"/>
              <a:gd name="connsiteY54" fmla="*/ 1246658 h 2237474"/>
              <a:gd name="connsiteX55" fmla="*/ 8275497 w 12192000"/>
              <a:gd name="connsiteY55" fmla="*/ 1264396 h 2237474"/>
              <a:gd name="connsiteX56" fmla="*/ 8206287 w 12192000"/>
              <a:gd name="connsiteY56" fmla="*/ 1273060 h 2237474"/>
              <a:gd name="connsiteX57" fmla="*/ 8168705 w 12192000"/>
              <a:gd name="connsiteY57" fmla="*/ 1279956 h 2237474"/>
              <a:gd name="connsiteX58" fmla="*/ 8139997 w 12192000"/>
              <a:gd name="connsiteY58" fmla="*/ 1282713 h 2237474"/>
              <a:gd name="connsiteX59" fmla="*/ 8074238 w 12192000"/>
              <a:gd name="connsiteY59" fmla="*/ 1301895 h 2237474"/>
              <a:gd name="connsiteX60" fmla="*/ 7968292 w 12192000"/>
              <a:gd name="connsiteY60" fmla="*/ 1338779 h 2237474"/>
              <a:gd name="connsiteX61" fmla="*/ 7945122 w 12192000"/>
              <a:gd name="connsiteY61" fmla="*/ 1345477 h 2237474"/>
              <a:gd name="connsiteX62" fmla="*/ 7902328 w 12192000"/>
              <a:gd name="connsiteY62" fmla="*/ 1345865 h 2237474"/>
              <a:gd name="connsiteX63" fmla="*/ 7875879 w 12192000"/>
              <a:gd name="connsiteY63" fmla="*/ 1345646 h 2237474"/>
              <a:gd name="connsiteX64" fmla="*/ 7840612 w 12192000"/>
              <a:gd name="connsiteY64" fmla="*/ 1369373 h 2237474"/>
              <a:gd name="connsiteX65" fmla="*/ 7786819 w 12192000"/>
              <a:gd name="connsiteY65" fmla="*/ 1378970 h 2237474"/>
              <a:gd name="connsiteX66" fmla="*/ 7548172 w 12192000"/>
              <a:gd name="connsiteY66" fmla="*/ 1417460 h 2237474"/>
              <a:gd name="connsiteX67" fmla="*/ 7483437 w 12192000"/>
              <a:gd name="connsiteY67" fmla="*/ 1478152 h 2237474"/>
              <a:gd name="connsiteX68" fmla="*/ 7377870 w 12192000"/>
              <a:gd name="connsiteY68" fmla="*/ 1523319 h 2237474"/>
              <a:gd name="connsiteX69" fmla="*/ 7230737 w 12192000"/>
              <a:gd name="connsiteY69" fmla="*/ 1562633 h 2237474"/>
              <a:gd name="connsiteX70" fmla="*/ 7224458 w 12192000"/>
              <a:gd name="connsiteY70" fmla="*/ 1573008 h 2237474"/>
              <a:gd name="connsiteX71" fmla="*/ 7213486 w 12192000"/>
              <a:gd name="connsiteY71" fmla="*/ 1580987 h 2237474"/>
              <a:gd name="connsiteX72" fmla="*/ 7183121 w 12192000"/>
              <a:gd name="connsiteY72" fmla="*/ 1595162 h 2237474"/>
              <a:gd name="connsiteX73" fmla="*/ 7164601 w 12192000"/>
              <a:gd name="connsiteY73" fmla="*/ 1606490 h 2237474"/>
              <a:gd name="connsiteX74" fmla="*/ 7114651 w 12192000"/>
              <a:gd name="connsiteY74" fmla="*/ 1620959 h 2237474"/>
              <a:gd name="connsiteX75" fmla="*/ 7092727 w 12192000"/>
              <a:gd name="connsiteY75" fmla="*/ 1623628 h 2237474"/>
              <a:gd name="connsiteX76" fmla="*/ 7031309 w 12192000"/>
              <a:gd name="connsiteY76" fmla="*/ 1619451 h 2237474"/>
              <a:gd name="connsiteX77" fmla="*/ 6999084 w 12192000"/>
              <a:gd name="connsiteY77" fmla="*/ 1634317 h 2237474"/>
              <a:gd name="connsiteX78" fmla="*/ 6992107 w 12192000"/>
              <a:gd name="connsiteY78" fmla="*/ 1636860 h 2237474"/>
              <a:gd name="connsiteX79" fmla="*/ 6991765 w 12192000"/>
              <a:gd name="connsiteY79" fmla="*/ 1636725 h 2237474"/>
              <a:gd name="connsiteX80" fmla="*/ 6900177 w 12192000"/>
              <a:gd name="connsiteY80" fmla="*/ 1636016 h 2237474"/>
              <a:gd name="connsiteX81" fmla="*/ 6795372 w 12192000"/>
              <a:gd name="connsiteY81" fmla="*/ 1644845 h 2237474"/>
              <a:gd name="connsiteX82" fmla="*/ 6692251 w 12192000"/>
              <a:gd name="connsiteY82" fmla="*/ 1656357 h 2237474"/>
              <a:gd name="connsiteX83" fmla="*/ 6655235 w 12192000"/>
              <a:gd name="connsiteY83" fmla="*/ 1661869 h 2237474"/>
              <a:gd name="connsiteX84" fmla="*/ 6587857 w 12192000"/>
              <a:gd name="connsiteY84" fmla="*/ 1665769 h 2237474"/>
              <a:gd name="connsiteX85" fmla="*/ 6554894 w 12192000"/>
              <a:gd name="connsiteY85" fmla="*/ 1664428 h 2237474"/>
              <a:gd name="connsiteX86" fmla="*/ 6516595 w 12192000"/>
              <a:gd name="connsiteY86" fmla="*/ 1667475 h 2237474"/>
              <a:gd name="connsiteX87" fmla="*/ 6508541 w 12192000"/>
              <a:gd name="connsiteY87" fmla="*/ 1668757 h 2237474"/>
              <a:gd name="connsiteX88" fmla="*/ 6471012 w 12192000"/>
              <a:gd name="connsiteY88" fmla="*/ 1678604 h 2237474"/>
              <a:gd name="connsiteX89" fmla="*/ 6415265 w 12192000"/>
              <a:gd name="connsiteY89" fmla="*/ 1665317 h 2237474"/>
              <a:gd name="connsiteX90" fmla="*/ 6364035 w 12192000"/>
              <a:gd name="connsiteY90" fmla="*/ 1667683 h 2237474"/>
              <a:gd name="connsiteX91" fmla="*/ 6280959 w 12192000"/>
              <a:gd name="connsiteY91" fmla="*/ 1689329 h 2237474"/>
              <a:gd name="connsiteX92" fmla="*/ 6243319 w 12192000"/>
              <a:gd name="connsiteY92" fmla="*/ 1695560 h 2237474"/>
              <a:gd name="connsiteX93" fmla="*/ 6098321 w 12192000"/>
              <a:gd name="connsiteY93" fmla="*/ 1721646 h 2237474"/>
              <a:gd name="connsiteX94" fmla="*/ 5880652 w 12192000"/>
              <a:gd name="connsiteY94" fmla="*/ 1779643 h 2237474"/>
              <a:gd name="connsiteX95" fmla="*/ 5785959 w 12192000"/>
              <a:gd name="connsiteY95" fmla="*/ 1775307 h 2237474"/>
              <a:gd name="connsiteX96" fmla="*/ 5643534 w 12192000"/>
              <a:gd name="connsiteY96" fmla="*/ 1802919 h 2237474"/>
              <a:gd name="connsiteX97" fmla="*/ 5518799 w 12192000"/>
              <a:gd name="connsiteY97" fmla="*/ 1818312 h 2237474"/>
              <a:gd name="connsiteX98" fmla="*/ 5505014 w 12192000"/>
              <a:gd name="connsiteY98" fmla="*/ 1819259 h 2237474"/>
              <a:gd name="connsiteX99" fmla="*/ 5453307 w 12192000"/>
              <a:gd name="connsiteY99" fmla="*/ 1815450 h 2237474"/>
              <a:gd name="connsiteX100" fmla="*/ 5364192 w 12192000"/>
              <a:gd name="connsiteY100" fmla="*/ 1826074 h 2237474"/>
              <a:gd name="connsiteX101" fmla="*/ 5350380 w 12192000"/>
              <a:gd name="connsiteY101" fmla="*/ 1830891 h 2237474"/>
              <a:gd name="connsiteX102" fmla="*/ 5259633 w 12192000"/>
              <a:gd name="connsiteY102" fmla="*/ 1837160 h 2237474"/>
              <a:gd name="connsiteX103" fmla="*/ 5197513 w 12192000"/>
              <a:gd name="connsiteY103" fmla="*/ 1844718 h 2237474"/>
              <a:gd name="connsiteX104" fmla="*/ 5168852 w 12192000"/>
              <a:gd name="connsiteY104" fmla="*/ 1844846 h 2237474"/>
              <a:gd name="connsiteX105" fmla="*/ 5114927 w 12192000"/>
              <a:gd name="connsiteY105" fmla="*/ 1847827 h 2237474"/>
              <a:gd name="connsiteX106" fmla="*/ 5108970 w 12192000"/>
              <a:gd name="connsiteY106" fmla="*/ 1847935 h 2237474"/>
              <a:gd name="connsiteX107" fmla="*/ 5067961 w 12192000"/>
              <a:gd name="connsiteY107" fmla="*/ 1845917 h 2237474"/>
              <a:gd name="connsiteX108" fmla="*/ 5007075 w 12192000"/>
              <a:gd name="connsiteY108" fmla="*/ 1838626 h 2237474"/>
              <a:gd name="connsiteX109" fmla="*/ 4944087 w 12192000"/>
              <a:gd name="connsiteY109" fmla="*/ 1823332 h 2237474"/>
              <a:gd name="connsiteX110" fmla="*/ 4907662 w 12192000"/>
              <a:gd name="connsiteY110" fmla="*/ 1816900 h 2237474"/>
              <a:gd name="connsiteX111" fmla="*/ 4882386 w 12192000"/>
              <a:gd name="connsiteY111" fmla="*/ 1809844 h 2237474"/>
              <a:gd name="connsiteX112" fmla="*/ 4811440 w 12192000"/>
              <a:gd name="connsiteY112" fmla="*/ 1804655 h 2237474"/>
              <a:gd name="connsiteX113" fmla="*/ 4691075 w 12192000"/>
              <a:gd name="connsiteY113" fmla="*/ 1801389 h 2237474"/>
              <a:gd name="connsiteX114" fmla="*/ 4611738 w 12192000"/>
              <a:gd name="connsiteY114" fmla="*/ 1776964 h 2237474"/>
              <a:gd name="connsiteX115" fmla="*/ 4560070 w 12192000"/>
              <a:gd name="connsiteY115" fmla="*/ 1785640 h 2237474"/>
              <a:gd name="connsiteX116" fmla="*/ 4536503 w 12192000"/>
              <a:gd name="connsiteY116" fmla="*/ 1785334 h 2237474"/>
              <a:gd name="connsiteX117" fmla="*/ 4513724 w 12192000"/>
              <a:gd name="connsiteY117" fmla="*/ 1791996 h 2237474"/>
              <a:gd name="connsiteX118" fmla="*/ 4459810 w 12192000"/>
              <a:gd name="connsiteY118" fmla="*/ 1797886 h 2237474"/>
              <a:gd name="connsiteX119" fmla="*/ 4379064 w 12192000"/>
              <a:gd name="connsiteY119" fmla="*/ 1817177 h 2237474"/>
              <a:gd name="connsiteX120" fmla="*/ 4319209 w 12192000"/>
              <a:gd name="connsiteY120" fmla="*/ 1834833 h 2237474"/>
              <a:gd name="connsiteX121" fmla="*/ 4290981 w 12192000"/>
              <a:gd name="connsiteY121" fmla="*/ 1839677 h 2237474"/>
              <a:gd name="connsiteX122" fmla="*/ 4285792 w 12192000"/>
              <a:gd name="connsiteY122" fmla="*/ 1836231 h 2237474"/>
              <a:gd name="connsiteX123" fmla="*/ 4238372 w 12192000"/>
              <a:gd name="connsiteY123" fmla="*/ 1851480 h 2237474"/>
              <a:gd name="connsiteX124" fmla="*/ 4232517 w 12192000"/>
              <a:gd name="connsiteY124" fmla="*/ 1852567 h 2237474"/>
              <a:gd name="connsiteX125" fmla="*/ 4191732 w 12192000"/>
              <a:gd name="connsiteY125" fmla="*/ 1857328 h 2237474"/>
              <a:gd name="connsiteX126" fmla="*/ 4065532 w 12192000"/>
              <a:gd name="connsiteY126" fmla="*/ 1855477 h 2237474"/>
              <a:gd name="connsiteX127" fmla="*/ 4028460 w 12192000"/>
              <a:gd name="connsiteY127" fmla="*/ 1855137 h 2237474"/>
              <a:gd name="connsiteX128" fmla="*/ 4002267 w 12192000"/>
              <a:gd name="connsiteY128" fmla="*/ 1852352 h 2237474"/>
              <a:gd name="connsiteX129" fmla="*/ 3931396 w 12192000"/>
              <a:gd name="connsiteY129" fmla="*/ 1858915 h 2237474"/>
              <a:gd name="connsiteX130" fmla="*/ 3812162 w 12192000"/>
              <a:gd name="connsiteY130" fmla="*/ 1875501 h 2237474"/>
              <a:gd name="connsiteX131" fmla="*/ 3729530 w 12192000"/>
              <a:gd name="connsiteY131" fmla="*/ 1864513 h 2237474"/>
              <a:gd name="connsiteX132" fmla="*/ 3680177 w 12192000"/>
              <a:gd name="connsiteY132" fmla="*/ 1881552 h 2237474"/>
              <a:gd name="connsiteX133" fmla="*/ 3567259 w 12192000"/>
              <a:gd name="connsiteY133" fmla="*/ 1893482 h 2237474"/>
              <a:gd name="connsiteX134" fmla="*/ 3405770 w 12192000"/>
              <a:gd name="connsiteY134" fmla="*/ 1904591 h 2237474"/>
              <a:gd name="connsiteX135" fmla="*/ 3280097 w 12192000"/>
              <a:gd name="connsiteY135" fmla="*/ 1919610 h 2237474"/>
              <a:gd name="connsiteX136" fmla="*/ 3123424 w 12192000"/>
              <a:gd name="connsiteY136" fmla="*/ 1952930 h 2237474"/>
              <a:gd name="connsiteX137" fmla="*/ 3009910 w 12192000"/>
              <a:gd name="connsiteY137" fmla="*/ 1957866 h 2237474"/>
              <a:gd name="connsiteX138" fmla="*/ 2995934 w 12192000"/>
              <a:gd name="connsiteY138" fmla="*/ 1967085 h 2237474"/>
              <a:gd name="connsiteX139" fmla="*/ 2980071 w 12192000"/>
              <a:gd name="connsiteY139" fmla="*/ 1972988 h 2237474"/>
              <a:gd name="connsiteX140" fmla="*/ 2978094 w 12192000"/>
              <a:gd name="connsiteY140" fmla="*/ 1972369 h 2237474"/>
              <a:gd name="connsiteX141" fmla="*/ 2942858 w 12192000"/>
              <a:gd name="connsiteY141" fmla="*/ 1981367 h 2237474"/>
              <a:gd name="connsiteX142" fmla="*/ 2875436 w 12192000"/>
              <a:gd name="connsiteY142" fmla="*/ 1996977 h 2237474"/>
              <a:gd name="connsiteX143" fmla="*/ 2874892 w 12192000"/>
              <a:gd name="connsiteY143" fmla="*/ 1996085 h 2237474"/>
              <a:gd name="connsiteX144" fmla="*/ 2864145 w 12192000"/>
              <a:gd name="connsiteY144" fmla="*/ 1994061 h 2237474"/>
              <a:gd name="connsiteX145" fmla="*/ 2843662 w 12192000"/>
              <a:gd name="connsiteY145" fmla="*/ 1992498 h 2237474"/>
              <a:gd name="connsiteX146" fmla="*/ 2796128 w 12192000"/>
              <a:gd name="connsiteY146" fmla="*/ 1976403 h 2237474"/>
              <a:gd name="connsiteX147" fmla="*/ 2756784 w 12192000"/>
              <a:gd name="connsiteY147" fmla="*/ 1985116 h 2237474"/>
              <a:gd name="connsiteX148" fmla="*/ 2748833 w 12192000"/>
              <a:gd name="connsiteY148" fmla="*/ 1986323 h 2237474"/>
              <a:gd name="connsiteX149" fmla="*/ 2748661 w 12192000"/>
              <a:gd name="connsiteY149" fmla="*/ 1986122 h 2237474"/>
              <a:gd name="connsiteX150" fmla="*/ 2740251 w 12192000"/>
              <a:gd name="connsiteY150" fmla="*/ 1986946 h 2237474"/>
              <a:gd name="connsiteX151" fmla="*/ 2718916 w 12192000"/>
              <a:gd name="connsiteY151" fmla="*/ 1990867 h 2237474"/>
              <a:gd name="connsiteX152" fmla="*/ 2713522 w 12192000"/>
              <a:gd name="connsiteY152" fmla="*/ 1990173 h 2237474"/>
              <a:gd name="connsiteX153" fmla="*/ 2680597 w 12192000"/>
              <a:gd name="connsiteY153" fmla="*/ 1984996 h 2237474"/>
              <a:gd name="connsiteX154" fmla="*/ 2578178 w 12192000"/>
              <a:gd name="connsiteY154" fmla="*/ 1990531 h 2237474"/>
              <a:gd name="connsiteX155" fmla="*/ 2476147 w 12192000"/>
              <a:gd name="connsiteY155" fmla="*/ 1998305 h 2237474"/>
              <a:gd name="connsiteX156" fmla="*/ 2373568 w 12192000"/>
              <a:gd name="connsiteY156" fmla="*/ 2003219 h 2237474"/>
              <a:gd name="connsiteX157" fmla="*/ 2321399 w 12192000"/>
              <a:gd name="connsiteY157" fmla="*/ 1989467 h 2237474"/>
              <a:gd name="connsiteX158" fmla="*/ 2315525 w 12192000"/>
              <a:gd name="connsiteY158" fmla="*/ 1989708 h 2237474"/>
              <a:gd name="connsiteX159" fmla="*/ 2300792 w 12192000"/>
              <a:gd name="connsiteY159" fmla="*/ 1994290 h 2237474"/>
              <a:gd name="connsiteX160" fmla="*/ 2295469 w 12192000"/>
              <a:gd name="connsiteY160" fmla="*/ 1996659 h 2237474"/>
              <a:gd name="connsiteX161" fmla="*/ 2287219 w 12192000"/>
              <a:gd name="connsiteY161" fmla="*/ 1998750 h 2237474"/>
              <a:gd name="connsiteX162" fmla="*/ 2286948 w 12192000"/>
              <a:gd name="connsiteY162" fmla="*/ 1998596 h 2237474"/>
              <a:gd name="connsiteX163" fmla="*/ 2243069 w 12192000"/>
              <a:gd name="connsiteY163" fmla="*/ 2015111 h 2237474"/>
              <a:gd name="connsiteX164" fmla="*/ 2186609 w 12192000"/>
              <a:gd name="connsiteY164" fmla="*/ 2008263 h 2237474"/>
              <a:gd name="connsiteX165" fmla="*/ 2164831 w 12192000"/>
              <a:gd name="connsiteY165" fmla="*/ 2010143 h 2237474"/>
              <a:gd name="connsiteX166" fmla="*/ 2152836 w 12192000"/>
              <a:gd name="connsiteY166" fmla="*/ 2010048 h 2237474"/>
              <a:gd name="connsiteX167" fmla="*/ 2117102 w 12192000"/>
              <a:gd name="connsiteY167" fmla="*/ 2023004 h 2237474"/>
              <a:gd name="connsiteX168" fmla="*/ 2111935 w 12192000"/>
              <a:gd name="connsiteY168" fmla="*/ 2023163 h 2237474"/>
              <a:gd name="connsiteX169" fmla="*/ 2089991 w 12192000"/>
              <a:gd name="connsiteY169" fmla="*/ 2034193 h 2237474"/>
              <a:gd name="connsiteX170" fmla="*/ 2058061 w 12192000"/>
              <a:gd name="connsiteY170" fmla="*/ 2047942 h 2237474"/>
              <a:gd name="connsiteX171" fmla="*/ 2055737 w 12192000"/>
              <a:gd name="connsiteY171" fmla="*/ 2047704 h 2237474"/>
              <a:gd name="connsiteX172" fmla="*/ 2042244 w 12192000"/>
              <a:gd name="connsiteY172" fmla="*/ 2055560 h 2237474"/>
              <a:gd name="connsiteX173" fmla="*/ 1976224 w 12192000"/>
              <a:gd name="connsiteY173" fmla="*/ 2074257 h 2237474"/>
              <a:gd name="connsiteX174" fmla="*/ 1877728 w 12192000"/>
              <a:gd name="connsiteY174" fmla="*/ 2101004 h 2237474"/>
              <a:gd name="connsiteX175" fmla="*/ 1759056 w 12192000"/>
              <a:gd name="connsiteY175" fmla="*/ 2125608 h 2237474"/>
              <a:gd name="connsiteX176" fmla="*/ 1637948 w 12192000"/>
              <a:gd name="connsiteY176" fmla="*/ 2172597 h 2237474"/>
              <a:gd name="connsiteX177" fmla="*/ 1434549 w 12192000"/>
              <a:gd name="connsiteY177" fmla="*/ 2234522 h 2237474"/>
              <a:gd name="connsiteX178" fmla="*/ 1398481 w 12192000"/>
              <a:gd name="connsiteY178" fmla="*/ 2237074 h 2237474"/>
              <a:gd name="connsiteX179" fmla="*/ 1398407 w 12192000"/>
              <a:gd name="connsiteY179" fmla="*/ 2237095 h 2237474"/>
              <a:gd name="connsiteX180" fmla="*/ 1370962 w 12192000"/>
              <a:gd name="connsiteY180" fmla="*/ 2237474 h 2237474"/>
              <a:gd name="connsiteX181" fmla="*/ 1356367 w 12192000"/>
              <a:gd name="connsiteY181" fmla="*/ 2235089 h 2237474"/>
              <a:gd name="connsiteX182" fmla="*/ 1324828 w 12192000"/>
              <a:gd name="connsiteY182" fmla="*/ 2231968 h 2237474"/>
              <a:gd name="connsiteX183" fmla="*/ 1297744 w 12192000"/>
              <a:gd name="connsiteY183" fmla="*/ 2235849 h 2237474"/>
              <a:gd name="connsiteX184" fmla="*/ 1286236 w 12192000"/>
              <a:gd name="connsiteY184" fmla="*/ 2233135 h 2237474"/>
              <a:gd name="connsiteX185" fmla="*/ 1283504 w 12192000"/>
              <a:gd name="connsiteY185" fmla="*/ 2233797 h 2237474"/>
              <a:gd name="connsiteX186" fmla="*/ 1279765 w 12192000"/>
              <a:gd name="connsiteY186" fmla="*/ 2229639 h 2237474"/>
              <a:gd name="connsiteX187" fmla="*/ 1195347 w 12192000"/>
              <a:gd name="connsiteY187" fmla="*/ 2212354 h 2237474"/>
              <a:gd name="connsiteX188" fmla="*/ 970251 w 12192000"/>
              <a:gd name="connsiteY188" fmla="*/ 2221029 h 2237474"/>
              <a:gd name="connsiteX189" fmla="*/ 812914 w 12192000"/>
              <a:gd name="connsiteY189" fmla="*/ 2202752 h 2237474"/>
              <a:gd name="connsiteX190" fmla="*/ 800195 w 12192000"/>
              <a:gd name="connsiteY190" fmla="*/ 2209407 h 2237474"/>
              <a:gd name="connsiteX191" fmla="*/ 784978 w 12192000"/>
              <a:gd name="connsiteY191" fmla="*/ 2212360 h 2237474"/>
              <a:gd name="connsiteX192" fmla="*/ 681987 w 12192000"/>
              <a:gd name="connsiteY192" fmla="*/ 2216757 h 2237474"/>
              <a:gd name="connsiteX193" fmla="*/ 669923 w 12192000"/>
              <a:gd name="connsiteY193" fmla="*/ 2211682 h 2237474"/>
              <a:gd name="connsiteX194" fmla="*/ 648680 w 12192000"/>
              <a:gd name="connsiteY194" fmla="*/ 2206229 h 2237474"/>
              <a:gd name="connsiteX195" fmla="*/ 597225 w 12192000"/>
              <a:gd name="connsiteY195" fmla="*/ 2180999 h 2237474"/>
              <a:gd name="connsiteX196" fmla="*/ 558449 w 12192000"/>
              <a:gd name="connsiteY196" fmla="*/ 2182346 h 2237474"/>
              <a:gd name="connsiteX197" fmla="*/ 550517 w 12192000"/>
              <a:gd name="connsiteY197" fmla="*/ 2182060 h 2237474"/>
              <a:gd name="connsiteX198" fmla="*/ 550309 w 12192000"/>
              <a:gd name="connsiteY198" fmla="*/ 2181825 h 2237474"/>
              <a:gd name="connsiteX199" fmla="*/ 541836 w 12192000"/>
              <a:gd name="connsiteY199" fmla="*/ 2181063 h 2237474"/>
              <a:gd name="connsiteX200" fmla="*/ 536057 w 12192000"/>
              <a:gd name="connsiteY200" fmla="*/ 2181537 h 2237474"/>
              <a:gd name="connsiteX201" fmla="*/ 520671 w 12192000"/>
              <a:gd name="connsiteY201" fmla="*/ 2180980 h 2237474"/>
              <a:gd name="connsiteX202" fmla="*/ 515024 w 12192000"/>
              <a:gd name="connsiteY202" fmla="*/ 2179258 h 2237474"/>
              <a:gd name="connsiteX203" fmla="*/ 512278 w 12192000"/>
              <a:gd name="connsiteY203" fmla="*/ 2176369 h 2237474"/>
              <a:gd name="connsiteX204" fmla="*/ 480419 w 12192000"/>
              <a:gd name="connsiteY204" fmla="*/ 2167807 h 2237474"/>
              <a:gd name="connsiteX205" fmla="*/ 413835 w 12192000"/>
              <a:gd name="connsiteY205" fmla="*/ 2156783 h 2237474"/>
              <a:gd name="connsiteX206" fmla="*/ 376513 w 12192000"/>
              <a:gd name="connsiteY206" fmla="*/ 2154014 h 2237474"/>
              <a:gd name="connsiteX207" fmla="*/ 273386 w 12192000"/>
              <a:gd name="connsiteY207" fmla="*/ 2142551 h 2237474"/>
              <a:gd name="connsiteX208" fmla="*/ 169207 w 12192000"/>
              <a:gd name="connsiteY208" fmla="*/ 2128100 h 2237474"/>
              <a:gd name="connsiteX209" fmla="*/ 93149 w 12192000"/>
              <a:gd name="connsiteY209" fmla="*/ 2105324 h 2237474"/>
              <a:gd name="connsiteX210" fmla="*/ 88109 w 12192000"/>
              <a:gd name="connsiteY210" fmla="*/ 2106704 h 2237474"/>
              <a:gd name="connsiteX211" fmla="*/ 80022 w 12192000"/>
              <a:gd name="connsiteY211" fmla="*/ 2107254 h 2237474"/>
              <a:gd name="connsiteX212" fmla="*/ 79717 w 12192000"/>
              <a:gd name="connsiteY212" fmla="*/ 2107046 h 2237474"/>
              <a:gd name="connsiteX213" fmla="*/ 72352 w 12192000"/>
              <a:gd name="connsiteY213" fmla="*/ 2107991 h 2237474"/>
              <a:gd name="connsiteX214" fmla="*/ 37645 w 12192000"/>
              <a:gd name="connsiteY214" fmla="*/ 2115401 h 2237474"/>
              <a:gd name="connsiteX215" fmla="*/ 4572 w 12192000"/>
              <a:gd name="connsiteY215" fmla="*/ 2111091 h 2237474"/>
              <a:gd name="connsiteX216" fmla="*/ 0 w 12192000"/>
              <a:gd name="connsiteY216" fmla="*/ 2110468 h 2237474"/>
              <a:gd name="connsiteX217" fmla="*/ 0 w 12192000"/>
              <a:gd name="connsiteY21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61459 w 12192000"/>
              <a:gd name="connsiteY25" fmla="*/ 862394 h 2237474"/>
              <a:gd name="connsiteX26" fmla="*/ 9705768 w 12192000"/>
              <a:gd name="connsiteY26" fmla="*/ 894610 h 2237474"/>
              <a:gd name="connsiteX27" fmla="*/ 9683005 w 12192000"/>
              <a:gd name="connsiteY27" fmla="*/ 894128 h 2237474"/>
              <a:gd name="connsiteX28" fmla="*/ 9594438 w 12192000"/>
              <a:gd name="connsiteY28" fmla="*/ 919051 h 2237474"/>
              <a:gd name="connsiteX29" fmla="*/ 9577033 w 12192000"/>
              <a:gd name="connsiteY29" fmla="*/ 922857 h 2237474"/>
              <a:gd name="connsiteX30" fmla="*/ 9544189 w 12192000"/>
              <a:gd name="connsiteY30" fmla="*/ 938966 h 2237474"/>
              <a:gd name="connsiteX31" fmla="*/ 9500499 w 12192000"/>
              <a:gd name="connsiteY31" fmla="*/ 954680 h 2237474"/>
              <a:gd name="connsiteX32" fmla="*/ 9428195 w 12192000"/>
              <a:gd name="connsiteY32" fmla="*/ 986225 h 2237474"/>
              <a:gd name="connsiteX33" fmla="*/ 9410017 w 12192000"/>
              <a:gd name="connsiteY33" fmla="*/ 993931 h 2237474"/>
              <a:gd name="connsiteX34" fmla="*/ 9392919 w 12192000"/>
              <a:gd name="connsiteY34" fmla="*/ 994656 h 2237474"/>
              <a:gd name="connsiteX35" fmla="*/ 9278619 w 12192000"/>
              <a:gd name="connsiteY35" fmla="*/ 1011878 h 2237474"/>
              <a:gd name="connsiteX36" fmla="*/ 9268019 w 12192000"/>
              <a:gd name="connsiteY36" fmla="*/ 1007442 h 2237474"/>
              <a:gd name="connsiteX37" fmla="*/ 9234662 w 12192000"/>
              <a:gd name="connsiteY37" fmla="*/ 1023056 h 2237474"/>
              <a:gd name="connsiteX38" fmla="*/ 9181033 w 12192000"/>
              <a:gd name="connsiteY38" fmla="*/ 1037921 h 2237474"/>
              <a:gd name="connsiteX39" fmla="*/ 9155969 w 12192000"/>
              <a:gd name="connsiteY39" fmla="*/ 1046804 h 2237474"/>
              <a:gd name="connsiteX40" fmla="*/ 9133985 w 12192000"/>
              <a:gd name="connsiteY40" fmla="*/ 1046450 h 2237474"/>
              <a:gd name="connsiteX41" fmla="*/ 9012987 w 12192000"/>
              <a:gd name="connsiteY41" fmla="*/ 1061986 h 2237474"/>
              <a:gd name="connsiteX42" fmla="*/ 8968445 w 12192000"/>
              <a:gd name="connsiteY42" fmla="*/ 1052169 h 2237474"/>
              <a:gd name="connsiteX43" fmla="*/ 8958984 w 12192000"/>
              <a:gd name="connsiteY43" fmla="*/ 1057212 h 2237474"/>
              <a:gd name="connsiteX44" fmla="*/ 8886001 w 12192000"/>
              <a:gd name="connsiteY44" fmla="*/ 1067468 h 2237474"/>
              <a:gd name="connsiteX45" fmla="*/ 8838610 w 12192000"/>
              <a:gd name="connsiteY45" fmla="*/ 1075091 h 2237474"/>
              <a:gd name="connsiteX46" fmla="*/ 8750383 w 12192000"/>
              <a:gd name="connsiteY46" fmla="*/ 1097387 h 2237474"/>
              <a:gd name="connsiteX47" fmla="*/ 8697365 w 12192000"/>
              <a:gd name="connsiteY47" fmla="*/ 1105869 h 2237474"/>
              <a:gd name="connsiteX48" fmla="*/ 8665605 w 12192000"/>
              <a:gd name="connsiteY48" fmla="*/ 1110791 h 2237474"/>
              <a:gd name="connsiteX49" fmla="*/ 8584946 w 12192000"/>
              <a:gd name="connsiteY49" fmla="*/ 1135226 h 2237474"/>
              <a:gd name="connsiteX50" fmla="*/ 8460755 w 12192000"/>
              <a:gd name="connsiteY50" fmla="*/ 1203427 h 2237474"/>
              <a:gd name="connsiteX51" fmla="*/ 8419755 w 12192000"/>
              <a:gd name="connsiteY51" fmla="*/ 1216260 h 2237474"/>
              <a:gd name="connsiteX52" fmla="*/ 8411626 w 12192000"/>
              <a:gd name="connsiteY52" fmla="*/ 1214397 h 2237474"/>
              <a:gd name="connsiteX53" fmla="*/ 8363469 w 12192000"/>
              <a:gd name="connsiteY53" fmla="*/ 1246658 h 2237474"/>
              <a:gd name="connsiteX54" fmla="*/ 8275497 w 12192000"/>
              <a:gd name="connsiteY54" fmla="*/ 1264396 h 2237474"/>
              <a:gd name="connsiteX55" fmla="*/ 8206287 w 12192000"/>
              <a:gd name="connsiteY55" fmla="*/ 1273060 h 2237474"/>
              <a:gd name="connsiteX56" fmla="*/ 8168705 w 12192000"/>
              <a:gd name="connsiteY56" fmla="*/ 1279956 h 2237474"/>
              <a:gd name="connsiteX57" fmla="*/ 8139997 w 12192000"/>
              <a:gd name="connsiteY57" fmla="*/ 1282713 h 2237474"/>
              <a:gd name="connsiteX58" fmla="*/ 8074238 w 12192000"/>
              <a:gd name="connsiteY58" fmla="*/ 1301895 h 2237474"/>
              <a:gd name="connsiteX59" fmla="*/ 7968292 w 12192000"/>
              <a:gd name="connsiteY59" fmla="*/ 1338779 h 2237474"/>
              <a:gd name="connsiteX60" fmla="*/ 7945122 w 12192000"/>
              <a:gd name="connsiteY60" fmla="*/ 1345477 h 2237474"/>
              <a:gd name="connsiteX61" fmla="*/ 7902328 w 12192000"/>
              <a:gd name="connsiteY61" fmla="*/ 1345865 h 2237474"/>
              <a:gd name="connsiteX62" fmla="*/ 7875879 w 12192000"/>
              <a:gd name="connsiteY62" fmla="*/ 1345646 h 2237474"/>
              <a:gd name="connsiteX63" fmla="*/ 7840612 w 12192000"/>
              <a:gd name="connsiteY63" fmla="*/ 1369373 h 2237474"/>
              <a:gd name="connsiteX64" fmla="*/ 7786819 w 12192000"/>
              <a:gd name="connsiteY64" fmla="*/ 1378970 h 2237474"/>
              <a:gd name="connsiteX65" fmla="*/ 7548172 w 12192000"/>
              <a:gd name="connsiteY65" fmla="*/ 1417460 h 2237474"/>
              <a:gd name="connsiteX66" fmla="*/ 7483437 w 12192000"/>
              <a:gd name="connsiteY66" fmla="*/ 1478152 h 2237474"/>
              <a:gd name="connsiteX67" fmla="*/ 7377870 w 12192000"/>
              <a:gd name="connsiteY67" fmla="*/ 1523319 h 2237474"/>
              <a:gd name="connsiteX68" fmla="*/ 7230737 w 12192000"/>
              <a:gd name="connsiteY68" fmla="*/ 1562633 h 2237474"/>
              <a:gd name="connsiteX69" fmla="*/ 7224458 w 12192000"/>
              <a:gd name="connsiteY69" fmla="*/ 1573008 h 2237474"/>
              <a:gd name="connsiteX70" fmla="*/ 7213486 w 12192000"/>
              <a:gd name="connsiteY70" fmla="*/ 1580987 h 2237474"/>
              <a:gd name="connsiteX71" fmla="*/ 7183121 w 12192000"/>
              <a:gd name="connsiteY71" fmla="*/ 1595162 h 2237474"/>
              <a:gd name="connsiteX72" fmla="*/ 7164601 w 12192000"/>
              <a:gd name="connsiteY72" fmla="*/ 1606490 h 2237474"/>
              <a:gd name="connsiteX73" fmla="*/ 7114651 w 12192000"/>
              <a:gd name="connsiteY73" fmla="*/ 1620959 h 2237474"/>
              <a:gd name="connsiteX74" fmla="*/ 7092727 w 12192000"/>
              <a:gd name="connsiteY74" fmla="*/ 1623628 h 2237474"/>
              <a:gd name="connsiteX75" fmla="*/ 7031309 w 12192000"/>
              <a:gd name="connsiteY75" fmla="*/ 1619451 h 2237474"/>
              <a:gd name="connsiteX76" fmla="*/ 6999084 w 12192000"/>
              <a:gd name="connsiteY76" fmla="*/ 1634317 h 2237474"/>
              <a:gd name="connsiteX77" fmla="*/ 6992107 w 12192000"/>
              <a:gd name="connsiteY77" fmla="*/ 1636860 h 2237474"/>
              <a:gd name="connsiteX78" fmla="*/ 6991765 w 12192000"/>
              <a:gd name="connsiteY78" fmla="*/ 1636725 h 2237474"/>
              <a:gd name="connsiteX79" fmla="*/ 6900177 w 12192000"/>
              <a:gd name="connsiteY79" fmla="*/ 1636016 h 2237474"/>
              <a:gd name="connsiteX80" fmla="*/ 6795372 w 12192000"/>
              <a:gd name="connsiteY80" fmla="*/ 1644845 h 2237474"/>
              <a:gd name="connsiteX81" fmla="*/ 6692251 w 12192000"/>
              <a:gd name="connsiteY81" fmla="*/ 1656357 h 2237474"/>
              <a:gd name="connsiteX82" fmla="*/ 6655235 w 12192000"/>
              <a:gd name="connsiteY82" fmla="*/ 1661869 h 2237474"/>
              <a:gd name="connsiteX83" fmla="*/ 6587857 w 12192000"/>
              <a:gd name="connsiteY83" fmla="*/ 1665769 h 2237474"/>
              <a:gd name="connsiteX84" fmla="*/ 6554894 w 12192000"/>
              <a:gd name="connsiteY84" fmla="*/ 1664428 h 2237474"/>
              <a:gd name="connsiteX85" fmla="*/ 6516595 w 12192000"/>
              <a:gd name="connsiteY85" fmla="*/ 1667475 h 2237474"/>
              <a:gd name="connsiteX86" fmla="*/ 6508541 w 12192000"/>
              <a:gd name="connsiteY86" fmla="*/ 1668757 h 2237474"/>
              <a:gd name="connsiteX87" fmla="*/ 6471012 w 12192000"/>
              <a:gd name="connsiteY87" fmla="*/ 1678604 h 2237474"/>
              <a:gd name="connsiteX88" fmla="*/ 6415265 w 12192000"/>
              <a:gd name="connsiteY88" fmla="*/ 1665317 h 2237474"/>
              <a:gd name="connsiteX89" fmla="*/ 6364035 w 12192000"/>
              <a:gd name="connsiteY89" fmla="*/ 1667683 h 2237474"/>
              <a:gd name="connsiteX90" fmla="*/ 6280959 w 12192000"/>
              <a:gd name="connsiteY90" fmla="*/ 1689329 h 2237474"/>
              <a:gd name="connsiteX91" fmla="*/ 6243319 w 12192000"/>
              <a:gd name="connsiteY91" fmla="*/ 1695560 h 2237474"/>
              <a:gd name="connsiteX92" fmla="*/ 6098321 w 12192000"/>
              <a:gd name="connsiteY92" fmla="*/ 1721646 h 2237474"/>
              <a:gd name="connsiteX93" fmla="*/ 5880652 w 12192000"/>
              <a:gd name="connsiteY93" fmla="*/ 1779643 h 2237474"/>
              <a:gd name="connsiteX94" fmla="*/ 5785959 w 12192000"/>
              <a:gd name="connsiteY94" fmla="*/ 1775307 h 2237474"/>
              <a:gd name="connsiteX95" fmla="*/ 5643534 w 12192000"/>
              <a:gd name="connsiteY95" fmla="*/ 1802919 h 2237474"/>
              <a:gd name="connsiteX96" fmla="*/ 5518799 w 12192000"/>
              <a:gd name="connsiteY96" fmla="*/ 1818312 h 2237474"/>
              <a:gd name="connsiteX97" fmla="*/ 5505014 w 12192000"/>
              <a:gd name="connsiteY97" fmla="*/ 1819259 h 2237474"/>
              <a:gd name="connsiteX98" fmla="*/ 5453307 w 12192000"/>
              <a:gd name="connsiteY98" fmla="*/ 1815450 h 2237474"/>
              <a:gd name="connsiteX99" fmla="*/ 5364192 w 12192000"/>
              <a:gd name="connsiteY99" fmla="*/ 1826074 h 2237474"/>
              <a:gd name="connsiteX100" fmla="*/ 5350380 w 12192000"/>
              <a:gd name="connsiteY100" fmla="*/ 1830891 h 2237474"/>
              <a:gd name="connsiteX101" fmla="*/ 5259633 w 12192000"/>
              <a:gd name="connsiteY101" fmla="*/ 1837160 h 2237474"/>
              <a:gd name="connsiteX102" fmla="*/ 5197513 w 12192000"/>
              <a:gd name="connsiteY102" fmla="*/ 1844718 h 2237474"/>
              <a:gd name="connsiteX103" fmla="*/ 5168852 w 12192000"/>
              <a:gd name="connsiteY103" fmla="*/ 1844846 h 2237474"/>
              <a:gd name="connsiteX104" fmla="*/ 5114927 w 12192000"/>
              <a:gd name="connsiteY104" fmla="*/ 1847827 h 2237474"/>
              <a:gd name="connsiteX105" fmla="*/ 5108970 w 12192000"/>
              <a:gd name="connsiteY105" fmla="*/ 1847935 h 2237474"/>
              <a:gd name="connsiteX106" fmla="*/ 5067961 w 12192000"/>
              <a:gd name="connsiteY106" fmla="*/ 1845917 h 2237474"/>
              <a:gd name="connsiteX107" fmla="*/ 5007075 w 12192000"/>
              <a:gd name="connsiteY107" fmla="*/ 1838626 h 2237474"/>
              <a:gd name="connsiteX108" fmla="*/ 4944087 w 12192000"/>
              <a:gd name="connsiteY108" fmla="*/ 1823332 h 2237474"/>
              <a:gd name="connsiteX109" fmla="*/ 4907662 w 12192000"/>
              <a:gd name="connsiteY109" fmla="*/ 1816900 h 2237474"/>
              <a:gd name="connsiteX110" fmla="*/ 4882386 w 12192000"/>
              <a:gd name="connsiteY110" fmla="*/ 1809844 h 2237474"/>
              <a:gd name="connsiteX111" fmla="*/ 4811440 w 12192000"/>
              <a:gd name="connsiteY111" fmla="*/ 1804655 h 2237474"/>
              <a:gd name="connsiteX112" fmla="*/ 4691075 w 12192000"/>
              <a:gd name="connsiteY112" fmla="*/ 1801389 h 2237474"/>
              <a:gd name="connsiteX113" fmla="*/ 4611738 w 12192000"/>
              <a:gd name="connsiteY113" fmla="*/ 1776964 h 2237474"/>
              <a:gd name="connsiteX114" fmla="*/ 4560070 w 12192000"/>
              <a:gd name="connsiteY114" fmla="*/ 1785640 h 2237474"/>
              <a:gd name="connsiteX115" fmla="*/ 4536503 w 12192000"/>
              <a:gd name="connsiteY115" fmla="*/ 1785334 h 2237474"/>
              <a:gd name="connsiteX116" fmla="*/ 4513724 w 12192000"/>
              <a:gd name="connsiteY116" fmla="*/ 1791996 h 2237474"/>
              <a:gd name="connsiteX117" fmla="*/ 4459810 w 12192000"/>
              <a:gd name="connsiteY117" fmla="*/ 1797886 h 2237474"/>
              <a:gd name="connsiteX118" fmla="*/ 4379064 w 12192000"/>
              <a:gd name="connsiteY118" fmla="*/ 1817177 h 2237474"/>
              <a:gd name="connsiteX119" fmla="*/ 4319209 w 12192000"/>
              <a:gd name="connsiteY119" fmla="*/ 1834833 h 2237474"/>
              <a:gd name="connsiteX120" fmla="*/ 4290981 w 12192000"/>
              <a:gd name="connsiteY120" fmla="*/ 1839677 h 2237474"/>
              <a:gd name="connsiteX121" fmla="*/ 4285792 w 12192000"/>
              <a:gd name="connsiteY121" fmla="*/ 1836231 h 2237474"/>
              <a:gd name="connsiteX122" fmla="*/ 4238372 w 12192000"/>
              <a:gd name="connsiteY122" fmla="*/ 1851480 h 2237474"/>
              <a:gd name="connsiteX123" fmla="*/ 4232517 w 12192000"/>
              <a:gd name="connsiteY123" fmla="*/ 1852567 h 2237474"/>
              <a:gd name="connsiteX124" fmla="*/ 4191732 w 12192000"/>
              <a:gd name="connsiteY124" fmla="*/ 1857328 h 2237474"/>
              <a:gd name="connsiteX125" fmla="*/ 4065532 w 12192000"/>
              <a:gd name="connsiteY125" fmla="*/ 1855477 h 2237474"/>
              <a:gd name="connsiteX126" fmla="*/ 4028460 w 12192000"/>
              <a:gd name="connsiteY126" fmla="*/ 1855137 h 2237474"/>
              <a:gd name="connsiteX127" fmla="*/ 4002267 w 12192000"/>
              <a:gd name="connsiteY127" fmla="*/ 1852352 h 2237474"/>
              <a:gd name="connsiteX128" fmla="*/ 3931396 w 12192000"/>
              <a:gd name="connsiteY128" fmla="*/ 1858915 h 2237474"/>
              <a:gd name="connsiteX129" fmla="*/ 3812162 w 12192000"/>
              <a:gd name="connsiteY129" fmla="*/ 1875501 h 2237474"/>
              <a:gd name="connsiteX130" fmla="*/ 3729530 w 12192000"/>
              <a:gd name="connsiteY130" fmla="*/ 1864513 h 2237474"/>
              <a:gd name="connsiteX131" fmla="*/ 3680177 w 12192000"/>
              <a:gd name="connsiteY131" fmla="*/ 1881552 h 2237474"/>
              <a:gd name="connsiteX132" fmla="*/ 3567259 w 12192000"/>
              <a:gd name="connsiteY132" fmla="*/ 1893482 h 2237474"/>
              <a:gd name="connsiteX133" fmla="*/ 3405770 w 12192000"/>
              <a:gd name="connsiteY133" fmla="*/ 1904591 h 2237474"/>
              <a:gd name="connsiteX134" fmla="*/ 3280097 w 12192000"/>
              <a:gd name="connsiteY134" fmla="*/ 1919610 h 2237474"/>
              <a:gd name="connsiteX135" fmla="*/ 3123424 w 12192000"/>
              <a:gd name="connsiteY135" fmla="*/ 1952930 h 2237474"/>
              <a:gd name="connsiteX136" fmla="*/ 3009910 w 12192000"/>
              <a:gd name="connsiteY136" fmla="*/ 1957866 h 2237474"/>
              <a:gd name="connsiteX137" fmla="*/ 2995934 w 12192000"/>
              <a:gd name="connsiteY137" fmla="*/ 1967085 h 2237474"/>
              <a:gd name="connsiteX138" fmla="*/ 2980071 w 12192000"/>
              <a:gd name="connsiteY138" fmla="*/ 1972988 h 2237474"/>
              <a:gd name="connsiteX139" fmla="*/ 2978094 w 12192000"/>
              <a:gd name="connsiteY139" fmla="*/ 1972369 h 2237474"/>
              <a:gd name="connsiteX140" fmla="*/ 2942858 w 12192000"/>
              <a:gd name="connsiteY140" fmla="*/ 1981367 h 2237474"/>
              <a:gd name="connsiteX141" fmla="*/ 2875436 w 12192000"/>
              <a:gd name="connsiteY141" fmla="*/ 1996977 h 2237474"/>
              <a:gd name="connsiteX142" fmla="*/ 2874892 w 12192000"/>
              <a:gd name="connsiteY142" fmla="*/ 1996085 h 2237474"/>
              <a:gd name="connsiteX143" fmla="*/ 2864145 w 12192000"/>
              <a:gd name="connsiteY143" fmla="*/ 1994061 h 2237474"/>
              <a:gd name="connsiteX144" fmla="*/ 2843662 w 12192000"/>
              <a:gd name="connsiteY144" fmla="*/ 1992498 h 2237474"/>
              <a:gd name="connsiteX145" fmla="*/ 2796128 w 12192000"/>
              <a:gd name="connsiteY145" fmla="*/ 1976403 h 2237474"/>
              <a:gd name="connsiteX146" fmla="*/ 2756784 w 12192000"/>
              <a:gd name="connsiteY146" fmla="*/ 1985116 h 2237474"/>
              <a:gd name="connsiteX147" fmla="*/ 2748833 w 12192000"/>
              <a:gd name="connsiteY147" fmla="*/ 1986323 h 2237474"/>
              <a:gd name="connsiteX148" fmla="*/ 2748661 w 12192000"/>
              <a:gd name="connsiteY148" fmla="*/ 1986122 h 2237474"/>
              <a:gd name="connsiteX149" fmla="*/ 2740251 w 12192000"/>
              <a:gd name="connsiteY149" fmla="*/ 1986946 h 2237474"/>
              <a:gd name="connsiteX150" fmla="*/ 2718916 w 12192000"/>
              <a:gd name="connsiteY150" fmla="*/ 1990867 h 2237474"/>
              <a:gd name="connsiteX151" fmla="*/ 2713522 w 12192000"/>
              <a:gd name="connsiteY151" fmla="*/ 1990173 h 2237474"/>
              <a:gd name="connsiteX152" fmla="*/ 2680597 w 12192000"/>
              <a:gd name="connsiteY152" fmla="*/ 1984996 h 2237474"/>
              <a:gd name="connsiteX153" fmla="*/ 2578178 w 12192000"/>
              <a:gd name="connsiteY153" fmla="*/ 1990531 h 2237474"/>
              <a:gd name="connsiteX154" fmla="*/ 2476147 w 12192000"/>
              <a:gd name="connsiteY154" fmla="*/ 1998305 h 2237474"/>
              <a:gd name="connsiteX155" fmla="*/ 2373568 w 12192000"/>
              <a:gd name="connsiteY155" fmla="*/ 2003219 h 2237474"/>
              <a:gd name="connsiteX156" fmla="*/ 2321399 w 12192000"/>
              <a:gd name="connsiteY156" fmla="*/ 1989467 h 2237474"/>
              <a:gd name="connsiteX157" fmla="*/ 2315525 w 12192000"/>
              <a:gd name="connsiteY157" fmla="*/ 1989708 h 2237474"/>
              <a:gd name="connsiteX158" fmla="*/ 2300792 w 12192000"/>
              <a:gd name="connsiteY158" fmla="*/ 1994290 h 2237474"/>
              <a:gd name="connsiteX159" fmla="*/ 2295469 w 12192000"/>
              <a:gd name="connsiteY159" fmla="*/ 1996659 h 2237474"/>
              <a:gd name="connsiteX160" fmla="*/ 2287219 w 12192000"/>
              <a:gd name="connsiteY160" fmla="*/ 1998750 h 2237474"/>
              <a:gd name="connsiteX161" fmla="*/ 2286948 w 12192000"/>
              <a:gd name="connsiteY161" fmla="*/ 1998596 h 2237474"/>
              <a:gd name="connsiteX162" fmla="*/ 2243069 w 12192000"/>
              <a:gd name="connsiteY162" fmla="*/ 2015111 h 2237474"/>
              <a:gd name="connsiteX163" fmla="*/ 2186609 w 12192000"/>
              <a:gd name="connsiteY163" fmla="*/ 2008263 h 2237474"/>
              <a:gd name="connsiteX164" fmla="*/ 2164831 w 12192000"/>
              <a:gd name="connsiteY164" fmla="*/ 2010143 h 2237474"/>
              <a:gd name="connsiteX165" fmla="*/ 2152836 w 12192000"/>
              <a:gd name="connsiteY165" fmla="*/ 2010048 h 2237474"/>
              <a:gd name="connsiteX166" fmla="*/ 2117102 w 12192000"/>
              <a:gd name="connsiteY166" fmla="*/ 2023004 h 2237474"/>
              <a:gd name="connsiteX167" fmla="*/ 2111935 w 12192000"/>
              <a:gd name="connsiteY167" fmla="*/ 2023163 h 2237474"/>
              <a:gd name="connsiteX168" fmla="*/ 2089991 w 12192000"/>
              <a:gd name="connsiteY168" fmla="*/ 2034193 h 2237474"/>
              <a:gd name="connsiteX169" fmla="*/ 2058061 w 12192000"/>
              <a:gd name="connsiteY169" fmla="*/ 2047942 h 2237474"/>
              <a:gd name="connsiteX170" fmla="*/ 2055737 w 12192000"/>
              <a:gd name="connsiteY170" fmla="*/ 2047704 h 2237474"/>
              <a:gd name="connsiteX171" fmla="*/ 2042244 w 12192000"/>
              <a:gd name="connsiteY171" fmla="*/ 2055560 h 2237474"/>
              <a:gd name="connsiteX172" fmla="*/ 1976224 w 12192000"/>
              <a:gd name="connsiteY172" fmla="*/ 2074257 h 2237474"/>
              <a:gd name="connsiteX173" fmla="*/ 1877728 w 12192000"/>
              <a:gd name="connsiteY173" fmla="*/ 2101004 h 2237474"/>
              <a:gd name="connsiteX174" fmla="*/ 1759056 w 12192000"/>
              <a:gd name="connsiteY174" fmla="*/ 2125608 h 2237474"/>
              <a:gd name="connsiteX175" fmla="*/ 1637948 w 12192000"/>
              <a:gd name="connsiteY175" fmla="*/ 2172597 h 2237474"/>
              <a:gd name="connsiteX176" fmla="*/ 1434549 w 12192000"/>
              <a:gd name="connsiteY176" fmla="*/ 2234522 h 2237474"/>
              <a:gd name="connsiteX177" fmla="*/ 1398481 w 12192000"/>
              <a:gd name="connsiteY177" fmla="*/ 2237074 h 2237474"/>
              <a:gd name="connsiteX178" fmla="*/ 1398407 w 12192000"/>
              <a:gd name="connsiteY178" fmla="*/ 2237095 h 2237474"/>
              <a:gd name="connsiteX179" fmla="*/ 1370962 w 12192000"/>
              <a:gd name="connsiteY179" fmla="*/ 2237474 h 2237474"/>
              <a:gd name="connsiteX180" fmla="*/ 1356367 w 12192000"/>
              <a:gd name="connsiteY180" fmla="*/ 2235089 h 2237474"/>
              <a:gd name="connsiteX181" fmla="*/ 1324828 w 12192000"/>
              <a:gd name="connsiteY181" fmla="*/ 2231968 h 2237474"/>
              <a:gd name="connsiteX182" fmla="*/ 1297744 w 12192000"/>
              <a:gd name="connsiteY182" fmla="*/ 2235849 h 2237474"/>
              <a:gd name="connsiteX183" fmla="*/ 1286236 w 12192000"/>
              <a:gd name="connsiteY183" fmla="*/ 2233135 h 2237474"/>
              <a:gd name="connsiteX184" fmla="*/ 1283504 w 12192000"/>
              <a:gd name="connsiteY184" fmla="*/ 2233797 h 2237474"/>
              <a:gd name="connsiteX185" fmla="*/ 1279765 w 12192000"/>
              <a:gd name="connsiteY185" fmla="*/ 2229639 h 2237474"/>
              <a:gd name="connsiteX186" fmla="*/ 1195347 w 12192000"/>
              <a:gd name="connsiteY186" fmla="*/ 2212354 h 2237474"/>
              <a:gd name="connsiteX187" fmla="*/ 970251 w 12192000"/>
              <a:gd name="connsiteY187" fmla="*/ 2221029 h 2237474"/>
              <a:gd name="connsiteX188" fmla="*/ 812914 w 12192000"/>
              <a:gd name="connsiteY188" fmla="*/ 2202752 h 2237474"/>
              <a:gd name="connsiteX189" fmla="*/ 800195 w 12192000"/>
              <a:gd name="connsiteY189" fmla="*/ 2209407 h 2237474"/>
              <a:gd name="connsiteX190" fmla="*/ 784978 w 12192000"/>
              <a:gd name="connsiteY190" fmla="*/ 2212360 h 2237474"/>
              <a:gd name="connsiteX191" fmla="*/ 681987 w 12192000"/>
              <a:gd name="connsiteY191" fmla="*/ 2216757 h 2237474"/>
              <a:gd name="connsiteX192" fmla="*/ 669923 w 12192000"/>
              <a:gd name="connsiteY192" fmla="*/ 2211682 h 2237474"/>
              <a:gd name="connsiteX193" fmla="*/ 648680 w 12192000"/>
              <a:gd name="connsiteY193" fmla="*/ 2206229 h 2237474"/>
              <a:gd name="connsiteX194" fmla="*/ 597225 w 12192000"/>
              <a:gd name="connsiteY194" fmla="*/ 2180999 h 2237474"/>
              <a:gd name="connsiteX195" fmla="*/ 558449 w 12192000"/>
              <a:gd name="connsiteY195" fmla="*/ 2182346 h 2237474"/>
              <a:gd name="connsiteX196" fmla="*/ 550517 w 12192000"/>
              <a:gd name="connsiteY196" fmla="*/ 2182060 h 2237474"/>
              <a:gd name="connsiteX197" fmla="*/ 550309 w 12192000"/>
              <a:gd name="connsiteY197" fmla="*/ 2181825 h 2237474"/>
              <a:gd name="connsiteX198" fmla="*/ 541836 w 12192000"/>
              <a:gd name="connsiteY198" fmla="*/ 2181063 h 2237474"/>
              <a:gd name="connsiteX199" fmla="*/ 536057 w 12192000"/>
              <a:gd name="connsiteY199" fmla="*/ 2181537 h 2237474"/>
              <a:gd name="connsiteX200" fmla="*/ 520671 w 12192000"/>
              <a:gd name="connsiteY200" fmla="*/ 2180980 h 2237474"/>
              <a:gd name="connsiteX201" fmla="*/ 515024 w 12192000"/>
              <a:gd name="connsiteY201" fmla="*/ 2179258 h 2237474"/>
              <a:gd name="connsiteX202" fmla="*/ 512278 w 12192000"/>
              <a:gd name="connsiteY202" fmla="*/ 2176369 h 2237474"/>
              <a:gd name="connsiteX203" fmla="*/ 480419 w 12192000"/>
              <a:gd name="connsiteY203" fmla="*/ 2167807 h 2237474"/>
              <a:gd name="connsiteX204" fmla="*/ 413835 w 12192000"/>
              <a:gd name="connsiteY204" fmla="*/ 2156783 h 2237474"/>
              <a:gd name="connsiteX205" fmla="*/ 376513 w 12192000"/>
              <a:gd name="connsiteY205" fmla="*/ 2154014 h 2237474"/>
              <a:gd name="connsiteX206" fmla="*/ 273386 w 12192000"/>
              <a:gd name="connsiteY206" fmla="*/ 2142551 h 2237474"/>
              <a:gd name="connsiteX207" fmla="*/ 169207 w 12192000"/>
              <a:gd name="connsiteY207" fmla="*/ 2128100 h 2237474"/>
              <a:gd name="connsiteX208" fmla="*/ 93149 w 12192000"/>
              <a:gd name="connsiteY208" fmla="*/ 2105324 h 2237474"/>
              <a:gd name="connsiteX209" fmla="*/ 88109 w 12192000"/>
              <a:gd name="connsiteY209" fmla="*/ 2106704 h 2237474"/>
              <a:gd name="connsiteX210" fmla="*/ 80022 w 12192000"/>
              <a:gd name="connsiteY210" fmla="*/ 2107254 h 2237474"/>
              <a:gd name="connsiteX211" fmla="*/ 79717 w 12192000"/>
              <a:gd name="connsiteY211" fmla="*/ 2107046 h 2237474"/>
              <a:gd name="connsiteX212" fmla="*/ 72352 w 12192000"/>
              <a:gd name="connsiteY212" fmla="*/ 2107991 h 2237474"/>
              <a:gd name="connsiteX213" fmla="*/ 37645 w 12192000"/>
              <a:gd name="connsiteY213" fmla="*/ 2115401 h 2237474"/>
              <a:gd name="connsiteX214" fmla="*/ 4572 w 12192000"/>
              <a:gd name="connsiteY214" fmla="*/ 2111091 h 2237474"/>
              <a:gd name="connsiteX215" fmla="*/ 0 w 12192000"/>
              <a:gd name="connsiteY215" fmla="*/ 2110468 h 2237474"/>
              <a:gd name="connsiteX216" fmla="*/ 0 w 12192000"/>
              <a:gd name="connsiteY21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61459 w 12192000"/>
              <a:gd name="connsiteY25" fmla="*/ 862394 h 2237474"/>
              <a:gd name="connsiteX26" fmla="*/ 9705768 w 12192000"/>
              <a:gd name="connsiteY26" fmla="*/ 894610 h 2237474"/>
              <a:gd name="connsiteX27" fmla="*/ 9683005 w 12192000"/>
              <a:gd name="connsiteY27" fmla="*/ 894128 h 2237474"/>
              <a:gd name="connsiteX28" fmla="*/ 9594438 w 12192000"/>
              <a:gd name="connsiteY28" fmla="*/ 919051 h 2237474"/>
              <a:gd name="connsiteX29" fmla="*/ 9577033 w 12192000"/>
              <a:gd name="connsiteY29" fmla="*/ 922857 h 2237474"/>
              <a:gd name="connsiteX30" fmla="*/ 9544189 w 12192000"/>
              <a:gd name="connsiteY30" fmla="*/ 938966 h 2237474"/>
              <a:gd name="connsiteX31" fmla="*/ 9500499 w 12192000"/>
              <a:gd name="connsiteY31" fmla="*/ 954680 h 2237474"/>
              <a:gd name="connsiteX32" fmla="*/ 9428195 w 12192000"/>
              <a:gd name="connsiteY32" fmla="*/ 986225 h 2237474"/>
              <a:gd name="connsiteX33" fmla="*/ 9410017 w 12192000"/>
              <a:gd name="connsiteY33" fmla="*/ 993931 h 2237474"/>
              <a:gd name="connsiteX34" fmla="*/ 9392919 w 12192000"/>
              <a:gd name="connsiteY34" fmla="*/ 994656 h 2237474"/>
              <a:gd name="connsiteX35" fmla="*/ 9278619 w 12192000"/>
              <a:gd name="connsiteY35" fmla="*/ 1011878 h 2237474"/>
              <a:gd name="connsiteX36" fmla="*/ 9268019 w 12192000"/>
              <a:gd name="connsiteY36" fmla="*/ 1007442 h 2237474"/>
              <a:gd name="connsiteX37" fmla="*/ 9234662 w 12192000"/>
              <a:gd name="connsiteY37" fmla="*/ 1023056 h 2237474"/>
              <a:gd name="connsiteX38" fmla="*/ 9181033 w 12192000"/>
              <a:gd name="connsiteY38" fmla="*/ 1037921 h 2237474"/>
              <a:gd name="connsiteX39" fmla="*/ 9155969 w 12192000"/>
              <a:gd name="connsiteY39" fmla="*/ 1046804 h 2237474"/>
              <a:gd name="connsiteX40" fmla="*/ 9133985 w 12192000"/>
              <a:gd name="connsiteY40" fmla="*/ 1046450 h 2237474"/>
              <a:gd name="connsiteX41" fmla="*/ 9012987 w 12192000"/>
              <a:gd name="connsiteY41" fmla="*/ 1061986 h 2237474"/>
              <a:gd name="connsiteX42" fmla="*/ 8968445 w 12192000"/>
              <a:gd name="connsiteY42" fmla="*/ 1052169 h 2237474"/>
              <a:gd name="connsiteX43" fmla="*/ 8958984 w 12192000"/>
              <a:gd name="connsiteY43" fmla="*/ 1057212 h 2237474"/>
              <a:gd name="connsiteX44" fmla="*/ 8886001 w 12192000"/>
              <a:gd name="connsiteY44" fmla="*/ 1067468 h 2237474"/>
              <a:gd name="connsiteX45" fmla="*/ 8838610 w 12192000"/>
              <a:gd name="connsiteY45" fmla="*/ 1075091 h 2237474"/>
              <a:gd name="connsiteX46" fmla="*/ 8750383 w 12192000"/>
              <a:gd name="connsiteY46" fmla="*/ 1097387 h 2237474"/>
              <a:gd name="connsiteX47" fmla="*/ 8697365 w 12192000"/>
              <a:gd name="connsiteY47" fmla="*/ 1105869 h 2237474"/>
              <a:gd name="connsiteX48" fmla="*/ 8665605 w 12192000"/>
              <a:gd name="connsiteY48" fmla="*/ 1110791 h 2237474"/>
              <a:gd name="connsiteX49" fmla="*/ 8584946 w 12192000"/>
              <a:gd name="connsiteY49" fmla="*/ 1135226 h 2237474"/>
              <a:gd name="connsiteX50" fmla="*/ 8460755 w 12192000"/>
              <a:gd name="connsiteY50" fmla="*/ 1203427 h 2237474"/>
              <a:gd name="connsiteX51" fmla="*/ 8419755 w 12192000"/>
              <a:gd name="connsiteY51" fmla="*/ 1216260 h 2237474"/>
              <a:gd name="connsiteX52" fmla="*/ 8411626 w 12192000"/>
              <a:gd name="connsiteY52" fmla="*/ 1214397 h 2237474"/>
              <a:gd name="connsiteX53" fmla="*/ 8363469 w 12192000"/>
              <a:gd name="connsiteY53" fmla="*/ 1246658 h 2237474"/>
              <a:gd name="connsiteX54" fmla="*/ 8275497 w 12192000"/>
              <a:gd name="connsiteY54" fmla="*/ 1264396 h 2237474"/>
              <a:gd name="connsiteX55" fmla="*/ 8206287 w 12192000"/>
              <a:gd name="connsiteY55" fmla="*/ 1273060 h 2237474"/>
              <a:gd name="connsiteX56" fmla="*/ 8168705 w 12192000"/>
              <a:gd name="connsiteY56" fmla="*/ 1279956 h 2237474"/>
              <a:gd name="connsiteX57" fmla="*/ 8139997 w 12192000"/>
              <a:gd name="connsiteY57" fmla="*/ 1282713 h 2237474"/>
              <a:gd name="connsiteX58" fmla="*/ 8074238 w 12192000"/>
              <a:gd name="connsiteY58" fmla="*/ 1301895 h 2237474"/>
              <a:gd name="connsiteX59" fmla="*/ 7968292 w 12192000"/>
              <a:gd name="connsiteY59" fmla="*/ 1338779 h 2237474"/>
              <a:gd name="connsiteX60" fmla="*/ 7945122 w 12192000"/>
              <a:gd name="connsiteY60" fmla="*/ 1345477 h 2237474"/>
              <a:gd name="connsiteX61" fmla="*/ 7902328 w 12192000"/>
              <a:gd name="connsiteY61" fmla="*/ 1345865 h 2237474"/>
              <a:gd name="connsiteX62" fmla="*/ 7875879 w 12192000"/>
              <a:gd name="connsiteY62" fmla="*/ 1345646 h 2237474"/>
              <a:gd name="connsiteX63" fmla="*/ 7840612 w 12192000"/>
              <a:gd name="connsiteY63" fmla="*/ 1369373 h 2237474"/>
              <a:gd name="connsiteX64" fmla="*/ 7786819 w 12192000"/>
              <a:gd name="connsiteY64" fmla="*/ 1378970 h 2237474"/>
              <a:gd name="connsiteX65" fmla="*/ 7548172 w 12192000"/>
              <a:gd name="connsiteY65" fmla="*/ 1417460 h 2237474"/>
              <a:gd name="connsiteX66" fmla="*/ 7483437 w 12192000"/>
              <a:gd name="connsiteY66" fmla="*/ 1478152 h 2237474"/>
              <a:gd name="connsiteX67" fmla="*/ 7377870 w 12192000"/>
              <a:gd name="connsiteY67" fmla="*/ 1523319 h 2237474"/>
              <a:gd name="connsiteX68" fmla="*/ 7230737 w 12192000"/>
              <a:gd name="connsiteY68" fmla="*/ 1562633 h 2237474"/>
              <a:gd name="connsiteX69" fmla="*/ 7224458 w 12192000"/>
              <a:gd name="connsiteY69" fmla="*/ 1573008 h 2237474"/>
              <a:gd name="connsiteX70" fmla="*/ 7213486 w 12192000"/>
              <a:gd name="connsiteY70" fmla="*/ 1580987 h 2237474"/>
              <a:gd name="connsiteX71" fmla="*/ 7183121 w 12192000"/>
              <a:gd name="connsiteY71" fmla="*/ 1595162 h 2237474"/>
              <a:gd name="connsiteX72" fmla="*/ 7164601 w 12192000"/>
              <a:gd name="connsiteY72" fmla="*/ 1606490 h 2237474"/>
              <a:gd name="connsiteX73" fmla="*/ 7114651 w 12192000"/>
              <a:gd name="connsiteY73" fmla="*/ 1620959 h 2237474"/>
              <a:gd name="connsiteX74" fmla="*/ 7092727 w 12192000"/>
              <a:gd name="connsiteY74" fmla="*/ 1623628 h 2237474"/>
              <a:gd name="connsiteX75" fmla="*/ 7031309 w 12192000"/>
              <a:gd name="connsiteY75" fmla="*/ 1619451 h 2237474"/>
              <a:gd name="connsiteX76" fmla="*/ 6999084 w 12192000"/>
              <a:gd name="connsiteY76" fmla="*/ 1634317 h 2237474"/>
              <a:gd name="connsiteX77" fmla="*/ 6992107 w 12192000"/>
              <a:gd name="connsiteY77" fmla="*/ 1636860 h 2237474"/>
              <a:gd name="connsiteX78" fmla="*/ 6991765 w 12192000"/>
              <a:gd name="connsiteY78" fmla="*/ 1636725 h 2237474"/>
              <a:gd name="connsiteX79" fmla="*/ 6900177 w 12192000"/>
              <a:gd name="connsiteY79" fmla="*/ 1636016 h 2237474"/>
              <a:gd name="connsiteX80" fmla="*/ 6795372 w 12192000"/>
              <a:gd name="connsiteY80" fmla="*/ 1644845 h 2237474"/>
              <a:gd name="connsiteX81" fmla="*/ 6692251 w 12192000"/>
              <a:gd name="connsiteY81" fmla="*/ 1656357 h 2237474"/>
              <a:gd name="connsiteX82" fmla="*/ 6655235 w 12192000"/>
              <a:gd name="connsiteY82" fmla="*/ 1661869 h 2237474"/>
              <a:gd name="connsiteX83" fmla="*/ 6587857 w 12192000"/>
              <a:gd name="connsiteY83" fmla="*/ 1665769 h 2237474"/>
              <a:gd name="connsiteX84" fmla="*/ 6554894 w 12192000"/>
              <a:gd name="connsiteY84" fmla="*/ 1664428 h 2237474"/>
              <a:gd name="connsiteX85" fmla="*/ 6516595 w 12192000"/>
              <a:gd name="connsiteY85" fmla="*/ 1667475 h 2237474"/>
              <a:gd name="connsiteX86" fmla="*/ 6508541 w 12192000"/>
              <a:gd name="connsiteY86" fmla="*/ 1668757 h 2237474"/>
              <a:gd name="connsiteX87" fmla="*/ 6471012 w 12192000"/>
              <a:gd name="connsiteY87" fmla="*/ 1678604 h 2237474"/>
              <a:gd name="connsiteX88" fmla="*/ 6415265 w 12192000"/>
              <a:gd name="connsiteY88" fmla="*/ 1665317 h 2237474"/>
              <a:gd name="connsiteX89" fmla="*/ 6364035 w 12192000"/>
              <a:gd name="connsiteY89" fmla="*/ 1667683 h 2237474"/>
              <a:gd name="connsiteX90" fmla="*/ 6280959 w 12192000"/>
              <a:gd name="connsiteY90" fmla="*/ 1689329 h 2237474"/>
              <a:gd name="connsiteX91" fmla="*/ 6243319 w 12192000"/>
              <a:gd name="connsiteY91" fmla="*/ 1695560 h 2237474"/>
              <a:gd name="connsiteX92" fmla="*/ 6098321 w 12192000"/>
              <a:gd name="connsiteY92" fmla="*/ 1721646 h 2237474"/>
              <a:gd name="connsiteX93" fmla="*/ 5880652 w 12192000"/>
              <a:gd name="connsiteY93" fmla="*/ 1779643 h 2237474"/>
              <a:gd name="connsiteX94" fmla="*/ 5785959 w 12192000"/>
              <a:gd name="connsiteY94" fmla="*/ 1775307 h 2237474"/>
              <a:gd name="connsiteX95" fmla="*/ 5643534 w 12192000"/>
              <a:gd name="connsiteY95" fmla="*/ 1802919 h 2237474"/>
              <a:gd name="connsiteX96" fmla="*/ 5518799 w 12192000"/>
              <a:gd name="connsiteY96" fmla="*/ 1818312 h 2237474"/>
              <a:gd name="connsiteX97" fmla="*/ 5505014 w 12192000"/>
              <a:gd name="connsiteY97" fmla="*/ 1819259 h 2237474"/>
              <a:gd name="connsiteX98" fmla="*/ 5453307 w 12192000"/>
              <a:gd name="connsiteY98" fmla="*/ 1815450 h 2237474"/>
              <a:gd name="connsiteX99" fmla="*/ 5364192 w 12192000"/>
              <a:gd name="connsiteY99" fmla="*/ 1826074 h 2237474"/>
              <a:gd name="connsiteX100" fmla="*/ 5350380 w 12192000"/>
              <a:gd name="connsiteY100" fmla="*/ 1830891 h 2237474"/>
              <a:gd name="connsiteX101" fmla="*/ 5259633 w 12192000"/>
              <a:gd name="connsiteY101" fmla="*/ 1837160 h 2237474"/>
              <a:gd name="connsiteX102" fmla="*/ 5197513 w 12192000"/>
              <a:gd name="connsiteY102" fmla="*/ 1844718 h 2237474"/>
              <a:gd name="connsiteX103" fmla="*/ 5168852 w 12192000"/>
              <a:gd name="connsiteY103" fmla="*/ 1844846 h 2237474"/>
              <a:gd name="connsiteX104" fmla="*/ 5114927 w 12192000"/>
              <a:gd name="connsiteY104" fmla="*/ 1847827 h 2237474"/>
              <a:gd name="connsiteX105" fmla="*/ 5108970 w 12192000"/>
              <a:gd name="connsiteY105" fmla="*/ 1847935 h 2237474"/>
              <a:gd name="connsiteX106" fmla="*/ 5067961 w 12192000"/>
              <a:gd name="connsiteY106" fmla="*/ 1845917 h 2237474"/>
              <a:gd name="connsiteX107" fmla="*/ 5007075 w 12192000"/>
              <a:gd name="connsiteY107" fmla="*/ 1838626 h 2237474"/>
              <a:gd name="connsiteX108" fmla="*/ 4944087 w 12192000"/>
              <a:gd name="connsiteY108" fmla="*/ 1823332 h 2237474"/>
              <a:gd name="connsiteX109" fmla="*/ 4907662 w 12192000"/>
              <a:gd name="connsiteY109" fmla="*/ 1816900 h 2237474"/>
              <a:gd name="connsiteX110" fmla="*/ 4882386 w 12192000"/>
              <a:gd name="connsiteY110" fmla="*/ 1809844 h 2237474"/>
              <a:gd name="connsiteX111" fmla="*/ 4811440 w 12192000"/>
              <a:gd name="connsiteY111" fmla="*/ 1804655 h 2237474"/>
              <a:gd name="connsiteX112" fmla="*/ 4691075 w 12192000"/>
              <a:gd name="connsiteY112" fmla="*/ 1801389 h 2237474"/>
              <a:gd name="connsiteX113" fmla="*/ 4611738 w 12192000"/>
              <a:gd name="connsiteY113" fmla="*/ 1776964 h 2237474"/>
              <a:gd name="connsiteX114" fmla="*/ 4560070 w 12192000"/>
              <a:gd name="connsiteY114" fmla="*/ 1785640 h 2237474"/>
              <a:gd name="connsiteX115" fmla="*/ 4536503 w 12192000"/>
              <a:gd name="connsiteY115" fmla="*/ 1785334 h 2237474"/>
              <a:gd name="connsiteX116" fmla="*/ 4513724 w 12192000"/>
              <a:gd name="connsiteY116" fmla="*/ 1791996 h 2237474"/>
              <a:gd name="connsiteX117" fmla="*/ 4459810 w 12192000"/>
              <a:gd name="connsiteY117" fmla="*/ 1797886 h 2237474"/>
              <a:gd name="connsiteX118" fmla="*/ 4379064 w 12192000"/>
              <a:gd name="connsiteY118" fmla="*/ 1817177 h 2237474"/>
              <a:gd name="connsiteX119" fmla="*/ 4319209 w 12192000"/>
              <a:gd name="connsiteY119" fmla="*/ 1834833 h 2237474"/>
              <a:gd name="connsiteX120" fmla="*/ 4290981 w 12192000"/>
              <a:gd name="connsiteY120" fmla="*/ 1839677 h 2237474"/>
              <a:gd name="connsiteX121" fmla="*/ 4285792 w 12192000"/>
              <a:gd name="connsiteY121" fmla="*/ 1836231 h 2237474"/>
              <a:gd name="connsiteX122" fmla="*/ 4238372 w 12192000"/>
              <a:gd name="connsiteY122" fmla="*/ 1851480 h 2237474"/>
              <a:gd name="connsiteX123" fmla="*/ 4232517 w 12192000"/>
              <a:gd name="connsiteY123" fmla="*/ 1852567 h 2237474"/>
              <a:gd name="connsiteX124" fmla="*/ 4191732 w 12192000"/>
              <a:gd name="connsiteY124" fmla="*/ 1857328 h 2237474"/>
              <a:gd name="connsiteX125" fmla="*/ 4065532 w 12192000"/>
              <a:gd name="connsiteY125" fmla="*/ 1855477 h 2237474"/>
              <a:gd name="connsiteX126" fmla="*/ 4028460 w 12192000"/>
              <a:gd name="connsiteY126" fmla="*/ 1855137 h 2237474"/>
              <a:gd name="connsiteX127" fmla="*/ 4002267 w 12192000"/>
              <a:gd name="connsiteY127" fmla="*/ 1852352 h 2237474"/>
              <a:gd name="connsiteX128" fmla="*/ 3931396 w 12192000"/>
              <a:gd name="connsiteY128" fmla="*/ 1858915 h 2237474"/>
              <a:gd name="connsiteX129" fmla="*/ 3812162 w 12192000"/>
              <a:gd name="connsiteY129" fmla="*/ 1875501 h 2237474"/>
              <a:gd name="connsiteX130" fmla="*/ 3729530 w 12192000"/>
              <a:gd name="connsiteY130" fmla="*/ 1864513 h 2237474"/>
              <a:gd name="connsiteX131" fmla="*/ 3680177 w 12192000"/>
              <a:gd name="connsiteY131" fmla="*/ 1881552 h 2237474"/>
              <a:gd name="connsiteX132" fmla="*/ 3567259 w 12192000"/>
              <a:gd name="connsiteY132" fmla="*/ 1893482 h 2237474"/>
              <a:gd name="connsiteX133" fmla="*/ 3405770 w 12192000"/>
              <a:gd name="connsiteY133" fmla="*/ 1904591 h 2237474"/>
              <a:gd name="connsiteX134" fmla="*/ 3280097 w 12192000"/>
              <a:gd name="connsiteY134" fmla="*/ 1919610 h 2237474"/>
              <a:gd name="connsiteX135" fmla="*/ 3123424 w 12192000"/>
              <a:gd name="connsiteY135" fmla="*/ 1952930 h 2237474"/>
              <a:gd name="connsiteX136" fmla="*/ 3009910 w 12192000"/>
              <a:gd name="connsiteY136" fmla="*/ 1957866 h 2237474"/>
              <a:gd name="connsiteX137" fmla="*/ 2995934 w 12192000"/>
              <a:gd name="connsiteY137" fmla="*/ 1967085 h 2237474"/>
              <a:gd name="connsiteX138" fmla="*/ 2980071 w 12192000"/>
              <a:gd name="connsiteY138" fmla="*/ 1972988 h 2237474"/>
              <a:gd name="connsiteX139" fmla="*/ 2978094 w 12192000"/>
              <a:gd name="connsiteY139" fmla="*/ 1972369 h 2237474"/>
              <a:gd name="connsiteX140" fmla="*/ 2942858 w 12192000"/>
              <a:gd name="connsiteY140" fmla="*/ 1981367 h 2237474"/>
              <a:gd name="connsiteX141" fmla="*/ 2875436 w 12192000"/>
              <a:gd name="connsiteY141" fmla="*/ 1996977 h 2237474"/>
              <a:gd name="connsiteX142" fmla="*/ 2874892 w 12192000"/>
              <a:gd name="connsiteY142" fmla="*/ 1996085 h 2237474"/>
              <a:gd name="connsiteX143" fmla="*/ 2864145 w 12192000"/>
              <a:gd name="connsiteY143" fmla="*/ 1994061 h 2237474"/>
              <a:gd name="connsiteX144" fmla="*/ 2843662 w 12192000"/>
              <a:gd name="connsiteY144" fmla="*/ 1992498 h 2237474"/>
              <a:gd name="connsiteX145" fmla="*/ 2796128 w 12192000"/>
              <a:gd name="connsiteY145" fmla="*/ 1976403 h 2237474"/>
              <a:gd name="connsiteX146" fmla="*/ 2756784 w 12192000"/>
              <a:gd name="connsiteY146" fmla="*/ 1985116 h 2237474"/>
              <a:gd name="connsiteX147" fmla="*/ 2748833 w 12192000"/>
              <a:gd name="connsiteY147" fmla="*/ 1986323 h 2237474"/>
              <a:gd name="connsiteX148" fmla="*/ 2748661 w 12192000"/>
              <a:gd name="connsiteY148" fmla="*/ 1986122 h 2237474"/>
              <a:gd name="connsiteX149" fmla="*/ 2740251 w 12192000"/>
              <a:gd name="connsiteY149" fmla="*/ 1986946 h 2237474"/>
              <a:gd name="connsiteX150" fmla="*/ 2718916 w 12192000"/>
              <a:gd name="connsiteY150" fmla="*/ 1990867 h 2237474"/>
              <a:gd name="connsiteX151" fmla="*/ 2713522 w 12192000"/>
              <a:gd name="connsiteY151" fmla="*/ 1990173 h 2237474"/>
              <a:gd name="connsiteX152" fmla="*/ 2680597 w 12192000"/>
              <a:gd name="connsiteY152" fmla="*/ 1984996 h 2237474"/>
              <a:gd name="connsiteX153" fmla="*/ 2578178 w 12192000"/>
              <a:gd name="connsiteY153" fmla="*/ 1990531 h 2237474"/>
              <a:gd name="connsiteX154" fmla="*/ 2476147 w 12192000"/>
              <a:gd name="connsiteY154" fmla="*/ 1998305 h 2237474"/>
              <a:gd name="connsiteX155" fmla="*/ 2373568 w 12192000"/>
              <a:gd name="connsiteY155" fmla="*/ 2003219 h 2237474"/>
              <a:gd name="connsiteX156" fmla="*/ 2321399 w 12192000"/>
              <a:gd name="connsiteY156" fmla="*/ 1989467 h 2237474"/>
              <a:gd name="connsiteX157" fmla="*/ 2315525 w 12192000"/>
              <a:gd name="connsiteY157" fmla="*/ 1989708 h 2237474"/>
              <a:gd name="connsiteX158" fmla="*/ 2300792 w 12192000"/>
              <a:gd name="connsiteY158" fmla="*/ 1994290 h 2237474"/>
              <a:gd name="connsiteX159" fmla="*/ 2295469 w 12192000"/>
              <a:gd name="connsiteY159" fmla="*/ 1996659 h 2237474"/>
              <a:gd name="connsiteX160" fmla="*/ 2287219 w 12192000"/>
              <a:gd name="connsiteY160" fmla="*/ 1998750 h 2237474"/>
              <a:gd name="connsiteX161" fmla="*/ 2286948 w 12192000"/>
              <a:gd name="connsiteY161" fmla="*/ 1998596 h 2237474"/>
              <a:gd name="connsiteX162" fmla="*/ 2243069 w 12192000"/>
              <a:gd name="connsiteY162" fmla="*/ 2015111 h 2237474"/>
              <a:gd name="connsiteX163" fmla="*/ 2186609 w 12192000"/>
              <a:gd name="connsiteY163" fmla="*/ 2008263 h 2237474"/>
              <a:gd name="connsiteX164" fmla="*/ 2164831 w 12192000"/>
              <a:gd name="connsiteY164" fmla="*/ 2010143 h 2237474"/>
              <a:gd name="connsiteX165" fmla="*/ 2152836 w 12192000"/>
              <a:gd name="connsiteY165" fmla="*/ 2010048 h 2237474"/>
              <a:gd name="connsiteX166" fmla="*/ 2117102 w 12192000"/>
              <a:gd name="connsiteY166" fmla="*/ 2023004 h 2237474"/>
              <a:gd name="connsiteX167" fmla="*/ 2111935 w 12192000"/>
              <a:gd name="connsiteY167" fmla="*/ 2023163 h 2237474"/>
              <a:gd name="connsiteX168" fmla="*/ 2089991 w 12192000"/>
              <a:gd name="connsiteY168" fmla="*/ 2034193 h 2237474"/>
              <a:gd name="connsiteX169" fmla="*/ 2058061 w 12192000"/>
              <a:gd name="connsiteY169" fmla="*/ 2047942 h 2237474"/>
              <a:gd name="connsiteX170" fmla="*/ 2055737 w 12192000"/>
              <a:gd name="connsiteY170" fmla="*/ 2047704 h 2237474"/>
              <a:gd name="connsiteX171" fmla="*/ 2042244 w 12192000"/>
              <a:gd name="connsiteY171" fmla="*/ 2055560 h 2237474"/>
              <a:gd name="connsiteX172" fmla="*/ 1976224 w 12192000"/>
              <a:gd name="connsiteY172" fmla="*/ 2074257 h 2237474"/>
              <a:gd name="connsiteX173" fmla="*/ 1877728 w 12192000"/>
              <a:gd name="connsiteY173" fmla="*/ 2101004 h 2237474"/>
              <a:gd name="connsiteX174" fmla="*/ 1759056 w 12192000"/>
              <a:gd name="connsiteY174" fmla="*/ 2125608 h 2237474"/>
              <a:gd name="connsiteX175" fmla="*/ 1637948 w 12192000"/>
              <a:gd name="connsiteY175" fmla="*/ 2172597 h 2237474"/>
              <a:gd name="connsiteX176" fmla="*/ 1434549 w 12192000"/>
              <a:gd name="connsiteY176" fmla="*/ 2234522 h 2237474"/>
              <a:gd name="connsiteX177" fmla="*/ 1398481 w 12192000"/>
              <a:gd name="connsiteY177" fmla="*/ 2237074 h 2237474"/>
              <a:gd name="connsiteX178" fmla="*/ 1398407 w 12192000"/>
              <a:gd name="connsiteY178" fmla="*/ 2237095 h 2237474"/>
              <a:gd name="connsiteX179" fmla="*/ 1370962 w 12192000"/>
              <a:gd name="connsiteY179" fmla="*/ 2237474 h 2237474"/>
              <a:gd name="connsiteX180" fmla="*/ 1356367 w 12192000"/>
              <a:gd name="connsiteY180" fmla="*/ 2235089 h 2237474"/>
              <a:gd name="connsiteX181" fmla="*/ 1324828 w 12192000"/>
              <a:gd name="connsiteY181" fmla="*/ 2231968 h 2237474"/>
              <a:gd name="connsiteX182" fmla="*/ 1297744 w 12192000"/>
              <a:gd name="connsiteY182" fmla="*/ 2235849 h 2237474"/>
              <a:gd name="connsiteX183" fmla="*/ 1286236 w 12192000"/>
              <a:gd name="connsiteY183" fmla="*/ 2233135 h 2237474"/>
              <a:gd name="connsiteX184" fmla="*/ 1283504 w 12192000"/>
              <a:gd name="connsiteY184" fmla="*/ 2233797 h 2237474"/>
              <a:gd name="connsiteX185" fmla="*/ 1279765 w 12192000"/>
              <a:gd name="connsiteY185" fmla="*/ 2229639 h 2237474"/>
              <a:gd name="connsiteX186" fmla="*/ 1195347 w 12192000"/>
              <a:gd name="connsiteY186" fmla="*/ 2212354 h 2237474"/>
              <a:gd name="connsiteX187" fmla="*/ 970251 w 12192000"/>
              <a:gd name="connsiteY187" fmla="*/ 2221029 h 2237474"/>
              <a:gd name="connsiteX188" fmla="*/ 812914 w 12192000"/>
              <a:gd name="connsiteY188" fmla="*/ 2202752 h 2237474"/>
              <a:gd name="connsiteX189" fmla="*/ 800195 w 12192000"/>
              <a:gd name="connsiteY189" fmla="*/ 2209407 h 2237474"/>
              <a:gd name="connsiteX190" fmla="*/ 784978 w 12192000"/>
              <a:gd name="connsiteY190" fmla="*/ 2212360 h 2237474"/>
              <a:gd name="connsiteX191" fmla="*/ 681987 w 12192000"/>
              <a:gd name="connsiteY191" fmla="*/ 2216757 h 2237474"/>
              <a:gd name="connsiteX192" fmla="*/ 669923 w 12192000"/>
              <a:gd name="connsiteY192" fmla="*/ 2211682 h 2237474"/>
              <a:gd name="connsiteX193" fmla="*/ 648680 w 12192000"/>
              <a:gd name="connsiteY193" fmla="*/ 2206229 h 2237474"/>
              <a:gd name="connsiteX194" fmla="*/ 597225 w 12192000"/>
              <a:gd name="connsiteY194" fmla="*/ 2180999 h 2237474"/>
              <a:gd name="connsiteX195" fmla="*/ 558449 w 12192000"/>
              <a:gd name="connsiteY195" fmla="*/ 2182346 h 2237474"/>
              <a:gd name="connsiteX196" fmla="*/ 550517 w 12192000"/>
              <a:gd name="connsiteY196" fmla="*/ 2182060 h 2237474"/>
              <a:gd name="connsiteX197" fmla="*/ 550309 w 12192000"/>
              <a:gd name="connsiteY197" fmla="*/ 2181825 h 2237474"/>
              <a:gd name="connsiteX198" fmla="*/ 541836 w 12192000"/>
              <a:gd name="connsiteY198" fmla="*/ 2181063 h 2237474"/>
              <a:gd name="connsiteX199" fmla="*/ 536057 w 12192000"/>
              <a:gd name="connsiteY199" fmla="*/ 2181537 h 2237474"/>
              <a:gd name="connsiteX200" fmla="*/ 520671 w 12192000"/>
              <a:gd name="connsiteY200" fmla="*/ 2180980 h 2237474"/>
              <a:gd name="connsiteX201" fmla="*/ 515024 w 12192000"/>
              <a:gd name="connsiteY201" fmla="*/ 2179258 h 2237474"/>
              <a:gd name="connsiteX202" fmla="*/ 512278 w 12192000"/>
              <a:gd name="connsiteY202" fmla="*/ 2176369 h 2237474"/>
              <a:gd name="connsiteX203" fmla="*/ 480419 w 12192000"/>
              <a:gd name="connsiteY203" fmla="*/ 2167807 h 2237474"/>
              <a:gd name="connsiteX204" fmla="*/ 413835 w 12192000"/>
              <a:gd name="connsiteY204" fmla="*/ 2156783 h 2237474"/>
              <a:gd name="connsiteX205" fmla="*/ 376513 w 12192000"/>
              <a:gd name="connsiteY205" fmla="*/ 2154014 h 2237474"/>
              <a:gd name="connsiteX206" fmla="*/ 273386 w 12192000"/>
              <a:gd name="connsiteY206" fmla="*/ 2142551 h 2237474"/>
              <a:gd name="connsiteX207" fmla="*/ 169207 w 12192000"/>
              <a:gd name="connsiteY207" fmla="*/ 2128100 h 2237474"/>
              <a:gd name="connsiteX208" fmla="*/ 93149 w 12192000"/>
              <a:gd name="connsiteY208" fmla="*/ 2105324 h 2237474"/>
              <a:gd name="connsiteX209" fmla="*/ 88109 w 12192000"/>
              <a:gd name="connsiteY209" fmla="*/ 2106704 h 2237474"/>
              <a:gd name="connsiteX210" fmla="*/ 80022 w 12192000"/>
              <a:gd name="connsiteY210" fmla="*/ 2107254 h 2237474"/>
              <a:gd name="connsiteX211" fmla="*/ 79717 w 12192000"/>
              <a:gd name="connsiteY211" fmla="*/ 2107046 h 2237474"/>
              <a:gd name="connsiteX212" fmla="*/ 72352 w 12192000"/>
              <a:gd name="connsiteY212" fmla="*/ 2107991 h 2237474"/>
              <a:gd name="connsiteX213" fmla="*/ 37645 w 12192000"/>
              <a:gd name="connsiteY213" fmla="*/ 2115401 h 2237474"/>
              <a:gd name="connsiteX214" fmla="*/ 4572 w 12192000"/>
              <a:gd name="connsiteY214" fmla="*/ 2111091 h 2237474"/>
              <a:gd name="connsiteX215" fmla="*/ 0 w 12192000"/>
              <a:gd name="connsiteY215" fmla="*/ 2110468 h 2237474"/>
              <a:gd name="connsiteX216" fmla="*/ 0 w 12192000"/>
              <a:gd name="connsiteY21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092727 w 12192000"/>
              <a:gd name="connsiteY72" fmla="*/ 1623628 h 2237474"/>
              <a:gd name="connsiteX73" fmla="*/ 7031309 w 12192000"/>
              <a:gd name="connsiteY73" fmla="*/ 1619451 h 2237474"/>
              <a:gd name="connsiteX74" fmla="*/ 6999084 w 12192000"/>
              <a:gd name="connsiteY74" fmla="*/ 1634317 h 2237474"/>
              <a:gd name="connsiteX75" fmla="*/ 6992107 w 12192000"/>
              <a:gd name="connsiteY75" fmla="*/ 1636860 h 2237474"/>
              <a:gd name="connsiteX76" fmla="*/ 6991765 w 12192000"/>
              <a:gd name="connsiteY76" fmla="*/ 1636725 h 2237474"/>
              <a:gd name="connsiteX77" fmla="*/ 6900177 w 12192000"/>
              <a:gd name="connsiteY77" fmla="*/ 1636016 h 2237474"/>
              <a:gd name="connsiteX78" fmla="*/ 6795372 w 12192000"/>
              <a:gd name="connsiteY78" fmla="*/ 1644845 h 2237474"/>
              <a:gd name="connsiteX79" fmla="*/ 6692251 w 12192000"/>
              <a:gd name="connsiteY79" fmla="*/ 1656357 h 2237474"/>
              <a:gd name="connsiteX80" fmla="*/ 6655235 w 12192000"/>
              <a:gd name="connsiteY80" fmla="*/ 1661869 h 2237474"/>
              <a:gd name="connsiteX81" fmla="*/ 6587857 w 12192000"/>
              <a:gd name="connsiteY81" fmla="*/ 1665769 h 2237474"/>
              <a:gd name="connsiteX82" fmla="*/ 6554894 w 12192000"/>
              <a:gd name="connsiteY82" fmla="*/ 1664428 h 2237474"/>
              <a:gd name="connsiteX83" fmla="*/ 6516595 w 12192000"/>
              <a:gd name="connsiteY83" fmla="*/ 1667475 h 2237474"/>
              <a:gd name="connsiteX84" fmla="*/ 6508541 w 12192000"/>
              <a:gd name="connsiteY84" fmla="*/ 1668757 h 2237474"/>
              <a:gd name="connsiteX85" fmla="*/ 6471012 w 12192000"/>
              <a:gd name="connsiteY85" fmla="*/ 1678604 h 2237474"/>
              <a:gd name="connsiteX86" fmla="*/ 6415265 w 12192000"/>
              <a:gd name="connsiteY86" fmla="*/ 1665317 h 2237474"/>
              <a:gd name="connsiteX87" fmla="*/ 6364035 w 12192000"/>
              <a:gd name="connsiteY87" fmla="*/ 1667683 h 2237474"/>
              <a:gd name="connsiteX88" fmla="*/ 6280959 w 12192000"/>
              <a:gd name="connsiteY88" fmla="*/ 1689329 h 2237474"/>
              <a:gd name="connsiteX89" fmla="*/ 6243319 w 12192000"/>
              <a:gd name="connsiteY89" fmla="*/ 1695560 h 2237474"/>
              <a:gd name="connsiteX90" fmla="*/ 6098321 w 12192000"/>
              <a:gd name="connsiteY90" fmla="*/ 1721646 h 2237474"/>
              <a:gd name="connsiteX91" fmla="*/ 5880652 w 12192000"/>
              <a:gd name="connsiteY91" fmla="*/ 1779643 h 2237474"/>
              <a:gd name="connsiteX92" fmla="*/ 5785959 w 12192000"/>
              <a:gd name="connsiteY92" fmla="*/ 1775307 h 2237474"/>
              <a:gd name="connsiteX93" fmla="*/ 5643534 w 12192000"/>
              <a:gd name="connsiteY93" fmla="*/ 1802919 h 2237474"/>
              <a:gd name="connsiteX94" fmla="*/ 5518799 w 12192000"/>
              <a:gd name="connsiteY94" fmla="*/ 1818312 h 2237474"/>
              <a:gd name="connsiteX95" fmla="*/ 5505014 w 12192000"/>
              <a:gd name="connsiteY95" fmla="*/ 1819259 h 2237474"/>
              <a:gd name="connsiteX96" fmla="*/ 5453307 w 12192000"/>
              <a:gd name="connsiteY96" fmla="*/ 1815450 h 2237474"/>
              <a:gd name="connsiteX97" fmla="*/ 5364192 w 12192000"/>
              <a:gd name="connsiteY97" fmla="*/ 1826074 h 2237474"/>
              <a:gd name="connsiteX98" fmla="*/ 5350380 w 12192000"/>
              <a:gd name="connsiteY98" fmla="*/ 1830891 h 2237474"/>
              <a:gd name="connsiteX99" fmla="*/ 5259633 w 12192000"/>
              <a:gd name="connsiteY99" fmla="*/ 1837160 h 2237474"/>
              <a:gd name="connsiteX100" fmla="*/ 5197513 w 12192000"/>
              <a:gd name="connsiteY100" fmla="*/ 1844718 h 2237474"/>
              <a:gd name="connsiteX101" fmla="*/ 5168852 w 12192000"/>
              <a:gd name="connsiteY101" fmla="*/ 1844846 h 2237474"/>
              <a:gd name="connsiteX102" fmla="*/ 5114927 w 12192000"/>
              <a:gd name="connsiteY102" fmla="*/ 1847827 h 2237474"/>
              <a:gd name="connsiteX103" fmla="*/ 5108970 w 12192000"/>
              <a:gd name="connsiteY103" fmla="*/ 1847935 h 2237474"/>
              <a:gd name="connsiteX104" fmla="*/ 5067961 w 12192000"/>
              <a:gd name="connsiteY104" fmla="*/ 1845917 h 2237474"/>
              <a:gd name="connsiteX105" fmla="*/ 5007075 w 12192000"/>
              <a:gd name="connsiteY105" fmla="*/ 1838626 h 2237474"/>
              <a:gd name="connsiteX106" fmla="*/ 4944087 w 12192000"/>
              <a:gd name="connsiteY106" fmla="*/ 1823332 h 2237474"/>
              <a:gd name="connsiteX107" fmla="*/ 4907662 w 12192000"/>
              <a:gd name="connsiteY107" fmla="*/ 1816900 h 2237474"/>
              <a:gd name="connsiteX108" fmla="*/ 4882386 w 12192000"/>
              <a:gd name="connsiteY108" fmla="*/ 1809844 h 2237474"/>
              <a:gd name="connsiteX109" fmla="*/ 4811440 w 12192000"/>
              <a:gd name="connsiteY109" fmla="*/ 1804655 h 2237474"/>
              <a:gd name="connsiteX110" fmla="*/ 4691075 w 12192000"/>
              <a:gd name="connsiteY110" fmla="*/ 1801389 h 2237474"/>
              <a:gd name="connsiteX111" fmla="*/ 4611738 w 12192000"/>
              <a:gd name="connsiteY111" fmla="*/ 1776964 h 2237474"/>
              <a:gd name="connsiteX112" fmla="*/ 4560070 w 12192000"/>
              <a:gd name="connsiteY112" fmla="*/ 1785640 h 2237474"/>
              <a:gd name="connsiteX113" fmla="*/ 4536503 w 12192000"/>
              <a:gd name="connsiteY113" fmla="*/ 1785334 h 2237474"/>
              <a:gd name="connsiteX114" fmla="*/ 4513724 w 12192000"/>
              <a:gd name="connsiteY114" fmla="*/ 1791996 h 2237474"/>
              <a:gd name="connsiteX115" fmla="*/ 4459810 w 12192000"/>
              <a:gd name="connsiteY115" fmla="*/ 1797886 h 2237474"/>
              <a:gd name="connsiteX116" fmla="*/ 4379064 w 12192000"/>
              <a:gd name="connsiteY116" fmla="*/ 1817177 h 2237474"/>
              <a:gd name="connsiteX117" fmla="*/ 4319209 w 12192000"/>
              <a:gd name="connsiteY117" fmla="*/ 1834833 h 2237474"/>
              <a:gd name="connsiteX118" fmla="*/ 4290981 w 12192000"/>
              <a:gd name="connsiteY118" fmla="*/ 1839677 h 2237474"/>
              <a:gd name="connsiteX119" fmla="*/ 4285792 w 12192000"/>
              <a:gd name="connsiteY119" fmla="*/ 1836231 h 2237474"/>
              <a:gd name="connsiteX120" fmla="*/ 4238372 w 12192000"/>
              <a:gd name="connsiteY120" fmla="*/ 1851480 h 2237474"/>
              <a:gd name="connsiteX121" fmla="*/ 4232517 w 12192000"/>
              <a:gd name="connsiteY121" fmla="*/ 1852567 h 2237474"/>
              <a:gd name="connsiteX122" fmla="*/ 4191732 w 12192000"/>
              <a:gd name="connsiteY122" fmla="*/ 1857328 h 2237474"/>
              <a:gd name="connsiteX123" fmla="*/ 4065532 w 12192000"/>
              <a:gd name="connsiteY123" fmla="*/ 1855477 h 2237474"/>
              <a:gd name="connsiteX124" fmla="*/ 4028460 w 12192000"/>
              <a:gd name="connsiteY124" fmla="*/ 1855137 h 2237474"/>
              <a:gd name="connsiteX125" fmla="*/ 4002267 w 12192000"/>
              <a:gd name="connsiteY125" fmla="*/ 1852352 h 2237474"/>
              <a:gd name="connsiteX126" fmla="*/ 3931396 w 12192000"/>
              <a:gd name="connsiteY126" fmla="*/ 1858915 h 2237474"/>
              <a:gd name="connsiteX127" fmla="*/ 3812162 w 12192000"/>
              <a:gd name="connsiteY127" fmla="*/ 1875501 h 2237474"/>
              <a:gd name="connsiteX128" fmla="*/ 3729530 w 12192000"/>
              <a:gd name="connsiteY128" fmla="*/ 1864513 h 2237474"/>
              <a:gd name="connsiteX129" fmla="*/ 3680177 w 12192000"/>
              <a:gd name="connsiteY129" fmla="*/ 1881552 h 2237474"/>
              <a:gd name="connsiteX130" fmla="*/ 3567259 w 12192000"/>
              <a:gd name="connsiteY130" fmla="*/ 1893482 h 2237474"/>
              <a:gd name="connsiteX131" fmla="*/ 3405770 w 12192000"/>
              <a:gd name="connsiteY131" fmla="*/ 1904591 h 2237474"/>
              <a:gd name="connsiteX132" fmla="*/ 3280097 w 12192000"/>
              <a:gd name="connsiteY132" fmla="*/ 1919610 h 2237474"/>
              <a:gd name="connsiteX133" fmla="*/ 3123424 w 12192000"/>
              <a:gd name="connsiteY133" fmla="*/ 1952930 h 2237474"/>
              <a:gd name="connsiteX134" fmla="*/ 3009910 w 12192000"/>
              <a:gd name="connsiteY134" fmla="*/ 1957866 h 2237474"/>
              <a:gd name="connsiteX135" fmla="*/ 2995934 w 12192000"/>
              <a:gd name="connsiteY135" fmla="*/ 1967085 h 2237474"/>
              <a:gd name="connsiteX136" fmla="*/ 2980071 w 12192000"/>
              <a:gd name="connsiteY136" fmla="*/ 1972988 h 2237474"/>
              <a:gd name="connsiteX137" fmla="*/ 2978094 w 12192000"/>
              <a:gd name="connsiteY137" fmla="*/ 1972369 h 2237474"/>
              <a:gd name="connsiteX138" fmla="*/ 2942858 w 12192000"/>
              <a:gd name="connsiteY138" fmla="*/ 1981367 h 2237474"/>
              <a:gd name="connsiteX139" fmla="*/ 2875436 w 12192000"/>
              <a:gd name="connsiteY139" fmla="*/ 1996977 h 2237474"/>
              <a:gd name="connsiteX140" fmla="*/ 2874892 w 12192000"/>
              <a:gd name="connsiteY140" fmla="*/ 1996085 h 2237474"/>
              <a:gd name="connsiteX141" fmla="*/ 2864145 w 12192000"/>
              <a:gd name="connsiteY141" fmla="*/ 1994061 h 2237474"/>
              <a:gd name="connsiteX142" fmla="*/ 2843662 w 12192000"/>
              <a:gd name="connsiteY142" fmla="*/ 1992498 h 2237474"/>
              <a:gd name="connsiteX143" fmla="*/ 2796128 w 12192000"/>
              <a:gd name="connsiteY143" fmla="*/ 1976403 h 2237474"/>
              <a:gd name="connsiteX144" fmla="*/ 2756784 w 12192000"/>
              <a:gd name="connsiteY144" fmla="*/ 1985116 h 2237474"/>
              <a:gd name="connsiteX145" fmla="*/ 2748833 w 12192000"/>
              <a:gd name="connsiteY145" fmla="*/ 1986323 h 2237474"/>
              <a:gd name="connsiteX146" fmla="*/ 2748661 w 12192000"/>
              <a:gd name="connsiteY146" fmla="*/ 1986122 h 2237474"/>
              <a:gd name="connsiteX147" fmla="*/ 2740251 w 12192000"/>
              <a:gd name="connsiteY147" fmla="*/ 1986946 h 2237474"/>
              <a:gd name="connsiteX148" fmla="*/ 2718916 w 12192000"/>
              <a:gd name="connsiteY148" fmla="*/ 1990867 h 2237474"/>
              <a:gd name="connsiteX149" fmla="*/ 2713522 w 12192000"/>
              <a:gd name="connsiteY149" fmla="*/ 1990173 h 2237474"/>
              <a:gd name="connsiteX150" fmla="*/ 2680597 w 12192000"/>
              <a:gd name="connsiteY150" fmla="*/ 1984996 h 2237474"/>
              <a:gd name="connsiteX151" fmla="*/ 2578178 w 12192000"/>
              <a:gd name="connsiteY151" fmla="*/ 1990531 h 2237474"/>
              <a:gd name="connsiteX152" fmla="*/ 2476147 w 12192000"/>
              <a:gd name="connsiteY152" fmla="*/ 1998305 h 2237474"/>
              <a:gd name="connsiteX153" fmla="*/ 2373568 w 12192000"/>
              <a:gd name="connsiteY153" fmla="*/ 2003219 h 2237474"/>
              <a:gd name="connsiteX154" fmla="*/ 2321399 w 12192000"/>
              <a:gd name="connsiteY154" fmla="*/ 1989467 h 2237474"/>
              <a:gd name="connsiteX155" fmla="*/ 2315525 w 12192000"/>
              <a:gd name="connsiteY155" fmla="*/ 1989708 h 2237474"/>
              <a:gd name="connsiteX156" fmla="*/ 2300792 w 12192000"/>
              <a:gd name="connsiteY156" fmla="*/ 1994290 h 2237474"/>
              <a:gd name="connsiteX157" fmla="*/ 2295469 w 12192000"/>
              <a:gd name="connsiteY157" fmla="*/ 1996659 h 2237474"/>
              <a:gd name="connsiteX158" fmla="*/ 2287219 w 12192000"/>
              <a:gd name="connsiteY158" fmla="*/ 1998750 h 2237474"/>
              <a:gd name="connsiteX159" fmla="*/ 2286948 w 12192000"/>
              <a:gd name="connsiteY159" fmla="*/ 1998596 h 2237474"/>
              <a:gd name="connsiteX160" fmla="*/ 2243069 w 12192000"/>
              <a:gd name="connsiteY160" fmla="*/ 2015111 h 2237474"/>
              <a:gd name="connsiteX161" fmla="*/ 2186609 w 12192000"/>
              <a:gd name="connsiteY161" fmla="*/ 2008263 h 2237474"/>
              <a:gd name="connsiteX162" fmla="*/ 2164831 w 12192000"/>
              <a:gd name="connsiteY162" fmla="*/ 2010143 h 2237474"/>
              <a:gd name="connsiteX163" fmla="*/ 2152836 w 12192000"/>
              <a:gd name="connsiteY163" fmla="*/ 2010048 h 2237474"/>
              <a:gd name="connsiteX164" fmla="*/ 2117102 w 12192000"/>
              <a:gd name="connsiteY164" fmla="*/ 2023004 h 2237474"/>
              <a:gd name="connsiteX165" fmla="*/ 2111935 w 12192000"/>
              <a:gd name="connsiteY165" fmla="*/ 2023163 h 2237474"/>
              <a:gd name="connsiteX166" fmla="*/ 2089991 w 12192000"/>
              <a:gd name="connsiteY166" fmla="*/ 2034193 h 2237474"/>
              <a:gd name="connsiteX167" fmla="*/ 2058061 w 12192000"/>
              <a:gd name="connsiteY167" fmla="*/ 2047942 h 2237474"/>
              <a:gd name="connsiteX168" fmla="*/ 2055737 w 12192000"/>
              <a:gd name="connsiteY168" fmla="*/ 2047704 h 2237474"/>
              <a:gd name="connsiteX169" fmla="*/ 2042244 w 12192000"/>
              <a:gd name="connsiteY169" fmla="*/ 2055560 h 2237474"/>
              <a:gd name="connsiteX170" fmla="*/ 1976224 w 12192000"/>
              <a:gd name="connsiteY170" fmla="*/ 2074257 h 2237474"/>
              <a:gd name="connsiteX171" fmla="*/ 1877728 w 12192000"/>
              <a:gd name="connsiteY171" fmla="*/ 2101004 h 2237474"/>
              <a:gd name="connsiteX172" fmla="*/ 1759056 w 12192000"/>
              <a:gd name="connsiteY172" fmla="*/ 2125608 h 2237474"/>
              <a:gd name="connsiteX173" fmla="*/ 1637948 w 12192000"/>
              <a:gd name="connsiteY173" fmla="*/ 2172597 h 2237474"/>
              <a:gd name="connsiteX174" fmla="*/ 1434549 w 12192000"/>
              <a:gd name="connsiteY174" fmla="*/ 2234522 h 2237474"/>
              <a:gd name="connsiteX175" fmla="*/ 1398481 w 12192000"/>
              <a:gd name="connsiteY175" fmla="*/ 2237074 h 2237474"/>
              <a:gd name="connsiteX176" fmla="*/ 1398407 w 12192000"/>
              <a:gd name="connsiteY176" fmla="*/ 2237095 h 2237474"/>
              <a:gd name="connsiteX177" fmla="*/ 1370962 w 12192000"/>
              <a:gd name="connsiteY177" fmla="*/ 2237474 h 2237474"/>
              <a:gd name="connsiteX178" fmla="*/ 1356367 w 12192000"/>
              <a:gd name="connsiteY178" fmla="*/ 2235089 h 2237474"/>
              <a:gd name="connsiteX179" fmla="*/ 1324828 w 12192000"/>
              <a:gd name="connsiteY179" fmla="*/ 2231968 h 2237474"/>
              <a:gd name="connsiteX180" fmla="*/ 1297744 w 12192000"/>
              <a:gd name="connsiteY180" fmla="*/ 2235849 h 2237474"/>
              <a:gd name="connsiteX181" fmla="*/ 1286236 w 12192000"/>
              <a:gd name="connsiteY181" fmla="*/ 2233135 h 2237474"/>
              <a:gd name="connsiteX182" fmla="*/ 1283504 w 12192000"/>
              <a:gd name="connsiteY182" fmla="*/ 2233797 h 2237474"/>
              <a:gd name="connsiteX183" fmla="*/ 1279765 w 12192000"/>
              <a:gd name="connsiteY183" fmla="*/ 2229639 h 2237474"/>
              <a:gd name="connsiteX184" fmla="*/ 1195347 w 12192000"/>
              <a:gd name="connsiteY184" fmla="*/ 2212354 h 2237474"/>
              <a:gd name="connsiteX185" fmla="*/ 970251 w 12192000"/>
              <a:gd name="connsiteY185" fmla="*/ 2221029 h 2237474"/>
              <a:gd name="connsiteX186" fmla="*/ 812914 w 12192000"/>
              <a:gd name="connsiteY186" fmla="*/ 2202752 h 2237474"/>
              <a:gd name="connsiteX187" fmla="*/ 800195 w 12192000"/>
              <a:gd name="connsiteY187" fmla="*/ 2209407 h 2237474"/>
              <a:gd name="connsiteX188" fmla="*/ 784978 w 12192000"/>
              <a:gd name="connsiteY188" fmla="*/ 2212360 h 2237474"/>
              <a:gd name="connsiteX189" fmla="*/ 681987 w 12192000"/>
              <a:gd name="connsiteY189" fmla="*/ 2216757 h 2237474"/>
              <a:gd name="connsiteX190" fmla="*/ 669923 w 12192000"/>
              <a:gd name="connsiteY190" fmla="*/ 2211682 h 2237474"/>
              <a:gd name="connsiteX191" fmla="*/ 648680 w 12192000"/>
              <a:gd name="connsiteY191" fmla="*/ 2206229 h 2237474"/>
              <a:gd name="connsiteX192" fmla="*/ 597225 w 12192000"/>
              <a:gd name="connsiteY192" fmla="*/ 2180999 h 2237474"/>
              <a:gd name="connsiteX193" fmla="*/ 558449 w 12192000"/>
              <a:gd name="connsiteY193" fmla="*/ 2182346 h 2237474"/>
              <a:gd name="connsiteX194" fmla="*/ 550517 w 12192000"/>
              <a:gd name="connsiteY194" fmla="*/ 2182060 h 2237474"/>
              <a:gd name="connsiteX195" fmla="*/ 550309 w 12192000"/>
              <a:gd name="connsiteY195" fmla="*/ 2181825 h 2237474"/>
              <a:gd name="connsiteX196" fmla="*/ 541836 w 12192000"/>
              <a:gd name="connsiteY196" fmla="*/ 2181063 h 2237474"/>
              <a:gd name="connsiteX197" fmla="*/ 536057 w 12192000"/>
              <a:gd name="connsiteY197" fmla="*/ 2181537 h 2237474"/>
              <a:gd name="connsiteX198" fmla="*/ 520671 w 12192000"/>
              <a:gd name="connsiteY198" fmla="*/ 2180980 h 2237474"/>
              <a:gd name="connsiteX199" fmla="*/ 515024 w 12192000"/>
              <a:gd name="connsiteY199" fmla="*/ 2179258 h 2237474"/>
              <a:gd name="connsiteX200" fmla="*/ 512278 w 12192000"/>
              <a:gd name="connsiteY200" fmla="*/ 2176369 h 2237474"/>
              <a:gd name="connsiteX201" fmla="*/ 480419 w 12192000"/>
              <a:gd name="connsiteY201" fmla="*/ 2167807 h 2237474"/>
              <a:gd name="connsiteX202" fmla="*/ 413835 w 12192000"/>
              <a:gd name="connsiteY202" fmla="*/ 2156783 h 2237474"/>
              <a:gd name="connsiteX203" fmla="*/ 376513 w 12192000"/>
              <a:gd name="connsiteY203" fmla="*/ 2154014 h 2237474"/>
              <a:gd name="connsiteX204" fmla="*/ 273386 w 12192000"/>
              <a:gd name="connsiteY204" fmla="*/ 2142551 h 2237474"/>
              <a:gd name="connsiteX205" fmla="*/ 169207 w 12192000"/>
              <a:gd name="connsiteY205" fmla="*/ 2128100 h 2237474"/>
              <a:gd name="connsiteX206" fmla="*/ 93149 w 12192000"/>
              <a:gd name="connsiteY206" fmla="*/ 2105324 h 2237474"/>
              <a:gd name="connsiteX207" fmla="*/ 88109 w 12192000"/>
              <a:gd name="connsiteY207" fmla="*/ 2106704 h 2237474"/>
              <a:gd name="connsiteX208" fmla="*/ 80022 w 12192000"/>
              <a:gd name="connsiteY208" fmla="*/ 2107254 h 2237474"/>
              <a:gd name="connsiteX209" fmla="*/ 79717 w 12192000"/>
              <a:gd name="connsiteY209" fmla="*/ 2107046 h 2237474"/>
              <a:gd name="connsiteX210" fmla="*/ 72352 w 12192000"/>
              <a:gd name="connsiteY210" fmla="*/ 2107991 h 2237474"/>
              <a:gd name="connsiteX211" fmla="*/ 37645 w 12192000"/>
              <a:gd name="connsiteY211" fmla="*/ 2115401 h 2237474"/>
              <a:gd name="connsiteX212" fmla="*/ 4572 w 12192000"/>
              <a:gd name="connsiteY212" fmla="*/ 2111091 h 2237474"/>
              <a:gd name="connsiteX213" fmla="*/ 0 w 12192000"/>
              <a:gd name="connsiteY213" fmla="*/ 2110468 h 2237474"/>
              <a:gd name="connsiteX214" fmla="*/ 0 w 12192000"/>
              <a:gd name="connsiteY21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91765 w 12192000"/>
              <a:gd name="connsiteY75" fmla="*/ 1636725 h 2237474"/>
              <a:gd name="connsiteX76" fmla="*/ 6900177 w 12192000"/>
              <a:gd name="connsiteY76" fmla="*/ 1636016 h 2237474"/>
              <a:gd name="connsiteX77" fmla="*/ 6795372 w 12192000"/>
              <a:gd name="connsiteY77" fmla="*/ 1644845 h 2237474"/>
              <a:gd name="connsiteX78" fmla="*/ 6692251 w 12192000"/>
              <a:gd name="connsiteY78" fmla="*/ 1656357 h 2237474"/>
              <a:gd name="connsiteX79" fmla="*/ 6655235 w 12192000"/>
              <a:gd name="connsiteY79" fmla="*/ 1661869 h 2237474"/>
              <a:gd name="connsiteX80" fmla="*/ 6587857 w 12192000"/>
              <a:gd name="connsiteY80" fmla="*/ 1665769 h 2237474"/>
              <a:gd name="connsiteX81" fmla="*/ 6554894 w 12192000"/>
              <a:gd name="connsiteY81" fmla="*/ 1664428 h 2237474"/>
              <a:gd name="connsiteX82" fmla="*/ 6516595 w 12192000"/>
              <a:gd name="connsiteY82" fmla="*/ 1667475 h 2237474"/>
              <a:gd name="connsiteX83" fmla="*/ 6508541 w 12192000"/>
              <a:gd name="connsiteY83" fmla="*/ 1668757 h 2237474"/>
              <a:gd name="connsiteX84" fmla="*/ 6471012 w 12192000"/>
              <a:gd name="connsiteY84" fmla="*/ 1678604 h 2237474"/>
              <a:gd name="connsiteX85" fmla="*/ 6415265 w 12192000"/>
              <a:gd name="connsiteY85" fmla="*/ 1665317 h 2237474"/>
              <a:gd name="connsiteX86" fmla="*/ 6364035 w 12192000"/>
              <a:gd name="connsiteY86" fmla="*/ 1667683 h 2237474"/>
              <a:gd name="connsiteX87" fmla="*/ 6280959 w 12192000"/>
              <a:gd name="connsiteY87" fmla="*/ 1689329 h 2237474"/>
              <a:gd name="connsiteX88" fmla="*/ 6243319 w 12192000"/>
              <a:gd name="connsiteY88" fmla="*/ 1695560 h 2237474"/>
              <a:gd name="connsiteX89" fmla="*/ 6098321 w 12192000"/>
              <a:gd name="connsiteY89" fmla="*/ 1721646 h 2237474"/>
              <a:gd name="connsiteX90" fmla="*/ 5880652 w 12192000"/>
              <a:gd name="connsiteY90" fmla="*/ 1779643 h 2237474"/>
              <a:gd name="connsiteX91" fmla="*/ 5785959 w 12192000"/>
              <a:gd name="connsiteY91" fmla="*/ 1775307 h 2237474"/>
              <a:gd name="connsiteX92" fmla="*/ 5643534 w 12192000"/>
              <a:gd name="connsiteY92" fmla="*/ 1802919 h 2237474"/>
              <a:gd name="connsiteX93" fmla="*/ 5518799 w 12192000"/>
              <a:gd name="connsiteY93" fmla="*/ 1818312 h 2237474"/>
              <a:gd name="connsiteX94" fmla="*/ 5505014 w 12192000"/>
              <a:gd name="connsiteY94" fmla="*/ 1819259 h 2237474"/>
              <a:gd name="connsiteX95" fmla="*/ 5453307 w 12192000"/>
              <a:gd name="connsiteY95" fmla="*/ 1815450 h 2237474"/>
              <a:gd name="connsiteX96" fmla="*/ 5364192 w 12192000"/>
              <a:gd name="connsiteY96" fmla="*/ 1826074 h 2237474"/>
              <a:gd name="connsiteX97" fmla="*/ 5350380 w 12192000"/>
              <a:gd name="connsiteY97" fmla="*/ 1830891 h 2237474"/>
              <a:gd name="connsiteX98" fmla="*/ 5259633 w 12192000"/>
              <a:gd name="connsiteY98" fmla="*/ 1837160 h 2237474"/>
              <a:gd name="connsiteX99" fmla="*/ 5197513 w 12192000"/>
              <a:gd name="connsiteY99" fmla="*/ 1844718 h 2237474"/>
              <a:gd name="connsiteX100" fmla="*/ 5168852 w 12192000"/>
              <a:gd name="connsiteY100" fmla="*/ 1844846 h 2237474"/>
              <a:gd name="connsiteX101" fmla="*/ 5114927 w 12192000"/>
              <a:gd name="connsiteY101" fmla="*/ 1847827 h 2237474"/>
              <a:gd name="connsiteX102" fmla="*/ 5108970 w 12192000"/>
              <a:gd name="connsiteY102" fmla="*/ 1847935 h 2237474"/>
              <a:gd name="connsiteX103" fmla="*/ 5067961 w 12192000"/>
              <a:gd name="connsiteY103" fmla="*/ 1845917 h 2237474"/>
              <a:gd name="connsiteX104" fmla="*/ 5007075 w 12192000"/>
              <a:gd name="connsiteY104" fmla="*/ 1838626 h 2237474"/>
              <a:gd name="connsiteX105" fmla="*/ 4944087 w 12192000"/>
              <a:gd name="connsiteY105" fmla="*/ 1823332 h 2237474"/>
              <a:gd name="connsiteX106" fmla="*/ 4907662 w 12192000"/>
              <a:gd name="connsiteY106" fmla="*/ 1816900 h 2237474"/>
              <a:gd name="connsiteX107" fmla="*/ 4882386 w 12192000"/>
              <a:gd name="connsiteY107" fmla="*/ 1809844 h 2237474"/>
              <a:gd name="connsiteX108" fmla="*/ 4811440 w 12192000"/>
              <a:gd name="connsiteY108" fmla="*/ 1804655 h 2237474"/>
              <a:gd name="connsiteX109" fmla="*/ 4691075 w 12192000"/>
              <a:gd name="connsiteY109" fmla="*/ 1801389 h 2237474"/>
              <a:gd name="connsiteX110" fmla="*/ 4611738 w 12192000"/>
              <a:gd name="connsiteY110" fmla="*/ 1776964 h 2237474"/>
              <a:gd name="connsiteX111" fmla="*/ 4560070 w 12192000"/>
              <a:gd name="connsiteY111" fmla="*/ 1785640 h 2237474"/>
              <a:gd name="connsiteX112" fmla="*/ 4536503 w 12192000"/>
              <a:gd name="connsiteY112" fmla="*/ 1785334 h 2237474"/>
              <a:gd name="connsiteX113" fmla="*/ 4513724 w 12192000"/>
              <a:gd name="connsiteY113" fmla="*/ 1791996 h 2237474"/>
              <a:gd name="connsiteX114" fmla="*/ 4459810 w 12192000"/>
              <a:gd name="connsiteY114" fmla="*/ 1797886 h 2237474"/>
              <a:gd name="connsiteX115" fmla="*/ 4379064 w 12192000"/>
              <a:gd name="connsiteY115" fmla="*/ 1817177 h 2237474"/>
              <a:gd name="connsiteX116" fmla="*/ 4319209 w 12192000"/>
              <a:gd name="connsiteY116" fmla="*/ 1834833 h 2237474"/>
              <a:gd name="connsiteX117" fmla="*/ 4290981 w 12192000"/>
              <a:gd name="connsiteY117" fmla="*/ 1839677 h 2237474"/>
              <a:gd name="connsiteX118" fmla="*/ 4285792 w 12192000"/>
              <a:gd name="connsiteY118" fmla="*/ 1836231 h 2237474"/>
              <a:gd name="connsiteX119" fmla="*/ 4238372 w 12192000"/>
              <a:gd name="connsiteY119" fmla="*/ 1851480 h 2237474"/>
              <a:gd name="connsiteX120" fmla="*/ 4232517 w 12192000"/>
              <a:gd name="connsiteY120" fmla="*/ 1852567 h 2237474"/>
              <a:gd name="connsiteX121" fmla="*/ 4191732 w 12192000"/>
              <a:gd name="connsiteY121" fmla="*/ 1857328 h 2237474"/>
              <a:gd name="connsiteX122" fmla="*/ 4065532 w 12192000"/>
              <a:gd name="connsiteY122" fmla="*/ 1855477 h 2237474"/>
              <a:gd name="connsiteX123" fmla="*/ 4028460 w 12192000"/>
              <a:gd name="connsiteY123" fmla="*/ 1855137 h 2237474"/>
              <a:gd name="connsiteX124" fmla="*/ 4002267 w 12192000"/>
              <a:gd name="connsiteY124" fmla="*/ 1852352 h 2237474"/>
              <a:gd name="connsiteX125" fmla="*/ 3931396 w 12192000"/>
              <a:gd name="connsiteY125" fmla="*/ 1858915 h 2237474"/>
              <a:gd name="connsiteX126" fmla="*/ 3812162 w 12192000"/>
              <a:gd name="connsiteY126" fmla="*/ 1875501 h 2237474"/>
              <a:gd name="connsiteX127" fmla="*/ 3729530 w 12192000"/>
              <a:gd name="connsiteY127" fmla="*/ 1864513 h 2237474"/>
              <a:gd name="connsiteX128" fmla="*/ 3680177 w 12192000"/>
              <a:gd name="connsiteY128" fmla="*/ 1881552 h 2237474"/>
              <a:gd name="connsiteX129" fmla="*/ 3567259 w 12192000"/>
              <a:gd name="connsiteY129" fmla="*/ 1893482 h 2237474"/>
              <a:gd name="connsiteX130" fmla="*/ 3405770 w 12192000"/>
              <a:gd name="connsiteY130" fmla="*/ 1904591 h 2237474"/>
              <a:gd name="connsiteX131" fmla="*/ 3280097 w 12192000"/>
              <a:gd name="connsiteY131" fmla="*/ 1919610 h 2237474"/>
              <a:gd name="connsiteX132" fmla="*/ 3123424 w 12192000"/>
              <a:gd name="connsiteY132" fmla="*/ 1952930 h 2237474"/>
              <a:gd name="connsiteX133" fmla="*/ 3009910 w 12192000"/>
              <a:gd name="connsiteY133" fmla="*/ 1957866 h 2237474"/>
              <a:gd name="connsiteX134" fmla="*/ 2995934 w 12192000"/>
              <a:gd name="connsiteY134" fmla="*/ 1967085 h 2237474"/>
              <a:gd name="connsiteX135" fmla="*/ 2980071 w 12192000"/>
              <a:gd name="connsiteY135" fmla="*/ 1972988 h 2237474"/>
              <a:gd name="connsiteX136" fmla="*/ 2978094 w 12192000"/>
              <a:gd name="connsiteY136" fmla="*/ 1972369 h 2237474"/>
              <a:gd name="connsiteX137" fmla="*/ 2942858 w 12192000"/>
              <a:gd name="connsiteY137" fmla="*/ 1981367 h 2237474"/>
              <a:gd name="connsiteX138" fmla="*/ 2875436 w 12192000"/>
              <a:gd name="connsiteY138" fmla="*/ 1996977 h 2237474"/>
              <a:gd name="connsiteX139" fmla="*/ 2874892 w 12192000"/>
              <a:gd name="connsiteY139" fmla="*/ 1996085 h 2237474"/>
              <a:gd name="connsiteX140" fmla="*/ 2864145 w 12192000"/>
              <a:gd name="connsiteY140" fmla="*/ 1994061 h 2237474"/>
              <a:gd name="connsiteX141" fmla="*/ 2843662 w 12192000"/>
              <a:gd name="connsiteY141" fmla="*/ 1992498 h 2237474"/>
              <a:gd name="connsiteX142" fmla="*/ 2796128 w 12192000"/>
              <a:gd name="connsiteY142" fmla="*/ 1976403 h 2237474"/>
              <a:gd name="connsiteX143" fmla="*/ 2756784 w 12192000"/>
              <a:gd name="connsiteY143" fmla="*/ 1985116 h 2237474"/>
              <a:gd name="connsiteX144" fmla="*/ 2748833 w 12192000"/>
              <a:gd name="connsiteY144" fmla="*/ 1986323 h 2237474"/>
              <a:gd name="connsiteX145" fmla="*/ 2748661 w 12192000"/>
              <a:gd name="connsiteY145" fmla="*/ 1986122 h 2237474"/>
              <a:gd name="connsiteX146" fmla="*/ 2740251 w 12192000"/>
              <a:gd name="connsiteY146" fmla="*/ 1986946 h 2237474"/>
              <a:gd name="connsiteX147" fmla="*/ 2718916 w 12192000"/>
              <a:gd name="connsiteY147" fmla="*/ 1990867 h 2237474"/>
              <a:gd name="connsiteX148" fmla="*/ 2713522 w 12192000"/>
              <a:gd name="connsiteY148" fmla="*/ 1990173 h 2237474"/>
              <a:gd name="connsiteX149" fmla="*/ 2680597 w 12192000"/>
              <a:gd name="connsiteY149" fmla="*/ 1984996 h 2237474"/>
              <a:gd name="connsiteX150" fmla="*/ 2578178 w 12192000"/>
              <a:gd name="connsiteY150" fmla="*/ 1990531 h 2237474"/>
              <a:gd name="connsiteX151" fmla="*/ 2476147 w 12192000"/>
              <a:gd name="connsiteY151" fmla="*/ 1998305 h 2237474"/>
              <a:gd name="connsiteX152" fmla="*/ 2373568 w 12192000"/>
              <a:gd name="connsiteY152" fmla="*/ 2003219 h 2237474"/>
              <a:gd name="connsiteX153" fmla="*/ 2321399 w 12192000"/>
              <a:gd name="connsiteY153" fmla="*/ 1989467 h 2237474"/>
              <a:gd name="connsiteX154" fmla="*/ 2315525 w 12192000"/>
              <a:gd name="connsiteY154" fmla="*/ 1989708 h 2237474"/>
              <a:gd name="connsiteX155" fmla="*/ 2300792 w 12192000"/>
              <a:gd name="connsiteY155" fmla="*/ 1994290 h 2237474"/>
              <a:gd name="connsiteX156" fmla="*/ 2295469 w 12192000"/>
              <a:gd name="connsiteY156" fmla="*/ 1996659 h 2237474"/>
              <a:gd name="connsiteX157" fmla="*/ 2287219 w 12192000"/>
              <a:gd name="connsiteY157" fmla="*/ 1998750 h 2237474"/>
              <a:gd name="connsiteX158" fmla="*/ 2286948 w 12192000"/>
              <a:gd name="connsiteY158" fmla="*/ 1998596 h 2237474"/>
              <a:gd name="connsiteX159" fmla="*/ 2243069 w 12192000"/>
              <a:gd name="connsiteY159" fmla="*/ 2015111 h 2237474"/>
              <a:gd name="connsiteX160" fmla="*/ 2186609 w 12192000"/>
              <a:gd name="connsiteY160" fmla="*/ 2008263 h 2237474"/>
              <a:gd name="connsiteX161" fmla="*/ 2164831 w 12192000"/>
              <a:gd name="connsiteY161" fmla="*/ 2010143 h 2237474"/>
              <a:gd name="connsiteX162" fmla="*/ 2152836 w 12192000"/>
              <a:gd name="connsiteY162" fmla="*/ 2010048 h 2237474"/>
              <a:gd name="connsiteX163" fmla="*/ 2117102 w 12192000"/>
              <a:gd name="connsiteY163" fmla="*/ 2023004 h 2237474"/>
              <a:gd name="connsiteX164" fmla="*/ 2111935 w 12192000"/>
              <a:gd name="connsiteY164" fmla="*/ 2023163 h 2237474"/>
              <a:gd name="connsiteX165" fmla="*/ 2089991 w 12192000"/>
              <a:gd name="connsiteY165" fmla="*/ 2034193 h 2237474"/>
              <a:gd name="connsiteX166" fmla="*/ 2058061 w 12192000"/>
              <a:gd name="connsiteY166" fmla="*/ 2047942 h 2237474"/>
              <a:gd name="connsiteX167" fmla="*/ 2055737 w 12192000"/>
              <a:gd name="connsiteY167" fmla="*/ 2047704 h 2237474"/>
              <a:gd name="connsiteX168" fmla="*/ 2042244 w 12192000"/>
              <a:gd name="connsiteY168" fmla="*/ 2055560 h 2237474"/>
              <a:gd name="connsiteX169" fmla="*/ 1976224 w 12192000"/>
              <a:gd name="connsiteY169" fmla="*/ 2074257 h 2237474"/>
              <a:gd name="connsiteX170" fmla="*/ 1877728 w 12192000"/>
              <a:gd name="connsiteY170" fmla="*/ 2101004 h 2237474"/>
              <a:gd name="connsiteX171" fmla="*/ 1759056 w 12192000"/>
              <a:gd name="connsiteY171" fmla="*/ 2125608 h 2237474"/>
              <a:gd name="connsiteX172" fmla="*/ 1637948 w 12192000"/>
              <a:gd name="connsiteY172" fmla="*/ 2172597 h 2237474"/>
              <a:gd name="connsiteX173" fmla="*/ 1434549 w 12192000"/>
              <a:gd name="connsiteY173" fmla="*/ 2234522 h 2237474"/>
              <a:gd name="connsiteX174" fmla="*/ 1398481 w 12192000"/>
              <a:gd name="connsiteY174" fmla="*/ 2237074 h 2237474"/>
              <a:gd name="connsiteX175" fmla="*/ 1398407 w 12192000"/>
              <a:gd name="connsiteY175" fmla="*/ 2237095 h 2237474"/>
              <a:gd name="connsiteX176" fmla="*/ 1370962 w 12192000"/>
              <a:gd name="connsiteY176" fmla="*/ 2237474 h 2237474"/>
              <a:gd name="connsiteX177" fmla="*/ 1356367 w 12192000"/>
              <a:gd name="connsiteY177" fmla="*/ 2235089 h 2237474"/>
              <a:gd name="connsiteX178" fmla="*/ 1324828 w 12192000"/>
              <a:gd name="connsiteY178" fmla="*/ 2231968 h 2237474"/>
              <a:gd name="connsiteX179" fmla="*/ 1297744 w 12192000"/>
              <a:gd name="connsiteY179" fmla="*/ 2235849 h 2237474"/>
              <a:gd name="connsiteX180" fmla="*/ 1286236 w 12192000"/>
              <a:gd name="connsiteY180" fmla="*/ 2233135 h 2237474"/>
              <a:gd name="connsiteX181" fmla="*/ 1283504 w 12192000"/>
              <a:gd name="connsiteY181" fmla="*/ 2233797 h 2237474"/>
              <a:gd name="connsiteX182" fmla="*/ 1279765 w 12192000"/>
              <a:gd name="connsiteY182" fmla="*/ 2229639 h 2237474"/>
              <a:gd name="connsiteX183" fmla="*/ 1195347 w 12192000"/>
              <a:gd name="connsiteY183" fmla="*/ 2212354 h 2237474"/>
              <a:gd name="connsiteX184" fmla="*/ 970251 w 12192000"/>
              <a:gd name="connsiteY184" fmla="*/ 2221029 h 2237474"/>
              <a:gd name="connsiteX185" fmla="*/ 812914 w 12192000"/>
              <a:gd name="connsiteY185" fmla="*/ 2202752 h 2237474"/>
              <a:gd name="connsiteX186" fmla="*/ 800195 w 12192000"/>
              <a:gd name="connsiteY186" fmla="*/ 2209407 h 2237474"/>
              <a:gd name="connsiteX187" fmla="*/ 784978 w 12192000"/>
              <a:gd name="connsiteY187" fmla="*/ 2212360 h 2237474"/>
              <a:gd name="connsiteX188" fmla="*/ 681987 w 12192000"/>
              <a:gd name="connsiteY188" fmla="*/ 2216757 h 2237474"/>
              <a:gd name="connsiteX189" fmla="*/ 669923 w 12192000"/>
              <a:gd name="connsiteY189" fmla="*/ 2211682 h 2237474"/>
              <a:gd name="connsiteX190" fmla="*/ 648680 w 12192000"/>
              <a:gd name="connsiteY190" fmla="*/ 2206229 h 2237474"/>
              <a:gd name="connsiteX191" fmla="*/ 597225 w 12192000"/>
              <a:gd name="connsiteY191" fmla="*/ 2180999 h 2237474"/>
              <a:gd name="connsiteX192" fmla="*/ 558449 w 12192000"/>
              <a:gd name="connsiteY192" fmla="*/ 2182346 h 2237474"/>
              <a:gd name="connsiteX193" fmla="*/ 550517 w 12192000"/>
              <a:gd name="connsiteY193" fmla="*/ 2182060 h 2237474"/>
              <a:gd name="connsiteX194" fmla="*/ 550309 w 12192000"/>
              <a:gd name="connsiteY194" fmla="*/ 2181825 h 2237474"/>
              <a:gd name="connsiteX195" fmla="*/ 541836 w 12192000"/>
              <a:gd name="connsiteY195" fmla="*/ 2181063 h 2237474"/>
              <a:gd name="connsiteX196" fmla="*/ 536057 w 12192000"/>
              <a:gd name="connsiteY196" fmla="*/ 2181537 h 2237474"/>
              <a:gd name="connsiteX197" fmla="*/ 520671 w 12192000"/>
              <a:gd name="connsiteY197" fmla="*/ 2180980 h 2237474"/>
              <a:gd name="connsiteX198" fmla="*/ 515024 w 12192000"/>
              <a:gd name="connsiteY198" fmla="*/ 2179258 h 2237474"/>
              <a:gd name="connsiteX199" fmla="*/ 512278 w 12192000"/>
              <a:gd name="connsiteY199" fmla="*/ 2176369 h 2237474"/>
              <a:gd name="connsiteX200" fmla="*/ 480419 w 12192000"/>
              <a:gd name="connsiteY200" fmla="*/ 2167807 h 2237474"/>
              <a:gd name="connsiteX201" fmla="*/ 413835 w 12192000"/>
              <a:gd name="connsiteY201" fmla="*/ 2156783 h 2237474"/>
              <a:gd name="connsiteX202" fmla="*/ 376513 w 12192000"/>
              <a:gd name="connsiteY202" fmla="*/ 2154014 h 2237474"/>
              <a:gd name="connsiteX203" fmla="*/ 273386 w 12192000"/>
              <a:gd name="connsiteY203" fmla="*/ 2142551 h 2237474"/>
              <a:gd name="connsiteX204" fmla="*/ 169207 w 12192000"/>
              <a:gd name="connsiteY204" fmla="*/ 2128100 h 2237474"/>
              <a:gd name="connsiteX205" fmla="*/ 93149 w 12192000"/>
              <a:gd name="connsiteY205" fmla="*/ 2105324 h 2237474"/>
              <a:gd name="connsiteX206" fmla="*/ 88109 w 12192000"/>
              <a:gd name="connsiteY206" fmla="*/ 2106704 h 2237474"/>
              <a:gd name="connsiteX207" fmla="*/ 80022 w 12192000"/>
              <a:gd name="connsiteY207" fmla="*/ 2107254 h 2237474"/>
              <a:gd name="connsiteX208" fmla="*/ 79717 w 12192000"/>
              <a:gd name="connsiteY208" fmla="*/ 2107046 h 2237474"/>
              <a:gd name="connsiteX209" fmla="*/ 72352 w 12192000"/>
              <a:gd name="connsiteY209" fmla="*/ 2107991 h 2237474"/>
              <a:gd name="connsiteX210" fmla="*/ 37645 w 12192000"/>
              <a:gd name="connsiteY210" fmla="*/ 2115401 h 2237474"/>
              <a:gd name="connsiteX211" fmla="*/ 4572 w 12192000"/>
              <a:gd name="connsiteY211" fmla="*/ 2111091 h 2237474"/>
              <a:gd name="connsiteX212" fmla="*/ 0 w 12192000"/>
              <a:gd name="connsiteY212" fmla="*/ 2110468 h 2237474"/>
              <a:gd name="connsiteX213" fmla="*/ 0 w 12192000"/>
              <a:gd name="connsiteY21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91765 w 12192000"/>
              <a:gd name="connsiteY75" fmla="*/ 1636725 h 2237474"/>
              <a:gd name="connsiteX76" fmla="*/ 6900177 w 12192000"/>
              <a:gd name="connsiteY76" fmla="*/ 1636016 h 2237474"/>
              <a:gd name="connsiteX77" fmla="*/ 6795372 w 12192000"/>
              <a:gd name="connsiteY77" fmla="*/ 1644845 h 2237474"/>
              <a:gd name="connsiteX78" fmla="*/ 6692251 w 12192000"/>
              <a:gd name="connsiteY78" fmla="*/ 1656357 h 2237474"/>
              <a:gd name="connsiteX79" fmla="*/ 6655235 w 12192000"/>
              <a:gd name="connsiteY79" fmla="*/ 1661869 h 2237474"/>
              <a:gd name="connsiteX80" fmla="*/ 6554894 w 12192000"/>
              <a:gd name="connsiteY80" fmla="*/ 1664428 h 2237474"/>
              <a:gd name="connsiteX81" fmla="*/ 6516595 w 12192000"/>
              <a:gd name="connsiteY81" fmla="*/ 1667475 h 2237474"/>
              <a:gd name="connsiteX82" fmla="*/ 6508541 w 12192000"/>
              <a:gd name="connsiteY82" fmla="*/ 1668757 h 2237474"/>
              <a:gd name="connsiteX83" fmla="*/ 6471012 w 12192000"/>
              <a:gd name="connsiteY83" fmla="*/ 1678604 h 2237474"/>
              <a:gd name="connsiteX84" fmla="*/ 6415265 w 12192000"/>
              <a:gd name="connsiteY84" fmla="*/ 1665317 h 2237474"/>
              <a:gd name="connsiteX85" fmla="*/ 6364035 w 12192000"/>
              <a:gd name="connsiteY85" fmla="*/ 1667683 h 2237474"/>
              <a:gd name="connsiteX86" fmla="*/ 6280959 w 12192000"/>
              <a:gd name="connsiteY86" fmla="*/ 1689329 h 2237474"/>
              <a:gd name="connsiteX87" fmla="*/ 6243319 w 12192000"/>
              <a:gd name="connsiteY87" fmla="*/ 1695560 h 2237474"/>
              <a:gd name="connsiteX88" fmla="*/ 6098321 w 12192000"/>
              <a:gd name="connsiteY88" fmla="*/ 1721646 h 2237474"/>
              <a:gd name="connsiteX89" fmla="*/ 5880652 w 12192000"/>
              <a:gd name="connsiteY89" fmla="*/ 1779643 h 2237474"/>
              <a:gd name="connsiteX90" fmla="*/ 5785959 w 12192000"/>
              <a:gd name="connsiteY90" fmla="*/ 1775307 h 2237474"/>
              <a:gd name="connsiteX91" fmla="*/ 5643534 w 12192000"/>
              <a:gd name="connsiteY91" fmla="*/ 1802919 h 2237474"/>
              <a:gd name="connsiteX92" fmla="*/ 5518799 w 12192000"/>
              <a:gd name="connsiteY92" fmla="*/ 1818312 h 2237474"/>
              <a:gd name="connsiteX93" fmla="*/ 5505014 w 12192000"/>
              <a:gd name="connsiteY93" fmla="*/ 1819259 h 2237474"/>
              <a:gd name="connsiteX94" fmla="*/ 5453307 w 12192000"/>
              <a:gd name="connsiteY94" fmla="*/ 1815450 h 2237474"/>
              <a:gd name="connsiteX95" fmla="*/ 5364192 w 12192000"/>
              <a:gd name="connsiteY95" fmla="*/ 1826074 h 2237474"/>
              <a:gd name="connsiteX96" fmla="*/ 5350380 w 12192000"/>
              <a:gd name="connsiteY96" fmla="*/ 1830891 h 2237474"/>
              <a:gd name="connsiteX97" fmla="*/ 5259633 w 12192000"/>
              <a:gd name="connsiteY97" fmla="*/ 1837160 h 2237474"/>
              <a:gd name="connsiteX98" fmla="*/ 5197513 w 12192000"/>
              <a:gd name="connsiteY98" fmla="*/ 1844718 h 2237474"/>
              <a:gd name="connsiteX99" fmla="*/ 5168852 w 12192000"/>
              <a:gd name="connsiteY99" fmla="*/ 1844846 h 2237474"/>
              <a:gd name="connsiteX100" fmla="*/ 5114927 w 12192000"/>
              <a:gd name="connsiteY100" fmla="*/ 1847827 h 2237474"/>
              <a:gd name="connsiteX101" fmla="*/ 5108970 w 12192000"/>
              <a:gd name="connsiteY101" fmla="*/ 1847935 h 2237474"/>
              <a:gd name="connsiteX102" fmla="*/ 5067961 w 12192000"/>
              <a:gd name="connsiteY102" fmla="*/ 1845917 h 2237474"/>
              <a:gd name="connsiteX103" fmla="*/ 5007075 w 12192000"/>
              <a:gd name="connsiteY103" fmla="*/ 1838626 h 2237474"/>
              <a:gd name="connsiteX104" fmla="*/ 4944087 w 12192000"/>
              <a:gd name="connsiteY104" fmla="*/ 1823332 h 2237474"/>
              <a:gd name="connsiteX105" fmla="*/ 4907662 w 12192000"/>
              <a:gd name="connsiteY105" fmla="*/ 1816900 h 2237474"/>
              <a:gd name="connsiteX106" fmla="*/ 4882386 w 12192000"/>
              <a:gd name="connsiteY106" fmla="*/ 1809844 h 2237474"/>
              <a:gd name="connsiteX107" fmla="*/ 4811440 w 12192000"/>
              <a:gd name="connsiteY107" fmla="*/ 1804655 h 2237474"/>
              <a:gd name="connsiteX108" fmla="*/ 4691075 w 12192000"/>
              <a:gd name="connsiteY108" fmla="*/ 1801389 h 2237474"/>
              <a:gd name="connsiteX109" fmla="*/ 4611738 w 12192000"/>
              <a:gd name="connsiteY109" fmla="*/ 1776964 h 2237474"/>
              <a:gd name="connsiteX110" fmla="*/ 4560070 w 12192000"/>
              <a:gd name="connsiteY110" fmla="*/ 1785640 h 2237474"/>
              <a:gd name="connsiteX111" fmla="*/ 4536503 w 12192000"/>
              <a:gd name="connsiteY111" fmla="*/ 1785334 h 2237474"/>
              <a:gd name="connsiteX112" fmla="*/ 4513724 w 12192000"/>
              <a:gd name="connsiteY112" fmla="*/ 1791996 h 2237474"/>
              <a:gd name="connsiteX113" fmla="*/ 4459810 w 12192000"/>
              <a:gd name="connsiteY113" fmla="*/ 1797886 h 2237474"/>
              <a:gd name="connsiteX114" fmla="*/ 4379064 w 12192000"/>
              <a:gd name="connsiteY114" fmla="*/ 1817177 h 2237474"/>
              <a:gd name="connsiteX115" fmla="*/ 4319209 w 12192000"/>
              <a:gd name="connsiteY115" fmla="*/ 1834833 h 2237474"/>
              <a:gd name="connsiteX116" fmla="*/ 4290981 w 12192000"/>
              <a:gd name="connsiteY116" fmla="*/ 1839677 h 2237474"/>
              <a:gd name="connsiteX117" fmla="*/ 4285792 w 12192000"/>
              <a:gd name="connsiteY117" fmla="*/ 1836231 h 2237474"/>
              <a:gd name="connsiteX118" fmla="*/ 4238372 w 12192000"/>
              <a:gd name="connsiteY118" fmla="*/ 1851480 h 2237474"/>
              <a:gd name="connsiteX119" fmla="*/ 4232517 w 12192000"/>
              <a:gd name="connsiteY119" fmla="*/ 1852567 h 2237474"/>
              <a:gd name="connsiteX120" fmla="*/ 4191732 w 12192000"/>
              <a:gd name="connsiteY120" fmla="*/ 1857328 h 2237474"/>
              <a:gd name="connsiteX121" fmla="*/ 4065532 w 12192000"/>
              <a:gd name="connsiteY121" fmla="*/ 1855477 h 2237474"/>
              <a:gd name="connsiteX122" fmla="*/ 4028460 w 12192000"/>
              <a:gd name="connsiteY122" fmla="*/ 1855137 h 2237474"/>
              <a:gd name="connsiteX123" fmla="*/ 4002267 w 12192000"/>
              <a:gd name="connsiteY123" fmla="*/ 1852352 h 2237474"/>
              <a:gd name="connsiteX124" fmla="*/ 3931396 w 12192000"/>
              <a:gd name="connsiteY124" fmla="*/ 1858915 h 2237474"/>
              <a:gd name="connsiteX125" fmla="*/ 3812162 w 12192000"/>
              <a:gd name="connsiteY125" fmla="*/ 1875501 h 2237474"/>
              <a:gd name="connsiteX126" fmla="*/ 3729530 w 12192000"/>
              <a:gd name="connsiteY126" fmla="*/ 1864513 h 2237474"/>
              <a:gd name="connsiteX127" fmla="*/ 3680177 w 12192000"/>
              <a:gd name="connsiteY127" fmla="*/ 1881552 h 2237474"/>
              <a:gd name="connsiteX128" fmla="*/ 3567259 w 12192000"/>
              <a:gd name="connsiteY128" fmla="*/ 1893482 h 2237474"/>
              <a:gd name="connsiteX129" fmla="*/ 3405770 w 12192000"/>
              <a:gd name="connsiteY129" fmla="*/ 1904591 h 2237474"/>
              <a:gd name="connsiteX130" fmla="*/ 3280097 w 12192000"/>
              <a:gd name="connsiteY130" fmla="*/ 1919610 h 2237474"/>
              <a:gd name="connsiteX131" fmla="*/ 3123424 w 12192000"/>
              <a:gd name="connsiteY131" fmla="*/ 1952930 h 2237474"/>
              <a:gd name="connsiteX132" fmla="*/ 3009910 w 12192000"/>
              <a:gd name="connsiteY132" fmla="*/ 1957866 h 2237474"/>
              <a:gd name="connsiteX133" fmla="*/ 2995934 w 12192000"/>
              <a:gd name="connsiteY133" fmla="*/ 1967085 h 2237474"/>
              <a:gd name="connsiteX134" fmla="*/ 2980071 w 12192000"/>
              <a:gd name="connsiteY134" fmla="*/ 1972988 h 2237474"/>
              <a:gd name="connsiteX135" fmla="*/ 2978094 w 12192000"/>
              <a:gd name="connsiteY135" fmla="*/ 1972369 h 2237474"/>
              <a:gd name="connsiteX136" fmla="*/ 2942858 w 12192000"/>
              <a:gd name="connsiteY136" fmla="*/ 1981367 h 2237474"/>
              <a:gd name="connsiteX137" fmla="*/ 2875436 w 12192000"/>
              <a:gd name="connsiteY137" fmla="*/ 1996977 h 2237474"/>
              <a:gd name="connsiteX138" fmla="*/ 2874892 w 12192000"/>
              <a:gd name="connsiteY138" fmla="*/ 1996085 h 2237474"/>
              <a:gd name="connsiteX139" fmla="*/ 2864145 w 12192000"/>
              <a:gd name="connsiteY139" fmla="*/ 1994061 h 2237474"/>
              <a:gd name="connsiteX140" fmla="*/ 2843662 w 12192000"/>
              <a:gd name="connsiteY140" fmla="*/ 1992498 h 2237474"/>
              <a:gd name="connsiteX141" fmla="*/ 2796128 w 12192000"/>
              <a:gd name="connsiteY141" fmla="*/ 1976403 h 2237474"/>
              <a:gd name="connsiteX142" fmla="*/ 2756784 w 12192000"/>
              <a:gd name="connsiteY142" fmla="*/ 1985116 h 2237474"/>
              <a:gd name="connsiteX143" fmla="*/ 2748833 w 12192000"/>
              <a:gd name="connsiteY143" fmla="*/ 1986323 h 2237474"/>
              <a:gd name="connsiteX144" fmla="*/ 2748661 w 12192000"/>
              <a:gd name="connsiteY144" fmla="*/ 1986122 h 2237474"/>
              <a:gd name="connsiteX145" fmla="*/ 2740251 w 12192000"/>
              <a:gd name="connsiteY145" fmla="*/ 1986946 h 2237474"/>
              <a:gd name="connsiteX146" fmla="*/ 2718916 w 12192000"/>
              <a:gd name="connsiteY146" fmla="*/ 1990867 h 2237474"/>
              <a:gd name="connsiteX147" fmla="*/ 2713522 w 12192000"/>
              <a:gd name="connsiteY147" fmla="*/ 1990173 h 2237474"/>
              <a:gd name="connsiteX148" fmla="*/ 2680597 w 12192000"/>
              <a:gd name="connsiteY148" fmla="*/ 1984996 h 2237474"/>
              <a:gd name="connsiteX149" fmla="*/ 2578178 w 12192000"/>
              <a:gd name="connsiteY149" fmla="*/ 1990531 h 2237474"/>
              <a:gd name="connsiteX150" fmla="*/ 2476147 w 12192000"/>
              <a:gd name="connsiteY150" fmla="*/ 1998305 h 2237474"/>
              <a:gd name="connsiteX151" fmla="*/ 2373568 w 12192000"/>
              <a:gd name="connsiteY151" fmla="*/ 2003219 h 2237474"/>
              <a:gd name="connsiteX152" fmla="*/ 2321399 w 12192000"/>
              <a:gd name="connsiteY152" fmla="*/ 1989467 h 2237474"/>
              <a:gd name="connsiteX153" fmla="*/ 2315525 w 12192000"/>
              <a:gd name="connsiteY153" fmla="*/ 1989708 h 2237474"/>
              <a:gd name="connsiteX154" fmla="*/ 2300792 w 12192000"/>
              <a:gd name="connsiteY154" fmla="*/ 1994290 h 2237474"/>
              <a:gd name="connsiteX155" fmla="*/ 2295469 w 12192000"/>
              <a:gd name="connsiteY155" fmla="*/ 1996659 h 2237474"/>
              <a:gd name="connsiteX156" fmla="*/ 2287219 w 12192000"/>
              <a:gd name="connsiteY156" fmla="*/ 1998750 h 2237474"/>
              <a:gd name="connsiteX157" fmla="*/ 2286948 w 12192000"/>
              <a:gd name="connsiteY157" fmla="*/ 1998596 h 2237474"/>
              <a:gd name="connsiteX158" fmla="*/ 2243069 w 12192000"/>
              <a:gd name="connsiteY158" fmla="*/ 2015111 h 2237474"/>
              <a:gd name="connsiteX159" fmla="*/ 2186609 w 12192000"/>
              <a:gd name="connsiteY159" fmla="*/ 2008263 h 2237474"/>
              <a:gd name="connsiteX160" fmla="*/ 2164831 w 12192000"/>
              <a:gd name="connsiteY160" fmla="*/ 2010143 h 2237474"/>
              <a:gd name="connsiteX161" fmla="*/ 2152836 w 12192000"/>
              <a:gd name="connsiteY161" fmla="*/ 2010048 h 2237474"/>
              <a:gd name="connsiteX162" fmla="*/ 2117102 w 12192000"/>
              <a:gd name="connsiteY162" fmla="*/ 2023004 h 2237474"/>
              <a:gd name="connsiteX163" fmla="*/ 2111935 w 12192000"/>
              <a:gd name="connsiteY163" fmla="*/ 2023163 h 2237474"/>
              <a:gd name="connsiteX164" fmla="*/ 2089991 w 12192000"/>
              <a:gd name="connsiteY164" fmla="*/ 2034193 h 2237474"/>
              <a:gd name="connsiteX165" fmla="*/ 2058061 w 12192000"/>
              <a:gd name="connsiteY165" fmla="*/ 2047942 h 2237474"/>
              <a:gd name="connsiteX166" fmla="*/ 2055737 w 12192000"/>
              <a:gd name="connsiteY166" fmla="*/ 2047704 h 2237474"/>
              <a:gd name="connsiteX167" fmla="*/ 2042244 w 12192000"/>
              <a:gd name="connsiteY167" fmla="*/ 2055560 h 2237474"/>
              <a:gd name="connsiteX168" fmla="*/ 1976224 w 12192000"/>
              <a:gd name="connsiteY168" fmla="*/ 2074257 h 2237474"/>
              <a:gd name="connsiteX169" fmla="*/ 1877728 w 12192000"/>
              <a:gd name="connsiteY169" fmla="*/ 2101004 h 2237474"/>
              <a:gd name="connsiteX170" fmla="*/ 1759056 w 12192000"/>
              <a:gd name="connsiteY170" fmla="*/ 2125608 h 2237474"/>
              <a:gd name="connsiteX171" fmla="*/ 1637948 w 12192000"/>
              <a:gd name="connsiteY171" fmla="*/ 2172597 h 2237474"/>
              <a:gd name="connsiteX172" fmla="*/ 1434549 w 12192000"/>
              <a:gd name="connsiteY172" fmla="*/ 2234522 h 2237474"/>
              <a:gd name="connsiteX173" fmla="*/ 1398481 w 12192000"/>
              <a:gd name="connsiteY173" fmla="*/ 2237074 h 2237474"/>
              <a:gd name="connsiteX174" fmla="*/ 1398407 w 12192000"/>
              <a:gd name="connsiteY174" fmla="*/ 2237095 h 2237474"/>
              <a:gd name="connsiteX175" fmla="*/ 1370962 w 12192000"/>
              <a:gd name="connsiteY175" fmla="*/ 2237474 h 2237474"/>
              <a:gd name="connsiteX176" fmla="*/ 1356367 w 12192000"/>
              <a:gd name="connsiteY176" fmla="*/ 2235089 h 2237474"/>
              <a:gd name="connsiteX177" fmla="*/ 1324828 w 12192000"/>
              <a:gd name="connsiteY177" fmla="*/ 2231968 h 2237474"/>
              <a:gd name="connsiteX178" fmla="*/ 1297744 w 12192000"/>
              <a:gd name="connsiteY178" fmla="*/ 2235849 h 2237474"/>
              <a:gd name="connsiteX179" fmla="*/ 1286236 w 12192000"/>
              <a:gd name="connsiteY179" fmla="*/ 2233135 h 2237474"/>
              <a:gd name="connsiteX180" fmla="*/ 1283504 w 12192000"/>
              <a:gd name="connsiteY180" fmla="*/ 2233797 h 2237474"/>
              <a:gd name="connsiteX181" fmla="*/ 1279765 w 12192000"/>
              <a:gd name="connsiteY181" fmla="*/ 2229639 h 2237474"/>
              <a:gd name="connsiteX182" fmla="*/ 1195347 w 12192000"/>
              <a:gd name="connsiteY182" fmla="*/ 2212354 h 2237474"/>
              <a:gd name="connsiteX183" fmla="*/ 970251 w 12192000"/>
              <a:gd name="connsiteY183" fmla="*/ 2221029 h 2237474"/>
              <a:gd name="connsiteX184" fmla="*/ 812914 w 12192000"/>
              <a:gd name="connsiteY184" fmla="*/ 2202752 h 2237474"/>
              <a:gd name="connsiteX185" fmla="*/ 800195 w 12192000"/>
              <a:gd name="connsiteY185" fmla="*/ 2209407 h 2237474"/>
              <a:gd name="connsiteX186" fmla="*/ 784978 w 12192000"/>
              <a:gd name="connsiteY186" fmla="*/ 2212360 h 2237474"/>
              <a:gd name="connsiteX187" fmla="*/ 681987 w 12192000"/>
              <a:gd name="connsiteY187" fmla="*/ 2216757 h 2237474"/>
              <a:gd name="connsiteX188" fmla="*/ 669923 w 12192000"/>
              <a:gd name="connsiteY188" fmla="*/ 2211682 h 2237474"/>
              <a:gd name="connsiteX189" fmla="*/ 648680 w 12192000"/>
              <a:gd name="connsiteY189" fmla="*/ 2206229 h 2237474"/>
              <a:gd name="connsiteX190" fmla="*/ 597225 w 12192000"/>
              <a:gd name="connsiteY190" fmla="*/ 2180999 h 2237474"/>
              <a:gd name="connsiteX191" fmla="*/ 558449 w 12192000"/>
              <a:gd name="connsiteY191" fmla="*/ 2182346 h 2237474"/>
              <a:gd name="connsiteX192" fmla="*/ 550517 w 12192000"/>
              <a:gd name="connsiteY192" fmla="*/ 2182060 h 2237474"/>
              <a:gd name="connsiteX193" fmla="*/ 550309 w 12192000"/>
              <a:gd name="connsiteY193" fmla="*/ 2181825 h 2237474"/>
              <a:gd name="connsiteX194" fmla="*/ 541836 w 12192000"/>
              <a:gd name="connsiteY194" fmla="*/ 2181063 h 2237474"/>
              <a:gd name="connsiteX195" fmla="*/ 536057 w 12192000"/>
              <a:gd name="connsiteY195" fmla="*/ 2181537 h 2237474"/>
              <a:gd name="connsiteX196" fmla="*/ 520671 w 12192000"/>
              <a:gd name="connsiteY196" fmla="*/ 2180980 h 2237474"/>
              <a:gd name="connsiteX197" fmla="*/ 515024 w 12192000"/>
              <a:gd name="connsiteY197" fmla="*/ 2179258 h 2237474"/>
              <a:gd name="connsiteX198" fmla="*/ 512278 w 12192000"/>
              <a:gd name="connsiteY198" fmla="*/ 2176369 h 2237474"/>
              <a:gd name="connsiteX199" fmla="*/ 480419 w 12192000"/>
              <a:gd name="connsiteY199" fmla="*/ 2167807 h 2237474"/>
              <a:gd name="connsiteX200" fmla="*/ 413835 w 12192000"/>
              <a:gd name="connsiteY200" fmla="*/ 2156783 h 2237474"/>
              <a:gd name="connsiteX201" fmla="*/ 376513 w 12192000"/>
              <a:gd name="connsiteY201" fmla="*/ 2154014 h 2237474"/>
              <a:gd name="connsiteX202" fmla="*/ 273386 w 12192000"/>
              <a:gd name="connsiteY202" fmla="*/ 2142551 h 2237474"/>
              <a:gd name="connsiteX203" fmla="*/ 169207 w 12192000"/>
              <a:gd name="connsiteY203" fmla="*/ 2128100 h 2237474"/>
              <a:gd name="connsiteX204" fmla="*/ 93149 w 12192000"/>
              <a:gd name="connsiteY204" fmla="*/ 2105324 h 2237474"/>
              <a:gd name="connsiteX205" fmla="*/ 88109 w 12192000"/>
              <a:gd name="connsiteY205" fmla="*/ 2106704 h 2237474"/>
              <a:gd name="connsiteX206" fmla="*/ 80022 w 12192000"/>
              <a:gd name="connsiteY206" fmla="*/ 2107254 h 2237474"/>
              <a:gd name="connsiteX207" fmla="*/ 79717 w 12192000"/>
              <a:gd name="connsiteY207" fmla="*/ 2107046 h 2237474"/>
              <a:gd name="connsiteX208" fmla="*/ 72352 w 12192000"/>
              <a:gd name="connsiteY208" fmla="*/ 2107991 h 2237474"/>
              <a:gd name="connsiteX209" fmla="*/ 37645 w 12192000"/>
              <a:gd name="connsiteY209" fmla="*/ 2115401 h 2237474"/>
              <a:gd name="connsiteX210" fmla="*/ 4572 w 12192000"/>
              <a:gd name="connsiteY210" fmla="*/ 2111091 h 2237474"/>
              <a:gd name="connsiteX211" fmla="*/ 0 w 12192000"/>
              <a:gd name="connsiteY211" fmla="*/ 2110468 h 2237474"/>
              <a:gd name="connsiteX212" fmla="*/ 0 w 12192000"/>
              <a:gd name="connsiteY21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00177 w 12192000"/>
              <a:gd name="connsiteY75" fmla="*/ 1636016 h 2237474"/>
              <a:gd name="connsiteX76" fmla="*/ 6795372 w 12192000"/>
              <a:gd name="connsiteY76" fmla="*/ 1644845 h 2237474"/>
              <a:gd name="connsiteX77" fmla="*/ 6692251 w 12192000"/>
              <a:gd name="connsiteY77" fmla="*/ 1656357 h 2237474"/>
              <a:gd name="connsiteX78" fmla="*/ 6655235 w 12192000"/>
              <a:gd name="connsiteY78" fmla="*/ 1661869 h 2237474"/>
              <a:gd name="connsiteX79" fmla="*/ 6554894 w 12192000"/>
              <a:gd name="connsiteY79" fmla="*/ 1664428 h 2237474"/>
              <a:gd name="connsiteX80" fmla="*/ 6516595 w 12192000"/>
              <a:gd name="connsiteY80" fmla="*/ 1667475 h 2237474"/>
              <a:gd name="connsiteX81" fmla="*/ 6508541 w 12192000"/>
              <a:gd name="connsiteY81" fmla="*/ 1668757 h 2237474"/>
              <a:gd name="connsiteX82" fmla="*/ 6471012 w 12192000"/>
              <a:gd name="connsiteY82" fmla="*/ 1678604 h 2237474"/>
              <a:gd name="connsiteX83" fmla="*/ 6415265 w 12192000"/>
              <a:gd name="connsiteY83" fmla="*/ 1665317 h 2237474"/>
              <a:gd name="connsiteX84" fmla="*/ 6364035 w 12192000"/>
              <a:gd name="connsiteY84" fmla="*/ 1667683 h 2237474"/>
              <a:gd name="connsiteX85" fmla="*/ 6280959 w 12192000"/>
              <a:gd name="connsiteY85" fmla="*/ 1689329 h 2237474"/>
              <a:gd name="connsiteX86" fmla="*/ 6243319 w 12192000"/>
              <a:gd name="connsiteY86" fmla="*/ 1695560 h 2237474"/>
              <a:gd name="connsiteX87" fmla="*/ 6098321 w 12192000"/>
              <a:gd name="connsiteY87" fmla="*/ 1721646 h 2237474"/>
              <a:gd name="connsiteX88" fmla="*/ 5880652 w 12192000"/>
              <a:gd name="connsiteY88" fmla="*/ 1779643 h 2237474"/>
              <a:gd name="connsiteX89" fmla="*/ 5785959 w 12192000"/>
              <a:gd name="connsiteY89" fmla="*/ 1775307 h 2237474"/>
              <a:gd name="connsiteX90" fmla="*/ 5643534 w 12192000"/>
              <a:gd name="connsiteY90" fmla="*/ 1802919 h 2237474"/>
              <a:gd name="connsiteX91" fmla="*/ 5518799 w 12192000"/>
              <a:gd name="connsiteY91" fmla="*/ 1818312 h 2237474"/>
              <a:gd name="connsiteX92" fmla="*/ 5505014 w 12192000"/>
              <a:gd name="connsiteY92" fmla="*/ 1819259 h 2237474"/>
              <a:gd name="connsiteX93" fmla="*/ 5453307 w 12192000"/>
              <a:gd name="connsiteY93" fmla="*/ 1815450 h 2237474"/>
              <a:gd name="connsiteX94" fmla="*/ 5364192 w 12192000"/>
              <a:gd name="connsiteY94" fmla="*/ 1826074 h 2237474"/>
              <a:gd name="connsiteX95" fmla="*/ 5350380 w 12192000"/>
              <a:gd name="connsiteY95" fmla="*/ 1830891 h 2237474"/>
              <a:gd name="connsiteX96" fmla="*/ 5259633 w 12192000"/>
              <a:gd name="connsiteY96" fmla="*/ 1837160 h 2237474"/>
              <a:gd name="connsiteX97" fmla="*/ 5197513 w 12192000"/>
              <a:gd name="connsiteY97" fmla="*/ 1844718 h 2237474"/>
              <a:gd name="connsiteX98" fmla="*/ 5168852 w 12192000"/>
              <a:gd name="connsiteY98" fmla="*/ 1844846 h 2237474"/>
              <a:gd name="connsiteX99" fmla="*/ 5114927 w 12192000"/>
              <a:gd name="connsiteY99" fmla="*/ 1847827 h 2237474"/>
              <a:gd name="connsiteX100" fmla="*/ 5108970 w 12192000"/>
              <a:gd name="connsiteY100" fmla="*/ 1847935 h 2237474"/>
              <a:gd name="connsiteX101" fmla="*/ 5067961 w 12192000"/>
              <a:gd name="connsiteY101" fmla="*/ 1845917 h 2237474"/>
              <a:gd name="connsiteX102" fmla="*/ 5007075 w 12192000"/>
              <a:gd name="connsiteY102" fmla="*/ 1838626 h 2237474"/>
              <a:gd name="connsiteX103" fmla="*/ 4944087 w 12192000"/>
              <a:gd name="connsiteY103" fmla="*/ 1823332 h 2237474"/>
              <a:gd name="connsiteX104" fmla="*/ 4907662 w 12192000"/>
              <a:gd name="connsiteY104" fmla="*/ 1816900 h 2237474"/>
              <a:gd name="connsiteX105" fmla="*/ 4882386 w 12192000"/>
              <a:gd name="connsiteY105" fmla="*/ 1809844 h 2237474"/>
              <a:gd name="connsiteX106" fmla="*/ 4811440 w 12192000"/>
              <a:gd name="connsiteY106" fmla="*/ 1804655 h 2237474"/>
              <a:gd name="connsiteX107" fmla="*/ 4691075 w 12192000"/>
              <a:gd name="connsiteY107" fmla="*/ 1801389 h 2237474"/>
              <a:gd name="connsiteX108" fmla="*/ 4611738 w 12192000"/>
              <a:gd name="connsiteY108" fmla="*/ 1776964 h 2237474"/>
              <a:gd name="connsiteX109" fmla="*/ 4560070 w 12192000"/>
              <a:gd name="connsiteY109" fmla="*/ 1785640 h 2237474"/>
              <a:gd name="connsiteX110" fmla="*/ 4536503 w 12192000"/>
              <a:gd name="connsiteY110" fmla="*/ 1785334 h 2237474"/>
              <a:gd name="connsiteX111" fmla="*/ 4513724 w 12192000"/>
              <a:gd name="connsiteY111" fmla="*/ 1791996 h 2237474"/>
              <a:gd name="connsiteX112" fmla="*/ 4459810 w 12192000"/>
              <a:gd name="connsiteY112" fmla="*/ 1797886 h 2237474"/>
              <a:gd name="connsiteX113" fmla="*/ 4379064 w 12192000"/>
              <a:gd name="connsiteY113" fmla="*/ 1817177 h 2237474"/>
              <a:gd name="connsiteX114" fmla="*/ 4319209 w 12192000"/>
              <a:gd name="connsiteY114" fmla="*/ 1834833 h 2237474"/>
              <a:gd name="connsiteX115" fmla="*/ 4290981 w 12192000"/>
              <a:gd name="connsiteY115" fmla="*/ 1839677 h 2237474"/>
              <a:gd name="connsiteX116" fmla="*/ 4285792 w 12192000"/>
              <a:gd name="connsiteY116" fmla="*/ 1836231 h 2237474"/>
              <a:gd name="connsiteX117" fmla="*/ 4238372 w 12192000"/>
              <a:gd name="connsiteY117" fmla="*/ 1851480 h 2237474"/>
              <a:gd name="connsiteX118" fmla="*/ 4232517 w 12192000"/>
              <a:gd name="connsiteY118" fmla="*/ 1852567 h 2237474"/>
              <a:gd name="connsiteX119" fmla="*/ 4191732 w 12192000"/>
              <a:gd name="connsiteY119" fmla="*/ 1857328 h 2237474"/>
              <a:gd name="connsiteX120" fmla="*/ 4065532 w 12192000"/>
              <a:gd name="connsiteY120" fmla="*/ 1855477 h 2237474"/>
              <a:gd name="connsiteX121" fmla="*/ 4028460 w 12192000"/>
              <a:gd name="connsiteY121" fmla="*/ 1855137 h 2237474"/>
              <a:gd name="connsiteX122" fmla="*/ 4002267 w 12192000"/>
              <a:gd name="connsiteY122" fmla="*/ 1852352 h 2237474"/>
              <a:gd name="connsiteX123" fmla="*/ 3931396 w 12192000"/>
              <a:gd name="connsiteY123" fmla="*/ 1858915 h 2237474"/>
              <a:gd name="connsiteX124" fmla="*/ 3812162 w 12192000"/>
              <a:gd name="connsiteY124" fmla="*/ 1875501 h 2237474"/>
              <a:gd name="connsiteX125" fmla="*/ 3729530 w 12192000"/>
              <a:gd name="connsiteY125" fmla="*/ 1864513 h 2237474"/>
              <a:gd name="connsiteX126" fmla="*/ 3680177 w 12192000"/>
              <a:gd name="connsiteY126" fmla="*/ 1881552 h 2237474"/>
              <a:gd name="connsiteX127" fmla="*/ 3567259 w 12192000"/>
              <a:gd name="connsiteY127" fmla="*/ 1893482 h 2237474"/>
              <a:gd name="connsiteX128" fmla="*/ 3405770 w 12192000"/>
              <a:gd name="connsiteY128" fmla="*/ 1904591 h 2237474"/>
              <a:gd name="connsiteX129" fmla="*/ 3280097 w 12192000"/>
              <a:gd name="connsiteY129" fmla="*/ 1919610 h 2237474"/>
              <a:gd name="connsiteX130" fmla="*/ 3123424 w 12192000"/>
              <a:gd name="connsiteY130" fmla="*/ 1952930 h 2237474"/>
              <a:gd name="connsiteX131" fmla="*/ 3009910 w 12192000"/>
              <a:gd name="connsiteY131" fmla="*/ 1957866 h 2237474"/>
              <a:gd name="connsiteX132" fmla="*/ 2995934 w 12192000"/>
              <a:gd name="connsiteY132" fmla="*/ 1967085 h 2237474"/>
              <a:gd name="connsiteX133" fmla="*/ 2980071 w 12192000"/>
              <a:gd name="connsiteY133" fmla="*/ 1972988 h 2237474"/>
              <a:gd name="connsiteX134" fmla="*/ 2978094 w 12192000"/>
              <a:gd name="connsiteY134" fmla="*/ 1972369 h 2237474"/>
              <a:gd name="connsiteX135" fmla="*/ 2942858 w 12192000"/>
              <a:gd name="connsiteY135" fmla="*/ 1981367 h 2237474"/>
              <a:gd name="connsiteX136" fmla="*/ 2875436 w 12192000"/>
              <a:gd name="connsiteY136" fmla="*/ 1996977 h 2237474"/>
              <a:gd name="connsiteX137" fmla="*/ 2874892 w 12192000"/>
              <a:gd name="connsiteY137" fmla="*/ 1996085 h 2237474"/>
              <a:gd name="connsiteX138" fmla="*/ 2864145 w 12192000"/>
              <a:gd name="connsiteY138" fmla="*/ 1994061 h 2237474"/>
              <a:gd name="connsiteX139" fmla="*/ 2843662 w 12192000"/>
              <a:gd name="connsiteY139" fmla="*/ 1992498 h 2237474"/>
              <a:gd name="connsiteX140" fmla="*/ 2796128 w 12192000"/>
              <a:gd name="connsiteY140" fmla="*/ 1976403 h 2237474"/>
              <a:gd name="connsiteX141" fmla="*/ 2756784 w 12192000"/>
              <a:gd name="connsiteY141" fmla="*/ 1985116 h 2237474"/>
              <a:gd name="connsiteX142" fmla="*/ 2748833 w 12192000"/>
              <a:gd name="connsiteY142" fmla="*/ 1986323 h 2237474"/>
              <a:gd name="connsiteX143" fmla="*/ 2748661 w 12192000"/>
              <a:gd name="connsiteY143" fmla="*/ 1986122 h 2237474"/>
              <a:gd name="connsiteX144" fmla="*/ 2740251 w 12192000"/>
              <a:gd name="connsiteY144" fmla="*/ 1986946 h 2237474"/>
              <a:gd name="connsiteX145" fmla="*/ 2718916 w 12192000"/>
              <a:gd name="connsiteY145" fmla="*/ 1990867 h 2237474"/>
              <a:gd name="connsiteX146" fmla="*/ 2713522 w 12192000"/>
              <a:gd name="connsiteY146" fmla="*/ 1990173 h 2237474"/>
              <a:gd name="connsiteX147" fmla="*/ 2680597 w 12192000"/>
              <a:gd name="connsiteY147" fmla="*/ 1984996 h 2237474"/>
              <a:gd name="connsiteX148" fmla="*/ 2578178 w 12192000"/>
              <a:gd name="connsiteY148" fmla="*/ 1990531 h 2237474"/>
              <a:gd name="connsiteX149" fmla="*/ 2476147 w 12192000"/>
              <a:gd name="connsiteY149" fmla="*/ 1998305 h 2237474"/>
              <a:gd name="connsiteX150" fmla="*/ 2373568 w 12192000"/>
              <a:gd name="connsiteY150" fmla="*/ 2003219 h 2237474"/>
              <a:gd name="connsiteX151" fmla="*/ 2321399 w 12192000"/>
              <a:gd name="connsiteY151" fmla="*/ 1989467 h 2237474"/>
              <a:gd name="connsiteX152" fmla="*/ 2315525 w 12192000"/>
              <a:gd name="connsiteY152" fmla="*/ 1989708 h 2237474"/>
              <a:gd name="connsiteX153" fmla="*/ 2300792 w 12192000"/>
              <a:gd name="connsiteY153" fmla="*/ 1994290 h 2237474"/>
              <a:gd name="connsiteX154" fmla="*/ 2295469 w 12192000"/>
              <a:gd name="connsiteY154" fmla="*/ 1996659 h 2237474"/>
              <a:gd name="connsiteX155" fmla="*/ 2287219 w 12192000"/>
              <a:gd name="connsiteY155" fmla="*/ 1998750 h 2237474"/>
              <a:gd name="connsiteX156" fmla="*/ 2286948 w 12192000"/>
              <a:gd name="connsiteY156" fmla="*/ 1998596 h 2237474"/>
              <a:gd name="connsiteX157" fmla="*/ 2243069 w 12192000"/>
              <a:gd name="connsiteY157" fmla="*/ 2015111 h 2237474"/>
              <a:gd name="connsiteX158" fmla="*/ 2186609 w 12192000"/>
              <a:gd name="connsiteY158" fmla="*/ 2008263 h 2237474"/>
              <a:gd name="connsiteX159" fmla="*/ 2164831 w 12192000"/>
              <a:gd name="connsiteY159" fmla="*/ 2010143 h 2237474"/>
              <a:gd name="connsiteX160" fmla="*/ 2152836 w 12192000"/>
              <a:gd name="connsiteY160" fmla="*/ 2010048 h 2237474"/>
              <a:gd name="connsiteX161" fmla="*/ 2117102 w 12192000"/>
              <a:gd name="connsiteY161" fmla="*/ 2023004 h 2237474"/>
              <a:gd name="connsiteX162" fmla="*/ 2111935 w 12192000"/>
              <a:gd name="connsiteY162" fmla="*/ 2023163 h 2237474"/>
              <a:gd name="connsiteX163" fmla="*/ 2089991 w 12192000"/>
              <a:gd name="connsiteY163" fmla="*/ 2034193 h 2237474"/>
              <a:gd name="connsiteX164" fmla="*/ 2058061 w 12192000"/>
              <a:gd name="connsiteY164" fmla="*/ 2047942 h 2237474"/>
              <a:gd name="connsiteX165" fmla="*/ 2055737 w 12192000"/>
              <a:gd name="connsiteY165" fmla="*/ 2047704 h 2237474"/>
              <a:gd name="connsiteX166" fmla="*/ 2042244 w 12192000"/>
              <a:gd name="connsiteY166" fmla="*/ 2055560 h 2237474"/>
              <a:gd name="connsiteX167" fmla="*/ 1976224 w 12192000"/>
              <a:gd name="connsiteY167" fmla="*/ 2074257 h 2237474"/>
              <a:gd name="connsiteX168" fmla="*/ 1877728 w 12192000"/>
              <a:gd name="connsiteY168" fmla="*/ 2101004 h 2237474"/>
              <a:gd name="connsiteX169" fmla="*/ 1759056 w 12192000"/>
              <a:gd name="connsiteY169" fmla="*/ 2125608 h 2237474"/>
              <a:gd name="connsiteX170" fmla="*/ 1637948 w 12192000"/>
              <a:gd name="connsiteY170" fmla="*/ 2172597 h 2237474"/>
              <a:gd name="connsiteX171" fmla="*/ 1434549 w 12192000"/>
              <a:gd name="connsiteY171" fmla="*/ 2234522 h 2237474"/>
              <a:gd name="connsiteX172" fmla="*/ 1398481 w 12192000"/>
              <a:gd name="connsiteY172" fmla="*/ 2237074 h 2237474"/>
              <a:gd name="connsiteX173" fmla="*/ 1398407 w 12192000"/>
              <a:gd name="connsiteY173" fmla="*/ 2237095 h 2237474"/>
              <a:gd name="connsiteX174" fmla="*/ 1370962 w 12192000"/>
              <a:gd name="connsiteY174" fmla="*/ 2237474 h 2237474"/>
              <a:gd name="connsiteX175" fmla="*/ 1356367 w 12192000"/>
              <a:gd name="connsiteY175" fmla="*/ 2235089 h 2237474"/>
              <a:gd name="connsiteX176" fmla="*/ 1324828 w 12192000"/>
              <a:gd name="connsiteY176" fmla="*/ 2231968 h 2237474"/>
              <a:gd name="connsiteX177" fmla="*/ 1297744 w 12192000"/>
              <a:gd name="connsiteY177" fmla="*/ 2235849 h 2237474"/>
              <a:gd name="connsiteX178" fmla="*/ 1286236 w 12192000"/>
              <a:gd name="connsiteY178" fmla="*/ 2233135 h 2237474"/>
              <a:gd name="connsiteX179" fmla="*/ 1283504 w 12192000"/>
              <a:gd name="connsiteY179" fmla="*/ 2233797 h 2237474"/>
              <a:gd name="connsiteX180" fmla="*/ 1279765 w 12192000"/>
              <a:gd name="connsiteY180" fmla="*/ 2229639 h 2237474"/>
              <a:gd name="connsiteX181" fmla="*/ 1195347 w 12192000"/>
              <a:gd name="connsiteY181" fmla="*/ 2212354 h 2237474"/>
              <a:gd name="connsiteX182" fmla="*/ 970251 w 12192000"/>
              <a:gd name="connsiteY182" fmla="*/ 2221029 h 2237474"/>
              <a:gd name="connsiteX183" fmla="*/ 812914 w 12192000"/>
              <a:gd name="connsiteY183" fmla="*/ 2202752 h 2237474"/>
              <a:gd name="connsiteX184" fmla="*/ 800195 w 12192000"/>
              <a:gd name="connsiteY184" fmla="*/ 2209407 h 2237474"/>
              <a:gd name="connsiteX185" fmla="*/ 784978 w 12192000"/>
              <a:gd name="connsiteY185" fmla="*/ 2212360 h 2237474"/>
              <a:gd name="connsiteX186" fmla="*/ 681987 w 12192000"/>
              <a:gd name="connsiteY186" fmla="*/ 2216757 h 2237474"/>
              <a:gd name="connsiteX187" fmla="*/ 669923 w 12192000"/>
              <a:gd name="connsiteY187" fmla="*/ 2211682 h 2237474"/>
              <a:gd name="connsiteX188" fmla="*/ 648680 w 12192000"/>
              <a:gd name="connsiteY188" fmla="*/ 2206229 h 2237474"/>
              <a:gd name="connsiteX189" fmla="*/ 597225 w 12192000"/>
              <a:gd name="connsiteY189" fmla="*/ 2180999 h 2237474"/>
              <a:gd name="connsiteX190" fmla="*/ 558449 w 12192000"/>
              <a:gd name="connsiteY190" fmla="*/ 2182346 h 2237474"/>
              <a:gd name="connsiteX191" fmla="*/ 550517 w 12192000"/>
              <a:gd name="connsiteY191" fmla="*/ 2182060 h 2237474"/>
              <a:gd name="connsiteX192" fmla="*/ 550309 w 12192000"/>
              <a:gd name="connsiteY192" fmla="*/ 2181825 h 2237474"/>
              <a:gd name="connsiteX193" fmla="*/ 541836 w 12192000"/>
              <a:gd name="connsiteY193" fmla="*/ 2181063 h 2237474"/>
              <a:gd name="connsiteX194" fmla="*/ 536057 w 12192000"/>
              <a:gd name="connsiteY194" fmla="*/ 2181537 h 2237474"/>
              <a:gd name="connsiteX195" fmla="*/ 520671 w 12192000"/>
              <a:gd name="connsiteY195" fmla="*/ 2180980 h 2237474"/>
              <a:gd name="connsiteX196" fmla="*/ 515024 w 12192000"/>
              <a:gd name="connsiteY196" fmla="*/ 2179258 h 2237474"/>
              <a:gd name="connsiteX197" fmla="*/ 512278 w 12192000"/>
              <a:gd name="connsiteY197" fmla="*/ 2176369 h 2237474"/>
              <a:gd name="connsiteX198" fmla="*/ 480419 w 12192000"/>
              <a:gd name="connsiteY198" fmla="*/ 2167807 h 2237474"/>
              <a:gd name="connsiteX199" fmla="*/ 413835 w 12192000"/>
              <a:gd name="connsiteY199" fmla="*/ 2156783 h 2237474"/>
              <a:gd name="connsiteX200" fmla="*/ 376513 w 12192000"/>
              <a:gd name="connsiteY200" fmla="*/ 2154014 h 2237474"/>
              <a:gd name="connsiteX201" fmla="*/ 273386 w 12192000"/>
              <a:gd name="connsiteY201" fmla="*/ 2142551 h 2237474"/>
              <a:gd name="connsiteX202" fmla="*/ 169207 w 12192000"/>
              <a:gd name="connsiteY202" fmla="*/ 2128100 h 2237474"/>
              <a:gd name="connsiteX203" fmla="*/ 93149 w 12192000"/>
              <a:gd name="connsiteY203" fmla="*/ 2105324 h 2237474"/>
              <a:gd name="connsiteX204" fmla="*/ 88109 w 12192000"/>
              <a:gd name="connsiteY204" fmla="*/ 2106704 h 2237474"/>
              <a:gd name="connsiteX205" fmla="*/ 80022 w 12192000"/>
              <a:gd name="connsiteY205" fmla="*/ 2107254 h 2237474"/>
              <a:gd name="connsiteX206" fmla="*/ 79717 w 12192000"/>
              <a:gd name="connsiteY206" fmla="*/ 2107046 h 2237474"/>
              <a:gd name="connsiteX207" fmla="*/ 72352 w 12192000"/>
              <a:gd name="connsiteY207" fmla="*/ 2107991 h 2237474"/>
              <a:gd name="connsiteX208" fmla="*/ 37645 w 12192000"/>
              <a:gd name="connsiteY208" fmla="*/ 2115401 h 2237474"/>
              <a:gd name="connsiteX209" fmla="*/ 4572 w 12192000"/>
              <a:gd name="connsiteY209" fmla="*/ 2111091 h 2237474"/>
              <a:gd name="connsiteX210" fmla="*/ 0 w 12192000"/>
              <a:gd name="connsiteY210" fmla="*/ 2110468 h 2237474"/>
              <a:gd name="connsiteX211" fmla="*/ 0 w 12192000"/>
              <a:gd name="connsiteY21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00177 w 12192000"/>
              <a:gd name="connsiteY75" fmla="*/ 1636016 h 2237474"/>
              <a:gd name="connsiteX76" fmla="*/ 6795372 w 12192000"/>
              <a:gd name="connsiteY76" fmla="*/ 1644845 h 2237474"/>
              <a:gd name="connsiteX77" fmla="*/ 6692251 w 12192000"/>
              <a:gd name="connsiteY77" fmla="*/ 1656357 h 2237474"/>
              <a:gd name="connsiteX78" fmla="*/ 6655235 w 12192000"/>
              <a:gd name="connsiteY78" fmla="*/ 1661869 h 2237474"/>
              <a:gd name="connsiteX79" fmla="*/ 6554894 w 12192000"/>
              <a:gd name="connsiteY79" fmla="*/ 1664428 h 2237474"/>
              <a:gd name="connsiteX80" fmla="*/ 6516595 w 12192000"/>
              <a:gd name="connsiteY80" fmla="*/ 1667475 h 2237474"/>
              <a:gd name="connsiteX81" fmla="*/ 6508541 w 12192000"/>
              <a:gd name="connsiteY81" fmla="*/ 1668757 h 2237474"/>
              <a:gd name="connsiteX82" fmla="*/ 6471012 w 12192000"/>
              <a:gd name="connsiteY82" fmla="*/ 1678604 h 2237474"/>
              <a:gd name="connsiteX83" fmla="*/ 6364035 w 12192000"/>
              <a:gd name="connsiteY83" fmla="*/ 1667683 h 2237474"/>
              <a:gd name="connsiteX84" fmla="*/ 6280959 w 12192000"/>
              <a:gd name="connsiteY84" fmla="*/ 1689329 h 2237474"/>
              <a:gd name="connsiteX85" fmla="*/ 6243319 w 12192000"/>
              <a:gd name="connsiteY85" fmla="*/ 1695560 h 2237474"/>
              <a:gd name="connsiteX86" fmla="*/ 6098321 w 12192000"/>
              <a:gd name="connsiteY86" fmla="*/ 1721646 h 2237474"/>
              <a:gd name="connsiteX87" fmla="*/ 5880652 w 12192000"/>
              <a:gd name="connsiteY87" fmla="*/ 1779643 h 2237474"/>
              <a:gd name="connsiteX88" fmla="*/ 5785959 w 12192000"/>
              <a:gd name="connsiteY88" fmla="*/ 1775307 h 2237474"/>
              <a:gd name="connsiteX89" fmla="*/ 5643534 w 12192000"/>
              <a:gd name="connsiteY89" fmla="*/ 1802919 h 2237474"/>
              <a:gd name="connsiteX90" fmla="*/ 5518799 w 12192000"/>
              <a:gd name="connsiteY90" fmla="*/ 1818312 h 2237474"/>
              <a:gd name="connsiteX91" fmla="*/ 5505014 w 12192000"/>
              <a:gd name="connsiteY91" fmla="*/ 1819259 h 2237474"/>
              <a:gd name="connsiteX92" fmla="*/ 5453307 w 12192000"/>
              <a:gd name="connsiteY92" fmla="*/ 1815450 h 2237474"/>
              <a:gd name="connsiteX93" fmla="*/ 5364192 w 12192000"/>
              <a:gd name="connsiteY93" fmla="*/ 1826074 h 2237474"/>
              <a:gd name="connsiteX94" fmla="*/ 5350380 w 12192000"/>
              <a:gd name="connsiteY94" fmla="*/ 1830891 h 2237474"/>
              <a:gd name="connsiteX95" fmla="*/ 5259633 w 12192000"/>
              <a:gd name="connsiteY95" fmla="*/ 1837160 h 2237474"/>
              <a:gd name="connsiteX96" fmla="*/ 5197513 w 12192000"/>
              <a:gd name="connsiteY96" fmla="*/ 1844718 h 2237474"/>
              <a:gd name="connsiteX97" fmla="*/ 5168852 w 12192000"/>
              <a:gd name="connsiteY97" fmla="*/ 1844846 h 2237474"/>
              <a:gd name="connsiteX98" fmla="*/ 5114927 w 12192000"/>
              <a:gd name="connsiteY98" fmla="*/ 1847827 h 2237474"/>
              <a:gd name="connsiteX99" fmla="*/ 5108970 w 12192000"/>
              <a:gd name="connsiteY99" fmla="*/ 1847935 h 2237474"/>
              <a:gd name="connsiteX100" fmla="*/ 5067961 w 12192000"/>
              <a:gd name="connsiteY100" fmla="*/ 1845917 h 2237474"/>
              <a:gd name="connsiteX101" fmla="*/ 5007075 w 12192000"/>
              <a:gd name="connsiteY101" fmla="*/ 1838626 h 2237474"/>
              <a:gd name="connsiteX102" fmla="*/ 4944087 w 12192000"/>
              <a:gd name="connsiteY102" fmla="*/ 1823332 h 2237474"/>
              <a:gd name="connsiteX103" fmla="*/ 4907662 w 12192000"/>
              <a:gd name="connsiteY103" fmla="*/ 1816900 h 2237474"/>
              <a:gd name="connsiteX104" fmla="*/ 4882386 w 12192000"/>
              <a:gd name="connsiteY104" fmla="*/ 1809844 h 2237474"/>
              <a:gd name="connsiteX105" fmla="*/ 4811440 w 12192000"/>
              <a:gd name="connsiteY105" fmla="*/ 1804655 h 2237474"/>
              <a:gd name="connsiteX106" fmla="*/ 4691075 w 12192000"/>
              <a:gd name="connsiteY106" fmla="*/ 1801389 h 2237474"/>
              <a:gd name="connsiteX107" fmla="*/ 4611738 w 12192000"/>
              <a:gd name="connsiteY107" fmla="*/ 1776964 h 2237474"/>
              <a:gd name="connsiteX108" fmla="*/ 4560070 w 12192000"/>
              <a:gd name="connsiteY108" fmla="*/ 1785640 h 2237474"/>
              <a:gd name="connsiteX109" fmla="*/ 4536503 w 12192000"/>
              <a:gd name="connsiteY109" fmla="*/ 1785334 h 2237474"/>
              <a:gd name="connsiteX110" fmla="*/ 4513724 w 12192000"/>
              <a:gd name="connsiteY110" fmla="*/ 1791996 h 2237474"/>
              <a:gd name="connsiteX111" fmla="*/ 4459810 w 12192000"/>
              <a:gd name="connsiteY111" fmla="*/ 1797886 h 2237474"/>
              <a:gd name="connsiteX112" fmla="*/ 4379064 w 12192000"/>
              <a:gd name="connsiteY112" fmla="*/ 1817177 h 2237474"/>
              <a:gd name="connsiteX113" fmla="*/ 4319209 w 12192000"/>
              <a:gd name="connsiteY113" fmla="*/ 1834833 h 2237474"/>
              <a:gd name="connsiteX114" fmla="*/ 4290981 w 12192000"/>
              <a:gd name="connsiteY114" fmla="*/ 1839677 h 2237474"/>
              <a:gd name="connsiteX115" fmla="*/ 4285792 w 12192000"/>
              <a:gd name="connsiteY115" fmla="*/ 1836231 h 2237474"/>
              <a:gd name="connsiteX116" fmla="*/ 4238372 w 12192000"/>
              <a:gd name="connsiteY116" fmla="*/ 1851480 h 2237474"/>
              <a:gd name="connsiteX117" fmla="*/ 4232517 w 12192000"/>
              <a:gd name="connsiteY117" fmla="*/ 1852567 h 2237474"/>
              <a:gd name="connsiteX118" fmla="*/ 4191732 w 12192000"/>
              <a:gd name="connsiteY118" fmla="*/ 1857328 h 2237474"/>
              <a:gd name="connsiteX119" fmla="*/ 4065532 w 12192000"/>
              <a:gd name="connsiteY119" fmla="*/ 1855477 h 2237474"/>
              <a:gd name="connsiteX120" fmla="*/ 4028460 w 12192000"/>
              <a:gd name="connsiteY120" fmla="*/ 1855137 h 2237474"/>
              <a:gd name="connsiteX121" fmla="*/ 4002267 w 12192000"/>
              <a:gd name="connsiteY121" fmla="*/ 1852352 h 2237474"/>
              <a:gd name="connsiteX122" fmla="*/ 3931396 w 12192000"/>
              <a:gd name="connsiteY122" fmla="*/ 1858915 h 2237474"/>
              <a:gd name="connsiteX123" fmla="*/ 3812162 w 12192000"/>
              <a:gd name="connsiteY123" fmla="*/ 1875501 h 2237474"/>
              <a:gd name="connsiteX124" fmla="*/ 3729530 w 12192000"/>
              <a:gd name="connsiteY124" fmla="*/ 1864513 h 2237474"/>
              <a:gd name="connsiteX125" fmla="*/ 3680177 w 12192000"/>
              <a:gd name="connsiteY125" fmla="*/ 1881552 h 2237474"/>
              <a:gd name="connsiteX126" fmla="*/ 3567259 w 12192000"/>
              <a:gd name="connsiteY126" fmla="*/ 1893482 h 2237474"/>
              <a:gd name="connsiteX127" fmla="*/ 3405770 w 12192000"/>
              <a:gd name="connsiteY127" fmla="*/ 1904591 h 2237474"/>
              <a:gd name="connsiteX128" fmla="*/ 3280097 w 12192000"/>
              <a:gd name="connsiteY128" fmla="*/ 1919610 h 2237474"/>
              <a:gd name="connsiteX129" fmla="*/ 3123424 w 12192000"/>
              <a:gd name="connsiteY129" fmla="*/ 1952930 h 2237474"/>
              <a:gd name="connsiteX130" fmla="*/ 3009910 w 12192000"/>
              <a:gd name="connsiteY130" fmla="*/ 1957866 h 2237474"/>
              <a:gd name="connsiteX131" fmla="*/ 2995934 w 12192000"/>
              <a:gd name="connsiteY131" fmla="*/ 1967085 h 2237474"/>
              <a:gd name="connsiteX132" fmla="*/ 2980071 w 12192000"/>
              <a:gd name="connsiteY132" fmla="*/ 1972988 h 2237474"/>
              <a:gd name="connsiteX133" fmla="*/ 2978094 w 12192000"/>
              <a:gd name="connsiteY133" fmla="*/ 1972369 h 2237474"/>
              <a:gd name="connsiteX134" fmla="*/ 2942858 w 12192000"/>
              <a:gd name="connsiteY134" fmla="*/ 1981367 h 2237474"/>
              <a:gd name="connsiteX135" fmla="*/ 2875436 w 12192000"/>
              <a:gd name="connsiteY135" fmla="*/ 1996977 h 2237474"/>
              <a:gd name="connsiteX136" fmla="*/ 2874892 w 12192000"/>
              <a:gd name="connsiteY136" fmla="*/ 1996085 h 2237474"/>
              <a:gd name="connsiteX137" fmla="*/ 2864145 w 12192000"/>
              <a:gd name="connsiteY137" fmla="*/ 1994061 h 2237474"/>
              <a:gd name="connsiteX138" fmla="*/ 2843662 w 12192000"/>
              <a:gd name="connsiteY138" fmla="*/ 1992498 h 2237474"/>
              <a:gd name="connsiteX139" fmla="*/ 2796128 w 12192000"/>
              <a:gd name="connsiteY139" fmla="*/ 1976403 h 2237474"/>
              <a:gd name="connsiteX140" fmla="*/ 2756784 w 12192000"/>
              <a:gd name="connsiteY140" fmla="*/ 1985116 h 2237474"/>
              <a:gd name="connsiteX141" fmla="*/ 2748833 w 12192000"/>
              <a:gd name="connsiteY141" fmla="*/ 1986323 h 2237474"/>
              <a:gd name="connsiteX142" fmla="*/ 2748661 w 12192000"/>
              <a:gd name="connsiteY142" fmla="*/ 1986122 h 2237474"/>
              <a:gd name="connsiteX143" fmla="*/ 2740251 w 12192000"/>
              <a:gd name="connsiteY143" fmla="*/ 1986946 h 2237474"/>
              <a:gd name="connsiteX144" fmla="*/ 2718916 w 12192000"/>
              <a:gd name="connsiteY144" fmla="*/ 1990867 h 2237474"/>
              <a:gd name="connsiteX145" fmla="*/ 2713522 w 12192000"/>
              <a:gd name="connsiteY145" fmla="*/ 1990173 h 2237474"/>
              <a:gd name="connsiteX146" fmla="*/ 2680597 w 12192000"/>
              <a:gd name="connsiteY146" fmla="*/ 1984996 h 2237474"/>
              <a:gd name="connsiteX147" fmla="*/ 2578178 w 12192000"/>
              <a:gd name="connsiteY147" fmla="*/ 1990531 h 2237474"/>
              <a:gd name="connsiteX148" fmla="*/ 2476147 w 12192000"/>
              <a:gd name="connsiteY148" fmla="*/ 1998305 h 2237474"/>
              <a:gd name="connsiteX149" fmla="*/ 2373568 w 12192000"/>
              <a:gd name="connsiteY149" fmla="*/ 2003219 h 2237474"/>
              <a:gd name="connsiteX150" fmla="*/ 2321399 w 12192000"/>
              <a:gd name="connsiteY150" fmla="*/ 1989467 h 2237474"/>
              <a:gd name="connsiteX151" fmla="*/ 2315525 w 12192000"/>
              <a:gd name="connsiteY151" fmla="*/ 1989708 h 2237474"/>
              <a:gd name="connsiteX152" fmla="*/ 2300792 w 12192000"/>
              <a:gd name="connsiteY152" fmla="*/ 1994290 h 2237474"/>
              <a:gd name="connsiteX153" fmla="*/ 2295469 w 12192000"/>
              <a:gd name="connsiteY153" fmla="*/ 1996659 h 2237474"/>
              <a:gd name="connsiteX154" fmla="*/ 2287219 w 12192000"/>
              <a:gd name="connsiteY154" fmla="*/ 1998750 h 2237474"/>
              <a:gd name="connsiteX155" fmla="*/ 2286948 w 12192000"/>
              <a:gd name="connsiteY155" fmla="*/ 1998596 h 2237474"/>
              <a:gd name="connsiteX156" fmla="*/ 2243069 w 12192000"/>
              <a:gd name="connsiteY156" fmla="*/ 2015111 h 2237474"/>
              <a:gd name="connsiteX157" fmla="*/ 2186609 w 12192000"/>
              <a:gd name="connsiteY157" fmla="*/ 2008263 h 2237474"/>
              <a:gd name="connsiteX158" fmla="*/ 2164831 w 12192000"/>
              <a:gd name="connsiteY158" fmla="*/ 2010143 h 2237474"/>
              <a:gd name="connsiteX159" fmla="*/ 2152836 w 12192000"/>
              <a:gd name="connsiteY159" fmla="*/ 2010048 h 2237474"/>
              <a:gd name="connsiteX160" fmla="*/ 2117102 w 12192000"/>
              <a:gd name="connsiteY160" fmla="*/ 2023004 h 2237474"/>
              <a:gd name="connsiteX161" fmla="*/ 2111935 w 12192000"/>
              <a:gd name="connsiteY161" fmla="*/ 2023163 h 2237474"/>
              <a:gd name="connsiteX162" fmla="*/ 2089991 w 12192000"/>
              <a:gd name="connsiteY162" fmla="*/ 2034193 h 2237474"/>
              <a:gd name="connsiteX163" fmla="*/ 2058061 w 12192000"/>
              <a:gd name="connsiteY163" fmla="*/ 2047942 h 2237474"/>
              <a:gd name="connsiteX164" fmla="*/ 2055737 w 12192000"/>
              <a:gd name="connsiteY164" fmla="*/ 2047704 h 2237474"/>
              <a:gd name="connsiteX165" fmla="*/ 2042244 w 12192000"/>
              <a:gd name="connsiteY165" fmla="*/ 2055560 h 2237474"/>
              <a:gd name="connsiteX166" fmla="*/ 1976224 w 12192000"/>
              <a:gd name="connsiteY166" fmla="*/ 2074257 h 2237474"/>
              <a:gd name="connsiteX167" fmla="*/ 1877728 w 12192000"/>
              <a:gd name="connsiteY167" fmla="*/ 2101004 h 2237474"/>
              <a:gd name="connsiteX168" fmla="*/ 1759056 w 12192000"/>
              <a:gd name="connsiteY168" fmla="*/ 2125608 h 2237474"/>
              <a:gd name="connsiteX169" fmla="*/ 1637948 w 12192000"/>
              <a:gd name="connsiteY169" fmla="*/ 2172597 h 2237474"/>
              <a:gd name="connsiteX170" fmla="*/ 1434549 w 12192000"/>
              <a:gd name="connsiteY170" fmla="*/ 2234522 h 2237474"/>
              <a:gd name="connsiteX171" fmla="*/ 1398481 w 12192000"/>
              <a:gd name="connsiteY171" fmla="*/ 2237074 h 2237474"/>
              <a:gd name="connsiteX172" fmla="*/ 1398407 w 12192000"/>
              <a:gd name="connsiteY172" fmla="*/ 2237095 h 2237474"/>
              <a:gd name="connsiteX173" fmla="*/ 1370962 w 12192000"/>
              <a:gd name="connsiteY173" fmla="*/ 2237474 h 2237474"/>
              <a:gd name="connsiteX174" fmla="*/ 1356367 w 12192000"/>
              <a:gd name="connsiteY174" fmla="*/ 2235089 h 2237474"/>
              <a:gd name="connsiteX175" fmla="*/ 1324828 w 12192000"/>
              <a:gd name="connsiteY175" fmla="*/ 2231968 h 2237474"/>
              <a:gd name="connsiteX176" fmla="*/ 1297744 w 12192000"/>
              <a:gd name="connsiteY176" fmla="*/ 2235849 h 2237474"/>
              <a:gd name="connsiteX177" fmla="*/ 1286236 w 12192000"/>
              <a:gd name="connsiteY177" fmla="*/ 2233135 h 2237474"/>
              <a:gd name="connsiteX178" fmla="*/ 1283504 w 12192000"/>
              <a:gd name="connsiteY178" fmla="*/ 2233797 h 2237474"/>
              <a:gd name="connsiteX179" fmla="*/ 1279765 w 12192000"/>
              <a:gd name="connsiteY179" fmla="*/ 2229639 h 2237474"/>
              <a:gd name="connsiteX180" fmla="*/ 1195347 w 12192000"/>
              <a:gd name="connsiteY180" fmla="*/ 2212354 h 2237474"/>
              <a:gd name="connsiteX181" fmla="*/ 970251 w 12192000"/>
              <a:gd name="connsiteY181" fmla="*/ 2221029 h 2237474"/>
              <a:gd name="connsiteX182" fmla="*/ 812914 w 12192000"/>
              <a:gd name="connsiteY182" fmla="*/ 2202752 h 2237474"/>
              <a:gd name="connsiteX183" fmla="*/ 800195 w 12192000"/>
              <a:gd name="connsiteY183" fmla="*/ 2209407 h 2237474"/>
              <a:gd name="connsiteX184" fmla="*/ 784978 w 12192000"/>
              <a:gd name="connsiteY184" fmla="*/ 2212360 h 2237474"/>
              <a:gd name="connsiteX185" fmla="*/ 681987 w 12192000"/>
              <a:gd name="connsiteY185" fmla="*/ 2216757 h 2237474"/>
              <a:gd name="connsiteX186" fmla="*/ 669923 w 12192000"/>
              <a:gd name="connsiteY186" fmla="*/ 2211682 h 2237474"/>
              <a:gd name="connsiteX187" fmla="*/ 648680 w 12192000"/>
              <a:gd name="connsiteY187" fmla="*/ 2206229 h 2237474"/>
              <a:gd name="connsiteX188" fmla="*/ 597225 w 12192000"/>
              <a:gd name="connsiteY188" fmla="*/ 2180999 h 2237474"/>
              <a:gd name="connsiteX189" fmla="*/ 558449 w 12192000"/>
              <a:gd name="connsiteY189" fmla="*/ 2182346 h 2237474"/>
              <a:gd name="connsiteX190" fmla="*/ 550517 w 12192000"/>
              <a:gd name="connsiteY190" fmla="*/ 2182060 h 2237474"/>
              <a:gd name="connsiteX191" fmla="*/ 550309 w 12192000"/>
              <a:gd name="connsiteY191" fmla="*/ 2181825 h 2237474"/>
              <a:gd name="connsiteX192" fmla="*/ 541836 w 12192000"/>
              <a:gd name="connsiteY192" fmla="*/ 2181063 h 2237474"/>
              <a:gd name="connsiteX193" fmla="*/ 536057 w 12192000"/>
              <a:gd name="connsiteY193" fmla="*/ 2181537 h 2237474"/>
              <a:gd name="connsiteX194" fmla="*/ 520671 w 12192000"/>
              <a:gd name="connsiteY194" fmla="*/ 2180980 h 2237474"/>
              <a:gd name="connsiteX195" fmla="*/ 515024 w 12192000"/>
              <a:gd name="connsiteY195" fmla="*/ 2179258 h 2237474"/>
              <a:gd name="connsiteX196" fmla="*/ 512278 w 12192000"/>
              <a:gd name="connsiteY196" fmla="*/ 2176369 h 2237474"/>
              <a:gd name="connsiteX197" fmla="*/ 480419 w 12192000"/>
              <a:gd name="connsiteY197" fmla="*/ 2167807 h 2237474"/>
              <a:gd name="connsiteX198" fmla="*/ 413835 w 12192000"/>
              <a:gd name="connsiteY198" fmla="*/ 2156783 h 2237474"/>
              <a:gd name="connsiteX199" fmla="*/ 376513 w 12192000"/>
              <a:gd name="connsiteY199" fmla="*/ 2154014 h 2237474"/>
              <a:gd name="connsiteX200" fmla="*/ 273386 w 12192000"/>
              <a:gd name="connsiteY200" fmla="*/ 2142551 h 2237474"/>
              <a:gd name="connsiteX201" fmla="*/ 169207 w 12192000"/>
              <a:gd name="connsiteY201" fmla="*/ 2128100 h 2237474"/>
              <a:gd name="connsiteX202" fmla="*/ 93149 w 12192000"/>
              <a:gd name="connsiteY202" fmla="*/ 2105324 h 2237474"/>
              <a:gd name="connsiteX203" fmla="*/ 88109 w 12192000"/>
              <a:gd name="connsiteY203" fmla="*/ 2106704 h 2237474"/>
              <a:gd name="connsiteX204" fmla="*/ 80022 w 12192000"/>
              <a:gd name="connsiteY204" fmla="*/ 2107254 h 2237474"/>
              <a:gd name="connsiteX205" fmla="*/ 79717 w 12192000"/>
              <a:gd name="connsiteY205" fmla="*/ 2107046 h 2237474"/>
              <a:gd name="connsiteX206" fmla="*/ 72352 w 12192000"/>
              <a:gd name="connsiteY206" fmla="*/ 2107991 h 2237474"/>
              <a:gd name="connsiteX207" fmla="*/ 37645 w 12192000"/>
              <a:gd name="connsiteY207" fmla="*/ 2115401 h 2237474"/>
              <a:gd name="connsiteX208" fmla="*/ 4572 w 12192000"/>
              <a:gd name="connsiteY208" fmla="*/ 2111091 h 2237474"/>
              <a:gd name="connsiteX209" fmla="*/ 0 w 12192000"/>
              <a:gd name="connsiteY209" fmla="*/ 2110468 h 2237474"/>
              <a:gd name="connsiteX210" fmla="*/ 0 w 12192000"/>
              <a:gd name="connsiteY21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65605 w 12192000"/>
              <a:gd name="connsiteY46" fmla="*/ 1110791 h 2237474"/>
              <a:gd name="connsiteX47" fmla="*/ 8584946 w 12192000"/>
              <a:gd name="connsiteY47" fmla="*/ 1135226 h 2237474"/>
              <a:gd name="connsiteX48" fmla="*/ 8460755 w 12192000"/>
              <a:gd name="connsiteY48" fmla="*/ 1203427 h 2237474"/>
              <a:gd name="connsiteX49" fmla="*/ 8419755 w 12192000"/>
              <a:gd name="connsiteY49" fmla="*/ 1216260 h 2237474"/>
              <a:gd name="connsiteX50" fmla="*/ 8411626 w 12192000"/>
              <a:gd name="connsiteY50" fmla="*/ 1214397 h 2237474"/>
              <a:gd name="connsiteX51" fmla="*/ 8363469 w 12192000"/>
              <a:gd name="connsiteY51" fmla="*/ 1246658 h 2237474"/>
              <a:gd name="connsiteX52" fmla="*/ 8275497 w 12192000"/>
              <a:gd name="connsiteY52" fmla="*/ 1264396 h 2237474"/>
              <a:gd name="connsiteX53" fmla="*/ 8206287 w 12192000"/>
              <a:gd name="connsiteY53" fmla="*/ 1273060 h 2237474"/>
              <a:gd name="connsiteX54" fmla="*/ 8168705 w 12192000"/>
              <a:gd name="connsiteY54" fmla="*/ 1279956 h 2237474"/>
              <a:gd name="connsiteX55" fmla="*/ 8139997 w 12192000"/>
              <a:gd name="connsiteY55" fmla="*/ 1282713 h 2237474"/>
              <a:gd name="connsiteX56" fmla="*/ 8074238 w 12192000"/>
              <a:gd name="connsiteY56" fmla="*/ 1301895 h 2237474"/>
              <a:gd name="connsiteX57" fmla="*/ 7968292 w 12192000"/>
              <a:gd name="connsiteY57" fmla="*/ 1338779 h 2237474"/>
              <a:gd name="connsiteX58" fmla="*/ 7945122 w 12192000"/>
              <a:gd name="connsiteY58" fmla="*/ 1345477 h 2237474"/>
              <a:gd name="connsiteX59" fmla="*/ 7902328 w 12192000"/>
              <a:gd name="connsiteY59" fmla="*/ 1345865 h 2237474"/>
              <a:gd name="connsiteX60" fmla="*/ 7875879 w 12192000"/>
              <a:gd name="connsiteY60" fmla="*/ 1345646 h 2237474"/>
              <a:gd name="connsiteX61" fmla="*/ 7840612 w 12192000"/>
              <a:gd name="connsiteY61" fmla="*/ 1369373 h 2237474"/>
              <a:gd name="connsiteX62" fmla="*/ 7786819 w 12192000"/>
              <a:gd name="connsiteY62" fmla="*/ 1378970 h 2237474"/>
              <a:gd name="connsiteX63" fmla="*/ 7548172 w 12192000"/>
              <a:gd name="connsiteY63" fmla="*/ 1417460 h 2237474"/>
              <a:gd name="connsiteX64" fmla="*/ 7483437 w 12192000"/>
              <a:gd name="connsiteY64" fmla="*/ 1478152 h 2237474"/>
              <a:gd name="connsiteX65" fmla="*/ 7377870 w 12192000"/>
              <a:gd name="connsiteY65" fmla="*/ 1523319 h 2237474"/>
              <a:gd name="connsiteX66" fmla="*/ 7230737 w 12192000"/>
              <a:gd name="connsiteY66" fmla="*/ 1562633 h 2237474"/>
              <a:gd name="connsiteX67" fmla="*/ 7224458 w 12192000"/>
              <a:gd name="connsiteY67" fmla="*/ 1573008 h 2237474"/>
              <a:gd name="connsiteX68" fmla="*/ 7183121 w 12192000"/>
              <a:gd name="connsiteY68" fmla="*/ 1595162 h 2237474"/>
              <a:gd name="connsiteX69" fmla="*/ 7164601 w 12192000"/>
              <a:gd name="connsiteY69" fmla="*/ 1606490 h 2237474"/>
              <a:gd name="connsiteX70" fmla="*/ 7092727 w 12192000"/>
              <a:gd name="connsiteY70" fmla="*/ 1623628 h 2237474"/>
              <a:gd name="connsiteX71" fmla="*/ 7031309 w 12192000"/>
              <a:gd name="connsiteY71" fmla="*/ 1619451 h 2237474"/>
              <a:gd name="connsiteX72" fmla="*/ 6999084 w 12192000"/>
              <a:gd name="connsiteY72" fmla="*/ 1634317 h 2237474"/>
              <a:gd name="connsiteX73" fmla="*/ 6992107 w 12192000"/>
              <a:gd name="connsiteY73" fmla="*/ 1636860 h 2237474"/>
              <a:gd name="connsiteX74" fmla="*/ 6900177 w 12192000"/>
              <a:gd name="connsiteY74" fmla="*/ 1636016 h 2237474"/>
              <a:gd name="connsiteX75" fmla="*/ 6795372 w 12192000"/>
              <a:gd name="connsiteY75" fmla="*/ 1644845 h 2237474"/>
              <a:gd name="connsiteX76" fmla="*/ 6692251 w 12192000"/>
              <a:gd name="connsiteY76" fmla="*/ 1656357 h 2237474"/>
              <a:gd name="connsiteX77" fmla="*/ 6655235 w 12192000"/>
              <a:gd name="connsiteY77" fmla="*/ 1661869 h 2237474"/>
              <a:gd name="connsiteX78" fmla="*/ 6554894 w 12192000"/>
              <a:gd name="connsiteY78" fmla="*/ 1664428 h 2237474"/>
              <a:gd name="connsiteX79" fmla="*/ 6516595 w 12192000"/>
              <a:gd name="connsiteY79" fmla="*/ 1667475 h 2237474"/>
              <a:gd name="connsiteX80" fmla="*/ 6508541 w 12192000"/>
              <a:gd name="connsiteY80" fmla="*/ 1668757 h 2237474"/>
              <a:gd name="connsiteX81" fmla="*/ 6471012 w 12192000"/>
              <a:gd name="connsiteY81" fmla="*/ 1678604 h 2237474"/>
              <a:gd name="connsiteX82" fmla="*/ 6364035 w 12192000"/>
              <a:gd name="connsiteY82" fmla="*/ 1667683 h 2237474"/>
              <a:gd name="connsiteX83" fmla="*/ 6280959 w 12192000"/>
              <a:gd name="connsiteY83" fmla="*/ 1689329 h 2237474"/>
              <a:gd name="connsiteX84" fmla="*/ 6243319 w 12192000"/>
              <a:gd name="connsiteY84" fmla="*/ 1695560 h 2237474"/>
              <a:gd name="connsiteX85" fmla="*/ 6098321 w 12192000"/>
              <a:gd name="connsiteY85" fmla="*/ 1721646 h 2237474"/>
              <a:gd name="connsiteX86" fmla="*/ 5880652 w 12192000"/>
              <a:gd name="connsiteY86" fmla="*/ 1779643 h 2237474"/>
              <a:gd name="connsiteX87" fmla="*/ 5785959 w 12192000"/>
              <a:gd name="connsiteY87" fmla="*/ 1775307 h 2237474"/>
              <a:gd name="connsiteX88" fmla="*/ 5643534 w 12192000"/>
              <a:gd name="connsiteY88" fmla="*/ 1802919 h 2237474"/>
              <a:gd name="connsiteX89" fmla="*/ 5518799 w 12192000"/>
              <a:gd name="connsiteY89" fmla="*/ 1818312 h 2237474"/>
              <a:gd name="connsiteX90" fmla="*/ 5505014 w 12192000"/>
              <a:gd name="connsiteY90" fmla="*/ 1819259 h 2237474"/>
              <a:gd name="connsiteX91" fmla="*/ 5453307 w 12192000"/>
              <a:gd name="connsiteY91" fmla="*/ 1815450 h 2237474"/>
              <a:gd name="connsiteX92" fmla="*/ 5364192 w 12192000"/>
              <a:gd name="connsiteY92" fmla="*/ 1826074 h 2237474"/>
              <a:gd name="connsiteX93" fmla="*/ 5350380 w 12192000"/>
              <a:gd name="connsiteY93" fmla="*/ 1830891 h 2237474"/>
              <a:gd name="connsiteX94" fmla="*/ 5259633 w 12192000"/>
              <a:gd name="connsiteY94" fmla="*/ 1837160 h 2237474"/>
              <a:gd name="connsiteX95" fmla="*/ 5197513 w 12192000"/>
              <a:gd name="connsiteY95" fmla="*/ 1844718 h 2237474"/>
              <a:gd name="connsiteX96" fmla="*/ 5168852 w 12192000"/>
              <a:gd name="connsiteY96" fmla="*/ 1844846 h 2237474"/>
              <a:gd name="connsiteX97" fmla="*/ 5114927 w 12192000"/>
              <a:gd name="connsiteY97" fmla="*/ 1847827 h 2237474"/>
              <a:gd name="connsiteX98" fmla="*/ 5108970 w 12192000"/>
              <a:gd name="connsiteY98" fmla="*/ 1847935 h 2237474"/>
              <a:gd name="connsiteX99" fmla="*/ 5067961 w 12192000"/>
              <a:gd name="connsiteY99" fmla="*/ 1845917 h 2237474"/>
              <a:gd name="connsiteX100" fmla="*/ 5007075 w 12192000"/>
              <a:gd name="connsiteY100" fmla="*/ 1838626 h 2237474"/>
              <a:gd name="connsiteX101" fmla="*/ 4944087 w 12192000"/>
              <a:gd name="connsiteY101" fmla="*/ 1823332 h 2237474"/>
              <a:gd name="connsiteX102" fmla="*/ 4907662 w 12192000"/>
              <a:gd name="connsiteY102" fmla="*/ 1816900 h 2237474"/>
              <a:gd name="connsiteX103" fmla="*/ 4882386 w 12192000"/>
              <a:gd name="connsiteY103" fmla="*/ 1809844 h 2237474"/>
              <a:gd name="connsiteX104" fmla="*/ 4811440 w 12192000"/>
              <a:gd name="connsiteY104" fmla="*/ 1804655 h 2237474"/>
              <a:gd name="connsiteX105" fmla="*/ 4691075 w 12192000"/>
              <a:gd name="connsiteY105" fmla="*/ 1801389 h 2237474"/>
              <a:gd name="connsiteX106" fmla="*/ 4611738 w 12192000"/>
              <a:gd name="connsiteY106" fmla="*/ 1776964 h 2237474"/>
              <a:gd name="connsiteX107" fmla="*/ 4560070 w 12192000"/>
              <a:gd name="connsiteY107" fmla="*/ 1785640 h 2237474"/>
              <a:gd name="connsiteX108" fmla="*/ 4536503 w 12192000"/>
              <a:gd name="connsiteY108" fmla="*/ 1785334 h 2237474"/>
              <a:gd name="connsiteX109" fmla="*/ 4513724 w 12192000"/>
              <a:gd name="connsiteY109" fmla="*/ 1791996 h 2237474"/>
              <a:gd name="connsiteX110" fmla="*/ 4459810 w 12192000"/>
              <a:gd name="connsiteY110" fmla="*/ 1797886 h 2237474"/>
              <a:gd name="connsiteX111" fmla="*/ 4379064 w 12192000"/>
              <a:gd name="connsiteY111" fmla="*/ 1817177 h 2237474"/>
              <a:gd name="connsiteX112" fmla="*/ 4319209 w 12192000"/>
              <a:gd name="connsiteY112" fmla="*/ 1834833 h 2237474"/>
              <a:gd name="connsiteX113" fmla="*/ 4290981 w 12192000"/>
              <a:gd name="connsiteY113" fmla="*/ 1839677 h 2237474"/>
              <a:gd name="connsiteX114" fmla="*/ 4285792 w 12192000"/>
              <a:gd name="connsiteY114" fmla="*/ 1836231 h 2237474"/>
              <a:gd name="connsiteX115" fmla="*/ 4238372 w 12192000"/>
              <a:gd name="connsiteY115" fmla="*/ 1851480 h 2237474"/>
              <a:gd name="connsiteX116" fmla="*/ 4232517 w 12192000"/>
              <a:gd name="connsiteY116" fmla="*/ 1852567 h 2237474"/>
              <a:gd name="connsiteX117" fmla="*/ 4191732 w 12192000"/>
              <a:gd name="connsiteY117" fmla="*/ 1857328 h 2237474"/>
              <a:gd name="connsiteX118" fmla="*/ 4065532 w 12192000"/>
              <a:gd name="connsiteY118" fmla="*/ 1855477 h 2237474"/>
              <a:gd name="connsiteX119" fmla="*/ 4028460 w 12192000"/>
              <a:gd name="connsiteY119" fmla="*/ 1855137 h 2237474"/>
              <a:gd name="connsiteX120" fmla="*/ 4002267 w 12192000"/>
              <a:gd name="connsiteY120" fmla="*/ 1852352 h 2237474"/>
              <a:gd name="connsiteX121" fmla="*/ 3931396 w 12192000"/>
              <a:gd name="connsiteY121" fmla="*/ 1858915 h 2237474"/>
              <a:gd name="connsiteX122" fmla="*/ 3812162 w 12192000"/>
              <a:gd name="connsiteY122" fmla="*/ 1875501 h 2237474"/>
              <a:gd name="connsiteX123" fmla="*/ 3729530 w 12192000"/>
              <a:gd name="connsiteY123" fmla="*/ 1864513 h 2237474"/>
              <a:gd name="connsiteX124" fmla="*/ 3680177 w 12192000"/>
              <a:gd name="connsiteY124" fmla="*/ 1881552 h 2237474"/>
              <a:gd name="connsiteX125" fmla="*/ 3567259 w 12192000"/>
              <a:gd name="connsiteY125" fmla="*/ 1893482 h 2237474"/>
              <a:gd name="connsiteX126" fmla="*/ 3405770 w 12192000"/>
              <a:gd name="connsiteY126" fmla="*/ 1904591 h 2237474"/>
              <a:gd name="connsiteX127" fmla="*/ 3280097 w 12192000"/>
              <a:gd name="connsiteY127" fmla="*/ 1919610 h 2237474"/>
              <a:gd name="connsiteX128" fmla="*/ 3123424 w 12192000"/>
              <a:gd name="connsiteY128" fmla="*/ 1952930 h 2237474"/>
              <a:gd name="connsiteX129" fmla="*/ 3009910 w 12192000"/>
              <a:gd name="connsiteY129" fmla="*/ 1957866 h 2237474"/>
              <a:gd name="connsiteX130" fmla="*/ 2995934 w 12192000"/>
              <a:gd name="connsiteY130" fmla="*/ 1967085 h 2237474"/>
              <a:gd name="connsiteX131" fmla="*/ 2980071 w 12192000"/>
              <a:gd name="connsiteY131" fmla="*/ 1972988 h 2237474"/>
              <a:gd name="connsiteX132" fmla="*/ 2978094 w 12192000"/>
              <a:gd name="connsiteY132" fmla="*/ 1972369 h 2237474"/>
              <a:gd name="connsiteX133" fmla="*/ 2942858 w 12192000"/>
              <a:gd name="connsiteY133" fmla="*/ 1981367 h 2237474"/>
              <a:gd name="connsiteX134" fmla="*/ 2875436 w 12192000"/>
              <a:gd name="connsiteY134" fmla="*/ 1996977 h 2237474"/>
              <a:gd name="connsiteX135" fmla="*/ 2874892 w 12192000"/>
              <a:gd name="connsiteY135" fmla="*/ 1996085 h 2237474"/>
              <a:gd name="connsiteX136" fmla="*/ 2864145 w 12192000"/>
              <a:gd name="connsiteY136" fmla="*/ 1994061 h 2237474"/>
              <a:gd name="connsiteX137" fmla="*/ 2843662 w 12192000"/>
              <a:gd name="connsiteY137" fmla="*/ 1992498 h 2237474"/>
              <a:gd name="connsiteX138" fmla="*/ 2796128 w 12192000"/>
              <a:gd name="connsiteY138" fmla="*/ 1976403 h 2237474"/>
              <a:gd name="connsiteX139" fmla="*/ 2756784 w 12192000"/>
              <a:gd name="connsiteY139" fmla="*/ 1985116 h 2237474"/>
              <a:gd name="connsiteX140" fmla="*/ 2748833 w 12192000"/>
              <a:gd name="connsiteY140" fmla="*/ 1986323 h 2237474"/>
              <a:gd name="connsiteX141" fmla="*/ 2748661 w 12192000"/>
              <a:gd name="connsiteY141" fmla="*/ 1986122 h 2237474"/>
              <a:gd name="connsiteX142" fmla="*/ 2740251 w 12192000"/>
              <a:gd name="connsiteY142" fmla="*/ 1986946 h 2237474"/>
              <a:gd name="connsiteX143" fmla="*/ 2718916 w 12192000"/>
              <a:gd name="connsiteY143" fmla="*/ 1990867 h 2237474"/>
              <a:gd name="connsiteX144" fmla="*/ 2713522 w 12192000"/>
              <a:gd name="connsiteY144" fmla="*/ 1990173 h 2237474"/>
              <a:gd name="connsiteX145" fmla="*/ 2680597 w 12192000"/>
              <a:gd name="connsiteY145" fmla="*/ 1984996 h 2237474"/>
              <a:gd name="connsiteX146" fmla="*/ 2578178 w 12192000"/>
              <a:gd name="connsiteY146" fmla="*/ 1990531 h 2237474"/>
              <a:gd name="connsiteX147" fmla="*/ 2476147 w 12192000"/>
              <a:gd name="connsiteY147" fmla="*/ 1998305 h 2237474"/>
              <a:gd name="connsiteX148" fmla="*/ 2373568 w 12192000"/>
              <a:gd name="connsiteY148" fmla="*/ 2003219 h 2237474"/>
              <a:gd name="connsiteX149" fmla="*/ 2321399 w 12192000"/>
              <a:gd name="connsiteY149" fmla="*/ 1989467 h 2237474"/>
              <a:gd name="connsiteX150" fmla="*/ 2315525 w 12192000"/>
              <a:gd name="connsiteY150" fmla="*/ 1989708 h 2237474"/>
              <a:gd name="connsiteX151" fmla="*/ 2300792 w 12192000"/>
              <a:gd name="connsiteY151" fmla="*/ 1994290 h 2237474"/>
              <a:gd name="connsiteX152" fmla="*/ 2295469 w 12192000"/>
              <a:gd name="connsiteY152" fmla="*/ 1996659 h 2237474"/>
              <a:gd name="connsiteX153" fmla="*/ 2287219 w 12192000"/>
              <a:gd name="connsiteY153" fmla="*/ 1998750 h 2237474"/>
              <a:gd name="connsiteX154" fmla="*/ 2286948 w 12192000"/>
              <a:gd name="connsiteY154" fmla="*/ 1998596 h 2237474"/>
              <a:gd name="connsiteX155" fmla="*/ 2243069 w 12192000"/>
              <a:gd name="connsiteY155" fmla="*/ 2015111 h 2237474"/>
              <a:gd name="connsiteX156" fmla="*/ 2186609 w 12192000"/>
              <a:gd name="connsiteY156" fmla="*/ 2008263 h 2237474"/>
              <a:gd name="connsiteX157" fmla="*/ 2164831 w 12192000"/>
              <a:gd name="connsiteY157" fmla="*/ 2010143 h 2237474"/>
              <a:gd name="connsiteX158" fmla="*/ 2152836 w 12192000"/>
              <a:gd name="connsiteY158" fmla="*/ 2010048 h 2237474"/>
              <a:gd name="connsiteX159" fmla="*/ 2117102 w 12192000"/>
              <a:gd name="connsiteY159" fmla="*/ 2023004 h 2237474"/>
              <a:gd name="connsiteX160" fmla="*/ 2111935 w 12192000"/>
              <a:gd name="connsiteY160" fmla="*/ 2023163 h 2237474"/>
              <a:gd name="connsiteX161" fmla="*/ 2089991 w 12192000"/>
              <a:gd name="connsiteY161" fmla="*/ 2034193 h 2237474"/>
              <a:gd name="connsiteX162" fmla="*/ 2058061 w 12192000"/>
              <a:gd name="connsiteY162" fmla="*/ 2047942 h 2237474"/>
              <a:gd name="connsiteX163" fmla="*/ 2055737 w 12192000"/>
              <a:gd name="connsiteY163" fmla="*/ 2047704 h 2237474"/>
              <a:gd name="connsiteX164" fmla="*/ 2042244 w 12192000"/>
              <a:gd name="connsiteY164" fmla="*/ 2055560 h 2237474"/>
              <a:gd name="connsiteX165" fmla="*/ 1976224 w 12192000"/>
              <a:gd name="connsiteY165" fmla="*/ 2074257 h 2237474"/>
              <a:gd name="connsiteX166" fmla="*/ 1877728 w 12192000"/>
              <a:gd name="connsiteY166" fmla="*/ 2101004 h 2237474"/>
              <a:gd name="connsiteX167" fmla="*/ 1759056 w 12192000"/>
              <a:gd name="connsiteY167" fmla="*/ 2125608 h 2237474"/>
              <a:gd name="connsiteX168" fmla="*/ 1637948 w 12192000"/>
              <a:gd name="connsiteY168" fmla="*/ 2172597 h 2237474"/>
              <a:gd name="connsiteX169" fmla="*/ 1434549 w 12192000"/>
              <a:gd name="connsiteY169" fmla="*/ 2234522 h 2237474"/>
              <a:gd name="connsiteX170" fmla="*/ 1398481 w 12192000"/>
              <a:gd name="connsiteY170" fmla="*/ 2237074 h 2237474"/>
              <a:gd name="connsiteX171" fmla="*/ 1398407 w 12192000"/>
              <a:gd name="connsiteY171" fmla="*/ 2237095 h 2237474"/>
              <a:gd name="connsiteX172" fmla="*/ 1370962 w 12192000"/>
              <a:gd name="connsiteY172" fmla="*/ 2237474 h 2237474"/>
              <a:gd name="connsiteX173" fmla="*/ 1356367 w 12192000"/>
              <a:gd name="connsiteY173" fmla="*/ 2235089 h 2237474"/>
              <a:gd name="connsiteX174" fmla="*/ 1324828 w 12192000"/>
              <a:gd name="connsiteY174" fmla="*/ 2231968 h 2237474"/>
              <a:gd name="connsiteX175" fmla="*/ 1297744 w 12192000"/>
              <a:gd name="connsiteY175" fmla="*/ 2235849 h 2237474"/>
              <a:gd name="connsiteX176" fmla="*/ 1286236 w 12192000"/>
              <a:gd name="connsiteY176" fmla="*/ 2233135 h 2237474"/>
              <a:gd name="connsiteX177" fmla="*/ 1283504 w 12192000"/>
              <a:gd name="connsiteY177" fmla="*/ 2233797 h 2237474"/>
              <a:gd name="connsiteX178" fmla="*/ 1279765 w 12192000"/>
              <a:gd name="connsiteY178" fmla="*/ 2229639 h 2237474"/>
              <a:gd name="connsiteX179" fmla="*/ 1195347 w 12192000"/>
              <a:gd name="connsiteY179" fmla="*/ 2212354 h 2237474"/>
              <a:gd name="connsiteX180" fmla="*/ 970251 w 12192000"/>
              <a:gd name="connsiteY180" fmla="*/ 2221029 h 2237474"/>
              <a:gd name="connsiteX181" fmla="*/ 812914 w 12192000"/>
              <a:gd name="connsiteY181" fmla="*/ 2202752 h 2237474"/>
              <a:gd name="connsiteX182" fmla="*/ 800195 w 12192000"/>
              <a:gd name="connsiteY182" fmla="*/ 2209407 h 2237474"/>
              <a:gd name="connsiteX183" fmla="*/ 784978 w 12192000"/>
              <a:gd name="connsiteY183" fmla="*/ 2212360 h 2237474"/>
              <a:gd name="connsiteX184" fmla="*/ 681987 w 12192000"/>
              <a:gd name="connsiteY184" fmla="*/ 2216757 h 2237474"/>
              <a:gd name="connsiteX185" fmla="*/ 669923 w 12192000"/>
              <a:gd name="connsiteY185" fmla="*/ 2211682 h 2237474"/>
              <a:gd name="connsiteX186" fmla="*/ 648680 w 12192000"/>
              <a:gd name="connsiteY186" fmla="*/ 2206229 h 2237474"/>
              <a:gd name="connsiteX187" fmla="*/ 597225 w 12192000"/>
              <a:gd name="connsiteY187" fmla="*/ 2180999 h 2237474"/>
              <a:gd name="connsiteX188" fmla="*/ 558449 w 12192000"/>
              <a:gd name="connsiteY188" fmla="*/ 2182346 h 2237474"/>
              <a:gd name="connsiteX189" fmla="*/ 550517 w 12192000"/>
              <a:gd name="connsiteY189" fmla="*/ 2182060 h 2237474"/>
              <a:gd name="connsiteX190" fmla="*/ 550309 w 12192000"/>
              <a:gd name="connsiteY190" fmla="*/ 2181825 h 2237474"/>
              <a:gd name="connsiteX191" fmla="*/ 541836 w 12192000"/>
              <a:gd name="connsiteY191" fmla="*/ 2181063 h 2237474"/>
              <a:gd name="connsiteX192" fmla="*/ 536057 w 12192000"/>
              <a:gd name="connsiteY192" fmla="*/ 2181537 h 2237474"/>
              <a:gd name="connsiteX193" fmla="*/ 520671 w 12192000"/>
              <a:gd name="connsiteY193" fmla="*/ 2180980 h 2237474"/>
              <a:gd name="connsiteX194" fmla="*/ 515024 w 12192000"/>
              <a:gd name="connsiteY194" fmla="*/ 2179258 h 2237474"/>
              <a:gd name="connsiteX195" fmla="*/ 512278 w 12192000"/>
              <a:gd name="connsiteY195" fmla="*/ 2176369 h 2237474"/>
              <a:gd name="connsiteX196" fmla="*/ 480419 w 12192000"/>
              <a:gd name="connsiteY196" fmla="*/ 2167807 h 2237474"/>
              <a:gd name="connsiteX197" fmla="*/ 413835 w 12192000"/>
              <a:gd name="connsiteY197" fmla="*/ 2156783 h 2237474"/>
              <a:gd name="connsiteX198" fmla="*/ 376513 w 12192000"/>
              <a:gd name="connsiteY198" fmla="*/ 2154014 h 2237474"/>
              <a:gd name="connsiteX199" fmla="*/ 273386 w 12192000"/>
              <a:gd name="connsiteY199" fmla="*/ 2142551 h 2237474"/>
              <a:gd name="connsiteX200" fmla="*/ 169207 w 12192000"/>
              <a:gd name="connsiteY200" fmla="*/ 2128100 h 2237474"/>
              <a:gd name="connsiteX201" fmla="*/ 93149 w 12192000"/>
              <a:gd name="connsiteY201" fmla="*/ 2105324 h 2237474"/>
              <a:gd name="connsiteX202" fmla="*/ 88109 w 12192000"/>
              <a:gd name="connsiteY202" fmla="*/ 2106704 h 2237474"/>
              <a:gd name="connsiteX203" fmla="*/ 80022 w 12192000"/>
              <a:gd name="connsiteY203" fmla="*/ 2107254 h 2237474"/>
              <a:gd name="connsiteX204" fmla="*/ 79717 w 12192000"/>
              <a:gd name="connsiteY204" fmla="*/ 2107046 h 2237474"/>
              <a:gd name="connsiteX205" fmla="*/ 72352 w 12192000"/>
              <a:gd name="connsiteY205" fmla="*/ 2107991 h 2237474"/>
              <a:gd name="connsiteX206" fmla="*/ 37645 w 12192000"/>
              <a:gd name="connsiteY206" fmla="*/ 2115401 h 2237474"/>
              <a:gd name="connsiteX207" fmla="*/ 4572 w 12192000"/>
              <a:gd name="connsiteY207" fmla="*/ 2111091 h 2237474"/>
              <a:gd name="connsiteX208" fmla="*/ 0 w 12192000"/>
              <a:gd name="connsiteY208" fmla="*/ 2110468 h 2237474"/>
              <a:gd name="connsiteX209" fmla="*/ 0 w 12192000"/>
              <a:gd name="connsiteY20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65605 w 12192000"/>
              <a:gd name="connsiteY46" fmla="*/ 1110791 h 2237474"/>
              <a:gd name="connsiteX47" fmla="*/ 8584946 w 12192000"/>
              <a:gd name="connsiteY47" fmla="*/ 1135226 h 2237474"/>
              <a:gd name="connsiteX48" fmla="*/ 8460755 w 12192000"/>
              <a:gd name="connsiteY48" fmla="*/ 1203427 h 2237474"/>
              <a:gd name="connsiteX49" fmla="*/ 8419755 w 12192000"/>
              <a:gd name="connsiteY49" fmla="*/ 1216260 h 2237474"/>
              <a:gd name="connsiteX50" fmla="*/ 8411626 w 12192000"/>
              <a:gd name="connsiteY50" fmla="*/ 1214397 h 2237474"/>
              <a:gd name="connsiteX51" fmla="*/ 8363469 w 12192000"/>
              <a:gd name="connsiteY51" fmla="*/ 1246658 h 2237474"/>
              <a:gd name="connsiteX52" fmla="*/ 8275497 w 12192000"/>
              <a:gd name="connsiteY52" fmla="*/ 1264396 h 2237474"/>
              <a:gd name="connsiteX53" fmla="*/ 8206287 w 12192000"/>
              <a:gd name="connsiteY53" fmla="*/ 1273060 h 2237474"/>
              <a:gd name="connsiteX54" fmla="*/ 8168705 w 12192000"/>
              <a:gd name="connsiteY54" fmla="*/ 1279956 h 2237474"/>
              <a:gd name="connsiteX55" fmla="*/ 8139997 w 12192000"/>
              <a:gd name="connsiteY55" fmla="*/ 1282713 h 2237474"/>
              <a:gd name="connsiteX56" fmla="*/ 8074238 w 12192000"/>
              <a:gd name="connsiteY56" fmla="*/ 1301895 h 2237474"/>
              <a:gd name="connsiteX57" fmla="*/ 7968292 w 12192000"/>
              <a:gd name="connsiteY57" fmla="*/ 1338779 h 2237474"/>
              <a:gd name="connsiteX58" fmla="*/ 7902328 w 12192000"/>
              <a:gd name="connsiteY58" fmla="*/ 1345865 h 2237474"/>
              <a:gd name="connsiteX59" fmla="*/ 7875879 w 12192000"/>
              <a:gd name="connsiteY59" fmla="*/ 1345646 h 2237474"/>
              <a:gd name="connsiteX60" fmla="*/ 7840612 w 12192000"/>
              <a:gd name="connsiteY60" fmla="*/ 1369373 h 2237474"/>
              <a:gd name="connsiteX61" fmla="*/ 7786819 w 12192000"/>
              <a:gd name="connsiteY61" fmla="*/ 1378970 h 2237474"/>
              <a:gd name="connsiteX62" fmla="*/ 7548172 w 12192000"/>
              <a:gd name="connsiteY62" fmla="*/ 1417460 h 2237474"/>
              <a:gd name="connsiteX63" fmla="*/ 7483437 w 12192000"/>
              <a:gd name="connsiteY63" fmla="*/ 1478152 h 2237474"/>
              <a:gd name="connsiteX64" fmla="*/ 7377870 w 12192000"/>
              <a:gd name="connsiteY64" fmla="*/ 1523319 h 2237474"/>
              <a:gd name="connsiteX65" fmla="*/ 7230737 w 12192000"/>
              <a:gd name="connsiteY65" fmla="*/ 1562633 h 2237474"/>
              <a:gd name="connsiteX66" fmla="*/ 7224458 w 12192000"/>
              <a:gd name="connsiteY66" fmla="*/ 1573008 h 2237474"/>
              <a:gd name="connsiteX67" fmla="*/ 7183121 w 12192000"/>
              <a:gd name="connsiteY67" fmla="*/ 1595162 h 2237474"/>
              <a:gd name="connsiteX68" fmla="*/ 7164601 w 12192000"/>
              <a:gd name="connsiteY68" fmla="*/ 1606490 h 2237474"/>
              <a:gd name="connsiteX69" fmla="*/ 7092727 w 12192000"/>
              <a:gd name="connsiteY69" fmla="*/ 1623628 h 2237474"/>
              <a:gd name="connsiteX70" fmla="*/ 7031309 w 12192000"/>
              <a:gd name="connsiteY70" fmla="*/ 1619451 h 2237474"/>
              <a:gd name="connsiteX71" fmla="*/ 6999084 w 12192000"/>
              <a:gd name="connsiteY71" fmla="*/ 1634317 h 2237474"/>
              <a:gd name="connsiteX72" fmla="*/ 6992107 w 12192000"/>
              <a:gd name="connsiteY72" fmla="*/ 1636860 h 2237474"/>
              <a:gd name="connsiteX73" fmla="*/ 6900177 w 12192000"/>
              <a:gd name="connsiteY73" fmla="*/ 1636016 h 2237474"/>
              <a:gd name="connsiteX74" fmla="*/ 6795372 w 12192000"/>
              <a:gd name="connsiteY74" fmla="*/ 1644845 h 2237474"/>
              <a:gd name="connsiteX75" fmla="*/ 6692251 w 12192000"/>
              <a:gd name="connsiteY75" fmla="*/ 1656357 h 2237474"/>
              <a:gd name="connsiteX76" fmla="*/ 6655235 w 12192000"/>
              <a:gd name="connsiteY76" fmla="*/ 1661869 h 2237474"/>
              <a:gd name="connsiteX77" fmla="*/ 6554894 w 12192000"/>
              <a:gd name="connsiteY77" fmla="*/ 1664428 h 2237474"/>
              <a:gd name="connsiteX78" fmla="*/ 6516595 w 12192000"/>
              <a:gd name="connsiteY78" fmla="*/ 1667475 h 2237474"/>
              <a:gd name="connsiteX79" fmla="*/ 6508541 w 12192000"/>
              <a:gd name="connsiteY79" fmla="*/ 1668757 h 2237474"/>
              <a:gd name="connsiteX80" fmla="*/ 6471012 w 12192000"/>
              <a:gd name="connsiteY80" fmla="*/ 1678604 h 2237474"/>
              <a:gd name="connsiteX81" fmla="*/ 6364035 w 12192000"/>
              <a:gd name="connsiteY81" fmla="*/ 1667683 h 2237474"/>
              <a:gd name="connsiteX82" fmla="*/ 6280959 w 12192000"/>
              <a:gd name="connsiteY82" fmla="*/ 1689329 h 2237474"/>
              <a:gd name="connsiteX83" fmla="*/ 6243319 w 12192000"/>
              <a:gd name="connsiteY83" fmla="*/ 1695560 h 2237474"/>
              <a:gd name="connsiteX84" fmla="*/ 6098321 w 12192000"/>
              <a:gd name="connsiteY84" fmla="*/ 1721646 h 2237474"/>
              <a:gd name="connsiteX85" fmla="*/ 5880652 w 12192000"/>
              <a:gd name="connsiteY85" fmla="*/ 1779643 h 2237474"/>
              <a:gd name="connsiteX86" fmla="*/ 5785959 w 12192000"/>
              <a:gd name="connsiteY86" fmla="*/ 1775307 h 2237474"/>
              <a:gd name="connsiteX87" fmla="*/ 5643534 w 12192000"/>
              <a:gd name="connsiteY87" fmla="*/ 1802919 h 2237474"/>
              <a:gd name="connsiteX88" fmla="*/ 5518799 w 12192000"/>
              <a:gd name="connsiteY88" fmla="*/ 1818312 h 2237474"/>
              <a:gd name="connsiteX89" fmla="*/ 5505014 w 12192000"/>
              <a:gd name="connsiteY89" fmla="*/ 1819259 h 2237474"/>
              <a:gd name="connsiteX90" fmla="*/ 5453307 w 12192000"/>
              <a:gd name="connsiteY90" fmla="*/ 1815450 h 2237474"/>
              <a:gd name="connsiteX91" fmla="*/ 5364192 w 12192000"/>
              <a:gd name="connsiteY91" fmla="*/ 1826074 h 2237474"/>
              <a:gd name="connsiteX92" fmla="*/ 5350380 w 12192000"/>
              <a:gd name="connsiteY92" fmla="*/ 1830891 h 2237474"/>
              <a:gd name="connsiteX93" fmla="*/ 5259633 w 12192000"/>
              <a:gd name="connsiteY93" fmla="*/ 1837160 h 2237474"/>
              <a:gd name="connsiteX94" fmla="*/ 5197513 w 12192000"/>
              <a:gd name="connsiteY94" fmla="*/ 1844718 h 2237474"/>
              <a:gd name="connsiteX95" fmla="*/ 5168852 w 12192000"/>
              <a:gd name="connsiteY95" fmla="*/ 1844846 h 2237474"/>
              <a:gd name="connsiteX96" fmla="*/ 5114927 w 12192000"/>
              <a:gd name="connsiteY96" fmla="*/ 1847827 h 2237474"/>
              <a:gd name="connsiteX97" fmla="*/ 5108970 w 12192000"/>
              <a:gd name="connsiteY97" fmla="*/ 1847935 h 2237474"/>
              <a:gd name="connsiteX98" fmla="*/ 5067961 w 12192000"/>
              <a:gd name="connsiteY98" fmla="*/ 1845917 h 2237474"/>
              <a:gd name="connsiteX99" fmla="*/ 5007075 w 12192000"/>
              <a:gd name="connsiteY99" fmla="*/ 1838626 h 2237474"/>
              <a:gd name="connsiteX100" fmla="*/ 4944087 w 12192000"/>
              <a:gd name="connsiteY100" fmla="*/ 1823332 h 2237474"/>
              <a:gd name="connsiteX101" fmla="*/ 4907662 w 12192000"/>
              <a:gd name="connsiteY101" fmla="*/ 1816900 h 2237474"/>
              <a:gd name="connsiteX102" fmla="*/ 4882386 w 12192000"/>
              <a:gd name="connsiteY102" fmla="*/ 1809844 h 2237474"/>
              <a:gd name="connsiteX103" fmla="*/ 4811440 w 12192000"/>
              <a:gd name="connsiteY103" fmla="*/ 1804655 h 2237474"/>
              <a:gd name="connsiteX104" fmla="*/ 4691075 w 12192000"/>
              <a:gd name="connsiteY104" fmla="*/ 1801389 h 2237474"/>
              <a:gd name="connsiteX105" fmla="*/ 4611738 w 12192000"/>
              <a:gd name="connsiteY105" fmla="*/ 1776964 h 2237474"/>
              <a:gd name="connsiteX106" fmla="*/ 4560070 w 12192000"/>
              <a:gd name="connsiteY106" fmla="*/ 1785640 h 2237474"/>
              <a:gd name="connsiteX107" fmla="*/ 4536503 w 12192000"/>
              <a:gd name="connsiteY107" fmla="*/ 1785334 h 2237474"/>
              <a:gd name="connsiteX108" fmla="*/ 4513724 w 12192000"/>
              <a:gd name="connsiteY108" fmla="*/ 1791996 h 2237474"/>
              <a:gd name="connsiteX109" fmla="*/ 4459810 w 12192000"/>
              <a:gd name="connsiteY109" fmla="*/ 1797886 h 2237474"/>
              <a:gd name="connsiteX110" fmla="*/ 4379064 w 12192000"/>
              <a:gd name="connsiteY110" fmla="*/ 1817177 h 2237474"/>
              <a:gd name="connsiteX111" fmla="*/ 4319209 w 12192000"/>
              <a:gd name="connsiteY111" fmla="*/ 1834833 h 2237474"/>
              <a:gd name="connsiteX112" fmla="*/ 4290981 w 12192000"/>
              <a:gd name="connsiteY112" fmla="*/ 1839677 h 2237474"/>
              <a:gd name="connsiteX113" fmla="*/ 4285792 w 12192000"/>
              <a:gd name="connsiteY113" fmla="*/ 1836231 h 2237474"/>
              <a:gd name="connsiteX114" fmla="*/ 4238372 w 12192000"/>
              <a:gd name="connsiteY114" fmla="*/ 1851480 h 2237474"/>
              <a:gd name="connsiteX115" fmla="*/ 4232517 w 12192000"/>
              <a:gd name="connsiteY115" fmla="*/ 1852567 h 2237474"/>
              <a:gd name="connsiteX116" fmla="*/ 4191732 w 12192000"/>
              <a:gd name="connsiteY116" fmla="*/ 1857328 h 2237474"/>
              <a:gd name="connsiteX117" fmla="*/ 4065532 w 12192000"/>
              <a:gd name="connsiteY117" fmla="*/ 1855477 h 2237474"/>
              <a:gd name="connsiteX118" fmla="*/ 4028460 w 12192000"/>
              <a:gd name="connsiteY118" fmla="*/ 1855137 h 2237474"/>
              <a:gd name="connsiteX119" fmla="*/ 4002267 w 12192000"/>
              <a:gd name="connsiteY119" fmla="*/ 1852352 h 2237474"/>
              <a:gd name="connsiteX120" fmla="*/ 3931396 w 12192000"/>
              <a:gd name="connsiteY120" fmla="*/ 1858915 h 2237474"/>
              <a:gd name="connsiteX121" fmla="*/ 3812162 w 12192000"/>
              <a:gd name="connsiteY121" fmla="*/ 1875501 h 2237474"/>
              <a:gd name="connsiteX122" fmla="*/ 3729530 w 12192000"/>
              <a:gd name="connsiteY122" fmla="*/ 1864513 h 2237474"/>
              <a:gd name="connsiteX123" fmla="*/ 3680177 w 12192000"/>
              <a:gd name="connsiteY123" fmla="*/ 1881552 h 2237474"/>
              <a:gd name="connsiteX124" fmla="*/ 3567259 w 12192000"/>
              <a:gd name="connsiteY124" fmla="*/ 1893482 h 2237474"/>
              <a:gd name="connsiteX125" fmla="*/ 3405770 w 12192000"/>
              <a:gd name="connsiteY125" fmla="*/ 1904591 h 2237474"/>
              <a:gd name="connsiteX126" fmla="*/ 3280097 w 12192000"/>
              <a:gd name="connsiteY126" fmla="*/ 1919610 h 2237474"/>
              <a:gd name="connsiteX127" fmla="*/ 3123424 w 12192000"/>
              <a:gd name="connsiteY127" fmla="*/ 1952930 h 2237474"/>
              <a:gd name="connsiteX128" fmla="*/ 3009910 w 12192000"/>
              <a:gd name="connsiteY128" fmla="*/ 1957866 h 2237474"/>
              <a:gd name="connsiteX129" fmla="*/ 2995934 w 12192000"/>
              <a:gd name="connsiteY129" fmla="*/ 1967085 h 2237474"/>
              <a:gd name="connsiteX130" fmla="*/ 2980071 w 12192000"/>
              <a:gd name="connsiteY130" fmla="*/ 1972988 h 2237474"/>
              <a:gd name="connsiteX131" fmla="*/ 2978094 w 12192000"/>
              <a:gd name="connsiteY131" fmla="*/ 1972369 h 2237474"/>
              <a:gd name="connsiteX132" fmla="*/ 2942858 w 12192000"/>
              <a:gd name="connsiteY132" fmla="*/ 1981367 h 2237474"/>
              <a:gd name="connsiteX133" fmla="*/ 2875436 w 12192000"/>
              <a:gd name="connsiteY133" fmla="*/ 1996977 h 2237474"/>
              <a:gd name="connsiteX134" fmla="*/ 2874892 w 12192000"/>
              <a:gd name="connsiteY134" fmla="*/ 1996085 h 2237474"/>
              <a:gd name="connsiteX135" fmla="*/ 2864145 w 12192000"/>
              <a:gd name="connsiteY135" fmla="*/ 1994061 h 2237474"/>
              <a:gd name="connsiteX136" fmla="*/ 2843662 w 12192000"/>
              <a:gd name="connsiteY136" fmla="*/ 1992498 h 2237474"/>
              <a:gd name="connsiteX137" fmla="*/ 2796128 w 12192000"/>
              <a:gd name="connsiteY137" fmla="*/ 1976403 h 2237474"/>
              <a:gd name="connsiteX138" fmla="*/ 2756784 w 12192000"/>
              <a:gd name="connsiteY138" fmla="*/ 1985116 h 2237474"/>
              <a:gd name="connsiteX139" fmla="*/ 2748833 w 12192000"/>
              <a:gd name="connsiteY139" fmla="*/ 1986323 h 2237474"/>
              <a:gd name="connsiteX140" fmla="*/ 2748661 w 12192000"/>
              <a:gd name="connsiteY140" fmla="*/ 1986122 h 2237474"/>
              <a:gd name="connsiteX141" fmla="*/ 2740251 w 12192000"/>
              <a:gd name="connsiteY141" fmla="*/ 1986946 h 2237474"/>
              <a:gd name="connsiteX142" fmla="*/ 2718916 w 12192000"/>
              <a:gd name="connsiteY142" fmla="*/ 1990867 h 2237474"/>
              <a:gd name="connsiteX143" fmla="*/ 2713522 w 12192000"/>
              <a:gd name="connsiteY143" fmla="*/ 1990173 h 2237474"/>
              <a:gd name="connsiteX144" fmla="*/ 2680597 w 12192000"/>
              <a:gd name="connsiteY144" fmla="*/ 1984996 h 2237474"/>
              <a:gd name="connsiteX145" fmla="*/ 2578178 w 12192000"/>
              <a:gd name="connsiteY145" fmla="*/ 1990531 h 2237474"/>
              <a:gd name="connsiteX146" fmla="*/ 2476147 w 12192000"/>
              <a:gd name="connsiteY146" fmla="*/ 1998305 h 2237474"/>
              <a:gd name="connsiteX147" fmla="*/ 2373568 w 12192000"/>
              <a:gd name="connsiteY147" fmla="*/ 2003219 h 2237474"/>
              <a:gd name="connsiteX148" fmla="*/ 2321399 w 12192000"/>
              <a:gd name="connsiteY148" fmla="*/ 1989467 h 2237474"/>
              <a:gd name="connsiteX149" fmla="*/ 2315525 w 12192000"/>
              <a:gd name="connsiteY149" fmla="*/ 1989708 h 2237474"/>
              <a:gd name="connsiteX150" fmla="*/ 2300792 w 12192000"/>
              <a:gd name="connsiteY150" fmla="*/ 1994290 h 2237474"/>
              <a:gd name="connsiteX151" fmla="*/ 2295469 w 12192000"/>
              <a:gd name="connsiteY151" fmla="*/ 1996659 h 2237474"/>
              <a:gd name="connsiteX152" fmla="*/ 2287219 w 12192000"/>
              <a:gd name="connsiteY152" fmla="*/ 1998750 h 2237474"/>
              <a:gd name="connsiteX153" fmla="*/ 2286948 w 12192000"/>
              <a:gd name="connsiteY153" fmla="*/ 1998596 h 2237474"/>
              <a:gd name="connsiteX154" fmla="*/ 2243069 w 12192000"/>
              <a:gd name="connsiteY154" fmla="*/ 2015111 h 2237474"/>
              <a:gd name="connsiteX155" fmla="*/ 2186609 w 12192000"/>
              <a:gd name="connsiteY155" fmla="*/ 2008263 h 2237474"/>
              <a:gd name="connsiteX156" fmla="*/ 2164831 w 12192000"/>
              <a:gd name="connsiteY156" fmla="*/ 2010143 h 2237474"/>
              <a:gd name="connsiteX157" fmla="*/ 2152836 w 12192000"/>
              <a:gd name="connsiteY157" fmla="*/ 2010048 h 2237474"/>
              <a:gd name="connsiteX158" fmla="*/ 2117102 w 12192000"/>
              <a:gd name="connsiteY158" fmla="*/ 2023004 h 2237474"/>
              <a:gd name="connsiteX159" fmla="*/ 2111935 w 12192000"/>
              <a:gd name="connsiteY159" fmla="*/ 2023163 h 2237474"/>
              <a:gd name="connsiteX160" fmla="*/ 2089991 w 12192000"/>
              <a:gd name="connsiteY160" fmla="*/ 2034193 h 2237474"/>
              <a:gd name="connsiteX161" fmla="*/ 2058061 w 12192000"/>
              <a:gd name="connsiteY161" fmla="*/ 2047942 h 2237474"/>
              <a:gd name="connsiteX162" fmla="*/ 2055737 w 12192000"/>
              <a:gd name="connsiteY162" fmla="*/ 2047704 h 2237474"/>
              <a:gd name="connsiteX163" fmla="*/ 2042244 w 12192000"/>
              <a:gd name="connsiteY163" fmla="*/ 2055560 h 2237474"/>
              <a:gd name="connsiteX164" fmla="*/ 1976224 w 12192000"/>
              <a:gd name="connsiteY164" fmla="*/ 2074257 h 2237474"/>
              <a:gd name="connsiteX165" fmla="*/ 1877728 w 12192000"/>
              <a:gd name="connsiteY165" fmla="*/ 2101004 h 2237474"/>
              <a:gd name="connsiteX166" fmla="*/ 1759056 w 12192000"/>
              <a:gd name="connsiteY166" fmla="*/ 2125608 h 2237474"/>
              <a:gd name="connsiteX167" fmla="*/ 1637948 w 12192000"/>
              <a:gd name="connsiteY167" fmla="*/ 2172597 h 2237474"/>
              <a:gd name="connsiteX168" fmla="*/ 1434549 w 12192000"/>
              <a:gd name="connsiteY168" fmla="*/ 2234522 h 2237474"/>
              <a:gd name="connsiteX169" fmla="*/ 1398481 w 12192000"/>
              <a:gd name="connsiteY169" fmla="*/ 2237074 h 2237474"/>
              <a:gd name="connsiteX170" fmla="*/ 1398407 w 12192000"/>
              <a:gd name="connsiteY170" fmla="*/ 2237095 h 2237474"/>
              <a:gd name="connsiteX171" fmla="*/ 1370962 w 12192000"/>
              <a:gd name="connsiteY171" fmla="*/ 2237474 h 2237474"/>
              <a:gd name="connsiteX172" fmla="*/ 1356367 w 12192000"/>
              <a:gd name="connsiteY172" fmla="*/ 2235089 h 2237474"/>
              <a:gd name="connsiteX173" fmla="*/ 1324828 w 12192000"/>
              <a:gd name="connsiteY173" fmla="*/ 2231968 h 2237474"/>
              <a:gd name="connsiteX174" fmla="*/ 1297744 w 12192000"/>
              <a:gd name="connsiteY174" fmla="*/ 2235849 h 2237474"/>
              <a:gd name="connsiteX175" fmla="*/ 1286236 w 12192000"/>
              <a:gd name="connsiteY175" fmla="*/ 2233135 h 2237474"/>
              <a:gd name="connsiteX176" fmla="*/ 1283504 w 12192000"/>
              <a:gd name="connsiteY176" fmla="*/ 2233797 h 2237474"/>
              <a:gd name="connsiteX177" fmla="*/ 1279765 w 12192000"/>
              <a:gd name="connsiteY177" fmla="*/ 2229639 h 2237474"/>
              <a:gd name="connsiteX178" fmla="*/ 1195347 w 12192000"/>
              <a:gd name="connsiteY178" fmla="*/ 2212354 h 2237474"/>
              <a:gd name="connsiteX179" fmla="*/ 970251 w 12192000"/>
              <a:gd name="connsiteY179" fmla="*/ 2221029 h 2237474"/>
              <a:gd name="connsiteX180" fmla="*/ 812914 w 12192000"/>
              <a:gd name="connsiteY180" fmla="*/ 2202752 h 2237474"/>
              <a:gd name="connsiteX181" fmla="*/ 800195 w 12192000"/>
              <a:gd name="connsiteY181" fmla="*/ 2209407 h 2237474"/>
              <a:gd name="connsiteX182" fmla="*/ 784978 w 12192000"/>
              <a:gd name="connsiteY182" fmla="*/ 2212360 h 2237474"/>
              <a:gd name="connsiteX183" fmla="*/ 681987 w 12192000"/>
              <a:gd name="connsiteY183" fmla="*/ 2216757 h 2237474"/>
              <a:gd name="connsiteX184" fmla="*/ 669923 w 12192000"/>
              <a:gd name="connsiteY184" fmla="*/ 2211682 h 2237474"/>
              <a:gd name="connsiteX185" fmla="*/ 648680 w 12192000"/>
              <a:gd name="connsiteY185" fmla="*/ 2206229 h 2237474"/>
              <a:gd name="connsiteX186" fmla="*/ 597225 w 12192000"/>
              <a:gd name="connsiteY186" fmla="*/ 2180999 h 2237474"/>
              <a:gd name="connsiteX187" fmla="*/ 558449 w 12192000"/>
              <a:gd name="connsiteY187" fmla="*/ 2182346 h 2237474"/>
              <a:gd name="connsiteX188" fmla="*/ 550517 w 12192000"/>
              <a:gd name="connsiteY188" fmla="*/ 2182060 h 2237474"/>
              <a:gd name="connsiteX189" fmla="*/ 550309 w 12192000"/>
              <a:gd name="connsiteY189" fmla="*/ 2181825 h 2237474"/>
              <a:gd name="connsiteX190" fmla="*/ 541836 w 12192000"/>
              <a:gd name="connsiteY190" fmla="*/ 2181063 h 2237474"/>
              <a:gd name="connsiteX191" fmla="*/ 536057 w 12192000"/>
              <a:gd name="connsiteY191" fmla="*/ 2181537 h 2237474"/>
              <a:gd name="connsiteX192" fmla="*/ 520671 w 12192000"/>
              <a:gd name="connsiteY192" fmla="*/ 2180980 h 2237474"/>
              <a:gd name="connsiteX193" fmla="*/ 515024 w 12192000"/>
              <a:gd name="connsiteY193" fmla="*/ 2179258 h 2237474"/>
              <a:gd name="connsiteX194" fmla="*/ 512278 w 12192000"/>
              <a:gd name="connsiteY194" fmla="*/ 2176369 h 2237474"/>
              <a:gd name="connsiteX195" fmla="*/ 480419 w 12192000"/>
              <a:gd name="connsiteY195" fmla="*/ 2167807 h 2237474"/>
              <a:gd name="connsiteX196" fmla="*/ 413835 w 12192000"/>
              <a:gd name="connsiteY196" fmla="*/ 2156783 h 2237474"/>
              <a:gd name="connsiteX197" fmla="*/ 376513 w 12192000"/>
              <a:gd name="connsiteY197" fmla="*/ 2154014 h 2237474"/>
              <a:gd name="connsiteX198" fmla="*/ 273386 w 12192000"/>
              <a:gd name="connsiteY198" fmla="*/ 2142551 h 2237474"/>
              <a:gd name="connsiteX199" fmla="*/ 169207 w 12192000"/>
              <a:gd name="connsiteY199" fmla="*/ 2128100 h 2237474"/>
              <a:gd name="connsiteX200" fmla="*/ 93149 w 12192000"/>
              <a:gd name="connsiteY200" fmla="*/ 2105324 h 2237474"/>
              <a:gd name="connsiteX201" fmla="*/ 88109 w 12192000"/>
              <a:gd name="connsiteY201" fmla="*/ 2106704 h 2237474"/>
              <a:gd name="connsiteX202" fmla="*/ 80022 w 12192000"/>
              <a:gd name="connsiteY202" fmla="*/ 2107254 h 2237474"/>
              <a:gd name="connsiteX203" fmla="*/ 79717 w 12192000"/>
              <a:gd name="connsiteY203" fmla="*/ 2107046 h 2237474"/>
              <a:gd name="connsiteX204" fmla="*/ 72352 w 12192000"/>
              <a:gd name="connsiteY204" fmla="*/ 2107991 h 2237474"/>
              <a:gd name="connsiteX205" fmla="*/ 37645 w 12192000"/>
              <a:gd name="connsiteY205" fmla="*/ 2115401 h 2237474"/>
              <a:gd name="connsiteX206" fmla="*/ 4572 w 12192000"/>
              <a:gd name="connsiteY206" fmla="*/ 2111091 h 2237474"/>
              <a:gd name="connsiteX207" fmla="*/ 0 w 12192000"/>
              <a:gd name="connsiteY207" fmla="*/ 2110468 h 2237474"/>
              <a:gd name="connsiteX208" fmla="*/ 0 w 12192000"/>
              <a:gd name="connsiteY20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05768 w 12192000"/>
              <a:gd name="connsiteY24" fmla="*/ 894610 h 2237474"/>
              <a:gd name="connsiteX25" fmla="*/ 9683005 w 12192000"/>
              <a:gd name="connsiteY25" fmla="*/ 894128 h 2237474"/>
              <a:gd name="connsiteX26" fmla="*/ 9594438 w 12192000"/>
              <a:gd name="connsiteY26" fmla="*/ 919051 h 2237474"/>
              <a:gd name="connsiteX27" fmla="*/ 9577033 w 12192000"/>
              <a:gd name="connsiteY27" fmla="*/ 922857 h 2237474"/>
              <a:gd name="connsiteX28" fmla="*/ 9544189 w 12192000"/>
              <a:gd name="connsiteY28" fmla="*/ 938966 h 2237474"/>
              <a:gd name="connsiteX29" fmla="*/ 9500499 w 12192000"/>
              <a:gd name="connsiteY29" fmla="*/ 954680 h 2237474"/>
              <a:gd name="connsiteX30" fmla="*/ 9428195 w 12192000"/>
              <a:gd name="connsiteY30" fmla="*/ 986225 h 2237474"/>
              <a:gd name="connsiteX31" fmla="*/ 9410017 w 12192000"/>
              <a:gd name="connsiteY31" fmla="*/ 993931 h 2237474"/>
              <a:gd name="connsiteX32" fmla="*/ 9392919 w 12192000"/>
              <a:gd name="connsiteY32" fmla="*/ 994656 h 2237474"/>
              <a:gd name="connsiteX33" fmla="*/ 9278619 w 12192000"/>
              <a:gd name="connsiteY33" fmla="*/ 1011878 h 2237474"/>
              <a:gd name="connsiteX34" fmla="*/ 9268019 w 12192000"/>
              <a:gd name="connsiteY34" fmla="*/ 1007442 h 2237474"/>
              <a:gd name="connsiteX35" fmla="*/ 9234662 w 12192000"/>
              <a:gd name="connsiteY35" fmla="*/ 1023056 h 2237474"/>
              <a:gd name="connsiteX36" fmla="*/ 9181033 w 12192000"/>
              <a:gd name="connsiteY36" fmla="*/ 1037921 h 2237474"/>
              <a:gd name="connsiteX37" fmla="*/ 9155969 w 12192000"/>
              <a:gd name="connsiteY37" fmla="*/ 1046804 h 2237474"/>
              <a:gd name="connsiteX38" fmla="*/ 9133985 w 12192000"/>
              <a:gd name="connsiteY38" fmla="*/ 1046450 h 2237474"/>
              <a:gd name="connsiteX39" fmla="*/ 9012987 w 12192000"/>
              <a:gd name="connsiteY39" fmla="*/ 1061986 h 2237474"/>
              <a:gd name="connsiteX40" fmla="*/ 8968445 w 12192000"/>
              <a:gd name="connsiteY40" fmla="*/ 1052169 h 2237474"/>
              <a:gd name="connsiteX41" fmla="*/ 8958984 w 12192000"/>
              <a:gd name="connsiteY41" fmla="*/ 1057212 h 2237474"/>
              <a:gd name="connsiteX42" fmla="*/ 8886001 w 12192000"/>
              <a:gd name="connsiteY42" fmla="*/ 1067468 h 2237474"/>
              <a:gd name="connsiteX43" fmla="*/ 8838610 w 12192000"/>
              <a:gd name="connsiteY43" fmla="*/ 1075091 h 2237474"/>
              <a:gd name="connsiteX44" fmla="*/ 8750383 w 12192000"/>
              <a:gd name="connsiteY44" fmla="*/ 1097387 h 2237474"/>
              <a:gd name="connsiteX45" fmla="*/ 8665605 w 12192000"/>
              <a:gd name="connsiteY45" fmla="*/ 1110791 h 2237474"/>
              <a:gd name="connsiteX46" fmla="*/ 8584946 w 12192000"/>
              <a:gd name="connsiteY46" fmla="*/ 1135226 h 2237474"/>
              <a:gd name="connsiteX47" fmla="*/ 8460755 w 12192000"/>
              <a:gd name="connsiteY47" fmla="*/ 1203427 h 2237474"/>
              <a:gd name="connsiteX48" fmla="*/ 8419755 w 12192000"/>
              <a:gd name="connsiteY48" fmla="*/ 1216260 h 2237474"/>
              <a:gd name="connsiteX49" fmla="*/ 8411626 w 12192000"/>
              <a:gd name="connsiteY49" fmla="*/ 1214397 h 2237474"/>
              <a:gd name="connsiteX50" fmla="*/ 8363469 w 12192000"/>
              <a:gd name="connsiteY50" fmla="*/ 1246658 h 2237474"/>
              <a:gd name="connsiteX51" fmla="*/ 8275497 w 12192000"/>
              <a:gd name="connsiteY51" fmla="*/ 1264396 h 2237474"/>
              <a:gd name="connsiteX52" fmla="*/ 8206287 w 12192000"/>
              <a:gd name="connsiteY52" fmla="*/ 1273060 h 2237474"/>
              <a:gd name="connsiteX53" fmla="*/ 8168705 w 12192000"/>
              <a:gd name="connsiteY53" fmla="*/ 1279956 h 2237474"/>
              <a:gd name="connsiteX54" fmla="*/ 8139997 w 12192000"/>
              <a:gd name="connsiteY54" fmla="*/ 1282713 h 2237474"/>
              <a:gd name="connsiteX55" fmla="*/ 8074238 w 12192000"/>
              <a:gd name="connsiteY55" fmla="*/ 1301895 h 2237474"/>
              <a:gd name="connsiteX56" fmla="*/ 7968292 w 12192000"/>
              <a:gd name="connsiteY56" fmla="*/ 1338779 h 2237474"/>
              <a:gd name="connsiteX57" fmla="*/ 7902328 w 12192000"/>
              <a:gd name="connsiteY57" fmla="*/ 1345865 h 2237474"/>
              <a:gd name="connsiteX58" fmla="*/ 7875879 w 12192000"/>
              <a:gd name="connsiteY58" fmla="*/ 1345646 h 2237474"/>
              <a:gd name="connsiteX59" fmla="*/ 7840612 w 12192000"/>
              <a:gd name="connsiteY59" fmla="*/ 1369373 h 2237474"/>
              <a:gd name="connsiteX60" fmla="*/ 7786819 w 12192000"/>
              <a:gd name="connsiteY60" fmla="*/ 1378970 h 2237474"/>
              <a:gd name="connsiteX61" fmla="*/ 7548172 w 12192000"/>
              <a:gd name="connsiteY61" fmla="*/ 1417460 h 2237474"/>
              <a:gd name="connsiteX62" fmla="*/ 7483437 w 12192000"/>
              <a:gd name="connsiteY62" fmla="*/ 1478152 h 2237474"/>
              <a:gd name="connsiteX63" fmla="*/ 7377870 w 12192000"/>
              <a:gd name="connsiteY63" fmla="*/ 1523319 h 2237474"/>
              <a:gd name="connsiteX64" fmla="*/ 7230737 w 12192000"/>
              <a:gd name="connsiteY64" fmla="*/ 1562633 h 2237474"/>
              <a:gd name="connsiteX65" fmla="*/ 7224458 w 12192000"/>
              <a:gd name="connsiteY65" fmla="*/ 1573008 h 2237474"/>
              <a:gd name="connsiteX66" fmla="*/ 7183121 w 12192000"/>
              <a:gd name="connsiteY66" fmla="*/ 1595162 h 2237474"/>
              <a:gd name="connsiteX67" fmla="*/ 7164601 w 12192000"/>
              <a:gd name="connsiteY67" fmla="*/ 1606490 h 2237474"/>
              <a:gd name="connsiteX68" fmla="*/ 7092727 w 12192000"/>
              <a:gd name="connsiteY68" fmla="*/ 1623628 h 2237474"/>
              <a:gd name="connsiteX69" fmla="*/ 7031309 w 12192000"/>
              <a:gd name="connsiteY69" fmla="*/ 1619451 h 2237474"/>
              <a:gd name="connsiteX70" fmla="*/ 6999084 w 12192000"/>
              <a:gd name="connsiteY70" fmla="*/ 1634317 h 2237474"/>
              <a:gd name="connsiteX71" fmla="*/ 6992107 w 12192000"/>
              <a:gd name="connsiteY71" fmla="*/ 1636860 h 2237474"/>
              <a:gd name="connsiteX72" fmla="*/ 6900177 w 12192000"/>
              <a:gd name="connsiteY72" fmla="*/ 1636016 h 2237474"/>
              <a:gd name="connsiteX73" fmla="*/ 6795372 w 12192000"/>
              <a:gd name="connsiteY73" fmla="*/ 1644845 h 2237474"/>
              <a:gd name="connsiteX74" fmla="*/ 6692251 w 12192000"/>
              <a:gd name="connsiteY74" fmla="*/ 1656357 h 2237474"/>
              <a:gd name="connsiteX75" fmla="*/ 6655235 w 12192000"/>
              <a:gd name="connsiteY75" fmla="*/ 1661869 h 2237474"/>
              <a:gd name="connsiteX76" fmla="*/ 6554894 w 12192000"/>
              <a:gd name="connsiteY76" fmla="*/ 1664428 h 2237474"/>
              <a:gd name="connsiteX77" fmla="*/ 6516595 w 12192000"/>
              <a:gd name="connsiteY77" fmla="*/ 1667475 h 2237474"/>
              <a:gd name="connsiteX78" fmla="*/ 6508541 w 12192000"/>
              <a:gd name="connsiteY78" fmla="*/ 1668757 h 2237474"/>
              <a:gd name="connsiteX79" fmla="*/ 6471012 w 12192000"/>
              <a:gd name="connsiteY79" fmla="*/ 1678604 h 2237474"/>
              <a:gd name="connsiteX80" fmla="*/ 6364035 w 12192000"/>
              <a:gd name="connsiteY80" fmla="*/ 1667683 h 2237474"/>
              <a:gd name="connsiteX81" fmla="*/ 6280959 w 12192000"/>
              <a:gd name="connsiteY81" fmla="*/ 1689329 h 2237474"/>
              <a:gd name="connsiteX82" fmla="*/ 6243319 w 12192000"/>
              <a:gd name="connsiteY82" fmla="*/ 1695560 h 2237474"/>
              <a:gd name="connsiteX83" fmla="*/ 6098321 w 12192000"/>
              <a:gd name="connsiteY83" fmla="*/ 1721646 h 2237474"/>
              <a:gd name="connsiteX84" fmla="*/ 5880652 w 12192000"/>
              <a:gd name="connsiteY84" fmla="*/ 1779643 h 2237474"/>
              <a:gd name="connsiteX85" fmla="*/ 5785959 w 12192000"/>
              <a:gd name="connsiteY85" fmla="*/ 1775307 h 2237474"/>
              <a:gd name="connsiteX86" fmla="*/ 5643534 w 12192000"/>
              <a:gd name="connsiteY86" fmla="*/ 1802919 h 2237474"/>
              <a:gd name="connsiteX87" fmla="*/ 5518799 w 12192000"/>
              <a:gd name="connsiteY87" fmla="*/ 1818312 h 2237474"/>
              <a:gd name="connsiteX88" fmla="*/ 5505014 w 12192000"/>
              <a:gd name="connsiteY88" fmla="*/ 1819259 h 2237474"/>
              <a:gd name="connsiteX89" fmla="*/ 5453307 w 12192000"/>
              <a:gd name="connsiteY89" fmla="*/ 1815450 h 2237474"/>
              <a:gd name="connsiteX90" fmla="*/ 5364192 w 12192000"/>
              <a:gd name="connsiteY90" fmla="*/ 1826074 h 2237474"/>
              <a:gd name="connsiteX91" fmla="*/ 5350380 w 12192000"/>
              <a:gd name="connsiteY91" fmla="*/ 1830891 h 2237474"/>
              <a:gd name="connsiteX92" fmla="*/ 5259633 w 12192000"/>
              <a:gd name="connsiteY92" fmla="*/ 1837160 h 2237474"/>
              <a:gd name="connsiteX93" fmla="*/ 5197513 w 12192000"/>
              <a:gd name="connsiteY93" fmla="*/ 1844718 h 2237474"/>
              <a:gd name="connsiteX94" fmla="*/ 5168852 w 12192000"/>
              <a:gd name="connsiteY94" fmla="*/ 1844846 h 2237474"/>
              <a:gd name="connsiteX95" fmla="*/ 5114927 w 12192000"/>
              <a:gd name="connsiteY95" fmla="*/ 1847827 h 2237474"/>
              <a:gd name="connsiteX96" fmla="*/ 5108970 w 12192000"/>
              <a:gd name="connsiteY96" fmla="*/ 1847935 h 2237474"/>
              <a:gd name="connsiteX97" fmla="*/ 5067961 w 12192000"/>
              <a:gd name="connsiteY97" fmla="*/ 1845917 h 2237474"/>
              <a:gd name="connsiteX98" fmla="*/ 5007075 w 12192000"/>
              <a:gd name="connsiteY98" fmla="*/ 1838626 h 2237474"/>
              <a:gd name="connsiteX99" fmla="*/ 4944087 w 12192000"/>
              <a:gd name="connsiteY99" fmla="*/ 1823332 h 2237474"/>
              <a:gd name="connsiteX100" fmla="*/ 4907662 w 12192000"/>
              <a:gd name="connsiteY100" fmla="*/ 1816900 h 2237474"/>
              <a:gd name="connsiteX101" fmla="*/ 4882386 w 12192000"/>
              <a:gd name="connsiteY101" fmla="*/ 1809844 h 2237474"/>
              <a:gd name="connsiteX102" fmla="*/ 4811440 w 12192000"/>
              <a:gd name="connsiteY102" fmla="*/ 1804655 h 2237474"/>
              <a:gd name="connsiteX103" fmla="*/ 4691075 w 12192000"/>
              <a:gd name="connsiteY103" fmla="*/ 1801389 h 2237474"/>
              <a:gd name="connsiteX104" fmla="*/ 4611738 w 12192000"/>
              <a:gd name="connsiteY104" fmla="*/ 1776964 h 2237474"/>
              <a:gd name="connsiteX105" fmla="*/ 4560070 w 12192000"/>
              <a:gd name="connsiteY105" fmla="*/ 1785640 h 2237474"/>
              <a:gd name="connsiteX106" fmla="*/ 4536503 w 12192000"/>
              <a:gd name="connsiteY106" fmla="*/ 1785334 h 2237474"/>
              <a:gd name="connsiteX107" fmla="*/ 4513724 w 12192000"/>
              <a:gd name="connsiteY107" fmla="*/ 1791996 h 2237474"/>
              <a:gd name="connsiteX108" fmla="*/ 4459810 w 12192000"/>
              <a:gd name="connsiteY108" fmla="*/ 1797886 h 2237474"/>
              <a:gd name="connsiteX109" fmla="*/ 4379064 w 12192000"/>
              <a:gd name="connsiteY109" fmla="*/ 1817177 h 2237474"/>
              <a:gd name="connsiteX110" fmla="*/ 4319209 w 12192000"/>
              <a:gd name="connsiteY110" fmla="*/ 1834833 h 2237474"/>
              <a:gd name="connsiteX111" fmla="*/ 4290981 w 12192000"/>
              <a:gd name="connsiteY111" fmla="*/ 1839677 h 2237474"/>
              <a:gd name="connsiteX112" fmla="*/ 4285792 w 12192000"/>
              <a:gd name="connsiteY112" fmla="*/ 1836231 h 2237474"/>
              <a:gd name="connsiteX113" fmla="*/ 4238372 w 12192000"/>
              <a:gd name="connsiteY113" fmla="*/ 1851480 h 2237474"/>
              <a:gd name="connsiteX114" fmla="*/ 4232517 w 12192000"/>
              <a:gd name="connsiteY114" fmla="*/ 1852567 h 2237474"/>
              <a:gd name="connsiteX115" fmla="*/ 4191732 w 12192000"/>
              <a:gd name="connsiteY115" fmla="*/ 1857328 h 2237474"/>
              <a:gd name="connsiteX116" fmla="*/ 4065532 w 12192000"/>
              <a:gd name="connsiteY116" fmla="*/ 1855477 h 2237474"/>
              <a:gd name="connsiteX117" fmla="*/ 4028460 w 12192000"/>
              <a:gd name="connsiteY117" fmla="*/ 1855137 h 2237474"/>
              <a:gd name="connsiteX118" fmla="*/ 4002267 w 12192000"/>
              <a:gd name="connsiteY118" fmla="*/ 1852352 h 2237474"/>
              <a:gd name="connsiteX119" fmla="*/ 3931396 w 12192000"/>
              <a:gd name="connsiteY119" fmla="*/ 1858915 h 2237474"/>
              <a:gd name="connsiteX120" fmla="*/ 3812162 w 12192000"/>
              <a:gd name="connsiteY120" fmla="*/ 1875501 h 2237474"/>
              <a:gd name="connsiteX121" fmla="*/ 3729530 w 12192000"/>
              <a:gd name="connsiteY121" fmla="*/ 1864513 h 2237474"/>
              <a:gd name="connsiteX122" fmla="*/ 3680177 w 12192000"/>
              <a:gd name="connsiteY122" fmla="*/ 1881552 h 2237474"/>
              <a:gd name="connsiteX123" fmla="*/ 3567259 w 12192000"/>
              <a:gd name="connsiteY123" fmla="*/ 1893482 h 2237474"/>
              <a:gd name="connsiteX124" fmla="*/ 3405770 w 12192000"/>
              <a:gd name="connsiteY124" fmla="*/ 1904591 h 2237474"/>
              <a:gd name="connsiteX125" fmla="*/ 3280097 w 12192000"/>
              <a:gd name="connsiteY125" fmla="*/ 1919610 h 2237474"/>
              <a:gd name="connsiteX126" fmla="*/ 3123424 w 12192000"/>
              <a:gd name="connsiteY126" fmla="*/ 1952930 h 2237474"/>
              <a:gd name="connsiteX127" fmla="*/ 3009910 w 12192000"/>
              <a:gd name="connsiteY127" fmla="*/ 1957866 h 2237474"/>
              <a:gd name="connsiteX128" fmla="*/ 2995934 w 12192000"/>
              <a:gd name="connsiteY128" fmla="*/ 1967085 h 2237474"/>
              <a:gd name="connsiteX129" fmla="*/ 2980071 w 12192000"/>
              <a:gd name="connsiteY129" fmla="*/ 1972988 h 2237474"/>
              <a:gd name="connsiteX130" fmla="*/ 2978094 w 12192000"/>
              <a:gd name="connsiteY130" fmla="*/ 1972369 h 2237474"/>
              <a:gd name="connsiteX131" fmla="*/ 2942858 w 12192000"/>
              <a:gd name="connsiteY131" fmla="*/ 1981367 h 2237474"/>
              <a:gd name="connsiteX132" fmla="*/ 2875436 w 12192000"/>
              <a:gd name="connsiteY132" fmla="*/ 1996977 h 2237474"/>
              <a:gd name="connsiteX133" fmla="*/ 2874892 w 12192000"/>
              <a:gd name="connsiteY133" fmla="*/ 1996085 h 2237474"/>
              <a:gd name="connsiteX134" fmla="*/ 2864145 w 12192000"/>
              <a:gd name="connsiteY134" fmla="*/ 1994061 h 2237474"/>
              <a:gd name="connsiteX135" fmla="*/ 2843662 w 12192000"/>
              <a:gd name="connsiteY135" fmla="*/ 1992498 h 2237474"/>
              <a:gd name="connsiteX136" fmla="*/ 2796128 w 12192000"/>
              <a:gd name="connsiteY136" fmla="*/ 1976403 h 2237474"/>
              <a:gd name="connsiteX137" fmla="*/ 2756784 w 12192000"/>
              <a:gd name="connsiteY137" fmla="*/ 1985116 h 2237474"/>
              <a:gd name="connsiteX138" fmla="*/ 2748833 w 12192000"/>
              <a:gd name="connsiteY138" fmla="*/ 1986323 h 2237474"/>
              <a:gd name="connsiteX139" fmla="*/ 2748661 w 12192000"/>
              <a:gd name="connsiteY139" fmla="*/ 1986122 h 2237474"/>
              <a:gd name="connsiteX140" fmla="*/ 2740251 w 12192000"/>
              <a:gd name="connsiteY140" fmla="*/ 1986946 h 2237474"/>
              <a:gd name="connsiteX141" fmla="*/ 2718916 w 12192000"/>
              <a:gd name="connsiteY141" fmla="*/ 1990867 h 2237474"/>
              <a:gd name="connsiteX142" fmla="*/ 2713522 w 12192000"/>
              <a:gd name="connsiteY142" fmla="*/ 1990173 h 2237474"/>
              <a:gd name="connsiteX143" fmla="*/ 2680597 w 12192000"/>
              <a:gd name="connsiteY143" fmla="*/ 1984996 h 2237474"/>
              <a:gd name="connsiteX144" fmla="*/ 2578178 w 12192000"/>
              <a:gd name="connsiteY144" fmla="*/ 1990531 h 2237474"/>
              <a:gd name="connsiteX145" fmla="*/ 2476147 w 12192000"/>
              <a:gd name="connsiteY145" fmla="*/ 1998305 h 2237474"/>
              <a:gd name="connsiteX146" fmla="*/ 2373568 w 12192000"/>
              <a:gd name="connsiteY146" fmla="*/ 2003219 h 2237474"/>
              <a:gd name="connsiteX147" fmla="*/ 2321399 w 12192000"/>
              <a:gd name="connsiteY147" fmla="*/ 1989467 h 2237474"/>
              <a:gd name="connsiteX148" fmla="*/ 2315525 w 12192000"/>
              <a:gd name="connsiteY148" fmla="*/ 1989708 h 2237474"/>
              <a:gd name="connsiteX149" fmla="*/ 2300792 w 12192000"/>
              <a:gd name="connsiteY149" fmla="*/ 1994290 h 2237474"/>
              <a:gd name="connsiteX150" fmla="*/ 2295469 w 12192000"/>
              <a:gd name="connsiteY150" fmla="*/ 1996659 h 2237474"/>
              <a:gd name="connsiteX151" fmla="*/ 2287219 w 12192000"/>
              <a:gd name="connsiteY151" fmla="*/ 1998750 h 2237474"/>
              <a:gd name="connsiteX152" fmla="*/ 2286948 w 12192000"/>
              <a:gd name="connsiteY152" fmla="*/ 1998596 h 2237474"/>
              <a:gd name="connsiteX153" fmla="*/ 2243069 w 12192000"/>
              <a:gd name="connsiteY153" fmla="*/ 2015111 h 2237474"/>
              <a:gd name="connsiteX154" fmla="*/ 2186609 w 12192000"/>
              <a:gd name="connsiteY154" fmla="*/ 2008263 h 2237474"/>
              <a:gd name="connsiteX155" fmla="*/ 2164831 w 12192000"/>
              <a:gd name="connsiteY155" fmla="*/ 2010143 h 2237474"/>
              <a:gd name="connsiteX156" fmla="*/ 2152836 w 12192000"/>
              <a:gd name="connsiteY156" fmla="*/ 2010048 h 2237474"/>
              <a:gd name="connsiteX157" fmla="*/ 2117102 w 12192000"/>
              <a:gd name="connsiteY157" fmla="*/ 2023004 h 2237474"/>
              <a:gd name="connsiteX158" fmla="*/ 2111935 w 12192000"/>
              <a:gd name="connsiteY158" fmla="*/ 2023163 h 2237474"/>
              <a:gd name="connsiteX159" fmla="*/ 2089991 w 12192000"/>
              <a:gd name="connsiteY159" fmla="*/ 2034193 h 2237474"/>
              <a:gd name="connsiteX160" fmla="*/ 2058061 w 12192000"/>
              <a:gd name="connsiteY160" fmla="*/ 2047942 h 2237474"/>
              <a:gd name="connsiteX161" fmla="*/ 2055737 w 12192000"/>
              <a:gd name="connsiteY161" fmla="*/ 2047704 h 2237474"/>
              <a:gd name="connsiteX162" fmla="*/ 2042244 w 12192000"/>
              <a:gd name="connsiteY162" fmla="*/ 2055560 h 2237474"/>
              <a:gd name="connsiteX163" fmla="*/ 1976224 w 12192000"/>
              <a:gd name="connsiteY163" fmla="*/ 2074257 h 2237474"/>
              <a:gd name="connsiteX164" fmla="*/ 1877728 w 12192000"/>
              <a:gd name="connsiteY164" fmla="*/ 2101004 h 2237474"/>
              <a:gd name="connsiteX165" fmla="*/ 1759056 w 12192000"/>
              <a:gd name="connsiteY165" fmla="*/ 2125608 h 2237474"/>
              <a:gd name="connsiteX166" fmla="*/ 1637948 w 12192000"/>
              <a:gd name="connsiteY166" fmla="*/ 2172597 h 2237474"/>
              <a:gd name="connsiteX167" fmla="*/ 1434549 w 12192000"/>
              <a:gd name="connsiteY167" fmla="*/ 2234522 h 2237474"/>
              <a:gd name="connsiteX168" fmla="*/ 1398481 w 12192000"/>
              <a:gd name="connsiteY168" fmla="*/ 2237074 h 2237474"/>
              <a:gd name="connsiteX169" fmla="*/ 1398407 w 12192000"/>
              <a:gd name="connsiteY169" fmla="*/ 2237095 h 2237474"/>
              <a:gd name="connsiteX170" fmla="*/ 1370962 w 12192000"/>
              <a:gd name="connsiteY170" fmla="*/ 2237474 h 2237474"/>
              <a:gd name="connsiteX171" fmla="*/ 1356367 w 12192000"/>
              <a:gd name="connsiteY171" fmla="*/ 2235089 h 2237474"/>
              <a:gd name="connsiteX172" fmla="*/ 1324828 w 12192000"/>
              <a:gd name="connsiteY172" fmla="*/ 2231968 h 2237474"/>
              <a:gd name="connsiteX173" fmla="*/ 1297744 w 12192000"/>
              <a:gd name="connsiteY173" fmla="*/ 2235849 h 2237474"/>
              <a:gd name="connsiteX174" fmla="*/ 1286236 w 12192000"/>
              <a:gd name="connsiteY174" fmla="*/ 2233135 h 2237474"/>
              <a:gd name="connsiteX175" fmla="*/ 1283504 w 12192000"/>
              <a:gd name="connsiteY175" fmla="*/ 2233797 h 2237474"/>
              <a:gd name="connsiteX176" fmla="*/ 1279765 w 12192000"/>
              <a:gd name="connsiteY176" fmla="*/ 2229639 h 2237474"/>
              <a:gd name="connsiteX177" fmla="*/ 1195347 w 12192000"/>
              <a:gd name="connsiteY177" fmla="*/ 2212354 h 2237474"/>
              <a:gd name="connsiteX178" fmla="*/ 970251 w 12192000"/>
              <a:gd name="connsiteY178" fmla="*/ 2221029 h 2237474"/>
              <a:gd name="connsiteX179" fmla="*/ 812914 w 12192000"/>
              <a:gd name="connsiteY179" fmla="*/ 2202752 h 2237474"/>
              <a:gd name="connsiteX180" fmla="*/ 800195 w 12192000"/>
              <a:gd name="connsiteY180" fmla="*/ 2209407 h 2237474"/>
              <a:gd name="connsiteX181" fmla="*/ 784978 w 12192000"/>
              <a:gd name="connsiteY181" fmla="*/ 2212360 h 2237474"/>
              <a:gd name="connsiteX182" fmla="*/ 681987 w 12192000"/>
              <a:gd name="connsiteY182" fmla="*/ 2216757 h 2237474"/>
              <a:gd name="connsiteX183" fmla="*/ 669923 w 12192000"/>
              <a:gd name="connsiteY183" fmla="*/ 2211682 h 2237474"/>
              <a:gd name="connsiteX184" fmla="*/ 648680 w 12192000"/>
              <a:gd name="connsiteY184" fmla="*/ 2206229 h 2237474"/>
              <a:gd name="connsiteX185" fmla="*/ 597225 w 12192000"/>
              <a:gd name="connsiteY185" fmla="*/ 2180999 h 2237474"/>
              <a:gd name="connsiteX186" fmla="*/ 558449 w 12192000"/>
              <a:gd name="connsiteY186" fmla="*/ 2182346 h 2237474"/>
              <a:gd name="connsiteX187" fmla="*/ 550517 w 12192000"/>
              <a:gd name="connsiteY187" fmla="*/ 2182060 h 2237474"/>
              <a:gd name="connsiteX188" fmla="*/ 550309 w 12192000"/>
              <a:gd name="connsiteY188" fmla="*/ 2181825 h 2237474"/>
              <a:gd name="connsiteX189" fmla="*/ 541836 w 12192000"/>
              <a:gd name="connsiteY189" fmla="*/ 2181063 h 2237474"/>
              <a:gd name="connsiteX190" fmla="*/ 536057 w 12192000"/>
              <a:gd name="connsiteY190" fmla="*/ 2181537 h 2237474"/>
              <a:gd name="connsiteX191" fmla="*/ 520671 w 12192000"/>
              <a:gd name="connsiteY191" fmla="*/ 2180980 h 2237474"/>
              <a:gd name="connsiteX192" fmla="*/ 515024 w 12192000"/>
              <a:gd name="connsiteY192" fmla="*/ 2179258 h 2237474"/>
              <a:gd name="connsiteX193" fmla="*/ 512278 w 12192000"/>
              <a:gd name="connsiteY193" fmla="*/ 2176369 h 2237474"/>
              <a:gd name="connsiteX194" fmla="*/ 480419 w 12192000"/>
              <a:gd name="connsiteY194" fmla="*/ 2167807 h 2237474"/>
              <a:gd name="connsiteX195" fmla="*/ 413835 w 12192000"/>
              <a:gd name="connsiteY195" fmla="*/ 2156783 h 2237474"/>
              <a:gd name="connsiteX196" fmla="*/ 376513 w 12192000"/>
              <a:gd name="connsiteY196" fmla="*/ 2154014 h 2237474"/>
              <a:gd name="connsiteX197" fmla="*/ 273386 w 12192000"/>
              <a:gd name="connsiteY197" fmla="*/ 2142551 h 2237474"/>
              <a:gd name="connsiteX198" fmla="*/ 169207 w 12192000"/>
              <a:gd name="connsiteY198" fmla="*/ 2128100 h 2237474"/>
              <a:gd name="connsiteX199" fmla="*/ 93149 w 12192000"/>
              <a:gd name="connsiteY199" fmla="*/ 2105324 h 2237474"/>
              <a:gd name="connsiteX200" fmla="*/ 88109 w 12192000"/>
              <a:gd name="connsiteY200" fmla="*/ 2106704 h 2237474"/>
              <a:gd name="connsiteX201" fmla="*/ 80022 w 12192000"/>
              <a:gd name="connsiteY201" fmla="*/ 2107254 h 2237474"/>
              <a:gd name="connsiteX202" fmla="*/ 79717 w 12192000"/>
              <a:gd name="connsiteY202" fmla="*/ 2107046 h 2237474"/>
              <a:gd name="connsiteX203" fmla="*/ 72352 w 12192000"/>
              <a:gd name="connsiteY203" fmla="*/ 2107991 h 2237474"/>
              <a:gd name="connsiteX204" fmla="*/ 37645 w 12192000"/>
              <a:gd name="connsiteY204" fmla="*/ 2115401 h 2237474"/>
              <a:gd name="connsiteX205" fmla="*/ 4572 w 12192000"/>
              <a:gd name="connsiteY205" fmla="*/ 2111091 h 2237474"/>
              <a:gd name="connsiteX206" fmla="*/ 0 w 12192000"/>
              <a:gd name="connsiteY206" fmla="*/ 2110468 h 2237474"/>
              <a:gd name="connsiteX207" fmla="*/ 0 w 12192000"/>
              <a:gd name="connsiteY20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67091 w 12192000"/>
              <a:gd name="connsiteY23" fmla="*/ 870550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834800 w 12192000"/>
              <a:gd name="connsiteY7" fmla="*/ 747840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99084 w 12192000"/>
              <a:gd name="connsiteY67" fmla="*/ 1634317 h 2237474"/>
              <a:gd name="connsiteX68" fmla="*/ 6992107 w 12192000"/>
              <a:gd name="connsiteY68" fmla="*/ 1636860 h 2237474"/>
              <a:gd name="connsiteX69" fmla="*/ 6900177 w 12192000"/>
              <a:gd name="connsiteY69" fmla="*/ 1636016 h 2237474"/>
              <a:gd name="connsiteX70" fmla="*/ 6795372 w 12192000"/>
              <a:gd name="connsiteY70" fmla="*/ 1644845 h 2237474"/>
              <a:gd name="connsiteX71" fmla="*/ 6692251 w 12192000"/>
              <a:gd name="connsiteY71" fmla="*/ 1656357 h 2237474"/>
              <a:gd name="connsiteX72" fmla="*/ 6655235 w 12192000"/>
              <a:gd name="connsiteY72" fmla="*/ 1661869 h 2237474"/>
              <a:gd name="connsiteX73" fmla="*/ 6554894 w 12192000"/>
              <a:gd name="connsiteY73" fmla="*/ 1664428 h 2237474"/>
              <a:gd name="connsiteX74" fmla="*/ 6516595 w 12192000"/>
              <a:gd name="connsiteY74" fmla="*/ 1667475 h 2237474"/>
              <a:gd name="connsiteX75" fmla="*/ 6508541 w 12192000"/>
              <a:gd name="connsiteY75" fmla="*/ 1668757 h 2237474"/>
              <a:gd name="connsiteX76" fmla="*/ 6471012 w 12192000"/>
              <a:gd name="connsiteY76" fmla="*/ 1678604 h 2237474"/>
              <a:gd name="connsiteX77" fmla="*/ 6364035 w 12192000"/>
              <a:gd name="connsiteY77" fmla="*/ 1667683 h 2237474"/>
              <a:gd name="connsiteX78" fmla="*/ 6280959 w 12192000"/>
              <a:gd name="connsiteY78" fmla="*/ 1689329 h 2237474"/>
              <a:gd name="connsiteX79" fmla="*/ 6243319 w 12192000"/>
              <a:gd name="connsiteY79" fmla="*/ 1695560 h 2237474"/>
              <a:gd name="connsiteX80" fmla="*/ 6098321 w 12192000"/>
              <a:gd name="connsiteY80" fmla="*/ 1721646 h 2237474"/>
              <a:gd name="connsiteX81" fmla="*/ 5880652 w 12192000"/>
              <a:gd name="connsiteY81" fmla="*/ 1779643 h 2237474"/>
              <a:gd name="connsiteX82" fmla="*/ 5785959 w 12192000"/>
              <a:gd name="connsiteY82" fmla="*/ 1775307 h 2237474"/>
              <a:gd name="connsiteX83" fmla="*/ 5643534 w 12192000"/>
              <a:gd name="connsiteY83" fmla="*/ 1802919 h 2237474"/>
              <a:gd name="connsiteX84" fmla="*/ 5518799 w 12192000"/>
              <a:gd name="connsiteY84" fmla="*/ 1818312 h 2237474"/>
              <a:gd name="connsiteX85" fmla="*/ 5505014 w 12192000"/>
              <a:gd name="connsiteY85" fmla="*/ 1819259 h 2237474"/>
              <a:gd name="connsiteX86" fmla="*/ 5453307 w 12192000"/>
              <a:gd name="connsiteY86" fmla="*/ 1815450 h 2237474"/>
              <a:gd name="connsiteX87" fmla="*/ 5364192 w 12192000"/>
              <a:gd name="connsiteY87" fmla="*/ 1826074 h 2237474"/>
              <a:gd name="connsiteX88" fmla="*/ 5350380 w 12192000"/>
              <a:gd name="connsiteY88" fmla="*/ 1830891 h 2237474"/>
              <a:gd name="connsiteX89" fmla="*/ 5259633 w 12192000"/>
              <a:gd name="connsiteY89" fmla="*/ 1837160 h 2237474"/>
              <a:gd name="connsiteX90" fmla="*/ 5197513 w 12192000"/>
              <a:gd name="connsiteY90" fmla="*/ 1844718 h 2237474"/>
              <a:gd name="connsiteX91" fmla="*/ 5168852 w 12192000"/>
              <a:gd name="connsiteY91" fmla="*/ 1844846 h 2237474"/>
              <a:gd name="connsiteX92" fmla="*/ 5114927 w 12192000"/>
              <a:gd name="connsiteY92" fmla="*/ 1847827 h 2237474"/>
              <a:gd name="connsiteX93" fmla="*/ 5108970 w 12192000"/>
              <a:gd name="connsiteY93" fmla="*/ 1847935 h 2237474"/>
              <a:gd name="connsiteX94" fmla="*/ 5067961 w 12192000"/>
              <a:gd name="connsiteY94" fmla="*/ 1845917 h 2237474"/>
              <a:gd name="connsiteX95" fmla="*/ 5007075 w 12192000"/>
              <a:gd name="connsiteY95" fmla="*/ 1838626 h 2237474"/>
              <a:gd name="connsiteX96" fmla="*/ 4944087 w 12192000"/>
              <a:gd name="connsiteY96" fmla="*/ 1823332 h 2237474"/>
              <a:gd name="connsiteX97" fmla="*/ 4907662 w 12192000"/>
              <a:gd name="connsiteY97" fmla="*/ 1816900 h 2237474"/>
              <a:gd name="connsiteX98" fmla="*/ 4882386 w 12192000"/>
              <a:gd name="connsiteY98" fmla="*/ 1809844 h 2237474"/>
              <a:gd name="connsiteX99" fmla="*/ 4811440 w 12192000"/>
              <a:gd name="connsiteY99" fmla="*/ 1804655 h 2237474"/>
              <a:gd name="connsiteX100" fmla="*/ 4691075 w 12192000"/>
              <a:gd name="connsiteY100" fmla="*/ 1801389 h 2237474"/>
              <a:gd name="connsiteX101" fmla="*/ 4611738 w 12192000"/>
              <a:gd name="connsiteY101" fmla="*/ 1776964 h 2237474"/>
              <a:gd name="connsiteX102" fmla="*/ 4560070 w 12192000"/>
              <a:gd name="connsiteY102" fmla="*/ 1785640 h 2237474"/>
              <a:gd name="connsiteX103" fmla="*/ 4536503 w 12192000"/>
              <a:gd name="connsiteY103" fmla="*/ 1785334 h 2237474"/>
              <a:gd name="connsiteX104" fmla="*/ 4513724 w 12192000"/>
              <a:gd name="connsiteY104" fmla="*/ 1791996 h 2237474"/>
              <a:gd name="connsiteX105" fmla="*/ 4459810 w 12192000"/>
              <a:gd name="connsiteY105" fmla="*/ 1797886 h 2237474"/>
              <a:gd name="connsiteX106" fmla="*/ 4379064 w 12192000"/>
              <a:gd name="connsiteY106" fmla="*/ 1817177 h 2237474"/>
              <a:gd name="connsiteX107" fmla="*/ 4319209 w 12192000"/>
              <a:gd name="connsiteY107" fmla="*/ 1834833 h 2237474"/>
              <a:gd name="connsiteX108" fmla="*/ 4290981 w 12192000"/>
              <a:gd name="connsiteY108" fmla="*/ 1839677 h 2237474"/>
              <a:gd name="connsiteX109" fmla="*/ 4285792 w 12192000"/>
              <a:gd name="connsiteY109" fmla="*/ 1836231 h 2237474"/>
              <a:gd name="connsiteX110" fmla="*/ 4238372 w 12192000"/>
              <a:gd name="connsiteY110" fmla="*/ 1851480 h 2237474"/>
              <a:gd name="connsiteX111" fmla="*/ 4232517 w 12192000"/>
              <a:gd name="connsiteY111" fmla="*/ 1852567 h 2237474"/>
              <a:gd name="connsiteX112" fmla="*/ 4191732 w 12192000"/>
              <a:gd name="connsiteY112" fmla="*/ 1857328 h 2237474"/>
              <a:gd name="connsiteX113" fmla="*/ 4065532 w 12192000"/>
              <a:gd name="connsiteY113" fmla="*/ 1855477 h 2237474"/>
              <a:gd name="connsiteX114" fmla="*/ 4028460 w 12192000"/>
              <a:gd name="connsiteY114" fmla="*/ 1855137 h 2237474"/>
              <a:gd name="connsiteX115" fmla="*/ 4002267 w 12192000"/>
              <a:gd name="connsiteY115" fmla="*/ 1852352 h 2237474"/>
              <a:gd name="connsiteX116" fmla="*/ 3931396 w 12192000"/>
              <a:gd name="connsiteY116" fmla="*/ 1858915 h 2237474"/>
              <a:gd name="connsiteX117" fmla="*/ 3812162 w 12192000"/>
              <a:gd name="connsiteY117" fmla="*/ 1875501 h 2237474"/>
              <a:gd name="connsiteX118" fmla="*/ 3729530 w 12192000"/>
              <a:gd name="connsiteY118" fmla="*/ 1864513 h 2237474"/>
              <a:gd name="connsiteX119" fmla="*/ 3680177 w 12192000"/>
              <a:gd name="connsiteY119" fmla="*/ 1881552 h 2237474"/>
              <a:gd name="connsiteX120" fmla="*/ 3567259 w 12192000"/>
              <a:gd name="connsiteY120" fmla="*/ 1893482 h 2237474"/>
              <a:gd name="connsiteX121" fmla="*/ 3405770 w 12192000"/>
              <a:gd name="connsiteY121" fmla="*/ 1904591 h 2237474"/>
              <a:gd name="connsiteX122" fmla="*/ 3280097 w 12192000"/>
              <a:gd name="connsiteY122" fmla="*/ 1919610 h 2237474"/>
              <a:gd name="connsiteX123" fmla="*/ 3123424 w 12192000"/>
              <a:gd name="connsiteY123" fmla="*/ 1952930 h 2237474"/>
              <a:gd name="connsiteX124" fmla="*/ 3009910 w 12192000"/>
              <a:gd name="connsiteY124" fmla="*/ 1957866 h 2237474"/>
              <a:gd name="connsiteX125" fmla="*/ 2995934 w 12192000"/>
              <a:gd name="connsiteY125" fmla="*/ 1967085 h 2237474"/>
              <a:gd name="connsiteX126" fmla="*/ 2980071 w 12192000"/>
              <a:gd name="connsiteY126" fmla="*/ 1972988 h 2237474"/>
              <a:gd name="connsiteX127" fmla="*/ 2978094 w 12192000"/>
              <a:gd name="connsiteY127" fmla="*/ 1972369 h 2237474"/>
              <a:gd name="connsiteX128" fmla="*/ 2942858 w 12192000"/>
              <a:gd name="connsiteY128" fmla="*/ 1981367 h 2237474"/>
              <a:gd name="connsiteX129" fmla="*/ 2875436 w 12192000"/>
              <a:gd name="connsiteY129" fmla="*/ 1996977 h 2237474"/>
              <a:gd name="connsiteX130" fmla="*/ 2874892 w 12192000"/>
              <a:gd name="connsiteY130" fmla="*/ 1996085 h 2237474"/>
              <a:gd name="connsiteX131" fmla="*/ 2864145 w 12192000"/>
              <a:gd name="connsiteY131" fmla="*/ 1994061 h 2237474"/>
              <a:gd name="connsiteX132" fmla="*/ 2843662 w 12192000"/>
              <a:gd name="connsiteY132" fmla="*/ 1992498 h 2237474"/>
              <a:gd name="connsiteX133" fmla="*/ 2796128 w 12192000"/>
              <a:gd name="connsiteY133" fmla="*/ 1976403 h 2237474"/>
              <a:gd name="connsiteX134" fmla="*/ 2756784 w 12192000"/>
              <a:gd name="connsiteY134" fmla="*/ 1985116 h 2237474"/>
              <a:gd name="connsiteX135" fmla="*/ 2748833 w 12192000"/>
              <a:gd name="connsiteY135" fmla="*/ 1986323 h 2237474"/>
              <a:gd name="connsiteX136" fmla="*/ 2748661 w 12192000"/>
              <a:gd name="connsiteY136" fmla="*/ 1986122 h 2237474"/>
              <a:gd name="connsiteX137" fmla="*/ 2740251 w 12192000"/>
              <a:gd name="connsiteY137" fmla="*/ 1986946 h 2237474"/>
              <a:gd name="connsiteX138" fmla="*/ 2718916 w 12192000"/>
              <a:gd name="connsiteY138" fmla="*/ 1990867 h 2237474"/>
              <a:gd name="connsiteX139" fmla="*/ 2713522 w 12192000"/>
              <a:gd name="connsiteY139" fmla="*/ 1990173 h 2237474"/>
              <a:gd name="connsiteX140" fmla="*/ 2680597 w 12192000"/>
              <a:gd name="connsiteY140" fmla="*/ 1984996 h 2237474"/>
              <a:gd name="connsiteX141" fmla="*/ 2578178 w 12192000"/>
              <a:gd name="connsiteY141" fmla="*/ 1990531 h 2237474"/>
              <a:gd name="connsiteX142" fmla="*/ 2476147 w 12192000"/>
              <a:gd name="connsiteY142" fmla="*/ 1998305 h 2237474"/>
              <a:gd name="connsiteX143" fmla="*/ 2373568 w 12192000"/>
              <a:gd name="connsiteY143" fmla="*/ 2003219 h 2237474"/>
              <a:gd name="connsiteX144" fmla="*/ 2321399 w 12192000"/>
              <a:gd name="connsiteY144" fmla="*/ 1989467 h 2237474"/>
              <a:gd name="connsiteX145" fmla="*/ 2315525 w 12192000"/>
              <a:gd name="connsiteY145" fmla="*/ 1989708 h 2237474"/>
              <a:gd name="connsiteX146" fmla="*/ 2300792 w 12192000"/>
              <a:gd name="connsiteY146" fmla="*/ 1994290 h 2237474"/>
              <a:gd name="connsiteX147" fmla="*/ 2295469 w 12192000"/>
              <a:gd name="connsiteY147" fmla="*/ 1996659 h 2237474"/>
              <a:gd name="connsiteX148" fmla="*/ 2287219 w 12192000"/>
              <a:gd name="connsiteY148" fmla="*/ 1998750 h 2237474"/>
              <a:gd name="connsiteX149" fmla="*/ 2286948 w 12192000"/>
              <a:gd name="connsiteY149" fmla="*/ 1998596 h 2237474"/>
              <a:gd name="connsiteX150" fmla="*/ 2243069 w 12192000"/>
              <a:gd name="connsiteY150" fmla="*/ 2015111 h 2237474"/>
              <a:gd name="connsiteX151" fmla="*/ 2186609 w 12192000"/>
              <a:gd name="connsiteY151" fmla="*/ 2008263 h 2237474"/>
              <a:gd name="connsiteX152" fmla="*/ 2164831 w 12192000"/>
              <a:gd name="connsiteY152" fmla="*/ 2010143 h 2237474"/>
              <a:gd name="connsiteX153" fmla="*/ 2152836 w 12192000"/>
              <a:gd name="connsiteY153" fmla="*/ 2010048 h 2237474"/>
              <a:gd name="connsiteX154" fmla="*/ 2117102 w 12192000"/>
              <a:gd name="connsiteY154" fmla="*/ 2023004 h 2237474"/>
              <a:gd name="connsiteX155" fmla="*/ 2111935 w 12192000"/>
              <a:gd name="connsiteY155" fmla="*/ 2023163 h 2237474"/>
              <a:gd name="connsiteX156" fmla="*/ 2089991 w 12192000"/>
              <a:gd name="connsiteY156" fmla="*/ 2034193 h 2237474"/>
              <a:gd name="connsiteX157" fmla="*/ 2058061 w 12192000"/>
              <a:gd name="connsiteY157" fmla="*/ 2047942 h 2237474"/>
              <a:gd name="connsiteX158" fmla="*/ 2055737 w 12192000"/>
              <a:gd name="connsiteY158" fmla="*/ 2047704 h 2237474"/>
              <a:gd name="connsiteX159" fmla="*/ 2042244 w 12192000"/>
              <a:gd name="connsiteY159" fmla="*/ 2055560 h 2237474"/>
              <a:gd name="connsiteX160" fmla="*/ 1976224 w 12192000"/>
              <a:gd name="connsiteY160" fmla="*/ 2074257 h 2237474"/>
              <a:gd name="connsiteX161" fmla="*/ 1877728 w 12192000"/>
              <a:gd name="connsiteY161" fmla="*/ 2101004 h 2237474"/>
              <a:gd name="connsiteX162" fmla="*/ 1759056 w 12192000"/>
              <a:gd name="connsiteY162" fmla="*/ 2125608 h 2237474"/>
              <a:gd name="connsiteX163" fmla="*/ 1637948 w 12192000"/>
              <a:gd name="connsiteY163" fmla="*/ 2172597 h 2237474"/>
              <a:gd name="connsiteX164" fmla="*/ 1434549 w 12192000"/>
              <a:gd name="connsiteY164" fmla="*/ 2234522 h 2237474"/>
              <a:gd name="connsiteX165" fmla="*/ 1398481 w 12192000"/>
              <a:gd name="connsiteY165" fmla="*/ 2237074 h 2237474"/>
              <a:gd name="connsiteX166" fmla="*/ 1398407 w 12192000"/>
              <a:gd name="connsiteY166" fmla="*/ 2237095 h 2237474"/>
              <a:gd name="connsiteX167" fmla="*/ 1370962 w 12192000"/>
              <a:gd name="connsiteY167" fmla="*/ 2237474 h 2237474"/>
              <a:gd name="connsiteX168" fmla="*/ 1356367 w 12192000"/>
              <a:gd name="connsiteY168" fmla="*/ 2235089 h 2237474"/>
              <a:gd name="connsiteX169" fmla="*/ 1324828 w 12192000"/>
              <a:gd name="connsiteY169" fmla="*/ 2231968 h 2237474"/>
              <a:gd name="connsiteX170" fmla="*/ 1297744 w 12192000"/>
              <a:gd name="connsiteY170" fmla="*/ 2235849 h 2237474"/>
              <a:gd name="connsiteX171" fmla="*/ 1286236 w 12192000"/>
              <a:gd name="connsiteY171" fmla="*/ 2233135 h 2237474"/>
              <a:gd name="connsiteX172" fmla="*/ 1283504 w 12192000"/>
              <a:gd name="connsiteY172" fmla="*/ 2233797 h 2237474"/>
              <a:gd name="connsiteX173" fmla="*/ 1279765 w 12192000"/>
              <a:gd name="connsiteY173" fmla="*/ 2229639 h 2237474"/>
              <a:gd name="connsiteX174" fmla="*/ 1195347 w 12192000"/>
              <a:gd name="connsiteY174" fmla="*/ 2212354 h 2237474"/>
              <a:gd name="connsiteX175" fmla="*/ 970251 w 12192000"/>
              <a:gd name="connsiteY175" fmla="*/ 2221029 h 2237474"/>
              <a:gd name="connsiteX176" fmla="*/ 812914 w 12192000"/>
              <a:gd name="connsiteY176" fmla="*/ 2202752 h 2237474"/>
              <a:gd name="connsiteX177" fmla="*/ 800195 w 12192000"/>
              <a:gd name="connsiteY177" fmla="*/ 2209407 h 2237474"/>
              <a:gd name="connsiteX178" fmla="*/ 784978 w 12192000"/>
              <a:gd name="connsiteY178" fmla="*/ 2212360 h 2237474"/>
              <a:gd name="connsiteX179" fmla="*/ 681987 w 12192000"/>
              <a:gd name="connsiteY179" fmla="*/ 2216757 h 2237474"/>
              <a:gd name="connsiteX180" fmla="*/ 669923 w 12192000"/>
              <a:gd name="connsiteY180" fmla="*/ 2211682 h 2237474"/>
              <a:gd name="connsiteX181" fmla="*/ 648680 w 12192000"/>
              <a:gd name="connsiteY181" fmla="*/ 2206229 h 2237474"/>
              <a:gd name="connsiteX182" fmla="*/ 597225 w 12192000"/>
              <a:gd name="connsiteY182" fmla="*/ 2180999 h 2237474"/>
              <a:gd name="connsiteX183" fmla="*/ 558449 w 12192000"/>
              <a:gd name="connsiteY183" fmla="*/ 2182346 h 2237474"/>
              <a:gd name="connsiteX184" fmla="*/ 550517 w 12192000"/>
              <a:gd name="connsiteY184" fmla="*/ 2182060 h 2237474"/>
              <a:gd name="connsiteX185" fmla="*/ 550309 w 12192000"/>
              <a:gd name="connsiteY185" fmla="*/ 2181825 h 2237474"/>
              <a:gd name="connsiteX186" fmla="*/ 541836 w 12192000"/>
              <a:gd name="connsiteY186" fmla="*/ 2181063 h 2237474"/>
              <a:gd name="connsiteX187" fmla="*/ 536057 w 12192000"/>
              <a:gd name="connsiteY187" fmla="*/ 2181537 h 2237474"/>
              <a:gd name="connsiteX188" fmla="*/ 520671 w 12192000"/>
              <a:gd name="connsiteY188" fmla="*/ 2180980 h 2237474"/>
              <a:gd name="connsiteX189" fmla="*/ 515024 w 12192000"/>
              <a:gd name="connsiteY189" fmla="*/ 2179258 h 2237474"/>
              <a:gd name="connsiteX190" fmla="*/ 512278 w 12192000"/>
              <a:gd name="connsiteY190" fmla="*/ 2176369 h 2237474"/>
              <a:gd name="connsiteX191" fmla="*/ 480419 w 12192000"/>
              <a:gd name="connsiteY191" fmla="*/ 2167807 h 2237474"/>
              <a:gd name="connsiteX192" fmla="*/ 413835 w 12192000"/>
              <a:gd name="connsiteY192" fmla="*/ 2156783 h 2237474"/>
              <a:gd name="connsiteX193" fmla="*/ 376513 w 12192000"/>
              <a:gd name="connsiteY193" fmla="*/ 2154014 h 2237474"/>
              <a:gd name="connsiteX194" fmla="*/ 273386 w 12192000"/>
              <a:gd name="connsiteY194" fmla="*/ 2142551 h 2237474"/>
              <a:gd name="connsiteX195" fmla="*/ 169207 w 12192000"/>
              <a:gd name="connsiteY195" fmla="*/ 2128100 h 2237474"/>
              <a:gd name="connsiteX196" fmla="*/ 93149 w 12192000"/>
              <a:gd name="connsiteY196" fmla="*/ 2105324 h 2237474"/>
              <a:gd name="connsiteX197" fmla="*/ 88109 w 12192000"/>
              <a:gd name="connsiteY197" fmla="*/ 2106704 h 2237474"/>
              <a:gd name="connsiteX198" fmla="*/ 80022 w 12192000"/>
              <a:gd name="connsiteY198" fmla="*/ 2107254 h 2237474"/>
              <a:gd name="connsiteX199" fmla="*/ 79717 w 12192000"/>
              <a:gd name="connsiteY199" fmla="*/ 2107046 h 2237474"/>
              <a:gd name="connsiteX200" fmla="*/ 72352 w 12192000"/>
              <a:gd name="connsiteY200" fmla="*/ 2107991 h 2237474"/>
              <a:gd name="connsiteX201" fmla="*/ 37645 w 12192000"/>
              <a:gd name="connsiteY201" fmla="*/ 2115401 h 2237474"/>
              <a:gd name="connsiteX202" fmla="*/ 4572 w 12192000"/>
              <a:gd name="connsiteY202" fmla="*/ 2111091 h 2237474"/>
              <a:gd name="connsiteX203" fmla="*/ 0 w 12192000"/>
              <a:gd name="connsiteY203" fmla="*/ 2110468 h 2237474"/>
              <a:gd name="connsiteX204" fmla="*/ 0 w 12192000"/>
              <a:gd name="connsiteY20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99084 w 12192000"/>
              <a:gd name="connsiteY67" fmla="*/ 1634317 h 2237474"/>
              <a:gd name="connsiteX68" fmla="*/ 6900177 w 12192000"/>
              <a:gd name="connsiteY68" fmla="*/ 1636016 h 2237474"/>
              <a:gd name="connsiteX69" fmla="*/ 6795372 w 12192000"/>
              <a:gd name="connsiteY69" fmla="*/ 1644845 h 2237474"/>
              <a:gd name="connsiteX70" fmla="*/ 6692251 w 12192000"/>
              <a:gd name="connsiteY70" fmla="*/ 1656357 h 2237474"/>
              <a:gd name="connsiteX71" fmla="*/ 6655235 w 12192000"/>
              <a:gd name="connsiteY71" fmla="*/ 1661869 h 2237474"/>
              <a:gd name="connsiteX72" fmla="*/ 6554894 w 12192000"/>
              <a:gd name="connsiteY72" fmla="*/ 1664428 h 2237474"/>
              <a:gd name="connsiteX73" fmla="*/ 6516595 w 12192000"/>
              <a:gd name="connsiteY73" fmla="*/ 1667475 h 2237474"/>
              <a:gd name="connsiteX74" fmla="*/ 6508541 w 12192000"/>
              <a:gd name="connsiteY74" fmla="*/ 1668757 h 2237474"/>
              <a:gd name="connsiteX75" fmla="*/ 6471012 w 12192000"/>
              <a:gd name="connsiteY75" fmla="*/ 1678604 h 2237474"/>
              <a:gd name="connsiteX76" fmla="*/ 6364035 w 12192000"/>
              <a:gd name="connsiteY76" fmla="*/ 1667683 h 2237474"/>
              <a:gd name="connsiteX77" fmla="*/ 6280959 w 12192000"/>
              <a:gd name="connsiteY77" fmla="*/ 1689329 h 2237474"/>
              <a:gd name="connsiteX78" fmla="*/ 6243319 w 12192000"/>
              <a:gd name="connsiteY78" fmla="*/ 1695560 h 2237474"/>
              <a:gd name="connsiteX79" fmla="*/ 6098321 w 12192000"/>
              <a:gd name="connsiteY79" fmla="*/ 1721646 h 2237474"/>
              <a:gd name="connsiteX80" fmla="*/ 5880652 w 12192000"/>
              <a:gd name="connsiteY80" fmla="*/ 1779643 h 2237474"/>
              <a:gd name="connsiteX81" fmla="*/ 5785959 w 12192000"/>
              <a:gd name="connsiteY81" fmla="*/ 1775307 h 2237474"/>
              <a:gd name="connsiteX82" fmla="*/ 5643534 w 12192000"/>
              <a:gd name="connsiteY82" fmla="*/ 1802919 h 2237474"/>
              <a:gd name="connsiteX83" fmla="*/ 5518799 w 12192000"/>
              <a:gd name="connsiteY83" fmla="*/ 1818312 h 2237474"/>
              <a:gd name="connsiteX84" fmla="*/ 5505014 w 12192000"/>
              <a:gd name="connsiteY84" fmla="*/ 1819259 h 2237474"/>
              <a:gd name="connsiteX85" fmla="*/ 5453307 w 12192000"/>
              <a:gd name="connsiteY85" fmla="*/ 1815450 h 2237474"/>
              <a:gd name="connsiteX86" fmla="*/ 5364192 w 12192000"/>
              <a:gd name="connsiteY86" fmla="*/ 1826074 h 2237474"/>
              <a:gd name="connsiteX87" fmla="*/ 5350380 w 12192000"/>
              <a:gd name="connsiteY87" fmla="*/ 1830891 h 2237474"/>
              <a:gd name="connsiteX88" fmla="*/ 5259633 w 12192000"/>
              <a:gd name="connsiteY88" fmla="*/ 1837160 h 2237474"/>
              <a:gd name="connsiteX89" fmla="*/ 5197513 w 12192000"/>
              <a:gd name="connsiteY89" fmla="*/ 1844718 h 2237474"/>
              <a:gd name="connsiteX90" fmla="*/ 5168852 w 12192000"/>
              <a:gd name="connsiteY90" fmla="*/ 1844846 h 2237474"/>
              <a:gd name="connsiteX91" fmla="*/ 5114927 w 12192000"/>
              <a:gd name="connsiteY91" fmla="*/ 1847827 h 2237474"/>
              <a:gd name="connsiteX92" fmla="*/ 5108970 w 12192000"/>
              <a:gd name="connsiteY92" fmla="*/ 1847935 h 2237474"/>
              <a:gd name="connsiteX93" fmla="*/ 5067961 w 12192000"/>
              <a:gd name="connsiteY93" fmla="*/ 1845917 h 2237474"/>
              <a:gd name="connsiteX94" fmla="*/ 5007075 w 12192000"/>
              <a:gd name="connsiteY94" fmla="*/ 1838626 h 2237474"/>
              <a:gd name="connsiteX95" fmla="*/ 4944087 w 12192000"/>
              <a:gd name="connsiteY95" fmla="*/ 1823332 h 2237474"/>
              <a:gd name="connsiteX96" fmla="*/ 4907662 w 12192000"/>
              <a:gd name="connsiteY96" fmla="*/ 1816900 h 2237474"/>
              <a:gd name="connsiteX97" fmla="*/ 4882386 w 12192000"/>
              <a:gd name="connsiteY97" fmla="*/ 1809844 h 2237474"/>
              <a:gd name="connsiteX98" fmla="*/ 4811440 w 12192000"/>
              <a:gd name="connsiteY98" fmla="*/ 1804655 h 2237474"/>
              <a:gd name="connsiteX99" fmla="*/ 4691075 w 12192000"/>
              <a:gd name="connsiteY99" fmla="*/ 1801389 h 2237474"/>
              <a:gd name="connsiteX100" fmla="*/ 4611738 w 12192000"/>
              <a:gd name="connsiteY100" fmla="*/ 1776964 h 2237474"/>
              <a:gd name="connsiteX101" fmla="*/ 4560070 w 12192000"/>
              <a:gd name="connsiteY101" fmla="*/ 1785640 h 2237474"/>
              <a:gd name="connsiteX102" fmla="*/ 4536503 w 12192000"/>
              <a:gd name="connsiteY102" fmla="*/ 1785334 h 2237474"/>
              <a:gd name="connsiteX103" fmla="*/ 4513724 w 12192000"/>
              <a:gd name="connsiteY103" fmla="*/ 1791996 h 2237474"/>
              <a:gd name="connsiteX104" fmla="*/ 4459810 w 12192000"/>
              <a:gd name="connsiteY104" fmla="*/ 1797886 h 2237474"/>
              <a:gd name="connsiteX105" fmla="*/ 4379064 w 12192000"/>
              <a:gd name="connsiteY105" fmla="*/ 1817177 h 2237474"/>
              <a:gd name="connsiteX106" fmla="*/ 4319209 w 12192000"/>
              <a:gd name="connsiteY106" fmla="*/ 1834833 h 2237474"/>
              <a:gd name="connsiteX107" fmla="*/ 4290981 w 12192000"/>
              <a:gd name="connsiteY107" fmla="*/ 1839677 h 2237474"/>
              <a:gd name="connsiteX108" fmla="*/ 4285792 w 12192000"/>
              <a:gd name="connsiteY108" fmla="*/ 1836231 h 2237474"/>
              <a:gd name="connsiteX109" fmla="*/ 4238372 w 12192000"/>
              <a:gd name="connsiteY109" fmla="*/ 1851480 h 2237474"/>
              <a:gd name="connsiteX110" fmla="*/ 4232517 w 12192000"/>
              <a:gd name="connsiteY110" fmla="*/ 1852567 h 2237474"/>
              <a:gd name="connsiteX111" fmla="*/ 4191732 w 12192000"/>
              <a:gd name="connsiteY111" fmla="*/ 1857328 h 2237474"/>
              <a:gd name="connsiteX112" fmla="*/ 4065532 w 12192000"/>
              <a:gd name="connsiteY112" fmla="*/ 1855477 h 2237474"/>
              <a:gd name="connsiteX113" fmla="*/ 4028460 w 12192000"/>
              <a:gd name="connsiteY113" fmla="*/ 1855137 h 2237474"/>
              <a:gd name="connsiteX114" fmla="*/ 4002267 w 12192000"/>
              <a:gd name="connsiteY114" fmla="*/ 1852352 h 2237474"/>
              <a:gd name="connsiteX115" fmla="*/ 3931396 w 12192000"/>
              <a:gd name="connsiteY115" fmla="*/ 1858915 h 2237474"/>
              <a:gd name="connsiteX116" fmla="*/ 3812162 w 12192000"/>
              <a:gd name="connsiteY116" fmla="*/ 1875501 h 2237474"/>
              <a:gd name="connsiteX117" fmla="*/ 3729530 w 12192000"/>
              <a:gd name="connsiteY117" fmla="*/ 1864513 h 2237474"/>
              <a:gd name="connsiteX118" fmla="*/ 3680177 w 12192000"/>
              <a:gd name="connsiteY118" fmla="*/ 1881552 h 2237474"/>
              <a:gd name="connsiteX119" fmla="*/ 3567259 w 12192000"/>
              <a:gd name="connsiteY119" fmla="*/ 1893482 h 2237474"/>
              <a:gd name="connsiteX120" fmla="*/ 3405770 w 12192000"/>
              <a:gd name="connsiteY120" fmla="*/ 1904591 h 2237474"/>
              <a:gd name="connsiteX121" fmla="*/ 3280097 w 12192000"/>
              <a:gd name="connsiteY121" fmla="*/ 1919610 h 2237474"/>
              <a:gd name="connsiteX122" fmla="*/ 3123424 w 12192000"/>
              <a:gd name="connsiteY122" fmla="*/ 1952930 h 2237474"/>
              <a:gd name="connsiteX123" fmla="*/ 3009910 w 12192000"/>
              <a:gd name="connsiteY123" fmla="*/ 1957866 h 2237474"/>
              <a:gd name="connsiteX124" fmla="*/ 2995934 w 12192000"/>
              <a:gd name="connsiteY124" fmla="*/ 1967085 h 2237474"/>
              <a:gd name="connsiteX125" fmla="*/ 2980071 w 12192000"/>
              <a:gd name="connsiteY125" fmla="*/ 1972988 h 2237474"/>
              <a:gd name="connsiteX126" fmla="*/ 2978094 w 12192000"/>
              <a:gd name="connsiteY126" fmla="*/ 1972369 h 2237474"/>
              <a:gd name="connsiteX127" fmla="*/ 2942858 w 12192000"/>
              <a:gd name="connsiteY127" fmla="*/ 1981367 h 2237474"/>
              <a:gd name="connsiteX128" fmla="*/ 2875436 w 12192000"/>
              <a:gd name="connsiteY128" fmla="*/ 1996977 h 2237474"/>
              <a:gd name="connsiteX129" fmla="*/ 2874892 w 12192000"/>
              <a:gd name="connsiteY129" fmla="*/ 1996085 h 2237474"/>
              <a:gd name="connsiteX130" fmla="*/ 2864145 w 12192000"/>
              <a:gd name="connsiteY130" fmla="*/ 1994061 h 2237474"/>
              <a:gd name="connsiteX131" fmla="*/ 2843662 w 12192000"/>
              <a:gd name="connsiteY131" fmla="*/ 1992498 h 2237474"/>
              <a:gd name="connsiteX132" fmla="*/ 2796128 w 12192000"/>
              <a:gd name="connsiteY132" fmla="*/ 1976403 h 2237474"/>
              <a:gd name="connsiteX133" fmla="*/ 2756784 w 12192000"/>
              <a:gd name="connsiteY133" fmla="*/ 1985116 h 2237474"/>
              <a:gd name="connsiteX134" fmla="*/ 2748833 w 12192000"/>
              <a:gd name="connsiteY134" fmla="*/ 1986323 h 2237474"/>
              <a:gd name="connsiteX135" fmla="*/ 2748661 w 12192000"/>
              <a:gd name="connsiteY135" fmla="*/ 1986122 h 2237474"/>
              <a:gd name="connsiteX136" fmla="*/ 2740251 w 12192000"/>
              <a:gd name="connsiteY136" fmla="*/ 1986946 h 2237474"/>
              <a:gd name="connsiteX137" fmla="*/ 2718916 w 12192000"/>
              <a:gd name="connsiteY137" fmla="*/ 1990867 h 2237474"/>
              <a:gd name="connsiteX138" fmla="*/ 2713522 w 12192000"/>
              <a:gd name="connsiteY138" fmla="*/ 1990173 h 2237474"/>
              <a:gd name="connsiteX139" fmla="*/ 2680597 w 12192000"/>
              <a:gd name="connsiteY139" fmla="*/ 1984996 h 2237474"/>
              <a:gd name="connsiteX140" fmla="*/ 2578178 w 12192000"/>
              <a:gd name="connsiteY140" fmla="*/ 1990531 h 2237474"/>
              <a:gd name="connsiteX141" fmla="*/ 2476147 w 12192000"/>
              <a:gd name="connsiteY141" fmla="*/ 1998305 h 2237474"/>
              <a:gd name="connsiteX142" fmla="*/ 2373568 w 12192000"/>
              <a:gd name="connsiteY142" fmla="*/ 2003219 h 2237474"/>
              <a:gd name="connsiteX143" fmla="*/ 2321399 w 12192000"/>
              <a:gd name="connsiteY143" fmla="*/ 1989467 h 2237474"/>
              <a:gd name="connsiteX144" fmla="*/ 2315525 w 12192000"/>
              <a:gd name="connsiteY144" fmla="*/ 1989708 h 2237474"/>
              <a:gd name="connsiteX145" fmla="*/ 2300792 w 12192000"/>
              <a:gd name="connsiteY145" fmla="*/ 1994290 h 2237474"/>
              <a:gd name="connsiteX146" fmla="*/ 2295469 w 12192000"/>
              <a:gd name="connsiteY146" fmla="*/ 1996659 h 2237474"/>
              <a:gd name="connsiteX147" fmla="*/ 2287219 w 12192000"/>
              <a:gd name="connsiteY147" fmla="*/ 1998750 h 2237474"/>
              <a:gd name="connsiteX148" fmla="*/ 2286948 w 12192000"/>
              <a:gd name="connsiteY148" fmla="*/ 1998596 h 2237474"/>
              <a:gd name="connsiteX149" fmla="*/ 2243069 w 12192000"/>
              <a:gd name="connsiteY149" fmla="*/ 2015111 h 2237474"/>
              <a:gd name="connsiteX150" fmla="*/ 2186609 w 12192000"/>
              <a:gd name="connsiteY150" fmla="*/ 2008263 h 2237474"/>
              <a:gd name="connsiteX151" fmla="*/ 2164831 w 12192000"/>
              <a:gd name="connsiteY151" fmla="*/ 2010143 h 2237474"/>
              <a:gd name="connsiteX152" fmla="*/ 2152836 w 12192000"/>
              <a:gd name="connsiteY152" fmla="*/ 2010048 h 2237474"/>
              <a:gd name="connsiteX153" fmla="*/ 2117102 w 12192000"/>
              <a:gd name="connsiteY153" fmla="*/ 2023004 h 2237474"/>
              <a:gd name="connsiteX154" fmla="*/ 2111935 w 12192000"/>
              <a:gd name="connsiteY154" fmla="*/ 2023163 h 2237474"/>
              <a:gd name="connsiteX155" fmla="*/ 2089991 w 12192000"/>
              <a:gd name="connsiteY155" fmla="*/ 2034193 h 2237474"/>
              <a:gd name="connsiteX156" fmla="*/ 2058061 w 12192000"/>
              <a:gd name="connsiteY156" fmla="*/ 2047942 h 2237474"/>
              <a:gd name="connsiteX157" fmla="*/ 2055737 w 12192000"/>
              <a:gd name="connsiteY157" fmla="*/ 2047704 h 2237474"/>
              <a:gd name="connsiteX158" fmla="*/ 2042244 w 12192000"/>
              <a:gd name="connsiteY158" fmla="*/ 2055560 h 2237474"/>
              <a:gd name="connsiteX159" fmla="*/ 1976224 w 12192000"/>
              <a:gd name="connsiteY159" fmla="*/ 2074257 h 2237474"/>
              <a:gd name="connsiteX160" fmla="*/ 1877728 w 12192000"/>
              <a:gd name="connsiteY160" fmla="*/ 2101004 h 2237474"/>
              <a:gd name="connsiteX161" fmla="*/ 1759056 w 12192000"/>
              <a:gd name="connsiteY161" fmla="*/ 2125608 h 2237474"/>
              <a:gd name="connsiteX162" fmla="*/ 1637948 w 12192000"/>
              <a:gd name="connsiteY162" fmla="*/ 2172597 h 2237474"/>
              <a:gd name="connsiteX163" fmla="*/ 1434549 w 12192000"/>
              <a:gd name="connsiteY163" fmla="*/ 2234522 h 2237474"/>
              <a:gd name="connsiteX164" fmla="*/ 1398481 w 12192000"/>
              <a:gd name="connsiteY164" fmla="*/ 2237074 h 2237474"/>
              <a:gd name="connsiteX165" fmla="*/ 1398407 w 12192000"/>
              <a:gd name="connsiteY165" fmla="*/ 2237095 h 2237474"/>
              <a:gd name="connsiteX166" fmla="*/ 1370962 w 12192000"/>
              <a:gd name="connsiteY166" fmla="*/ 2237474 h 2237474"/>
              <a:gd name="connsiteX167" fmla="*/ 1356367 w 12192000"/>
              <a:gd name="connsiteY167" fmla="*/ 2235089 h 2237474"/>
              <a:gd name="connsiteX168" fmla="*/ 1324828 w 12192000"/>
              <a:gd name="connsiteY168" fmla="*/ 2231968 h 2237474"/>
              <a:gd name="connsiteX169" fmla="*/ 1297744 w 12192000"/>
              <a:gd name="connsiteY169" fmla="*/ 2235849 h 2237474"/>
              <a:gd name="connsiteX170" fmla="*/ 1286236 w 12192000"/>
              <a:gd name="connsiteY170" fmla="*/ 2233135 h 2237474"/>
              <a:gd name="connsiteX171" fmla="*/ 1283504 w 12192000"/>
              <a:gd name="connsiteY171" fmla="*/ 2233797 h 2237474"/>
              <a:gd name="connsiteX172" fmla="*/ 1279765 w 12192000"/>
              <a:gd name="connsiteY172" fmla="*/ 2229639 h 2237474"/>
              <a:gd name="connsiteX173" fmla="*/ 1195347 w 12192000"/>
              <a:gd name="connsiteY173" fmla="*/ 2212354 h 2237474"/>
              <a:gd name="connsiteX174" fmla="*/ 970251 w 12192000"/>
              <a:gd name="connsiteY174" fmla="*/ 2221029 h 2237474"/>
              <a:gd name="connsiteX175" fmla="*/ 812914 w 12192000"/>
              <a:gd name="connsiteY175" fmla="*/ 2202752 h 2237474"/>
              <a:gd name="connsiteX176" fmla="*/ 800195 w 12192000"/>
              <a:gd name="connsiteY176" fmla="*/ 2209407 h 2237474"/>
              <a:gd name="connsiteX177" fmla="*/ 784978 w 12192000"/>
              <a:gd name="connsiteY177" fmla="*/ 2212360 h 2237474"/>
              <a:gd name="connsiteX178" fmla="*/ 681987 w 12192000"/>
              <a:gd name="connsiteY178" fmla="*/ 2216757 h 2237474"/>
              <a:gd name="connsiteX179" fmla="*/ 669923 w 12192000"/>
              <a:gd name="connsiteY179" fmla="*/ 2211682 h 2237474"/>
              <a:gd name="connsiteX180" fmla="*/ 648680 w 12192000"/>
              <a:gd name="connsiteY180" fmla="*/ 2206229 h 2237474"/>
              <a:gd name="connsiteX181" fmla="*/ 597225 w 12192000"/>
              <a:gd name="connsiteY181" fmla="*/ 2180999 h 2237474"/>
              <a:gd name="connsiteX182" fmla="*/ 558449 w 12192000"/>
              <a:gd name="connsiteY182" fmla="*/ 2182346 h 2237474"/>
              <a:gd name="connsiteX183" fmla="*/ 550517 w 12192000"/>
              <a:gd name="connsiteY183" fmla="*/ 2182060 h 2237474"/>
              <a:gd name="connsiteX184" fmla="*/ 550309 w 12192000"/>
              <a:gd name="connsiteY184" fmla="*/ 2181825 h 2237474"/>
              <a:gd name="connsiteX185" fmla="*/ 541836 w 12192000"/>
              <a:gd name="connsiteY185" fmla="*/ 2181063 h 2237474"/>
              <a:gd name="connsiteX186" fmla="*/ 536057 w 12192000"/>
              <a:gd name="connsiteY186" fmla="*/ 2181537 h 2237474"/>
              <a:gd name="connsiteX187" fmla="*/ 520671 w 12192000"/>
              <a:gd name="connsiteY187" fmla="*/ 2180980 h 2237474"/>
              <a:gd name="connsiteX188" fmla="*/ 515024 w 12192000"/>
              <a:gd name="connsiteY188" fmla="*/ 2179258 h 2237474"/>
              <a:gd name="connsiteX189" fmla="*/ 512278 w 12192000"/>
              <a:gd name="connsiteY189" fmla="*/ 2176369 h 2237474"/>
              <a:gd name="connsiteX190" fmla="*/ 480419 w 12192000"/>
              <a:gd name="connsiteY190" fmla="*/ 2167807 h 2237474"/>
              <a:gd name="connsiteX191" fmla="*/ 413835 w 12192000"/>
              <a:gd name="connsiteY191" fmla="*/ 2156783 h 2237474"/>
              <a:gd name="connsiteX192" fmla="*/ 376513 w 12192000"/>
              <a:gd name="connsiteY192" fmla="*/ 2154014 h 2237474"/>
              <a:gd name="connsiteX193" fmla="*/ 273386 w 12192000"/>
              <a:gd name="connsiteY193" fmla="*/ 2142551 h 2237474"/>
              <a:gd name="connsiteX194" fmla="*/ 169207 w 12192000"/>
              <a:gd name="connsiteY194" fmla="*/ 2128100 h 2237474"/>
              <a:gd name="connsiteX195" fmla="*/ 93149 w 12192000"/>
              <a:gd name="connsiteY195" fmla="*/ 2105324 h 2237474"/>
              <a:gd name="connsiteX196" fmla="*/ 88109 w 12192000"/>
              <a:gd name="connsiteY196" fmla="*/ 2106704 h 2237474"/>
              <a:gd name="connsiteX197" fmla="*/ 80022 w 12192000"/>
              <a:gd name="connsiteY197" fmla="*/ 2107254 h 2237474"/>
              <a:gd name="connsiteX198" fmla="*/ 79717 w 12192000"/>
              <a:gd name="connsiteY198" fmla="*/ 2107046 h 2237474"/>
              <a:gd name="connsiteX199" fmla="*/ 72352 w 12192000"/>
              <a:gd name="connsiteY199" fmla="*/ 2107991 h 2237474"/>
              <a:gd name="connsiteX200" fmla="*/ 37645 w 12192000"/>
              <a:gd name="connsiteY200" fmla="*/ 2115401 h 2237474"/>
              <a:gd name="connsiteX201" fmla="*/ 4572 w 12192000"/>
              <a:gd name="connsiteY201" fmla="*/ 2111091 h 2237474"/>
              <a:gd name="connsiteX202" fmla="*/ 0 w 12192000"/>
              <a:gd name="connsiteY202" fmla="*/ 2110468 h 2237474"/>
              <a:gd name="connsiteX203" fmla="*/ 0 w 12192000"/>
              <a:gd name="connsiteY20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350380 w 12192000"/>
              <a:gd name="connsiteY86" fmla="*/ 1830891 h 2237474"/>
              <a:gd name="connsiteX87" fmla="*/ 5259633 w 12192000"/>
              <a:gd name="connsiteY87" fmla="*/ 1837160 h 2237474"/>
              <a:gd name="connsiteX88" fmla="*/ 5197513 w 12192000"/>
              <a:gd name="connsiteY88" fmla="*/ 1844718 h 2237474"/>
              <a:gd name="connsiteX89" fmla="*/ 5168852 w 12192000"/>
              <a:gd name="connsiteY89" fmla="*/ 1844846 h 2237474"/>
              <a:gd name="connsiteX90" fmla="*/ 5114927 w 12192000"/>
              <a:gd name="connsiteY90" fmla="*/ 1847827 h 2237474"/>
              <a:gd name="connsiteX91" fmla="*/ 5108970 w 12192000"/>
              <a:gd name="connsiteY91" fmla="*/ 1847935 h 2237474"/>
              <a:gd name="connsiteX92" fmla="*/ 5067961 w 12192000"/>
              <a:gd name="connsiteY92" fmla="*/ 1845917 h 2237474"/>
              <a:gd name="connsiteX93" fmla="*/ 5007075 w 12192000"/>
              <a:gd name="connsiteY93" fmla="*/ 1838626 h 2237474"/>
              <a:gd name="connsiteX94" fmla="*/ 4944087 w 12192000"/>
              <a:gd name="connsiteY94" fmla="*/ 1823332 h 2237474"/>
              <a:gd name="connsiteX95" fmla="*/ 4907662 w 12192000"/>
              <a:gd name="connsiteY95" fmla="*/ 1816900 h 2237474"/>
              <a:gd name="connsiteX96" fmla="*/ 4882386 w 12192000"/>
              <a:gd name="connsiteY96" fmla="*/ 1809844 h 2237474"/>
              <a:gd name="connsiteX97" fmla="*/ 4811440 w 12192000"/>
              <a:gd name="connsiteY97" fmla="*/ 1804655 h 2237474"/>
              <a:gd name="connsiteX98" fmla="*/ 4691075 w 12192000"/>
              <a:gd name="connsiteY98" fmla="*/ 1801389 h 2237474"/>
              <a:gd name="connsiteX99" fmla="*/ 4611738 w 12192000"/>
              <a:gd name="connsiteY99" fmla="*/ 1776964 h 2237474"/>
              <a:gd name="connsiteX100" fmla="*/ 4560070 w 12192000"/>
              <a:gd name="connsiteY100" fmla="*/ 1785640 h 2237474"/>
              <a:gd name="connsiteX101" fmla="*/ 4536503 w 12192000"/>
              <a:gd name="connsiteY101" fmla="*/ 1785334 h 2237474"/>
              <a:gd name="connsiteX102" fmla="*/ 4513724 w 12192000"/>
              <a:gd name="connsiteY102" fmla="*/ 1791996 h 2237474"/>
              <a:gd name="connsiteX103" fmla="*/ 4459810 w 12192000"/>
              <a:gd name="connsiteY103" fmla="*/ 1797886 h 2237474"/>
              <a:gd name="connsiteX104" fmla="*/ 4379064 w 12192000"/>
              <a:gd name="connsiteY104" fmla="*/ 1817177 h 2237474"/>
              <a:gd name="connsiteX105" fmla="*/ 4319209 w 12192000"/>
              <a:gd name="connsiteY105" fmla="*/ 1834833 h 2237474"/>
              <a:gd name="connsiteX106" fmla="*/ 4290981 w 12192000"/>
              <a:gd name="connsiteY106" fmla="*/ 1839677 h 2237474"/>
              <a:gd name="connsiteX107" fmla="*/ 4285792 w 12192000"/>
              <a:gd name="connsiteY107" fmla="*/ 1836231 h 2237474"/>
              <a:gd name="connsiteX108" fmla="*/ 4238372 w 12192000"/>
              <a:gd name="connsiteY108" fmla="*/ 1851480 h 2237474"/>
              <a:gd name="connsiteX109" fmla="*/ 4232517 w 12192000"/>
              <a:gd name="connsiteY109" fmla="*/ 1852567 h 2237474"/>
              <a:gd name="connsiteX110" fmla="*/ 4191732 w 12192000"/>
              <a:gd name="connsiteY110" fmla="*/ 1857328 h 2237474"/>
              <a:gd name="connsiteX111" fmla="*/ 4065532 w 12192000"/>
              <a:gd name="connsiteY111" fmla="*/ 1855477 h 2237474"/>
              <a:gd name="connsiteX112" fmla="*/ 4028460 w 12192000"/>
              <a:gd name="connsiteY112" fmla="*/ 1855137 h 2237474"/>
              <a:gd name="connsiteX113" fmla="*/ 4002267 w 12192000"/>
              <a:gd name="connsiteY113" fmla="*/ 1852352 h 2237474"/>
              <a:gd name="connsiteX114" fmla="*/ 3931396 w 12192000"/>
              <a:gd name="connsiteY114" fmla="*/ 1858915 h 2237474"/>
              <a:gd name="connsiteX115" fmla="*/ 3812162 w 12192000"/>
              <a:gd name="connsiteY115" fmla="*/ 1875501 h 2237474"/>
              <a:gd name="connsiteX116" fmla="*/ 3729530 w 12192000"/>
              <a:gd name="connsiteY116" fmla="*/ 1864513 h 2237474"/>
              <a:gd name="connsiteX117" fmla="*/ 3680177 w 12192000"/>
              <a:gd name="connsiteY117" fmla="*/ 1881552 h 2237474"/>
              <a:gd name="connsiteX118" fmla="*/ 3567259 w 12192000"/>
              <a:gd name="connsiteY118" fmla="*/ 1893482 h 2237474"/>
              <a:gd name="connsiteX119" fmla="*/ 3405770 w 12192000"/>
              <a:gd name="connsiteY119" fmla="*/ 1904591 h 2237474"/>
              <a:gd name="connsiteX120" fmla="*/ 3280097 w 12192000"/>
              <a:gd name="connsiteY120" fmla="*/ 1919610 h 2237474"/>
              <a:gd name="connsiteX121" fmla="*/ 3123424 w 12192000"/>
              <a:gd name="connsiteY121" fmla="*/ 1952930 h 2237474"/>
              <a:gd name="connsiteX122" fmla="*/ 3009910 w 12192000"/>
              <a:gd name="connsiteY122" fmla="*/ 1957866 h 2237474"/>
              <a:gd name="connsiteX123" fmla="*/ 2995934 w 12192000"/>
              <a:gd name="connsiteY123" fmla="*/ 1967085 h 2237474"/>
              <a:gd name="connsiteX124" fmla="*/ 2980071 w 12192000"/>
              <a:gd name="connsiteY124" fmla="*/ 1972988 h 2237474"/>
              <a:gd name="connsiteX125" fmla="*/ 2978094 w 12192000"/>
              <a:gd name="connsiteY125" fmla="*/ 1972369 h 2237474"/>
              <a:gd name="connsiteX126" fmla="*/ 2942858 w 12192000"/>
              <a:gd name="connsiteY126" fmla="*/ 1981367 h 2237474"/>
              <a:gd name="connsiteX127" fmla="*/ 2875436 w 12192000"/>
              <a:gd name="connsiteY127" fmla="*/ 1996977 h 2237474"/>
              <a:gd name="connsiteX128" fmla="*/ 2874892 w 12192000"/>
              <a:gd name="connsiteY128" fmla="*/ 1996085 h 2237474"/>
              <a:gd name="connsiteX129" fmla="*/ 2864145 w 12192000"/>
              <a:gd name="connsiteY129" fmla="*/ 1994061 h 2237474"/>
              <a:gd name="connsiteX130" fmla="*/ 2843662 w 12192000"/>
              <a:gd name="connsiteY130" fmla="*/ 1992498 h 2237474"/>
              <a:gd name="connsiteX131" fmla="*/ 2796128 w 12192000"/>
              <a:gd name="connsiteY131" fmla="*/ 1976403 h 2237474"/>
              <a:gd name="connsiteX132" fmla="*/ 2756784 w 12192000"/>
              <a:gd name="connsiteY132" fmla="*/ 1985116 h 2237474"/>
              <a:gd name="connsiteX133" fmla="*/ 2748833 w 12192000"/>
              <a:gd name="connsiteY133" fmla="*/ 1986323 h 2237474"/>
              <a:gd name="connsiteX134" fmla="*/ 2748661 w 12192000"/>
              <a:gd name="connsiteY134" fmla="*/ 1986122 h 2237474"/>
              <a:gd name="connsiteX135" fmla="*/ 2740251 w 12192000"/>
              <a:gd name="connsiteY135" fmla="*/ 1986946 h 2237474"/>
              <a:gd name="connsiteX136" fmla="*/ 2718916 w 12192000"/>
              <a:gd name="connsiteY136" fmla="*/ 1990867 h 2237474"/>
              <a:gd name="connsiteX137" fmla="*/ 2713522 w 12192000"/>
              <a:gd name="connsiteY137" fmla="*/ 1990173 h 2237474"/>
              <a:gd name="connsiteX138" fmla="*/ 2680597 w 12192000"/>
              <a:gd name="connsiteY138" fmla="*/ 1984996 h 2237474"/>
              <a:gd name="connsiteX139" fmla="*/ 2578178 w 12192000"/>
              <a:gd name="connsiteY139" fmla="*/ 1990531 h 2237474"/>
              <a:gd name="connsiteX140" fmla="*/ 2476147 w 12192000"/>
              <a:gd name="connsiteY140" fmla="*/ 1998305 h 2237474"/>
              <a:gd name="connsiteX141" fmla="*/ 2373568 w 12192000"/>
              <a:gd name="connsiteY141" fmla="*/ 2003219 h 2237474"/>
              <a:gd name="connsiteX142" fmla="*/ 2321399 w 12192000"/>
              <a:gd name="connsiteY142" fmla="*/ 1989467 h 2237474"/>
              <a:gd name="connsiteX143" fmla="*/ 2315525 w 12192000"/>
              <a:gd name="connsiteY143" fmla="*/ 1989708 h 2237474"/>
              <a:gd name="connsiteX144" fmla="*/ 2300792 w 12192000"/>
              <a:gd name="connsiteY144" fmla="*/ 1994290 h 2237474"/>
              <a:gd name="connsiteX145" fmla="*/ 2295469 w 12192000"/>
              <a:gd name="connsiteY145" fmla="*/ 1996659 h 2237474"/>
              <a:gd name="connsiteX146" fmla="*/ 2287219 w 12192000"/>
              <a:gd name="connsiteY146" fmla="*/ 1998750 h 2237474"/>
              <a:gd name="connsiteX147" fmla="*/ 2286948 w 12192000"/>
              <a:gd name="connsiteY147" fmla="*/ 1998596 h 2237474"/>
              <a:gd name="connsiteX148" fmla="*/ 2243069 w 12192000"/>
              <a:gd name="connsiteY148" fmla="*/ 2015111 h 2237474"/>
              <a:gd name="connsiteX149" fmla="*/ 2186609 w 12192000"/>
              <a:gd name="connsiteY149" fmla="*/ 2008263 h 2237474"/>
              <a:gd name="connsiteX150" fmla="*/ 2164831 w 12192000"/>
              <a:gd name="connsiteY150" fmla="*/ 2010143 h 2237474"/>
              <a:gd name="connsiteX151" fmla="*/ 2152836 w 12192000"/>
              <a:gd name="connsiteY151" fmla="*/ 2010048 h 2237474"/>
              <a:gd name="connsiteX152" fmla="*/ 2117102 w 12192000"/>
              <a:gd name="connsiteY152" fmla="*/ 2023004 h 2237474"/>
              <a:gd name="connsiteX153" fmla="*/ 2111935 w 12192000"/>
              <a:gd name="connsiteY153" fmla="*/ 2023163 h 2237474"/>
              <a:gd name="connsiteX154" fmla="*/ 2089991 w 12192000"/>
              <a:gd name="connsiteY154" fmla="*/ 2034193 h 2237474"/>
              <a:gd name="connsiteX155" fmla="*/ 2058061 w 12192000"/>
              <a:gd name="connsiteY155" fmla="*/ 2047942 h 2237474"/>
              <a:gd name="connsiteX156" fmla="*/ 2055737 w 12192000"/>
              <a:gd name="connsiteY156" fmla="*/ 2047704 h 2237474"/>
              <a:gd name="connsiteX157" fmla="*/ 2042244 w 12192000"/>
              <a:gd name="connsiteY157" fmla="*/ 2055560 h 2237474"/>
              <a:gd name="connsiteX158" fmla="*/ 1976224 w 12192000"/>
              <a:gd name="connsiteY158" fmla="*/ 2074257 h 2237474"/>
              <a:gd name="connsiteX159" fmla="*/ 1877728 w 12192000"/>
              <a:gd name="connsiteY159" fmla="*/ 2101004 h 2237474"/>
              <a:gd name="connsiteX160" fmla="*/ 1759056 w 12192000"/>
              <a:gd name="connsiteY160" fmla="*/ 2125608 h 2237474"/>
              <a:gd name="connsiteX161" fmla="*/ 1637948 w 12192000"/>
              <a:gd name="connsiteY161" fmla="*/ 2172597 h 2237474"/>
              <a:gd name="connsiteX162" fmla="*/ 1434549 w 12192000"/>
              <a:gd name="connsiteY162" fmla="*/ 2234522 h 2237474"/>
              <a:gd name="connsiteX163" fmla="*/ 1398481 w 12192000"/>
              <a:gd name="connsiteY163" fmla="*/ 2237074 h 2237474"/>
              <a:gd name="connsiteX164" fmla="*/ 1398407 w 12192000"/>
              <a:gd name="connsiteY164" fmla="*/ 2237095 h 2237474"/>
              <a:gd name="connsiteX165" fmla="*/ 1370962 w 12192000"/>
              <a:gd name="connsiteY165" fmla="*/ 2237474 h 2237474"/>
              <a:gd name="connsiteX166" fmla="*/ 1356367 w 12192000"/>
              <a:gd name="connsiteY166" fmla="*/ 2235089 h 2237474"/>
              <a:gd name="connsiteX167" fmla="*/ 1324828 w 12192000"/>
              <a:gd name="connsiteY167" fmla="*/ 2231968 h 2237474"/>
              <a:gd name="connsiteX168" fmla="*/ 1297744 w 12192000"/>
              <a:gd name="connsiteY168" fmla="*/ 2235849 h 2237474"/>
              <a:gd name="connsiteX169" fmla="*/ 1286236 w 12192000"/>
              <a:gd name="connsiteY169" fmla="*/ 2233135 h 2237474"/>
              <a:gd name="connsiteX170" fmla="*/ 1283504 w 12192000"/>
              <a:gd name="connsiteY170" fmla="*/ 2233797 h 2237474"/>
              <a:gd name="connsiteX171" fmla="*/ 1279765 w 12192000"/>
              <a:gd name="connsiteY171" fmla="*/ 2229639 h 2237474"/>
              <a:gd name="connsiteX172" fmla="*/ 1195347 w 12192000"/>
              <a:gd name="connsiteY172" fmla="*/ 2212354 h 2237474"/>
              <a:gd name="connsiteX173" fmla="*/ 970251 w 12192000"/>
              <a:gd name="connsiteY173" fmla="*/ 2221029 h 2237474"/>
              <a:gd name="connsiteX174" fmla="*/ 812914 w 12192000"/>
              <a:gd name="connsiteY174" fmla="*/ 2202752 h 2237474"/>
              <a:gd name="connsiteX175" fmla="*/ 800195 w 12192000"/>
              <a:gd name="connsiteY175" fmla="*/ 2209407 h 2237474"/>
              <a:gd name="connsiteX176" fmla="*/ 784978 w 12192000"/>
              <a:gd name="connsiteY176" fmla="*/ 2212360 h 2237474"/>
              <a:gd name="connsiteX177" fmla="*/ 681987 w 12192000"/>
              <a:gd name="connsiteY177" fmla="*/ 2216757 h 2237474"/>
              <a:gd name="connsiteX178" fmla="*/ 669923 w 12192000"/>
              <a:gd name="connsiteY178" fmla="*/ 2211682 h 2237474"/>
              <a:gd name="connsiteX179" fmla="*/ 648680 w 12192000"/>
              <a:gd name="connsiteY179" fmla="*/ 2206229 h 2237474"/>
              <a:gd name="connsiteX180" fmla="*/ 597225 w 12192000"/>
              <a:gd name="connsiteY180" fmla="*/ 2180999 h 2237474"/>
              <a:gd name="connsiteX181" fmla="*/ 558449 w 12192000"/>
              <a:gd name="connsiteY181" fmla="*/ 2182346 h 2237474"/>
              <a:gd name="connsiteX182" fmla="*/ 550517 w 12192000"/>
              <a:gd name="connsiteY182" fmla="*/ 2182060 h 2237474"/>
              <a:gd name="connsiteX183" fmla="*/ 550309 w 12192000"/>
              <a:gd name="connsiteY183" fmla="*/ 2181825 h 2237474"/>
              <a:gd name="connsiteX184" fmla="*/ 541836 w 12192000"/>
              <a:gd name="connsiteY184" fmla="*/ 2181063 h 2237474"/>
              <a:gd name="connsiteX185" fmla="*/ 536057 w 12192000"/>
              <a:gd name="connsiteY185" fmla="*/ 2181537 h 2237474"/>
              <a:gd name="connsiteX186" fmla="*/ 520671 w 12192000"/>
              <a:gd name="connsiteY186" fmla="*/ 2180980 h 2237474"/>
              <a:gd name="connsiteX187" fmla="*/ 515024 w 12192000"/>
              <a:gd name="connsiteY187" fmla="*/ 2179258 h 2237474"/>
              <a:gd name="connsiteX188" fmla="*/ 512278 w 12192000"/>
              <a:gd name="connsiteY188" fmla="*/ 2176369 h 2237474"/>
              <a:gd name="connsiteX189" fmla="*/ 480419 w 12192000"/>
              <a:gd name="connsiteY189" fmla="*/ 2167807 h 2237474"/>
              <a:gd name="connsiteX190" fmla="*/ 413835 w 12192000"/>
              <a:gd name="connsiteY190" fmla="*/ 2156783 h 2237474"/>
              <a:gd name="connsiteX191" fmla="*/ 376513 w 12192000"/>
              <a:gd name="connsiteY191" fmla="*/ 2154014 h 2237474"/>
              <a:gd name="connsiteX192" fmla="*/ 273386 w 12192000"/>
              <a:gd name="connsiteY192" fmla="*/ 2142551 h 2237474"/>
              <a:gd name="connsiteX193" fmla="*/ 169207 w 12192000"/>
              <a:gd name="connsiteY193" fmla="*/ 2128100 h 2237474"/>
              <a:gd name="connsiteX194" fmla="*/ 93149 w 12192000"/>
              <a:gd name="connsiteY194" fmla="*/ 2105324 h 2237474"/>
              <a:gd name="connsiteX195" fmla="*/ 88109 w 12192000"/>
              <a:gd name="connsiteY195" fmla="*/ 2106704 h 2237474"/>
              <a:gd name="connsiteX196" fmla="*/ 80022 w 12192000"/>
              <a:gd name="connsiteY196" fmla="*/ 2107254 h 2237474"/>
              <a:gd name="connsiteX197" fmla="*/ 79717 w 12192000"/>
              <a:gd name="connsiteY197" fmla="*/ 2107046 h 2237474"/>
              <a:gd name="connsiteX198" fmla="*/ 72352 w 12192000"/>
              <a:gd name="connsiteY198" fmla="*/ 2107991 h 2237474"/>
              <a:gd name="connsiteX199" fmla="*/ 37645 w 12192000"/>
              <a:gd name="connsiteY199" fmla="*/ 2115401 h 2237474"/>
              <a:gd name="connsiteX200" fmla="*/ 4572 w 12192000"/>
              <a:gd name="connsiteY200" fmla="*/ 2111091 h 2237474"/>
              <a:gd name="connsiteX201" fmla="*/ 0 w 12192000"/>
              <a:gd name="connsiteY201" fmla="*/ 2110468 h 2237474"/>
              <a:gd name="connsiteX202" fmla="*/ 0 w 12192000"/>
              <a:gd name="connsiteY20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350380 w 12192000"/>
              <a:gd name="connsiteY86" fmla="*/ 1830891 h 2237474"/>
              <a:gd name="connsiteX87" fmla="*/ 5259633 w 12192000"/>
              <a:gd name="connsiteY87" fmla="*/ 1837160 h 2237474"/>
              <a:gd name="connsiteX88" fmla="*/ 5197513 w 12192000"/>
              <a:gd name="connsiteY88" fmla="*/ 1844718 h 2237474"/>
              <a:gd name="connsiteX89" fmla="*/ 5168852 w 12192000"/>
              <a:gd name="connsiteY89" fmla="*/ 1844846 h 2237474"/>
              <a:gd name="connsiteX90" fmla="*/ 5114927 w 12192000"/>
              <a:gd name="connsiteY90" fmla="*/ 1847827 h 2237474"/>
              <a:gd name="connsiteX91" fmla="*/ 5108970 w 12192000"/>
              <a:gd name="connsiteY91" fmla="*/ 1847935 h 2237474"/>
              <a:gd name="connsiteX92" fmla="*/ 5067961 w 12192000"/>
              <a:gd name="connsiteY92" fmla="*/ 1845917 h 2237474"/>
              <a:gd name="connsiteX93" fmla="*/ 5007075 w 12192000"/>
              <a:gd name="connsiteY93" fmla="*/ 1838626 h 2237474"/>
              <a:gd name="connsiteX94" fmla="*/ 4944087 w 12192000"/>
              <a:gd name="connsiteY94" fmla="*/ 1823332 h 2237474"/>
              <a:gd name="connsiteX95" fmla="*/ 4907662 w 12192000"/>
              <a:gd name="connsiteY95" fmla="*/ 1816900 h 2237474"/>
              <a:gd name="connsiteX96" fmla="*/ 4882386 w 12192000"/>
              <a:gd name="connsiteY96" fmla="*/ 1809844 h 2237474"/>
              <a:gd name="connsiteX97" fmla="*/ 4811440 w 12192000"/>
              <a:gd name="connsiteY97" fmla="*/ 1804655 h 2237474"/>
              <a:gd name="connsiteX98" fmla="*/ 4691075 w 12192000"/>
              <a:gd name="connsiteY98" fmla="*/ 1801389 h 2237474"/>
              <a:gd name="connsiteX99" fmla="*/ 4611738 w 12192000"/>
              <a:gd name="connsiteY99" fmla="*/ 1776964 h 2237474"/>
              <a:gd name="connsiteX100" fmla="*/ 4560070 w 12192000"/>
              <a:gd name="connsiteY100" fmla="*/ 1785640 h 2237474"/>
              <a:gd name="connsiteX101" fmla="*/ 4536503 w 12192000"/>
              <a:gd name="connsiteY101" fmla="*/ 1785334 h 2237474"/>
              <a:gd name="connsiteX102" fmla="*/ 4513724 w 12192000"/>
              <a:gd name="connsiteY102" fmla="*/ 1791996 h 2237474"/>
              <a:gd name="connsiteX103" fmla="*/ 4459810 w 12192000"/>
              <a:gd name="connsiteY103" fmla="*/ 1797886 h 2237474"/>
              <a:gd name="connsiteX104" fmla="*/ 4379064 w 12192000"/>
              <a:gd name="connsiteY104" fmla="*/ 1817177 h 2237474"/>
              <a:gd name="connsiteX105" fmla="*/ 4319209 w 12192000"/>
              <a:gd name="connsiteY105" fmla="*/ 1834833 h 2237474"/>
              <a:gd name="connsiteX106" fmla="*/ 4290981 w 12192000"/>
              <a:gd name="connsiteY106" fmla="*/ 1839677 h 2237474"/>
              <a:gd name="connsiteX107" fmla="*/ 4285792 w 12192000"/>
              <a:gd name="connsiteY107" fmla="*/ 1836231 h 2237474"/>
              <a:gd name="connsiteX108" fmla="*/ 4238372 w 12192000"/>
              <a:gd name="connsiteY108" fmla="*/ 1851480 h 2237474"/>
              <a:gd name="connsiteX109" fmla="*/ 4232517 w 12192000"/>
              <a:gd name="connsiteY109" fmla="*/ 1852567 h 2237474"/>
              <a:gd name="connsiteX110" fmla="*/ 4191732 w 12192000"/>
              <a:gd name="connsiteY110" fmla="*/ 1857328 h 2237474"/>
              <a:gd name="connsiteX111" fmla="*/ 4065532 w 12192000"/>
              <a:gd name="connsiteY111" fmla="*/ 1855477 h 2237474"/>
              <a:gd name="connsiteX112" fmla="*/ 4028460 w 12192000"/>
              <a:gd name="connsiteY112" fmla="*/ 1855137 h 2237474"/>
              <a:gd name="connsiteX113" fmla="*/ 4002267 w 12192000"/>
              <a:gd name="connsiteY113" fmla="*/ 1852352 h 2237474"/>
              <a:gd name="connsiteX114" fmla="*/ 3931396 w 12192000"/>
              <a:gd name="connsiteY114" fmla="*/ 1858915 h 2237474"/>
              <a:gd name="connsiteX115" fmla="*/ 3812162 w 12192000"/>
              <a:gd name="connsiteY115" fmla="*/ 1875501 h 2237474"/>
              <a:gd name="connsiteX116" fmla="*/ 3729530 w 12192000"/>
              <a:gd name="connsiteY116" fmla="*/ 1864513 h 2237474"/>
              <a:gd name="connsiteX117" fmla="*/ 3680177 w 12192000"/>
              <a:gd name="connsiteY117" fmla="*/ 1881552 h 2237474"/>
              <a:gd name="connsiteX118" fmla="*/ 3567259 w 12192000"/>
              <a:gd name="connsiteY118" fmla="*/ 1893482 h 2237474"/>
              <a:gd name="connsiteX119" fmla="*/ 3405770 w 12192000"/>
              <a:gd name="connsiteY119" fmla="*/ 1904591 h 2237474"/>
              <a:gd name="connsiteX120" fmla="*/ 3280097 w 12192000"/>
              <a:gd name="connsiteY120" fmla="*/ 1919610 h 2237474"/>
              <a:gd name="connsiteX121" fmla="*/ 3123424 w 12192000"/>
              <a:gd name="connsiteY121" fmla="*/ 1952930 h 2237474"/>
              <a:gd name="connsiteX122" fmla="*/ 3009910 w 12192000"/>
              <a:gd name="connsiteY122" fmla="*/ 1957866 h 2237474"/>
              <a:gd name="connsiteX123" fmla="*/ 2995934 w 12192000"/>
              <a:gd name="connsiteY123" fmla="*/ 1967085 h 2237474"/>
              <a:gd name="connsiteX124" fmla="*/ 2980071 w 12192000"/>
              <a:gd name="connsiteY124" fmla="*/ 1972988 h 2237474"/>
              <a:gd name="connsiteX125" fmla="*/ 2978094 w 12192000"/>
              <a:gd name="connsiteY125" fmla="*/ 1972369 h 2237474"/>
              <a:gd name="connsiteX126" fmla="*/ 2942858 w 12192000"/>
              <a:gd name="connsiteY126" fmla="*/ 1981367 h 2237474"/>
              <a:gd name="connsiteX127" fmla="*/ 2875436 w 12192000"/>
              <a:gd name="connsiteY127" fmla="*/ 1996977 h 2237474"/>
              <a:gd name="connsiteX128" fmla="*/ 2874892 w 12192000"/>
              <a:gd name="connsiteY128" fmla="*/ 1996085 h 2237474"/>
              <a:gd name="connsiteX129" fmla="*/ 2864145 w 12192000"/>
              <a:gd name="connsiteY129" fmla="*/ 1994061 h 2237474"/>
              <a:gd name="connsiteX130" fmla="*/ 2843662 w 12192000"/>
              <a:gd name="connsiteY130" fmla="*/ 1992498 h 2237474"/>
              <a:gd name="connsiteX131" fmla="*/ 2796128 w 12192000"/>
              <a:gd name="connsiteY131" fmla="*/ 1976403 h 2237474"/>
              <a:gd name="connsiteX132" fmla="*/ 2756784 w 12192000"/>
              <a:gd name="connsiteY132" fmla="*/ 1985116 h 2237474"/>
              <a:gd name="connsiteX133" fmla="*/ 2748833 w 12192000"/>
              <a:gd name="connsiteY133" fmla="*/ 1986323 h 2237474"/>
              <a:gd name="connsiteX134" fmla="*/ 2748661 w 12192000"/>
              <a:gd name="connsiteY134" fmla="*/ 1986122 h 2237474"/>
              <a:gd name="connsiteX135" fmla="*/ 2740251 w 12192000"/>
              <a:gd name="connsiteY135" fmla="*/ 1986946 h 2237474"/>
              <a:gd name="connsiteX136" fmla="*/ 2718916 w 12192000"/>
              <a:gd name="connsiteY136" fmla="*/ 1990867 h 2237474"/>
              <a:gd name="connsiteX137" fmla="*/ 2713522 w 12192000"/>
              <a:gd name="connsiteY137" fmla="*/ 1990173 h 2237474"/>
              <a:gd name="connsiteX138" fmla="*/ 2680597 w 12192000"/>
              <a:gd name="connsiteY138" fmla="*/ 1984996 h 2237474"/>
              <a:gd name="connsiteX139" fmla="*/ 2578178 w 12192000"/>
              <a:gd name="connsiteY139" fmla="*/ 1990531 h 2237474"/>
              <a:gd name="connsiteX140" fmla="*/ 2476147 w 12192000"/>
              <a:gd name="connsiteY140" fmla="*/ 1998305 h 2237474"/>
              <a:gd name="connsiteX141" fmla="*/ 2373568 w 12192000"/>
              <a:gd name="connsiteY141" fmla="*/ 2003219 h 2237474"/>
              <a:gd name="connsiteX142" fmla="*/ 2321399 w 12192000"/>
              <a:gd name="connsiteY142" fmla="*/ 1989467 h 2237474"/>
              <a:gd name="connsiteX143" fmla="*/ 2315525 w 12192000"/>
              <a:gd name="connsiteY143" fmla="*/ 1989708 h 2237474"/>
              <a:gd name="connsiteX144" fmla="*/ 2300792 w 12192000"/>
              <a:gd name="connsiteY144" fmla="*/ 1994290 h 2237474"/>
              <a:gd name="connsiteX145" fmla="*/ 2295469 w 12192000"/>
              <a:gd name="connsiteY145" fmla="*/ 1996659 h 2237474"/>
              <a:gd name="connsiteX146" fmla="*/ 2287219 w 12192000"/>
              <a:gd name="connsiteY146" fmla="*/ 1998750 h 2237474"/>
              <a:gd name="connsiteX147" fmla="*/ 2286948 w 12192000"/>
              <a:gd name="connsiteY147" fmla="*/ 1998596 h 2237474"/>
              <a:gd name="connsiteX148" fmla="*/ 2243069 w 12192000"/>
              <a:gd name="connsiteY148" fmla="*/ 2015111 h 2237474"/>
              <a:gd name="connsiteX149" fmla="*/ 2186609 w 12192000"/>
              <a:gd name="connsiteY149" fmla="*/ 2008263 h 2237474"/>
              <a:gd name="connsiteX150" fmla="*/ 2164831 w 12192000"/>
              <a:gd name="connsiteY150" fmla="*/ 2010143 h 2237474"/>
              <a:gd name="connsiteX151" fmla="*/ 2152836 w 12192000"/>
              <a:gd name="connsiteY151" fmla="*/ 2010048 h 2237474"/>
              <a:gd name="connsiteX152" fmla="*/ 2117102 w 12192000"/>
              <a:gd name="connsiteY152" fmla="*/ 2023004 h 2237474"/>
              <a:gd name="connsiteX153" fmla="*/ 2111935 w 12192000"/>
              <a:gd name="connsiteY153" fmla="*/ 2023163 h 2237474"/>
              <a:gd name="connsiteX154" fmla="*/ 2089991 w 12192000"/>
              <a:gd name="connsiteY154" fmla="*/ 2034193 h 2237474"/>
              <a:gd name="connsiteX155" fmla="*/ 2058061 w 12192000"/>
              <a:gd name="connsiteY155" fmla="*/ 2047942 h 2237474"/>
              <a:gd name="connsiteX156" fmla="*/ 2055737 w 12192000"/>
              <a:gd name="connsiteY156" fmla="*/ 2047704 h 2237474"/>
              <a:gd name="connsiteX157" fmla="*/ 2042244 w 12192000"/>
              <a:gd name="connsiteY157" fmla="*/ 2055560 h 2237474"/>
              <a:gd name="connsiteX158" fmla="*/ 1976224 w 12192000"/>
              <a:gd name="connsiteY158" fmla="*/ 2074257 h 2237474"/>
              <a:gd name="connsiteX159" fmla="*/ 1877728 w 12192000"/>
              <a:gd name="connsiteY159" fmla="*/ 2101004 h 2237474"/>
              <a:gd name="connsiteX160" fmla="*/ 1759056 w 12192000"/>
              <a:gd name="connsiteY160" fmla="*/ 2125608 h 2237474"/>
              <a:gd name="connsiteX161" fmla="*/ 1637948 w 12192000"/>
              <a:gd name="connsiteY161" fmla="*/ 2172597 h 2237474"/>
              <a:gd name="connsiteX162" fmla="*/ 1434549 w 12192000"/>
              <a:gd name="connsiteY162" fmla="*/ 2234522 h 2237474"/>
              <a:gd name="connsiteX163" fmla="*/ 1398481 w 12192000"/>
              <a:gd name="connsiteY163" fmla="*/ 2237074 h 2237474"/>
              <a:gd name="connsiteX164" fmla="*/ 1398407 w 12192000"/>
              <a:gd name="connsiteY164" fmla="*/ 2237095 h 2237474"/>
              <a:gd name="connsiteX165" fmla="*/ 1370962 w 12192000"/>
              <a:gd name="connsiteY165" fmla="*/ 2237474 h 2237474"/>
              <a:gd name="connsiteX166" fmla="*/ 1356367 w 12192000"/>
              <a:gd name="connsiteY166" fmla="*/ 2235089 h 2237474"/>
              <a:gd name="connsiteX167" fmla="*/ 1324828 w 12192000"/>
              <a:gd name="connsiteY167" fmla="*/ 2231968 h 2237474"/>
              <a:gd name="connsiteX168" fmla="*/ 1297744 w 12192000"/>
              <a:gd name="connsiteY168" fmla="*/ 2235849 h 2237474"/>
              <a:gd name="connsiteX169" fmla="*/ 1286236 w 12192000"/>
              <a:gd name="connsiteY169" fmla="*/ 2233135 h 2237474"/>
              <a:gd name="connsiteX170" fmla="*/ 1283504 w 12192000"/>
              <a:gd name="connsiteY170" fmla="*/ 2233797 h 2237474"/>
              <a:gd name="connsiteX171" fmla="*/ 1279765 w 12192000"/>
              <a:gd name="connsiteY171" fmla="*/ 2229639 h 2237474"/>
              <a:gd name="connsiteX172" fmla="*/ 1195347 w 12192000"/>
              <a:gd name="connsiteY172" fmla="*/ 2212354 h 2237474"/>
              <a:gd name="connsiteX173" fmla="*/ 970251 w 12192000"/>
              <a:gd name="connsiteY173" fmla="*/ 2221029 h 2237474"/>
              <a:gd name="connsiteX174" fmla="*/ 812914 w 12192000"/>
              <a:gd name="connsiteY174" fmla="*/ 2202752 h 2237474"/>
              <a:gd name="connsiteX175" fmla="*/ 800195 w 12192000"/>
              <a:gd name="connsiteY175" fmla="*/ 2209407 h 2237474"/>
              <a:gd name="connsiteX176" fmla="*/ 784978 w 12192000"/>
              <a:gd name="connsiteY176" fmla="*/ 2212360 h 2237474"/>
              <a:gd name="connsiteX177" fmla="*/ 681987 w 12192000"/>
              <a:gd name="connsiteY177" fmla="*/ 2216757 h 2237474"/>
              <a:gd name="connsiteX178" fmla="*/ 669923 w 12192000"/>
              <a:gd name="connsiteY178" fmla="*/ 2211682 h 2237474"/>
              <a:gd name="connsiteX179" fmla="*/ 648680 w 12192000"/>
              <a:gd name="connsiteY179" fmla="*/ 2206229 h 2237474"/>
              <a:gd name="connsiteX180" fmla="*/ 597225 w 12192000"/>
              <a:gd name="connsiteY180" fmla="*/ 2180999 h 2237474"/>
              <a:gd name="connsiteX181" fmla="*/ 558449 w 12192000"/>
              <a:gd name="connsiteY181" fmla="*/ 2182346 h 2237474"/>
              <a:gd name="connsiteX182" fmla="*/ 550517 w 12192000"/>
              <a:gd name="connsiteY182" fmla="*/ 2182060 h 2237474"/>
              <a:gd name="connsiteX183" fmla="*/ 550309 w 12192000"/>
              <a:gd name="connsiteY183" fmla="*/ 2181825 h 2237474"/>
              <a:gd name="connsiteX184" fmla="*/ 541836 w 12192000"/>
              <a:gd name="connsiteY184" fmla="*/ 2181063 h 2237474"/>
              <a:gd name="connsiteX185" fmla="*/ 536057 w 12192000"/>
              <a:gd name="connsiteY185" fmla="*/ 2181537 h 2237474"/>
              <a:gd name="connsiteX186" fmla="*/ 520671 w 12192000"/>
              <a:gd name="connsiteY186" fmla="*/ 2180980 h 2237474"/>
              <a:gd name="connsiteX187" fmla="*/ 515024 w 12192000"/>
              <a:gd name="connsiteY187" fmla="*/ 2179258 h 2237474"/>
              <a:gd name="connsiteX188" fmla="*/ 512278 w 12192000"/>
              <a:gd name="connsiteY188" fmla="*/ 2176369 h 2237474"/>
              <a:gd name="connsiteX189" fmla="*/ 480419 w 12192000"/>
              <a:gd name="connsiteY189" fmla="*/ 2167807 h 2237474"/>
              <a:gd name="connsiteX190" fmla="*/ 413835 w 12192000"/>
              <a:gd name="connsiteY190" fmla="*/ 2156783 h 2237474"/>
              <a:gd name="connsiteX191" fmla="*/ 376513 w 12192000"/>
              <a:gd name="connsiteY191" fmla="*/ 2154014 h 2237474"/>
              <a:gd name="connsiteX192" fmla="*/ 273386 w 12192000"/>
              <a:gd name="connsiteY192" fmla="*/ 2142551 h 2237474"/>
              <a:gd name="connsiteX193" fmla="*/ 169207 w 12192000"/>
              <a:gd name="connsiteY193" fmla="*/ 2128100 h 2237474"/>
              <a:gd name="connsiteX194" fmla="*/ 93149 w 12192000"/>
              <a:gd name="connsiteY194" fmla="*/ 2105324 h 2237474"/>
              <a:gd name="connsiteX195" fmla="*/ 88109 w 12192000"/>
              <a:gd name="connsiteY195" fmla="*/ 2106704 h 2237474"/>
              <a:gd name="connsiteX196" fmla="*/ 80022 w 12192000"/>
              <a:gd name="connsiteY196" fmla="*/ 2107254 h 2237474"/>
              <a:gd name="connsiteX197" fmla="*/ 79717 w 12192000"/>
              <a:gd name="connsiteY197" fmla="*/ 2107046 h 2237474"/>
              <a:gd name="connsiteX198" fmla="*/ 72352 w 12192000"/>
              <a:gd name="connsiteY198" fmla="*/ 2107991 h 2237474"/>
              <a:gd name="connsiteX199" fmla="*/ 37645 w 12192000"/>
              <a:gd name="connsiteY199" fmla="*/ 2115401 h 2237474"/>
              <a:gd name="connsiteX200" fmla="*/ 4572 w 12192000"/>
              <a:gd name="connsiteY200" fmla="*/ 2111091 h 2237474"/>
              <a:gd name="connsiteX201" fmla="*/ 0 w 12192000"/>
              <a:gd name="connsiteY201" fmla="*/ 2110468 h 2237474"/>
              <a:gd name="connsiteX202" fmla="*/ 0 w 12192000"/>
              <a:gd name="connsiteY20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97513 w 12192000"/>
              <a:gd name="connsiteY87" fmla="*/ 1844718 h 2237474"/>
              <a:gd name="connsiteX88" fmla="*/ 5168852 w 12192000"/>
              <a:gd name="connsiteY88" fmla="*/ 1844846 h 2237474"/>
              <a:gd name="connsiteX89" fmla="*/ 5114927 w 12192000"/>
              <a:gd name="connsiteY89" fmla="*/ 1847827 h 2237474"/>
              <a:gd name="connsiteX90" fmla="*/ 5108970 w 12192000"/>
              <a:gd name="connsiteY90" fmla="*/ 1847935 h 2237474"/>
              <a:gd name="connsiteX91" fmla="*/ 5067961 w 12192000"/>
              <a:gd name="connsiteY91" fmla="*/ 1845917 h 2237474"/>
              <a:gd name="connsiteX92" fmla="*/ 5007075 w 12192000"/>
              <a:gd name="connsiteY92" fmla="*/ 1838626 h 2237474"/>
              <a:gd name="connsiteX93" fmla="*/ 4944087 w 12192000"/>
              <a:gd name="connsiteY93" fmla="*/ 1823332 h 2237474"/>
              <a:gd name="connsiteX94" fmla="*/ 4907662 w 12192000"/>
              <a:gd name="connsiteY94" fmla="*/ 1816900 h 2237474"/>
              <a:gd name="connsiteX95" fmla="*/ 4882386 w 12192000"/>
              <a:gd name="connsiteY95" fmla="*/ 1809844 h 2237474"/>
              <a:gd name="connsiteX96" fmla="*/ 4811440 w 12192000"/>
              <a:gd name="connsiteY96" fmla="*/ 1804655 h 2237474"/>
              <a:gd name="connsiteX97" fmla="*/ 4691075 w 12192000"/>
              <a:gd name="connsiteY97" fmla="*/ 1801389 h 2237474"/>
              <a:gd name="connsiteX98" fmla="*/ 4611738 w 12192000"/>
              <a:gd name="connsiteY98" fmla="*/ 1776964 h 2237474"/>
              <a:gd name="connsiteX99" fmla="*/ 4560070 w 12192000"/>
              <a:gd name="connsiteY99" fmla="*/ 1785640 h 2237474"/>
              <a:gd name="connsiteX100" fmla="*/ 4536503 w 12192000"/>
              <a:gd name="connsiteY100" fmla="*/ 1785334 h 2237474"/>
              <a:gd name="connsiteX101" fmla="*/ 4513724 w 12192000"/>
              <a:gd name="connsiteY101" fmla="*/ 1791996 h 2237474"/>
              <a:gd name="connsiteX102" fmla="*/ 4459810 w 12192000"/>
              <a:gd name="connsiteY102" fmla="*/ 1797886 h 2237474"/>
              <a:gd name="connsiteX103" fmla="*/ 4379064 w 12192000"/>
              <a:gd name="connsiteY103" fmla="*/ 1817177 h 2237474"/>
              <a:gd name="connsiteX104" fmla="*/ 4319209 w 12192000"/>
              <a:gd name="connsiteY104" fmla="*/ 1834833 h 2237474"/>
              <a:gd name="connsiteX105" fmla="*/ 4290981 w 12192000"/>
              <a:gd name="connsiteY105" fmla="*/ 1839677 h 2237474"/>
              <a:gd name="connsiteX106" fmla="*/ 4285792 w 12192000"/>
              <a:gd name="connsiteY106" fmla="*/ 1836231 h 2237474"/>
              <a:gd name="connsiteX107" fmla="*/ 4238372 w 12192000"/>
              <a:gd name="connsiteY107" fmla="*/ 1851480 h 2237474"/>
              <a:gd name="connsiteX108" fmla="*/ 4232517 w 12192000"/>
              <a:gd name="connsiteY108" fmla="*/ 1852567 h 2237474"/>
              <a:gd name="connsiteX109" fmla="*/ 4191732 w 12192000"/>
              <a:gd name="connsiteY109" fmla="*/ 1857328 h 2237474"/>
              <a:gd name="connsiteX110" fmla="*/ 4065532 w 12192000"/>
              <a:gd name="connsiteY110" fmla="*/ 1855477 h 2237474"/>
              <a:gd name="connsiteX111" fmla="*/ 4028460 w 12192000"/>
              <a:gd name="connsiteY111" fmla="*/ 1855137 h 2237474"/>
              <a:gd name="connsiteX112" fmla="*/ 4002267 w 12192000"/>
              <a:gd name="connsiteY112" fmla="*/ 1852352 h 2237474"/>
              <a:gd name="connsiteX113" fmla="*/ 3931396 w 12192000"/>
              <a:gd name="connsiteY113" fmla="*/ 1858915 h 2237474"/>
              <a:gd name="connsiteX114" fmla="*/ 3812162 w 12192000"/>
              <a:gd name="connsiteY114" fmla="*/ 1875501 h 2237474"/>
              <a:gd name="connsiteX115" fmla="*/ 3729530 w 12192000"/>
              <a:gd name="connsiteY115" fmla="*/ 1864513 h 2237474"/>
              <a:gd name="connsiteX116" fmla="*/ 3680177 w 12192000"/>
              <a:gd name="connsiteY116" fmla="*/ 1881552 h 2237474"/>
              <a:gd name="connsiteX117" fmla="*/ 3567259 w 12192000"/>
              <a:gd name="connsiteY117" fmla="*/ 1893482 h 2237474"/>
              <a:gd name="connsiteX118" fmla="*/ 3405770 w 12192000"/>
              <a:gd name="connsiteY118" fmla="*/ 1904591 h 2237474"/>
              <a:gd name="connsiteX119" fmla="*/ 3280097 w 12192000"/>
              <a:gd name="connsiteY119" fmla="*/ 1919610 h 2237474"/>
              <a:gd name="connsiteX120" fmla="*/ 3123424 w 12192000"/>
              <a:gd name="connsiteY120" fmla="*/ 1952930 h 2237474"/>
              <a:gd name="connsiteX121" fmla="*/ 3009910 w 12192000"/>
              <a:gd name="connsiteY121" fmla="*/ 1957866 h 2237474"/>
              <a:gd name="connsiteX122" fmla="*/ 2995934 w 12192000"/>
              <a:gd name="connsiteY122" fmla="*/ 1967085 h 2237474"/>
              <a:gd name="connsiteX123" fmla="*/ 2980071 w 12192000"/>
              <a:gd name="connsiteY123" fmla="*/ 1972988 h 2237474"/>
              <a:gd name="connsiteX124" fmla="*/ 2978094 w 12192000"/>
              <a:gd name="connsiteY124" fmla="*/ 1972369 h 2237474"/>
              <a:gd name="connsiteX125" fmla="*/ 2942858 w 12192000"/>
              <a:gd name="connsiteY125" fmla="*/ 1981367 h 2237474"/>
              <a:gd name="connsiteX126" fmla="*/ 2875436 w 12192000"/>
              <a:gd name="connsiteY126" fmla="*/ 1996977 h 2237474"/>
              <a:gd name="connsiteX127" fmla="*/ 2874892 w 12192000"/>
              <a:gd name="connsiteY127" fmla="*/ 1996085 h 2237474"/>
              <a:gd name="connsiteX128" fmla="*/ 2864145 w 12192000"/>
              <a:gd name="connsiteY128" fmla="*/ 1994061 h 2237474"/>
              <a:gd name="connsiteX129" fmla="*/ 2843662 w 12192000"/>
              <a:gd name="connsiteY129" fmla="*/ 1992498 h 2237474"/>
              <a:gd name="connsiteX130" fmla="*/ 2796128 w 12192000"/>
              <a:gd name="connsiteY130" fmla="*/ 1976403 h 2237474"/>
              <a:gd name="connsiteX131" fmla="*/ 2756784 w 12192000"/>
              <a:gd name="connsiteY131" fmla="*/ 1985116 h 2237474"/>
              <a:gd name="connsiteX132" fmla="*/ 2748833 w 12192000"/>
              <a:gd name="connsiteY132" fmla="*/ 1986323 h 2237474"/>
              <a:gd name="connsiteX133" fmla="*/ 2748661 w 12192000"/>
              <a:gd name="connsiteY133" fmla="*/ 1986122 h 2237474"/>
              <a:gd name="connsiteX134" fmla="*/ 2740251 w 12192000"/>
              <a:gd name="connsiteY134" fmla="*/ 1986946 h 2237474"/>
              <a:gd name="connsiteX135" fmla="*/ 2718916 w 12192000"/>
              <a:gd name="connsiteY135" fmla="*/ 1990867 h 2237474"/>
              <a:gd name="connsiteX136" fmla="*/ 2713522 w 12192000"/>
              <a:gd name="connsiteY136" fmla="*/ 1990173 h 2237474"/>
              <a:gd name="connsiteX137" fmla="*/ 2680597 w 12192000"/>
              <a:gd name="connsiteY137" fmla="*/ 1984996 h 2237474"/>
              <a:gd name="connsiteX138" fmla="*/ 2578178 w 12192000"/>
              <a:gd name="connsiteY138" fmla="*/ 1990531 h 2237474"/>
              <a:gd name="connsiteX139" fmla="*/ 2476147 w 12192000"/>
              <a:gd name="connsiteY139" fmla="*/ 1998305 h 2237474"/>
              <a:gd name="connsiteX140" fmla="*/ 2373568 w 12192000"/>
              <a:gd name="connsiteY140" fmla="*/ 2003219 h 2237474"/>
              <a:gd name="connsiteX141" fmla="*/ 2321399 w 12192000"/>
              <a:gd name="connsiteY141" fmla="*/ 1989467 h 2237474"/>
              <a:gd name="connsiteX142" fmla="*/ 2315525 w 12192000"/>
              <a:gd name="connsiteY142" fmla="*/ 1989708 h 2237474"/>
              <a:gd name="connsiteX143" fmla="*/ 2300792 w 12192000"/>
              <a:gd name="connsiteY143" fmla="*/ 1994290 h 2237474"/>
              <a:gd name="connsiteX144" fmla="*/ 2295469 w 12192000"/>
              <a:gd name="connsiteY144" fmla="*/ 1996659 h 2237474"/>
              <a:gd name="connsiteX145" fmla="*/ 2287219 w 12192000"/>
              <a:gd name="connsiteY145" fmla="*/ 1998750 h 2237474"/>
              <a:gd name="connsiteX146" fmla="*/ 2286948 w 12192000"/>
              <a:gd name="connsiteY146" fmla="*/ 1998596 h 2237474"/>
              <a:gd name="connsiteX147" fmla="*/ 2243069 w 12192000"/>
              <a:gd name="connsiteY147" fmla="*/ 2015111 h 2237474"/>
              <a:gd name="connsiteX148" fmla="*/ 2186609 w 12192000"/>
              <a:gd name="connsiteY148" fmla="*/ 2008263 h 2237474"/>
              <a:gd name="connsiteX149" fmla="*/ 2164831 w 12192000"/>
              <a:gd name="connsiteY149" fmla="*/ 2010143 h 2237474"/>
              <a:gd name="connsiteX150" fmla="*/ 2152836 w 12192000"/>
              <a:gd name="connsiteY150" fmla="*/ 2010048 h 2237474"/>
              <a:gd name="connsiteX151" fmla="*/ 2117102 w 12192000"/>
              <a:gd name="connsiteY151" fmla="*/ 2023004 h 2237474"/>
              <a:gd name="connsiteX152" fmla="*/ 2111935 w 12192000"/>
              <a:gd name="connsiteY152" fmla="*/ 2023163 h 2237474"/>
              <a:gd name="connsiteX153" fmla="*/ 2089991 w 12192000"/>
              <a:gd name="connsiteY153" fmla="*/ 2034193 h 2237474"/>
              <a:gd name="connsiteX154" fmla="*/ 2058061 w 12192000"/>
              <a:gd name="connsiteY154" fmla="*/ 2047942 h 2237474"/>
              <a:gd name="connsiteX155" fmla="*/ 2055737 w 12192000"/>
              <a:gd name="connsiteY155" fmla="*/ 2047704 h 2237474"/>
              <a:gd name="connsiteX156" fmla="*/ 2042244 w 12192000"/>
              <a:gd name="connsiteY156" fmla="*/ 2055560 h 2237474"/>
              <a:gd name="connsiteX157" fmla="*/ 1976224 w 12192000"/>
              <a:gd name="connsiteY157" fmla="*/ 2074257 h 2237474"/>
              <a:gd name="connsiteX158" fmla="*/ 1877728 w 12192000"/>
              <a:gd name="connsiteY158" fmla="*/ 2101004 h 2237474"/>
              <a:gd name="connsiteX159" fmla="*/ 1759056 w 12192000"/>
              <a:gd name="connsiteY159" fmla="*/ 2125608 h 2237474"/>
              <a:gd name="connsiteX160" fmla="*/ 1637948 w 12192000"/>
              <a:gd name="connsiteY160" fmla="*/ 2172597 h 2237474"/>
              <a:gd name="connsiteX161" fmla="*/ 1434549 w 12192000"/>
              <a:gd name="connsiteY161" fmla="*/ 2234522 h 2237474"/>
              <a:gd name="connsiteX162" fmla="*/ 1398481 w 12192000"/>
              <a:gd name="connsiteY162" fmla="*/ 2237074 h 2237474"/>
              <a:gd name="connsiteX163" fmla="*/ 1398407 w 12192000"/>
              <a:gd name="connsiteY163" fmla="*/ 2237095 h 2237474"/>
              <a:gd name="connsiteX164" fmla="*/ 1370962 w 12192000"/>
              <a:gd name="connsiteY164" fmla="*/ 2237474 h 2237474"/>
              <a:gd name="connsiteX165" fmla="*/ 1356367 w 12192000"/>
              <a:gd name="connsiteY165" fmla="*/ 2235089 h 2237474"/>
              <a:gd name="connsiteX166" fmla="*/ 1324828 w 12192000"/>
              <a:gd name="connsiteY166" fmla="*/ 2231968 h 2237474"/>
              <a:gd name="connsiteX167" fmla="*/ 1297744 w 12192000"/>
              <a:gd name="connsiteY167" fmla="*/ 2235849 h 2237474"/>
              <a:gd name="connsiteX168" fmla="*/ 1286236 w 12192000"/>
              <a:gd name="connsiteY168" fmla="*/ 2233135 h 2237474"/>
              <a:gd name="connsiteX169" fmla="*/ 1283504 w 12192000"/>
              <a:gd name="connsiteY169" fmla="*/ 2233797 h 2237474"/>
              <a:gd name="connsiteX170" fmla="*/ 1279765 w 12192000"/>
              <a:gd name="connsiteY170" fmla="*/ 2229639 h 2237474"/>
              <a:gd name="connsiteX171" fmla="*/ 1195347 w 12192000"/>
              <a:gd name="connsiteY171" fmla="*/ 2212354 h 2237474"/>
              <a:gd name="connsiteX172" fmla="*/ 970251 w 12192000"/>
              <a:gd name="connsiteY172" fmla="*/ 2221029 h 2237474"/>
              <a:gd name="connsiteX173" fmla="*/ 812914 w 12192000"/>
              <a:gd name="connsiteY173" fmla="*/ 2202752 h 2237474"/>
              <a:gd name="connsiteX174" fmla="*/ 800195 w 12192000"/>
              <a:gd name="connsiteY174" fmla="*/ 2209407 h 2237474"/>
              <a:gd name="connsiteX175" fmla="*/ 784978 w 12192000"/>
              <a:gd name="connsiteY175" fmla="*/ 2212360 h 2237474"/>
              <a:gd name="connsiteX176" fmla="*/ 681987 w 12192000"/>
              <a:gd name="connsiteY176" fmla="*/ 2216757 h 2237474"/>
              <a:gd name="connsiteX177" fmla="*/ 669923 w 12192000"/>
              <a:gd name="connsiteY177" fmla="*/ 2211682 h 2237474"/>
              <a:gd name="connsiteX178" fmla="*/ 648680 w 12192000"/>
              <a:gd name="connsiteY178" fmla="*/ 2206229 h 2237474"/>
              <a:gd name="connsiteX179" fmla="*/ 597225 w 12192000"/>
              <a:gd name="connsiteY179" fmla="*/ 2180999 h 2237474"/>
              <a:gd name="connsiteX180" fmla="*/ 558449 w 12192000"/>
              <a:gd name="connsiteY180" fmla="*/ 2182346 h 2237474"/>
              <a:gd name="connsiteX181" fmla="*/ 550517 w 12192000"/>
              <a:gd name="connsiteY181" fmla="*/ 2182060 h 2237474"/>
              <a:gd name="connsiteX182" fmla="*/ 550309 w 12192000"/>
              <a:gd name="connsiteY182" fmla="*/ 2181825 h 2237474"/>
              <a:gd name="connsiteX183" fmla="*/ 541836 w 12192000"/>
              <a:gd name="connsiteY183" fmla="*/ 2181063 h 2237474"/>
              <a:gd name="connsiteX184" fmla="*/ 536057 w 12192000"/>
              <a:gd name="connsiteY184" fmla="*/ 2181537 h 2237474"/>
              <a:gd name="connsiteX185" fmla="*/ 520671 w 12192000"/>
              <a:gd name="connsiteY185" fmla="*/ 2180980 h 2237474"/>
              <a:gd name="connsiteX186" fmla="*/ 515024 w 12192000"/>
              <a:gd name="connsiteY186" fmla="*/ 2179258 h 2237474"/>
              <a:gd name="connsiteX187" fmla="*/ 512278 w 12192000"/>
              <a:gd name="connsiteY187" fmla="*/ 2176369 h 2237474"/>
              <a:gd name="connsiteX188" fmla="*/ 480419 w 12192000"/>
              <a:gd name="connsiteY188" fmla="*/ 2167807 h 2237474"/>
              <a:gd name="connsiteX189" fmla="*/ 413835 w 12192000"/>
              <a:gd name="connsiteY189" fmla="*/ 2156783 h 2237474"/>
              <a:gd name="connsiteX190" fmla="*/ 376513 w 12192000"/>
              <a:gd name="connsiteY190" fmla="*/ 2154014 h 2237474"/>
              <a:gd name="connsiteX191" fmla="*/ 273386 w 12192000"/>
              <a:gd name="connsiteY191" fmla="*/ 2142551 h 2237474"/>
              <a:gd name="connsiteX192" fmla="*/ 169207 w 12192000"/>
              <a:gd name="connsiteY192" fmla="*/ 2128100 h 2237474"/>
              <a:gd name="connsiteX193" fmla="*/ 93149 w 12192000"/>
              <a:gd name="connsiteY193" fmla="*/ 2105324 h 2237474"/>
              <a:gd name="connsiteX194" fmla="*/ 88109 w 12192000"/>
              <a:gd name="connsiteY194" fmla="*/ 2106704 h 2237474"/>
              <a:gd name="connsiteX195" fmla="*/ 80022 w 12192000"/>
              <a:gd name="connsiteY195" fmla="*/ 2107254 h 2237474"/>
              <a:gd name="connsiteX196" fmla="*/ 79717 w 12192000"/>
              <a:gd name="connsiteY196" fmla="*/ 2107046 h 2237474"/>
              <a:gd name="connsiteX197" fmla="*/ 72352 w 12192000"/>
              <a:gd name="connsiteY197" fmla="*/ 2107991 h 2237474"/>
              <a:gd name="connsiteX198" fmla="*/ 37645 w 12192000"/>
              <a:gd name="connsiteY198" fmla="*/ 2115401 h 2237474"/>
              <a:gd name="connsiteX199" fmla="*/ 4572 w 12192000"/>
              <a:gd name="connsiteY199" fmla="*/ 2111091 h 2237474"/>
              <a:gd name="connsiteX200" fmla="*/ 0 w 12192000"/>
              <a:gd name="connsiteY200" fmla="*/ 2110468 h 2237474"/>
              <a:gd name="connsiteX201" fmla="*/ 0 w 12192000"/>
              <a:gd name="connsiteY20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68852 w 12192000"/>
              <a:gd name="connsiteY87" fmla="*/ 1844846 h 2237474"/>
              <a:gd name="connsiteX88" fmla="*/ 5114927 w 12192000"/>
              <a:gd name="connsiteY88" fmla="*/ 1847827 h 2237474"/>
              <a:gd name="connsiteX89" fmla="*/ 5108970 w 12192000"/>
              <a:gd name="connsiteY89" fmla="*/ 1847935 h 2237474"/>
              <a:gd name="connsiteX90" fmla="*/ 5067961 w 12192000"/>
              <a:gd name="connsiteY90" fmla="*/ 1845917 h 2237474"/>
              <a:gd name="connsiteX91" fmla="*/ 5007075 w 12192000"/>
              <a:gd name="connsiteY91" fmla="*/ 1838626 h 2237474"/>
              <a:gd name="connsiteX92" fmla="*/ 4944087 w 12192000"/>
              <a:gd name="connsiteY92" fmla="*/ 1823332 h 2237474"/>
              <a:gd name="connsiteX93" fmla="*/ 4907662 w 12192000"/>
              <a:gd name="connsiteY93" fmla="*/ 1816900 h 2237474"/>
              <a:gd name="connsiteX94" fmla="*/ 4882386 w 12192000"/>
              <a:gd name="connsiteY94" fmla="*/ 1809844 h 2237474"/>
              <a:gd name="connsiteX95" fmla="*/ 4811440 w 12192000"/>
              <a:gd name="connsiteY95" fmla="*/ 1804655 h 2237474"/>
              <a:gd name="connsiteX96" fmla="*/ 4691075 w 12192000"/>
              <a:gd name="connsiteY96" fmla="*/ 1801389 h 2237474"/>
              <a:gd name="connsiteX97" fmla="*/ 4611738 w 12192000"/>
              <a:gd name="connsiteY97" fmla="*/ 1776964 h 2237474"/>
              <a:gd name="connsiteX98" fmla="*/ 4560070 w 12192000"/>
              <a:gd name="connsiteY98" fmla="*/ 1785640 h 2237474"/>
              <a:gd name="connsiteX99" fmla="*/ 4536503 w 12192000"/>
              <a:gd name="connsiteY99" fmla="*/ 1785334 h 2237474"/>
              <a:gd name="connsiteX100" fmla="*/ 4513724 w 12192000"/>
              <a:gd name="connsiteY100" fmla="*/ 1791996 h 2237474"/>
              <a:gd name="connsiteX101" fmla="*/ 4459810 w 12192000"/>
              <a:gd name="connsiteY101" fmla="*/ 1797886 h 2237474"/>
              <a:gd name="connsiteX102" fmla="*/ 4379064 w 12192000"/>
              <a:gd name="connsiteY102" fmla="*/ 1817177 h 2237474"/>
              <a:gd name="connsiteX103" fmla="*/ 4319209 w 12192000"/>
              <a:gd name="connsiteY103" fmla="*/ 1834833 h 2237474"/>
              <a:gd name="connsiteX104" fmla="*/ 4290981 w 12192000"/>
              <a:gd name="connsiteY104" fmla="*/ 1839677 h 2237474"/>
              <a:gd name="connsiteX105" fmla="*/ 4285792 w 12192000"/>
              <a:gd name="connsiteY105" fmla="*/ 1836231 h 2237474"/>
              <a:gd name="connsiteX106" fmla="*/ 4238372 w 12192000"/>
              <a:gd name="connsiteY106" fmla="*/ 1851480 h 2237474"/>
              <a:gd name="connsiteX107" fmla="*/ 4232517 w 12192000"/>
              <a:gd name="connsiteY107" fmla="*/ 1852567 h 2237474"/>
              <a:gd name="connsiteX108" fmla="*/ 4191732 w 12192000"/>
              <a:gd name="connsiteY108" fmla="*/ 1857328 h 2237474"/>
              <a:gd name="connsiteX109" fmla="*/ 4065532 w 12192000"/>
              <a:gd name="connsiteY109" fmla="*/ 1855477 h 2237474"/>
              <a:gd name="connsiteX110" fmla="*/ 4028460 w 12192000"/>
              <a:gd name="connsiteY110" fmla="*/ 1855137 h 2237474"/>
              <a:gd name="connsiteX111" fmla="*/ 4002267 w 12192000"/>
              <a:gd name="connsiteY111" fmla="*/ 1852352 h 2237474"/>
              <a:gd name="connsiteX112" fmla="*/ 3931396 w 12192000"/>
              <a:gd name="connsiteY112" fmla="*/ 1858915 h 2237474"/>
              <a:gd name="connsiteX113" fmla="*/ 3812162 w 12192000"/>
              <a:gd name="connsiteY113" fmla="*/ 1875501 h 2237474"/>
              <a:gd name="connsiteX114" fmla="*/ 3729530 w 12192000"/>
              <a:gd name="connsiteY114" fmla="*/ 1864513 h 2237474"/>
              <a:gd name="connsiteX115" fmla="*/ 3680177 w 12192000"/>
              <a:gd name="connsiteY115" fmla="*/ 1881552 h 2237474"/>
              <a:gd name="connsiteX116" fmla="*/ 3567259 w 12192000"/>
              <a:gd name="connsiteY116" fmla="*/ 1893482 h 2237474"/>
              <a:gd name="connsiteX117" fmla="*/ 3405770 w 12192000"/>
              <a:gd name="connsiteY117" fmla="*/ 1904591 h 2237474"/>
              <a:gd name="connsiteX118" fmla="*/ 3280097 w 12192000"/>
              <a:gd name="connsiteY118" fmla="*/ 1919610 h 2237474"/>
              <a:gd name="connsiteX119" fmla="*/ 3123424 w 12192000"/>
              <a:gd name="connsiteY119" fmla="*/ 1952930 h 2237474"/>
              <a:gd name="connsiteX120" fmla="*/ 3009910 w 12192000"/>
              <a:gd name="connsiteY120" fmla="*/ 1957866 h 2237474"/>
              <a:gd name="connsiteX121" fmla="*/ 2995934 w 12192000"/>
              <a:gd name="connsiteY121" fmla="*/ 1967085 h 2237474"/>
              <a:gd name="connsiteX122" fmla="*/ 2980071 w 12192000"/>
              <a:gd name="connsiteY122" fmla="*/ 1972988 h 2237474"/>
              <a:gd name="connsiteX123" fmla="*/ 2978094 w 12192000"/>
              <a:gd name="connsiteY123" fmla="*/ 1972369 h 2237474"/>
              <a:gd name="connsiteX124" fmla="*/ 2942858 w 12192000"/>
              <a:gd name="connsiteY124" fmla="*/ 1981367 h 2237474"/>
              <a:gd name="connsiteX125" fmla="*/ 2875436 w 12192000"/>
              <a:gd name="connsiteY125" fmla="*/ 1996977 h 2237474"/>
              <a:gd name="connsiteX126" fmla="*/ 2874892 w 12192000"/>
              <a:gd name="connsiteY126" fmla="*/ 1996085 h 2237474"/>
              <a:gd name="connsiteX127" fmla="*/ 2864145 w 12192000"/>
              <a:gd name="connsiteY127" fmla="*/ 1994061 h 2237474"/>
              <a:gd name="connsiteX128" fmla="*/ 2843662 w 12192000"/>
              <a:gd name="connsiteY128" fmla="*/ 1992498 h 2237474"/>
              <a:gd name="connsiteX129" fmla="*/ 2796128 w 12192000"/>
              <a:gd name="connsiteY129" fmla="*/ 1976403 h 2237474"/>
              <a:gd name="connsiteX130" fmla="*/ 2756784 w 12192000"/>
              <a:gd name="connsiteY130" fmla="*/ 1985116 h 2237474"/>
              <a:gd name="connsiteX131" fmla="*/ 2748833 w 12192000"/>
              <a:gd name="connsiteY131" fmla="*/ 1986323 h 2237474"/>
              <a:gd name="connsiteX132" fmla="*/ 2748661 w 12192000"/>
              <a:gd name="connsiteY132" fmla="*/ 1986122 h 2237474"/>
              <a:gd name="connsiteX133" fmla="*/ 2740251 w 12192000"/>
              <a:gd name="connsiteY133" fmla="*/ 1986946 h 2237474"/>
              <a:gd name="connsiteX134" fmla="*/ 2718916 w 12192000"/>
              <a:gd name="connsiteY134" fmla="*/ 1990867 h 2237474"/>
              <a:gd name="connsiteX135" fmla="*/ 2713522 w 12192000"/>
              <a:gd name="connsiteY135" fmla="*/ 1990173 h 2237474"/>
              <a:gd name="connsiteX136" fmla="*/ 2680597 w 12192000"/>
              <a:gd name="connsiteY136" fmla="*/ 1984996 h 2237474"/>
              <a:gd name="connsiteX137" fmla="*/ 2578178 w 12192000"/>
              <a:gd name="connsiteY137" fmla="*/ 1990531 h 2237474"/>
              <a:gd name="connsiteX138" fmla="*/ 2476147 w 12192000"/>
              <a:gd name="connsiteY138" fmla="*/ 1998305 h 2237474"/>
              <a:gd name="connsiteX139" fmla="*/ 2373568 w 12192000"/>
              <a:gd name="connsiteY139" fmla="*/ 2003219 h 2237474"/>
              <a:gd name="connsiteX140" fmla="*/ 2321399 w 12192000"/>
              <a:gd name="connsiteY140" fmla="*/ 1989467 h 2237474"/>
              <a:gd name="connsiteX141" fmla="*/ 2315525 w 12192000"/>
              <a:gd name="connsiteY141" fmla="*/ 1989708 h 2237474"/>
              <a:gd name="connsiteX142" fmla="*/ 2300792 w 12192000"/>
              <a:gd name="connsiteY142" fmla="*/ 1994290 h 2237474"/>
              <a:gd name="connsiteX143" fmla="*/ 2295469 w 12192000"/>
              <a:gd name="connsiteY143" fmla="*/ 1996659 h 2237474"/>
              <a:gd name="connsiteX144" fmla="*/ 2287219 w 12192000"/>
              <a:gd name="connsiteY144" fmla="*/ 1998750 h 2237474"/>
              <a:gd name="connsiteX145" fmla="*/ 2286948 w 12192000"/>
              <a:gd name="connsiteY145" fmla="*/ 1998596 h 2237474"/>
              <a:gd name="connsiteX146" fmla="*/ 2243069 w 12192000"/>
              <a:gd name="connsiteY146" fmla="*/ 2015111 h 2237474"/>
              <a:gd name="connsiteX147" fmla="*/ 2186609 w 12192000"/>
              <a:gd name="connsiteY147" fmla="*/ 2008263 h 2237474"/>
              <a:gd name="connsiteX148" fmla="*/ 2164831 w 12192000"/>
              <a:gd name="connsiteY148" fmla="*/ 2010143 h 2237474"/>
              <a:gd name="connsiteX149" fmla="*/ 2152836 w 12192000"/>
              <a:gd name="connsiteY149" fmla="*/ 2010048 h 2237474"/>
              <a:gd name="connsiteX150" fmla="*/ 2117102 w 12192000"/>
              <a:gd name="connsiteY150" fmla="*/ 2023004 h 2237474"/>
              <a:gd name="connsiteX151" fmla="*/ 2111935 w 12192000"/>
              <a:gd name="connsiteY151" fmla="*/ 2023163 h 2237474"/>
              <a:gd name="connsiteX152" fmla="*/ 2089991 w 12192000"/>
              <a:gd name="connsiteY152" fmla="*/ 2034193 h 2237474"/>
              <a:gd name="connsiteX153" fmla="*/ 2058061 w 12192000"/>
              <a:gd name="connsiteY153" fmla="*/ 2047942 h 2237474"/>
              <a:gd name="connsiteX154" fmla="*/ 2055737 w 12192000"/>
              <a:gd name="connsiteY154" fmla="*/ 2047704 h 2237474"/>
              <a:gd name="connsiteX155" fmla="*/ 2042244 w 12192000"/>
              <a:gd name="connsiteY155" fmla="*/ 2055560 h 2237474"/>
              <a:gd name="connsiteX156" fmla="*/ 1976224 w 12192000"/>
              <a:gd name="connsiteY156" fmla="*/ 2074257 h 2237474"/>
              <a:gd name="connsiteX157" fmla="*/ 1877728 w 12192000"/>
              <a:gd name="connsiteY157" fmla="*/ 2101004 h 2237474"/>
              <a:gd name="connsiteX158" fmla="*/ 1759056 w 12192000"/>
              <a:gd name="connsiteY158" fmla="*/ 2125608 h 2237474"/>
              <a:gd name="connsiteX159" fmla="*/ 1637948 w 12192000"/>
              <a:gd name="connsiteY159" fmla="*/ 2172597 h 2237474"/>
              <a:gd name="connsiteX160" fmla="*/ 1434549 w 12192000"/>
              <a:gd name="connsiteY160" fmla="*/ 2234522 h 2237474"/>
              <a:gd name="connsiteX161" fmla="*/ 1398481 w 12192000"/>
              <a:gd name="connsiteY161" fmla="*/ 2237074 h 2237474"/>
              <a:gd name="connsiteX162" fmla="*/ 1398407 w 12192000"/>
              <a:gd name="connsiteY162" fmla="*/ 2237095 h 2237474"/>
              <a:gd name="connsiteX163" fmla="*/ 1370962 w 12192000"/>
              <a:gd name="connsiteY163" fmla="*/ 2237474 h 2237474"/>
              <a:gd name="connsiteX164" fmla="*/ 1356367 w 12192000"/>
              <a:gd name="connsiteY164" fmla="*/ 2235089 h 2237474"/>
              <a:gd name="connsiteX165" fmla="*/ 1324828 w 12192000"/>
              <a:gd name="connsiteY165" fmla="*/ 2231968 h 2237474"/>
              <a:gd name="connsiteX166" fmla="*/ 1297744 w 12192000"/>
              <a:gd name="connsiteY166" fmla="*/ 2235849 h 2237474"/>
              <a:gd name="connsiteX167" fmla="*/ 1286236 w 12192000"/>
              <a:gd name="connsiteY167" fmla="*/ 2233135 h 2237474"/>
              <a:gd name="connsiteX168" fmla="*/ 1283504 w 12192000"/>
              <a:gd name="connsiteY168" fmla="*/ 2233797 h 2237474"/>
              <a:gd name="connsiteX169" fmla="*/ 1279765 w 12192000"/>
              <a:gd name="connsiteY169" fmla="*/ 2229639 h 2237474"/>
              <a:gd name="connsiteX170" fmla="*/ 1195347 w 12192000"/>
              <a:gd name="connsiteY170" fmla="*/ 2212354 h 2237474"/>
              <a:gd name="connsiteX171" fmla="*/ 970251 w 12192000"/>
              <a:gd name="connsiteY171" fmla="*/ 2221029 h 2237474"/>
              <a:gd name="connsiteX172" fmla="*/ 812914 w 12192000"/>
              <a:gd name="connsiteY172" fmla="*/ 2202752 h 2237474"/>
              <a:gd name="connsiteX173" fmla="*/ 800195 w 12192000"/>
              <a:gd name="connsiteY173" fmla="*/ 2209407 h 2237474"/>
              <a:gd name="connsiteX174" fmla="*/ 784978 w 12192000"/>
              <a:gd name="connsiteY174" fmla="*/ 2212360 h 2237474"/>
              <a:gd name="connsiteX175" fmla="*/ 681987 w 12192000"/>
              <a:gd name="connsiteY175" fmla="*/ 2216757 h 2237474"/>
              <a:gd name="connsiteX176" fmla="*/ 669923 w 12192000"/>
              <a:gd name="connsiteY176" fmla="*/ 2211682 h 2237474"/>
              <a:gd name="connsiteX177" fmla="*/ 648680 w 12192000"/>
              <a:gd name="connsiteY177" fmla="*/ 2206229 h 2237474"/>
              <a:gd name="connsiteX178" fmla="*/ 597225 w 12192000"/>
              <a:gd name="connsiteY178" fmla="*/ 2180999 h 2237474"/>
              <a:gd name="connsiteX179" fmla="*/ 558449 w 12192000"/>
              <a:gd name="connsiteY179" fmla="*/ 2182346 h 2237474"/>
              <a:gd name="connsiteX180" fmla="*/ 550517 w 12192000"/>
              <a:gd name="connsiteY180" fmla="*/ 2182060 h 2237474"/>
              <a:gd name="connsiteX181" fmla="*/ 550309 w 12192000"/>
              <a:gd name="connsiteY181" fmla="*/ 2181825 h 2237474"/>
              <a:gd name="connsiteX182" fmla="*/ 541836 w 12192000"/>
              <a:gd name="connsiteY182" fmla="*/ 2181063 h 2237474"/>
              <a:gd name="connsiteX183" fmla="*/ 536057 w 12192000"/>
              <a:gd name="connsiteY183" fmla="*/ 2181537 h 2237474"/>
              <a:gd name="connsiteX184" fmla="*/ 520671 w 12192000"/>
              <a:gd name="connsiteY184" fmla="*/ 2180980 h 2237474"/>
              <a:gd name="connsiteX185" fmla="*/ 515024 w 12192000"/>
              <a:gd name="connsiteY185" fmla="*/ 2179258 h 2237474"/>
              <a:gd name="connsiteX186" fmla="*/ 512278 w 12192000"/>
              <a:gd name="connsiteY186" fmla="*/ 2176369 h 2237474"/>
              <a:gd name="connsiteX187" fmla="*/ 480419 w 12192000"/>
              <a:gd name="connsiteY187" fmla="*/ 2167807 h 2237474"/>
              <a:gd name="connsiteX188" fmla="*/ 413835 w 12192000"/>
              <a:gd name="connsiteY188" fmla="*/ 2156783 h 2237474"/>
              <a:gd name="connsiteX189" fmla="*/ 376513 w 12192000"/>
              <a:gd name="connsiteY189" fmla="*/ 2154014 h 2237474"/>
              <a:gd name="connsiteX190" fmla="*/ 273386 w 12192000"/>
              <a:gd name="connsiteY190" fmla="*/ 2142551 h 2237474"/>
              <a:gd name="connsiteX191" fmla="*/ 169207 w 12192000"/>
              <a:gd name="connsiteY191" fmla="*/ 2128100 h 2237474"/>
              <a:gd name="connsiteX192" fmla="*/ 93149 w 12192000"/>
              <a:gd name="connsiteY192" fmla="*/ 2105324 h 2237474"/>
              <a:gd name="connsiteX193" fmla="*/ 88109 w 12192000"/>
              <a:gd name="connsiteY193" fmla="*/ 2106704 h 2237474"/>
              <a:gd name="connsiteX194" fmla="*/ 80022 w 12192000"/>
              <a:gd name="connsiteY194" fmla="*/ 2107254 h 2237474"/>
              <a:gd name="connsiteX195" fmla="*/ 79717 w 12192000"/>
              <a:gd name="connsiteY195" fmla="*/ 2107046 h 2237474"/>
              <a:gd name="connsiteX196" fmla="*/ 72352 w 12192000"/>
              <a:gd name="connsiteY196" fmla="*/ 2107991 h 2237474"/>
              <a:gd name="connsiteX197" fmla="*/ 37645 w 12192000"/>
              <a:gd name="connsiteY197" fmla="*/ 2115401 h 2237474"/>
              <a:gd name="connsiteX198" fmla="*/ 4572 w 12192000"/>
              <a:gd name="connsiteY198" fmla="*/ 2111091 h 2237474"/>
              <a:gd name="connsiteX199" fmla="*/ 0 w 12192000"/>
              <a:gd name="connsiteY199" fmla="*/ 2110468 h 2237474"/>
              <a:gd name="connsiteX200" fmla="*/ 0 w 12192000"/>
              <a:gd name="connsiteY20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49802 w 12192000"/>
              <a:gd name="connsiteY87" fmla="*/ 1844846 h 2237474"/>
              <a:gd name="connsiteX88" fmla="*/ 5114927 w 12192000"/>
              <a:gd name="connsiteY88" fmla="*/ 1847827 h 2237474"/>
              <a:gd name="connsiteX89" fmla="*/ 5108970 w 12192000"/>
              <a:gd name="connsiteY89" fmla="*/ 1847935 h 2237474"/>
              <a:gd name="connsiteX90" fmla="*/ 5067961 w 12192000"/>
              <a:gd name="connsiteY90" fmla="*/ 1845917 h 2237474"/>
              <a:gd name="connsiteX91" fmla="*/ 5007075 w 12192000"/>
              <a:gd name="connsiteY91" fmla="*/ 1838626 h 2237474"/>
              <a:gd name="connsiteX92" fmla="*/ 4944087 w 12192000"/>
              <a:gd name="connsiteY92" fmla="*/ 1823332 h 2237474"/>
              <a:gd name="connsiteX93" fmla="*/ 4907662 w 12192000"/>
              <a:gd name="connsiteY93" fmla="*/ 1816900 h 2237474"/>
              <a:gd name="connsiteX94" fmla="*/ 4882386 w 12192000"/>
              <a:gd name="connsiteY94" fmla="*/ 1809844 h 2237474"/>
              <a:gd name="connsiteX95" fmla="*/ 4811440 w 12192000"/>
              <a:gd name="connsiteY95" fmla="*/ 1804655 h 2237474"/>
              <a:gd name="connsiteX96" fmla="*/ 4691075 w 12192000"/>
              <a:gd name="connsiteY96" fmla="*/ 1801389 h 2237474"/>
              <a:gd name="connsiteX97" fmla="*/ 4611738 w 12192000"/>
              <a:gd name="connsiteY97" fmla="*/ 1776964 h 2237474"/>
              <a:gd name="connsiteX98" fmla="*/ 4560070 w 12192000"/>
              <a:gd name="connsiteY98" fmla="*/ 1785640 h 2237474"/>
              <a:gd name="connsiteX99" fmla="*/ 4536503 w 12192000"/>
              <a:gd name="connsiteY99" fmla="*/ 1785334 h 2237474"/>
              <a:gd name="connsiteX100" fmla="*/ 4513724 w 12192000"/>
              <a:gd name="connsiteY100" fmla="*/ 1791996 h 2237474"/>
              <a:gd name="connsiteX101" fmla="*/ 4459810 w 12192000"/>
              <a:gd name="connsiteY101" fmla="*/ 1797886 h 2237474"/>
              <a:gd name="connsiteX102" fmla="*/ 4379064 w 12192000"/>
              <a:gd name="connsiteY102" fmla="*/ 1817177 h 2237474"/>
              <a:gd name="connsiteX103" fmla="*/ 4319209 w 12192000"/>
              <a:gd name="connsiteY103" fmla="*/ 1834833 h 2237474"/>
              <a:gd name="connsiteX104" fmla="*/ 4290981 w 12192000"/>
              <a:gd name="connsiteY104" fmla="*/ 1839677 h 2237474"/>
              <a:gd name="connsiteX105" fmla="*/ 4285792 w 12192000"/>
              <a:gd name="connsiteY105" fmla="*/ 1836231 h 2237474"/>
              <a:gd name="connsiteX106" fmla="*/ 4238372 w 12192000"/>
              <a:gd name="connsiteY106" fmla="*/ 1851480 h 2237474"/>
              <a:gd name="connsiteX107" fmla="*/ 4232517 w 12192000"/>
              <a:gd name="connsiteY107" fmla="*/ 1852567 h 2237474"/>
              <a:gd name="connsiteX108" fmla="*/ 4191732 w 12192000"/>
              <a:gd name="connsiteY108" fmla="*/ 1857328 h 2237474"/>
              <a:gd name="connsiteX109" fmla="*/ 4065532 w 12192000"/>
              <a:gd name="connsiteY109" fmla="*/ 1855477 h 2237474"/>
              <a:gd name="connsiteX110" fmla="*/ 4028460 w 12192000"/>
              <a:gd name="connsiteY110" fmla="*/ 1855137 h 2237474"/>
              <a:gd name="connsiteX111" fmla="*/ 4002267 w 12192000"/>
              <a:gd name="connsiteY111" fmla="*/ 1852352 h 2237474"/>
              <a:gd name="connsiteX112" fmla="*/ 3931396 w 12192000"/>
              <a:gd name="connsiteY112" fmla="*/ 1858915 h 2237474"/>
              <a:gd name="connsiteX113" fmla="*/ 3812162 w 12192000"/>
              <a:gd name="connsiteY113" fmla="*/ 1875501 h 2237474"/>
              <a:gd name="connsiteX114" fmla="*/ 3729530 w 12192000"/>
              <a:gd name="connsiteY114" fmla="*/ 1864513 h 2237474"/>
              <a:gd name="connsiteX115" fmla="*/ 3680177 w 12192000"/>
              <a:gd name="connsiteY115" fmla="*/ 1881552 h 2237474"/>
              <a:gd name="connsiteX116" fmla="*/ 3567259 w 12192000"/>
              <a:gd name="connsiteY116" fmla="*/ 1893482 h 2237474"/>
              <a:gd name="connsiteX117" fmla="*/ 3405770 w 12192000"/>
              <a:gd name="connsiteY117" fmla="*/ 1904591 h 2237474"/>
              <a:gd name="connsiteX118" fmla="*/ 3280097 w 12192000"/>
              <a:gd name="connsiteY118" fmla="*/ 1919610 h 2237474"/>
              <a:gd name="connsiteX119" fmla="*/ 3123424 w 12192000"/>
              <a:gd name="connsiteY119" fmla="*/ 1952930 h 2237474"/>
              <a:gd name="connsiteX120" fmla="*/ 3009910 w 12192000"/>
              <a:gd name="connsiteY120" fmla="*/ 1957866 h 2237474"/>
              <a:gd name="connsiteX121" fmla="*/ 2995934 w 12192000"/>
              <a:gd name="connsiteY121" fmla="*/ 1967085 h 2237474"/>
              <a:gd name="connsiteX122" fmla="*/ 2980071 w 12192000"/>
              <a:gd name="connsiteY122" fmla="*/ 1972988 h 2237474"/>
              <a:gd name="connsiteX123" fmla="*/ 2978094 w 12192000"/>
              <a:gd name="connsiteY123" fmla="*/ 1972369 h 2237474"/>
              <a:gd name="connsiteX124" fmla="*/ 2942858 w 12192000"/>
              <a:gd name="connsiteY124" fmla="*/ 1981367 h 2237474"/>
              <a:gd name="connsiteX125" fmla="*/ 2875436 w 12192000"/>
              <a:gd name="connsiteY125" fmla="*/ 1996977 h 2237474"/>
              <a:gd name="connsiteX126" fmla="*/ 2874892 w 12192000"/>
              <a:gd name="connsiteY126" fmla="*/ 1996085 h 2237474"/>
              <a:gd name="connsiteX127" fmla="*/ 2864145 w 12192000"/>
              <a:gd name="connsiteY127" fmla="*/ 1994061 h 2237474"/>
              <a:gd name="connsiteX128" fmla="*/ 2843662 w 12192000"/>
              <a:gd name="connsiteY128" fmla="*/ 1992498 h 2237474"/>
              <a:gd name="connsiteX129" fmla="*/ 2796128 w 12192000"/>
              <a:gd name="connsiteY129" fmla="*/ 1976403 h 2237474"/>
              <a:gd name="connsiteX130" fmla="*/ 2756784 w 12192000"/>
              <a:gd name="connsiteY130" fmla="*/ 1985116 h 2237474"/>
              <a:gd name="connsiteX131" fmla="*/ 2748833 w 12192000"/>
              <a:gd name="connsiteY131" fmla="*/ 1986323 h 2237474"/>
              <a:gd name="connsiteX132" fmla="*/ 2748661 w 12192000"/>
              <a:gd name="connsiteY132" fmla="*/ 1986122 h 2237474"/>
              <a:gd name="connsiteX133" fmla="*/ 2740251 w 12192000"/>
              <a:gd name="connsiteY133" fmla="*/ 1986946 h 2237474"/>
              <a:gd name="connsiteX134" fmla="*/ 2718916 w 12192000"/>
              <a:gd name="connsiteY134" fmla="*/ 1990867 h 2237474"/>
              <a:gd name="connsiteX135" fmla="*/ 2713522 w 12192000"/>
              <a:gd name="connsiteY135" fmla="*/ 1990173 h 2237474"/>
              <a:gd name="connsiteX136" fmla="*/ 2680597 w 12192000"/>
              <a:gd name="connsiteY136" fmla="*/ 1984996 h 2237474"/>
              <a:gd name="connsiteX137" fmla="*/ 2578178 w 12192000"/>
              <a:gd name="connsiteY137" fmla="*/ 1990531 h 2237474"/>
              <a:gd name="connsiteX138" fmla="*/ 2476147 w 12192000"/>
              <a:gd name="connsiteY138" fmla="*/ 1998305 h 2237474"/>
              <a:gd name="connsiteX139" fmla="*/ 2373568 w 12192000"/>
              <a:gd name="connsiteY139" fmla="*/ 2003219 h 2237474"/>
              <a:gd name="connsiteX140" fmla="*/ 2321399 w 12192000"/>
              <a:gd name="connsiteY140" fmla="*/ 1989467 h 2237474"/>
              <a:gd name="connsiteX141" fmla="*/ 2315525 w 12192000"/>
              <a:gd name="connsiteY141" fmla="*/ 1989708 h 2237474"/>
              <a:gd name="connsiteX142" fmla="*/ 2300792 w 12192000"/>
              <a:gd name="connsiteY142" fmla="*/ 1994290 h 2237474"/>
              <a:gd name="connsiteX143" fmla="*/ 2295469 w 12192000"/>
              <a:gd name="connsiteY143" fmla="*/ 1996659 h 2237474"/>
              <a:gd name="connsiteX144" fmla="*/ 2287219 w 12192000"/>
              <a:gd name="connsiteY144" fmla="*/ 1998750 h 2237474"/>
              <a:gd name="connsiteX145" fmla="*/ 2286948 w 12192000"/>
              <a:gd name="connsiteY145" fmla="*/ 1998596 h 2237474"/>
              <a:gd name="connsiteX146" fmla="*/ 2243069 w 12192000"/>
              <a:gd name="connsiteY146" fmla="*/ 2015111 h 2237474"/>
              <a:gd name="connsiteX147" fmla="*/ 2186609 w 12192000"/>
              <a:gd name="connsiteY147" fmla="*/ 2008263 h 2237474"/>
              <a:gd name="connsiteX148" fmla="*/ 2164831 w 12192000"/>
              <a:gd name="connsiteY148" fmla="*/ 2010143 h 2237474"/>
              <a:gd name="connsiteX149" fmla="*/ 2152836 w 12192000"/>
              <a:gd name="connsiteY149" fmla="*/ 2010048 h 2237474"/>
              <a:gd name="connsiteX150" fmla="*/ 2117102 w 12192000"/>
              <a:gd name="connsiteY150" fmla="*/ 2023004 h 2237474"/>
              <a:gd name="connsiteX151" fmla="*/ 2111935 w 12192000"/>
              <a:gd name="connsiteY151" fmla="*/ 2023163 h 2237474"/>
              <a:gd name="connsiteX152" fmla="*/ 2089991 w 12192000"/>
              <a:gd name="connsiteY152" fmla="*/ 2034193 h 2237474"/>
              <a:gd name="connsiteX153" fmla="*/ 2058061 w 12192000"/>
              <a:gd name="connsiteY153" fmla="*/ 2047942 h 2237474"/>
              <a:gd name="connsiteX154" fmla="*/ 2055737 w 12192000"/>
              <a:gd name="connsiteY154" fmla="*/ 2047704 h 2237474"/>
              <a:gd name="connsiteX155" fmla="*/ 2042244 w 12192000"/>
              <a:gd name="connsiteY155" fmla="*/ 2055560 h 2237474"/>
              <a:gd name="connsiteX156" fmla="*/ 1976224 w 12192000"/>
              <a:gd name="connsiteY156" fmla="*/ 2074257 h 2237474"/>
              <a:gd name="connsiteX157" fmla="*/ 1877728 w 12192000"/>
              <a:gd name="connsiteY157" fmla="*/ 2101004 h 2237474"/>
              <a:gd name="connsiteX158" fmla="*/ 1759056 w 12192000"/>
              <a:gd name="connsiteY158" fmla="*/ 2125608 h 2237474"/>
              <a:gd name="connsiteX159" fmla="*/ 1637948 w 12192000"/>
              <a:gd name="connsiteY159" fmla="*/ 2172597 h 2237474"/>
              <a:gd name="connsiteX160" fmla="*/ 1434549 w 12192000"/>
              <a:gd name="connsiteY160" fmla="*/ 2234522 h 2237474"/>
              <a:gd name="connsiteX161" fmla="*/ 1398481 w 12192000"/>
              <a:gd name="connsiteY161" fmla="*/ 2237074 h 2237474"/>
              <a:gd name="connsiteX162" fmla="*/ 1398407 w 12192000"/>
              <a:gd name="connsiteY162" fmla="*/ 2237095 h 2237474"/>
              <a:gd name="connsiteX163" fmla="*/ 1370962 w 12192000"/>
              <a:gd name="connsiteY163" fmla="*/ 2237474 h 2237474"/>
              <a:gd name="connsiteX164" fmla="*/ 1356367 w 12192000"/>
              <a:gd name="connsiteY164" fmla="*/ 2235089 h 2237474"/>
              <a:gd name="connsiteX165" fmla="*/ 1324828 w 12192000"/>
              <a:gd name="connsiteY165" fmla="*/ 2231968 h 2237474"/>
              <a:gd name="connsiteX166" fmla="*/ 1297744 w 12192000"/>
              <a:gd name="connsiteY166" fmla="*/ 2235849 h 2237474"/>
              <a:gd name="connsiteX167" fmla="*/ 1286236 w 12192000"/>
              <a:gd name="connsiteY167" fmla="*/ 2233135 h 2237474"/>
              <a:gd name="connsiteX168" fmla="*/ 1283504 w 12192000"/>
              <a:gd name="connsiteY168" fmla="*/ 2233797 h 2237474"/>
              <a:gd name="connsiteX169" fmla="*/ 1279765 w 12192000"/>
              <a:gd name="connsiteY169" fmla="*/ 2229639 h 2237474"/>
              <a:gd name="connsiteX170" fmla="*/ 1195347 w 12192000"/>
              <a:gd name="connsiteY170" fmla="*/ 2212354 h 2237474"/>
              <a:gd name="connsiteX171" fmla="*/ 970251 w 12192000"/>
              <a:gd name="connsiteY171" fmla="*/ 2221029 h 2237474"/>
              <a:gd name="connsiteX172" fmla="*/ 812914 w 12192000"/>
              <a:gd name="connsiteY172" fmla="*/ 2202752 h 2237474"/>
              <a:gd name="connsiteX173" fmla="*/ 800195 w 12192000"/>
              <a:gd name="connsiteY173" fmla="*/ 2209407 h 2237474"/>
              <a:gd name="connsiteX174" fmla="*/ 784978 w 12192000"/>
              <a:gd name="connsiteY174" fmla="*/ 2212360 h 2237474"/>
              <a:gd name="connsiteX175" fmla="*/ 681987 w 12192000"/>
              <a:gd name="connsiteY175" fmla="*/ 2216757 h 2237474"/>
              <a:gd name="connsiteX176" fmla="*/ 669923 w 12192000"/>
              <a:gd name="connsiteY176" fmla="*/ 2211682 h 2237474"/>
              <a:gd name="connsiteX177" fmla="*/ 648680 w 12192000"/>
              <a:gd name="connsiteY177" fmla="*/ 2206229 h 2237474"/>
              <a:gd name="connsiteX178" fmla="*/ 597225 w 12192000"/>
              <a:gd name="connsiteY178" fmla="*/ 2180999 h 2237474"/>
              <a:gd name="connsiteX179" fmla="*/ 558449 w 12192000"/>
              <a:gd name="connsiteY179" fmla="*/ 2182346 h 2237474"/>
              <a:gd name="connsiteX180" fmla="*/ 550517 w 12192000"/>
              <a:gd name="connsiteY180" fmla="*/ 2182060 h 2237474"/>
              <a:gd name="connsiteX181" fmla="*/ 550309 w 12192000"/>
              <a:gd name="connsiteY181" fmla="*/ 2181825 h 2237474"/>
              <a:gd name="connsiteX182" fmla="*/ 541836 w 12192000"/>
              <a:gd name="connsiteY182" fmla="*/ 2181063 h 2237474"/>
              <a:gd name="connsiteX183" fmla="*/ 536057 w 12192000"/>
              <a:gd name="connsiteY183" fmla="*/ 2181537 h 2237474"/>
              <a:gd name="connsiteX184" fmla="*/ 520671 w 12192000"/>
              <a:gd name="connsiteY184" fmla="*/ 2180980 h 2237474"/>
              <a:gd name="connsiteX185" fmla="*/ 515024 w 12192000"/>
              <a:gd name="connsiteY185" fmla="*/ 2179258 h 2237474"/>
              <a:gd name="connsiteX186" fmla="*/ 512278 w 12192000"/>
              <a:gd name="connsiteY186" fmla="*/ 2176369 h 2237474"/>
              <a:gd name="connsiteX187" fmla="*/ 480419 w 12192000"/>
              <a:gd name="connsiteY187" fmla="*/ 2167807 h 2237474"/>
              <a:gd name="connsiteX188" fmla="*/ 413835 w 12192000"/>
              <a:gd name="connsiteY188" fmla="*/ 2156783 h 2237474"/>
              <a:gd name="connsiteX189" fmla="*/ 376513 w 12192000"/>
              <a:gd name="connsiteY189" fmla="*/ 2154014 h 2237474"/>
              <a:gd name="connsiteX190" fmla="*/ 273386 w 12192000"/>
              <a:gd name="connsiteY190" fmla="*/ 2142551 h 2237474"/>
              <a:gd name="connsiteX191" fmla="*/ 169207 w 12192000"/>
              <a:gd name="connsiteY191" fmla="*/ 2128100 h 2237474"/>
              <a:gd name="connsiteX192" fmla="*/ 93149 w 12192000"/>
              <a:gd name="connsiteY192" fmla="*/ 2105324 h 2237474"/>
              <a:gd name="connsiteX193" fmla="*/ 88109 w 12192000"/>
              <a:gd name="connsiteY193" fmla="*/ 2106704 h 2237474"/>
              <a:gd name="connsiteX194" fmla="*/ 80022 w 12192000"/>
              <a:gd name="connsiteY194" fmla="*/ 2107254 h 2237474"/>
              <a:gd name="connsiteX195" fmla="*/ 79717 w 12192000"/>
              <a:gd name="connsiteY195" fmla="*/ 2107046 h 2237474"/>
              <a:gd name="connsiteX196" fmla="*/ 72352 w 12192000"/>
              <a:gd name="connsiteY196" fmla="*/ 2107991 h 2237474"/>
              <a:gd name="connsiteX197" fmla="*/ 37645 w 12192000"/>
              <a:gd name="connsiteY197" fmla="*/ 2115401 h 2237474"/>
              <a:gd name="connsiteX198" fmla="*/ 4572 w 12192000"/>
              <a:gd name="connsiteY198" fmla="*/ 2111091 h 2237474"/>
              <a:gd name="connsiteX199" fmla="*/ 0 w 12192000"/>
              <a:gd name="connsiteY199" fmla="*/ 2110468 h 2237474"/>
              <a:gd name="connsiteX200" fmla="*/ 0 w 12192000"/>
              <a:gd name="connsiteY20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59633 w 12192000"/>
              <a:gd name="connsiteY85" fmla="*/ 183716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59633 w 12192000"/>
              <a:gd name="connsiteY85" fmla="*/ 183716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38372 w 12192000"/>
              <a:gd name="connsiteY104" fmla="*/ 1851480 h 2237474"/>
              <a:gd name="connsiteX105" fmla="*/ 4232517 w 12192000"/>
              <a:gd name="connsiteY105" fmla="*/ 1852567 h 2237474"/>
              <a:gd name="connsiteX106" fmla="*/ 4191732 w 12192000"/>
              <a:gd name="connsiteY106" fmla="*/ 1857328 h 2237474"/>
              <a:gd name="connsiteX107" fmla="*/ 4065532 w 12192000"/>
              <a:gd name="connsiteY107" fmla="*/ 1855477 h 2237474"/>
              <a:gd name="connsiteX108" fmla="*/ 4028460 w 12192000"/>
              <a:gd name="connsiteY108" fmla="*/ 1855137 h 2237474"/>
              <a:gd name="connsiteX109" fmla="*/ 4002267 w 12192000"/>
              <a:gd name="connsiteY109" fmla="*/ 1852352 h 2237474"/>
              <a:gd name="connsiteX110" fmla="*/ 3931396 w 12192000"/>
              <a:gd name="connsiteY110" fmla="*/ 1858915 h 2237474"/>
              <a:gd name="connsiteX111" fmla="*/ 3812162 w 12192000"/>
              <a:gd name="connsiteY111" fmla="*/ 1875501 h 2237474"/>
              <a:gd name="connsiteX112" fmla="*/ 3729530 w 12192000"/>
              <a:gd name="connsiteY112" fmla="*/ 1864513 h 2237474"/>
              <a:gd name="connsiteX113" fmla="*/ 3680177 w 12192000"/>
              <a:gd name="connsiteY113" fmla="*/ 1881552 h 2237474"/>
              <a:gd name="connsiteX114" fmla="*/ 3567259 w 12192000"/>
              <a:gd name="connsiteY114" fmla="*/ 1893482 h 2237474"/>
              <a:gd name="connsiteX115" fmla="*/ 3405770 w 12192000"/>
              <a:gd name="connsiteY115" fmla="*/ 1904591 h 2237474"/>
              <a:gd name="connsiteX116" fmla="*/ 3280097 w 12192000"/>
              <a:gd name="connsiteY116" fmla="*/ 1919610 h 2237474"/>
              <a:gd name="connsiteX117" fmla="*/ 3123424 w 12192000"/>
              <a:gd name="connsiteY117" fmla="*/ 1952930 h 2237474"/>
              <a:gd name="connsiteX118" fmla="*/ 3009910 w 12192000"/>
              <a:gd name="connsiteY118" fmla="*/ 1957866 h 2237474"/>
              <a:gd name="connsiteX119" fmla="*/ 2995934 w 12192000"/>
              <a:gd name="connsiteY119" fmla="*/ 1967085 h 2237474"/>
              <a:gd name="connsiteX120" fmla="*/ 2980071 w 12192000"/>
              <a:gd name="connsiteY120" fmla="*/ 1972988 h 2237474"/>
              <a:gd name="connsiteX121" fmla="*/ 2978094 w 12192000"/>
              <a:gd name="connsiteY121" fmla="*/ 1972369 h 2237474"/>
              <a:gd name="connsiteX122" fmla="*/ 2942858 w 12192000"/>
              <a:gd name="connsiteY122" fmla="*/ 1981367 h 2237474"/>
              <a:gd name="connsiteX123" fmla="*/ 2875436 w 12192000"/>
              <a:gd name="connsiteY123" fmla="*/ 1996977 h 2237474"/>
              <a:gd name="connsiteX124" fmla="*/ 2874892 w 12192000"/>
              <a:gd name="connsiteY124" fmla="*/ 1996085 h 2237474"/>
              <a:gd name="connsiteX125" fmla="*/ 2864145 w 12192000"/>
              <a:gd name="connsiteY125" fmla="*/ 1994061 h 2237474"/>
              <a:gd name="connsiteX126" fmla="*/ 2843662 w 12192000"/>
              <a:gd name="connsiteY126" fmla="*/ 1992498 h 2237474"/>
              <a:gd name="connsiteX127" fmla="*/ 2796128 w 12192000"/>
              <a:gd name="connsiteY127" fmla="*/ 1976403 h 2237474"/>
              <a:gd name="connsiteX128" fmla="*/ 2756784 w 12192000"/>
              <a:gd name="connsiteY128" fmla="*/ 1985116 h 2237474"/>
              <a:gd name="connsiteX129" fmla="*/ 2748833 w 12192000"/>
              <a:gd name="connsiteY129" fmla="*/ 1986323 h 2237474"/>
              <a:gd name="connsiteX130" fmla="*/ 2748661 w 12192000"/>
              <a:gd name="connsiteY130" fmla="*/ 1986122 h 2237474"/>
              <a:gd name="connsiteX131" fmla="*/ 2740251 w 12192000"/>
              <a:gd name="connsiteY131" fmla="*/ 1986946 h 2237474"/>
              <a:gd name="connsiteX132" fmla="*/ 2718916 w 12192000"/>
              <a:gd name="connsiteY132" fmla="*/ 1990867 h 2237474"/>
              <a:gd name="connsiteX133" fmla="*/ 2713522 w 12192000"/>
              <a:gd name="connsiteY133" fmla="*/ 1990173 h 2237474"/>
              <a:gd name="connsiteX134" fmla="*/ 2680597 w 12192000"/>
              <a:gd name="connsiteY134" fmla="*/ 1984996 h 2237474"/>
              <a:gd name="connsiteX135" fmla="*/ 2578178 w 12192000"/>
              <a:gd name="connsiteY135" fmla="*/ 1990531 h 2237474"/>
              <a:gd name="connsiteX136" fmla="*/ 2476147 w 12192000"/>
              <a:gd name="connsiteY136" fmla="*/ 1998305 h 2237474"/>
              <a:gd name="connsiteX137" fmla="*/ 2373568 w 12192000"/>
              <a:gd name="connsiteY137" fmla="*/ 2003219 h 2237474"/>
              <a:gd name="connsiteX138" fmla="*/ 2321399 w 12192000"/>
              <a:gd name="connsiteY138" fmla="*/ 1989467 h 2237474"/>
              <a:gd name="connsiteX139" fmla="*/ 2315525 w 12192000"/>
              <a:gd name="connsiteY139" fmla="*/ 1989708 h 2237474"/>
              <a:gd name="connsiteX140" fmla="*/ 2300792 w 12192000"/>
              <a:gd name="connsiteY140" fmla="*/ 1994290 h 2237474"/>
              <a:gd name="connsiteX141" fmla="*/ 2295469 w 12192000"/>
              <a:gd name="connsiteY141" fmla="*/ 1996659 h 2237474"/>
              <a:gd name="connsiteX142" fmla="*/ 2287219 w 12192000"/>
              <a:gd name="connsiteY142" fmla="*/ 1998750 h 2237474"/>
              <a:gd name="connsiteX143" fmla="*/ 2286948 w 12192000"/>
              <a:gd name="connsiteY143" fmla="*/ 1998596 h 2237474"/>
              <a:gd name="connsiteX144" fmla="*/ 2243069 w 12192000"/>
              <a:gd name="connsiteY144" fmla="*/ 2015111 h 2237474"/>
              <a:gd name="connsiteX145" fmla="*/ 2186609 w 12192000"/>
              <a:gd name="connsiteY145" fmla="*/ 2008263 h 2237474"/>
              <a:gd name="connsiteX146" fmla="*/ 2164831 w 12192000"/>
              <a:gd name="connsiteY146" fmla="*/ 2010143 h 2237474"/>
              <a:gd name="connsiteX147" fmla="*/ 2152836 w 12192000"/>
              <a:gd name="connsiteY147" fmla="*/ 2010048 h 2237474"/>
              <a:gd name="connsiteX148" fmla="*/ 2117102 w 12192000"/>
              <a:gd name="connsiteY148" fmla="*/ 2023004 h 2237474"/>
              <a:gd name="connsiteX149" fmla="*/ 2111935 w 12192000"/>
              <a:gd name="connsiteY149" fmla="*/ 2023163 h 2237474"/>
              <a:gd name="connsiteX150" fmla="*/ 2089991 w 12192000"/>
              <a:gd name="connsiteY150" fmla="*/ 2034193 h 2237474"/>
              <a:gd name="connsiteX151" fmla="*/ 2058061 w 12192000"/>
              <a:gd name="connsiteY151" fmla="*/ 2047942 h 2237474"/>
              <a:gd name="connsiteX152" fmla="*/ 2055737 w 12192000"/>
              <a:gd name="connsiteY152" fmla="*/ 2047704 h 2237474"/>
              <a:gd name="connsiteX153" fmla="*/ 2042244 w 12192000"/>
              <a:gd name="connsiteY153" fmla="*/ 2055560 h 2237474"/>
              <a:gd name="connsiteX154" fmla="*/ 1976224 w 12192000"/>
              <a:gd name="connsiteY154" fmla="*/ 2074257 h 2237474"/>
              <a:gd name="connsiteX155" fmla="*/ 1877728 w 12192000"/>
              <a:gd name="connsiteY155" fmla="*/ 2101004 h 2237474"/>
              <a:gd name="connsiteX156" fmla="*/ 1759056 w 12192000"/>
              <a:gd name="connsiteY156" fmla="*/ 2125608 h 2237474"/>
              <a:gd name="connsiteX157" fmla="*/ 1637948 w 12192000"/>
              <a:gd name="connsiteY157" fmla="*/ 2172597 h 2237474"/>
              <a:gd name="connsiteX158" fmla="*/ 1434549 w 12192000"/>
              <a:gd name="connsiteY158" fmla="*/ 2234522 h 2237474"/>
              <a:gd name="connsiteX159" fmla="*/ 1398481 w 12192000"/>
              <a:gd name="connsiteY159" fmla="*/ 2237074 h 2237474"/>
              <a:gd name="connsiteX160" fmla="*/ 1398407 w 12192000"/>
              <a:gd name="connsiteY160" fmla="*/ 2237095 h 2237474"/>
              <a:gd name="connsiteX161" fmla="*/ 1370962 w 12192000"/>
              <a:gd name="connsiteY161" fmla="*/ 2237474 h 2237474"/>
              <a:gd name="connsiteX162" fmla="*/ 1356367 w 12192000"/>
              <a:gd name="connsiteY162" fmla="*/ 2235089 h 2237474"/>
              <a:gd name="connsiteX163" fmla="*/ 1324828 w 12192000"/>
              <a:gd name="connsiteY163" fmla="*/ 2231968 h 2237474"/>
              <a:gd name="connsiteX164" fmla="*/ 1297744 w 12192000"/>
              <a:gd name="connsiteY164" fmla="*/ 2235849 h 2237474"/>
              <a:gd name="connsiteX165" fmla="*/ 1286236 w 12192000"/>
              <a:gd name="connsiteY165" fmla="*/ 2233135 h 2237474"/>
              <a:gd name="connsiteX166" fmla="*/ 1283504 w 12192000"/>
              <a:gd name="connsiteY166" fmla="*/ 2233797 h 2237474"/>
              <a:gd name="connsiteX167" fmla="*/ 1279765 w 12192000"/>
              <a:gd name="connsiteY167" fmla="*/ 2229639 h 2237474"/>
              <a:gd name="connsiteX168" fmla="*/ 1195347 w 12192000"/>
              <a:gd name="connsiteY168" fmla="*/ 2212354 h 2237474"/>
              <a:gd name="connsiteX169" fmla="*/ 970251 w 12192000"/>
              <a:gd name="connsiteY169" fmla="*/ 2221029 h 2237474"/>
              <a:gd name="connsiteX170" fmla="*/ 812914 w 12192000"/>
              <a:gd name="connsiteY170" fmla="*/ 2202752 h 2237474"/>
              <a:gd name="connsiteX171" fmla="*/ 800195 w 12192000"/>
              <a:gd name="connsiteY171" fmla="*/ 2209407 h 2237474"/>
              <a:gd name="connsiteX172" fmla="*/ 784978 w 12192000"/>
              <a:gd name="connsiteY172" fmla="*/ 2212360 h 2237474"/>
              <a:gd name="connsiteX173" fmla="*/ 681987 w 12192000"/>
              <a:gd name="connsiteY173" fmla="*/ 2216757 h 2237474"/>
              <a:gd name="connsiteX174" fmla="*/ 669923 w 12192000"/>
              <a:gd name="connsiteY174" fmla="*/ 2211682 h 2237474"/>
              <a:gd name="connsiteX175" fmla="*/ 648680 w 12192000"/>
              <a:gd name="connsiteY175" fmla="*/ 2206229 h 2237474"/>
              <a:gd name="connsiteX176" fmla="*/ 597225 w 12192000"/>
              <a:gd name="connsiteY176" fmla="*/ 2180999 h 2237474"/>
              <a:gd name="connsiteX177" fmla="*/ 558449 w 12192000"/>
              <a:gd name="connsiteY177" fmla="*/ 2182346 h 2237474"/>
              <a:gd name="connsiteX178" fmla="*/ 550517 w 12192000"/>
              <a:gd name="connsiteY178" fmla="*/ 2182060 h 2237474"/>
              <a:gd name="connsiteX179" fmla="*/ 550309 w 12192000"/>
              <a:gd name="connsiteY179" fmla="*/ 2181825 h 2237474"/>
              <a:gd name="connsiteX180" fmla="*/ 541836 w 12192000"/>
              <a:gd name="connsiteY180" fmla="*/ 2181063 h 2237474"/>
              <a:gd name="connsiteX181" fmla="*/ 536057 w 12192000"/>
              <a:gd name="connsiteY181" fmla="*/ 2181537 h 2237474"/>
              <a:gd name="connsiteX182" fmla="*/ 520671 w 12192000"/>
              <a:gd name="connsiteY182" fmla="*/ 2180980 h 2237474"/>
              <a:gd name="connsiteX183" fmla="*/ 515024 w 12192000"/>
              <a:gd name="connsiteY183" fmla="*/ 2179258 h 2237474"/>
              <a:gd name="connsiteX184" fmla="*/ 512278 w 12192000"/>
              <a:gd name="connsiteY184" fmla="*/ 2176369 h 2237474"/>
              <a:gd name="connsiteX185" fmla="*/ 480419 w 12192000"/>
              <a:gd name="connsiteY185" fmla="*/ 2167807 h 2237474"/>
              <a:gd name="connsiteX186" fmla="*/ 413835 w 12192000"/>
              <a:gd name="connsiteY186" fmla="*/ 2156783 h 2237474"/>
              <a:gd name="connsiteX187" fmla="*/ 376513 w 12192000"/>
              <a:gd name="connsiteY187" fmla="*/ 2154014 h 2237474"/>
              <a:gd name="connsiteX188" fmla="*/ 273386 w 12192000"/>
              <a:gd name="connsiteY188" fmla="*/ 2142551 h 2237474"/>
              <a:gd name="connsiteX189" fmla="*/ 169207 w 12192000"/>
              <a:gd name="connsiteY189" fmla="*/ 2128100 h 2237474"/>
              <a:gd name="connsiteX190" fmla="*/ 93149 w 12192000"/>
              <a:gd name="connsiteY190" fmla="*/ 2105324 h 2237474"/>
              <a:gd name="connsiteX191" fmla="*/ 88109 w 12192000"/>
              <a:gd name="connsiteY191" fmla="*/ 2106704 h 2237474"/>
              <a:gd name="connsiteX192" fmla="*/ 80022 w 12192000"/>
              <a:gd name="connsiteY192" fmla="*/ 2107254 h 2237474"/>
              <a:gd name="connsiteX193" fmla="*/ 79717 w 12192000"/>
              <a:gd name="connsiteY193" fmla="*/ 2107046 h 2237474"/>
              <a:gd name="connsiteX194" fmla="*/ 72352 w 12192000"/>
              <a:gd name="connsiteY194" fmla="*/ 2107991 h 2237474"/>
              <a:gd name="connsiteX195" fmla="*/ 37645 w 12192000"/>
              <a:gd name="connsiteY195" fmla="*/ 2115401 h 2237474"/>
              <a:gd name="connsiteX196" fmla="*/ 4572 w 12192000"/>
              <a:gd name="connsiteY196" fmla="*/ 2111091 h 2237474"/>
              <a:gd name="connsiteX197" fmla="*/ 0 w 12192000"/>
              <a:gd name="connsiteY197" fmla="*/ 2110468 h 2237474"/>
              <a:gd name="connsiteX198" fmla="*/ 0 w 12192000"/>
              <a:gd name="connsiteY19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290981 w 12192000"/>
              <a:gd name="connsiteY102" fmla="*/ 1839677 h 2237474"/>
              <a:gd name="connsiteX103" fmla="*/ 4238372 w 12192000"/>
              <a:gd name="connsiteY103" fmla="*/ 1851480 h 2237474"/>
              <a:gd name="connsiteX104" fmla="*/ 4232517 w 12192000"/>
              <a:gd name="connsiteY104" fmla="*/ 1852567 h 2237474"/>
              <a:gd name="connsiteX105" fmla="*/ 4191732 w 12192000"/>
              <a:gd name="connsiteY105" fmla="*/ 1857328 h 2237474"/>
              <a:gd name="connsiteX106" fmla="*/ 4065532 w 12192000"/>
              <a:gd name="connsiteY106" fmla="*/ 1855477 h 2237474"/>
              <a:gd name="connsiteX107" fmla="*/ 4028460 w 12192000"/>
              <a:gd name="connsiteY107" fmla="*/ 1855137 h 2237474"/>
              <a:gd name="connsiteX108" fmla="*/ 4002267 w 12192000"/>
              <a:gd name="connsiteY108" fmla="*/ 1852352 h 2237474"/>
              <a:gd name="connsiteX109" fmla="*/ 3931396 w 12192000"/>
              <a:gd name="connsiteY109" fmla="*/ 1858915 h 2237474"/>
              <a:gd name="connsiteX110" fmla="*/ 3812162 w 12192000"/>
              <a:gd name="connsiteY110" fmla="*/ 1875501 h 2237474"/>
              <a:gd name="connsiteX111" fmla="*/ 3729530 w 12192000"/>
              <a:gd name="connsiteY111" fmla="*/ 1864513 h 2237474"/>
              <a:gd name="connsiteX112" fmla="*/ 3680177 w 12192000"/>
              <a:gd name="connsiteY112" fmla="*/ 1881552 h 2237474"/>
              <a:gd name="connsiteX113" fmla="*/ 3567259 w 12192000"/>
              <a:gd name="connsiteY113" fmla="*/ 1893482 h 2237474"/>
              <a:gd name="connsiteX114" fmla="*/ 3405770 w 12192000"/>
              <a:gd name="connsiteY114" fmla="*/ 1904591 h 2237474"/>
              <a:gd name="connsiteX115" fmla="*/ 3280097 w 12192000"/>
              <a:gd name="connsiteY115" fmla="*/ 1919610 h 2237474"/>
              <a:gd name="connsiteX116" fmla="*/ 3123424 w 12192000"/>
              <a:gd name="connsiteY116" fmla="*/ 1952930 h 2237474"/>
              <a:gd name="connsiteX117" fmla="*/ 3009910 w 12192000"/>
              <a:gd name="connsiteY117" fmla="*/ 1957866 h 2237474"/>
              <a:gd name="connsiteX118" fmla="*/ 2995934 w 12192000"/>
              <a:gd name="connsiteY118" fmla="*/ 1967085 h 2237474"/>
              <a:gd name="connsiteX119" fmla="*/ 2980071 w 12192000"/>
              <a:gd name="connsiteY119" fmla="*/ 1972988 h 2237474"/>
              <a:gd name="connsiteX120" fmla="*/ 2978094 w 12192000"/>
              <a:gd name="connsiteY120" fmla="*/ 1972369 h 2237474"/>
              <a:gd name="connsiteX121" fmla="*/ 2942858 w 12192000"/>
              <a:gd name="connsiteY121" fmla="*/ 1981367 h 2237474"/>
              <a:gd name="connsiteX122" fmla="*/ 2875436 w 12192000"/>
              <a:gd name="connsiteY122" fmla="*/ 1996977 h 2237474"/>
              <a:gd name="connsiteX123" fmla="*/ 2874892 w 12192000"/>
              <a:gd name="connsiteY123" fmla="*/ 1996085 h 2237474"/>
              <a:gd name="connsiteX124" fmla="*/ 2864145 w 12192000"/>
              <a:gd name="connsiteY124" fmla="*/ 1994061 h 2237474"/>
              <a:gd name="connsiteX125" fmla="*/ 2843662 w 12192000"/>
              <a:gd name="connsiteY125" fmla="*/ 1992498 h 2237474"/>
              <a:gd name="connsiteX126" fmla="*/ 2796128 w 12192000"/>
              <a:gd name="connsiteY126" fmla="*/ 1976403 h 2237474"/>
              <a:gd name="connsiteX127" fmla="*/ 2756784 w 12192000"/>
              <a:gd name="connsiteY127" fmla="*/ 1985116 h 2237474"/>
              <a:gd name="connsiteX128" fmla="*/ 2748833 w 12192000"/>
              <a:gd name="connsiteY128" fmla="*/ 1986323 h 2237474"/>
              <a:gd name="connsiteX129" fmla="*/ 2748661 w 12192000"/>
              <a:gd name="connsiteY129" fmla="*/ 1986122 h 2237474"/>
              <a:gd name="connsiteX130" fmla="*/ 2740251 w 12192000"/>
              <a:gd name="connsiteY130" fmla="*/ 1986946 h 2237474"/>
              <a:gd name="connsiteX131" fmla="*/ 2718916 w 12192000"/>
              <a:gd name="connsiteY131" fmla="*/ 1990867 h 2237474"/>
              <a:gd name="connsiteX132" fmla="*/ 2713522 w 12192000"/>
              <a:gd name="connsiteY132" fmla="*/ 1990173 h 2237474"/>
              <a:gd name="connsiteX133" fmla="*/ 2680597 w 12192000"/>
              <a:gd name="connsiteY133" fmla="*/ 1984996 h 2237474"/>
              <a:gd name="connsiteX134" fmla="*/ 2578178 w 12192000"/>
              <a:gd name="connsiteY134" fmla="*/ 1990531 h 2237474"/>
              <a:gd name="connsiteX135" fmla="*/ 2476147 w 12192000"/>
              <a:gd name="connsiteY135" fmla="*/ 1998305 h 2237474"/>
              <a:gd name="connsiteX136" fmla="*/ 2373568 w 12192000"/>
              <a:gd name="connsiteY136" fmla="*/ 2003219 h 2237474"/>
              <a:gd name="connsiteX137" fmla="*/ 2321399 w 12192000"/>
              <a:gd name="connsiteY137" fmla="*/ 1989467 h 2237474"/>
              <a:gd name="connsiteX138" fmla="*/ 2315525 w 12192000"/>
              <a:gd name="connsiteY138" fmla="*/ 1989708 h 2237474"/>
              <a:gd name="connsiteX139" fmla="*/ 2300792 w 12192000"/>
              <a:gd name="connsiteY139" fmla="*/ 1994290 h 2237474"/>
              <a:gd name="connsiteX140" fmla="*/ 2295469 w 12192000"/>
              <a:gd name="connsiteY140" fmla="*/ 1996659 h 2237474"/>
              <a:gd name="connsiteX141" fmla="*/ 2287219 w 12192000"/>
              <a:gd name="connsiteY141" fmla="*/ 1998750 h 2237474"/>
              <a:gd name="connsiteX142" fmla="*/ 2286948 w 12192000"/>
              <a:gd name="connsiteY142" fmla="*/ 1998596 h 2237474"/>
              <a:gd name="connsiteX143" fmla="*/ 2243069 w 12192000"/>
              <a:gd name="connsiteY143" fmla="*/ 2015111 h 2237474"/>
              <a:gd name="connsiteX144" fmla="*/ 2186609 w 12192000"/>
              <a:gd name="connsiteY144" fmla="*/ 2008263 h 2237474"/>
              <a:gd name="connsiteX145" fmla="*/ 2164831 w 12192000"/>
              <a:gd name="connsiteY145" fmla="*/ 2010143 h 2237474"/>
              <a:gd name="connsiteX146" fmla="*/ 2152836 w 12192000"/>
              <a:gd name="connsiteY146" fmla="*/ 2010048 h 2237474"/>
              <a:gd name="connsiteX147" fmla="*/ 2117102 w 12192000"/>
              <a:gd name="connsiteY147" fmla="*/ 2023004 h 2237474"/>
              <a:gd name="connsiteX148" fmla="*/ 2111935 w 12192000"/>
              <a:gd name="connsiteY148" fmla="*/ 2023163 h 2237474"/>
              <a:gd name="connsiteX149" fmla="*/ 2089991 w 12192000"/>
              <a:gd name="connsiteY149" fmla="*/ 2034193 h 2237474"/>
              <a:gd name="connsiteX150" fmla="*/ 2058061 w 12192000"/>
              <a:gd name="connsiteY150" fmla="*/ 2047942 h 2237474"/>
              <a:gd name="connsiteX151" fmla="*/ 2055737 w 12192000"/>
              <a:gd name="connsiteY151" fmla="*/ 2047704 h 2237474"/>
              <a:gd name="connsiteX152" fmla="*/ 2042244 w 12192000"/>
              <a:gd name="connsiteY152" fmla="*/ 2055560 h 2237474"/>
              <a:gd name="connsiteX153" fmla="*/ 1976224 w 12192000"/>
              <a:gd name="connsiteY153" fmla="*/ 2074257 h 2237474"/>
              <a:gd name="connsiteX154" fmla="*/ 1877728 w 12192000"/>
              <a:gd name="connsiteY154" fmla="*/ 2101004 h 2237474"/>
              <a:gd name="connsiteX155" fmla="*/ 1759056 w 12192000"/>
              <a:gd name="connsiteY155" fmla="*/ 2125608 h 2237474"/>
              <a:gd name="connsiteX156" fmla="*/ 1637948 w 12192000"/>
              <a:gd name="connsiteY156" fmla="*/ 2172597 h 2237474"/>
              <a:gd name="connsiteX157" fmla="*/ 1434549 w 12192000"/>
              <a:gd name="connsiteY157" fmla="*/ 2234522 h 2237474"/>
              <a:gd name="connsiteX158" fmla="*/ 1398481 w 12192000"/>
              <a:gd name="connsiteY158" fmla="*/ 2237074 h 2237474"/>
              <a:gd name="connsiteX159" fmla="*/ 1398407 w 12192000"/>
              <a:gd name="connsiteY159" fmla="*/ 2237095 h 2237474"/>
              <a:gd name="connsiteX160" fmla="*/ 1370962 w 12192000"/>
              <a:gd name="connsiteY160" fmla="*/ 2237474 h 2237474"/>
              <a:gd name="connsiteX161" fmla="*/ 1356367 w 12192000"/>
              <a:gd name="connsiteY161" fmla="*/ 2235089 h 2237474"/>
              <a:gd name="connsiteX162" fmla="*/ 1324828 w 12192000"/>
              <a:gd name="connsiteY162" fmla="*/ 2231968 h 2237474"/>
              <a:gd name="connsiteX163" fmla="*/ 1297744 w 12192000"/>
              <a:gd name="connsiteY163" fmla="*/ 2235849 h 2237474"/>
              <a:gd name="connsiteX164" fmla="*/ 1286236 w 12192000"/>
              <a:gd name="connsiteY164" fmla="*/ 2233135 h 2237474"/>
              <a:gd name="connsiteX165" fmla="*/ 1283504 w 12192000"/>
              <a:gd name="connsiteY165" fmla="*/ 2233797 h 2237474"/>
              <a:gd name="connsiteX166" fmla="*/ 1279765 w 12192000"/>
              <a:gd name="connsiteY166" fmla="*/ 2229639 h 2237474"/>
              <a:gd name="connsiteX167" fmla="*/ 1195347 w 12192000"/>
              <a:gd name="connsiteY167" fmla="*/ 2212354 h 2237474"/>
              <a:gd name="connsiteX168" fmla="*/ 970251 w 12192000"/>
              <a:gd name="connsiteY168" fmla="*/ 2221029 h 2237474"/>
              <a:gd name="connsiteX169" fmla="*/ 812914 w 12192000"/>
              <a:gd name="connsiteY169" fmla="*/ 2202752 h 2237474"/>
              <a:gd name="connsiteX170" fmla="*/ 800195 w 12192000"/>
              <a:gd name="connsiteY170" fmla="*/ 2209407 h 2237474"/>
              <a:gd name="connsiteX171" fmla="*/ 784978 w 12192000"/>
              <a:gd name="connsiteY171" fmla="*/ 2212360 h 2237474"/>
              <a:gd name="connsiteX172" fmla="*/ 681987 w 12192000"/>
              <a:gd name="connsiteY172" fmla="*/ 2216757 h 2237474"/>
              <a:gd name="connsiteX173" fmla="*/ 669923 w 12192000"/>
              <a:gd name="connsiteY173" fmla="*/ 2211682 h 2237474"/>
              <a:gd name="connsiteX174" fmla="*/ 648680 w 12192000"/>
              <a:gd name="connsiteY174" fmla="*/ 2206229 h 2237474"/>
              <a:gd name="connsiteX175" fmla="*/ 597225 w 12192000"/>
              <a:gd name="connsiteY175" fmla="*/ 2180999 h 2237474"/>
              <a:gd name="connsiteX176" fmla="*/ 558449 w 12192000"/>
              <a:gd name="connsiteY176" fmla="*/ 2182346 h 2237474"/>
              <a:gd name="connsiteX177" fmla="*/ 550517 w 12192000"/>
              <a:gd name="connsiteY177" fmla="*/ 2182060 h 2237474"/>
              <a:gd name="connsiteX178" fmla="*/ 550309 w 12192000"/>
              <a:gd name="connsiteY178" fmla="*/ 2181825 h 2237474"/>
              <a:gd name="connsiteX179" fmla="*/ 541836 w 12192000"/>
              <a:gd name="connsiteY179" fmla="*/ 2181063 h 2237474"/>
              <a:gd name="connsiteX180" fmla="*/ 536057 w 12192000"/>
              <a:gd name="connsiteY180" fmla="*/ 2181537 h 2237474"/>
              <a:gd name="connsiteX181" fmla="*/ 520671 w 12192000"/>
              <a:gd name="connsiteY181" fmla="*/ 2180980 h 2237474"/>
              <a:gd name="connsiteX182" fmla="*/ 515024 w 12192000"/>
              <a:gd name="connsiteY182" fmla="*/ 2179258 h 2237474"/>
              <a:gd name="connsiteX183" fmla="*/ 512278 w 12192000"/>
              <a:gd name="connsiteY183" fmla="*/ 2176369 h 2237474"/>
              <a:gd name="connsiteX184" fmla="*/ 480419 w 12192000"/>
              <a:gd name="connsiteY184" fmla="*/ 2167807 h 2237474"/>
              <a:gd name="connsiteX185" fmla="*/ 413835 w 12192000"/>
              <a:gd name="connsiteY185" fmla="*/ 2156783 h 2237474"/>
              <a:gd name="connsiteX186" fmla="*/ 376513 w 12192000"/>
              <a:gd name="connsiteY186" fmla="*/ 2154014 h 2237474"/>
              <a:gd name="connsiteX187" fmla="*/ 273386 w 12192000"/>
              <a:gd name="connsiteY187" fmla="*/ 2142551 h 2237474"/>
              <a:gd name="connsiteX188" fmla="*/ 169207 w 12192000"/>
              <a:gd name="connsiteY188" fmla="*/ 2128100 h 2237474"/>
              <a:gd name="connsiteX189" fmla="*/ 93149 w 12192000"/>
              <a:gd name="connsiteY189" fmla="*/ 2105324 h 2237474"/>
              <a:gd name="connsiteX190" fmla="*/ 88109 w 12192000"/>
              <a:gd name="connsiteY190" fmla="*/ 2106704 h 2237474"/>
              <a:gd name="connsiteX191" fmla="*/ 80022 w 12192000"/>
              <a:gd name="connsiteY191" fmla="*/ 2107254 h 2237474"/>
              <a:gd name="connsiteX192" fmla="*/ 79717 w 12192000"/>
              <a:gd name="connsiteY192" fmla="*/ 2107046 h 2237474"/>
              <a:gd name="connsiteX193" fmla="*/ 72352 w 12192000"/>
              <a:gd name="connsiteY193" fmla="*/ 2107991 h 2237474"/>
              <a:gd name="connsiteX194" fmla="*/ 37645 w 12192000"/>
              <a:gd name="connsiteY194" fmla="*/ 2115401 h 2237474"/>
              <a:gd name="connsiteX195" fmla="*/ 4572 w 12192000"/>
              <a:gd name="connsiteY195" fmla="*/ 2111091 h 2237474"/>
              <a:gd name="connsiteX196" fmla="*/ 0 w 12192000"/>
              <a:gd name="connsiteY196" fmla="*/ 2110468 h 2237474"/>
              <a:gd name="connsiteX197" fmla="*/ 0 w 12192000"/>
              <a:gd name="connsiteY19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290981 w 12192000"/>
              <a:gd name="connsiteY102" fmla="*/ 1839677 h 2237474"/>
              <a:gd name="connsiteX103" fmla="*/ 4238372 w 12192000"/>
              <a:gd name="connsiteY103" fmla="*/ 1851480 h 2237474"/>
              <a:gd name="connsiteX104" fmla="*/ 4232517 w 12192000"/>
              <a:gd name="connsiteY104" fmla="*/ 1852567 h 2237474"/>
              <a:gd name="connsiteX105" fmla="*/ 4191732 w 12192000"/>
              <a:gd name="connsiteY105" fmla="*/ 1857328 h 2237474"/>
              <a:gd name="connsiteX106" fmla="*/ 4065532 w 12192000"/>
              <a:gd name="connsiteY106" fmla="*/ 1855477 h 2237474"/>
              <a:gd name="connsiteX107" fmla="*/ 4028460 w 12192000"/>
              <a:gd name="connsiteY107" fmla="*/ 1855137 h 2237474"/>
              <a:gd name="connsiteX108" fmla="*/ 4002267 w 12192000"/>
              <a:gd name="connsiteY108" fmla="*/ 1852352 h 2237474"/>
              <a:gd name="connsiteX109" fmla="*/ 3931396 w 12192000"/>
              <a:gd name="connsiteY109" fmla="*/ 1858915 h 2237474"/>
              <a:gd name="connsiteX110" fmla="*/ 3812162 w 12192000"/>
              <a:gd name="connsiteY110" fmla="*/ 1875501 h 2237474"/>
              <a:gd name="connsiteX111" fmla="*/ 3729530 w 12192000"/>
              <a:gd name="connsiteY111" fmla="*/ 1864513 h 2237474"/>
              <a:gd name="connsiteX112" fmla="*/ 3680177 w 12192000"/>
              <a:gd name="connsiteY112" fmla="*/ 1881552 h 2237474"/>
              <a:gd name="connsiteX113" fmla="*/ 3567259 w 12192000"/>
              <a:gd name="connsiteY113" fmla="*/ 1893482 h 2237474"/>
              <a:gd name="connsiteX114" fmla="*/ 3405770 w 12192000"/>
              <a:gd name="connsiteY114" fmla="*/ 1904591 h 2237474"/>
              <a:gd name="connsiteX115" fmla="*/ 3280097 w 12192000"/>
              <a:gd name="connsiteY115" fmla="*/ 1919610 h 2237474"/>
              <a:gd name="connsiteX116" fmla="*/ 3123424 w 12192000"/>
              <a:gd name="connsiteY116" fmla="*/ 1952930 h 2237474"/>
              <a:gd name="connsiteX117" fmla="*/ 3009910 w 12192000"/>
              <a:gd name="connsiteY117" fmla="*/ 1957866 h 2237474"/>
              <a:gd name="connsiteX118" fmla="*/ 2995934 w 12192000"/>
              <a:gd name="connsiteY118" fmla="*/ 1967085 h 2237474"/>
              <a:gd name="connsiteX119" fmla="*/ 2980071 w 12192000"/>
              <a:gd name="connsiteY119" fmla="*/ 1972988 h 2237474"/>
              <a:gd name="connsiteX120" fmla="*/ 2978094 w 12192000"/>
              <a:gd name="connsiteY120" fmla="*/ 1972369 h 2237474"/>
              <a:gd name="connsiteX121" fmla="*/ 2942858 w 12192000"/>
              <a:gd name="connsiteY121" fmla="*/ 1981367 h 2237474"/>
              <a:gd name="connsiteX122" fmla="*/ 2875436 w 12192000"/>
              <a:gd name="connsiteY122" fmla="*/ 1996977 h 2237474"/>
              <a:gd name="connsiteX123" fmla="*/ 2874892 w 12192000"/>
              <a:gd name="connsiteY123" fmla="*/ 1996085 h 2237474"/>
              <a:gd name="connsiteX124" fmla="*/ 2864145 w 12192000"/>
              <a:gd name="connsiteY124" fmla="*/ 1994061 h 2237474"/>
              <a:gd name="connsiteX125" fmla="*/ 2843662 w 12192000"/>
              <a:gd name="connsiteY125" fmla="*/ 1992498 h 2237474"/>
              <a:gd name="connsiteX126" fmla="*/ 2796128 w 12192000"/>
              <a:gd name="connsiteY126" fmla="*/ 1976403 h 2237474"/>
              <a:gd name="connsiteX127" fmla="*/ 2756784 w 12192000"/>
              <a:gd name="connsiteY127" fmla="*/ 1985116 h 2237474"/>
              <a:gd name="connsiteX128" fmla="*/ 2748833 w 12192000"/>
              <a:gd name="connsiteY128" fmla="*/ 1986323 h 2237474"/>
              <a:gd name="connsiteX129" fmla="*/ 2748661 w 12192000"/>
              <a:gd name="connsiteY129" fmla="*/ 1986122 h 2237474"/>
              <a:gd name="connsiteX130" fmla="*/ 2740251 w 12192000"/>
              <a:gd name="connsiteY130" fmla="*/ 1986946 h 2237474"/>
              <a:gd name="connsiteX131" fmla="*/ 2718916 w 12192000"/>
              <a:gd name="connsiteY131" fmla="*/ 1990867 h 2237474"/>
              <a:gd name="connsiteX132" fmla="*/ 2713522 w 12192000"/>
              <a:gd name="connsiteY132" fmla="*/ 1990173 h 2237474"/>
              <a:gd name="connsiteX133" fmla="*/ 2680597 w 12192000"/>
              <a:gd name="connsiteY133" fmla="*/ 1984996 h 2237474"/>
              <a:gd name="connsiteX134" fmla="*/ 2578178 w 12192000"/>
              <a:gd name="connsiteY134" fmla="*/ 1990531 h 2237474"/>
              <a:gd name="connsiteX135" fmla="*/ 2476147 w 12192000"/>
              <a:gd name="connsiteY135" fmla="*/ 1998305 h 2237474"/>
              <a:gd name="connsiteX136" fmla="*/ 2373568 w 12192000"/>
              <a:gd name="connsiteY136" fmla="*/ 2003219 h 2237474"/>
              <a:gd name="connsiteX137" fmla="*/ 2321399 w 12192000"/>
              <a:gd name="connsiteY137" fmla="*/ 1989467 h 2237474"/>
              <a:gd name="connsiteX138" fmla="*/ 2315525 w 12192000"/>
              <a:gd name="connsiteY138" fmla="*/ 1989708 h 2237474"/>
              <a:gd name="connsiteX139" fmla="*/ 2300792 w 12192000"/>
              <a:gd name="connsiteY139" fmla="*/ 1994290 h 2237474"/>
              <a:gd name="connsiteX140" fmla="*/ 2295469 w 12192000"/>
              <a:gd name="connsiteY140" fmla="*/ 1996659 h 2237474"/>
              <a:gd name="connsiteX141" fmla="*/ 2287219 w 12192000"/>
              <a:gd name="connsiteY141" fmla="*/ 1998750 h 2237474"/>
              <a:gd name="connsiteX142" fmla="*/ 2286948 w 12192000"/>
              <a:gd name="connsiteY142" fmla="*/ 1998596 h 2237474"/>
              <a:gd name="connsiteX143" fmla="*/ 2243069 w 12192000"/>
              <a:gd name="connsiteY143" fmla="*/ 2015111 h 2237474"/>
              <a:gd name="connsiteX144" fmla="*/ 2186609 w 12192000"/>
              <a:gd name="connsiteY144" fmla="*/ 2008263 h 2237474"/>
              <a:gd name="connsiteX145" fmla="*/ 2164831 w 12192000"/>
              <a:gd name="connsiteY145" fmla="*/ 2010143 h 2237474"/>
              <a:gd name="connsiteX146" fmla="*/ 2152836 w 12192000"/>
              <a:gd name="connsiteY146" fmla="*/ 2010048 h 2237474"/>
              <a:gd name="connsiteX147" fmla="*/ 2117102 w 12192000"/>
              <a:gd name="connsiteY147" fmla="*/ 2023004 h 2237474"/>
              <a:gd name="connsiteX148" fmla="*/ 2111935 w 12192000"/>
              <a:gd name="connsiteY148" fmla="*/ 2023163 h 2237474"/>
              <a:gd name="connsiteX149" fmla="*/ 2089991 w 12192000"/>
              <a:gd name="connsiteY149" fmla="*/ 2034193 h 2237474"/>
              <a:gd name="connsiteX150" fmla="*/ 2058061 w 12192000"/>
              <a:gd name="connsiteY150" fmla="*/ 2047942 h 2237474"/>
              <a:gd name="connsiteX151" fmla="*/ 2055737 w 12192000"/>
              <a:gd name="connsiteY151" fmla="*/ 2047704 h 2237474"/>
              <a:gd name="connsiteX152" fmla="*/ 2042244 w 12192000"/>
              <a:gd name="connsiteY152" fmla="*/ 2055560 h 2237474"/>
              <a:gd name="connsiteX153" fmla="*/ 1976224 w 12192000"/>
              <a:gd name="connsiteY153" fmla="*/ 2074257 h 2237474"/>
              <a:gd name="connsiteX154" fmla="*/ 1877728 w 12192000"/>
              <a:gd name="connsiteY154" fmla="*/ 2101004 h 2237474"/>
              <a:gd name="connsiteX155" fmla="*/ 1759056 w 12192000"/>
              <a:gd name="connsiteY155" fmla="*/ 2125608 h 2237474"/>
              <a:gd name="connsiteX156" fmla="*/ 1637948 w 12192000"/>
              <a:gd name="connsiteY156" fmla="*/ 2172597 h 2237474"/>
              <a:gd name="connsiteX157" fmla="*/ 1434549 w 12192000"/>
              <a:gd name="connsiteY157" fmla="*/ 2234522 h 2237474"/>
              <a:gd name="connsiteX158" fmla="*/ 1398481 w 12192000"/>
              <a:gd name="connsiteY158" fmla="*/ 2237074 h 2237474"/>
              <a:gd name="connsiteX159" fmla="*/ 1398407 w 12192000"/>
              <a:gd name="connsiteY159" fmla="*/ 2237095 h 2237474"/>
              <a:gd name="connsiteX160" fmla="*/ 1370962 w 12192000"/>
              <a:gd name="connsiteY160" fmla="*/ 2237474 h 2237474"/>
              <a:gd name="connsiteX161" fmla="*/ 1356367 w 12192000"/>
              <a:gd name="connsiteY161" fmla="*/ 2235089 h 2237474"/>
              <a:gd name="connsiteX162" fmla="*/ 1324828 w 12192000"/>
              <a:gd name="connsiteY162" fmla="*/ 2231968 h 2237474"/>
              <a:gd name="connsiteX163" fmla="*/ 1297744 w 12192000"/>
              <a:gd name="connsiteY163" fmla="*/ 2235849 h 2237474"/>
              <a:gd name="connsiteX164" fmla="*/ 1286236 w 12192000"/>
              <a:gd name="connsiteY164" fmla="*/ 2233135 h 2237474"/>
              <a:gd name="connsiteX165" fmla="*/ 1283504 w 12192000"/>
              <a:gd name="connsiteY165" fmla="*/ 2233797 h 2237474"/>
              <a:gd name="connsiteX166" fmla="*/ 1279765 w 12192000"/>
              <a:gd name="connsiteY166" fmla="*/ 2229639 h 2237474"/>
              <a:gd name="connsiteX167" fmla="*/ 1195347 w 12192000"/>
              <a:gd name="connsiteY167" fmla="*/ 2212354 h 2237474"/>
              <a:gd name="connsiteX168" fmla="*/ 970251 w 12192000"/>
              <a:gd name="connsiteY168" fmla="*/ 2221029 h 2237474"/>
              <a:gd name="connsiteX169" fmla="*/ 812914 w 12192000"/>
              <a:gd name="connsiteY169" fmla="*/ 2202752 h 2237474"/>
              <a:gd name="connsiteX170" fmla="*/ 800195 w 12192000"/>
              <a:gd name="connsiteY170" fmla="*/ 2209407 h 2237474"/>
              <a:gd name="connsiteX171" fmla="*/ 784978 w 12192000"/>
              <a:gd name="connsiteY171" fmla="*/ 2212360 h 2237474"/>
              <a:gd name="connsiteX172" fmla="*/ 681987 w 12192000"/>
              <a:gd name="connsiteY172" fmla="*/ 2216757 h 2237474"/>
              <a:gd name="connsiteX173" fmla="*/ 669923 w 12192000"/>
              <a:gd name="connsiteY173" fmla="*/ 2211682 h 2237474"/>
              <a:gd name="connsiteX174" fmla="*/ 648680 w 12192000"/>
              <a:gd name="connsiteY174" fmla="*/ 2206229 h 2237474"/>
              <a:gd name="connsiteX175" fmla="*/ 597225 w 12192000"/>
              <a:gd name="connsiteY175" fmla="*/ 2180999 h 2237474"/>
              <a:gd name="connsiteX176" fmla="*/ 558449 w 12192000"/>
              <a:gd name="connsiteY176" fmla="*/ 2182346 h 2237474"/>
              <a:gd name="connsiteX177" fmla="*/ 550517 w 12192000"/>
              <a:gd name="connsiteY177" fmla="*/ 2182060 h 2237474"/>
              <a:gd name="connsiteX178" fmla="*/ 550309 w 12192000"/>
              <a:gd name="connsiteY178" fmla="*/ 2181825 h 2237474"/>
              <a:gd name="connsiteX179" fmla="*/ 541836 w 12192000"/>
              <a:gd name="connsiteY179" fmla="*/ 2181063 h 2237474"/>
              <a:gd name="connsiteX180" fmla="*/ 536057 w 12192000"/>
              <a:gd name="connsiteY180" fmla="*/ 2181537 h 2237474"/>
              <a:gd name="connsiteX181" fmla="*/ 520671 w 12192000"/>
              <a:gd name="connsiteY181" fmla="*/ 2180980 h 2237474"/>
              <a:gd name="connsiteX182" fmla="*/ 515024 w 12192000"/>
              <a:gd name="connsiteY182" fmla="*/ 2179258 h 2237474"/>
              <a:gd name="connsiteX183" fmla="*/ 512278 w 12192000"/>
              <a:gd name="connsiteY183" fmla="*/ 2176369 h 2237474"/>
              <a:gd name="connsiteX184" fmla="*/ 480419 w 12192000"/>
              <a:gd name="connsiteY184" fmla="*/ 2167807 h 2237474"/>
              <a:gd name="connsiteX185" fmla="*/ 413835 w 12192000"/>
              <a:gd name="connsiteY185" fmla="*/ 2156783 h 2237474"/>
              <a:gd name="connsiteX186" fmla="*/ 376513 w 12192000"/>
              <a:gd name="connsiteY186" fmla="*/ 2154014 h 2237474"/>
              <a:gd name="connsiteX187" fmla="*/ 273386 w 12192000"/>
              <a:gd name="connsiteY187" fmla="*/ 2142551 h 2237474"/>
              <a:gd name="connsiteX188" fmla="*/ 169207 w 12192000"/>
              <a:gd name="connsiteY188" fmla="*/ 2128100 h 2237474"/>
              <a:gd name="connsiteX189" fmla="*/ 93149 w 12192000"/>
              <a:gd name="connsiteY189" fmla="*/ 2105324 h 2237474"/>
              <a:gd name="connsiteX190" fmla="*/ 88109 w 12192000"/>
              <a:gd name="connsiteY190" fmla="*/ 2106704 h 2237474"/>
              <a:gd name="connsiteX191" fmla="*/ 80022 w 12192000"/>
              <a:gd name="connsiteY191" fmla="*/ 2107254 h 2237474"/>
              <a:gd name="connsiteX192" fmla="*/ 79717 w 12192000"/>
              <a:gd name="connsiteY192" fmla="*/ 2107046 h 2237474"/>
              <a:gd name="connsiteX193" fmla="*/ 72352 w 12192000"/>
              <a:gd name="connsiteY193" fmla="*/ 2107991 h 2237474"/>
              <a:gd name="connsiteX194" fmla="*/ 37645 w 12192000"/>
              <a:gd name="connsiteY194" fmla="*/ 2115401 h 2237474"/>
              <a:gd name="connsiteX195" fmla="*/ 4572 w 12192000"/>
              <a:gd name="connsiteY195" fmla="*/ 2111091 h 2237474"/>
              <a:gd name="connsiteX196" fmla="*/ 0 w 12192000"/>
              <a:gd name="connsiteY196" fmla="*/ 2110468 h 2237474"/>
              <a:gd name="connsiteX197" fmla="*/ 0 w 12192000"/>
              <a:gd name="connsiteY19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42099 w 12192000"/>
              <a:gd name="connsiteY53" fmla="*/ 1336332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39997 w 12192000"/>
              <a:gd name="connsiteY50" fmla="*/ 1282713 h 2237474"/>
              <a:gd name="connsiteX51" fmla="*/ 8074238 w 12192000"/>
              <a:gd name="connsiteY51" fmla="*/ 1301895 h 2237474"/>
              <a:gd name="connsiteX52" fmla="*/ 7942099 w 12192000"/>
              <a:gd name="connsiteY52" fmla="*/ 1336332 h 2237474"/>
              <a:gd name="connsiteX53" fmla="*/ 7902328 w 12192000"/>
              <a:gd name="connsiteY53" fmla="*/ 1345865 h 2237474"/>
              <a:gd name="connsiteX54" fmla="*/ 7840612 w 12192000"/>
              <a:gd name="connsiteY54" fmla="*/ 1369373 h 2237474"/>
              <a:gd name="connsiteX55" fmla="*/ 7786819 w 12192000"/>
              <a:gd name="connsiteY55" fmla="*/ 1378970 h 2237474"/>
              <a:gd name="connsiteX56" fmla="*/ 7548172 w 12192000"/>
              <a:gd name="connsiteY56" fmla="*/ 1417460 h 2237474"/>
              <a:gd name="connsiteX57" fmla="*/ 7483437 w 12192000"/>
              <a:gd name="connsiteY57" fmla="*/ 1478152 h 2237474"/>
              <a:gd name="connsiteX58" fmla="*/ 7377870 w 12192000"/>
              <a:gd name="connsiteY58" fmla="*/ 1523319 h 2237474"/>
              <a:gd name="connsiteX59" fmla="*/ 7230737 w 12192000"/>
              <a:gd name="connsiteY59" fmla="*/ 1562633 h 2237474"/>
              <a:gd name="connsiteX60" fmla="*/ 7224458 w 12192000"/>
              <a:gd name="connsiteY60" fmla="*/ 1573008 h 2237474"/>
              <a:gd name="connsiteX61" fmla="*/ 7183121 w 12192000"/>
              <a:gd name="connsiteY61" fmla="*/ 1595162 h 2237474"/>
              <a:gd name="connsiteX62" fmla="*/ 7164601 w 12192000"/>
              <a:gd name="connsiteY62" fmla="*/ 1606490 h 2237474"/>
              <a:gd name="connsiteX63" fmla="*/ 7031309 w 12192000"/>
              <a:gd name="connsiteY63" fmla="*/ 1619451 h 2237474"/>
              <a:gd name="connsiteX64" fmla="*/ 6900177 w 12192000"/>
              <a:gd name="connsiteY64" fmla="*/ 1636016 h 2237474"/>
              <a:gd name="connsiteX65" fmla="*/ 6795372 w 12192000"/>
              <a:gd name="connsiteY65" fmla="*/ 1644845 h 2237474"/>
              <a:gd name="connsiteX66" fmla="*/ 6692251 w 12192000"/>
              <a:gd name="connsiteY66" fmla="*/ 1656357 h 2237474"/>
              <a:gd name="connsiteX67" fmla="*/ 6655235 w 12192000"/>
              <a:gd name="connsiteY67" fmla="*/ 1661869 h 2237474"/>
              <a:gd name="connsiteX68" fmla="*/ 6554894 w 12192000"/>
              <a:gd name="connsiteY68" fmla="*/ 1664428 h 2237474"/>
              <a:gd name="connsiteX69" fmla="*/ 6516595 w 12192000"/>
              <a:gd name="connsiteY69" fmla="*/ 1667475 h 2237474"/>
              <a:gd name="connsiteX70" fmla="*/ 6508541 w 12192000"/>
              <a:gd name="connsiteY70" fmla="*/ 1668757 h 2237474"/>
              <a:gd name="connsiteX71" fmla="*/ 6471012 w 12192000"/>
              <a:gd name="connsiteY71" fmla="*/ 1678604 h 2237474"/>
              <a:gd name="connsiteX72" fmla="*/ 6364035 w 12192000"/>
              <a:gd name="connsiteY72" fmla="*/ 1667683 h 2237474"/>
              <a:gd name="connsiteX73" fmla="*/ 6280959 w 12192000"/>
              <a:gd name="connsiteY73" fmla="*/ 1689329 h 2237474"/>
              <a:gd name="connsiteX74" fmla="*/ 6243319 w 12192000"/>
              <a:gd name="connsiteY74" fmla="*/ 1695560 h 2237474"/>
              <a:gd name="connsiteX75" fmla="*/ 6098321 w 12192000"/>
              <a:gd name="connsiteY75" fmla="*/ 1721646 h 2237474"/>
              <a:gd name="connsiteX76" fmla="*/ 5880652 w 12192000"/>
              <a:gd name="connsiteY76" fmla="*/ 1779643 h 2237474"/>
              <a:gd name="connsiteX77" fmla="*/ 5785959 w 12192000"/>
              <a:gd name="connsiteY77" fmla="*/ 1775307 h 2237474"/>
              <a:gd name="connsiteX78" fmla="*/ 5643534 w 12192000"/>
              <a:gd name="connsiteY78" fmla="*/ 1802919 h 2237474"/>
              <a:gd name="connsiteX79" fmla="*/ 5518799 w 12192000"/>
              <a:gd name="connsiteY79" fmla="*/ 1818312 h 2237474"/>
              <a:gd name="connsiteX80" fmla="*/ 5505014 w 12192000"/>
              <a:gd name="connsiteY80" fmla="*/ 1819259 h 2237474"/>
              <a:gd name="connsiteX81" fmla="*/ 5453307 w 12192000"/>
              <a:gd name="connsiteY81" fmla="*/ 1815450 h 2237474"/>
              <a:gd name="connsiteX82" fmla="*/ 5221533 w 12192000"/>
              <a:gd name="connsiteY82" fmla="*/ 1846950 h 2237474"/>
              <a:gd name="connsiteX83" fmla="*/ 5149802 w 12192000"/>
              <a:gd name="connsiteY83" fmla="*/ 1844846 h 2237474"/>
              <a:gd name="connsiteX84" fmla="*/ 5114927 w 12192000"/>
              <a:gd name="connsiteY84" fmla="*/ 1847827 h 2237474"/>
              <a:gd name="connsiteX85" fmla="*/ 5108970 w 12192000"/>
              <a:gd name="connsiteY85" fmla="*/ 1847935 h 2237474"/>
              <a:gd name="connsiteX86" fmla="*/ 5067961 w 12192000"/>
              <a:gd name="connsiteY86" fmla="*/ 1845917 h 2237474"/>
              <a:gd name="connsiteX87" fmla="*/ 5007075 w 12192000"/>
              <a:gd name="connsiteY87" fmla="*/ 1838626 h 2237474"/>
              <a:gd name="connsiteX88" fmla="*/ 4944087 w 12192000"/>
              <a:gd name="connsiteY88" fmla="*/ 1823332 h 2237474"/>
              <a:gd name="connsiteX89" fmla="*/ 4907662 w 12192000"/>
              <a:gd name="connsiteY89" fmla="*/ 1816900 h 2237474"/>
              <a:gd name="connsiteX90" fmla="*/ 4882386 w 12192000"/>
              <a:gd name="connsiteY90" fmla="*/ 1809844 h 2237474"/>
              <a:gd name="connsiteX91" fmla="*/ 4811440 w 12192000"/>
              <a:gd name="connsiteY91" fmla="*/ 1804655 h 2237474"/>
              <a:gd name="connsiteX92" fmla="*/ 4691075 w 12192000"/>
              <a:gd name="connsiteY92" fmla="*/ 1801389 h 2237474"/>
              <a:gd name="connsiteX93" fmla="*/ 4611738 w 12192000"/>
              <a:gd name="connsiteY93" fmla="*/ 1776964 h 2237474"/>
              <a:gd name="connsiteX94" fmla="*/ 4560070 w 12192000"/>
              <a:gd name="connsiteY94" fmla="*/ 1785640 h 2237474"/>
              <a:gd name="connsiteX95" fmla="*/ 4536503 w 12192000"/>
              <a:gd name="connsiteY95" fmla="*/ 1785334 h 2237474"/>
              <a:gd name="connsiteX96" fmla="*/ 4513724 w 12192000"/>
              <a:gd name="connsiteY96" fmla="*/ 1791996 h 2237474"/>
              <a:gd name="connsiteX97" fmla="*/ 4459810 w 12192000"/>
              <a:gd name="connsiteY97" fmla="*/ 1797886 h 2237474"/>
              <a:gd name="connsiteX98" fmla="*/ 4379064 w 12192000"/>
              <a:gd name="connsiteY98" fmla="*/ 1817177 h 2237474"/>
              <a:gd name="connsiteX99" fmla="*/ 4290981 w 12192000"/>
              <a:gd name="connsiteY99" fmla="*/ 1839677 h 2237474"/>
              <a:gd name="connsiteX100" fmla="*/ 4238372 w 12192000"/>
              <a:gd name="connsiteY100" fmla="*/ 1851480 h 2237474"/>
              <a:gd name="connsiteX101" fmla="*/ 4232517 w 12192000"/>
              <a:gd name="connsiteY101" fmla="*/ 1852567 h 2237474"/>
              <a:gd name="connsiteX102" fmla="*/ 4191732 w 12192000"/>
              <a:gd name="connsiteY102" fmla="*/ 1857328 h 2237474"/>
              <a:gd name="connsiteX103" fmla="*/ 4065532 w 12192000"/>
              <a:gd name="connsiteY103" fmla="*/ 1855477 h 2237474"/>
              <a:gd name="connsiteX104" fmla="*/ 4028460 w 12192000"/>
              <a:gd name="connsiteY104" fmla="*/ 1855137 h 2237474"/>
              <a:gd name="connsiteX105" fmla="*/ 4002267 w 12192000"/>
              <a:gd name="connsiteY105" fmla="*/ 1852352 h 2237474"/>
              <a:gd name="connsiteX106" fmla="*/ 3931396 w 12192000"/>
              <a:gd name="connsiteY106" fmla="*/ 1858915 h 2237474"/>
              <a:gd name="connsiteX107" fmla="*/ 3812162 w 12192000"/>
              <a:gd name="connsiteY107" fmla="*/ 1875501 h 2237474"/>
              <a:gd name="connsiteX108" fmla="*/ 3729530 w 12192000"/>
              <a:gd name="connsiteY108" fmla="*/ 1864513 h 2237474"/>
              <a:gd name="connsiteX109" fmla="*/ 3680177 w 12192000"/>
              <a:gd name="connsiteY109" fmla="*/ 1881552 h 2237474"/>
              <a:gd name="connsiteX110" fmla="*/ 3567259 w 12192000"/>
              <a:gd name="connsiteY110" fmla="*/ 1893482 h 2237474"/>
              <a:gd name="connsiteX111" fmla="*/ 3405770 w 12192000"/>
              <a:gd name="connsiteY111" fmla="*/ 1904591 h 2237474"/>
              <a:gd name="connsiteX112" fmla="*/ 3280097 w 12192000"/>
              <a:gd name="connsiteY112" fmla="*/ 1919610 h 2237474"/>
              <a:gd name="connsiteX113" fmla="*/ 3123424 w 12192000"/>
              <a:gd name="connsiteY113" fmla="*/ 1952930 h 2237474"/>
              <a:gd name="connsiteX114" fmla="*/ 3009910 w 12192000"/>
              <a:gd name="connsiteY114" fmla="*/ 1957866 h 2237474"/>
              <a:gd name="connsiteX115" fmla="*/ 2995934 w 12192000"/>
              <a:gd name="connsiteY115" fmla="*/ 1967085 h 2237474"/>
              <a:gd name="connsiteX116" fmla="*/ 2980071 w 12192000"/>
              <a:gd name="connsiteY116" fmla="*/ 1972988 h 2237474"/>
              <a:gd name="connsiteX117" fmla="*/ 2978094 w 12192000"/>
              <a:gd name="connsiteY117" fmla="*/ 1972369 h 2237474"/>
              <a:gd name="connsiteX118" fmla="*/ 2942858 w 12192000"/>
              <a:gd name="connsiteY118" fmla="*/ 1981367 h 2237474"/>
              <a:gd name="connsiteX119" fmla="*/ 2875436 w 12192000"/>
              <a:gd name="connsiteY119" fmla="*/ 1996977 h 2237474"/>
              <a:gd name="connsiteX120" fmla="*/ 2874892 w 12192000"/>
              <a:gd name="connsiteY120" fmla="*/ 1996085 h 2237474"/>
              <a:gd name="connsiteX121" fmla="*/ 2864145 w 12192000"/>
              <a:gd name="connsiteY121" fmla="*/ 1994061 h 2237474"/>
              <a:gd name="connsiteX122" fmla="*/ 2843662 w 12192000"/>
              <a:gd name="connsiteY122" fmla="*/ 1992498 h 2237474"/>
              <a:gd name="connsiteX123" fmla="*/ 2796128 w 12192000"/>
              <a:gd name="connsiteY123" fmla="*/ 1976403 h 2237474"/>
              <a:gd name="connsiteX124" fmla="*/ 2756784 w 12192000"/>
              <a:gd name="connsiteY124" fmla="*/ 1985116 h 2237474"/>
              <a:gd name="connsiteX125" fmla="*/ 2748833 w 12192000"/>
              <a:gd name="connsiteY125" fmla="*/ 1986323 h 2237474"/>
              <a:gd name="connsiteX126" fmla="*/ 2748661 w 12192000"/>
              <a:gd name="connsiteY126" fmla="*/ 1986122 h 2237474"/>
              <a:gd name="connsiteX127" fmla="*/ 2740251 w 12192000"/>
              <a:gd name="connsiteY127" fmla="*/ 1986946 h 2237474"/>
              <a:gd name="connsiteX128" fmla="*/ 2718916 w 12192000"/>
              <a:gd name="connsiteY128" fmla="*/ 1990867 h 2237474"/>
              <a:gd name="connsiteX129" fmla="*/ 2713522 w 12192000"/>
              <a:gd name="connsiteY129" fmla="*/ 1990173 h 2237474"/>
              <a:gd name="connsiteX130" fmla="*/ 2680597 w 12192000"/>
              <a:gd name="connsiteY130" fmla="*/ 1984996 h 2237474"/>
              <a:gd name="connsiteX131" fmla="*/ 2578178 w 12192000"/>
              <a:gd name="connsiteY131" fmla="*/ 1990531 h 2237474"/>
              <a:gd name="connsiteX132" fmla="*/ 2476147 w 12192000"/>
              <a:gd name="connsiteY132" fmla="*/ 1998305 h 2237474"/>
              <a:gd name="connsiteX133" fmla="*/ 2373568 w 12192000"/>
              <a:gd name="connsiteY133" fmla="*/ 2003219 h 2237474"/>
              <a:gd name="connsiteX134" fmla="*/ 2321399 w 12192000"/>
              <a:gd name="connsiteY134" fmla="*/ 1989467 h 2237474"/>
              <a:gd name="connsiteX135" fmla="*/ 2315525 w 12192000"/>
              <a:gd name="connsiteY135" fmla="*/ 1989708 h 2237474"/>
              <a:gd name="connsiteX136" fmla="*/ 2300792 w 12192000"/>
              <a:gd name="connsiteY136" fmla="*/ 1994290 h 2237474"/>
              <a:gd name="connsiteX137" fmla="*/ 2295469 w 12192000"/>
              <a:gd name="connsiteY137" fmla="*/ 1996659 h 2237474"/>
              <a:gd name="connsiteX138" fmla="*/ 2287219 w 12192000"/>
              <a:gd name="connsiteY138" fmla="*/ 1998750 h 2237474"/>
              <a:gd name="connsiteX139" fmla="*/ 2286948 w 12192000"/>
              <a:gd name="connsiteY139" fmla="*/ 1998596 h 2237474"/>
              <a:gd name="connsiteX140" fmla="*/ 2243069 w 12192000"/>
              <a:gd name="connsiteY140" fmla="*/ 2015111 h 2237474"/>
              <a:gd name="connsiteX141" fmla="*/ 2186609 w 12192000"/>
              <a:gd name="connsiteY141" fmla="*/ 2008263 h 2237474"/>
              <a:gd name="connsiteX142" fmla="*/ 2164831 w 12192000"/>
              <a:gd name="connsiteY142" fmla="*/ 2010143 h 2237474"/>
              <a:gd name="connsiteX143" fmla="*/ 2152836 w 12192000"/>
              <a:gd name="connsiteY143" fmla="*/ 2010048 h 2237474"/>
              <a:gd name="connsiteX144" fmla="*/ 2117102 w 12192000"/>
              <a:gd name="connsiteY144" fmla="*/ 2023004 h 2237474"/>
              <a:gd name="connsiteX145" fmla="*/ 2111935 w 12192000"/>
              <a:gd name="connsiteY145" fmla="*/ 2023163 h 2237474"/>
              <a:gd name="connsiteX146" fmla="*/ 2089991 w 12192000"/>
              <a:gd name="connsiteY146" fmla="*/ 2034193 h 2237474"/>
              <a:gd name="connsiteX147" fmla="*/ 2058061 w 12192000"/>
              <a:gd name="connsiteY147" fmla="*/ 2047942 h 2237474"/>
              <a:gd name="connsiteX148" fmla="*/ 2055737 w 12192000"/>
              <a:gd name="connsiteY148" fmla="*/ 2047704 h 2237474"/>
              <a:gd name="connsiteX149" fmla="*/ 2042244 w 12192000"/>
              <a:gd name="connsiteY149" fmla="*/ 2055560 h 2237474"/>
              <a:gd name="connsiteX150" fmla="*/ 1976224 w 12192000"/>
              <a:gd name="connsiteY150" fmla="*/ 2074257 h 2237474"/>
              <a:gd name="connsiteX151" fmla="*/ 1877728 w 12192000"/>
              <a:gd name="connsiteY151" fmla="*/ 2101004 h 2237474"/>
              <a:gd name="connsiteX152" fmla="*/ 1759056 w 12192000"/>
              <a:gd name="connsiteY152" fmla="*/ 2125608 h 2237474"/>
              <a:gd name="connsiteX153" fmla="*/ 1637948 w 12192000"/>
              <a:gd name="connsiteY153" fmla="*/ 2172597 h 2237474"/>
              <a:gd name="connsiteX154" fmla="*/ 1434549 w 12192000"/>
              <a:gd name="connsiteY154" fmla="*/ 2234522 h 2237474"/>
              <a:gd name="connsiteX155" fmla="*/ 1398481 w 12192000"/>
              <a:gd name="connsiteY155" fmla="*/ 2237074 h 2237474"/>
              <a:gd name="connsiteX156" fmla="*/ 1398407 w 12192000"/>
              <a:gd name="connsiteY156" fmla="*/ 2237095 h 2237474"/>
              <a:gd name="connsiteX157" fmla="*/ 1370962 w 12192000"/>
              <a:gd name="connsiteY157" fmla="*/ 2237474 h 2237474"/>
              <a:gd name="connsiteX158" fmla="*/ 1356367 w 12192000"/>
              <a:gd name="connsiteY158" fmla="*/ 2235089 h 2237474"/>
              <a:gd name="connsiteX159" fmla="*/ 1324828 w 12192000"/>
              <a:gd name="connsiteY159" fmla="*/ 2231968 h 2237474"/>
              <a:gd name="connsiteX160" fmla="*/ 1297744 w 12192000"/>
              <a:gd name="connsiteY160" fmla="*/ 2235849 h 2237474"/>
              <a:gd name="connsiteX161" fmla="*/ 1286236 w 12192000"/>
              <a:gd name="connsiteY161" fmla="*/ 2233135 h 2237474"/>
              <a:gd name="connsiteX162" fmla="*/ 1283504 w 12192000"/>
              <a:gd name="connsiteY162" fmla="*/ 2233797 h 2237474"/>
              <a:gd name="connsiteX163" fmla="*/ 1279765 w 12192000"/>
              <a:gd name="connsiteY163" fmla="*/ 2229639 h 2237474"/>
              <a:gd name="connsiteX164" fmla="*/ 1195347 w 12192000"/>
              <a:gd name="connsiteY164" fmla="*/ 2212354 h 2237474"/>
              <a:gd name="connsiteX165" fmla="*/ 970251 w 12192000"/>
              <a:gd name="connsiteY165" fmla="*/ 2221029 h 2237474"/>
              <a:gd name="connsiteX166" fmla="*/ 812914 w 12192000"/>
              <a:gd name="connsiteY166" fmla="*/ 2202752 h 2237474"/>
              <a:gd name="connsiteX167" fmla="*/ 800195 w 12192000"/>
              <a:gd name="connsiteY167" fmla="*/ 2209407 h 2237474"/>
              <a:gd name="connsiteX168" fmla="*/ 784978 w 12192000"/>
              <a:gd name="connsiteY168" fmla="*/ 2212360 h 2237474"/>
              <a:gd name="connsiteX169" fmla="*/ 681987 w 12192000"/>
              <a:gd name="connsiteY169" fmla="*/ 2216757 h 2237474"/>
              <a:gd name="connsiteX170" fmla="*/ 669923 w 12192000"/>
              <a:gd name="connsiteY170" fmla="*/ 2211682 h 2237474"/>
              <a:gd name="connsiteX171" fmla="*/ 648680 w 12192000"/>
              <a:gd name="connsiteY171" fmla="*/ 2206229 h 2237474"/>
              <a:gd name="connsiteX172" fmla="*/ 597225 w 12192000"/>
              <a:gd name="connsiteY172" fmla="*/ 2180999 h 2237474"/>
              <a:gd name="connsiteX173" fmla="*/ 558449 w 12192000"/>
              <a:gd name="connsiteY173" fmla="*/ 2182346 h 2237474"/>
              <a:gd name="connsiteX174" fmla="*/ 550517 w 12192000"/>
              <a:gd name="connsiteY174" fmla="*/ 2182060 h 2237474"/>
              <a:gd name="connsiteX175" fmla="*/ 550309 w 12192000"/>
              <a:gd name="connsiteY175" fmla="*/ 2181825 h 2237474"/>
              <a:gd name="connsiteX176" fmla="*/ 541836 w 12192000"/>
              <a:gd name="connsiteY176" fmla="*/ 2181063 h 2237474"/>
              <a:gd name="connsiteX177" fmla="*/ 536057 w 12192000"/>
              <a:gd name="connsiteY177" fmla="*/ 2181537 h 2237474"/>
              <a:gd name="connsiteX178" fmla="*/ 520671 w 12192000"/>
              <a:gd name="connsiteY178" fmla="*/ 2180980 h 2237474"/>
              <a:gd name="connsiteX179" fmla="*/ 515024 w 12192000"/>
              <a:gd name="connsiteY179" fmla="*/ 2179258 h 2237474"/>
              <a:gd name="connsiteX180" fmla="*/ 512278 w 12192000"/>
              <a:gd name="connsiteY180" fmla="*/ 2176369 h 2237474"/>
              <a:gd name="connsiteX181" fmla="*/ 480419 w 12192000"/>
              <a:gd name="connsiteY181" fmla="*/ 2167807 h 2237474"/>
              <a:gd name="connsiteX182" fmla="*/ 413835 w 12192000"/>
              <a:gd name="connsiteY182" fmla="*/ 2156783 h 2237474"/>
              <a:gd name="connsiteX183" fmla="*/ 376513 w 12192000"/>
              <a:gd name="connsiteY183" fmla="*/ 2154014 h 2237474"/>
              <a:gd name="connsiteX184" fmla="*/ 273386 w 12192000"/>
              <a:gd name="connsiteY184" fmla="*/ 2142551 h 2237474"/>
              <a:gd name="connsiteX185" fmla="*/ 169207 w 12192000"/>
              <a:gd name="connsiteY185" fmla="*/ 2128100 h 2237474"/>
              <a:gd name="connsiteX186" fmla="*/ 93149 w 12192000"/>
              <a:gd name="connsiteY186" fmla="*/ 2105324 h 2237474"/>
              <a:gd name="connsiteX187" fmla="*/ 88109 w 12192000"/>
              <a:gd name="connsiteY187" fmla="*/ 2106704 h 2237474"/>
              <a:gd name="connsiteX188" fmla="*/ 80022 w 12192000"/>
              <a:gd name="connsiteY188" fmla="*/ 2107254 h 2237474"/>
              <a:gd name="connsiteX189" fmla="*/ 79717 w 12192000"/>
              <a:gd name="connsiteY189" fmla="*/ 2107046 h 2237474"/>
              <a:gd name="connsiteX190" fmla="*/ 72352 w 12192000"/>
              <a:gd name="connsiteY190" fmla="*/ 2107991 h 2237474"/>
              <a:gd name="connsiteX191" fmla="*/ 37645 w 12192000"/>
              <a:gd name="connsiteY191" fmla="*/ 2115401 h 2237474"/>
              <a:gd name="connsiteX192" fmla="*/ 4572 w 12192000"/>
              <a:gd name="connsiteY192" fmla="*/ 2111091 h 2237474"/>
              <a:gd name="connsiteX193" fmla="*/ 0 w 12192000"/>
              <a:gd name="connsiteY193" fmla="*/ 2110468 h 2237474"/>
              <a:gd name="connsiteX194" fmla="*/ 0 w 12192000"/>
              <a:gd name="connsiteY19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8975 w 12192000"/>
              <a:gd name="connsiteY12" fmla="*/ 75527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78094 w 12192000"/>
              <a:gd name="connsiteY114" fmla="*/ 1972369 h 2237474"/>
              <a:gd name="connsiteX115" fmla="*/ 2942858 w 12192000"/>
              <a:gd name="connsiteY115" fmla="*/ 1981367 h 2237474"/>
              <a:gd name="connsiteX116" fmla="*/ 2875436 w 12192000"/>
              <a:gd name="connsiteY116" fmla="*/ 1996977 h 2237474"/>
              <a:gd name="connsiteX117" fmla="*/ 2874892 w 12192000"/>
              <a:gd name="connsiteY117" fmla="*/ 1996085 h 2237474"/>
              <a:gd name="connsiteX118" fmla="*/ 2864145 w 12192000"/>
              <a:gd name="connsiteY118" fmla="*/ 1994061 h 2237474"/>
              <a:gd name="connsiteX119" fmla="*/ 2843662 w 12192000"/>
              <a:gd name="connsiteY119" fmla="*/ 1992498 h 2237474"/>
              <a:gd name="connsiteX120" fmla="*/ 2796128 w 12192000"/>
              <a:gd name="connsiteY120" fmla="*/ 1976403 h 2237474"/>
              <a:gd name="connsiteX121" fmla="*/ 2756784 w 12192000"/>
              <a:gd name="connsiteY121" fmla="*/ 1985116 h 2237474"/>
              <a:gd name="connsiteX122" fmla="*/ 2748833 w 12192000"/>
              <a:gd name="connsiteY122" fmla="*/ 1986323 h 2237474"/>
              <a:gd name="connsiteX123" fmla="*/ 2748661 w 12192000"/>
              <a:gd name="connsiteY123" fmla="*/ 1986122 h 2237474"/>
              <a:gd name="connsiteX124" fmla="*/ 2740251 w 12192000"/>
              <a:gd name="connsiteY124" fmla="*/ 1986946 h 2237474"/>
              <a:gd name="connsiteX125" fmla="*/ 2718916 w 12192000"/>
              <a:gd name="connsiteY125" fmla="*/ 1990867 h 2237474"/>
              <a:gd name="connsiteX126" fmla="*/ 2713522 w 12192000"/>
              <a:gd name="connsiteY126" fmla="*/ 1990173 h 2237474"/>
              <a:gd name="connsiteX127" fmla="*/ 2680597 w 12192000"/>
              <a:gd name="connsiteY127" fmla="*/ 1984996 h 2237474"/>
              <a:gd name="connsiteX128" fmla="*/ 2578178 w 12192000"/>
              <a:gd name="connsiteY128" fmla="*/ 1990531 h 2237474"/>
              <a:gd name="connsiteX129" fmla="*/ 2476147 w 12192000"/>
              <a:gd name="connsiteY129" fmla="*/ 1998305 h 2237474"/>
              <a:gd name="connsiteX130" fmla="*/ 2373568 w 12192000"/>
              <a:gd name="connsiteY130" fmla="*/ 2003219 h 2237474"/>
              <a:gd name="connsiteX131" fmla="*/ 2321399 w 12192000"/>
              <a:gd name="connsiteY131" fmla="*/ 1989467 h 2237474"/>
              <a:gd name="connsiteX132" fmla="*/ 2315525 w 12192000"/>
              <a:gd name="connsiteY132" fmla="*/ 1989708 h 2237474"/>
              <a:gd name="connsiteX133" fmla="*/ 2300792 w 12192000"/>
              <a:gd name="connsiteY133" fmla="*/ 1994290 h 2237474"/>
              <a:gd name="connsiteX134" fmla="*/ 2295469 w 12192000"/>
              <a:gd name="connsiteY134" fmla="*/ 1996659 h 2237474"/>
              <a:gd name="connsiteX135" fmla="*/ 2287219 w 12192000"/>
              <a:gd name="connsiteY135" fmla="*/ 1998750 h 2237474"/>
              <a:gd name="connsiteX136" fmla="*/ 2286948 w 12192000"/>
              <a:gd name="connsiteY136" fmla="*/ 1998596 h 2237474"/>
              <a:gd name="connsiteX137" fmla="*/ 2243069 w 12192000"/>
              <a:gd name="connsiteY137" fmla="*/ 2015111 h 2237474"/>
              <a:gd name="connsiteX138" fmla="*/ 2186609 w 12192000"/>
              <a:gd name="connsiteY138" fmla="*/ 2008263 h 2237474"/>
              <a:gd name="connsiteX139" fmla="*/ 2164831 w 12192000"/>
              <a:gd name="connsiteY139" fmla="*/ 2010143 h 2237474"/>
              <a:gd name="connsiteX140" fmla="*/ 2152836 w 12192000"/>
              <a:gd name="connsiteY140" fmla="*/ 2010048 h 2237474"/>
              <a:gd name="connsiteX141" fmla="*/ 2117102 w 12192000"/>
              <a:gd name="connsiteY141" fmla="*/ 2023004 h 2237474"/>
              <a:gd name="connsiteX142" fmla="*/ 2111935 w 12192000"/>
              <a:gd name="connsiteY142" fmla="*/ 2023163 h 2237474"/>
              <a:gd name="connsiteX143" fmla="*/ 2089991 w 12192000"/>
              <a:gd name="connsiteY143" fmla="*/ 2034193 h 2237474"/>
              <a:gd name="connsiteX144" fmla="*/ 2058061 w 12192000"/>
              <a:gd name="connsiteY144" fmla="*/ 2047942 h 2237474"/>
              <a:gd name="connsiteX145" fmla="*/ 2055737 w 12192000"/>
              <a:gd name="connsiteY145" fmla="*/ 2047704 h 2237474"/>
              <a:gd name="connsiteX146" fmla="*/ 2042244 w 12192000"/>
              <a:gd name="connsiteY146" fmla="*/ 2055560 h 2237474"/>
              <a:gd name="connsiteX147" fmla="*/ 1976224 w 12192000"/>
              <a:gd name="connsiteY147" fmla="*/ 2074257 h 2237474"/>
              <a:gd name="connsiteX148" fmla="*/ 1877728 w 12192000"/>
              <a:gd name="connsiteY148" fmla="*/ 2101004 h 2237474"/>
              <a:gd name="connsiteX149" fmla="*/ 1759056 w 12192000"/>
              <a:gd name="connsiteY149" fmla="*/ 2125608 h 2237474"/>
              <a:gd name="connsiteX150" fmla="*/ 1637948 w 12192000"/>
              <a:gd name="connsiteY150" fmla="*/ 2172597 h 2237474"/>
              <a:gd name="connsiteX151" fmla="*/ 1434549 w 12192000"/>
              <a:gd name="connsiteY151" fmla="*/ 2234522 h 2237474"/>
              <a:gd name="connsiteX152" fmla="*/ 1398481 w 12192000"/>
              <a:gd name="connsiteY152" fmla="*/ 2237074 h 2237474"/>
              <a:gd name="connsiteX153" fmla="*/ 1398407 w 12192000"/>
              <a:gd name="connsiteY153" fmla="*/ 2237095 h 2237474"/>
              <a:gd name="connsiteX154" fmla="*/ 1370962 w 12192000"/>
              <a:gd name="connsiteY154" fmla="*/ 2237474 h 2237474"/>
              <a:gd name="connsiteX155" fmla="*/ 1356367 w 12192000"/>
              <a:gd name="connsiteY155" fmla="*/ 2235089 h 2237474"/>
              <a:gd name="connsiteX156" fmla="*/ 1324828 w 12192000"/>
              <a:gd name="connsiteY156" fmla="*/ 2231968 h 2237474"/>
              <a:gd name="connsiteX157" fmla="*/ 1297744 w 12192000"/>
              <a:gd name="connsiteY157" fmla="*/ 2235849 h 2237474"/>
              <a:gd name="connsiteX158" fmla="*/ 1286236 w 12192000"/>
              <a:gd name="connsiteY158" fmla="*/ 2233135 h 2237474"/>
              <a:gd name="connsiteX159" fmla="*/ 1283504 w 12192000"/>
              <a:gd name="connsiteY159" fmla="*/ 2233797 h 2237474"/>
              <a:gd name="connsiteX160" fmla="*/ 1279765 w 12192000"/>
              <a:gd name="connsiteY160" fmla="*/ 2229639 h 2237474"/>
              <a:gd name="connsiteX161" fmla="*/ 1195347 w 12192000"/>
              <a:gd name="connsiteY161" fmla="*/ 2212354 h 2237474"/>
              <a:gd name="connsiteX162" fmla="*/ 970251 w 12192000"/>
              <a:gd name="connsiteY162" fmla="*/ 2221029 h 2237474"/>
              <a:gd name="connsiteX163" fmla="*/ 812914 w 12192000"/>
              <a:gd name="connsiteY163" fmla="*/ 2202752 h 2237474"/>
              <a:gd name="connsiteX164" fmla="*/ 800195 w 12192000"/>
              <a:gd name="connsiteY164" fmla="*/ 2209407 h 2237474"/>
              <a:gd name="connsiteX165" fmla="*/ 784978 w 12192000"/>
              <a:gd name="connsiteY165" fmla="*/ 2212360 h 2237474"/>
              <a:gd name="connsiteX166" fmla="*/ 681987 w 12192000"/>
              <a:gd name="connsiteY166" fmla="*/ 2216757 h 2237474"/>
              <a:gd name="connsiteX167" fmla="*/ 669923 w 12192000"/>
              <a:gd name="connsiteY167" fmla="*/ 2211682 h 2237474"/>
              <a:gd name="connsiteX168" fmla="*/ 648680 w 12192000"/>
              <a:gd name="connsiteY168" fmla="*/ 2206229 h 2237474"/>
              <a:gd name="connsiteX169" fmla="*/ 597225 w 12192000"/>
              <a:gd name="connsiteY169" fmla="*/ 2180999 h 2237474"/>
              <a:gd name="connsiteX170" fmla="*/ 558449 w 12192000"/>
              <a:gd name="connsiteY170" fmla="*/ 2182346 h 2237474"/>
              <a:gd name="connsiteX171" fmla="*/ 550517 w 12192000"/>
              <a:gd name="connsiteY171" fmla="*/ 2182060 h 2237474"/>
              <a:gd name="connsiteX172" fmla="*/ 550309 w 12192000"/>
              <a:gd name="connsiteY172" fmla="*/ 2181825 h 2237474"/>
              <a:gd name="connsiteX173" fmla="*/ 541836 w 12192000"/>
              <a:gd name="connsiteY173" fmla="*/ 2181063 h 2237474"/>
              <a:gd name="connsiteX174" fmla="*/ 536057 w 12192000"/>
              <a:gd name="connsiteY174" fmla="*/ 2181537 h 2237474"/>
              <a:gd name="connsiteX175" fmla="*/ 520671 w 12192000"/>
              <a:gd name="connsiteY175" fmla="*/ 2180980 h 2237474"/>
              <a:gd name="connsiteX176" fmla="*/ 515024 w 12192000"/>
              <a:gd name="connsiteY176" fmla="*/ 2179258 h 2237474"/>
              <a:gd name="connsiteX177" fmla="*/ 512278 w 12192000"/>
              <a:gd name="connsiteY177" fmla="*/ 2176369 h 2237474"/>
              <a:gd name="connsiteX178" fmla="*/ 480419 w 12192000"/>
              <a:gd name="connsiteY178" fmla="*/ 2167807 h 2237474"/>
              <a:gd name="connsiteX179" fmla="*/ 413835 w 12192000"/>
              <a:gd name="connsiteY179" fmla="*/ 2156783 h 2237474"/>
              <a:gd name="connsiteX180" fmla="*/ 376513 w 12192000"/>
              <a:gd name="connsiteY180" fmla="*/ 2154014 h 2237474"/>
              <a:gd name="connsiteX181" fmla="*/ 273386 w 12192000"/>
              <a:gd name="connsiteY181" fmla="*/ 2142551 h 2237474"/>
              <a:gd name="connsiteX182" fmla="*/ 169207 w 12192000"/>
              <a:gd name="connsiteY182" fmla="*/ 2128100 h 2237474"/>
              <a:gd name="connsiteX183" fmla="*/ 93149 w 12192000"/>
              <a:gd name="connsiteY183" fmla="*/ 2105324 h 2237474"/>
              <a:gd name="connsiteX184" fmla="*/ 88109 w 12192000"/>
              <a:gd name="connsiteY184" fmla="*/ 2106704 h 2237474"/>
              <a:gd name="connsiteX185" fmla="*/ 80022 w 12192000"/>
              <a:gd name="connsiteY185" fmla="*/ 2107254 h 2237474"/>
              <a:gd name="connsiteX186" fmla="*/ 79717 w 12192000"/>
              <a:gd name="connsiteY186" fmla="*/ 2107046 h 2237474"/>
              <a:gd name="connsiteX187" fmla="*/ 72352 w 12192000"/>
              <a:gd name="connsiteY187" fmla="*/ 2107991 h 2237474"/>
              <a:gd name="connsiteX188" fmla="*/ 37645 w 12192000"/>
              <a:gd name="connsiteY188" fmla="*/ 2115401 h 2237474"/>
              <a:gd name="connsiteX189" fmla="*/ 4572 w 12192000"/>
              <a:gd name="connsiteY189" fmla="*/ 2111091 h 2237474"/>
              <a:gd name="connsiteX190" fmla="*/ 0 w 12192000"/>
              <a:gd name="connsiteY190" fmla="*/ 2110468 h 2237474"/>
              <a:gd name="connsiteX191" fmla="*/ 0 w 12192000"/>
              <a:gd name="connsiteY19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78094 w 12192000"/>
              <a:gd name="connsiteY114" fmla="*/ 1972369 h 2237474"/>
              <a:gd name="connsiteX115" fmla="*/ 2942858 w 12192000"/>
              <a:gd name="connsiteY115" fmla="*/ 1981367 h 2237474"/>
              <a:gd name="connsiteX116" fmla="*/ 2875436 w 12192000"/>
              <a:gd name="connsiteY116" fmla="*/ 1996977 h 2237474"/>
              <a:gd name="connsiteX117" fmla="*/ 2874892 w 12192000"/>
              <a:gd name="connsiteY117" fmla="*/ 1996085 h 2237474"/>
              <a:gd name="connsiteX118" fmla="*/ 2864145 w 12192000"/>
              <a:gd name="connsiteY118" fmla="*/ 1994061 h 2237474"/>
              <a:gd name="connsiteX119" fmla="*/ 2843662 w 12192000"/>
              <a:gd name="connsiteY119" fmla="*/ 1992498 h 2237474"/>
              <a:gd name="connsiteX120" fmla="*/ 2796128 w 12192000"/>
              <a:gd name="connsiteY120" fmla="*/ 1976403 h 2237474"/>
              <a:gd name="connsiteX121" fmla="*/ 2756784 w 12192000"/>
              <a:gd name="connsiteY121" fmla="*/ 1985116 h 2237474"/>
              <a:gd name="connsiteX122" fmla="*/ 2748833 w 12192000"/>
              <a:gd name="connsiteY122" fmla="*/ 1986323 h 2237474"/>
              <a:gd name="connsiteX123" fmla="*/ 2748661 w 12192000"/>
              <a:gd name="connsiteY123" fmla="*/ 1986122 h 2237474"/>
              <a:gd name="connsiteX124" fmla="*/ 2740251 w 12192000"/>
              <a:gd name="connsiteY124" fmla="*/ 1986946 h 2237474"/>
              <a:gd name="connsiteX125" fmla="*/ 2718916 w 12192000"/>
              <a:gd name="connsiteY125" fmla="*/ 1990867 h 2237474"/>
              <a:gd name="connsiteX126" fmla="*/ 2713522 w 12192000"/>
              <a:gd name="connsiteY126" fmla="*/ 1990173 h 2237474"/>
              <a:gd name="connsiteX127" fmla="*/ 2680597 w 12192000"/>
              <a:gd name="connsiteY127" fmla="*/ 1984996 h 2237474"/>
              <a:gd name="connsiteX128" fmla="*/ 2578178 w 12192000"/>
              <a:gd name="connsiteY128" fmla="*/ 1990531 h 2237474"/>
              <a:gd name="connsiteX129" fmla="*/ 2476147 w 12192000"/>
              <a:gd name="connsiteY129" fmla="*/ 1998305 h 2237474"/>
              <a:gd name="connsiteX130" fmla="*/ 2373568 w 12192000"/>
              <a:gd name="connsiteY130" fmla="*/ 2003219 h 2237474"/>
              <a:gd name="connsiteX131" fmla="*/ 2321399 w 12192000"/>
              <a:gd name="connsiteY131" fmla="*/ 1989467 h 2237474"/>
              <a:gd name="connsiteX132" fmla="*/ 2315525 w 12192000"/>
              <a:gd name="connsiteY132" fmla="*/ 1989708 h 2237474"/>
              <a:gd name="connsiteX133" fmla="*/ 2300792 w 12192000"/>
              <a:gd name="connsiteY133" fmla="*/ 1994290 h 2237474"/>
              <a:gd name="connsiteX134" fmla="*/ 2295469 w 12192000"/>
              <a:gd name="connsiteY134" fmla="*/ 1996659 h 2237474"/>
              <a:gd name="connsiteX135" fmla="*/ 2287219 w 12192000"/>
              <a:gd name="connsiteY135" fmla="*/ 1998750 h 2237474"/>
              <a:gd name="connsiteX136" fmla="*/ 2286948 w 12192000"/>
              <a:gd name="connsiteY136" fmla="*/ 1998596 h 2237474"/>
              <a:gd name="connsiteX137" fmla="*/ 2243069 w 12192000"/>
              <a:gd name="connsiteY137" fmla="*/ 2015111 h 2237474"/>
              <a:gd name="connsiteX138" fmla="*/ 2186609 w 12192000"/>
              <a:gd name="connsiteY138" fmla="*/ 2008263 h 2237474"/>
              <a:gd name="connsiteX139" fmla="*/ 2164831 w 12192000"/>
              <a:gd name="connsiteY139" fmla="*/ 2010143 h 2237474"/>
              <a:gd name="connsiteX140" fmla="*/ 2152836 w 12192000"/>
              <a:gd name="connsiteY140" fmla="*/ 2010048 h 2237474"/>
              <a:gd name="connsiteX141" fmla="*/ 2117102 w 12192000"/>
              <a:gd name="connsiteY141" fmla="*/ 2023004 h 2237474"/>
              <a:gd name="connsiteX142" fmla="*/ 2111935 w 12192000"/>
              <a:gd name="connsiteY142" fmla="*/ 2023163 h 2237474"/>
              <a:gd name="connsiteX143" fmla="*/ 2089991 w 12192000"/>
              <a:gd name="connsiteY143" fmla="*/ 2034193 h 2237474"/>
              <a:gd name="connsiteX144" fmla="*/ 2058061 w 12192000"/>
              <a:gd name="connsiteY144" fmla="*/ 2047942 h 2237474"/>
              <a:gd name="connsiteX145" fmla="*/ 2055737 w 12192000"/>
              <a:gd name="connsiteY145" fmla="*/ 2047704 h 2237474"/>
              <a:gd name="connsiteX146" fmla="*/ 2042244 w 12192000"/>
              <a:gd name="connsiteY146" fmla="*/ 2055560 h 2237474"/>
              <a:gd name="connsiteX147" fmla="*/ 1976224 w 12192000"/>
              <a:gd name="connsiteY147" fmla="*/ 2074257 h 2237474"/>
              <a:gd name="connsiteX148" fmla="*/ 1877728 w 12192000"/>
              <a:gd name="connsiteY148" fmla="*/ 2101004 h 2237474"/>
              <a:gd name="connsiteX149" fmla="*/ 1759056 w 12192000"/>
              <a:gd name="connsiteY149" fmla="*/ 2125608 h 2237474"/>
              <a:gd name="connsiteX150" fmla="*/ 1637948 w 12192000"/>
              <a:gd name="connsiteY150" fmla="*/ 2172597 h 2237474"/>
              <a:gd name="connsiteX151" fmla="*/ 1434549 w 12192000"/>
              <a:gd name="connsiteY151" fmla="*/ 2234522 h 2237474"/>
              <a:gd name="connsiteX152" fmla="*/ 1398481 w 12192000"/>
              <a:gd name="connsiteY152" fmla="*/ 2237074 h 2237474"/>
              <a:gd name="connsiteX153" fmla="*/ 1398407 w 12192000"/>
              <a:gd name="connsiteY153" fmla="*/ 2237095 h 2237474"/>
              <a:gd name="connsiteX154" fmla="*/ 1370962 w 12192000"/>
              <a:gd name="connsiteY154" fmla="*/ 2237474 h 2237474"/>
              <a:gd name="connsiteX155" fmla="*/ 1356367 w 12192000"/>
              <a:gd name="connsiteY155" fmla="*/ 2235089 h 2237474"/>
              <a:gd name="connsiteX156" fmla="*/ 1324828 w 12192000"/>
              <a:gd name="connsiteY156" fmla="*/ 2231968 h 2237474"/>
              <a:gd name="connsiteX157" fmla="*/ 1297744 w 12192000"/>
              <a:gd name="connsiteY157" fmla="*/ 2235849 h 2237474"/>
              <a:gd name="connsiteX158" fmla="*/ 1286236 w 12192000"/>
              <a:gd name="connsiteY158" fmla="*/ 2233135 h 2237474"/>
              <a:gd name="connsiteX159" fmla="*/ 1283504 w 12192000"/>
              <a:gd name="connsiteY159" fmla="*/ 2233797 h 2237474"/>
              <a:gd name="connsiteX160" fmla="*/ 1279765 w 12192000"/>
              <a:gd name="connsiteY160" fmla="*/ 2229639 h 2237474"/>
              <a:gd name="connsiteX161" fmla="*/ 1195347 w 12192000"/>
              <a:gd name="connsiteY161" fmla="*/ 2212354 h 2237474"/>
              <a:gd name="connsiteX162" fmla="*/ 970251 w 12192000"/>
              <a:gd name="connsiteY162" fmla="*/ 2221029 h 2237474"/>
              <a:gd name="connsiteX163" fmla="*/ 812914 w 12192000"/>
              <a:gd name="connsiteY163" fmla="*/ 2202752 h 2237474"/>
              <a:gd name="connsiteX164" fmla="*/ 800195 w 12192000"/>
              <a:gd name="connsiteY164" fmla="*/ 2209407 h 2237474"/>
              <a:gd name="connsiteX165" fmla="*/ 784978 w 12192000"/>
              <a:gd name="connsiteY165" fmla="*/ 2212360 h 2237474"/>
              <a:gd name="connsiteX166" fmla="*/ 681987 w 12192000"/>
              <a:gd name="connsiteY166" fmla="*/ 2216757 h 2237474"/>
              <a:gd name="connsiteX167" fmla="*/ 669923 w 12192000"/>
              <a:gd name="connsiteY167" fmla="*/ 2211682 h 2237474"/>
              <a:gd name="connsiteX168" fmla="*/ 648680 w 12192000"/>
              <a:gd name="connsiteY168" fmla="*/ 2206229 h 2237474"/>
              <a:gd name="connsiteX169" fmla="*/ 597225 w 12192000"/>
              <a:gd name="connsiteY169" fmla="*/ 2180999 h 2237474"/>
              <a:gd name="connsiteX170" fmla="*/ 558449 w 12192000"/>
              <a:gd name="connsiteY170" fmla="*/ 2182346 h 2237474"/>
              <a:gd name="connsiteX171" fmla="*/ 550517 w 12192000"/>
              <a:gd name="connsiteY171" fmla="*/ 2182060 h 2237474"/>
              <a:gd name="connsiteX172" fmla="*/ 550309 w 12192000"/>
              <a:gd name="connsiteY172" fmla="*/ 2181825 h 2237474"/>
              <a:gd name="connsiteX173" fmla="*/ 541836 w 12192000"/>
              <a:gd name="connsiteY173" fmla="*/ 2181063 h 2237474"/>
              <a:gd name="connsiteX174" fmla="*/ 536057 w 12192000"/>
              <a:gd name="connsiteY174" fmla="*/ 2181537 h 2237474"/>
              <a:gd name="connsiteX175" fmla="*/ 520671 w 12192000"/>
              <a:gd name="connsiteY175" fmla="*/ 2180980 h 2237474"/>
              <a:gd name="connsiteX176" fmla="*/ 515024 w 12192000"/>
              <a:gd name="connsiteY176" fmla="*/ 2179258 h 2237474"/>
              <a:gd name="connsiteX177" fmla="*/ 512278 w 12192000"/>
              <a:gd name="connsiteY177" fmla="*/ 2176369 h 2237474"/>
              <a:gd name="connsiteX178" fmla="*/ 480419 w 12192000"/>
              <a:gd name="connsiteY178" fmla="*/ 2167807 h 2237474"/>
              <a:gd name="connsiteX179" fmla="*/ 413835 w 12192000"/>
              <a:gd name="connsiteY179" fmla="*/ 2156783 h 2237474"/>
              <a:gd name="connsiteX180" fmla="*/ 376513 w 12192000"/>
              <a:gd name="connsiteY180" fmla="*/ 2154014 h 2237474"/>
              <a:gd name="connsiteX181" fmla="*/ 273386 w 12192000"/>
              <a:gd name="connsiteY181" fmla="*/ 2142551 h 2237474"/>
              <a:gd name="connsiteX182" fmla="*/ 169207 w 12192000"/>
              <a:gd name="connsiteY182" fmla="*/ 2128100 h 2237474"/>
              <a:gd name="connsiteX183" fmla="*/ 93149 w 12192000"/>
              <a:gd name="connsiteY183" fmla="*/ 2105324 h 2237474"/>
              <a:gd name="connsiteX184" fmla="*/ 88109 w 12192000"/>
              <a:gd name="connsiteY184" fmla="*/ 2106704 h 2237474"/>
              <a:gd name="connsiteX185" fmla="*/ 80022 w 12192000"/>
              <a:gd name="connsiteY185" fmla="*/ 2107254 h 2237474"/>
              <a:gd name="connsiteX186" fmla="*/ 79717 w 12192000"/>
              <a:gd name="connsiteY186" fmla="*/ 2107046 h 2237474"/>
              <a:gd name="connsiteX187" fmla="*/ 72352 w 12192000"/>
              <a:gd name="connsiteY187" fmla="*/ 2107991 h 2237474"/>
              <a:gd name="connsiteX188" fmla="*/ 37645 w 12192000"/>
              <a:gd name="connsiteY188" fmla="*/ 2115401 h 2237474"/>
              <a:gd name="connsiteX189" fmla="*/ 4572 w 12192000"/>
              <a:gd name="connsiteY189" fmla="*/ 2111091 h 2237474"/>
              <a:gd name="connsiteX190" fmla="*/ 0 w 12192000"/>
              <a:gd name="connsiteY190" fmla="*/ 2110468 h 2237474"/>
              <a:gd name="connsiteX191" fmla="*/ 0 w 12192000"/>
              <a:gd name="connsiteY19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715896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78619 w 12192000"/>
              <a:gd name="connsiteY28" fmla="*/ 1011878 h 2237474"/>
              <a:gd name="connsiteX29" fmla="*/ 9268019 w 12192000"/>
              <a:gd name="connsiteY29" fmla="*/ 1007442 h 2237474"/>
              <a:gd name="connsiteX30" fmla="*/ 9234662 w 12192000"/>
              <a:gd name="connsiteY30" fmla="*/ 1023056 h 2237474"/>
              <a:gd name="connsiteX31" fmla="*/ 9181033 w 12192000"/>
              <a:gd name="connsiteY31" fmla="*/ 1037921 h 2237474"/>
              <a:gd name="connsiteX32" fmla="*/ 9155969 w 12192000"/>
              <a:gd name="connsiteY32" fmla="*/ 1046804 h 2237474"/>
              <a:gd name="connsiteX33" fmla="*/ 9133985 w 12192000"/>
              <a:gd name="connsiteY33" fmla="*/ 1046450 h 2237474"/>
              <a:gd name="connsiteX34" fmla="*/ 9003462 w 12192000"/>
              <a:gd name="connsiteY34" fmla="*/ 1042406 h 2237474"/>
              <a:gd name="connsiteX35" fmla="*/ 8968445 w 12192000"/>
              <a:gd name="connsiteY35" fmla="*/ 1052169 h 2237474"/>
              <a:gd name="connsiteX36" fmla="*/ 8886001 w 12192000"/>
              <a:gd name="connsiteY36" fmla="*/ 1067468 h 2237474"/>
              <a:gd name="connsiteX37" fmla="*/ 8838610 w 12192000"/>
              <a:gd name="connsiteY37" fmla="*/ 1075091 h 2237474"/>
              <a:gd name="connsiteX38" fmla="*/ 8750383 w 12192000"/>
              <a:gd name="connsiteY38" fmla="*/ 1097387 h 2237474"/>
              <a:gd name="connsiteX39" fmla="*/ 8665605 w 12192000"/>
              <a:gd name="connsiteY39" fmla="*/ 1110791 h 2237474"/>
              <a:gd name="connsiteX40" fmla="*/ 8584946 w 12192000"/>
              <a:gd name="connsiteY40" fmla="*/ 1135226 h 2237474"/>
              <a:gd name="connsiteX41" fmla="*/ 8460755 w 12192000"/>
              <a:gd name="connsiteY41" fmla="*/ 1203427 h 2237474"/>
              <a:gd name="connsiteX42" fmla="*/ 8419755 w 12192000"/>
              <a:gd name="connsiteY42" fmla="*/ 1216260 h 2237474"/>
              <a:gd name="connsiteX43" fmla="*/ 8411626 w 12192000"/>
              <a:gd name="connsiteY43" fmla="*/ 1214397 h 2237474"/>
              <a:gd name="connsiteX44" fmla="*/ 8363469 w 12192000"/>
              <a:gd name="connsiteY44" fmla="*/ 1246658 h 2237474"/>
              <a:gd name="connsiteX45" fmla="*/ 8275497 w 12192000"/>
              <a:gd name="connsiteY45" fmla="*/ 1264396 h 2237474"/>
              <a:gd name="connsiteX46" fmla="*/ 8206287 w 12192000"/>
              <a:gd name="connsiteY46" fmla="*/ 1273060 h 2237474"/>
              <a:gd name="connsiteX47" fmla="*/ 8139997 w 12192000"/>
              <a:gd name="connsiteY47" fmla="*/ 1282713 h 2237474"/>
              <a:gd name="connsiteX48" fmla="*/ 8074238 w 12192000"/>
              <a:gd name="connsiteY48" fmla="*/ 1301895 h 2237474"/>
              <a:gd name="connsiteX49" fmla="*/ 7942099 w 12192000"/>
              <a:gd name="connsiteY49" fmla="*/ 1336332 h 2237474"/>
              <a:gd name="connsiteX50" fmla="*/ 7902328 w 12192000"/>
              <a:gd name="connsiteY50" fmla="*/ 1345865 h 2237474"/>
              <a:gd name="connsiteX51" fmla="*/ 7840612 w 12192000"/>
              <a:gd name="connsiteY51" fmla="*/ 1369373 h 2237474"/>
              <a:gd name="connsiteX52" fmla="*/ 7786819 w 12192000"/>
              <a:gd name="connsiteY52" fmla="*/ 1378970 h 2237474"/>
              <a:gd name="connsiteX53" fmla="*/ 7548172 w 12192000"/>
              <a:gd name="connsiteY53" fmla="*/ 1417460 h 2237474"/>
              <a:gd name="connsiteX54" fmla="*/ 7483437 w 12192000"/>
              <a:gd name="connsiteY54" fmla="*/ 1478152 h 2237474"/>
              <a:gd name="connsiteX55" fmla="*/ 7377870 w 12192000"/>
              <a:gd name="connsiteY55" fmla="*/ 1523319 h 2237474"/>
              <a:gd name="connsiteX56" fmla="*/ 7230737 w 12192000"/>
              <a:gd name="connsiteY56" fmla="*/ 1562633 h 2237474"/>
              <a:gd name="connsiteX57" fmla="*/ 7224458 w 12192000"/>
              <a:gd name="connsiteY57" fmla="*/ 1573008 h 2237474"/>
              <a:gd name="connsiteX58" fmla="*/ 7183121 w 12192000"/>
              <a:gd name="connsiteY58" fmla="*/ 1595162 h 2237474"/>
              <a:gd name="connsiteX59" fmla="*/ 7164601 w 12192000"/>
              <a:gd name="connsiteY59" fmla="*/ 1606490 h 2237474"/>
              <a:gd name="connsiteX60" fmla="*/ 7031309 w 12192000"/>
              <a:gd name="connsiteY60" fmla="*/ 1619451 h 2237474"/>
              <a:gd name="connsiteX61" fmla="*/ 6900177 w 12192000"/>
              <a:gd name="connsiteY61" fmla="*/ 1636016 h 2237474"/>
              <a:gd name="connsiteX62" fmla="*/ 6795372 w 12192000"/>
              <a:gd name="connsiteY62" fmla="*/ 1644845 h 2237474"/>
              <a:gd name="connsiteX63" fmla="*/ 6692251 w 12192000"/>
              <a:gd name="connsiteY63" fmla="*/ 1656357 h 2237474"/>
              <a:gd name="connsiteX64" fmla="*/ 6655235 w 12192000"/>
              <a:gd name="connsiteY64" fmla="*/ 1661869 h 2237474"/>
              <a:gd name="connsiteX65" fmla="*/ 6554894 w 12192000"/>
              <a:gd name="connsiteY65" fmla="*/ 1664428 h 2237474"/>
              <a:gd name="connsiteX66" fmla="*/ 6516595 w 12192000"/>
              <a:gd name="connsiteY66" fmla="*/ 1667475 h 2237474"/>
              <a:gd name="connsiteX67" fmla="*/ 6508541 w 12192000"/>
              <a:gd name="connsiteY67" fmla="*/ 1668757 h 2237474"/>
              <a:gd name="connsiteX68" fmla="*/ 6471012 w 12192000"/>
              <a:gd name="connsiteY68" fmla="*/ 1678604 h 2237474"/>
              <a:gd name="connsiteX69" fmla="*/ 6364035 w 12192000"/>
              <a:gd name="connsiteY69" fmla="*/ 1667683 h 2237474"/>
              <a:gd name="connsiteX70" fmla="*/ 6280959 w 12192000"/>
              <a:gd name="connsiteY70" fmla="*/ 1689329 h 2237474"/>
              <a:gd name="connsiteX71" fmla="*/ 6243319 w 12192000"/>
              <a:gd name="connsiteY71" fmla="*/ 1695560 h 2237474"/>
              <a:gd name="connsiteX72" fmla="*/ 6098321 w 12192000"/>
              <a:gd name="connsiteY72" fmla="*/ 1721646 h 2237474"/>
              <a:gd name="connsiteX73" fmla="*/ 5880652 w 12192000"/>
              <a:gd name="connsiteY73" fmla="*/ 1779643 h 2237474"/>
              <a:gd name="connsiteX74" fmla="*/ 5785959 w 12192000"/>
              <a:gd name="connsiteY74" fmla="*/ 1775307 h 2237474"/>
              <a:gd name="connsiteX75" fmla="*/ 5643534 w 12192000"/>
              <a:gd name="connsiteY75" fmla="*/ 1802919 h 2237474"/>
              <a:gd name="connsiteX76" fmla="*/ 5518799 w 12192000"/>
              <a:gd name="connsiteY76" fmla="*/ 1818312 h 2237474"/>
              <a:gd name="connsiteX77" fmla="*/ 5505014 w 12192000"/>
              <a:gd name="connsiteY77" fmla="*/ 1819259 h 2237474"/>
              <a:gd name="connsiteX78" fmla="*/ 5453307 w 12192000"/>
              <a:gd name="connsiteY78" fmla="*/ 1815450 h 2237474"/>
              <a:gd name="connsiteX79" fmla="*/ 5221533 w 12192000"/>
              <a:gd name="connsiteY79" fmla="*/ 1846950 h 2237474"/>
              <a:gd name="connsiteX80" fmla="*/ 5149802 w 12192000"/>
              <a:gd name="connsiteY80" fmla="*/ 1844846 h 2237474"/>
              <a:gd name="connsiteX81" fmla="*/ 5114927 w 12192000"/>
              <a:gd name="connsiteY81" fmla="*/ 1847827 h 2237474"/>
              <a:gd name="connsiteX82" fmla="*/ 5108970 w 12192000"/>
              <a:gd name="connsiteY82" fmla="*/ 1847935 h 2237474"/>
              <a:gd name="connsiteX83" fmla="*/ 5067961 w 12192000"/>
              <a:gd name="connsiteY83" fmla="*/ 1845917 h 2237474"/>
              <a:gd name="connsiteX84" fmla="*/ 5007075 w 12192000"/>
              <a:gd name="connsiteY84" fmla="*/ 1838626 h 2237474"/>
              <a:gd name="connsiteX85" fmla="*/ 4944087 w 12192000"/>
              <a:gd name="connsiteY85" fmla="*/ 1823332 h 2237474"/>
              <a:gd name="connsiteX86" fmla="*/ 4907662 w 12192000"/>
              <a:gd name="connsiteY86" fmla="*/ 1816900 h 2237474"/>
              <a:gd name="connsiteX87" fmla="*/ 4882386 w 12192000"/>
              <a:gd name="connsiteY87" fmla="*/ 1809844 h 2237474"/>
              <a:gd name="connsiteX88" fmla="*/ 4811440 w 12192000"/>
              <a:gd name="connsiteY88" fmla="*/ 1804655 h 2237474"/>
              <a:gd name="connsiteX89" fmla="*/ 4691075 w 12192000"/>
              <a:gd name="connsiteY89" fmla="*/ 1801389 h 2237474"/>
              <a:gd name="connsiteX90" fmla="*/ 4640313 w 12192000"/>
              <a:gd name="connsiteY90" fmla="*/ 1784307 h 2237474"/>
              <a:gd name="connsiteX91" fmla="*/ 4536503 w 12192000"/>
              <a:gd name="connsiteY91" fmla="*/ 1785334 h 2237474"/>
              <a:gd name="connsiteX92" fmla="*/ 4513724 w 12192000"/>
              <a:gd name="connsiteY92" fmla="*/ 1791996 h 2237474"/>
              <a:gd name="connsiteX93" fmla="*/ 4459810 w 12192000"/>
              <a:gd name="connsiteY93" fmla="*/ 1797886 h 2237474"/>
              <a:gd name="connsiteX94" fmla="*/ 4379064 w 12192000"/>
              <a:gd name="connsiteY94" fmla="*/ 1817177 h 2237474"/>
              <a:gd name="connsiteX95" fmla="*/ 4290981 w 12192000"/>
              <a:gd name="connsiteY95" fmla="*/ 1839677 h 2237474"/>
              <a:gd name="connsiteX96" fmla="*/ 4238372 w 12192000"/>
              <a:gd name="connsiteY96" fmla="*/ 1851480 h 2237474"/>
              <a:gd name="connsiteX97" fmla="*/ 4232517 w 12192000"/>
              <a:gd name="connsiteY97" fmla="*/ 1852567 h 2237474"/>
              <a:gd name="connsiteX98" fmla="*/ 4191732 w 12192000"/>
              <a:gd name="connsiteY98" fmla="*/ 1857328 h 2237474"/>
              <a:gd name="connsiteX99" fmla="*/ 4065532 w 12192000"/>
              <a:gd name="connsiteY99" fmla="*/ 1855477 h 2237474"/>
              <a:gd name="connsiteX100" fmla="*/ 4028460 w 12192000"/>
              <a:gd name="connsiteY100" fmla="*/ 1855137 h 2237474"/>
              <a:gd name="connsiteX101" fmla="*/ 4002267 w 12192000"/>
              <a:gd name="connsiteY101" fmla="*/ 1852352 h 2237474"/>
              <a:gd name="connsiteX102" fmla="*/ 3931396 w 12192000"/>
              <a:gd name="connsiteY102" fmla="*/ 1858915 h 2237474"/>
              <a:gd name="connsiteX103" fmla="*/ 3812162 w 12192000"/>
              <a:gd name="connsiteY103" fmla="*/ 1875501 h 2237474"/>
              <a:gd name="connsiteX104" fmla="*/ 3758105 w 12192000"/>
              <a:gd name="connsiteY104" fmla="*/ 1871856 h 2237474"/>
              <a:gd name="connsiteX105" fmla="*/ 3715896 w 12192000"/>
              <a:gd name="connsiteY105" fmla="*/ 1881552 h 2237474"/>
              <a:gd name="connsiteX106" fmla="*/ 3567259 w 12192000"/>
              <a:gd name="connsiteY106" fmla="*/ 1893482 h 2237474"/>
              <a:gd name="connsiteX107" fmla="*/ 3405770 w 12192000"/>
              <a:gd name="connsiteY107" fmla="*/ 1904591 h 2237474"/>
              <a:gd name="connsiteX108" fmla="*/ 3280097 w 12192000"/>
              <a:gd name="connsiteY108" fmla="*/ 1919610 h 2237474"/>
              <a:gd name="connsiteX109" fmla="*/ 3123424 w 12192000"/>
              <a:gd name="connsiteY109" fmla="*/ 1952930 h 2237474"/>
              <a:gd name="connsiteX110" fmla="*/ 3009910 w 12192000"/>
              <a:gd name="connsiteY110" fmla="*/ 1957866 h 2237474"/>
              <a:gd name="connsiteX111" fmla="*/ 2995934 w 12192000"/>
              <a:gd name="connsiteY111" fmla="*/ 1967085 h 2237474"/>
              <a:gd name="connsiteX112" fmla="*/ 2980071 w 12192000"/>
              <a:gd name="connsiteY112" fmla="*/ 1972988 h 2237474"/>
              <a:gd name="connsiteX113" fmla="*/ 2942858 w 12192000"/>
              <a:gd name="connsiteY113" fmla="*/ 1981367 h 2237474"/>
              <a:gd name="connsiteX114" fmla="*/ 2875436 w 12192000"/>
              <a:gd name="connsiteY114" fmla="*/ 1996977 h 2237474"/>
              <a:gd name="connsiteX115" fmla="*/ 2874892 w 12192000"/>
              <a:gd name="connsiteY115" fmla="*/ 1996085 h 2237474"/>
              <a:gd name="connsiteX116" fmla="*/ 2864145 w 12192000"/>
              <a:gd name="connsiteY116" fmla="*/ 1994061 h 2237474"/>
              <a:gd name="connsiteX117" fmla="*/ 2843662 w 12192000"/>
              <a:gd name="connsiteY117" fmla="*/ 1992498 h 2237474"/>
              <a:gd name="connsiteX118" fmla="*/ 2796128 w 12192000"/>
              <a:gd name="connsiteY118" fmla="*/ 1976403 h 2237474"/>
              <a:gd name="connsiteX119" fmla="*/ 2756784 w 12192000"/>
              <a:gd name="connsiteY119" fmla="*/ 1985116 h 2237474"/>
              <a:gd name="connsiteX120" fmla="*/ 2748833 w 12192000"/>
              <a:gd name="connsiteY120" fmla="*/ 1986323 h 2237474"/>
              <a:gd name="connsiteX121" fmla="*/ 2748661 w 12192000"/>
              <a:gd name="connsiteY121" fmla="*/ 1986122 h 2237474"/>
              <a:gd name="connsiteX122" fmla="*/ 2740251 w 12192000"/>
              <a:gd name="connsiteY122" fmla="*/ 1986946 h 2237474"/>
              <a:gd name="connsiteX123" fmla="*/ 2718916 w 12192000"/>
              <a:gd name="connsiteY123" fmla="*/ 1990867 h 2237474"/>
              <a:gd name="connsiteX124" fmla="*/ 2713522 w 12192000"/>
              <a:gd name="connsiteY124" fmla="*/ 1990173 h 2237474"/>
              <a:gd name="connsiteX125" fmla="*/ 2680597 w 12192000"/>
              <a:gd name="connsiteY125" fmla="*/ 1984996 h 2237474"/>
              <a:gd name="connsiteX126" fmla="*/ 2578178 w 12192000"/>
              <a:gd name="connsiteY126" fmla="*/ 1990531 h 2237474"/>
              <a:gd name="connsiteX127" fmla="*/ 2476147 w 12192000"/>
              <a:gd name="connsiteY127" fmla="*/ 1998305 h 2237474"/>
              <a:gd name="connsiteX128" fmla="*/ 2373568 w 12192000"/>
              <a:gd name="connsiteY128" fmla="*/ 2003219 h 2237474"/>
              <a:gd name="connsiteX129" fmla="*/ 2321399 w 12192000"/>
              <a:gd name="connsiteY129" fmla="*/ 1989467 h 2237474"/>
              <a:gd name="connsiteX130" fmla="*/ 2315525 w 12192000"/>
              <a:gd name="connsiteY130" fmla="*/ 1989708 h 2237474"/>
              <a:gd name="connsiteX131" fmla="*/ 2300792 w 12192000"/>
              <a:gd name="connsiteY131" fmla="*/ 1994290 h 2237474"/>
              <a:gd name="connsiteX132" fmla="*/ 2295469 w 12192000"/>
              <a:gd name="connsiteY132" fmla="*/ 1996659 h 2237474"/>
              <a:gd name="connsiteX133" fmla="*/ 2287219 w 12192000"/>
              <a:gd name="connsiteY133" fmla="*/ 1998750 h 2237474"/>
              <a:gd name="connsiteX134" fmla="*/ 2286948 w 12192000"/>
              <a:gd name="connsiteY134" fmla="*/ 1998596 h 2237474"/>
              <a:gd name="connsiteX135" fmla="*/ 2243069 w 12192000"/>
              <a:gd name="connsiteY135" fmla="*/ 2015111 h 2237474"/>
              <a:gd name="connsiteX136" fmla="*/ 2186609 w 12192000"/>
              <a:gd name="connsiteY136" fmla="*/ 2008263 h 2237474"/>
              <a:gd name="connsiteX137" fmla="*/ 2164831 w 12192000"/>
              <a:gd name="connsiteY137" fmla="*/ 2010143 h 2237474"/>
              <a:gd name="connsiteX138" fmla="*/ 2152836 w 12192000"/>
              <a:gd name="connsiteY138" fmla="*/ 2010048 h 2237474"/>
              <a:gd name="connsiteX139" fmla="*/ 2117102 w 12192000"/>
              <a:gd name="connsiteY139" fmla="*/ 2023004 h 2237474"/>
              <a:gd name="connsiteX140" fmla="*/ 2111935 w 12192000"/>
              <a:gd name="connsiteY140" fmla="*/ 2023163 h 2237474"/>
              <a:gd name="connsiteX141" fmla="*/ 2089991 w 12192000"/>
              <a:gd name="connsiteY141" fmla="*/ 2034193 h 2237474"/>
              <a:gd name="connsiteX142" fmla="*/ 2058061 w 12192000"/>
              <a:gd name="connsiteY142" fmla="*/ 2047942 h 2237474"/>
              <a:gd name="connsiteX143" fmla="*/ 2055737 w 12192000"/>
              <a:gd name="connsiteY143" fmla="*/ 2047704 h 2237474"/>
              <a:gd name="connsiteX144" fmla="*/ 2042244 w 12192000"/>
              <a:gd name="connsiteY144" fmla="*/ 2055560 h 2237474"/>
              <a:gd name="connsiteX145" fmla="*/ 1976224 w 12192000"/>
              <a:gd name="connsiteY145" fmla="*/ 2074257 h 2237474"/>
              <a:gd name="connsiteX146" fmla="*/ 1877728 w 12192000"/>
              <a:gd name="connsiteY146" fmla="*/ 2101004 h 2237474"/>
              <a:gd name="connsiteX147" fmla="*/ 1759056 w 12192000"/>
              <a:gd name="connsiteY147" fmla="*/ 2125608 h 2237474"/>
              <a:gd name="connsiteX148" fmla="*/ 1637948 w 12192000"/>
              <a:gd name="connsiteY148" fmla="*/ 2172597 h 2237474"/>
              <a:gd name="connsiteX149" fmla="*/ 1434549 w 12192000"/>
              <a:gd name="connsiteY149" fmla="*/ 2234522 h 2237474"/>
              <a:gd name="connsiteX150" fmla="*/ 1398481 w 12192000"/>
              <a:gd name="connsiteY150" fmla="*/ 2237074 h 2237474"/>
              <a:gd name="connsiteX151" fmla="*/ 1398407 w 12192000"/>
              <a:gd name="connsiteY151" fmla="*/ 2237095 h 2237474"/>
              <a:gd name="connsiteX152" fmla="*/ 1370962 w 12192000"/>
              <a:gd name="connsiteY152" fmla="*/ 2237474 h 2237474"/>
              <a:gd name="connsiteX153" fmla="*/ 1356367 w 12192000"/>
              <a:gd name="connsiteY153" fmla="*/ 2235089 h 2237474"/>
              <a:gd name="connsiteX154" fmla="*/ 1324828 w 12192000"/>
              <a:gd name="connsiteY154" fmla="*/ 2231968 h 2237474"/>
              <a:gd name="connsiteX155" fmla="*/ 1297744 w 12192000"/>
              <a:gd name="connsiteY155" fmla="*/ 2235849 h 2237474"/>
              <a:gd name="connsiteX156" fmla="*/ 1286236 w 12192000"/>
              <a:gd name="connsiteY156" fmla="*/ 2233135 h 2237474"/>
              <a:gd name="connsiteX157" fmla="*/ 1283504 w 12192000"/>
              <a:gd name="connsiteY157" fmla="*/ 2233797 h 2237474"/>
              <a:gd name="connsiteX158" fmla="*/ 1279765 w 12192000"/>
              <a:gd name="connsiteY158" fmla="*/ 2229639 h 2237474"/>
              <a:gd name="connsiteX159" fmla="*/ 1195347 w 12192000"/>
              <a:gd name="connsiteY159" fmla="*/ 2212354 h 2237474"/>
              <a:gd name="connsiteX160" fmla="*/ 970251 w 12192000"/>
              <a:gd name="connsiteY160" fmla="*/ 2221029 h 2237474"/>
              <a:gd name="connsiteX161" fmla="*/ 812914 w 12192000"/>
              <a:gd name="connsiteY161" fmla="*/ 2202752 h 2237474"/>
              <a:gd name="connsiteX162" fmla="*/ 800195 w 12192000"/>
              <a:gd name="connsiteY162" fmla="*/ 2209407 h 2237474"/>
              <a:gd name="connsiteX163" fmla="*/ 784978 w 12192000"/>
              <a:gd name="connsiteY163" fmla="*/ 2212360 h 2237474"/>
              <a:gd name="connsiteX164" fmla="*/ 681987 w 12192000"/>
              <a:gd name="connsiteY164" fmla="*/ 2216757 h 2237474"/>
              <a:gd name="connsiteX165" fmla="*/ 669923 w 12192000"/>
              <a:gd name="connsiteY165" fmla="*/ 2211682 h 2237474"/>
              <a:gd name="connsiteX166" fmla="*/ 648680 w 12192000"/>
              <a:gd name="connsiteY166" fmla="*/ 2206229 h 2237474"/>
              <a:gd name="connsiteX167" fmla="*/ 597225 w 12192000"/>
              <a:gd name="connsiteY167" fmla="*/ 2180999 h 2237474"/>
              <a:gd name="connsiteX168" fmla="*/ 558449 w 12192000"/>
              <a:gd name="connsiteY168" fmla="*/ 2182346 h 2237474"/>
              <a:gd name="connsiteX169" fmla="*/ 550517 w 12192000"/>
              <a:gd name="connsiteY169" fmla="*/ 2182060 h 2237474"/>
              <a:gd name="connsiteX170" fmla="*/ 550309 w 12192000"/>
              <a:gd name="connsiteY170" fmla="*/ 2181825 h 2237474"/>
              <a:gd name="connsiteX171" fmla="*/ 541836 w 12192000"/>
              <a:gd name="connsiteY171" fmla="*/ 2181063 h 2237474"/>
              <a:gd name="connsiteX172" fmla="*/ 536057 w 12192000"/>
              <a:gd name="connsiteY172" fmla="*/ 2181537 h 2237474"/>
              <a:gd name="connsiteX173" fmla="*/ 520671 w 12192000"/>
              <a:gd name="connsiteY173" fmla="*/ 2180980 h 2237474"/>
              <a:gd name="connsiteX174" fmla="*/ 515024 w 12192000"/>
              <a:gd name="connsiteY174" fmla="*/ 2179258 h 2237474"/>
              <a:gd name="connsiteX175" fmla="*/ 512278 w 12192000"/>
              <a:gd name="connsiteY175" fmla="*/ 2176369 h 2237474"/>
              <a:gd name="connsiteX176" fmla="*/ 480419 w 12192000"/>
              <a:gd name="connsiteY176" fmla="*/ 2167807 h 2237474"/>
              <a:gd name="connsiteX177" fmla="*/ 413835 w 12192000"/>
              <a:gd name="connsiteY177" fmla="*/ 2156783 h 2237474"/>
              <a:gd name="connsiteX178" fmla="*/ 376513 w 12192000"/>
              <a:gd name="connsiteY178" fmla="*/ 2154014 h 2237474"/>
              <a:gd name="connsiteX179" fmla="*/ 273386 w 12192000"/>
              <a:gd name="connsiteY179" fmla="*/ 2142551 h 2237474"/>
              <a:gd name="connsiteX180" fmla="*/ 169207 w 12192000"/>
              <a:gd name="connsiteY180" fmla="*/ 2128100 h 2237474"/>
              <a:gd name="connsiteX181" fmla="*/ 93149 w 12192000"/>
              <a:gd name="connsiteY181" fmla="*/ 2105324 h 2237474"/>
              <a:gd name="connsiteX182" fmla="*/ 88109 w 12192000"/>
              <a:gd name="connsiteY182" fmla="*/ 2106704 h 2237474"/>
              <a:gd name="connsiteX183" fmla="*/ 80022 w 12192000"/>
              <a:gd name="connsiteY183" fmla="*/ 2107254 h 2237474"/>
              <a:gd name="connsiteX184" fmla="*/ 79717 w 12192000"/>
              <a:gd name="connsiteY184" fmla="*/ 2107046 h 2237474"/>
              <a:gd name="connsiteX185" fmla="*/ 72352 w 12192000"/>
              <a:gd name="connsiteY185" fmla="*/ 2107991 h 2237474"/>
              <a:gd name="connsiteX186" fmla="*/ 37645 w 12192000"/>
              <a:gd name="connsiteY186" fmla="*/ 2115401 h 2237474"/>
              <a:gd name="connsiteX187" fmla="*/ 4572 w 12192000"/>
              <a:gd name="connsiteY187" fmla="*/ 2111091 h 2237474"/>
              <a:gd name="connsiteX188" fmla="*/ 0 w 12192000"/>
              <a:gd name="connsiteY188" fmla="*/ 2110468 h 2237474"/>
              <a:gd name="connsiteX189" fmla="*/ 0 w 12192000"/>
              <a:gd name="connsiteY18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60755 w 12192000"/>
              <a:gd name="connsiteY40" fmla="*/ 1203427 h 2237474"/>
              <a:gd name="connsiteX41" fmla="*/ 8419755 w 12192000"/>
              <a:gd name="connsiteY41" fmla="*/ 1216260 h 2237474"/>
              <a:gd name="connsiteX42" fmla="*/ 8411626 w 12192000"/>
              <a:gd name="connsiteY42" fmla="*/ 1214397 h 2237474"/>
              <a:gd name="connsiteX43" fmla="*/ 8363469 w 12192000"/>
              <a:gd name="connsiteY43" fmla="*/ 1246658 h 2237474"/>
              <a:gd name="connsiteX44" fmla="*/ 8275497 w 12192000"/>
              <a:gd name="connsiteY44" fmla="*/ 1264396 h 2237474"/>
              <a:gd name="connsiteX45" fmla="*/ 8206287 w 12192000"/>
              <a:gd name="connsiteY45" fmla="*/ 1273060 h 2237474"/>
              <a:gd name="connsiteX46" fmla="*/ 8139997 w 12192000"/>
              <a:gd name="connsiteY46" fmla="*/ 1282713 h 2237474"/>
              <a:gd name="connsiteX47" fmla="*/ 8074238 w 12192000"/>
              <a:gd name="connsiteY47" fmla="*/ 1301895 h 2237474"/>
              <a:gd name="connsiteX48" fmla="*/ 7942099 w 12192000"/>
              <a:gd name="connsiteY48" fmla="*/ 1336332 h 2237474"/>
              <a:gd name="connsiteX49" fmla="*/ 7902328 w 12192000"/>
              <a:gd name="connsiteY49" fmla="*/ 1345865 h 2237474"/>
              <a:gd name="connsiteX50" fmla="*/ 7840612 w 12192000"/>
              <a:gd name="connsiteY50" fmla="*/ 1369373 h 2237474"/>
              <a:gd name="connsiteX51" fmla="*/ 7786819 w 12192000"/>
              <a:gd name="connsiteY51" fmla="*/ 1378970 h 2237474"/>
              <a:gd name="connsiteX52" fmla="*/ 7548172 w 12192000"/>
              <a:gd name="connsiteY52" fmla="*/ 1417460 h 2237474"/>
              <a:gd name="connsiteX53" fmla="*/ 7483437 w 12192000"/>
              <a:gd name="connsiteY53" fmla="*/ 1478152 h 2237474"/>
              <a:gd name="connsiteX54" fmla="*/ 7377870 w 12192000"/>
              <a:gd name="connsiteY54" fmla="*/ 1523319 h 2237474"/>
              <a:gd name="connsiteX55" fmla="*/ 7230737 w 12192000"/>
              <a:gd name="connsiteY55" fmla="*/ 1562633 h 2237474"/>
              <a:gd name="connsiteX56" fmla="*/ 7224458 w 12192000"/>
              <a:gd name="connsiteY56" fmla="*/ 1573008 h 2237474"/>
              <a:gd name="connsiteX57" fmla="*/ 7183121 w 12192000"/>
              <a:gd name="connsiteY57" fmla="*/ 1595162 h 2237474"/>
              <a:gd name="connsiteX58" fmla="*/ 7164601 w 12192000"/>
              <a:gd name="connsiteY58" fmla="*/ 1606490 h 2237474"/>
              <a:gd name="connsiteX59" fmla="*/ 7031309 w 12192000"/>
              <a:gd name="connsiteY59" fmla="*/ 1619451 h 2237474"/>
              <a:gd name="connsiteX60" fmla="*/ 6900177 w 12192000"/>
              <a:gd name="connsiteY60" fmla="*/ 1636016 h 2237474"/>
              <a:gd name="connsiteX61" fmla="*/ 6795372 w 12192000"/>
              <a:gd name="connsiteY61" fmla="*/ 1644845 h 2237474"/>
              <a:gd name="connsiteX62" fmla="*/ 6692251 w 12192000"/>
              <a:gd name="connsiteY62" fmla="*/ 1656357 h 2237474"/>
              <a:gd name="connsiteX63" fmla="*/ 6655235 w 12192000"/>
              <a:gd name="connsiteY63" fmla="*/ 1661869 h 2237474"/>
              <a:gd name="connsiteX64" fmla="*/ 6554894 w 12192000"/>
              <a:gd name="connsiteY64" fmla="*/ 1664428 h 2237474"/>
              <a:gd name="connsiteX65" fmla="*/ 6516595 w 12192000"/>
              <a:gd name="connsiteY65" fmla="*/ 1667475 h 2237474"/>
              <a:gd name="connsiteX66" fmla="*/ 6508541 w 12192000"/>
              <a:gd name="connsiteY66" fmla="*/ 1668757 h 2237474"/>
              <a:gd name="connsiteX67" fmla="*/ 6471012 w 12192000"/>
              <a:gd name="connsiteY67" fmla="*/ 1678604 h 2237474"/>
              <a:gd name="connsiteX68" fmla="*/ 6364035 w 12192000"/>
              <a:gd name="connsiteY68" fmla="*/ 1667683 h 2237474"/>
              <a:gd name="connsiteX69" fmla="*/ 6280959 w 12192000"/>
              <a:gd name="connsiteY69" fmla="*/ 1689329 h 2237474"/>
              <a:gd name="connsiteX70" fmla="*/ 6243319 w 12192000"/>
              <a:gd name="connsiteY70" fmla="*/ 1695560 h 2237474"/>
              <a:gd name="connsiteX71" fmla="*/ 6098321 w 12192000"/>
              <a:gd name="connsiteY71" fmla="*/ 1721646 h 2237474"/>
              <a:gd name="connsiteX72" fmla="*/ 5880652 w 12192000"/>
              <a:gd name="connsiteY72" fmla="*/ 1779643 h 2237474"/>
              <a:gd name="connsiteX73" fmla="*/ 5785959 w 12192000"/>
              <a:gd name="connsiteY73" fmla="*/ 1775307 h 2237474"/>
              <a:gd name="connsiteX74" fmla="*/ 5643534 w 12192000"/>
              <a:gd name="connsiteY74" fmla="*/ 1802919 h 2237474"/>
              <a:gd name="connsiteX75" fmla="*/ 5518799 w 12192000"/>
              <a:gd name="connsiteY75" fmla="*/ 1818312 h 2237474"/>
              <a:gd name="connsiteX76" fmla="*/ 5505014 w 12192000"/>
              <a:gd name="connsiteY76" fmla="*/ 1819259 h 2237474"/>
              <a:gd name="connsiteX77" fmla="*/ 5453307 w 12192000"/>
              <a:gd name="connsiteY77" fmla="*/ 1815450 h 2237474"/>
              <a:gd name="connsiteX78" fmla="*/ 5221533 w 12192000"/>
              <a:gd name="connsiteY78" fmla="*/ 1846950 h 2237474"/>
              <a:gd name="connsiteX79" fmla="*/ 5149802 w 12192000"/>
              <a:gd name="connsiteY79" fmla="*/ 1844846 h 2237474"/>
              <a:gd name="connsiteX80" fmla="*/ 5114927 w 12192000"/>
              <a:gd name="connsiteY80" fmla="*/ 1847827 h 2237474"/>
              <a:gd name="connsiteX81" fmla="*/ 5108970 w 12192000"/>
              <a:gd name="connsiteY81" fmla="*/ 1847935 h 2237474"/>
              <a:gd name="connsiteX82" fmla="*/ 5067961 w 12192000"/>
              <a:gd name="connsiteY82" fmla="*/ 1845917 h 2237474"/>
              <a:gd name="connsiteX83" fmla="*/ 5007075 w 12192000"/>
              <a:gd name="connsiteY83" fmla="*/ 1838626 h 2237474"/>
              <a:gd name="connsiteX84" fmla="*/ 4944087 w 12192000"/>
              <a:gd name="connsiteY84" fmla="*/ 1823332 h 2237474"/>
              <a:gd name="connsiteX85" fmla="*/ 4907662 w 12192000"/>
              <a:gd name="connsiteY85" fmla="*/ 1816900 h 2237474"/>
              <a:gd name="connsiteX86" fmla="*/ 4882386 w 12192000"/>
              <a:gd name="connsiteY86" fmla="*/ 1809844 h 2237474"/>
              <a:gd name="connsiteX87" fmla="*/ 4811440 w 12192000"/>
              <a:gd name="connsiteY87" fmla="*/ 1804655 h 2237474"/>
              <a:gd name="connsiteX88" fmla="*/ 4691075 w 12192000"/>
              <a:gd name="connsiteY88" fmla="*/ 1801389 h 2237474"/>
              <a:gd name="connsiteX89" fmla="*/ 4640313 w 12192000"/>
              <a:gd name="connsiteY89" fmla="*/ 1784307 h 2237474"/>
              <a:gd name="connsiteX90" fmla="*/ 4536503 w 12192000"/>
              <a:gd name="connsiteY90" fmla="*/ 1785334 h 2237474"/>
              <a:gd name="connsiteX91" fmla="*/ 4513724 w 12192000"/>
              <a:gd name="connsiteY91" fmla="*/ 1791996 h 2237474"/>
              <a:gd name="connsiteX92" fmla="*/ 4459810 w 12192000"/>
              <a:gd name="connsiteY92" fmla="*/ 1797886 h 2237474"/>
              <a:gd name="connsiteX93" fmla="*/ 4379064 w 12192000"/>
              <a:gd name="connsiteY93" fmla="*/ 1817177 h 2237474"/>
              <a:gd name="connsiteX94" fmla="*/ 4290981 w 12192000"/>
              <a:gd name="connsiteY94" fmla="*/ 1839677 h 2237474"/>
              <a:gd name="connsiteX95" fmla="*/ 4238372 w 12192000"/>
              <a:gd name="connsiteY95" fmla="*/ 1851480 h 2237474"/>
              <a:gd name="connsiteX96" fmla="*/ 4232517 w 12192000"/>
              <a:gd name="connsiteY96" fmla="*/ 1852567 h 2237474"/>
              <a:gd name="connsiteX97" fmla="*/ 4191732 w 12192000"/>
              <a:gd name="connsiteY97" fmla="*/ 1857328 h 2237474"/>
              <a:gd name="connsiteX98" fmla="*/ 4065532 w 12192000"/>
              <a:gd name="connsiteY98" fmla="*/ 1855477 h 2237474"/>
              <a:gd name="connsiteX99" fmla="*/ 4028460 w 12192000"/>
              <a:gd name="connsiteY99" fmla="*/ 1855137 h 2237474"/>
              <a:gd name="connsiteX100" fmla="*/ 4002267 w 12192000"/>
              <a:gd name="connsiteY100" fmla="*/ 1852352 h 2237474"/>
              <a:gd name="connsiteX101" fmla="*/ 3931396 w 12192000"/>
              <a:gd name="connsiteY101" fmla="*/ 1858915 h 2237474"/>
              <a:gd name="connsiteX102" fmla="*/ 3812162 w 12192000"/>
              <a:gd name="connsiteY102" fmla="*/ 1875501 h 2237474"/>
              <a:gd name="connsiteX103" fmla="*/ 3758105 w 12192000"/>
              <a:gd name="connsiteY103" fmla="*/ 1871856 h 2237474"/>
              <a:gd name="connsiteX104" fmla="*/ 3715896 w 12192000"/>
              <a:gd name="connsiteY104" fmla="*/ 1881552 h 2237474"/>
              <a:gd name="connsiteX105" fmla="*/ 3567259 w 12192000"/>
              <a:gd name="connsiteY105" fmla="*/ 1893482 h 2237474"/>
              <a:gd name="connsiteX106" fmla="*/ 3405770 w 12192000"/>
              <a:gd name="connsiteY106" fmla="*/ 1904591 h 2237474"/>
              <a:gd name="connsiteX107" fmla="*/ 3280097 w 12192000"/>
              <a:gd name="connsiteY107" fmla="*/ 1919610 h 2237474"/>
              <a:gd name="connsiteX108" fmla="*/ 3123424 w 12192000"/>
              <a:gd name="connsiteY108" fmla="*/ 1952930 h 2237474"/>
              <a:gd name="connsiteX109" fmla="*/ 3009910 w 12192000"/>
              <a:gd name="connsiteY109" fmla="*/ 1957866 h 2237474"/>
              <a:gd name="connsiteX110" fmla="*/ 2995934 w 12192000"/>
              <a:gd name="connsiteY110" fmla="*/ 1967085 h 2237474"/>
              <a:gd name="connsiteX111" fmla="*/ 2980071 w 12192000"/>
              <a:gd name="connsiteY111" fmla="*/ 1972988 h 2237474"/>
              <a:gd name="connsiteX112" fmla="*/ 2942858 w 12192000"/>
              <a:gd name="connsiteY112" fmla="*/ 1981367 h 2237474"/>
              <a:gd name="connsiteX113" fmla="*/ 2875436 w 12192000"/>
              <a:gd name="connsiteY113" fmla="*/ 1996977 h 2237474"/>
              <a:gd name="connsiteX114" fmla="*/ 2874892 w 12192000"/>
              <a:gd name="connsiteY114" fmla="*/ 1996085 h 2237474"/>
              <a:gd name="connsiteX115" fmla="*/ 2864145 w 12192000"/>
              <a:gd name="connsiteY115" fmla="*/ 1994061 h 2237474"/>
              <a:gd name="connsiteX116" fmla="*/ 2843662 w 12192000"/>
              <a:gd name="connsiteY116" fmla="*/ 1992498 h 2237474"/>
              <a:gd name="connsiteX117" fmla="*/ 2796128 w 12192000"/>
              <a:gd name="connsiteY117" fmla="*/ 1976403 h 2237474"/>
              <a:gd name="connsiteX118" fmla="*/ 2756784 w 12192000"/>
              <a:gd name="connsiteY118" fmla="*/ 1985116 h 2237474"/>
              <a:gd name="connsiteX119" fmla="*/ 2748833 w 12192000"/>
              <a:gd name="connsiteY119" fmla="*/ 1986323 h 2237474"/>
              <a:gd name="connsiteX120" fmla="*/ 2748661 w 12192000"/>
              <a:gd name="connsiteY120" fmla="*/ 1986122 h 2237474"/>
              <a:gd name="connsiteX121" fmla="*/ 2740251 w 12192000"/>
              <a:gd name="connsiteY121" fmla="*/ 1986946 h 2237474"/>
              <a:gd name="connsiteX122" fmla="*/ 2718916 w 12192000"/>
              <a:gd name="connsiteY122" fmla="*/ 1990867 h 2237474"/>
              <a:gd name="connsiteX123" fmla="*/ 2713522 w 12192000"/>
              <a:gd name="connsiteY123" fmla="*/ 1990173 h 2237474"/>
              <a:gd name="connsiteX124" fmla="*/ 2680597 w 12192000"/>
              <a:gd name="connsiteY124" fmla="*/ 1984996 h 2237474"/>
              <a:gd name="connsiteX125" fmla="*/ 2578178 w 12192000"/>
              <a:gd name="connsiteY125" fmla="*/ 1990531 h 2237474"/>
              <a:gd name="connsiteX126" fmla="*/ 2476147 w 12192000"/>
              <a:gd name="connsiteY126" fmla="*/ 1998305 h 2237474"/>
              <a:gd name="connsiteX127" fmla="*/ 2373568 w 12192000"/>
              <a:gd name="connsiteY127" fmla="*/ 2003219 h 2237474"/>
              <a:gd name="connsiteX128" fmla="*/ 2321399 w 12192000"/>
              <a:gd name="connsiteY128" fmla="*/ 1989467 h 2237474"/>
              <a:gd name="connsiteX129" fmla="*/ 2315525 w 12192000"/>
              <a:gd name="connsiteY129" fmla="*/ 1989708 h 2237474"/>
              <a:gd name="connsiteX130" fmla="*/ 2300792 w 12192000"/>
              <a:gd name="connsiteY130" fmla="*/ 1994290 h 2237474"/>
              <a:gd name="connsiteX131" fmla="*/ 2295469 w 12192000"/>
              <a:gd name="connsiteY131" fmla="*/ 1996659 h 2237474"/>
              <a:gd name="connsiteX132" fmla="*/ 2287219 w 12192000"/>
              <a:gd name="connsiteY132" fmla="*/ 1998750 h 2237474"/>
              <a:gd name="connsiteX133" fmla="*/ 2286948 w 12192000"/>
              <a:gd name="connsiteY133" fmla="*/ 1998596 h 2237474"/>
              <a:gd name="connsiteX134" fmla="*/ 2243069 w 12192000"/>
              <a:gd name="connsiteY134" fmla="*/ 2015111 h 2237474"/>
              <a:gd name="connsiteX135" fmla="*/ 2186609 w 12192000"/>
              <a:gd name="connsiteY135" fmla="*/ 2008263 h 2237474"/>
              <a:gd name="connsiteX136" fmla="*/ 2164831 w 12192000"/>
              <a:gd name="connsiteY136" fmla="*/ 2010143 h 2237474"/>
              <a:gd name="connsiteX137" fmla="*/ 2152836 w 12192000"/>
              <a:gd name="connsiteY137" fmla="*/ 2010048 h 2237474"/>
              <a:gd name="connsiteX138" fmla="*/ 2117102 w 12192000"/>
              <a:gd name="connsiteY138" fmla="*/ 2023004 h 2237474"/>
              <a:gd name="connsiteX139" fmla="*/ 2111935 w 12192000"/>
              <a:gd name="connsiteY139" fmla="*/ 2023163 h 2237474"/>
              <a:gd name="connsiteX140" fmla="*/ 2089991 w 12192000"/>
              <a:gd name="connsiteY140" fmla="*/ 2034193 h 2237474"/>
              <a:gd name="connsiteX141" fmla="*/ 2058061 w 12192000"/>
              <a:gd name="connsiteY141" fmla="*/ 2047942 h 2237474"/>
              <a:gd name="connsiteX142" fmla="*/ 2055737 w 12192000"/>
              <a:gd name="connsiteY142" fmla="*/ 2047704 h 2237474"/>
              <a:gd name="connsiteX143" fmla="*/ 2042244 w 12192000"/>
              <a:gd name="connsiteY143" fmla="*/ 2055560 h 2237474"/>
              <a:gd name="connsiteX144" fmla="*/ 1976224 w 12192000"/>
              <a:gd name="connsiteY144" fmla="*/ 2074257 h 2237474"/>
              <a:gd name="connsiteX145" fmla="*/ 1877728 w 12192000"/>
              <a:gd name="connsiteY145" fmla="*/ 2101004 h 2237474"/>
              <a:gd name="connsiteX146" fmla="*/ 1759056 w 12192000"/>
              <a:gd name="connsiteY146" fmla="*/ 2125608 h 2237474"/>
              <a:gd name="connsiteX147" fmla="*/ 1637948 w 12192000"/>
              <a:gd name="connsiteY147" fmla="*/ 2172597 h 2237474"/>
              <a:gd name="connsiteX148" fmla="*/ 1434549 w 12192000"/>
              <a:gd name="connsiteY148" fmla="*/ 2234522 h 2237474"/>
              <a:gd name="connsiteX149" fmla="*/ 1398481 w 12192000"/>
              <a:gd name="connsiteY149" fmla="*/ 2237074 h 2237474"/>
              <a:gd name="connsiteX150" fmla="*/ 1398407 w 12192000"/>
              <a:gd name="connsiteY150" fmla="*/ 2237095 h 2237474"/>
              <a:gd name="connsiteX151" fmla="*/ 1370962 w 12192000"/>
              <a:gd name="connsiteY151" fmla="*/ 2237474 h 2237474"/>
              <a:gd name="connsiteX152" fmla="*/ 1356367 w 12192000"/>
              <a:gd name="connsiteY152" fmla="*/ 2235089 h 2237474"/>
              <a:gd name="connsiteX153" fmla="*/ 1324828 w 12192000"/>
              <a:gd name="connsiteY153" fmla="*/ 2231968 h 2237474"/>
              <a:gd name="connsiteX154" fmla="*/ 1297744 w 12192000"/>
              <a:gd name="connsiteY154" fmla="*/ 2235849 h 2237474"/>
              <a:gd name="connsiteX155" fmla="*/ 1286236 w 12192000"/>
              <a:gd name="connsiteY155" fmla="*/ 2233135 h 2237474"/>
              <a:gd name="connsiteX156" fmla="*/ 1283504 w 12192000"/>
              <a:gd name="connsiteY156" fmla="*/ 2233797 h 2237474"/>
              <a:gd name="connsiteX157" fmla="*/ 1279765 w 12192000"/>
              <a:gd name="connsiteY157" fmla="*/ 2229639 h 2237474"/>
              <a:gd name="connsiteX158" fmla="*/ 1195347 w 12192000"/>
              <a:gd name="connsiteY158" fmla="*/ 2212354 h 2237474"/>
              <a:gd name="connsiteX159" fmla="*/ 970251 w 12192000"/>
              <a:gd name="connsiteY159" fmla="*/ 2221029 h 2237474"/>
              <a:gd name="connsiteX160" fmla="*/ 812914 w 12192000"/>
              <a:gd name="connsiteY160" fmla="*/ 2202752 h 2237474"/>
              <a:gd name="connsiteX161" fmla="*/ 800195 w 12192000"/>
              <a:gd name="connsiteY161" fmla="*/ 2209407 h 2237474"/>
              <a:gd name="connsiteX162" fmla="*/ 784978 w 12192000"/>
              <a:gd name="connsiteY162" fmla="*/ 2212360 h 2237474"/>
              <a:gd name="connsiteX163" fmla="*/ 681987 w 12192000"/>
              <a:gd name="connsiteY163" fmla="*/ 2216757 h 2237474"/>
              <a:gd name="connsiteX164" fmla="*/ 669923 w 12192000"/>
              <a:gd name="connsiteY164" fmla="*/ 2211682 h 2237474"/>
              <a:gd name="connsiteX165" fmla="*/ 648680 w 12192000"/>
              <a:gd name="connsiteY165" fmla="*/ 2206229 h 2237474"/>
              <a:gd name="connsiteX166" fmla="*/ 597225 w 12192000"/>
              <a:gd name="connsiteY166" fmla="*/ 2180999 h 2237474"/>
              <a:gd name="connsiteX167" fmla="*/ 558449 w 12192000"/>
              <a:gd name="connsiteY167" fmla="*/ 2182346 h 2237474"/>
              <a:gd name="connsiteX168" fmla="*/ 550517 w 12192000"/>
              <a:gd name="connsiteY168" fmla="*/ 2182060 h 2237474"/>
              <a:gd name="connsiteX169" fmla="*/ 550309 w 12192000"/>
              <a:gd name="connsiteY169" fmla="*/ 2181825 h 2237474"/>
              <a:gd name="connsiteX170" fmla="*/ 541836 w 12192000"/>
              <a:gd name="connsiteY170" fmla="*/ 2181063 h 2237474"/>
              <a:gd name="connsiteX171" fmla="*/ 536057 w 12192000"/>
              <a:gd name="connsiteY171" fmla="*/ 2181537 h 2237474"/>
              <a:gd name="connsiteX172" fmla="*/ 520671 w 12192000"/>
              <a:gd name="connsiteY172" fmla="*/ 2180980 h 2237474"/>
              <a:gd name="connsiteX173" fmla="*/ 515024 w 12192000"/>
              <a:gd name="connsiteY173" fmla="*/ 2179258 h 2237474"/>
              <a:gd name="connsiteX174" fmla="*/ 512278 w 12192000"/>
              <a:gd name="connsiteY174" fmla="*/ 2176369 h 2237474"/>
              <a:gd name="connsiteX175" fmla="*/ 480419 w 12192000"/>
              <a:gd name="connsiteY175" fmla="*/ 2167807 h 2237474"/>
              <a:gd name="connsiteX176" fmla="*/ 413835 w 12192000"/>
              <a:gd name="connsiteY176" fmla="*/ 2156783 h 2237474"/>
              <a:gd name="connsiteX177" fmla="*/ 376513 w 12192000"/>
              <a:gd name="connsiteY177" fmla="*/ 2154014 h 2237474"/>
              <a:gd name="connsiteX178" fmla="*/ 273386 w 12192000"/>
              <a:gd name="connsiteY178" fmla="*/ 2142551 h 2237474"/>
              <a:gd name="connsiteX179" fmla="*/ 169207 w 12192000"/>
              <a:gd name="connsiteY179" fmla="*/ 2128100 h 2237474"/>
              <a:gd name="connsiteX180" fmla="*/ 93149 w 12192000"/>
              <a:gd name="connsiteY180" fmla="*/ 2105324 h 2237474"/>
              <a:gd name="connsiteX181" fmla="*/ 88109 w 12192000"/>
              <a:gd name="connsiteY181" fmla="*/ 2106704 h 2237474"/>
              <a:gd name="connsiteX182" fmla="*/ 80022 w 12192000"/>
              <a:gd name="connsiteY182" fmla="*/ 2107254 h 2237474"/>
              <a:gd name="connsiteX183" fmla="*/ 79717 w 12192000"/>
              <a:gd name="connsiteY183" fmla="*/ 2107046 h 2237474"/>
              <a:gd name="connsiteX184" fmla="*/ 72352 w 12192000"/>
              <a:gd name="connsiteY184" fmla="*/ 2107991 h 2237474"/>
              <a:gd name="connsiteX185" fmla="*/ 37645 w 12192000"/>
              <a:gd name="connsiteY185" fmla="*/ 2115401 h 2237474"/>
              <a:gd name="connsiteX186" fmla="*/ 4572 w 12192000"/>
              <a:gd name="connsiteY186" fmla="*/ 2111091 h 2237474"/>
              <a:gd name="connsiteX187" fmla="*/ 0 w 12192000"/>
              <a:gd name="connsiteY187" fmla="*/ 2110468 h 2237474"/>
              <a:gd name="connsiteX188" fmla="*/ 0 w 12192000"/>
              <a:gd name="connsiteY18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80071 w 12192000"/>
              <a:gd name="connsiteY110" fmla="*/ 1972988 h 2237474"/>
              <a:gd name="connsiteX111" fmla="*/ 2942858 w 12192000"/>
              <a:gd name="connsiteY111" fmla="*/ 1981367 h 2237474"/>
              <a:gd name="connsiteX112" fmla="*/ 2875436 w 12192000"/>
              <a:gd name="connsiteY112" fmla="*/ 1996977 h 2237474"/>
              <a:gd name="connsiteX113" fmla="*/ 2874892 w 12192000"/>
              <a:gd name="connsiteY113" fmla="*/ 1996085 h 2237474"/>
              <a:gd name="connsiteX114" fmla="*/ 2864145 w 12192000"/>
              <a:gd name="connsiteY114" fmla="*/ 1994061 h 2237474"/>
              <a:gd name="connsiteX115" fmla="*/ 2843662 w 12192000"/>
              <a:gd name="connsiteY115" fmla="*/ 1992498 h 2237474"/>
              <a:gd name="connsiteX116" fmla="*/ 2796128 w 12192000"/>
              <a:gd name="connsiteY116" fmla="*/ 1976403 h 2237474"/>
              <a:gd name="connsiteX117" fmla="*/ 2756784 w 12192000"/>
              <a:gd name="connsiteY117" fmla="*/ 1985116 h 2237474"/>
              <a:gd name="connsiteX118" fmla="*/ 2748833 w 12192000"/>
              <a:gd name="connsiteY118" fmla="*/ 1986323 h 2237474"/>
              <a:gd name="connsiteX119" fmla="*/ 2748661 w 12192000"/>
              <a:gd name="connsiteY119" fmla="*/ 1986122 h 2237474"/>
              <a:gd name="connsiteX120" fmla="*/ 2740251 w 12192000"/>
              <a:gd name="connsiteY120" fmla="*/ 1986946 h 2237474"/>
              <a:gd name="connsiteX121" fmla="*/ 2718916 w 12192000"/>
              <a:gd name="connsiteY121" fmla="*/ 1990867 h 2237474"/>
              <a:gd name="connsiteX122" fmla="*/ 2713522 w 12192000"/>
              <a:gd name="connsiteY122" fmla="*/ 1990173 h 2237474"/>
              <a:gd name="connsiteX123" fmla="*/ 2680597 w 12192000"/>
              <a:gd name="connsiteY123" fmla="*/ 1984996 h 2237474"/>
              <a:gd name="connsiteX124" fmla="*/ 2578178 w 12192000"/>
              <a:gd name="connsiteY124" fmla="*/ 1990531 h 2237474"/>
              <a:gd name="connsiteX125" fmla="*/ 2476147 w 12192000"/>
              <a:gd name="connsiteY125" fmla="*/ 1998305 h 2237474"/>
              <a:gd name="connsiteX126" fmla="*/ 2373568 w 12192000"/>
              <a:gd name="connsiteY126" fmla="*/ 2003219 h 2237474"/>
              <a:gd name="connsiteX127" fmla="*/ 2321399 w 12192000"/>
              <a:gd name="connsiteY127" fmla="*/ 1989467 h 2237474"/>
              <a:gd name="connsiteX128" fmla="*/ 2315525 w 12192000"/>
              <a:gd name="connsiteY128" fmla="*/ 1989708 h 2237474"/>
              <a:gd name="connsiteX129" fmla="*/ 2300792 w 12192000"/>
              <a:gd name="connsiteY129" fmla="*/ 1994290 h 2237474"/>
              <a:gd name="connsiteX130" fmla="*/ 2295469 w 12192000"/>
              <a:gd name="connsiteY130" fmla="*/ 1996659 h 2237474"/>
              <a:gd name="connsiteX131" fmla="*/ 2287219 w 12192000"/>
              <a:gd name="connsiteY131" fmla="*/ 1998750 h 2237474"/>
              <a:gd name="connsiteX132" fmla="*/ 2286948 w 12192000"/>
              <a:gd name="connsiteY132" fmla="*/ 1998596 h 2237474"/>
              <a:gd name="connsiteX133" fmla="*/ 2243069 w 12192000"/>
              <a:gd name="connsiteY133" fmla="*/ 2015111 h 2237474"/>
              <a:gd name="connsiteX134" fmla="*/ 2186609 w 12192000"/>
              <a:gd name="connsiteY134" fmla="*/ 2008263 h 2237474"/>
              <a:gd name="connsiteX135" fmla="*/ 2164831 w 12192000"/>
              <a:gd name="connsiteY135" fmla="*/ 2010143 h 2237474"/>
              <a:gd name="connsiteX136" fmla="*/ 2152836 w 12192000"/>
              <a:gd name="connsiteY136" fmla="*/ 2010048 h 2237474"/>
              <a:gd name="connsiteX137" fmla="*/ 2117102 w 12192000"/>
              <a:gd name="connsiteY137" fmla="*/ 2023004 h 2237474"/>
              <a:gd name="connsiteX138" fmla="*/ 2111935 w 12192000"/>
              <a:gd name="connsiteY138" fmla="*/ 2023163 h 2237474"/>
              <a:gd name="connsiteX139" fmla="*/ 2089991 w 12192000"/>
              <a:gd name="connsiteY139" fmla="*/ 2034193 h 2237474"/>
              <a:gd name="connsiteX140" fmla="*/ 2058061 w 12192000"/>
              <a:gd name="connsiteY140" fmla="*/ 2047942 h 2237474"/>
              <a:gd name="connsiteX141" fmla="*/ 2055737 w 12192000"/>
              <a:gd name="connsiteY141" fmla="*/ 2047704 h 2237474"/>
              <a:gd name="connsiteX142" fmla="*/ 2042244 w 12192000"/>
              <a:gd name="connsiteY142" fmla="*/ 2055560 h 2237474"/>
              <a:gd name="connsiteX143" fmla="*/ 1976224 w 12192000"/>
              <a:gd name="connsiteY143" fmla="*/ 2074257 h 2237474"/>
              <a:gd name="connsiteX144" fmla="*/ 1877728 w 12192000"/>
              <a:gd name="connsiteY144" fmla="*/ 2101004 h 2237474"/>
              <a:gd name="connsiteX145" fmla="*/ 1759056 w 12192000"/>
              <a:gd name="connsiteY145" fmla="*/ 2125608 h 2237474"/>
              <a:gd name="connsiteX146" fmla="*/ 1637948 w 12192000"/>
              <a:gd name="connsiteY146" fmla="*/ 2172597 h 2237474"/>
              <a:gd name="connsiteX147" fmla="*/ 1434549 w 12192000"/>
              <a:gd name="connsiteY147" fmla="*/ 2234522 h 2237474"/>
              <a:gd name="connsiteX148" fmla="*/ 1398481 w 12192000"/>
              <a:gd name="connsiteY148" fmla="*/ 2237074 h 2237474"/>
              <a:gd name="connsiteX149" fmla="*/ 1398407 w 12192000"/>
              <a:gd name="connsiteY149" fmla="*/ 2237095 h 2237474"/>
              <a:gd name="connsiteX150" fmla="*/ 1370962 w 12192000"/>
              <a:gd name="connsiteY150" fmla="*/ 2237474 h 2237474"/>
              <a:gd name="connsiteX151" fmla="*/ 1356367 w 12192000"/>
              <a:gd name="connsiteY151" fmla="*/ 2235089 h 2237474"/>
              <a:gd name="connsiteX152" fmla="*/ 1324828 w 12192000"/>
              <a:gd name="connsiteY152" fmla="*/ 2231968 h 2237474"/>
              <a:gd name="connsiteX153" fmla="*/ 1297744 w 12192000"/>
              <a:gd name="connsiteY153" fmla="*/ 2235849 h 2237474"/>
              <a:gd name="connsiteX154" fmla="*/ 1286236 w 12192000"/>
              <a:gd name="connsiteY154" fmla="*/ 2233135 h 2237474"/>
              <a:gd name="connsiteX155" fmla="*/ 1283504 w 12192000"/>
              <a:gd name="connsiteY155" fmla="*/ 2233797 h 2237474"/>
              <a:gd name="connsiteX156" fmla="*/ 1279765 w 12192000"/>
              <a:gd name="connsiteY156" fmla="*/ 2229639 h 2237474"/>
              <a:gd name="connsiteX157" fmla="*/ 1195347 w 12192000"/>
              <a:gd name="connsiteY157" fmla="*/ 2212354 h 2237474"/>
              <a:gd name="connsiteX158" fmla="*/ 970251 w 12192000"/>
              <a:gd name="connsiteY158" fmla="*/ 2221029 h 2237474"/>
              <a:gd name="connsiteX159" fmla="*/ 812914 w 12192000"/>
              <a:gd name="connsiteY159" fmla="*/ 2202752 h 2237474"/>
              <a:gd name="connsiteX160" fmla="*/ 800195 w 12192000"/>
              <a:gd name="connsiteY160" fmla="*/ 2209407 h 2237474"/>
              <a:gd name="connsiteX161" fmla="*/ 784978 w 12192000"/>
              <a:gd name="connsiteY161" fmla="*/ 2212360 h 2237474"/>
              <a:gd name="connsiteX162" fmla="*/ 681987 w 12192000"/>
              <a:gd name="connsiteY162" fmla="*/ 2216757 h 2237474"/>
              <a:gd name="connsiteX163" fmla="*/ 669923 w 12192000"/>
              <a:gd name="connsiteY163" fmla="*/ 2211682 h 2237474"/>
              <a:gd name="connsiteX164" fmla="*/ 648680 w 12192000"/>
              <a:gd name="connsiteY164" fmla="*/ 2206229 h 2237474"/>
              <a:gd name="connsiteX165" fmla="*/ 597225 w 12192000"/>
              <a:gd name="connsiteY165" fmla="*/ 2180999 h 2237474"/>
              <a:gd name="connsiteX166" fmla="*/ 558449 w 12192000"/>
              <a:gd name="connsiteY166" fmla="*/ 2182346 h 2237474"/>
              <a:gd name="connsiteX167" fmla="*/ 550517 w 12192000"/>
              <a:gd name="connsiteY167" fmla="*/ 2182060 h 2237474"/>
              <a:gd name="connsiteX168" fmla="*/ 550309 w 12192000"/>
              <a:gd name="connsiteY168" fmla="*/ 2181825 h 2237474"/>
              <a:gd name="connsiteX169" fmla="*/ 541836 w 12192000"/>
              <a:gd name="connsiteY169" fmla="*/ 2181063 h 2237474"/>
              <a:gd name="connsiteX170" fmla="*/ 536057 w 12192000"/>
              <a:gd name="connsiteY170" fmla="*/ 2181537 h 2237474"/>
              <a:gd name="connsiteX171" fmla="*/ 520671 w 12192000"/>
              <a:gd name="connsiteY171" fmla="*/ 2180980 h 2237474"/>
              <a:gd name="connsiteX172" fmla="*/ 515024 w 12192000"/>
              <a:gd name="connsiteY172" fmla="*/ 2179258 h 2237474"/>
              <a:gd name="connsiteX173" fmla="*/ 512278 w 12192000"/>
              <a:gd name="connsiteY173" fmla="*/ 2176369 h 2237474"/>
              <a:gd name="connsiteX174" fmla="*/ 480419 w 12192000"/>
              <a:gd name="connsiteY174" fmla="*/ 2167807 h 2237474"/>
              <a:gd name="connsiteX175" fmla="*/ 413835 w 12192000"/>
              <a:gd name="connsiteY175" fmla="*/ 2156783 h 2237474"/>
              <a:gd name="connsiteX176" fmla="*/ 376513 w 12192000"/>
              <a:gd name="connsiteY176" fmla="*/ 2154014 h 2237474"/>
              <a:gd name="connsiteX177" fmla="*/ 273386 w 12192000"/>
              <a:gd name="connsiteY177" fmla="*/ 2142551 h 2237474"/>
              <a:gd name="connsiteX178" fmla="*/ 169207 w 12192000"/>
              <a:gd name="connsiteY178" fmla="*/ 2128100 h 2237474"/>
              <a:gd name="connsiteX179" fmla="*/ 93149 w 12192000"/>
              <a:gd name="connsiteY179" fmla="*/ 2105324 h 2237474"/>
              <a:gd name="connsiteX180" fmla="*/ 88109 w 12192000"/>
              <a:gd name="connsiteY180" fmla="*/ 2106704 h 2237474"/>
              <a:gd name="connsiteX181" fmla="*/ 80022 w 12192000"/>
              <a:gd name="connsiteY181" fmla="*/ 2107254 h 2237474"/>
              <a:gd name="connsiteX182" fmla="*/ 79717 w 12192000"/>
              <a:gd name="connsiteY182" fmla="*/ 2107046 h 2237474"/>
              <a:gd name="connsiteX183" fmla="*/ 72352 w 12192000"/>
              <a:gd name="connsiteY183" fmla="*/ 2107991 h 2237474"/>
              <a:gd name="connsiteX184" fmla="*/ 37645 w 12192000"/>
              <a:gd name="connsiteY184" fmla="*/ 2115401 h 2237474"/>
              <a:gd name="connsiteX185" fmla="*/ 4572 w 12192000"/>
              <a:gd name="connsiteY185" fmla="*/ 2111091 h 2237474"/>
              <a:gd name="connsiteX186" fmla="*/ 0 w 12192000"/>
              <a:gd name="connsiteY186" fmla="*/ 2110468 h 2237474"/>
              <a:gd name="connsiteX187" fmla="*/ 0 w 12192000"/>
              <a:gd name="connsiteY18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64145 w 12192000"/>
              <a:gd name="connsiteY113" fmla="*/ 1994061 h 2237474"/>
              <a:gd name="connsiteX114" fmla="*/ 2843662 w 12192000"/>
              <a:gd name="connsiteY114" fmla="*/ 1992498 h 2237474"/>
              <a:gd name="connsiteX115" fmla="*/ 2796128 w 12192000"/>
              <a:gd name="connsiteY115" fmla="*/ 1976403 h 2237474"/>
              <a:gd name="connsiteX116" fmla="*/ 2756784 w 12192000"/>
              <a:gd name="connsiteY116" fmla="*/ 1985116 h 2237474"/>
              <a:gd name="connsiteX117" fmla="*/ 2748833 w 12192000"/>
              <a:gd name="connsiteY117" fmla="*/ 1986323 h 2237474"/>
              <a:gd name="connsiteX118" fmla="*/ 2748661 w 12192000"/>
              <a:gd name="connsiteY118" fmla="*/ 1986122 h 2237474"/>
              <a:gd name="connsiteX119" fmla="*/ 2740251 w 12192000"/>
              <a:gd name="connsiteY119" fmla="*/ 1986946 h 2237474"/>
              <a:gd name="connsiteX120" fmla="*/ 2718916 w 12192000"/>
              <a:gd name="connsiteY120" fmla="*/ 1990867 h 2237474"/>
              <a:gd name="connsiteX121" fmla="*/ 2713522 w 12192000"/>
              <a:gd name="connsiteY121" fmla="*/ 1990173 h 2237474"/>
              <a:gd name="connsiteX122" fmla="*/ 2680597 w 12192000"/>
              <a:gd name="connsiteY122" fmla="*/ 1984996 h 2237474"/>
              <a:gd name="connsiteX123" fmla="*/ 2578178 w 12192000"/>
              <a:gd name="connsiteY123" fmla="*/ 1990531 h 2237474"/>
              <a:gd name="connsiteX124" fmla="*/ 2476147 w 12192000"/>
              <a:gd name="connsiteY124" fmla="*/ 1998305 h 2237474"/>
              <a:gd name="connsiteX125" fmla="*/ 2373568 w 12192000"/>
              <a:gd name="connsiteY125" fmla="*/ 2003219 h 2237474"/>
              <a:gd name="connsiteX126" fmla="*/ 2321399 w 12192000"/>
              <a:gd name="connsiteY126" fmla="*/ 1989467 h 2237474"/>
              <a:gd name="connsiteX127" fmla="*/ 2315525 w 12192000"/>
              <a:gd name="connsiteY127" fmla="*/ 1989708 h 2237474"/>
              <a:gd name="connsiteX128" fmla="*/ 2300792 w 12192000"/>
              <a:gd name="connsiteY128" fmla="*/ 1994290 h 2237474"/>
              <a:gd name="connsiteX129" fmla="*/ 2295469 w 12192000"/>
              <a:gd name="connsiteY129" fmla="*/ 1996659 h 2237474"/>
              <a:gd name="connsiteX130" fmla="*/ 2287219 w 12192000"/>
              <a:gd name="connsiteY130" fmla="*/ 1998750 h 2237474"/>
              <a:gd name="connsiteX131" fmla="*/ 2286948 w 12192000"/>
              <a:gd name="connsiteY131" fmla="*/ 1998596 h 2237474"/>
              <a:gd name="connsiteX132" fmla="*/ 2243069 w 12192000"/>
              <a:gd name="connsiteY132" fmla="*/ 2015111 h 2237474"/>
              <a:gd name="connsiteX133" fmla="*/ 2186609 w 12192000"/>
              <a:gd name="connsiteY133" fmla="*/ 2008263 h 2237474"/>
              <a:gd name="connsiteX134" fmla="*/ 2164831 w 12192000"/>
              <a:gd name="connsiteY134" fmla="*/ 2010143 h 2237474"/>
              <a:gd name="connsiteX135" fmla="*/ 2152836 w 12192000"/>
              <a:gd name="connsiteY135" fmla="*/ 2010048 h 2237474"/>
              <a:gd name="connsiteX136" fmla="*/ 2117102 w 12192000"/>
              <a:gd name="connsiteY136" fmla="*/ 2023004 h 2237474"/>
              <a:gd name="connsiteX137" fmla="*/ 2111935 w 12192000"/>
              <a:gd name="connsiteY137" fmla="*/ 2023163 h 2237474"/>
              <a:gd name="connsiteX138" fmla="*/ 2089991 w 12192000"/>
              <a:gd name="connsiteY138" fmla="*/ 2034193 h 2237474"/>
              <a:gd name="connsiteX139" fmla="*/ 2058061 w 12192000"/>
              <a:gd name="connsiteY139" fmla="*/ 2047942 h 2237474"/>
              <a:gd name="connsiteX140" fmla="*/ 2055737 w 12192000"/>
              <a:gd name="connsiteY140" fmla="*/ 2047704 h 2237474"/>
              <a:gd name="connsiteX141" fmla="*/ 2042244 w 12192000"/>
              <a:gd name="connsiteY141" fmla="*/ 2055560 h 2237474"/>
              <a:gd name="connsiteX142" fmla="*/ 1976224 w 12192000"/>
              <a:gd name="connsiteY142" fmla="*/ 2074257 h 2237474"/>
              <a:gd name="connsiteX143" fmla="*/ 1877728 w 12192000"/>
              <a:gd name="connsiteY143" fmla="*/ 2101004 h 2237474"/>
              <a:gd name="connsiteX144" fmla="*/ 1759056 w 12192000"/>
              <a:gd name="connsiteY144" fmla="*/ 2125608 h 2237474"/>
              <a:gd name="connsiteX145" fmla="*/ 1637948 w 12192000"/>
              <a:gd name="connsiteY145" fmla="*/ 2172597 h 2237474"/>
              <a:gd name="connsiteX146" fmla="*/ 1434549 w 12192000"/>
              <a:gd name="connsiteY146" fmla="*/ 2234522 h 2237474"/>
              <a:gd name="connsiteX147" fmla="*/ 1398481 w 12192000"/>
              <a:gd name="connsiteY147" fmla="*/ 2237074 h 2237474"/>
              <a:gd name="connsiteX148" fmla="*/ 1398407 w 12192000"/>
              <a:gd name="connsiteY148" fmla="*/ 2237095 h 2237474"/>
              <a:gd name="connsiteX149" fmla="*/ 1370962 w 12192000"/>
              <a:gd name="connsiteY149" fmla="*/ 2237474 h 2237474"/>
              <a:gd name="connsiteX150" fmla="*/ 1356367 w 12192000"/>
              <a:gd name="connsiteY150" fmla="*/ 2235089 h 2237474"/>
              <a:gd name="connsiteX151" fmla="*/ 1324828 w 12192000"/>
              <a:gd name="connsiteY151" fmla="*/ 2231968 h 2237474"/>
              <a:gd name="connsiteX152" fmla="*/ 1297744 w 12192000"/>
              <a:gd name="connsiteY152" fmla="*/ 2235849 h 2237474"/>
              <a:gd name="connsiteX153" fmla="*/ 1286236 w 12192000"/>
              <a:gd name="connsiteY153" fmla="*/ 2233135 h 2237474"/>
              <a:gd name="connsiteX154" fmla="*/ 1283504 w 12192000"/>
              <a:gd name="connsiteY154" fmla="*/ 2233797 h 2237474"/>
              <a:gd name="connsiteX155" fmla="*/ 1279765 w 12192000"/>
              <a:gd name="connsiteY155" fmla="*/ 2229639 h 2237474"/>
              <a:gd name="connsiteX156" fmla="*/ 1195347 w 12192000"/>
              <a:gd name="connsiteY156" fmla="*/ 2212354 h 2237474"/>
              <a:gd name="connsiteX157" fmla="*/ 970251 w 12192000"/>
              <a:gd name="connsiteY157" fmla="*/ 2221029 h 2237474"/>
              <a:gd name="connsiteX158" fmla="*/ 812914 w 12192000"/>
              <a:gd name="connsiteY158" fmla="*/ 2202752 h 2237474"/>
              <a:gd name="connsiteX159" fmla="*/ 800195 w 12192000"/>
              <a:gd name="connsiteY159" fmla="*/ 2209407 h 2237474"/>
              <a:gd name="connsiteX160" fmla="*/ 784978 w 12192000"/>
              <a:gd name="connsiteY160" fmla="*/ 2212360 h 2237474"/>
              <a:gd name="connsiteX161" fmla="*/ 681987 w 12192000"/>
              <a:gd name="connsiteY161" fmla="*/ 2216757 h 2237474"/>
              <a:gd name="connsiteX162" fmla="*/ 669923 w 12192000"/>
              <a:gd name="connsiteY162" fmla="*/ 2211682 h 2237474"/>
              <a:gd name="connsiteX163" fmla="*/ 648680 w 12192000"/>
              <a:gd name="connsiteY163" fmla="*/ 2206229 h 2237474"/>
              <a:gd name="connsiteX164" fmla="*/ 597225 w 12192000"/>
              <a:gd name="connsiteY164" fmla="*/ 2180999 h 2237474"/>
              <a:gd name="connsiteX165" fmla="*/ 558449 w 12192000"/>
              <a:gd name="connsiteY165" fmla="*/ 2182346 h 2237474"/>
              <a:gd name="connsiteX166" fmla="*/ 550517 w 12192000"/>
              <a:gd name="connsiteY166" fmla="*/ 2182060 h 2237474"/>
              <a:gd name="connsiteX167" fmla="*/ 550309 w 12192000"/>
              <a:gd name="connsiteY167" fmla="*/ 2181825 h 2237474"/>
              <a:gd name="connsiteX168" fmla="*/ 541836 w 12192000"/>
              <a:gd name="connsiteY168" fmla="*/ 2181063 h 2237474"/>
              <a:gd name="connsiteX169" fmla="*/ 536057 w 12192000"/>
              <a:gd name="connsiteY169" fmla="*/ 2181537 h 2237474"/>
              <a:gd name="connsiteX170" fmla="*/ 520671 w 12192000"/>
              <a:gd name="connsiteY170" fmla="*/ 2180980 h 2237474"/>
              <a:gd name="connsiteX171" fmla="*/ 515024 w 12192000"/>
              <a:gd name="connsiteY171" fmla="*/ 2179258 h 2237474"/>
              <a:gd name="connsiteX172" fmla="*/ 512278 w 12192000"/>
              <a:gd name="connsiteY172" fmla="*/ 2176369 h 2237474"/>
              <a:gd name="connsiteX173" fmla="*/ 480419 w 12192000"/>
              <a:gd name="connsiteY173" fmla="*/ 2167807 h 2237474"/>
              <a:gd name="connsiteX174" fmla="*/ 413835 w 12192000"/>
              <a:gd name="connsiteY174" fmla="*/ 2156783 h 2237474"/>
              <a:gd name="connsiteX175" fmla="*/ 376513 w 12192000"/>
              <a:gd name="connsiteY175" fmla="*/ 2154014 h 2237474"/>
              <a:gd name="connsiteX176" fmla="*/ 273386 w 12192000"/>
              <a:gd name="connsiteY176" fmla="*/ 2142551 h 2237474"/>
              <a:gd name="connsiteX177" fmla="*/ 169207 w 12192000"/>
              <a:gd name="connsiteY177" fmla="*/ 2128100 h 2237474"/>
              <a:gd name="connsiteX178" fmla="*/ 93149 w 12192000"/>
              <a:gd name="connsiteY178" fmla="*/ 2105324 h 2237474"/>
              <a:gd name="connsiteX179" fmla="*/ 88109 w 12192000"/>
              <a:gd name="connsiteY179" fmla="*/ 2106704 h 2237474"/>
              <a:gd name="connsiteX180" fmla="*/ 80022 w 12192000"/>
              <a:gd name="connsiteY180" fmla="*/ 2107254 h 2237474"/>
              <a:gd name="connsiteX181" fmla="*/ 79717 w 12192000"/>
              <a:gd name="connsiteY181" fmla="*/ 2107046 h 2237474"/>
              <a:gd name="connsiteX182" fmla="*/ 72352 w 12192000"/>
              <a:gd name="connsiteY182" fmla="*/ 2107991 h 2237474"/>
              <a:gd name="connsiteX183" fmla="*/ 37645 w 12192000"/>
              <a:gd name="connsiteY183" fmla="*/ 2115401 h 2237474"/>
              <a:gd name="connsiteX184" fmla="*/ 4572 w 12192000"/>
              <a:gd name="connsiteY184" fmla="*/ 2111091 h 2237474"/>
              <a:gd name="connsiteX185" fmla="*/ 0 w 12192000"/>
              <a:gd name="connsiteY185" fmla="*/ 2110468 h 2237474"/>
              <a:gd name="connsiteX186" fmla="*/ 0 w 12192000"/>
              <a:gd name="connsiteY18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64145 w 12192000"/>
              <a:gd name="connsiteY113" fmla="*/ 1994061 h 2237474"/>
              <a:gd name="connsiteX114" fmla="*/ 2843662 w 12192000"/>
              <a:gd name="connsiteY114" fmla="*/ 1992498 h 2237474"/>
              <a:gd name="connsiteX115" fmla="*/ 2796128 w 12192000"/>
              <a:gd name="connsiteY115" fmla="*/ 1976403 h 2237474"/>
              <a:gd name="connsiteX116" fmla="*/ 2756784 w 12192000"/>
              <a:gd name="connsiteY116" fmla="*/ 1985116 h 2237474"/>
              <a:gd name="connsiteX117" fmla="*/ 2748833 w 12192000"/>
              <a:gd name="connsiteY117" fmla="*/ 1986323 h 2237474"/>
              <a:gd name="connsiteX118" fmla="*/ 2748661 w 12192000"/>
              <a:gd name="connsiteY118" fmla="*/ 1986122 h 2237474"/>
              <a:gd name="connsiteX119" fmla="*/ 2718916 w 12192000"/>
              <a:gd name="connsiteY119" fmla="*/ 1990867 h 2237474"/>
              <a:gd name="connsiteX120" fmla="*/ 2713522 w 12192000"/>
              <a:gd name="connsiteY120" fmla="*/ 1990173 h 2237474"/>
              <a:gd name="connsiteX121" fmla="*/ 2680597 w 12192000"/>
              <a:gd name="connsiteY121" fmla="*/ 1984996 h 2237474"/>
              <a:gd name="connsiteX122" fmla="*/ 2578178 w 12192000"/>
              <a:gd name="connsiteY122" fmla="*/ 1990531 h 2237474"/>
              <a:gd name="connsiteX123" fmla="*/ 2476147 w 12192000"/>
              <a:gd name="connsiteY123" fmla="*/ 1998305 h 2237474"/>
              <a:gd name="connsiteX124" fmla="*/ 2373568 w 12192000"/>
              <a:gd name="connsiteY124" fmla="*/ 2003219 h 2237474"/>
              <a:gd name="connsiteX125" fmla="*/ 2321399 w 12192000"/>
              <a:gd name="connsiteY125" fmla="*/ 1989467 h 2237474"/>
              <a:gd name="connsiteX126" fmla="*/ 2315525 w 12192000"/>
              <a:gd name="connsiteY126" fmla="*/ 1989708 h 2237474"/>
              <a:gd name="connsiteX127" fmla="*/ 2300792 w 12192000"/>
              <a:gd name="connsiteY127" fmla="*/ 1994290 h 2237474"/>
              <a:gd name="connsiteX128" fmla="*/ 2295469 w 12192000"/>
              <a:gd name="connsiteY128" fmla="*/ 1996659 h 2237474"/>
              <a:gd name="connsiteX129" fmla="*/ 2287219 w 12192000"/>
              <a:gd name="connsiteY129" fmla="*/ 1998750 h 2237474"/>
              <a:gd name="connsiteX130" fmla="*/ 2286948 w 12192000"/>
              <a:gd name="connsiteY130" fmla="*/ 1998596 h 2237474"/>
              <a:gd name="connsiteX131" fmla="*/ 2243069 w 12192000"/>
              <a:gd name="connsiteY131" fmla="*/ 2015111 h 2237474"/>
              <a:gd name="connsiteX132" fmla="*/ 2186609 w 12192000"/>
              <a:gd name="connsiteY132" fmla="*/ 2008263 h 2237474"/>
              <a:gd name="connsiteX133" fmla="*/ 2164831 w 12192000"/>
              <a:gd name="connsiteY133" fmla="*/ 2010143 h 2237474"/>
              <a:gd name="connsiteX134" fmla="*/ 2152836 w 12192000"/>
              <a:gd name="connsiteY134" fmla="*/ 2010048 h 2237474"/>
              <a:gd name="connsiteX135" fmla="*/ 2117102 w 12192000"/>
              <a:gd name="connsiteY135" fmla="*/ 2023004 h 2237474"/>
              <a:gd name="connsiteX136" fmla="*/ 2111935 w 12192000"/>
              <a:gd name="connsiteY136" fmla="*/ 2023163 h 2237474"/>
              <a:gd name="connsiteX137" fmla="*/ 2089991 w 12192000"/>
              <a:gd name="connsiteY137" fmla="*/ 2034193 h 2237474"/>
              <a:gd name="connsiteX138" fmla="*/ 2058061 w 12192000"/>
              <a:gd name="connsiteY138" fmla="*/ 2047942 h 2237474"/>
              <a:gd name="connsiteX139" fmla="*/ 2055737 w 12192000"/>
              <a:gd name="connsiteY139" fmla="*/ 2047704 h 2237474"/>
              <a:gd name="connsiteX140" fmla="*/ 2042244 w 12192000"/>
              <a:gd name="connsiteY140" fmla="*/ 2055560 h 2237474"/>
              <a:gd name="connsiteX141" fmla="*/ 1976224 w 12192000"/>
              <a:gd name="connsiteY141" fmla="*/ 2074257 h 2237474"/>
              <a:gd name="connsiteX142" fmla="*/ 1877728 w 12192000"/>
              <a:gd name="connsiteY142" fmla="*/ 2101004 h 2237474"/>
              <a:gd name="connsiteX143" fmla="*/ 1759056 w 12192000"/>
              <a:gd name="connsiteY143" fmla="*/ 2125608 h 2237474"/>
              <a:gd name="connsiteX144" fmla="*/ 1637948 w 12192000"/>
              <a:gd name="connsiteY144" fmla="*/ 2172597 h 2237474"/>
              <a:gd name="connsiteX145" fmla="*/ 1434549 w 12192000"/>
              <a:gd name="connsiteY145" fmla="*/ 2234522 h 2237474"/>
              <a:gd name="connsiteX146" fmla="*/ 1398481 w 12192000"/>
              <a:gd name="connsiteY146" fmla="*/ 2237074 h 2237474"/>
              <a:gd name="connsiteX147" fmla="*/ 1398407 w 12192000"/>
              <a:gd name="connsiteY147" fmla="*/ 2237095 h 2237474"/>
              <a:gd name="connsiteX148" fmla="*/ 1370962 w 12192000"/>
              <a:gd name="connsiteY148" fmla="*/ 2237474 h 2237474"/>
              <a:gd name="connsiteX149" fmla="*/ 1356367 w 12192000"/>
              <a:gd name="connsiteY149" fmla="*/ 2235089 h 2237474"/>
              <a:gd name="connsiteX150" fmla="*/ 1324828 w 12192000"/>
              <a:gd name="connsiteY150" fmla="*/ 2231968 h 2237474"/>
              <a:gd name="connsiteX151" fmla="*/ 1297744 w 12192000"/>
              <a:gd name="connsiteY151" fmla="*/ 2235849 h 2237474"/>
              <a:gd name="connsiteX152" fmla="*/ 1286236 w 12192000"/>
              <a:gd name="connsiteY152" fmla="*/ 2233135 h 2237474"/>
              <a:gd name="connsiteX153" fmla="*/ 1283504 w 12192000"/>
              <a:gd name="connsiteY153" fmla="*/ 2233797 h 2237474"/>
              <a:gd name="connsiteX154" fmla="*/ 1279765 w 12192000"/>
              <a:gd name="connsiteY154" fmla="*/ 2229639 h 2237474"/>
              <a:gd name="connsiteX155" fmla="*/ 1195347 w 12192000"/>
              <a:gd name="connsiteY155" fmla="*/ 2212354 h 2237474"/>
              <a:gd name="connsiteX156" fmla="*/ 970251 w 12192000"/>
              <a:gd name="connsiteY156" fmla="*/ 2221029 h 2237474"/>
              <a:gd name="connsiteX157" fmla="*/ 812914 w 12192000"/>
              <a:gd name="connsiteY157" fmla="*/ 2202752 h 2237474"/>
              <a:gd name="connsiteX158" fmla="*/ 800195 w 12192000"/>
              <a:gd name="connsiteY158" fmla="*/ 2209407 h 2237474"/>
              <a:gd name="connsiteX159" fmla="*/ 784978 w 12192000"/>
              <a:gd name="connsiteY159" fmla="*/ 2212360 h 2237474"/>
              <a:gd name="connsiteX160" fmla="*/ 681987 w 12192000"/>
              <a:gd name="connsiteY160" fmla="*/ 2216757 h 2237474"/>
              <a:gd name="connsiteX161" fmla="*/ 669923 w 12192000"/>
              <a:gd name="connsiteY161" fmla="*/ 2211682 h 2237474"/>
              <a:gd name="connsiteX162" fmla="*/ 648680 w 12192000"/>
              <a:gd name="connsiteY162" fmla="*/ 2206229 h 2237474"/>
              <a:gd name="connsiteX163" fmla="*/ 597225 w 12192000"/>
              <a:gd name="connsiteY163" fmla="*/ 2180999 h 2237474"/>
              <a:gd name="connsiteX164" fmla="*/ 558449 w 12192000"/>
              <a:gd name="connsiteY164" fmla="*/ 2182346 h 2237474"/>
              <a:gd name="connsiteX165" fmla="*/ 550517 w 12192000"/>
              <a:gd name="connsiteY165" fmla="*/ 2182060 h 2237474"/>
              <a:gd name="connsiteX166" fmla="*/ 550309 w 12192000"/>
              <a:gd name="connsiteY166" fmla="*/ 2181825 h 2237474"/>
              <a:gd name="connsiteX167" fmla="*/ 541836 w 12192000"/>
              <a:gd name="connsiteY167" fmla="*/ 2181063 h 2237474"/>
              <a:gd name="connsiteX168" fmla="*/ 536057 w 12192000"/>
              <a:gd name="connsiteY168" fmla="*/ 2181537 h 2237474"/>
              <a:gd name="connsiteX169" fmla="*/ 520671 w 12192000"/>
              <a:gd name="connsiteY169" fmla="*/ 2180980 h 2237474"/>
              <a:gd name="connsiteX170" fmla="*/ 515024 w 12192000"/>
              <a:gd name="connsiteY170" fmla="*/ 2179258 h 2237474"/>
              <a:gd name="connsiteX171" fmla="*/ 512278 w 12192000"/>
              <a:gd name="connsiteY171" fmla="*/ 2176369 h 2237474"/>
              <a:gd name="connsiteX172" fmla="*/ 480419 w 12192000"/>
              <a:gd name="connsiteY172" fmla="*/ 2167807 h 2237474"/>
              <a:gd name="connsiteX173" fmla="*/ 413835 w 12192000"/>
              <a:gd name="connsiteY173" fmla="*/ 2156783 h 2237474"/>
              <a:gd name="connsiteX174" fmla="*/ 376513 w 12192000"/>
              <a:gd name="connsiteY174" fmla="*/ 2154014 h 2237474"/>
              <a:gd name="connsiteX175" fmla="*/ 273386 w 12192000"/>
              <a:gd name="connsiteY175" fmla="*/ 2142551 h 2237474"/>
              <a:gd name="connsiteX176" fmla="*/ 169207 w 12192000"/>
              <a:gd name="connsiteY176" fmla="*/ 2128100 h 2237474"/>
              <a:gd name="connsiteX177" fmla="*/ 93149 w 12192000"/>
              <a:gd name="connsiteY177" fmla="*/ 2105324 h 2237474"/>
              <a:gd name="connsiteX178" fmla="*/ 88109 w 12192000"/>
              <a:gd name="connsiteY178" fmla="*/ 2106704 h 2237474"/>
              <a:gd name="connsiteX179" fmla="*/ 80022 w 12192000"/>
              <a:gd name="connsiteY179" fmla="*/ 2107254 h 2237474"/>
              <a:gd name="connsiteX180" fmla="*/ 79717 w 12192000"/>
              <a:gd name="connsiteY180" fmla="*/ 2107046 h 2237474"/>
              <a:gd name="connsiteX181" fmla="*/ 72352 w 12192000"/>
              <a:gd name="connsiteY181" fmla="*/ 2107991 h 2237474"/>
              <a:gd name="connsiteX182" fmla="*/ 37645 w 12192000"/>
              <a:gd name="connsiteY182" fmla="*/ 2115401 h 2237474"/>
              <a:gd name="connsiteX183" fmla="*/ 4572 w 12192000"/>
              <a:gd name="connsiteY183" fmla="*/ 2111091 h 2237474"/>
              <a:gd name="connsiteX184" fmla="*/ 0 w 12192000"/>
              <a:gd name="connsiteY184" fmla="*/ 2110468 h 2237474"/>
              <a:gd name="connsiteX185" fmla="*/ 0 w 12192000"/>
              <a:gd name="connsiteY18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95469 w 12192000"/>
              <a:gd name="connsiteY127" fmla="*/ 1996659 h 2237474"/>
              <a:gd name="connsiteX128" fmla="*/ 2287219 w 12192000"/>
              <a:gd name="connsiteY128" fmla="*/ 1998750 h 2237474"/>
              <a:gd name="connsiteX129" fmla="*/ 2286948 w 12192000"/>
              <a:gd name="connsiteY129" fmla="*/ 1998596 h 2237474"/>
              <a:gd name="connsiteX130" fmla="*/ 2243069 w 12192000"/>
              <a:gd name="connsiteY130" fmla="*/ 2015111 h 2237474"/>
              <a:gd name="connsiteX131" fmla="*/ 2186609 w 12192000"/>
              <a:gd name="connsiteY131" fmla="*/ 2008263 h 2237474"/>
              <a:gd name="connsiteX132" fmla="*/ 2164831 w 12192000"/>
              <a:gd name="connsiteY132" fmla="*/ 2010143 h 2237474"/>
              <a:gd name="connsiteX133" fmla="*/ 2152836 w 12192000"/>
              <a:gd name="connsiteY133" fmla="*/ 2010048 h 2237474"/>
              <a:gd name="connsiteX134" fmla="*/ 2117102 w 12192000"/>
              <a:gd name="connsiteY134" fmla="*/ 2023004 h 2237474"/>
              <a:gd name="connsiteX135" fmla="*/ 2111935 w 12192000"/>
              <a:gd name="connsiteY135" fmla="*/ 2023163 h 2237474"/>
              <a:gd name="connsiteX136" fmla="*/ 2089991 w 12192000"/>
              <a:gd name="connsiteY136" fmla="*/ 2034193 h 2237474"/>
              <a:gd name="connsiteX137" fmla="*/ 2058061 w 12192000"/>
              <a:gd name="connsiteY137" fmla="*/ 2047942 h 2237474"/>
              <a:gd name="connsiteX138" fmla="*/ 2055737 w 12192000"/>
              <a:gd name="connsiteY138" fmla="*/ 2047704 h 2237474"/>
              <a:gd name="connsiteX139" fmla="*/ 2042244 w 12192000"/>
              <a:gd name="connsiteY139" fmla="*/ 2055560 h 2237474"/>
              <a:gd name="connsiteX140" fmla="*/ 1976224 w 12192000"/>
              <a:gd name="connsiteY140" fmla="*/ 2074257 h 2237474"/>
              <a:gd name="connsiteX141" fmla="*/ 1877728 w 12192000"/>
              <a:gd name="connsiteY141" fmla="*/ 2101004 h 2237474"/>
              <a:gd name="connsiteX142" fmla="*/ 1759056 w 12192000"/>
              <a:gd name="connsiteY142" fmla="*/ 2125608 h 2237474"/>
              <a:gd name="connsiteX143" fmla="*/ 1637948 w 12192000"/>
              <a:gd name="connsiteY143" fmla="*/ 2172597 h 2237474"/>
              <a:gd name="connsiteX144" fmla="*/ 1434549 w 12192000"/>
              <a:gd name="connsiteY144" fmla="*/ 2234522 h 2237474"/>
              <a:gd name="connsiteX145" fmla="*/ 1398481 w 12192000"/>
              <a:gd name="connsiteY145" fmla="*/ 2237074 h 2237474"/>
              <a:gd name="connsiteX146" fmla="*/ 1398407 w 12192000"/>
              <a:gd name="connsiteY146" fmla="*/ 2237095 h 2237474"/>
              <a:gd name="connsiteX147" fmla="*/ 1370962 w 12192000"/>
              <a:gd name="connsiteY147" fmla="*/ 2237474 h 2237474"/>
              <a:gd name="connsiteX148" fmla="*/ 1356367 w 12192000"/>
              <a:gd name="connsiteY148" fmla="*/ 2235089 h 2237474"/>
              <a:gd name="connsiteX149" fmla="*/ 1324828 w 12192000"/>
              <a:gd name="connsiteY149" fmla="*/ 2231968 h 2237474"/>
              <a:gd name="connsiteX150" fmla="*/ 1297744 w 12192000"/>
              <a:gd name="connsiteY150" fmla="*/ 2235849 h 2237474"/>
              <a:gd name="connsiteX151" fmla="*/ 1286236 w 12192000"/>
              <a:gd name="connsiteY151" fmla="*/ 2233135 h 2237474"/>
              <a:gd name="connsiteX152" fmla="*/ 1283504 w 12192000"/>
              <a:gd name="connsiteY152" fmla="*/ 2233797 h 2237474"/>
              <a:gd name="connsiteX153" fmla="*/ 1279765 w 12192000"/>
              <a:gd name="connsiteY153" fmla="*/ 2229639 h 2237474"/>
              <a:gd name="connsiteX154" fmla="*/ 1195347 w 12192000"/>
              <a:gd name="connsiteY154" fmla="*/ 2212354 h 2237474"/>
              <a:gd name="connsiteX155" fmla="*/ 970251 w 12192000"/>
              <a:gd name="connsiteY155" fmla="*/ 2221029 h 2237474"/>
              <a:gd name="connsiteX156" fmla="*/ 812914 w 12192000"/>
              <a:gd name="connsiteY156" fmla="*/ 2202752 h 2237474"/>
              <a:gd name="connsiteX157" fmla="*/ 800195 w 12192000"/>
              <a:gd name="connsiteY157" fmla="*/ 2209407 h 2237474"/>
              <a:gd name="connsiteX158" fmla="*/ 784978 w 12192000"/>
              <a:gd name="connsiteY158" fmla="*/ 2212360 h 2237474"/>
              <a:gd name="connsiteX159" fmla="*/ 681987 w 12192000"/>
              <a:gd name="connsiteY159" fmla="*/ 2216757 h 2237474"/>
              <a:gd name="connsiteX160" fmla="*/ 669923 w 12192000"/>
              <a:gd name="connsiteY160" fmla="*/ 2211682 h 2237474"/>
              <a:gd name="connsiteX161" fmla="*/ 648680 w 12192000"/>
              <a:gd name="connsiteY161" fmla="*/ 2206229 h 2237474"/>
              <a:gd name="connsiteX162" fmla="*/ 597225 w 12192000"/>
              <a:gd name="connsiteY162" fmla="*/ 2180999 h 2237474"/>
              <a:gd name="connsiteX163" fmla="*/ 558449 w 12192000"/>
              <a:gd name="connsiteY163" fmla="*/ 2182346 h 2237474"/>
              <a:gd name="connsiteX164" fmla="*/ 550517 w 12192000"/>
              <a:gd name="connsiteY164" fmla="*/ 2182060 h 2237474"/>
              <a:gd name="connsiteX165" fmla="*/ 550309 w 12192000"/>
              <a:gd name="connsiteY165" fmla="*/ 2181825 h 2237474"/>
              <a:gd name="connsiteX166" fmla="*/ 541836 w 12192000"/>
              <a:gd name="connsiteY166" fmla="*/ 2181063 h 2237474"/>
              <a:gd name="connsiteX167" fmla="*/ 536057 w 12192000"/>
              <a:gd name="connsiteY167" fmla="*/ 2181537 h 2237474"/>
              <a:gd name="connsiteX168" fmla="*/ 520671 w 12192000"/>
              <a:gd name="connsiteY168" fmla="*/ 2180980 h 2237474"/>
              <a:gd name="connsiteX169" fmla="*/ 515024 w 12192000"/>
              <a:gd name="connsiteY169" fmla="*/ 2179258 h 2237474"/>
              <a:gd name="connsiteX170" fmla="*/ 512278 w 12192000"/>
              <a:gd name="connsiteY170" fmla="*/ 2176369 h 2237474"/>
              <a:gd name="connsiteX171" fmla="*/ 480419 w 12192000"/>
              <a:gd name="connsiteY171" fmla="*/ 2167807 h 2237474"/>
              <a:gd name="connsiteX172" fmla="*/ 413835 w 12192000"/>
              <a:gd name="connsiteY172" fmla="*/ 2156783 h 2237474"/>
              <a:gd name="connsiteX173" fmla="*/ 376513 w 12192000"/>
              <a:gd name="connsiteY173" fmla="*/ 2154014 h 2237474"/>
              <a:gd name="connsiteX174" fmla="*/ 273386 w 12192000"/>
              <a:gd name="connsiteY174" fmla="*/ 2142551 h 2237474"/>
              <a:gd name="connsiteX175" fmla="*/ 169207 w 12192000"/>
              <a:gd name="connsiteY175" fmla="*/ 2128100 h 2237474"/>
              <a:gd name="connsiteX176" fmla="*/ 93149 w 12192000"/>
              <a:gd name="connsiteY176" fmla="*/ 2105324 h 2237474"/>
              <a:gd name="connsiteX177" fmla="*/ 88109 w 12192000"/>
              <a:gd name="connsiteY177" fmla="*/ 2106704 h 2237474"/>
              <a:gd name="connsiteX178" fmla="*/ 80022 w 12192000"/>
              <a:gd name="connsiteY178" fmla="*/ 2107254 h 2237474"/>
              <a:gd name="connsiteX179" fmla="*/ 79717 w 12192000"/>
              <a:gd name="connsiteY179" fmla="*/ 2107046 h 2237474"/>
              <a:gd name="connsiteX180" fmla="*/ 72352 w 12192000"/>
              <a:gd name="connsiteY180" fmla="*/ 2107991 h 2237474"/>
              <a:gd name="connsiteX181" fmla="*/ 37645 w 12192000"/>
              <a:gd name="connsiteY181" fmla="*/ 2115401 h 2237474"/>
              <a:gd name="connsiteX182" fmla="*/ 4572 w 12192000"/>
              <a:gd name="connsiteY182" fmla="*/ 2111091 h 2237474"/>
              <a:gd name="connsiteX183" fmla="*/ 0 w 12192000"/>
              <a:gd name="connsiteY183" fmla="*/ 2110468 h 2237474"/>
              <a:gd name="connsiteX184" fmla="*/ 0 w 12192000"/>
              <a:gd name="connsiteY18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95469 w 12192000"/>
              <a:gd name="connsiteY127" fmla="*/ 1996659 h 2237474"/>
              <a:gd name="connsiteX128" fmla="*/ 2287219 w 12192000"/>
              <a:gd name="connsiteY128" fmla="*/ 1998750 h 2237474"/>
              <a:gd name="connsiteX129" fmla="*/ 2243069 w 12192000"/>
              <a:gd name="connsiteY129" fmla="*/ 2015111 h 2237474"/>
              <a:gd name="connsiteX130" fmla="*/ 2186609 w 12192000"/>
              <a:gd name="connsiteY130" fmla="*/ 2008263 h 2237474"/>
              <a:gd name="connsiteX131" fmla="*/ 2164831 w 12192000"/>
              <a:gd name="connsiteY131" fmla="*/ 2010143 h 2237474"/>
              <a:gd name="connsiteX132" fmla="*/ 2152836 w 12192000"/>
              <a:gd name="connsiteY132" fmla="*/ 2010048 h 2237474"/>
              <a:gd name="connsiteX133" fmla="*/ 2117102 w 12192000"/>
              <a:gd name="connsiteY133" fmla="*/ 2023004 h 2237474"/>
              <a:gd name="connsiteX134" fmla="*/ 2111935 w 12192000"/>
              <a:gd name="connsiteY134" fmla="*/ 2023163 h 2237474"/>
              <a:gd name="connsiteX135" fmla="*/ 2089991 w 12192000"/>
              <a:gd name="connsiteY135" fmla="*/ 2034193 h 2237474"/>
              <a:gd name="connsiteX136" fmla="*/ 2058061 w 12192000"/>
              <a:gd name="connsiteY136" fmla="*/ 2047942 h 2237474"/>
              <a:gd name="connsiteX137" fmla="*/ 2055737 w 12192000"/>
              <a:gd name="connsiteY137" fmla="*/ 2047704 h 2237474"/>
              <a:gd name="connsiteX138" fmla="*/ 2042244 w 12192000"/>
              <a:gd name="connsiteY138" fmla="*/ 2055560 h 2237474"/>
              <a:gd name="connsiteX139" fmla="*/ 1976224 w 12192000"/>
              <a:gd name="connsiteY139" fmla="*/ 2074257 h 2237474"/>
              <a:gd name="connsiteX140" fmla="*/ 1877728 w 12192000"/>
              <a:gd name="connsiteY140" fmla="*/ 2101004 h 2237474"/>
              <a:gd name="connsiteX141" fmla="*/ 1759056 w 12192000"/>
              <a:gd name="connsiteY141" fmla="*/ 2125608 h 2237474"/>
              <a:gd name="connsiteX142" fmla="*/ 1637948 w 12192000"/>
              <a:gd name="connsiteY142" fmla="*/ 2172597 h 2237474"/>
              <a:gd name="connsiteX143" fmla="*/ 1434549 w 12192000"/>
              <a:gd name="connsiteY143" fmla="*/ 2234522 h 2237474"/>
              <a:gd name="connsiteX144" fmla="*/ 1398481 w 12192000"/>
              <a:gd name="connsiteY144" fmla="*/ 2237074 h 2237474"/>
              <a:gd name="connsiteX145" fmla="*/ 1398407 w 12192000"/>
              <a:gd name="connsiteY145" fmla="*/ 2237095 h 2237474"/>
              <a:gd name="connsiteX146" fmla="*/ 1370962 w 12192000"/>
              <a:gd name="connsiteY146" fmla="*/ 2237474 h 2237474"/>
              <a:gd name="connsiteX147" fmla="*/ 1356367 w 12192000"/>
              <a:gd name="connsiteY147" fmla="*/ 2235089 h 2237474"/>
              <a:gd name="connsiteX148" fmla="*/ 1324828 w 12192000"/>
              <a:gd name="connsiteY148" fmla="*/ 2231968 h 2237474"/>
              <a:gd name="connsiteX149" fmla="*/ 1297744 w 12192000"/>
              <a:gd name="connsiteY149" fmla="*/ 2235849 h 2237474"/>
              <a:gd name="connsiteX150" fmla="*/ 1286236 w 12192000"/>
              <a:gd name="connsiteY150" fmla="*/ 2233135 h 2237474"/>
              <a:gd name="connsiteX151" fmla="*/ 1283504 w 12192000"/>
              <a:gd name="connsiteY151" fmla="*/ 2233797 h 2237474"/>
              <a:gd name="connsiteX152" fmla="*/ 1279765 w 12192000"/>
              <a:gd name="connsiteY152" fmla="*/ 2229639 h 2237474"/>
              <a:gd name="connsiteX153" fmla="*/ 1195347 w 12192000"/>
              <a:gd name="connsiteY153" fmla="*/ 2212354 h 2237474"/>
              <a:gd name="connsiteX154" fmla="*/ 970251 w 12192000"/>
              <a:gd name="connsiteY154" fmla="*/ 2221029 h 2237474"/>
              <a:gd name="connsiteX155" fmla="*/ 812914 w 12192000"/>
              <a:gd name="connsiteY155" fmla="*/ 2202752 h 2237474"/>
              <a:gd name="connsiteX156" fmla="*/ 800195 w 12192000"/>
              <a:gd name="connsiteY156" fmla="*/ 2209407 h 2237474"/>
              <a:gd name="connsiteX157" fmla="*/ 784978 w 12192000"/>
              <a:gd name="connsiteY157" fmla="*/ 2212360 h 2237474"/>
              <a:gd name="connsiteX158" fmla="*/ 681987 w 12192000"/>
              <a:gd name="connsiteY158" fmla="*/ 2216757 h 2237474"/>
              <a:gd name="connsiteX159" fmla="*/ 669923 w 12192000"/>
              <a:gd name="connsiteY159" fmla="*/ 2211682 h 2237474"/>
              <a:gd name="connsiteX160" fmla="*/ 648680 w 12192000"/>
              <a:gd name="connsiteY160" fmla="*/ 2206229 h 2237474"/>
              <a:gd name="connsiteX161" fmla="*/ 597225 w 12192000"/>
              <a:gd name="connsiteY161" fmla="*/ 2180999 h 2237474"/>
              <a:gd name="connsiteX162" fmla="*/ 558449 w 12192000"/>
              <a:gd name="connsiteY162" fmla="*/ 2182346 h 2237474"/>
              <a:gd name="connsiteX163" fmla="*/ 550517 w 12192000"/>
              <a:gd name="connsiteY163" fmla="*/ 2182060 h 2237474"/>
              <a:gd name="connsiteX164" fmla="*/ 550309 w 12192000"/>
              <a:gd name="connsiteY164" fmla="*/ 2181825 h 2237474"/>
              <a:gd name="connsiteX165" fmla="*/ 541836 w 12192000"/>
              <a:gd name="connsiteY165" fmla="*/ 2181063 h 2237474"/>
              <a:gd name="connsiteX166" fmla="*/ 536057 w 12192000"/>
              <a:gd name="connsiteY166" fmla="*/ 2181537 h 2237474"/>
              <a:gd name="connsiteX167" fmla="*/ 520671 w 12192000"/>
              <a:gd name="connsiteY167" fmla="*/ 2180980 h 2237474"/>
              <a:gd name="connsiteX168" fmla="*/ 515024 w 12192000"/>
              <a:gd name="connsiteY168" fmla="*/ 2179258 h 2237474"/>
              <a:gd name="connsiteX169" fmla="*/ 512278 w 12192000"/>
              <a:gd name="connsiteY169" fmla="*/ 2176369 h 2237474"/>
              <a:gd name="connsiteX170" fmla="*/ 480419 w 12192000"/>
              <a:gd name="connsiteY170" fmla="*/ 2167807 h 2237474"/>
              <a:gd name="connsiteX171" fmla="*/ 413835 w 12192000"/>
              <a:gd name="connsiteY171" fmla="*/ 2156783 h 2237474"/>
              <a:gd name="connsiteX172" fmla="*/ 376513 w 12192000"/>
              <a:gd name="connsiteY172" fmla="*/ 2154014 h 2237474"/>
              <a:gd name="connsiteX173" fmla="*/ 273386 w 12192000"/>
              <a:gd name="connsiteY173" fmla="*/ 2142551 h 2237474"/>
              <a:gd name="connsiteX174" fmla="*/ 169207 w 12192000"/>
              <a:gd name="connsiteY174" fmla="*/ 2128100 h 2237474"/>
              <a:gd name="connsiteX175" fmla="*/ 93149 w 12192000"/>
              <a:gd name="connsiteY175" fmla="*/ 2105324 h 2237474"/>
              <a:gd name="connsiteX176" fmla="*/ 88109 w 12192000"/>
              <a:gd name="connsiteY176" fmla="*/ 2106704 h 2237474"/>
              <a:gd name="connsiteX177" fmla="*/ 80022 w 12192000"/>
              <a:gd name="connsiteY177" fmla="*/ 2107254 h 2237474"/>
              <a:gd name="connsiteX178" fmla="*/ 79717 w 12192000"/>
              <a:gd name="connsiteY178" fmla="*/ 2107046 h 2237474"/>
              <a:gd name="connsiteX179" fmla="*/ 72352 w 12192000"/>
              <a:gd name="connsiteY179" fmla="*/ 2107991 h 2237474"/>
              <a:gd name="connsiteX180" fmla="*/ 37645 w 12192000"/>
              <a:gd name="connsiteY180" fmla="*/ 2115401 h 2237474"/>
              <a:gd name="connsiteX181" fmla="*/ 4572 w 12192000"/>
              <a:gd name="connsiteY181" fmla="*/ 2111091 h 2237474"/>
              <a:gd name="connsiteX182" fmla="*/ 0 w 12192000"/>
              <a:gd name="connsiteY182" fmla="*/ 2110468 h 2237474"/>
              <a:gd name="connsiteX183" fmla="*/ 0 w 12192000"/>
              <a:gd name="connsiteY18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87219 w 12192000"/>
              <a:gd name="connsiteY127" fmla="*/ 1998750 h 2237474"/>
              <a:gd name="connsiteX128" fmla="*/ 2243069 w 12192000"/>
              <a:gd name="connsiteY128" fmla="*/ 2015111 h 2237474"/>
              <a:gd name="connsiteX129" fmla="*/ 2186609 w 12192000"/>
              <a:gd name="connsiteY129" fmla="*/ 2008263 h 2237474"/>
              <a:gd name="connsiteX130" fmla="*/ 2164831 w 12192000"/>
              <a:gd name="connsiteY130" fmla="*/ 2010143 h 2237474"/>
              <a:gd name="connsiteX131" fmla="*/ 2152836 w 12192000"/>
              <a:gd name="connsiteY131" fmla="*/ 2010048 h 2237474"/>
              <a:gd name="connsiteX132" fmla="*/ 2117102 w 12192000"/>
              <a:gd name="connsiteY132" fmla="*/ 2023004 h 2237474"/>
              <a:gd name="connsiteX133" fmla="*/ 2111935 w 12192000"/>
              <a:gd name="connsiteY133" fmla="*/ 2023163 h 2237474"/>
              <a:gd name="connsiteX134" fmla="*/ 2089991 w 12192000"/>
              <a:gd name="connsiteY134" fmla="*/ 2034193 h 2237474"/>
              <a:gd name="connsiteX135" fmla="*/ 2058061 w 12192000"/>
              <a:gd name="connsiteY135" fmla="*/ 2047942 h 2237474"/>
              <a:gd name="connsiteX136" fmla="*/ 2055737 w 12192000"/>
              <a:gd name="connsiteY136" fmla="*/ 2047704 h 2237474"/>
              <a:gd name="connsiteX137" fmla="*/ 2042244 w 12192000"/>
              <a:gd name="connsiteY137" fmla="*/ 2055560 h 2237474"/>
              <a:gd name="connsiteX138" fmla="*/ 1976224 w 12192000"/>
              <a:gd name="connsiteY138" fmla="*/ 2074257 h 2237474"/>
              <a:gd name="connsiteX139" fmla="*/ 1877728 w 12192000"/>
              <a:gd name="connsiteY139" fmla="*/ 2101004 h 2237474"/>
              <a:gd name="connsiteX140" fmla="*/ 1759056 w 12192000"/>
              <a:gd name="connsiteY140" fmla="*/ 2125608 h 2237474"/>
              <a:gd name="connsiteX141" fmla="*/ 1637948 w 12192000"/>
              <a:gd name="connsiteY141" fmla="*/ 2172597 h 2237474"/>
              <a:gd name="connsiteX142" fmla="*/ 1434549 w 12192000"/>
              <a:gd name="connsiteY142" fmla="*/ 2234522 h 2237474"/>
              <a:gd name="connsiteX143" fmla="*/ 1398481 w 12192000"/>
              <a:gd name="connsiteY143" fmla="*/ 2237074 h 2237474"/>
              <a:gd name="connsiteX144" fmla="*/ 1398407 w 12192000"/>
              <a:gd name="connsiteY144" fmla="*/ 2237095 h 2237474"/>
              <a:gd name="connsiteX145" fmla="*/ 1370962 w 12192000"/>
              <a:gd name="connsiteY145" fmla="*/ 2237474 h 2237474"/>
              <a:gd name="connsiteX146" fmla="*/ 1356367 w 12192000"/>
              <a:gd name="connsiteY146" fmla="*/ 2235089 h 2237474"/>
              <a:gd name="connsiteX147" fmla="*/ 1324828 w 12192000"/>
              <a:gd name="connsiteY147" fmla="*/ 2231968 h 2237474"/>
              <a:gd name="connsiteX148" fmla="*/ 1297744 w 12192000"/>
              <a:gd name="connsiteY148" fmla="*/ 2235849 h 2237474"/>
              <a:gd name="connsiteX149" fmla="*/ 1286236 w 12192000"/>
              <a:gd name="connsiteY149" fmla="*/ 2233135 h 2237474"/>
              <a:gd name="connsiteX150" fmla="*/ 1283504 w 12192000"/>
              <a:gd name="connsiteY150" fmla="*/ 2233797 h 2237474"/>
              <a:gd name="connsiteX151" fmla="*/ 1279765 w 12192000"/>
              <a:gd name="connsiteY151" fmla="*/ 2229639 h 2237474"/>
              <a:gd name="connsiteX152" fmla="*/ 1195347 w 12192000"/>
              <a:gd name="connsiteY152" fmla="*/ 2212354 h 2237474"/>
              <a:gd name="connsiteX153" fmla="*/ 970251 w 12192000"/>
              <a:gd name="connsiteY153" fmla="*/ 2221029 h 2237474"/>
              <a:gd name="connsiteX154" fmla="*/ 812914 w 12192000"/>
              <a:gd name="connsiteY154" fmla="*/ 2202752 h 2237474"/>
              <a:gd name="connsiteX155" fmla="*/ 800195 w 12192000"/>
              <a:gd name="connsiteY155" fmla="*/ 2209407 h 2237474"/>
              <a:gd name="connsiteX156" fmla="*/ 784978 w 12192000"/>
              <a:gd name="connsiteY156" fmla="*/ 2212360 h 2237474"/>
              <a:gd name="connsiteX157" fmla="*/ 681987 w 12192000"/>
              <a:gd name="connsiteY157" fmla="*/ 2216757 h 2237474"/>
              <a:gd name="connsiteX158" fmla="*/ 669923 w 12192000"/>
              <a:gd name="connsiteY158" fmla="*/ 2211682 h 2237474"/>
              <a:gd name="connsiteX159" fmla="*/ 648680 w 12192000"/>
              <a:gd name="connsiteY159" fmla="*/ 2206229 h 2237474"/>
              <a:gd name="connsiteX160" fmla="*/ 597225 w 12192000"/>
              <a:gd name="connsiteY160" fmla="*/ 2180999 h 2237474"/>
              <a:gd name="connsiteX161" fmla="*/ 558449 w 12192000"/>
              <a:gd name="connsiteY161" fmla="*/ 2182346 h 2237474"/>
              <a:gd name="connsiteX162" fmla="*/ 550517 w 12192000"/>
              <a:gd name="connsiteY162" fmla="*/ 2182060 h 2237474"/>
              <a:gd name="connsiteX163" fmla="*/ 550309 w 12192000"/>
              <a:gd name="connsiteY163" fmla="*/ 2181825 h 2237474"/>
              <a:gd name="connsiteX164" fmla="*/ 541836 w 12192000"/>
              <a:gd name="connsiteY164" fmla="*/ 2181063 h 2237474"/>
              <a:gd name="connsiteX165" fmla="*/ 536057 w 12192000"/>
              <a:gd name="connsiteY165" fmla="*/ 2181537 h 2237474"/>
              <a:gd name="connsiteX166" fmla="*/ 520671 w 12192000"/>
              <a:gd name="connsiteY166" fmla="*/ 2180980 h 2237474"/>
              <a:gd name="connsiteX167" fmla="*/ 515024 w 12192000"/>
              <a:gd name="connsiteY167" fmla="*/ 2179258 h 2237474"/>
              <a:gd name="connsiteX168" fmla="*/ 512278 w 12192000"/>
              <a:gd name="connsiteY168" fmla="*/ 2176369 h 2237474"/>
              <a:gd name="connsiteX169" fmla="*/ 480419 w 12192000"/>
              <a:gd name="connsiteY169" fmla="*/ 2167807 h 2237474"/>
              <a:gd name="connsiteX170" fmla="*/ 413835 w 12192000"/>
              <a:gd name="connsiteY170" fmla="*/ 2156783 h 2237474"/>
              <a:gd name="connsiteX171" fmla="*/ 376513 w 12192000"/>
              <a:gd name="connsiteY171" fmla="*/ 2154014 h 2237474"/>
              <a:gd name="connsiteX172" fmla="*/ 273386 w 12192000"/>
              <a:gd name="connsiteY172" fmla="*/ 2142551 h 2237474"/>
              <a:gd name="connsiteX173" fmla="*/ 169207 w 12192000"/>
              <a:gd name="connsiteY173" fmla="*/ 2128100 h 2237474"/>
              <a:gd name="connsiteX174" fmla="*/ 93149 w 12192000"/>
              <a:gd name="connsiteY174" fmla="*/ 2105324 h 2237474"/>
              <a:gd name="connsiteX175" fmla="*/ 88109 w 12192000"/>
              <a:gd name="connsiteY175" fmla="*/ 2106704 h 2237474"/>
              <a:gd name="connsiteX176" fmla="*/ 80022 w 12192000"/>
              <a:gd name="connsiteY176" fmla="*/ 2107254 h 2237474"/>
              <a:gd name="connsiteX177" fmla="*/ 79717 w 12192000"/>
              <a:gd name="connsiteY177" fmla="*/ 2107046 h 2237474"/>
              <a:gd name="connsiteX178" fmla="*/ 72352 w 12192000"/>
              <a:gd name="connsiteY178" fmla="*/ 2107991 h 2237474"/>
              <a:gd name="connsiteX179" fmla="*/ 37645 w 12192000"/>
              <a:gd name="connsiteY179" fmla="*/ 2115401 h 2237474"/>
              <a:gd name="connsiteX180" fmla="*/ 4572 w 12192000"/>
              <a:gd name="connsiteY180" fmla="*/ 2111091 h 2237474"/>
              <a:gd name="connsiteX181" fmla="*/ 0 w 12192000"/>
              <a:gd name="connsiteY181" fmla="*/ 2110468 h 2237474"/>
              <a:gd name="connsiteX182" fmla="*/ 0 w 12192000"/>
              <a:gd name="connsiteY18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15525 w 12192000"/>
              <a:gd name="connsiteY124" fmla="*/ 1989708 h 2237474"/>
              <a:gd name="connsiteX125" fmla="*/ 2300792 w 12192000"/>
              <a:gd name="connsiteY125" fmla="*/ 1994290 h 2237474"/>
              <a:gd name="connsiteX126" fmla="*/ 2287219 w 12192000"/>
              <a:gd name="connsiteY126" fmla="*/ 1998750 h 2237474"/>
              <a:gd name="connsiteX127" fmla="*/ 2243069 w 12192000"/>
              <a:gd name="connsiteY127" fmla="*/ 2015111 h 2237474"/>
              <a:gd name="connsiteX128" fmla="*/ 2186609 w 12192000"/>
              <a:gd name="connsiteY128" fmla="*/ 2008263 h 2237474"/>
              <a:gd name="connsiteX129" fmla="*/ 2164831 w 12192000"/>
              <a:gd name="connsiteY129" fmla="*/ 2010143 h 2237474"/>
              <a:gd name="connsiteX130" fmla="*/ 2152836 w 12192000"/>
              <a:gd name="connsiteY130" fmla="*/ 2010048 h 2237474"/>
              <a:gd name="connsiteX131" fmla="*/ 2117102 w 12192000"/>
              <a:gd name="connsiteY131" fmla="*/ 2023004 h 2237474"/>
              <a:gd name="connsiteX132" fmla="*/ 2111935 w 12192000"/>
              <a:gd name="connsiteY132" fmla="*/ 2023163 h 2237474"/>
              <a:gd name="connsiteX133" fmla="*/ 2089991 w 12192000"/>
              <a:gd name="connsiteY133" fmla="*/ 2034193 h 2237474"/>
              <a:gd name="connsiteX134" fmla="*/ 2058061 w 12192000"/>
              <a:gd name="connsiteY134" fmla="*/ 2047942 h 2237474"/>
              <a:gd name="connsiteX135" fmla="*/ 2055737 w 12192000"/>
              <a:gd name="connsiteY135" fmla="*/ 2047704 h 2237474"/>
              <a:gd name="connsiteX136" fmla="*/ 2042244 w 12192000"/>
              <a:gd name="connsiteY136" fmla="*/ 2055560 h 2237474"/>
              <a:gd name="connsiteX137" fmla="*/ 1976224 w 12192000"/>
              <a:gd name="connsiteY137" fmla="*/ 2074257 h 2237474"/>
              <a:gd name="connsiteX138" fmla="*/ 1877728 w 12192000"/>
              <a:gd name="connsiteY138" fmla="*/ 2101004 h 2237474"/>
              <a:gd name="connsiteX139" fmla="*/ 1759056 w 12192000"/>
              <a:gd name="connsiteY139" fmla="*/ 2125608 h 2237474"/>
              <a:gd name="connsiteX140" fmla="*/ 1637948 w 12192000"/>
              <a:gd name="connsiteY140" fmla="*/ 2172597 h 2237474"/>
              <a:gd name="connsiteX141" fmla="*/ 1434549 w 12192000"/>
              <a:gd name="connsiteY141" fmla="*/ 2234522 h 2237474"/>
              <a:gd name="connsiteX142" fmla="*/ 1398481 w 12192000"/>
              <a:gd name="connsiteY142" fmla="*/ 2237074 h 2237474"/>
              <a:gd name="connsiteX143" fmla="*/ 1398407 w 12192000"/>
              <a:gd name="connsiteY143" fmla="*/ 2237095 h 2237474"/>
              <a:gd name="connsiteX144" fmla="*/ 1370962 w 12192000"/>
              <a:gd name="connsiteY144" fmla="*/ 2237474 h 2237474"/>
              <a:gd name="connsiteX145" fmla="*/ 1356367 w 12192000"/>
              <a:gd name="connsiteY145" fmla="*/ 2235089 h 2237474"/>
              <a:gd name="connsiteX146" fmla="*/ 1324828 w 12192000"/>
              <a:gd name="connsiteY146" fmla="*/ 2231968 h 2237474"/>
              <a:gd name="connsiteX147" fmla="*/ 1297744 w 12192000"/>
              <a:gd name="connsiteY147" fmla="*/ 2235849 h 2237474"/>
              <a:gd name="connsiteX148" fmla="*/ 1286236 w 12192000"/>
              <a:gd name="connsiteY148" fmla="*/ 2233135 h 2237474"/>
              <a:gd name="connsiteX149" fmla="*/ 1283504 w 12192000"/>
              <a:gd name="connsiteY149" fmla="*/ 2233797 h 2237474"/>
              <a:gd name="connsiteX150" fmla="*/ 1279765 w 12192000"/>
              <a:gd name="connsiteY150" fmla="*/ 2229639 h 2237474"/>
              <a:gd name="connsiteX151" fmla="*/ 1195347 w 12192000"/>
              <a:gd name="connsiteY151" fmla="*/ 2212354 h 2237474"/>
              <a:gd name="connsiteX152" fmla="*/ 970251 w 12192000"/>
              <a:gd name="connsiteY152" fmla="*/ 2221029 h 2237474"/>
              <a:gd name="connsiteX153" fmla="*/ 812914 w 12192000"/>
              <a:gd name="connsiteY153" fmla="*/ 2202752 h 2237474"/>
              <a:gd name="connsiteX154" fmla="*/ 800195 w 12192000"/>
              <a:gd name="connsiteY154" fmla="*/ 2209407 h 2237474"/>
              <a:gd name="connsiteX155" fmla="*/ 784978 w 12192000"/>
              <a:gd name="connsiteY155" fmla="*/ 2212360 h 2237474"/>
              <a:gd name="connsiteX156" fmla="*/ 681987 w 12192000"/>
              <a:gd name="connsiteY156" fmla="*/ 2216757 h 2237474"/>
              <a:gd name="connsiteX157" fmla="*/ 669923 w 12192000"/>
              <a:gd name="connsiteY157" fmla="*/ 2211682 h 2237474"/>
              <a:gd name="connsiteX158" fmla="*/ 648680 w 12192000"/>
              <a:gd name="connsiteY158" fmla="*/ 2206229 h 2237474"/>
              <a:gd name="connsiteX159" fmla="*/ 597225 w 12192000"/>
              <a:gd name="connsiteY159" fmla="*/ 2180999 h 2237474"/>
              <a:gd name="connsiteX160" fmla="*/ 558449 w 12192000"/>
              <a:gd name="connsiteY160" fmla="*/ 2182346 h 2237474"/>
              <a:gd name="connsiteX161" fmla="*/ 550517 w 12192000"/>
              <a:gd name="connsiteY161" fmla="*/ 2182060 h 2237474"/>
              <a:gd name="connsiteX162" fmla="*/ 550309 w 12192000"/>
              <a:gd name="connsiteY162" fmla="*/ 2181825 h 2237474"/>
              <a:gd name="connsiteX163" fmla="*/ 541836 w 12192000"/>
              <a:gd name="connsiteY163" fmla="*/ 2181063 h 2237474"/>
              <a:gd name="connsiteX164" fmla="*/ 536057 w 12192000"/>
              <a:gd name="connsiteY164" fmla="*/ 2181537 h 2237474"/>
              <a:gd name="connsiteX165" fmla="*/ 520671 w 12192000"/>
              <a:gd name="connsiteY165" fmla="*/ 2180980 h 2237474"/>
              <a:gd name="connsiteX166" fmla="*/ 515024 w 12192000"/>
              <a:gd name="connsiteY166" fmla="*/ 2179258 h 2237474"/>
              <a:gd name="connsiteX167" fmla="*/ 512278 w 12192000"/>
              <a:gd name="connsiteY167" fmla="*/ 2176369 h 2237474"/>
              <a:gd name="connsiteX168" fmla="*/ 480419 w 12192000"/>
              <a:gd name="connsiteY168" fmla="*/ 2167807 h 2237474"/>
              <a:gd name="connsiteX169" fmla="*/ 413835 w 12192000"/>
              <a:gd name="connsiteY169" fmla="*/ 2156783 h 2237474"/>
              <a:gd name="connsiteX170" fmla="*/ 376513 w 12192000"/>
              <a:gd name="connsiteY170" fmla="*/ 2154014 h 2237474"/>
              <a:gd name="connsiteX171" fmla="*/ 273386 w 12192000"/>
              <a:gd name="connsiteY171" fmla="*/ 2142551 h 2237474"/>
              <a:gd name="connsiteX172" fmla="*/ 169207 w 12192000"/>
              <a:gd name="connsiteY172" fmla="*/ 2128100 h 2237474"/>
              <a:gd name="connsiteX173" fmla="*/ 93149 w 12192000"/>
              <a:gd name="connsiteY173" fmla="*/ 2105324 h 2237474"/>
              <a:gd name="connsiteX174" fmla="*/ 88109 w 12192000"/>
              <a:gd name="connsiteY174" fmla="*/ 2106704 h 2237474"/>
              <a:gd name="connsiteX175" fmla="*/ 80022 w 12192000"/>
              <a:gd name="connsiteY175" fmla="*/ 2107254 h 2237474"/>
              <a:gd name="connsiteX176" fmla="*/ 79717 w 12192000"/>
              <a:gd name="connsiteY176" fmla="*/ 2107046 h 2237474"/>
              <a:gd name="connsiteX177" fmla="*/ 72352 w 12192000"/>
              <a:gd name="connsiteY177" fmla="*/ 2107991 h 2237474"/>
              <a:gd name="connsiteX178" fmla="*/ 37645 w 12192000"/>
              <a:gd name="connsiteY178" fmla="*/ 2115401 h 2237474"/>
              <a:gd name="connsiteX179" fmla="*/ 4572 w 12192000"/>
              <a:gd name="connsiteY179" fmla="*/ 2111091 h 2237474"/>
              <a:gd name="connsiteX180" fmla="*/ 0 w 12192000"/>
              <a:gd name="connsiteY180" fmla="*/ 2110468 h 2237474"/>
              <a:gd name="connsiteX181" fmla="*/ 0 w 12192000"/>
              <a:gd name="connsiteY18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00792 w 12192000"/>
              <a:gd name="connsiteY124" fmla="*/ 1994290 h 2237474"/>
              <a:gd name="connsiteX125" fmla="*/ 2287219 w 12192000"/>
              <a:gd name="connsiteY125" fmla="*/ 1998750 h 2237474"/>
              <a:gd name="connsiteX126" fmla="*/ 2243069 w 12192000"/>
              <a:gd name="connsiteY126" fmla="*/ 2015111 h 2237474"/>
              <a:gd name="connsiteX127" fmla="*/ 2186609 w 12192000"/>
              <a:gd name="connsiteY127" fmla="*/ 2008263 h 2237474"/>
              <a:gd name="connsiteX128" fmla="*/ 2164831 w 12192000"/>
              <a:gd name="connsiteY128" fmla="*/ 2010143 h 2237474"/>
              <a:gd name="connsiteX129" fmla="*/ 2152836 w 12192000"/>
              <a:gd name="connsiteY129" fmla="*/ 2010048 h 2237474"/>
              <a:gd name="connsiteX130" fmla="*/ 2117102 w 12192000"/>
              <a:gd name="connsiteY130" fmla="*/ 2023004 h 2237474"/>
              <a:gd name="connsiteX131" fmla="*/ 2111935 w 12192000"/>
              <a:gd name="connsiteY131" fmla="*/ 2023163 h 2237474"/>
              <a:gd name="connsiteX132" fmla="*/ 2089991 w 12192000"/>
              <a:gd name="connsiteY132" fmla="*/ 2034193 h 2237474"/>
              <a:gd name="connsiteX133" fmla="*/ 2058061 w 12192000"/>
              <a:gd name="connsiteY133" fmla="*/ 2047942 h 2237474"/>
              <a:gd name="connsiteX134" fmla="*/ 2055737 w 12192000"/>
              <a:gd name="connsiteY134" fmla="*/ 2047704 h 2237474"/>
              <a:gd name="connsiteX135" fmla="*/ 2042244 w 12192000"/>
              <a:gd name="connsiteY135" fmla="*/ 2055560 h 2237474"/>
              <a:gd name="connsiteX136" fmla="*/ 1976224 w 12192000"/>
              <a:gd name="connsiteY136" fmla="*/ 2074257 h 2237474"/>
              <a:gd name="connsiteX137" fmla="*/ 1877728 w 12192000"/>
              <a:gd name="connsiteY137" fmla="*/ 2101004 h 2237474"/>
              <a:gd name="connsiteX138" fmla="*/ 1759056 w 12192000"/>
              <a:gd name="connsiteY138" fmla="*/ 2125608 h 2237474"/>
              <a:gd name="connsiteX139" fmla="*/ 1637948 w 12192000"/>
              <a:gd name="connsiteY139" fmla="*/ 2172597 h 2237474"/>
              <a:gd name="connsiteX140" fmla="*/ 1434549 w 12192000"/>
              <a:gd name="connsiteY140" fmla="*/ 2234522 h 2237474"/>
              <a:gd name="connsiteX141" fmla="*/ 1398481 w 12192000"/>
              <a:gd name="connsiteY141" fmla="*/ 2237074 h 2237474"/>
              <a:gd name="connsiteX142" fmla="*/ 1398407 w 12192000"/>
              <a:gd name="connsiteY142" fmla="*/ 2237095 h 2237474"/>
              <a:gd name="connsiteX143" fmla="*/ 1370962 w 12192000"/>
              <a:gd name="connsiteY143" fmla="*/ 2237474 h 2237474"/>
              <a:gd name="connsiteX144" fmla="*/ 1356367 w 12192000"/>
              <a:gd name="connsiteY144" fmla="*/ 2235089 h 2237474"/>
              <a:gd name="connsiteX145" fmla="*/ 1324828 w 12192000"/>
              <a:gd name="connsiteY145" fmla="*/ 2231968 h 2237474"/>
              <a:gd name="connsiteX146" fmla="*/ 1297744 w 12192000"/>
              <a:gd name="connsiteY146" fmla="*/ 2235849 h 2237474"/>
              <a:gd name="connsiteX147" fmla="*/ 1286236 w 12192000"/>
              <a:gd name="connsiteY147" fmla="*/ 2233135 h 2237474"/>
              <a:gd name="connsiteX148" fmla="*/ 1283504 w 12192000"/>
              <a:gd name="connsiteY148" fmla="*/ 2233797 h 2237474"/>
              <a:gd name="connsiteX149" fmla="*/ 1279765 w 12192000"/>
              <a:gd name="connsiteY149" fmla="*/ 2229639 h 2237474"/>
              <a:gd name="connsiteX150" fmla="*/ 1195347 w 12192000"/>
              <a:gd name="connsiteY150" fmla="*/ 2212354 h 2237474"/>
              <a:gd name="connsiteX151" fmla="*/ 970251 w 12192000"/>
              <a:gd name="connsiteY151" fmla="*/ 2221029 h 2237474"/>
              <a:gd name="connsiteX152" fmla="*/ 812914 w 12192000"/>
              <a:gd name="connsiteY152" fmla="*/ 2202752 h 2237474"/>
              <a:gd name="connsiteX153" fmla="*/ 800195 w 12192000"/>
              <a:gd name="connsiteY153" fmla="*/ 2209407 h 2237474"/>
              <a:gd name="connsiteX154" fmla="*/ 784978 w 12192000"/>
              <a:gd name="connsiteY154" fmla="*/ 2212360 h 2237474"/>
              <a:gd name="connsiteX155" fmla="*/ 681987 w 12192000"/>
              <a:gd name="connsiteY155" fmla="*/ 2216757 h 2237474"/>
              <a:gd name="connsiteX156" fmla="*/ 669923 w 12192000"/>
              <a:gd name="connsiteY156" fmla="*/ 2211682 h 2237474"/>
              <a:gd name="connsiteX157" fmla="*/ 648680 w 12192000"/>
              <a:gd name="connsiteY157" fmla="*/ 2206229 h 2237474"/>
              <a:gd name="connsiteX158" fmla="*/ 597225 w 12192000"/>
              <a:gd name="connsiteY158" fmla="*/ 2180999 h 2237474"/>
              <a:gd name="connsiteX159" fmla="*/ 558449 w 12192000"/>
              <a:gd name="connsiteY159" fmla="*/ 2182346 h 2237474"/>
              <a:gd name="connsiteX160" fmla="*/ 550517 w 12192000"/>
              <a:gd name="connsiteY160" fmla="*/ 2182060 h 2237474"/>
              <a:gd name="connsiteX161" fmla="*/ 550309 w 12192000"/>
              <a:gd name="connsiteY161" fmla="*/ 2181825 h 2237474"/>
              <a:gd name="connsiteX162" fmla="*/ 541836 w 12192000"/>
              <a:gd name="connsiteY162" fmla="*/ 2181063 h 2237474"/>
              <a:gd name="connsiteX163" fmla="*/ 536057 w 12192000"/>
              <a:gd name="connsiteY163" fmla="*/ 2181537 h 2237474"/>
              <a:gd name="connsiteX164" fmla="*/ 520671 w 12192000"/>
              <a:gd name="connsiteY164" fmla="*/ 2180980 h 2237474"/>
              <a:gd name="connsiteX165" fmla="*/ 515024 w 12192000"/>
              <a:gd name="connsiteY165" fmla="*/ 2179258 h 2237474"/>
              <a:gd name="connsiteX166" fmla="*/ 512278 w 12192000"/>
              <a:gd name="connsiteY166" fmla="*/ 2176369 h 2237474"/>
              <a:gd name="connsiteX167" fmla="*/ 480419 w 12192000"/>
              <a:gd name="connsiteY167" fmla="*/ 2167807 h 2237474"/>
              <a:gd name="connsiteX168" fmla="*/ 413835 w 12192000"/>
              <a:gd name="connsiteY168" fmla="*/ 2156783 h 2237474"/>
              <a:gd name="connsiteX169" fmla="*/ 376513 w 12192000"/>
              <a:gd name="connsiteY169" fmla="*/ 2154014 h 2237474"/>
              <a:gd name="connsiteX170" fmla="*/ 273386 w 12192000"/>
              <a:gd name="connsiteY170" fmla="*/ 2142551 h 2237474"/>
              <a:gd name="connsiteX171" fmla="*/ 169207 w 12192000"/>
              <a:gd name="connsiteY171" fmla="*/ 2128100 h 2237474"/>
              <a:gd name="connsiteX172" fmla="*/ 93149 w 12192000"/>
              <a:gd name="connsiteY172" fmla="*/ 2105324 h 2237474"/>
              <a:gd name="connsiteX173" fmla="*/ 88109 w 12192000"/>
              <a:gd name="connsiteY173" fmla="*/ 2106704 h 2237474"/>
              <a:gd name="connsiteX174" fmla="*/ 80022 w 12192000"/>
              <a:gd name="connsiteY174" fmla="*/ 2107254 h 2237474"/>
              <a:gd name="connsiteX175" fmla="*/ 79717 w 12192000"/>
              <a:gd name="connsiteY175" fmla="*/ 2107046 h 2237474"/>
              <a:gd name="connsiteX176" fmla="*/ 72352 w 12192000"/>
              <a:gd name="connsiteY176" fmla="*/ 2107991 h 2237474"/>
              <a:gd name="connsiteX177" fmla="*/ 37645 w 12192000"/>
              <a:gd name="connsiteY177" fmla="*/ 2115401 h 2237474"/>
              <a:gd name="connsiteX178" fmla="*/ 4572 w 12192000"/>
              <a:gd name="connsiteY178" fmla="*/ 2111091 h 2237474"/>
              <a:gd name="connsiteX179" fmla="*/ 0 w 12192000"/>
              <a:gd name="connsiteY179" fmla="*/ 2110468 h 2237474"/>
              <a:gd name="connsiteX180" fmla="*/ 0 w 12192000"/>
              <a:gd name="connsiteY18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287219 w 12192000"/>
              <a:gd name="connsiteY124" fmla="*/ 1998750 h 2237474"/>
              <a:gd name="connsiteX125" fmla="*/ 2243069 w 12192000"/>
              <a:gd name="connsiteY125" fmla="*/ 2015111 h 2237474"/>
              <a:gd name="connsiteX126" fmla="*/ 2186609 w 12192000"/>
              <a:gd name="connsiteY126" fmla="*/ 2008263 h 2237474"/>
              <a:gd name="connsiteX127" fmla="*/ 2164831 w 12192000"/>
              <a:gd name="connsiteY127" fmla="*/ 2010143 h 2237474"/>
              <a:gd name="connsiteX128" fmla="*/ 2152836 w 12192000"/>
              <a:gd name="connsiteY128" fmla="*/ 2010048 h 2237474"/>
              <a:gd name="connsiteX129" fmla="*/ 2117102 w 12192000"/>
              <a:gd name="connsiteY129" fmla="*/ 2023004 h 2237474"/>
              <a:gd name="connsiteX130" fmla="*/ 2111935 w 12192000"/>
              <a:gd name="connsiteY130" fmla="*/ 2023163 h 2237474"/>
              <a:gd name="connsiteX131" fmla="*/ 2089991 w 12192000"/>
              <a:gd name="connsiteY131" fmla="*/ 2034193 h 2237474"/>
              <a:gd name="connsiteX132" fmla="*/ 2058061 w 12192000"/>
              <a:gd name="connsiteY132" fmla="*/ 2047942 h 2237474"/>
              <a:gd name="connsiteX133" fmla="*/ 2055737 w 12192000"/>
              <a:gd name="connsiteY133" fmla="*/ 2047704 h 2237474"/>
              <a:gd name="connsiteX134" fmla="*/ 2042244 w 12192000"/>
              <a:gd name="connsiteY134" fmla="*/ 2055560 h 2237474"/>
              <a:gd name="connsiteX135" fmla="*/ 1976224 w 12192000"/>
              <a:gd name="connsiteY135" fmla="*/ 2074257 h 2237474"/>
              <a:gd name="connsiteX136" fmla="*/ 1877728 w 12192000"/>
              <a:gd name="connsiteY136" fmla="*/ 2101004 h 2237474"/>
              <a:gd name="connsiteX137" fmla="*/ 1759056 w 12192000"/>
              <a:gd name="connsiteY137" fmla="*/ 2125608 h 2237474"/>
              <a:gd name="connsiteX138" fmla="*/ 1637948 w 12192000"/>
              <a:gd name="connsiteY138" fmla="*/ 2172597 h 2237474"/>
              <a:gd name="connsiteX139" fmla="*/ 1434549 w 12192000"/>
              <a:gd name="connsiteY139" fmla="*/ 2234522 h 2237474"/>
              <a:gd name="connsiteX140" fmla="*/ 1398481 w 12192000"/>
              <a:gd name="connsiteY140" fmla="*/ 2237074 h 2237474"/>
              <a:gd name="connsiteX141" fmla="*/ 1398407 w 12192000"/>
              <a:gd name="connsiteY141" fmla="*/ 2237095 h 2237474"/>
              <a:gd name="connsiteX142" fmla="*/ 1370962 w 12192000"/>
              <a:gd name="connsiteY142" fmla="*/ 2237474 h 2237474"/>
              <a:gd name="connsiteX143" fmla="*/ 1356367 w 12192000"/>
              <a:gd name="connsiteY143" fmla="*/ 2235089 h 2237474"/>
              <a:gd name="connsiteX144" fmla="*/ 1324828 w 12192000"/>
              <a:gd name="connsiteY144" fmla="*/ 2231968 h 2237474"/>
              <a:gd name="connsiteX145" fmla="*/ 1297744 w 12192000"/>
              <a:gd name="connsiteY145" fmla="*/ 2235849 h 2237474"/>
              <a:gd name="connsiteX146" fmla="*/ 1286236 w 12192000"/>
              <a:gd name="connsiteY146" fmla="*/ 2233135 h 2237474"/>
              <a:gd name="connsiteX147" fmla="*/ 1283504 w 12192000"/>
              <a:gd name="connsiteY147" fmla="*/ 2233797 h 2237474"/>
              <a:gd name="connsiteX148" fmla="*/ 1279765 w 12192000"/>
              <a:gd name="connsiteY148" fmla="*/ 2229639 h 2237474"/>
              <a:gd name="connsiteX149" fmla="*/ 1195347 w 12192000"/>
              <a:gd name="connsiteY149" fmla="*/ 2212354 h 2237474"/>
              <a:gd name="connsiteX150" fmla="*/ 970251 w 12192000"/>
              <a:gd name="connsiteY150" fmla="*/ 2221029 h 2237474"/>
              <a:gd name="connsiteX151" fmla="*/ 812914 w 12192000"/>
              <a:gd name="connsiteY151" fmla="*/ 2202752 h 2237474"/>
              <a:gd name="connsiteX152" fmla="*/ 800195 w 12192000"/>
              <a:gd name="connsiteY152" fmla="*/ 2209407 h 2237474"/>
              <a:gd name="connsiteX153" fmla="*/ 784978 w 12192000"/>
              <a:gd name="connsiteY153" fmla="*/ 2212360 h 2237474"/>
              <a:gd name="connsiteX154" fmla="*/ 681987 w 12192000"/>
              <a:gd name="connsiteY154" fmla="*/ 2216757 h 2237474"/>
              <a:gd name="connsiteX155" fmla="*/ 669923 w 12192000"/>
              <a:gd name="connsiteY155" fmla="*/ 2211682 h 2237474"/>
              <a:gd name="connsiteX156" fmla="*/ 648680 w 12192000"/>
              <a:gd name="connsiteY156" fmla="*/ 2206229 h 2237474"/>
              <a:gd name="connsiteX157" fmla="*/ 597225 w 12192000"/>
              <a:gd name="connsiteY157" fmla="*/ 2180999 h 2237474"/>
              <a:gd name="connsiteX158" fmla="*/ 558449 w 12192000"/>
              <a:gd name="connsiteY158" fmla="*/ 2182346 h 2237474"/>
              <a:gd name="connsiteX159" fmla="*/ 550517 w 12192000"/>
              <a:gd name="connsiteY159" fmla="*/ 2182060 h 2237474"/>
              <a:gd name="connsiteX160" fmla="*/ 550309 w 12192000"/>
              <a:gd name="connsiteY160" fmla="*/ 2181825 h 2237474"/>
              <a:gd name="connsiteX161" fmla="*/ 541836 w 12192000"/>
              <a:gd name="connsiteY161" fmla="*/ 2181063 h 2237474"/>
              <a:gd name="connsiteX162" fmla="*/ 536057 w 12192000"/>
              <a:gd name="connsiteY162" fmla="*/ 2181537 h 2237474"/>
              <a:gd name="connsiteX163" fmla="*/ 520671 w 12192000"/>
              <a:gd name="connsiteY163" fmla="*/ 2180980 h 2237474"/>
              <a:gd name="connsiteX164" fmla="*/ 515024 w 12192000"/>
              <a:gd name="connsiteY164" fmla="*/ 2179258 h 2237474"/>
              <a:gd name="connsiteX165" fmla="*/ 512278 w 12192000"/>
              <a:gd name="connsiteY165" fmla="*/ 2176369 h 2237474"/>
              <a:gd name="connsiteX166" fmla="*/ 480419 w 12192000"/>
              <a:gd name="connsiteY166" fmla="*/ 2167807 h 2237474"/>
              <a:gd name="connsiteX167" fmla="*/ 413835 w 12192000"/>
              <a:gd name="connsiteY167" fmla="*/ 2156783 h 2237474"/>
              <a:gd name="connsiteX168" fmla="*/ 376513 w 12192000"/>
              <a:gd name="connsiteY168" fmla="*/ 2154014 h 2237474"/>
              <a:gd name="connsiteX169" fmla="*/ 273386 w 12192000"/>
              <a:gd name="connsiteY169" fmla="*/ 2142551 h 2237474"/>
              <a:gd name="connsiteX170" fmla="*/ 169207 w 12192000"/>
              <a:gd name="connsiteY170" fmla="*/ 2128100 h 2237474"/>
              <a:gd name="connsiteX171" fmla="*/ 93149 w 12192000"/>
              <a:gd name="connsiteY171" fmla="*/ 2105324 h 2237474"/>
              <a:gd name="connsiteX172" fmla="*/ 88109 w 12192000"/>
              <a:gd name="connsiteY172" fmla="*/ 2106704 h 2237474"/>
              <a:gd name="connsiteX173" fmla="*/ 80022 w 12192000"/>
              <a:gd name="connsiteY173" fmla="*/ 2107254 h 2237474"/>
              <a:gd name="connsiteX174" fmla="*/ 79717 w 12192000"/>
              <a:gd name="connsiteY174" fmla="*/ 2107046 h 2237474"/>
              <a:gd name="connsiteX175" fmla="*/ 72352 w 12192000"/>
              <a:gd name="connsiteY175" fmla="*/ 2107991 h 2237474"/>
              <a:gd name="connsiteX176" fmla="*/ 37645 w 12192000"/>
              <a:gd name="connsiteY176" fmla="*/ 2115401 h 2237474"/>
              <a:gd name="connsiteX177" fmla="*/ 4572 w 12192000"/>
              <a:gd name="connsiteY177" fmla="*/ 2111091 h 2237474"/>
              <a:gd name="connsiteX178" fmla="*/ 0 w 12192000"/>
              <a:gd name="connsiteY178" fmla="*/ 2110468 h 2237474"/>
              <a:gd name="connsiteX179" fmla="*/ 0 w 12192000"/>
              <a:gd name="connsiteY17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578178 w 12192000"/>
              <a:gd name="connsiteY120" fmla="*/ 1990531 h 2237474"/>
              <a:gd name="connsiteX121" fmla="*/ 2476147 w 12192000"/>
              <a:gd name="connsiteY121" fmla="*/ 1998305 h 2237474"/>
              <a:gd name="connsiteX122" fmla="*/ 2373568 w 12192000"/>
              <a:gd name="connsiteY122" fmla="*/ 2003219 h 2237474"/>
              <a:gd name="connsiteX123" fmla="*/ 2287219 w 12192000"/>
              <a:gd name="connsiteY123" fmla="*/ 1998750 h 2237474"/>
              <a:gd name="connsiteX124" fmla="*/ 2243069 w 12192000"/>
              <a:gd name="connsiteY124" fmla="*/ 2015111 h 2237474"/>
              <a:gd name="connsiteX125" fmla="*/ 2186609 w 12192000"/>
              <a:gd name="connsiteY125" fmla="*/ 2008263 h 2237474"/>
              <a:gd name="connsiteX126" fmla="*/ 2164831 w 12192000"/>
              <a:gd name="connsiteY126" fmla="*/ 2010143 h 2237474"/>
              <a:gd name="connsiteX127" fmla="*/ 2152836 w 12192000"/>
              <a:gd name="connsiteY127" fmla="*/ 2010048 h 2237474"/>
              <a:gd name="connsiteX128" fmla="*/ 2117102 w 12192000"/>
              <a:gd name="connsiteY128" fmla="*/ 2023004 h 2237474"/>
              <a:gd name="connsiteX129" fmla="*/ 2111935 w 12192000"/>
              <a:gd name="connsiteY129" fmla="*/ 2023163 h 2237474"/>
              <a:gd name="connsiteX130" fmla="*/ 2089991 w 12192000"/>
              <a:gd name="connsiteY130" fmla="*/ 2034193 h 2237474"/>
              <a:gd name="connsiteX131" fmla="*/ 2058061 w 12192000"/>
              <a:gd name="connsiteY131" fmla="*/ 2047942 h 2237474"/>
              <a:gd name="connsiteX132" fmla="*/ 2055737 w 12192000"/>
              <a:gd name="connsiteY132" fmla="*/ 2047704 h 2237474"/>
              <a:gd name="connsiteX133" fmla="*/ 2042244 w 12192000"/>
              <a:gd name="connsiteY133" fmla="*/ 2055560 h 2237474"/>
              <a:gd name="connsiteX134" fmla="*/ 1976224 w 12192000"/>
              <a:gd name="connsiteY134" fmla="*/ 2074257 h 2237474"/>
              <a:gd name="connsiteX135" fmla="*/ 1877728 w 12192000"/>
              <a:gd name="connsiteY135" fmla="*/ 2101004 h 2237474"/>
              <a:gd name="connsiteX136" fmla="*/ 1759056 w 12192000"/>
              <a:gd name="connsiteY136" fmla="*/ 2125608 h 2237474"/>
              <a:gd name="connsiteX137" fmla="*/ 1637948 w 12192000"/>
              <a:gd name="connsiteY137" fmla="*/ 2172597 h 2237474"/>
              <a:gd name="connsiteX138" fmla="*/ 1434549 w 12192000"/>
              <a:gd name="connsiteY138" fmla="*/ 2234522 h 2237474"/>
              <a:gd name="connsiteX139" fmla="*/ 1398481 w 12192000"/>
              <a:gd name="connsiteY139" fmla="*/ 2237074 h 2237474"/>
              <a:gd name="connsiteX140" fmla="*/ 1398407 w 12192000"/>
              <a:gd name="connsiteY140" fmla="*/ 2237095 h 2237474"/>
              <a:gd name="connsiteX141" fmla="*/ 1370962 w 12192000"/>
              <a:gd name="connsiteY141" fmla="*/ 2237474 h 2237474"/>
              <a:gd name="connsiteX142" fmla="*/ 1356367 w 12192000"/>
              <a:gd name="connsiteY142" fmla="*/ 2235089 h 2237474"/>
              <a:gd name="connsiteX143" fmla="*/ 1324828 w 12192000"/>
              <a:gd name="connsiteY143" fmla="*/ 2231968 h 2237474"/>
              <a:gd name="connsiteX144" fmla="*/ 1297744 w 12192000"/>
              <a:gd name="connsiteY144" fmla="*/ 2235849 h 2237474"/>
              <a:gd name="connsiteX145" fmla="*/ 1286236 w 12192000"/>
              <a:gd name="connsiteY145" fmla="*/ 2233135 h 2237474"/>
              <a:gd name="connsiteX146" fmla="*/ 1283504 w 12192000"/>
              <a:gd name="connsiteY146" fmla="*/ 2233797 h 2237474"/>
              <a:gd name="connsiteX147" fmla="*/ 1279765 w 12192000"/>
              <a:gd name="connsiteY147" fmla="*/ 2229639 h 2237474"/>
              <a:gd name="connsiteX148" fmla="*/ 1195347 w 12192000"/>
              <a:gd name="connsiteY148" fmla="*/ 2212354 h 2237474"/>
              <a:gd name="connsiteX149" fmla="*/ 970251 w 12192000"/>
              <a:gd name="connsiteY149" fmla="*/ 2221029 h 2237474"/>
              <a:gd name="connsiteX150" fmla="*/ 812914 w 12192000"/>
              <a:gd name="connsiteY150" fmla="*/ 2202752 h 2237474"/>
              <a:gd name="connsiteX151" fmla="*/ 800195 w 12192000"/>
              <a:gd name="connsiteY151" fmla="*/ 2209407 h 2237474"/>
              <a:gd name="connsiteX152" fmla="*/ 784978 w 12192000"/>
              <a:gd name="connsiteY152" fmla="*/ 2212360 h 2237474"/>
              <a:gd name="connsiteX153" fmla="*/ 681987 w 12192000"/>
              <a:gd name="connsiteY153" fmla="*/ 2216757 h 2237474"/>
              <a:gd name="connsiteX154" fmla="*/ 669923 w 12192000"/>
              <a:gd name="connsiteY154" fmla="*/ 2211682 h 2237474"/>
              <a:gd name="connsiteX155" fmla="*/ 648680 w 12192000"/>
              <a:gd name="connsiteY155" fmla="*/ 2206229 h 2237474"/>
              <a:gd name="connsiteX156" fmla="*/ 597225 w 12192000"/>
              <a:gd name="connsiteY156" fmla="*/ 2180999 h 2237474"/>
              <a:gd name="connsiteX157" fmla="*/ 558449 w 12192000"/>
              <a:gd name="connsiteY157" fmla="*/ 2182346 h 2237474"/>
              <a:gd name="connsiteX158" fmla="*/ 550517 w 12192000"/>
              <a:gd name="connsiteY158" fmla="*/ 2182060 h 2237474"/>
              <a:gd name="connsiteX159" fmla="*/ 550309 w 12192000"/>
              <a:gd name="connsiteY159" fmla="*/ 2181825 h 2237474"/>
              <a:gd name="connsiteX160" fmla="*/ 541836 w 12192000"/>
              <a:gd name="connsiteY160" fmla="*/ 2181063 h 2237474"/>
              <a:gd name="connsiteX161" fmla="*/ 536057 w 12192000"/>
              <a:gd name="connsiteY161" fmla="*/ 2181537 h 2237474"/>
              <a:gd name="connsiteX162" fmla="*/ 520671 w 12192000"/>
              <a:gd name="connsiteY162" fmla="*/ 2180980 h 2237474"/>
              <a:gd name="connsiteX163" fmla="*/ 515024 w 12192000"/>
              <a:gd name="connsiteY163" fmla="*/ 2179258 h 2237474"/>
              <a:gd name="connsiteX164" fmla="*/ 512278 w 12192000"/>
              <a:gd name="connsiteY164" fmla="*/ 2176369 h 2237474"/>
              <a:gd name="connsiteX165" fmla="*/ 480419 w 12192000"/>
              <a:gd name="connsiteY165" fmla="*/ 2167807 h 2237474"/>
              <a:gd name="connsiteX166" fmla="*/ 413835 w 12192000"/>
              <a:gd name="connsiteY166" fmla="*/ 2156783 h 2237474"/>
              <a:gd name="connsiteX167" fmla="*/ 376513 w 12192000"/>
              <a:gd name="connsiteY167" fmla="*/ 2154014 h 2237474"/>
              <a:gd name="connsiteX168" fmla="*/ 273386 w 12192000"/>
              <a:gd name="connsiteY168" fmla="*/ 2142551 h 2237474"/>
              <a:gd name="connsiteX169" fmla="*/ 169207 w 12192000"/>
              <a:gd name="connsiteY169" fmla="*/ 2128100 h 2237474"/>
              <a:gd name="connsiteX170" fmla="*/ 93149 w 12192000"/>
              <a:gd name="connsiteY170" fmla="*/ 2105324 h 2237474"/>
              <a:gd name="connsiteX171" fmla="*/ 88109 w 12192000"/>
              <a:gd name="connsiteY171" fmla="*/ 2106704 h 2237474"/>
              <a:gd name="connsiteX172" fmla="*/ 80022 w 12192000"/>
              <a:gd name="connsiteY172" fmla="*/ 2107254 h 2237474"/>
              <a:gd name="connsiteX173" fmla="*/ 79717 w 12192000"/>
              <a:gd name="connsiteY173" fmla="*/ 2107046 h 2237474"/>
              <a:gd name="connsiteX174" fmla="*/ 72352 w 12192000"/>
              <a:gd name="connsiteY174" fmla="*/ 2107991 h 2237474"/>
              <a:gd name="connsiteX175" fmla="*/ 37645 w 12192000"/>
              <a:gd name="connsiteY175" fmla="*/ 2115401 h 2237474"/>
              <a:gd name="connsiteX176" fmla="*/ 4572 w 12192000"/>
              <a:gd name="connsiteY176" fmla="*/ 2111091 h 2237474"/>
              <a:gd name="connsiteX177" fmla="*/ 0 w 12192000"/>
              <a:gd name="connsiteY177" fmla="*/ 2110468 h 2237474"/>
              <a:gd name="connsiteX178" fmla="*/ 0 w 12192000"/>
              <a:gd name="connsiteY17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48833 w 12192000"/>
              <a:gd name="connsiteY115" fmla="*/ 1986323 h 2237474"/>
              <a:gd name="connsiteX116" fmla="*/ 2748661 w 12192000"/>
              <a:gd name="connsiteY116" fmla="*/ 1986122 h 2237474"/>
              <a:gd name="connsiteX117" fmla="*/ 2718916 w 12192000"/>
              <a:gd name="connsiteY117" fmla="*/ 1990867 h 2237474"/>
              <a:gd name="connsiteX118" fmla="*/ 2713522 w 12192000"/>
              <a:gd name="connsiteY118" fmla="*/ 1990173 h 2237474"/>
              <a:gd name="connsiteX119" fmla="*/ 2578178 w 12192000"/>
              <a:gd name="connsiteY119" fmla="*/ 1990531 h 2237474"/>
              <a:gd name="connsiteX120" fmla="*/ 2476147 w 12192000"/>
              <a:gd name="connsiteY120" fmla="*/ 1998305 h 2237474"/>
              <a:gd name="connsiteX121" fmla="*/ 2373568 w 12192000"/>
              <a:gd name="connsiteY121" fmla="*/ 2003219 h 2237474"/>
              <a:gd name="connsiteX122" fmla="*/ 2287219 w 12192000"/>
              <a:gd name="connsiteY122" fmla="*/ 1998750 h 2237474"/>
              <a:gd name="connsiteX123" fmla="*/ 2243069 w 12192000"/>
              <a:gd name="connsiteY123" fmla="*/ 2015111 h 2237474"/>
              <a:gd name="connsiteX124" fmla="*/ 2186609 w 12192000"/>
              <a:gd name="connsiteY124" fmla="*/ 2008263 h 2237474"/>
              <a:gd name="connsiteX125" fmla="*/ 2164831 w 12192000"/>
              <a:gd name="connsiteY125" fmla="*/ 2010143 h 2237474"/>
              <a:gd name="connsiteX126" fmla="*/ 2152836 w 12192000"/>
              <a:gd name="connsiteY126" fmla="*/ 2010048 h 2237474"/>
              <a:gd name="connsiteX127" fmla="*/ 2117102 w 12192000"/>
              <a:gd name="connsiteY127" fmla="*/ 2023004 h 2237474"/>
              <a:gd name="connsiteX128" fmla="*/ 2111935 w 12192000"/>
              <a:gd name="connsiteY128" fmla="*/ 2023163 h 2237474"/>
              <a:gd name="connsiteX129" fmla="*/ 2089991 w 12192000"/>
              <a:gd name="connsiteY129" fmla="*/ 2034193 h 2237474"/>
              <a:gd name="connsiteX130" fmla="*/ 2058061 w 12192000"/>
              <a:gd name="connsiteY130" fmla="*/ 2047942 h 2237474"/>
              <a:gd name="connsiteX131" fmla="*/ 2055737 w 12192000"/>
              <a:gd name="connsiteY131" fmla="*/ 2047704 h 2237474"/>
              <a:gd name="connsiteX132" fmla="*/ 2042244 w 12192000"/>
              <a:gd name="connsiteY132" fmla="*/ 2055560 h 2237474"/>
              <a:gd name="connsiteX133" fmla="*/ 1976224 w 12192000"/>
              <a:gd name="connsiteY133" fmla="*/ 2074257 h 2237474"/>
              <a:gd name="connsiteX134" fmla="*/ 1877728 w 12192000"/>
              <a:gd name="connsiteY134" fmla="*/ 2101004 h 2237474"/>
              <a:gd name="connsiteX135" fmla="*/ 1759056 w 12192000"/>
              <a:gd name="connsiteY135" fmla="*/ 2125608 h 2237474"/>
              <a:gd name="connsiteX136" fmla="*/ 1637948 w 12192000"/>
              <a:gd name="connsiteY136" fmla="*/ 2172597 h 2237474"/>
              <a:gd name="connsiteX137" fmla="*/ 1434549 w 12192000"/>
              <a:gd name="connsiteY137" fmla="*/ 2234522 h 2237474"/>
              <a:gd name="connsiteX138" fmla="*/ 1398481 w 12192000"/>
              <a:gd name="connsiteY138" fmla="*/ 2237074 h 2237474"/>
              <a:gd name="connsiteX139" fmla="*/ 1398407 w 12192000"/>
              <a:gd name="connsiteY139" fmla="*/ 2237095 h 2237474"/>
              <a:gd name="connsiteX140" fmla="*/ 1370962 w 12192000"/>
              <a:gd name="connsiteY140" fmla="*/ 2237474 h 2237474"/>
              <a:gd name="connsiteX141" fmla="*/ 1356367 w 12192000"/>
              <a:gd name="connsiteY141" fmla="*/ 2235089 h 2237474"/>
              <a:gd name="connsiteX142" fmla="*/ 1324828 w 12192000"/>
              <a:gd name="connsiteY142" fmla="*/ 2231968 h 2237474"/>
              <a:gd name="connsiteX143" fmla="*/ 1297744 w 12192000"/>
              <a:gd name="connsiteY143" fmla="*/ 2235849 h 2237474"/>
              <a:gd name="connsiteX144" fmla="*/ 1286236 w 12192000"/>
              <a:gd name="connsiteY144" fmla="*/ 2233135 h 2237474"/>
              <a:gd name="connsiteX145" fmla="*/ 1283504 w 12192000"/>
              <a:gd name="connsiteY145" fmla="*/ 2233797 h 2237474"/>
              <a:gd name="connsiteX146" fmla="*/ 1279765 w 12192000"/>
              <a:gd name="connsiteY146" fmla="*/ 2229639 h 2237474"/>
              <a:gd name="connsiteX147" fmla="*/ 1195347 w 12192000"/>
              <a:gd name="connsiteY147" fmla="*/ 2212354 h 2237474"/>
              <a:gd name="connsiteX148" fmla="*/ 970251 w 12192000"/>
              <a:gd name="connsiteY148" fmla="*/ 2221029 h 2237474"/>
              <a:gd name="connsiteX149" fmla="*/ 812914 w 12192000"/>
              <a:gd name="connsiteY149" fmla="*/ 2202752 h 2237474"/>
              <a:gd name="connsiteX150" fmla="*/ 800195 w 12192000"/>
              <a:gd name="connsiteY150" fmla="*/ 2209407 h 2237474"/>
              <a:gd name="connsiteX151" fmla="*/ 784978 w 12192000"/>
              <a:gd name="connsiteY151" fmla="*/ 2212360 h 2237474"/>
              <a:gd name="connsiteX152" fmla="*/ 681987 w 12192000"/>
              <a:gd name="connsiteY152" fmla="*/ 2216757 h 2237474"/>
              <a:gd name="connsiteX153" fmla="*/ 669923 w 12192000"/>
              <a:gd name="connsiteY153" fmla="*/ 2211682 h 2237474"/>
              <a:gd name="connsiteX154" fmla="*/ 648680 w 12192000"/>
              <a:gd name="connsiteY154" fmla="*/ 2206229 h 2237474"/>
              <a:gd name="connsiteX155" fmla="*/ 597225 w 12192000"/>
              <a:gd name="connsiteY155" fmla="*/ 2180999 h 2237474"/>
              <a:gd name="connsiteX156" fmla="*/ 558449 w 12192000"/>
              <a:gd name="connsiteY156" fmla="*/ 2182346 h 2237474"/>
              <a:gd name="connsiteX157" fmla="*/ 550517 w 12192000"/>
              <a:gd name="connsiteY157" fmla="*/ 2182060 h 2237474"/>
              <a:gd name="connsiteX158" fmla="*/ 550309 w 12192000"/>
              <a:gd name="connsiteY158" fmla="*/ 2181825 h 2237474"/>
              <a:gd name="connsiteX159" fmla="*/ 541836 w 12192000"/>
              <a:gd name="connsiteY159" fmla="*/ 2181063 h 2237474"/>
              <a:gd name="connsiteX160" fmla="*/ 536057 w 12192000"/>
              <a:gd name="connsiteY160" fmla="*/ 2181537 h 2237474"/>
              <a:gd name="connsiteX161" fmla="*/ 520671 w 12192000"/>
              <a:gd name="connsiteY161" fmla="*/ 2180980 h 2237474"/>
              <a:gd name="connsiteX162" fmla="*/ 515024 w 12192000"/>
              <a:gd name="connsiteY162" fmla="*/ 2179258 h 2237474"/>
              <a:gd name="connsiteX163" fmla="*/ 512278 w 12192000"/>
              <a:gd name="connsiteY163" fmla="*/ 2176369 h 2237474"/>
              <a:gd name="connsiteX164" fmla="*/ 480419 w 12192000"/>
              <a:gd name="connsiteY164" fmla="*/ 2167807 h 2237474"/>
              <a:gd name="connsiteX165" fmla="*/ 413835 w 12192000"/>
              <a:gd name="connsiteY165" fmla="*/ 2156783 h 2237474"/>
              <a:gd name="connsiteX166" fmla="*/ 376513 w 12192000"/>
              <a:gd name="connsiteY166" fmla="*/ 2154014 h 2237474"/>
              <a:gd name="connsiteX167" fmla="*/ 273386 w 12192000"/>
              <a:gd name="connsiteY167" fmla="*/ 2142551 h 2237474"/>
              <a:gd name="connsiteX168" fmla="*/ 169207 w 12192000"/>
              <a:gd name="connsiteY168" fmla="*/ 2128100 h 2237474"/>
              <a:gd name="connsiteX169" fmla="*/ 93149 w 12192000"/>
              <a:gd name="connsiteY169" fmla="*/ 2105324 h 2237474"/>
              <a:gd name="connsiteX170" fmla="*/ 88109 w 12192000"/>
              <a:gd name="connsiteY170" fmla="*/ 2106704 h 2237474"/>
              <a:gd name="connsiteX171" fmla="*/ 80022 w 12192000"/>
              <a:gd name="connsiteY171" fmla="*/ 2107254 h 2237474"/>
              <a:gd name="connsiteX172" fmla="*/ 79717 w 12192000"/>
              <a:gd name="connsiteY172" fmla="*/ 2107046 h 2237474"/>
              <a:gd name="connsiteX173" fmla="*/ 72352 w 12192000"/>
              <a:gd name="connsiteY173" fmla="*/ 2107991 h 2237474"/>
              <a:gd name="connsiteX174" fmla="*/ 37645 w 12192000"/>
              <a:gd name="connsiteY174" fmla="*/ 2115401 h 2237474"/>
              <a:gd name="connsiteX175" fmla="*/ 4572 w 12192000"/>
              <a:gd name="connsiteY175" fmla="*/ 2111091 h 2237474"/>
              <a:gd name="connsiteX176" fmla="*/ 0 w 12192000"/>
              <a:gd name="connsiteY176" fmla="*/ 2110468 h 2237474"/>
              <a:gd name="connsiteX177" fmla="*/ 0 w 12192000"/>
              <a:gd name="connsiteY17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48833 w 12192000"/>
              <a:gd name="connsiteY115" fmla="*/ 1986323 h 2237474"/>
              <a:gd name="connsiteX116" fmla="*/ 2718916 w 12192000"/>
              <a:gd name="connsiteY116" fmla="*/ 1990867 h 2237474"/>
              <a:gd name="connsiteX117" fmla="*/ 2713522 w 12192000"/>
              <a:gd name="connsiteY117" fmla="*/ 1990173 h 2237474"/>
              <a:gd name="connsiteX118" fmla="*/ 2578178 w 12192000"/>
              <a:gd name="connsiteY118" fmla="*/ 1990531 h 2237474"/>
              <a:gd name="connsiteX119" fmla="*/ 2476147 w 12192000"/>
              <a:gd name="connsiteY119" fmla="*/ 1998305 h 2237474"/>
              <a:gd name="connsiteX120" fmla="*/ 2373568 w 12192000"/>
              <a:gd name="connsiteY120" fmla="*/ 2003219 h 2237474"/>
              <a:gd name="connsiteX121" fmla="*/ 2287219 w 12192000"/>
              <a:gd name="connsiteY121" fmla="*/ 1998750 h 2237474"/>
              <a:gd name="connsiteX122" fmla="*/ 2243069 w 12192000"/>
              <a:gd name="connsiteY122" fmla="*/ 2015111 h 2237474"/>
              <a:gd name="connsiteX123" fmla="*/ 2186609 w 12192000"/>
              <a:gd name="connsiteY123" fmla="*/ 2008263 h 2237474"/>
              <a:gd name="connsiteX124" fmla="*/ 2164831 w 12192000"/>
              <a:gd name="connsiteY124" fmla="*/ 2010143 h 2237474"/>
              <a:gd name="connsiteX125" fmla="*/ 2152836 w 12192000"/>
              <a:gd name="connsiteY125" fmla="*/ 2010048 h 2237474"/>
              <a:gd name="connsiteX126" fmla="*/ 2117102 w 12192000"/>
              <a:gd name="connsiteY126" fmla="*/ 2023004 h 2237474"/>
              <a:gd name="connsiteX127" fmla="*/ 2111935 w 12192000"/>
              <a:gd name="connsiteY127" fmla="*/ 2023163 h 2237474"/>
              <a:gd name="connsiteX128" fmla="*/ 2089991 w 12192000"/>
              <a:gd name="connsiteY128" fmla="*/ 2034193 h 2237474"/>
              <a:gd name="connsiteX129" fmla="*/ 2058061 w 12192000"/>
              <a:gd name="connsiteY129" fmla="*/ 2047942 h 2237474"/>
              <a:gd name="connsiteX130" fmla="*/ 2055737 w 12192000"/>
              <a:gd name="connsiteY130" fmla="*/ 2047704 h 2237474"/>
              <a:gd name="connsiteX131" fmla="*/ 2042244 w 12192000"/>
              <a:gd name="connsiteY131" fmla="*/ 2055560 h 2237474"/>
              <a:gd name="connsiteX132" fmla="*/ 1976224 w 12192000"/>
              <a:gd name="connsiteY132" fmla="*/ 2074257 h 2237474"/>
              <a:gd name="connsiteX133" fmla="*/ 1877728 w 12192000"/>
              <a:gd name="connsiteY133" fmla="*/ 2101004 h 2237474"/>
              <a:gd name="connsiteX134" fmla="*/ 1759056 w 12192000"/>
              <a:gd name="connsiteY134" fmla="*/ 2125608 h 2237474"/>
              <a:gd name="connsiteX135" fmla="*/ 1637948 w 12192000"/>
              <a:gd name="connsiteY135" fmla="*/ 2172597 h 2237474"/>
              <a:gd name="connsiteX136" fmla="*/ 1434549 w 12192000"/>
              <a:gd name="connsiteY136" fmla="*/ 2234522 h 2237474"/>
              <a:gd name="connsiteX137" fmla="*/ 1398481 w 12192000"/>
              <a:gd name="connsiteY137" fmla="*/ 2237074 h 2237474"/>
              <a:gd name="connsiteX138" fmla="*/ 1398407 w 12192000"/>
              <a:gd name="connsiteY138" fmla="*/ 2237095 h 2237474"/>
              <a:gd name="connsiteX139" fmla="*/ 1370962 w 12192000"/>
              <a:gd name="connsiteY139" fmla="*/ 2237474 h 2237474"/>
              <a:gd name="connsiteX140" fmla="*/ 1356367 w 12192000"/>
              <a:gd name="connsiteY140" fmla="*/ 2235089 h 2237474"/>
              <a:gd name="connsiteX141" fmla="*/ 1324828 w 12192000"/>
              <a:gd name="connsiteY141" fmla="*/ 2231968 h 2237474"/>
              <a:gd name="connsiteX142" fmla="*/ 1297744 w 12192000"/>
              <a:gd name="connsiteY142" fmla="*/ 2235849 h 2237474"/>
              <a:gd name="connsiteX143" fmla="*/ 1286236 w 12192000"/>
              <a:gd name="connsiteY143" fmla="*/ 2233135 h 2237474"/>
              <a:gd name="connsiteX144" fmla="*/ 1283504 w 12192000"/>
              <a:gd name="connsiteY144" fmla="*/ 2233797 h 2237474"/>
              <a:gd name="connsiteX145" fmla="*/ 1279765 w 12192000"/>
              <a:gd name="connsiteY145" fmla="*/ 2229639 h 2237474"/>
              <a:gd name="connsiteX146" fmla="*/ 1195347 w 12192000"/>
              <a:gd name="connsiteY146" fmla="*/ 2212354 h 2237474"/>
              <a:gd name="connsiteX147" fmla="*/ 970251 w 12192000"/>
              <a:gd name="connsiteY147" fmla="*/ 2221029 h 2237474"/>
              <a:gd name="connsiteX148" fmla="*/ 812914 w 12192000"/>
              <a:gd name="connsiteY148" fmla="*/ 2202752 h 2237474"/>
              <a:gd name="connsiteX149" fmla="*/ 800195 w 12192000"/>
              <a:gd name="connsiteY149" fmla="*/ 2209407 h 2237474"/>
              <a:gd name="connsiteX150" fmla="*/ 784978 w 12192000"/>
              <a:gd name="connsiteY150" fmla="*/ 2212360 h 2237474"/>
              <a:gd name="connsiteX151" fmla="*/ 681987 w 12192000"/>
              <a:gd name="connsiteY151" fmla="*/ 2216757 h 2237474"/>
              <a:gd name="connsiteX152" fmla="*/ 669923 w 12192000"/>
              <a:gd name="connsiteY152" fmla="*/ 2211682 h 2237474"/>
              <a:gd name="connsiteX153" fmla="*/ 648680 w 12192000"/>
              <a:gd name="connsiteY153" fmla="*/ 2206229 h 2237474"/>
              <a:gd name="connsiteX154" fmla="*/ 597225 w 12192000"/>
              <a:gd name="connsiteY154" fmla="*/ 2180999 h 2237474"/>
              <a:gd name="connsiteX155" fmla="*/ 558449 w 12192000"/>
              <a:gd name="connsiteY155" fmla="*/ 2182346 h 2237474"/>
              <a:gd name="connsiteX156" fmla="*/ 550517 w 12192000"/>
              <a:gd name="connsiteY156" fmla="*/ 2182060 h 2237474"/>
              <a:gd name="connsiteX157" fmla="*/ 550309 w 12192000"/>
              <a:gd name="connsiteY157" fmla="*/ 2181825 h 2237474"/>
              <a:gd name="connsiteX158" fmla="*/ 541836 w 12192000"/>
              <a:gd name="connsiteY158" fmla="*/ 2181063 h 2237474"/>
              <a:gd name="connsiteX159" fmla="*/ 536057 w 12192000"/>
              <a:gd name="connsiteY159" fmla="*/ 2181537 h 2237474"/>
              <a:gd name="connsiteX160" fmla="*/ 520671 w 12192000"/>
              <a:gd name="connsiteY160" fmla="*/ 2180980 h 2237474"/>
              <a:gd name="connsiteX161" fmla="*/ 515024 w 12192000"/>
              <a:gd name="connsiteY161" fmla="*/ 2179258 h 2237474"/>
              <a:gd name="connsiteX162" fmla="*/ 512278 w 12192000"/>
              <a:gd name="connsiteY162" fmla="*/ 2176369 h 2237474"/>
              <a:gd name="connsiteX163" fmla="*/ 480419 w 12192000"/>
              <a:gd name="connsiteY163" fmla="*/ 2167807 h 2237474"/>
              <a:gd name="connsiteX164" fmla="*/ 413835 w 12192000"/>
              <a:gd name="connsiteY164" fmla="*/ 2156783 h 2237474"/>
              <a:gd name="connsiteX165" fmla="*/ 376513 w 12192000"/>
              <a:gd name="connsiteY165" fmla="*/ 2154014 h 2237474"/>
              <a:gd name="connsiteX166" fmla="*/ 273386 w 12192000"/>
              <a:gd name="connsiteY166" fmla="*/ 2142551 h 2237474"/>
              <a:gd name="connsiteX167" fmla="*/ 169207 w 12192000"/>
              <a:gd name="connsiteY167" fmla="*/ 2128100 h 2237474"/>
              <a:gd name="connsiteX168" fmla="*/ 93149 w 12192000"/>
              <a:gd name="connsiteY168" fmla="*/ 2105324 h 2237474"/>
              <a:gd name="connsiteX169" fmla="*/ 88109 w 12192000"/>
              <a:gd name="connsiteY169" fmla="*/ 2106704 h 2237474"/>
              <a:gd name="connsiteX170" fmla="*/ 80022 w 12192000"/>
              <a:gd name="connsiteY170" fmla="*/ 2107254 h 2237474"/>
              <a:gd name="connsiteX171" fmla="*/ 79717 w 12192000"/>
              <a:gd name="connsiteY171" fmla="*/ 2107046 h 2237474"/>
              <a:gd name="connsiteX172" fmla="*/ 72352 w 12192000"/>
              <a:gd name="connsiteY172" fmla="*/ 2107991 h 2237474"/>
              <a:gd name="connsiteX173" fmla="*/ 37645 w 12192000"/>
              <a:gd name="connsiteY173" fmla="*/ 2115401 h 2237474"/>
              <a:gd name="connsiteX174" fmla="*/ 4572 w 12192000"/>
              <a:gd name="connsiteY174" fmla="*/ 2111091 h 2237474"/>
              <a:gd name="connsiteX175" fmla="*/ 0 w 12192000"/>
              <a:gd name="connsiteY175" fmla="*/ 2110468 h 2237474"/>
              <a:gd name="connsiteX176" fmla="*/ 0 w 12192000"/>
              <a:gd name="connsiteY17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18916 w 12192000"/>
              <a:gd name="connsiteY115" fmla="*/ 1990867 h 2237474"/>
              <a:gd name="connsiteX116" fmla="*/ 2713522 w 12192000"/>
              <a:gd name="connsiteY116" fmla="*/ 1990173 h 2237474"/>
              <a:gd name="connsiteX117" fmla="*/ 2578178 w 12192000"/>
              <a:gd name="connsiteY117" fmla="*/ 1990531 h 2237474"/>
              <a:gd name="connsiteX118" fmla="*/ 2476147 w 12192000"/>
              <a:gd name="connsiteY118" fmla="*/ 1998305 h 2237474"/>
              <a:gd name="connsiteX119" fmla="*/ 2373568 w 12192000"/>
              <a:gd name="connsiteY119" fmla="*/ 2003219 h 2237474"/>
              <a:gd name="connsiteX120" fmla="*/ 2287219 w 12192000"/>
              <a:gd name="connsiteY120" fmla="*/ 1998750 h 2237474"/>
              <a:gd name="connsiteX121" fmla="*/ 2243069 w 12192000"/>
              <a:gd name="connsiteY121" fmla="*/ 2015111 h 2237474"/>
              <a:gd name="connsiteX122" fmla="*/ 2186609 w 12192000"/>
              <a:gd name="connsiteY122" fmla="*/ 2008263 h 2237474"/>
              <a:gd name="connsiteX123" fmla="*/ 2164831 w 12192000"/>
              <a:gd name="connsiteY123" fmla="*/ 2010143 h 2237474"/>
              <a:gd name="connsiteX124" fmla="*/ 2152836 w 12192000"/>
              <a:gd name="connsiteY124" fmla="*/ 2010048 h 2237474"/>
              <a:gd name="connsiteX125" fmla="*/ 2117102 w 12192000"/>
              <a:gd name="connsiteY125" fmla="*/ 2023004 h 2237474"/>
              <a:gd name="connsiteX126" fmla="*/ 2111935 w 12192000"/>
              <a:gd name="connsiteY126" fmla="*/ 2023163 h 2237474"/>
              <a:gd name="connsiteX127" fmla="*/ 2089991 w 12192000"/>
              <a:gd name="connsiteY127" fmla="*/ 2034193 h 2237474"/>
              <a:gd name="connsiteX128" fmla="*/ 2058061 w 12192000"/>
              <a:gd name="connsiteY128" fmla="*/ 2047942 h 2237474"/>
              <a:gd name="connsiteX129" fmla="*/ 2055737 w 12192000"/>
              <a:gd name="connsiteY129" fmla="*/ 2047704 h 2237474"/>
              <a:gd name="connsiteX130" fmla="*/ 2042244 w 12192000"/>
              <a:gd name="connsiteY130" fmla="*/ 2055560 h 2237474"/>
              <a:gd name="connsiteX131" fmla="*/ 1976224 w 12192000"/>
              <a:gd name="connsiteY131" fmla="*/ 2074257 h 2237474"/>
              <a:gd name="connsiteX132" fmla="*/ 1877728 w 12192000"/>
              <a:gd name="connsiteY132" fmla="*/ 2101004 h 2237474"/>
              <a:gd name="connsiteX133" fmla="*/ 1759056 w 12192000"/>
              <a:gd name="connsiteY133" fmla="*/ 2125608 h 2237474"/>
              <a:gd name="connsiteX134" fmla="*/ 1637948 w 12192000"/>
              <a:gd name="connsiteY134" fmla="*/ 2172597 h 2237474"/>
              <a:gd name="connsiteX135" fmla="*/ 1434549 w 12192000"/>
              <a:gd name="connsiteY135" fmla="*/ 2234522 h 2237474"/>
              <a:gd name="connsiteX136" fmla="*/ 1398481 w 12192000"/>
              <a:gd name="connsiteY136" fmla="*/ 2237074 h 2237474"/>
              <a:gd name="connsiteX137" fmla="*/ 1398407 w 12192000"/>
              <a:gd name="connsiteY137" fmla="*/ 2237095 h 2237474"/>
              <a:gd name="connsiteX138" fmla="*/ 1370962 w 12192000"/>
              <a:gd name="connsiteY138" fmla="*/ 2237474 h 2237474"/>
              <a:gd name="connsiteX139" fmla="*/ 1356367 w 12192000"/>
              <a:gd name="connsiteY139" fmla="*/ 2235089 h 2237474"/>
              <a:gd name="connsiteX140" fmla="*/ 1324828 w 12192000"/>
              <a:gd name="connsiteY140" fmla="*/ 2231968 h 2237474"/>
              <a:gd name="connsiteX141" fmla="*/ 1297744 w 12192000"/>
              <a:gd name="connsiteY141" fmla="*/ 2235849 h 2237474"/>
              <a:gd name="connsiteX142" fmla="*/ 1286236 w 12192000"/>
              <a:gd name="connsiteY142" fmla="*/ 2233135 h 2237474"/>
              <a:gd name="connsiteX143" fmla="*/ 1283504 w 12192000"/>
              <a:gd name="connsiteY143" fmla="*/ 2233797 h 2237474"/>
              <a:gd name="connsiteX144" fmla="*/ 1279765 w 12192000"/>
              <a:gd name="connsiteY144" fmla="*/ 2229639 h 2237474"/>
              <a:gd name="connsiteX145" fmla="*/ 1195347 w 12192000"/>
              <a:gd name="connsiteY145" fmla="*/ 2212354 h 2237474"/>
              <a:gd name="connsiteX146" fmla="*/ 970251 w 12192000"/>
              <a:gd name="connsiteY146" fmla="*/ 2221029 h 2237474"/>
              <a:gd name="connsiteX147" fmla="*/ 812914 w 12192000"/>
              <a:gd name="connsiteY147" fmla="*/ 2202752 h 2237474"/>
              <a:gd name="connsiteX148" fmla="*/ 800195 w 12192000"/>
              <a:gd name="connsiteY148" fmla="*/ 2209407 h 2237474"/>
              <a:gd name="connsiteX149" fmla="*/ 784978 w 12192000"/>
              <a:gd name="connsiteY149" fmla="*/ 2212360 h 2237474"/>
              <a:gd name="connsiteX150" fmla="*/ 681987 w 12192000"/>
              <a:gd name="connsiteY150" fmla="*/ 2216757 h 2237474"/>
              <a:gd name="connsiteX151" fmla="*/ 669923 w 12192000"/>
              <a:gd name="connsiteY151" fmla="*/ 2211682 h 2237474"/>
              <a:gd name="connsiteX152" fmla="*/ 648680 w 12192000"/>
              <a:gd name="connsiteY152" fmla="*/ 2206229 h 2237474"/>
              <a:gd name="connsiteX153" fmla="*/ 597225 w 12192000"/>
              <a:gd name="connsiteY153" fmla="*/ 2180999 h 2237474"/>
              <a:gd name="connsiteX154" fmla="*/ 558449 w 12192000"/>
              <a:gd name="connsiteY154" fmla="*/ 2182346 h 2237474"/>
              <a:gd name="connsiteX155" fmla="*/ 550517 w 12192000"/>
              <a:gd name="connsiteY155" fmla="*/ 2182060 h 2237474"/>
              <a:gd name="connsiteX156" fmla="*/ 550309 w 12192000"/>
              <a:gd name="connsiteY156" fmla="*/ 2181825 h 2237474"/>
              <a:gd name="connsiteX157" fmla="*/ 541836 w 12192000"/>
              <a:gd name="connsiteY157" fmla="*/ 2181063 h 2237474"/>
              <a:gd name="connsiteX158" fmla="*/ 536057 w 12192000"/>
              <a:gd name="connsiteY158" fmla="*/ 2181537 h 2237474"/>
              <a:gd name="connsiteX159" fmla="*/ 520671 w 12192000"/>
              <a:gd name="connsiteY159" fmla="*/ 2180980 h 2237474"/>
              <a:gd name="connsiteX160" fmla="*/ 515024 w 12192000"/>
              <a:gd name="connsiteY160" fmla="*/ 2179258 h 2237474"/>
              <a:gd name="connsiteX161" fmla="*/ 512278 w 12192000"/>
              <a:gd name="connsiteY161" fmla="*/ 2176369 h 2237474"/>
              <a:gd name="connsiteX162" fmla="*/ 480419 w 12192000"/>
              <a:gd name="connsiteY162" fmla="*/ 2167807 h 2237474"/>
              <a:gd name="connsiteX163" fmla="*/ 413835 w 12192000"/>
              <a:gd name="connsiteY163" fmla="*/ 2156783 h 2237474"/>
              <a:gd name="connsiteX164" fmla="*/ 376513 w 12192000"/>
              <a:gd name="connsiteY164" fmla="*/ 2154014 h 2237474"/>
              <a:gd name="connsiteX165" fmla="*/ 273386 w 12192000"/>
              <a:gd name="connsiteY165" fmla="*/ 2142551 h 2237474"/>
              <a:gd name="connsiteX166" fmla="*/ 169207 w 12192000"/>
              <a:gd name="connsiteY166" fmla="*/ 2128100 h 2237474"/>
              <a:gd name="connsiteX167" fmla="*/ 93149 w 12192000"/>
              <a:gd name="connsiteY167" fmla="*/ 2105324 h 2237474"/>
              <a:gd name="connsiteX168" fmla="*/ 88109 w 12192000"/>
              <a:gd name="connsiteY168" fmla="*/ 2106704 h 2237474"/>
              <a:gd name="connsiteX169" fmla="*/ 80022 w 12192000"/>
              <a:gd name="connsiteY169" fmla="*/ 2107254 h 2237474"/>
              <a:gd name="connsiteX170" fmla="*/ 79717 w 12192000"/>
              <a:gd name="connsiteY170" fmla="*/ 2107046 h 2237474"/>
              <a:gd name="connsiteX171" fmla="*/ 72352 w 12192000"/>
              <a:gd name="connsiteY171" fmla="*/ 2107991 h 2237474"/>
              <a:gd name="connsiteX172" fmla="*/ 37645 w 12192000"/>
              <a:gd name="connsiteY172" fmla="*/ 2115401 h 2237474"/>
              <a:gd name="connsiteX173" fmla="*/ 4572 w 12192000"/>
              <a:gd name="connsiteY173" fmla="*/ 2111091 h 2237474"/>
              <a:gd name="connsiteX174" fmla="*/ 0 w 12192000"/>
              <a:gd name="connsiteY174" fmla="*/ 2110468 h 2237474"/>
              <a:gd name="connsiteX175" fmla="*/ 0 w 12192000"/>
              <a:gd name="connsiteY17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86236 w 12192000"/>
              <a:gd name="connsiteY141" fmla="*/ 2233135 h 2237474"/>
              <a:gd name="connsiteX142" fmla="*/ 1283504 w 12192000"/>
              <a:gd name="connsiteY142" fmla="*/ 2233797 h 2237474"/>
              <a:gd name="connsiteX143" fmla="*/ 1279765 w 12192000"/>
              <a:gd name="connsiteY143" fmla="*/ 2229639 h 2237474"/>
              <a:gd name="connsiteX144" fmla="*/ 1195347 w 12192000"/>
              <a:gd name="connsiteY144" fmla="*/ 2212354 h 2237474"/>
              <a:gd name="connsiteX145" fmla="*/ 970251 w 12192000"/>
              <a:gd name="connsiteY145" fmla="*/ 2221029 h 2237474"/>
              <a:gd name="connsiteX146" fmla="*/ 812914 w 12192000"/>
              <a:gd name="connsiteY146" fmla="*/ 2202752 h 2237474"/>
              <a:gd name="connsiteX147" fmla="*/ 800195 w 12192000"/>
              <a:gd name="connsiteY147" fmla="*/ 2209407 h 2237474"/>
              <a:gd name="connsiteX148" fmla="*/ 784978 w 12192000"/>
              <a:gd name="connsiteY148" fmla="*/ 2212360 h 2237474"/>
              <a:gd name="connsiteX149" fmla="*/ 681987 w 12192000"/>
              <a:gd name="connsiteY149" fmla="*/ 2216757 h 2237474"/>
              <a:gd name="connsiteX150" fmla="*/ 669923 w 12192000"/>
              <a:gd name="connsiteY150" fmla="*/ 2211682 h 2237474"/>
              <a:gd name="connsiteX151" fmla="*/ 648680 w 12192000"/>
              <a:gd name="connsiteY151" fmla="*/ 2206229 h 2237474"/>
              <a:gd name="connsiteX152" fmla="*/ 597225 w 12192000"/>
              <a:gd name="connsiteY152" fmla="*/ 2180999 h 2237474"/>
              <a:gd name="connsiteX153" fmla="*/ 558449 w 12192000"/>
              <a:gd name="connsiteY153" fmla="*/ 2182346 h 2237474"/>
              <a:gd name="connsiteX154" fmla="*/ 550517 w 12192000"/>
              <a:gd name="connsiteY154" fmla="*/ 2182060 h 2237474"/>
              <a:gd name="connsiteX155" fmla="*/ 550309 w 12192000"/>
              <a:gd name="connsiteY155" fmla="*/ 2181825 h 2237474"/>
              <a:gd name="connsiteX156" fmla="*/ 541836 w 12192000"/>
              <a:gd name="connsiteY156" fmla="*/ 2181063 h 2237474"/>
              <a:gd name="connsiteX157" fmla="*/ 536057 w 12192000"/>
              <a:gd name="connsiteY157" fmla="*/ 2181537 h 2237474"/>
              <a:gd name="connsiteX158" fmla="*/ 520671 w 12192000"/>
              <a:gd name="connsiteY158" fmla="*/ 2180980 h 2237474"/>
              <a:gd name="connsiteX159" fmla="*/ 515024 w 12192000"/>
              <a:gd name="connsiteY159" fmla="*/ 2179258 h 2237474"/>
              <a:gd name="connsiteX160" fmla="*/ 512278 w 12192000"/>
              <a:gd name="connsiteY160" fmla="*/ 2176369 h 2237474"/>
              <a:gd name="connsiteX161" fmla="*/ 480419 w 12192000"/>
              <a:gd name="connsiteY161" fmla="*/ 2167807 h 2237474"/>
              <a:gd name="connsiteX162" fmla="*/ 413835 w 12192000"/>
              <a:gd name="connsiteY162" fmla="*/ 2156783 h 2237474"/>
              <a:gd name="connsiteX163" fmla="*/ 376513 w 12192000"/>
              <a:gd name="connsiteY163" fmla="*/ 2154014 h 2237474"/>
              <a:gd name="connsiteX164" fmla="*/ 273386 w 12192000"/>
              <a:gd name="connsiteY164" fmla="*/ 2142551 h 2237474"/>
              <a:gd name="connsiteX165" fmla="*/ 169207 w 12192000"/>
              <a:gd name="connsiteY165" fmla="*/ 2128100 h 2237474"/>
              <a:gd name="connsiteX166" fmla="*/ 93149 w 12192000"/>
              <a:gd name="connsiteY166" fmla="*/ 2105324 h 2237474"/>
              <a:gd name="connsiteX167" fmla="*/ 88109 w 12192000"/>
              <a:gd name="connsiteY167" fmla="*/ 2106704 h 2237474"/>
              <a:gd name="connsiteX168" fmla="*/ 80022 w 12192000"/>
              <a:gd name="connsiteY168" fmla="*/ 2107254 h 2237474"/>
              <a:gd name="connsiteX169" fmla="*/ 79717 w 12192000"/>
              <a:gd name="connsiteY169" fmla="*/ 2107046 h 2237474"/>
              <a:gd name="connsiteX170" fmla="*/ 72352 w 12192000"/>
              <a:gd name="connsiteY170" fmla="*/ 2107991 h 2237474"/>
              <a:gd name="connsiteX171" fmla="*/ 37645 w 12192000"/>
              <a:gd name="connsiteY171" fmla="*/ 2115401 h 2237474"/>
              <a:gd name="connsiteX172" fmla="*/ 4572 w 12192000"/>
              <a:gd name="connsiteY172" fmla="*/ 2111091 h 2237474"/>
              <a:gd name="connsiteX173" fmla="*/ 0 w 12192000"/>
              <a:gd name="connsiteY173" fmla="*/ 2110468 h 2237474"/>
              <a:gd name="connsiteX174" fmla="*/ 0 w 12192000"/>
              <a:gd name="connsiteY17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86236 w 12192000"/>
              <a:gd name="connsiteY141" fmla="*/ 2233135 h 2237474"/>
              <a:gd name="connsiteX142" fmla="*/ 1279765 w 12192000"/>
              <a:gd name="connsiteY142" fmla="*/ 2229639 h 2237474"/>
              <a:gd name="connsiteX143" fmla="*/ 1195347 w 12192000"/>
              <a:gd name="connsiteY143" fmla="*/ 2212354 h 2237474"/>
              <a:gd name="connsiteX144" fmla="*/ 970251 w 12192000"/>
              <a:gd name="connsiteY144" fmla="*/ 2221029 h 2237474"/>
              <a:gd name="connsiteX145" fmla="*/ 812914 w 12192000"/>
              <a:gd name="connsiteY145" fmla="*/ 2202752 h 2237474"/>
              <a:gd name="connsiteX146" fmla="*/ 800195 w 12192000"/>
              <a:gd name="connsiteY146" fmla="*/ 2209407 h 2237474"/>
              <a:gd name="connsiteX147" fmla="*/ 784978 w 12192000"/>
              <a:gd name="connsiteY147" fmla="*/ 2212360 h 2237474"/>
              <a:gd name="connsiteX148" fmla="*/ 681987 w 12192000"/>
              <a:gd name="connsiteY148" fmla="*/ 2216757 h 2237474"/>
              <a:gd name="connsiteX149" fmla="*/ 669923 w 12192000"/>
              <a:gd name="connsiteY149" fmla="*/ 2211682 h 2237474"/>
              <a:gd name="connsiteX150" fmla="*/ 648680 w 12192000"/>
              <a:gd name="connsiteY150" fmla="*/ 2206229 h 2237474"/>
              <a:gd name="connsiteX151" fmla="*/ 597225 w 12192000"/>
              <a:gd name="connsiteY151" fmla="*/ 2180999 h 2237474"/>
              <a:gd name="connsiteX152" fmla="*/ 558449 w 12192000"/>
              <a:gd name="connsiteY152" fmla="*/ 2182346 h 2237474"/>
              <a:gd name="connsiteX153" fmla="*/ 550517 w 12192000"/>
              <a:gd name="connsiteY153" fmla="*/ 2182060 h 2237474"/>
              <a:gd name="connsiteX154" fmla="*/ 550309 w 12192000"/>
              <a:gd name="connsiteY154" fmla="*/ 2181825 h 2237474"/>
              <a:gd name="connsiteX155" fmla="*/ 541836 w 12192000"/>
              <a:gd name="connsiteY155" fmla="*/ 2181063 h 2237474"/>
              <a:gd name="connsiteX156" fmla="*/ 536057 w 12192000"/>
              <a:gd name="connsiteY156" fmla="*/ 2181537 h 2237474"/>
              <a:gd name="connsiteX157" fmla="*/ 520671 w 12192000"/>
              <a:gd name="connsiteY157" fmla="*/ 2180980 h 2237474"/>
              <a:gd name="connsiteX158" fmla="*/ 515024 w 12192000"/>
              <a:gd name="connsiteY158" fmla="*/ 2179258 h 2237474"/>
              <a:gd name="connsiteX159" fmla="*/ 512278 w 12192000"/>
              <a:gd name="connsiteY159" fmla="*/ 2176369 h 2237474"/>
              <a:gd name="connsiteX160" fmla="*/ 480419 w 12192000"/>
              <a:gd name="connsiteY160" fmla="*/ 2167807 h 2237474"/>
              <a:gd name="connsiteX161" fmla="*/ 413835 w 12192000"/>
              <a:gd name="connsiteY161" fmla="*/ 2156783 h 2237474"/>
              <a:gd name="connsiteX162" fmla="*/ 376513 w 12192000"/>
              <a:gd name="connsiteY162" fmla="*/ 2154014 h 2237474"/>
              <a:gd name="connsiteX163" fmla="*/ 273386 w 12192000"/>
              <a:gd name="connsiteY163" fmla="*/ 2142551 h 2237474"/>
              <a:gd name="connsiteX164" fmla="*/ 169207 w 12192000"/>
              <a:gd name="connsiteY164" fmla="*/ 2128100 h 2237474"/>
              <a:gd name="connsiteX165" fmla="*/ 93149 w 12192000"/>
              <a:gd name="connsiteY165" fmla="*/ 2105324 h 2237474"/>
              <a:gd name="connsiteX166" fmla="*/ 88109 w 12192000"/>
              <a:gd name="connsiteY166" fmla="*/ 2106704 h 2237474"/>
              <a:gd name="connsiteX167" fmla="*/ 80022 w 12192000"/>
              <a:gd name="connsiteY167" fmla="*/ 2107254 h 2237474"/>
              <a:gd name="connsiteX168" fmla="*/ 79717 w 12192000"/>
              <a:gd name="connsiteY168" fmla="*/ 2107046 h 2237474"/>
              <a:gd name="connsiteX169" fmla="*/ 72352 w 12192000"/>
              <a:gd name="connsiteY169" fmla="*/ 2107991 h 2237474"/>
              <a:gd name="connsiteX170" fmla="*/ 37645 w 12192000"/>
              <a:gd name="connsiteY170" fmla="*/ 2115401 h 2237474"/>
              <a:gd name="connsiteX171" fmla="*/ 4572 w 12192000"/>
              <a:gd name="connsiteY171" fmla="*/ 2111091 h 2237474"/>
              <a:gd name="connsiteX172" fmla="*/ 0 w 12192000"/>
              <a:gd name="connsiteY172" fmla="*/ 2110468 h 2237474"/>
              <a:gd name="connsiteX173" fmla="*/ 0 w 12192000"/>
              <a:gd name="connsiteY17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79765 w 12192000"/>
              <a:gd name="connsiteY141" fmla="*/ 2229639 h 2237474"/>
              <a:gd name="connsiteX142" fmla="*/ 1195347 w 12192000"/>
              <a:gd name="connsiteY142" fmla="*/ 2212354 h 2237474"/>
              <a:gd name="connsiteX143" fmla="*/ 970251 w 12192000"/>
              <a:gd name="connsiteY143" fmla="*/ 2221029 h 2237474"/>
              <a:gd name="connsiteX144" fmla="*/ 812914 w 12192000"/>
              <a:gd name="connsiteY144" fmla="*/ 2202752 h 2237474"/>
              <a:gd name="connsiteX145" fmla="*/ 800195 w 12192000"/>
              <a:gd name="connsiteY145" fmla="*/ 2209407 h 2237474"/>
              <a:gd name="connsiteX146" fmla="*/ 784978 w 12192000"/>
              <a:gd name="connsiteY146" fmla="*/ 2212360 h 2237474"/>
              <a:gd name="connsiteX147" fmla="*/ 681987 w 12192000"/>
              <a:gd name="connsiteY147" fmla="*/ 2216757 h 2237474"/>
              <a:gd name="connsiteX148" fmla="*/ 669923 w 12192000"/>
              <a:gd name="connsiteY148" fmla="*/ 2211682 h 2237474"/>
              <a:gd name="connsiteX149" fmla="*/ 648680 w 12192000"/>
              <a:gd name="connsiteY149" fmla="*/ 2206229 h 2237474"/>
              <a:gd name="connsiteX150" fmla="*/ 597225 w 12192000"/>
              <a:gd name="connsiteY150" fmla="*/ 2180999 h 2237474"/>
              <a:gd name="connsiteX151" fmla="*/ 558449 w 12192000"/>
              <a:gd name="connsiteY151" fmla="*/ 2182346 h 2237474"/>
              <a:gd name="connsiteX152" fmla="*/ 550517 w 12192000"/>
              <a:gd name="connsiteY152" fmla="*/ 2182060 h 2237474"/>
              <a:gd name="connsiteX153" fmla="*/ 550309 w 12192000"/>
              <a:gd name="connsiteY153" fmla="*/ 2181825 h 2237474"/>
              <a:gd name="connsiteX154" fmla="*/ 541836 w 12192000"/>
              <a:gd name="connsiteY154" fmla="*/ 2181063 h 2237474"/>
              <a:gd name="connsiteX155" fmla="*/ 536057 w 12192000"/>
              <a:gd name="connsiteY155" fmla="*/ 2181537 h 2237474"/>
              <a:gd name="connsiteX156" fmla="*/ 520671 w 12192000"/>
              <a:gd name="connsiteY156" fmla="*/ 2180980 h 2237474"/>
              <a:gd name="connsiteX157" fmla="*/ 515024 w 12192000"/>
              <a:gd name="connsiteY157" fmla="*/ 2179258 h 2237474"/>
              <a:gd name="connsiteX158" fmla="*/ 512278 w 12192000"/>
              <a:gd name="connsiteY158" fmla="*/ 2176369 h 2237474"/>
              <a:gd name="connsiteX159" fmla="*/ 480419 w 12192000"/>
              <a:gd name="connsiteY159" fmla="*/ 2167807 h 2237474"/>
              <a:gd name="connsiteX160" fmla="*/ 413835 w 12192000"/>
              <a:gd name="connsiteY160" fmla="*/ 2156783 h 2237474"/>
              <a:gd name="connsiteX161" fmla="*/ 376513 w 12192000"/>
              <a:gd name="connsiteY161" fmla="*/ 2154014 h 2237474"/>
              <a:gd name="connsiteX162" fmla="*/ 273386 w 12192000"/>
              <a:gd name="connsiteY162" fmla="*/ 2142551 h 2237474"/>
              <a:gd name="connsiteX163" fmla="*/ 169207 w 12192000"/>
              <a:gd name="connsiteY163" fmla="*/ 2128100 h 2237474"/>
              <a:gd name="connsiteX164" fmla="*/ 93149 w 12192000"/>
              <a:gd name="connsiteY164" fmla="*/ 2105324 h 2237474"/>
              <a:gd name="connsiteX165" fmla="*/ 88109 w 12192000"/>
              <a:gd name="connsiteY165" fmla="*/ 2106704 h 2237474"/>
              <a:gd name="connsiteX166" fmla="*/ 80022 w 12192000"/>
              <a:gd name="connsiteY166" fmla="*/ 2107254 h 2237474"/>
              <a:gd name="connsiteX167" fmla="*/ 79717 w 12192000"/>
              <a:gd name="connsiteY167" fmla="*/ 2107046 h 2237474"/>
              <a:gd name="connsiteX168" fmla="*/ 72352 w 12192000"/>
              <a:gd name="connsiteY168" fmla="*/ 2107991 h 2237474"/>
              <a:gd name="connsiteX169" fmla="*/ 37645 w 12192000"/>
              <a:gd name="connsiteY169" fmla="*/ 2115401 h 2237474"/>
              <a:gd name="connsiteX170" fmla="*/ 4572 w 12192000"/>
              <a:gd name="connsiteY170" fmla="*/ 2111091 h 2237474"/>
              <a:gd name="connsiteX171" fmla="*/ 0 w 12192000"/>
              <a:gd name="connsiteY171" fmla="*/ 2110468 h 2237474"/>
              <a:gd name="connsiteX172" fmla="*/ 0 w 12192000"/>
              <a:gd name="connsiteY17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79765 w 12192000"/>
              <a:gd name="connsiteY140" fmla="*/ 2229639 h 2237474"/>
              <a:gd name="connsiteX141" fmla="*/ 1195347 w 12192000"/>
              <a:gd name="connsiteY141" fmla="*/ 2212354 h 2237474"/>
              <a:gd name="connsiteX142" fmla="*/ 970251 w 12192000"/>
              <a:gd name="connsiteY142" fmla="*/ 2221029 h 2237474"/>
              <a:gd name="connsiteX143" fmla="*/ 812914 w 12192000"/>
              <a:gd name="connsiteY143" fmla="*/ 2202752 h 2237474"/>
              <a:gd name="connsiteX144" fmla="*/ 800195 w 12192000"/>
              <a:gd name="connsiteY144" fmla="*/ 2209407 h 2237474"/>
              <a:gd name="connsiteX145" fmla="*/ 784978 w 12192000"/>
              <a:gd name="connsiteY145" fmla="*/ 2212360 h 2237474"/>
              <a:gd name="connsiteX146" fmla="*/ 681987 w 12192000"/>
              <a:gd name="connsiteY146" fmla="*/ 2216757 h 2237474"/>
              <a:gd name="connsiteX147" fmla="*/ 669923 w 12192000"/>
              <a:gd name="connsiteY147" fmla="*/ 2211682 h 2237474"/>
              <a:gd name="connsiteX148" fmla="*/ 648680 w 12192000"/>
              <a:gd name="connsiteY148" fmla="*/ 2206229 h 2237474"/>
              <a:gd name="connsiteX149" fmla="*/ 597225 w 12192000"/>
              <a:gd name="connsiteY149" fmla="*/ 2180999 h 2237474"/>
              <a:gd name="connsiteX150" fmla="*/ 558449 w 12192000"/>
              <a:gd name="connsiteY150" fmla="*/ 2182346 h 2237474"/>
              <a:gd name="connsiteX151" fmla="*/ 550517 w 12192000"/>
              <a:gd name="connsiteY151" fmla="*/ 2182060 h 2237474"/>
              <a:gd name="connsiteX152" fmla="*/ 550309 w 12192000"/>
              <a:gd name="connsiteY152" fmla="*/ 2181825 h 2237474"/>
              <a:gd name="connsiteX153" fmla="*/ 541836 w 12192000"/>
              <a:gd name="connsiteY153" fmla="*/ 2181063 h 2237474"/>
              <a:gd name="connsiteX154" fmla="*/ 536057 w 12192000"/>
              <a:gd name="connsiteY154" fmla="*/ 2181537 h 2237474"/>
              <a:gd name="connsiteX155" fmla="*/ 520671 w 12192000"/>
              <a:gd name="connsiteY155" fmla="*/ 2180980 h 2237474"/>
              <a:gd name="connsiteX156" fmla="*/ 515024 w 12192000"/>
              <a:gd name="connsiteY156" fmla="*/ 2179258 h 2237474"/>
              <a:gd name="connsiteX157" fmla="*/ 512278 w 12192000"/>
              <a:gd name="connsiteY157" fmla="*/ 2176369 h 2237474"/>
              <a:gd name="connsiteX158" fmla="*/ 480419 w 12192000"/>
              <a:gd name="connsiteY158" fmla="*/ 2167807 h 2237474"/>
              <a:gd name="connsiteX159" fmla="*/ 413835 w 12192000"/>
              <a:gd name="connsiteY159" fmla="*/ 2156783 h 2237474"/>
              <a:gd name="connsiteX160" fmla="*/ 376513 w 12192000"/>
              <a:gd name="connsiteY160" fmla="*/ 2154014 h 2237474"/>
              <a:gd name="connsiteX161" fmla="*/ 273386 w 12192000"/>
              <a:gd name="connsiteY161" fmla="*/ 2142551 h 2237474"/>
              <a:gd name="connsiteX162" fmla="*/ 169207 w 12192000"/>
              <a:gd name="connsiteY162" fmla="*/ 2128100 h 2237474"/>
              <a:gd name="connsiteX163" fmla="*/ 93149 w 12192000"/>
              <a:gd name="connsiteY163" fmla="*/ 2105324 h 2237474"/>
              <a:gd name="connsiteX164" fmla="*/ 88109 w 12192000"/>
              <a:gd name="connsiteY164" fmla="*/ 2106704 h 2237474"/>
              <a:gd name="connsiteX165" fmla="*/ 80022 w 12192000"/>
              <a:gd name="connsiteY165" fmla="*/ 2107254 h 2237474"/>
              <a:gd name="connsiteX166" fmla="*/ 79717 w 12192000"/>
              <a:gd name="connsiteY166" fmla="*/ 2107046 h 2237474"/>
              <a:gd name="connsiteX167" fmla="*/ 72352 w 12192000"/>
              <a:gd name="connsiteY167" fmla="*/ 2107991 h 2237474"/>
              <a:gd name="connsiteX168" fmla="*/ 37645 w 12192000"/>
              <a:gd name="connsiteY168" fmla="*/ 2115401 h 2237474"/>
              <a:gd name="connsiteX169" fmla="*/ 4572 w 12192000"/>
              <a:gd name="connsiteY169" fmla="*/ 2111091 h 2237474"/>
              <a:gd name="connsiteX170" fmla="*/ 0 w 12192000"/>
              <a:gd name="connsiteY170" fmla="*/ 2110468 h 2237474"/>
              <a:gd name="connsiteX171" fmla="*/ 0 w 12192000"/>
              <a:gd name="connsiteY17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877728 w 12192000"/>
              <a:gd name="connsiteY130" fmla="*/ 2101004 h 2237474"/>
              <a:gd name="connsiteX131" fmla="*/ 1759056 w 12192000"/>
              <a:gd name="connsiteY131" fmla="*/ 2125608 h 2237474"/>
              <a:gd name="connsiteX132" fmla="*/ 1637948 w 12192000"/>
              <a:gd name="connsiteY132" fmla="*/ 2172597 h 2237474"/>
              <a:gd name="connsiteX133" fmla="*/ 1434549 w 12192000"/>
              <a:gd name="connsiteY133" fmla="*/ 2234522 h 2237474"/>
              <a:gd name="connsiteX134" fmla="*/ 1398481 w 12192000"/>
              <a:gd name="connsiteY134" fmla="*/ 2237074 h 2237474"/>
              <a:gd name="connsiteX135" fmla="*/ 1398407 w 12192000"/>
              <a:gd name="connsiteY135" fmla="*/ 2237095 h 2237474"/>
              <a:gd name="connsiteX136" fmla="*/ 1370962 w 12192000"/>
              <a:gd name="connsiteY136" fmla="*/ 2237474 h 2237474"/>
              <a:gd name="connsiteX137" fmla="*/ 1356367 w 12192000"/>
              <a:gd name="connsiteY137" fmla="*/ 2235089 h 2237474"/>
              <a:gd name="connsiteX138" fmla="*/ 1324828 w 12192000"/>
              <a:gd name="connsiteY138" fmla="*/ 2231968 h 2237474"/>
              <a:gd name="connsiteX139" fmla="*/ 1279765 w 12192000"/>
              <a:gd name="connsiteY139" fmla="*/ 2229639 h 2237474"/>
              <a:gd name="connsiteX140" fmla="*/ 1195347 w 12192000"/>
              <a:gd name="connsiteY140" fmla="*/ 2212354 h 2237474"/>
              <a:gd name="connsiteX141" fmla="*/ 970251 w 12192000"/>
              <a:gd name="connsiteY141" fmla="*/ 2221029 h 2237474"/>
              <a:gd name="connsiteX142" fmla="*/ 812914 w 12192000"/>
              <a:gd name="connsiteY142" fmla="*/ 2202752 h 2237474"/>
              <a:gd name="connsiteX143" fmla="*/ 800195 w 12192000"/>
              <a:gd name="connsiteY143" fmla="*/ 2209407 h 2237474"/>
              <a:gd name="connsiteX144" fmla="*/ 784978 w 12192000"/>
              <a:gd name="connsiteY144" fmla="*/ 2212360 h 2237474"/>
              <a:gd name="connsiteX145" fmla="*/ 681987 w 12192000"/>
              <a:gd name="connsiteY145" fmla="*/ 2216757 h 2237474"/>
              <a:gd name="connsiteX146" fmla="*/ 669923 w 12192000"/>
              <a:gd name="connsiteY146" fmla="*/ 2211682 h 2237474"/>
              <a:gd name="connsiteX147" fmla="*/ 648680 w 12192000"/>
              <a:gd name="connsiteY147" fmla="*/ 2206229 h 2237474"/>
              <a:gd name="connsiteX148" fmla="*/ 597225 w 12192000"/>
              <a:gd name="connsiteY148" fmla="*/ 2180999 h 2237474"/>
              <a:gd name="connsiteX149" fmla="*/ 558449 w 12192000"/>
              <a:gd name="connsiteY149" fmla="*/ 2182346 h 2237474"/>
              <a:gd name="connsiteX150" fmla="*/ 550517 w 12192000"/>
              <a:gd name="connsiteY150" fmla="*/ 2182060 h 2237474"/>
              <a:gd name="connsiteX151" fmla="*/ 550309 w 12192000"/>
              <a:gd name="connsiteY151" fmla="*/ 2181825 h 2237474"/>
              <a:gd name="connsiteX152" fmla="*/ 541836 w 12192000"/>
              <a:gd name="connsiteY152" fmla="*/ 2181063 h 2237474"/>
              <a:gd name="connsiteX153" fmla="*/ 536057 w 12192000"/>
              <a:gd name="connsiteY153" fmla="*/ 2181537 h 2237474"/>
              <a:gd name="connsiteX154" fmla="*/ 520671 w 12192000"/>
              <a:gd name="connsiteY154" fmla="*/ 2180980 h 2237474"/>
              <a:gd name="connsiteX155" fmla="*/ 515024 w 12192000"/>
              <a:gd name="connsiteY155" fmla="*/ 2179258 h 2237474"/>
              <a:gd name="connsiteX156" fmla="*/ 512278 w 12192000"/>
              <a:gd name="connsiteY156" fmla="*/ 2176369 h 2237474"/>
              <a:gd name="connsiteX157" fmla="*/ 480419 w 12192000"/>
              <a:gd name="connsiteY157" fmla="*/ 2167807 h 2237474"/>
              <a:gd name="connsiteX158" fmla="*/ 413835 w 12192000"/>
              <a:gd name="connsiteY158" fmla="*/ 2156783 h 2237474"/>
              <a:gd name="connsiteX159" fmla="*/ 376513 w 12192000"/>
              <a:gd name="connsiteY159" fmla="*/ 2154014 h 2237474"/>
              <a:gd name="connsiteX160" fmla="*/ 273386 w 12192000"/>
              <a:gd name="connsiteY160" fmla="*/ 2142551 h 2237474"/>
              <a:gd name="connsiteX161" fmla="*/ 169207 w 12192000"/>
              <a:gd name="connsiteY161" fmla="*/ 2128100 h 2237474"/>
              <a:gd name="connsiteX162" fmla="*/ 93149 w 12192000"/>
              <a:gd name="connsiteY162" fmla="*/ 2105324 h 2237474"/>
              <a:gd name="connsiteX163" fmla="*/ 88109 w 12192000"/>
              <a:gd name="connsiteY163" fmla="*/ 2106704 h 2237474"/>
              <a:gd name="connsiteX164" fmla="*/ 80022 w 12192000"/>
              <a:gd name="connsiteY164" fmla="*/ 2107254 h 2237474"/>
              <a:gd name="connsiteX165" fmla="*/ 79717 w 12192000"/>
              <a:gd name="connsiteY165" fmla="*/ 2107046 h 2237474"/>
              <a:gd name="connsiteX166" fmla="*/ 72352 w 12192000"/>
              <a:gd name="connsiteY166" fmla="*/ 2107991 h 2237474"/>
              <a:gd name="connsiteX167" fmla="*/ 37645 w 12192000"/>
              <a:gd name="connsiteY167" fmla="*/ 2115401 h 2237474"/>
              <a:gd name="connsiteX168" fmla="*/ 4572 w 12192000"/>
              <a:gd name="connsiteY168" fmla="*/ 2111091 h 2237474"/>
              <a:gd name="connsiteX169" fmla="*/ 0 w 12192000"/>
              <a:gd name="connsiteY169" fmla="*/ 2110468 h 2237474"/>
              <a:gd name="connsiteX170" fmla="*/ 0 w 12192000"/>
              <a:gd name="connsiteY17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877728 w 12192000"/>
              <a:gd name="connsiteY130" fmla="*/ 2101004 h 2237474"/>
              <a:gd name="connsiteX131" fmla="*/ 1759056 w 12192000"/>
              <a:gd name="connsiteY131" fmla="*/ 2125608 h 2237474"/>
              <a:gd name="connsiteX132" fmla="*/ 1637948 w 12192000"/>
              <a:gd name="connsiteY132" fmla="*/ 2172597 h 2237474"/>
              <a:gd name="connsiteX133" fmla="*/ 1434549 w 12192000"/>
              <a:gd name="connsiteY133" fmla="*/ 2234522 h 2237474"/>
              <a:gd name="connsiteX134" fmla="*/ 1398481 w 12192000"/>
              <a:gd name="connsiteY134" fmla="*/ 2237074 h 2237474"/>
              <a:gd name="connsiteX135" fmla="*/ 1398407 w 12192000"/>
              <a:gd name="connsiteY135" fmla="*/ 2237095 h 2237474"/>
              <a:gd name="connsiteX136" fmla="*/ 1370962 w 12192000"/>
              <a:gd name="connsiteY136" fmla="*/ 2237474 h 2237474"/>
              <a:gd name="connsiteX137" fmla="*/ 1356367 w 12192000"/>
              <a:gd name="connsiteY137" fmla="*/ 2235089 h 2237474"/>
              <a:gd name="connsiteX138" fmla="*/ 1324828 w 12192000"/>
              <a:gd name="connsiteY138" fmla="*/ 2231968 h 2237474"/>
              <a:gd name="connsiteX139" fmla="*/ 1279765 w 12192000"/>
              <a:gd name="connsiteY139" fmla="*/ 2229639 h 2237474"/>
              <a:gd name="connsiteX140" fmla="*/ 1195347 w 12192000"/>
              <a:gd name="connsiteY140" fmla="*/ 2212354 h 2237474"/>
              <a:gd name="connsiteX141" fmla="*/ 970251 w 12192000"/>
              <a:gd name="connsiteY141" fmla="*/ 2221029 h 2237474"/>
              <a:gd name="connsiteX142" fmla="*/ 812914 w 12192000"/>
              <a:gd name="connsiteY142" fmla="*/ 2202752 h 2237474"/>
              <a:gd name="connsiteX143" fmla="*/ 800195 w 12192000"/>
              <a:gd name="connsiteY143" fmla="*/ 2209407 h 2237474"/>
              <a:gd name="connsiteX144" fmla="*/ 784978 w 12192000"/>
              <a:gd name="connsiteY144" fmla="*/ 2212360 h 2237474"/>
              <a:gd name="connsiteX145" fmla="*/ 681987 w 12192000"/>
              <a:gd name="connsiteY145" fmla="*/ 2216757 h 2237474"/>
              <a:gd name="connsiteX146" fmla="*/ 669923 w 12192000"/>
              <a:gd name="connsiteY146" fmla="*/ 2211682 h 2237474"/>
              <a:gd name="connsiteX147" fmla="*/ 648680 w 12192000"/>
              <a:gd name="connsiteY147" fmla="*/ 2206229 h 2237474"/>
              <a:gd name="connsiteX148" fmla="*/ 597225 w 12192000"/>
              <a:gd name="connsiteY148" fmla="*/ 2180999 h 2237474"/>
              <a:gd name="connsiteX149" fmla="*/ 558449 w 12192000"/>
              <a:gd name="connsiteY149" fmla="*/ 2182346 h 2237474"/>
              <a:gd name="connsiteX150" fmla="*/ 550517 w 12192000"/>
              <a:gd name="connsiteY150" fmla="*/ 2182060 h 2237474"/>
              <a:gd name="connsiteX151" fmla="*/ 550309 w 12192000"/>
              <a:gd name="connsiteY151" fmla="*/ 2181825 h 2237474"/>
              <a:gd name="connsiteX152" fmla="*/ 541836 w 12192000"/>
              <a:gd name="connsiteY152" fmla="*/ 2181063 h 2237474"/>
              <a:gd name="connsiteX153" fmla="*/ 536057 w 12192000"/>
              <a:gd name="connsiteY153" fmla="*/ 2181537 h 2237474"/>
              <a:gd name="connsiteX154" fmla="*/ 520671 w 12192000"/>
              <a:gd name="connsiteY154" fmla="*/ 2180980 h 2237474"/>
              <a:gd name="connsiteX155" fmla="*/ 515024 w 12192000"/>
              <a:gd name="connsiteY155" fmla="*/ 2179258 h 2237474"/>
              <a:gd name="connsiteX156" fmla="*/ 512278 w 12192000"/>
              <a:gd name="connsiteY156" fmla="*/ 2176369 h 2237474"/>
              <a:gd name="connsiteX157" fmla="*/ 480419 w 12192000"/>
              <a:gd name="connsiteY157" fmla="*/ 2167807 h 2237474"/>
              <a:gd name="connsiteX158" fmla="*/ 413835 w 12192000"/>
              <a:gd name="connsiteY158" fmla="*/ 2156783 h 2237474"/>
              <a:gd name="connsiteX159" fmla="*/ 376513 w 12192000"/>
              <a:gd name="connsiteY159" fmla="*/ 2154014 h 2237474"/>
              <a:gd name="connsiteX160" fmla="*/ 273386 w 12192000"/>
              <a:gd name="connsiteY160" fmla="*/ 2142551 h 2237474"/>
              <a:gd name="connsiteX161" fmla="*/ 169207 w 12192000"/>
              <a:gd name="connsiteY161" fmla="*/ 2128100 h 2237474"/>
              <a:gd name="connsiteX162" fmla="*/ 93149 w 12192000"/>
              <a:gd name="connsiteY162" fmla="*/ 2105324 h 2237474"/>
              <a:gd name="connsiteX163" fmla="*/ 88109 w 12192000"/>
              <a:gd name="connsiteY163" fmla="*/ 2106704 h 2237474"/>
              <a:gd name="connsiteX164" fmla="*/ 80022 w 12192000"/>
              <a:gd name="connsiteY164" fmla="*/ 2107254 h 2237474"/>
              <a:gd name="connsiteX165" fmla="*/ 79717 w 12192000"/>
              <a:gd name="connsiteY165" fmla="*/ 2107046 h 2237474"/>
              <a:gd name="connsiteX166" fmla="*/ 72352 w 12192000"/>
              <a:gd name="connsiteY166" fmla="*/ 2107991 h 2237474"/>
              <a:gd name="connsiteX167" fmla="*/ 37645 w 12192000"/>
              <a:gd name="connsiteY167" fmla="*/ 2115401 h 2237474"/>
              <a:gd name="connsiteX168" fmla="*/ 4572 w 12192000"/>
              <a:gd name="connsiteY168" fmla="*/ 2111091 h 2237474"/>
              <a:gd name="connsiteX169" fmla="*/ 0 w 12192000"/>
              <a:gd name="connsiteY169" fmla="*/ 2110468 h 2237474"/>
              <a:gd name="connsiteX170" fmla="*/ 0 w 12192000"/>
              <a:gd name="connsiteY17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42244 w 12192000"/>
              <a:gd name="connsiteY128" fmla="*/ 2055560 h 2237474"/>
              <a:gd name="connsiteX129" fmla="*/ 1877728 w 12192000"/>
              <a:gd name="connsiteY129" fmla="*/ 2101004 h 2237474"/>
              <a:gd name="connsiteX130" fmla="*/ 1759056 w 12192000"/>
              <a:gd name="connsiteY130" fmla="*/ 2125608 h 2237474"/>
              <a:gd name="connsiteX131" fmla="*/ 1637948 w 12192000"/>
              <a:gd name="connsiteY131" fmla="*/ 2172597 h 2237474"/>
              <a:gd name="connsiteX132" fmla="*/ 1434549 w 12192000"/>
              <a:gd name="connsiteY132" fmla="*/ 2234522 h 2237474"/>
              <a:gd name="connsiteX133" fmla="*/ 1398481 w 12192000"/>
              <a:gd name="connsiteY133" fmla="*/ 2237074 h 2237474"/>
              <a:gd name="connsiteX134" fmla="*/ 1398407 w 12192000"/>
              <a:gd name="connsiteY134" fmla="*/ 2237095 h 2237474"/>
              <a:gd name="connsiteX135" fmla="*/ 1370962 w 12192000"/>
              <a:gd name="connsiteY135" fmla="*/ 2237474 h 2237474"/>
              <a:gd name="connsiteX136" fmla="*/ 1356367 w 12192000"/>
              <a:gd name="connsiteY136" fmla="*/ 2235089 h 2237474"/>
              <a:gd name="connsiteX137" fmla="*/ 1324828 w 12192000"/>
              <a:gd name="connsiteY137" fmla="*/ 2231968 h 2237474"/>
              <a:gd name="connsiteX138" fmla="*/ 1279765 w 12192000"/>
              <a:gd name="connsiteY138" fmla="*/ 2229639 h 2237474"/>
              <a:gd name="connsiteX139" fmla="*/ 1195347 w 12192000"/>
              <a:gd name="connsiteY139" fmla="*/ 2212354 h 2237474"/>
              <a:gd name="connsiteX140" fmla="*/ 970251 w 12192000"/>
              <a:gd name="connsiteY140" fmla="*/ 2221029 h 2237474"/>
              <a:gd name="connsiteX141" fmla="*/ 812914 w 12192000"/>
              <a:gd name="connsiteY141" fmla="*/ 2202752 h 2237474"/>
              <a:gd name="connsiteX142" fmla="*/ 800195 w 12192000"/>
              <a:gd name="connsiteY142" fmla="*/ 2209407 h 2237474"/>
              <a:gd name="connsiteX143" fmla="*/ 784978 w 12192000"/>
              <a:gd name="connsiteY143" fmla="*/ 2212360 h 2237474"/>
              <a:gd name="connsiteX144" fmla="*/ 681987 w 12192000"/>
              <a:gd name="connsiteY144" fmla="*/ 2216757 h 2237474"/>
              <a:gd name="connsiteX145" fmla="*/ 669923 w 12192000"/>
              <a:gd name="connsiteY145" fmla="*/ 2211682 h 2237474"/>
              <a:gd name="connsiteX146" fmla="*/ 648680 w 12192000"/>
              <a:gd name="connsiteY146" fmla="*/ 2206229 h 2237474"/>
              <a:gd name="connsiteX147" fmla="*/ 597225 w 12192000"/>
              <a:gd name="connsiteY147" fmla="*/ 2180999 h 2237474"/>
              <a:gd name="connsiteX148" fmla="*/ 558449 w 12192000"/>
              <a:gd name="connsiteY148" fmla="*/ 2182346 h 2237474"/>
              <a:gd name="connsiteX149" fmla="*/ 550517 w 12192000"/>
              <a:gd name="connsiteY149" fmla="*/ 2182060 h 2237474"/>
              <a:gd name="connsiteX150" fmla="*/ 550309 w 12192000"/>
              <a:gd name="connsiteY150" fmla="*/ 2181825 h 2237474"/>
              <a:gd name="connsiteX151" fmla="*/ 541836 w 12192000"/>
              <a:gd name="connsiteY151" fmla="*/ 2181063 h 2237474"/>
              <a:gd name="connsiteX152" fmla="*/ 536057 w 12192000"/>
              <a:gd name="connsiteY152" fmla="*/ 2181537 h 2237474"/>
              <a:gd name="connsiteX153" fmla="*/ 520671 w 12192000"/>
              <a:gd name="connsiteY153" fmla="*/ 2180980 h 2237474"/>
              <a:gd name="connsiteX154" fmla="*/ 515024 w 12192000"/>
              <a:gd name="connsiteY154" fmla="*/ 2179258 h 2237474"/>
              <a:gd name="connsiteX155" fmla="*/ 512278 w 12192000"/>
              <a:gd name="connsiteY155" fmla="*/ 2176369 h 2237474"/>
              <a:gd name="connsiteX156" fmla="*/ 480419 w 12192000"/>
              <a:gd name="connsiteY156" fmla="*/ 2167807 h 2237474"/>
              <a:gd name="connsiteX157" fmla="*/ 413835 w 12192000"/>
              <a:gd name="connsiteY157" fmla="*/ 2156783 h 2237474"/>
              <a:gd name="connsiteX158" fmla="*/ 376513 w 12192000"/>
              <a:gd name="connsiteY158" fmla="*/ 2154014 h 2237474"/>
              <a:gd name="connsiteX159" fmla="*/ 273386 w 12192000"/>
              <a:gd name="connsiteY159" fmla="*/ 2142551 h 2237474"/>
              <a:gd name="connsiteX160" fmla="*/ 169207 w 12192000"/>
              <a:gd name="connsiteY160" fmla="*/ 2128100 h 2237474"/>
              <a:gd name="connsiteX161" fmla="*/ 93149 w 12192000"/>
              <a:gd name="connsiteY161" fmla="*/ 2105324 h 2237474"/>
              <a:gd name="connsiteX162" fmla="*/ 88109 w 12192000"/>
              <a:gd name="connsiteY162" fmla="*/ 2106704 h 2237474"/>
              <a:gd name="connsiteX163" fmla="*/ 80022 w 12192000"/>
              <a:gd name="connsiteY163" fmla="*/ 2107254 h 2237474"/>
              <a:gd name="connsiteX164" fmla="*/ 79717 w 12192000"/>
              <a:gd name="connsiteY164" fmla="*/ 2107046 h 2237474"/>
              <a:gd name="connsiteX165" fmla="*/ 72352 w 12192000"/>
              <a:gd name="connsiteY165" fmla="*/ 2107991 h 2237474"/>
              <a:gd name="connsiteX166" fmla="*/ 37645 w 12192000"/>
              <a:gd name="connsiteY166" fmla="*/ 2115401 h 2237474"/>
              <a:gd name="connsiteX167" fmla="*/ 4572 w 12192000"/>
              <a:gd name="connsiteY167" fmla="*/ 2111091 h 2237474"/>
              <a:gd name="connsiteX168" fmla="*/ 0 w 12192000"/>
              <a:gd name="connsiteY168" fmla="*/ 2110468 h 2237474"/>
              <a:gd name="connsiteX169" fmla="*/ 0 w 12192000"/>
              <a:gd name="connsiteY16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17102 w 12192000"/>
              <a:gd name="connsiteY123" fmla="*/ 2023004 h 2237474"/>
              <a:gd name="connsiteX124" fmla="*/ 2111935 w 12192000"/>
              <a:gd name="connsiteY124" fmla="*/ 2023163 h 2237474"/>
              <a:gd name="connsiteX125" fmla="*/ 2089991 w 12192000"/>
              <a:gd name="connsiteY125" fmla="*/ 2034193 h 2237474"/>
              <a:gd name="connsiteX126" fmla="*/ 2058061 w 12192000"/>
              <a:gd name="connsiteY126" fmla="*/ 2047942 h 2237474"/>
              <a:gd name="connsiteX127" fmla="*/ 2042244 w 12192000"/>
              <a:gd name="connsiteY127" fmla="*/ 2055560 h 2237474"/>
              <a:gd name="connsiteX128" fmla="*/ 1877728 w 12192000"/>
              <a:gd name="connsiteY128" fmla="*/ 2101004 h 2237474"/>
              <a:gd name="connsiteX129" fmla="*/ 1759056 w 12192000"/>
              <a:gd name="connsiteY129" fmla="*/ 2125608 h 2237474"/>
              <a:gd name="connsiteX130" fmla="*/ 1637948 w 12192000"/>
              <a:gd name="connsiteY130" fmla="*/ 2172597 h 2237474"/>
              <a:gd name="connsiteX131" fmla="*/ 1434549 w 12192000"/>
              <a:gd name="connsiteY131" fmla="*/ 2234522 h 2237474"/>
              <a:gd name="connsiteX132" fmla="*/ 1398481 w 12192000"/>
              <a:gd name="connsiteY132" fmla="*/ 2237074 h 2237474"/>
              <a:gd name="connsiteX133" fmla="*/ 1398407 w 12192000"/>
              <a:gd name="connsiteY133" fmla="*/ 2237095 h 2237474"/>
              <a:gd name="connsiteX134" fmla="*/ 1370962 w 12192000"/>
              <a:gd name="connsiteY134" fmla="*/ 2237474 h 2237474"/>
              <a:gd name="connsiteX135" fmla="*/ 1356367 w 12192000"/>
              <a:gd name="connsiteY135" fmla="*/ 2235089 h 2237474"/>
              <a:gd name="connsiteX136" fmla="*/ 1324828 w 12192000"/>
              <a:gd name="connsiteY136" fmla="*/ 2231968 h 2237474"/>
              <a:gd name="connsiteX137" fmla="*/ 1279765 w 12192000"/>
              <a:gd name="connsiteY137" fmla="*/ 2229639 h 2237474"/>
              <a:gd name="connsiteX138" fmla="*/ 1195347 w 12192000"/>
              <a:gd name="connsiteY138" fmla="*/ 2212354 h 2237474"/>
              <a:gd name="connsiteX139" fmla="*/ 970251 w 12192000"/>
              <a:gd name="connsiteY139" fmla="*/ 2221029 h 2237474"/>
              <a:gd name="connsiteX140" fmla="*/ 812914 w 12192000"/>
              <a:gd name="connsiteY140" fmla="*/ 2202752 h 2237474"/>
              <a:gd name="connsiteX141" fmla="*/ 800195 w 12192000"/>
              <a:gd name="connsiteY141" fmla="*/ 2209407 h 2237474"/>
              <a:gd name="connsiteX142" fmla="*/ 784978 w 12192000"/>
              <a:gd name="connsiteY142" fmla="*/ 2212360 h 2237474"/>
              <a:gd name="connsiteX143" fmla="*/ 681987 w 12192000"/>
              <a:gd name="connsiteY143" fmla="*/ 2216757 h 2237474"/>
              <a:gd name="connsiteX144" fmla="*/ 669923 w 12192000"/>
              <a:gd name="connsiteY144" fmla="*/ 2211682 h 2237474"/>
              <a:gd name="connsiteX145" fmla="*/ 648680 w 12192000"/>
              <a:gd name="connsiteY145" fmla="*/ 2206229 h 2237474"/>
              <a:gd name="connsiteX146" fmla="*/ 597225 w 12192000"/>
              <a:gd name="connsiteY146" fmla="*/ 2180999 h 2237474"/>
              <a:gd name="connsiteX147" fmla="*/ 558449 w 12192000"/>
              <a:gd name="connsiteY147" fmla="*/ 2182346 h 2237474"/>
              <a:gd name="connsiteX148" fmla="*/ 550517 w 12192000"/>
              <a:gd name="connsiteY148" fmla="*/ 2182060 h 2237474"/>
              <a:gd name="connsiteX149" fmla="*/ 550309 w 12192000"/>
              <a:gd name="connsiteY149" fmla="*/ 2181825 h 2237474"/>
              <a:gd name="connsiteX150" fmla="*/ 541836 w 12192000"/>
              <a:gd name="connsiteY150" fmla="*/ 2181063 h 2237474"/>
              <a:gd name="connsiteX151" fmla="*/ 536057 w 12192000"/>
              <a:gd name="connsiteY151" fmla="*/ 2181537 h 2237474"/>
              <a:gd name="connsiteX152" fmla="*/ 520671 w 12192000"/>
              <a:gd name="connsiteY152" fmla="*/ 2180980 h 2237474"/>
              <a:gd name="connsiteX153" fmla="*/ 515024 w 12192000"/>
              <a:gd name="connsiteY153" fmla="*/ 2179258 h 2237474"/>
              <a:gd name="connsiteX154" fmla="*/ 512278 w 12192000"/>
              <a:gd name="connsiteY154" fmla="*/ 2176369 h 2237474"/>
              <a:gd name="connsiteX155" fmla="*/ 480419 w 12192000"/>
              <a:gd name="connsiteY155" fmla="*/ 2167807 h 2237474"/>
              <a:gd name="connsiteX156" fmla="*/ 413835 w 12192000"/>
              <a:gd name="connsiteY156" fmla="*/ 2156783 h 2237474"/>
              <a:gd name="connsiteX157" fmla="*/ 376513 w 12192000"/>
              <a:gd name="connsiteY157" fmla="*/ 2154014 h 2237474"/>
              <a:gd name="connsiteX158" fmla="*/ 273386 w 12192000"/>
              <a:gd name="connsiteY158" fmla="*/ 2142551 h 2237474"/>
              <a:gd name="connsiteX159" fmla="*/ 169207 w 12192000"/>
              <a:gd name="connsiteY159" fmla="*/ 2128100 h 2237474"/>
              <a:gd name="connsiteX160" fmla="*/ 93149 w 12192000"/>
              <a:gd name="connsiteY160" fmla="*/ 2105324 h 2237474"/>
              <a:gd name="connsiteX161" fmla="*/ 88109 w 12192000"/>
              <a:gd name="connsiteY161" fmla="*/ 2106704 h 2237474"/>
              <a:gd name="connsiteX162" fmla="*/ 80022 w 12192000"/>
              <a:gd name="connsiteY162" fmla="*/ 2107254 h 2237474"/>
              <a:gd name="connsiteX163" fmla="*/ 79717 w 12192000"/>
              <a:gd name="connsiteY163" fmla="*/ 2107046 h 2237474"/>
              <a:gd name="connsiteX164" fmla="*/ 72352 w 12192000"/>
              <a:gd name="connsiteY164" fmla="*/ 2107991 h 2237474"/>
              <a:gd name="connsiteX165" fmla="*/ 37645 w 12192000"/>
              <a:gd name="connsiteY165" fmla="*/ 2115401 h 2237474"/>
              <a:gd name="connsiteX166" fmla="*/ 4572 w 12192000"/>
              <a:gd name="connsiteY166" fmla="*/ 2111091 h 2237474"/>
              <a:gd name="connsiteX167" fmla="*/ 0 w 12192000"/>
              <a:gd name="connsiteY167" fmla="*/ 2110468 h 2237474"/>
              <a:gd name="connsiteX168" fmla="*/ 0 w 12192000"/>
              <a:gd name="connsiteY16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17102 w 12192000"/>
              <a:gd name="connsiteY123" fmla="*/ 2023004 h 2237474"/>
              <a:gd name="connsiteX124" fmla="*/ 2089991 w 12192000"/>
              <a:gd name="connsiteY124" fmla="*/ 2034193 h 2237474"/>
              <a:gd name="connsiteX125" fmla="*/ 2058061 w 12192000"/>
              <a:gd name="connsiteY125" fmla="*/ 2047942 h 2237474"/>
              <a:gd name="connsiteX126" fmla="*/ 2042244 w 12192000"/>
              <a:gd name="connsiteY126" fmla="*/ 2055560 h 2237474"/>
              <a:gd name="connsiteX127" fmla="*/ 1877728 w 12192000"/>
              <a:gd name="connsiteY127" fmla="*/ 2101004 h 2237474"/>
              <a:gd name="connsiteX128" fmla="*/ 1759056 w 12192000"/>
              <a:gd name="connsiteY128" fmla="*/ 2125608 h 2237474"/>
              <a:gd name="connsiteX129" fmla="*/ 1637948 w 12192000"/>
              <a:gd name="connsiteY129" fmla="*/ 2172597 h 2237474"/>
              <a:gd name="connsiteX130" fmla="*/ 1434549 w 12192000"/>
              <a:gd name="connsiteY130" fmla="*/ 2234522 h 2237474"/>
              <a:gd name="connsiteX131" fmla="*/ 1398481 w 12192000"/>
              <a:gd name="connsiteY131" fmla="*/ 2237074 h 2237474"/>
              <a:gd name="connsiteX132" fmla="*/ 1398407 w 12192000"/>
              <a:gd name="connsiteY132" fmla="*/ 2237095 h 2237474"/>
              <a:gd name="connsiteX133" fmla="*/ 1370962 w 12192000"/>
              <a:gd name="connsiteY133" fmla="*/ 2237474 h 2237474"/>
              <a:gd name="connsiteX134" fmla="*/ 1356367 w 12192000"/>
              <a:gd name="connsiteY134" fmla="*/ 2235089 h 2237474"/>
              <a:gd name="connsiteX135" fmla="*/ 1324828 w 12192000"/>
              <a:gd name="connsiteY135" fmla="*/ 2231968 h 2237474"/>
              <a:gd name="connsiteX136" fmla="*/ 1279765 w 12192000"/>
              <a:gd name="connsiteY136" fmla="*/ 2229639 h 2237474"/>
              <a:gd name="connsiteX137" fmla="*/ 1195347 w 12192000"/>
              <a:gd name="connsiteY137" fmla="*/ 2212354 h 2237474"/>
              <a:gd name="connsiteX138" fmla="*/ 970251 w 12192000"/>
              <a:gd name="connsiteY138" fmla="*/ 2221029 h 2237474"/>
              <a:gd name="connsiteX139" fmla="*/ 812914 w 12192000"/>
              <a:gd name="connsiteY139" fmla="*/ 2202752 h 2237474"/>
              <a:gd name="connsiteX140" fmla="*/ 800195 w 12192000"/>
              <a:gd name="connsiteY140" fmla="*/ 2209407 h 2237474"/>
              <a:gd name="connsiteX141" fmla="*/ 784978 w 12192000"/>
              <a:gd name="connsiteY141" fmla="*/ 2212360 h 2237474"/>
              <a:gd name="connsiteX142" fmla="*/ 681987 w 12192000"/>
              <a:gd name="connsiteY142" fmla="*/ 2216757 h 2237474"/>
              <a:gd name="connsiteX143" fmla="*/ 669923 w 12192000"/>
              <a:gd name="connsiteY143" fmla="*/ 2211682 h 2237474"/>
              <a:gd name="connsiteX144" fmla="*/ 648680 w 12192000"/>
              <a:gd name="connsiteY144" fmla="*/ 2206229 h 2237474"/>
              <a:gd name="connsiteX145" fmla="*/ 597225 w 12192000"/>
              <a:gd name="connsiteY145" fmla="*/ 2180999 h 2237474"/>
              <a:gd name="connsiteX146" fmla="*/ 558449 w 12192000"/>
              <a:gd name="connsiteY146" fmla="*/ 2182346 h 2237474"/>
              <a:gd name="connsiteX147" fmla="*/ 550517 w 12192000"/>
              <a:gd name="connsiteY147" fmla="*/ 2182060 h 2237474"/>
              <a:gd name="connsiteX148" fmla="*/ 550309 w 12192000"/>
              <a:gd name="connsiteY148" fmla="*/ 2181825 h 2237474"/>
              <a:gd name="connsiteX149" fmla="*/ 541836 w 12192000"/>
              <a:gd name="connsiteY149" fmla="*/ 2181063 h 2237474"/>
              <a:gd name="connsiteX150" fmla="*/ 536057 w 12192000"/>
              <a:gd name="connsiteY150" fmla="*/ 2181537 h 2237474"/>
              <a:gd name="connsiteX151" fmla="*/ 520671 w 12192000"/>
              <a:gd name="connsiteY151" fmla="*/ 2180980 h 2237474"/>
              <a:gd name="connsiteX152" fmla="*/ 515024 w 12192000"/>
              <a:gd name="connsiteY152" fmla="*/ 2179258 h 2237474"/>
              <a:gd name="connsiteX153" fmla="*/ 512278 w 12192000"/>
              <a:gd name="connsiteY153" fmla="*/ 2176369 h 2237474"/>
              <a:gd name="connsiteX154" fmla="*/ 480419 w 12192000"/>
              <a:gd name="connsiteY154" fmla="*/ 2167807 h 2237474"/>
              <a:gd name="connsiteX155" fmla="*/ 413835 w 12192000"/>
              <a:gd name="connsiteY155" fmla="*/ 2156783 h 2237474"/>
              <a:gd name="connsiteX156" fmla="*/ 376513 w 12192000"/>
              <a:gd name="connsiteY156" fmla="*/ 2154014 h 2237474"/>
              <a:gd name="connsiteX157" fmla="*/ 273386 w 12192000"/>
              <a:gd name="connsiteY157" fmla="*/ 2142551 h 2237474"/>
              <a:gd name="connsiteX158" fmla="*/ 169207 w 12192000"/>
              <a:gd name="connsiteY158" fmla="*/ 2128100 h 2237474"/>
              <a:gd name="connsiteX159" fmla="*/ 93149 w 12192000"/>
              <a:gd name="connsiteY159" fmla="*/ 2105324 h 2237474"/>
              <a:gd name="connsiteX160" fmla="*/ 88109 w 12192000"/>
              <a:gd name="connsiteY160" fmla="*/ 2106704 h 2237474"/>
              <a:gd name="connsiteX161" fmla="*/ 80022 w 12192000"/>
              <a:gd name="connsiteY161" fmla="*/ 2107254 h 2237474"/>
              <a:gd name="connsiteX162" fmla="*/ 79717 w 12192000"/>
              <a:gd name="connsiteY162" fmla="*/ 2107046 h 2237474"/>
              <a:gd name="connsiteX163" fmla="*/ 72352 w 12192000"/>
              <a:gd name="connsiteY163" fmla="*/ 2107991 h 2237474"/>
              <a:gd name="connsiteX164" fmla="*/ 37645 w 12192000"/>
              <a:gd name="connsiteY164" fmla="*/ 2115401 h 2237474"/>
              <a:gd name="connsiteX165" fmla="*/ 4572 w 12192000"/>
              <a:gd name="connsiteY165" fmla="*/ 2111091 h 2237474"/>
              <a:gd name="connsiteX166" fmla="*/ 0 w 12192000"/>
              <a:gd name="connsiteY166" fmla="*/ 2110468 h 2237474"/>
              <a:gd name="connsiteX167" fmla="*/ 0 w 12192000"/>
              <a:gd name="connsiteY16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089991 w 12192000"/>
              <a:gd name="connsiteY123" fmla="*/ 2034193 h 2237474"/>
              <a:gd name="connsiteX124" fmla="*/ 2058061 w 12192000"/>
              <a:gd name="connsiteY124" fmla="*/ 2047942 h 2237474"/>
              <a:gd name="connsiteX125" fmla="*/ 2042244 w 12192000"/>
              <a:gd name="connsiteY125" fmla="*/ 2055560 h 2237474"/>
              <a:gd name="connsiteX126" fmla="*/ 1877728 w 12192000"/>
              <a:gd name="connsiteY126" fmla="*/ 2101004 h 2237474"/>
              <a:gd name="connsiteX127" fmla="*/ 1759056 w 12192000"/>
              <a:gd name="connsiteY127" fmla="*/ 2125608 h 2237474"/>
              <a:gd name="connsiteX128" fmla="*/ 1637948 w 12192000"/>
              <a:gd name="connsiteY128" fmla="*/ 2172597 h 2237474"/>
              <a:gd name="connsiteX129" fmla="*/ 1434549 w 12192000"/>
              <a:gd name="connsiteY129" fmla="*/ 2234522 h 2237474"/>
              <a:gd name="connsiteX130" fmla="*/ 1398481 w 12192000"/>
              <a:gd name="connsiteY130" fmla="*/ 2237074 h 2237474"/>
              <a:gd name="connsiteX131" fmla="*/ 1398407 w 12192000"/>
              <a:gd name="connsiteY131" fmla="*/ 2237095 h 2237474"/>
              <a:gd name="connsiteX132" fmla="*/ 1370962 w 12192000"/>
              <a:gd name="connsiteY132" fmla="*/ 2237474 h 2237474"/>
              <a:gd name="connsiteX133" fmla="*/ 1356367 w 12192000"/>
              <a:gd name="connsiteY133" fmla="*/ 2235089 h 2237474"/>
              <a:gd name="connsiteX134" fmla="*/ 1324828 w 12192000"/>
              <a:gd name="connsiteY134" fmla="*/ 2231968 h 2237474"/>
              <a:gd name="connsiteX135" fmla="*/ 1279765 w 12192000"/>
              <a:gd name="connsiteY135" fmla="*/ 2229639 h 2237474"/>
              <a:gd name="connsiteX136" fmla="*/ 1195347 w 12192000"/>
              <a:gd name="connsiteY136" fmla="*/ 2212354 h 2237474"/>
              <a:gd name="connsiteX137" fmla="*/ 970251 w 12192000"/>
              <a:gd name="connsiteY137" fmla="*/ 2221029 h 2237474"/>
              <a:gd name="connsiteX138" fmla="*/ 812914 w 12192000"/>
              <a:gd name="connsiteY138" fmla="*/ 2202752 h 2237474"/>
              <a:gd name="connsiteX139" fmla="*/ 800195 w 12192000"/>
              <a:gd name="connsiteY139" fmla="*/ 2209407 h 2237474"/>
              <a:gd name="connsiteX140" fmla="*/ 784978 w 12192000"/>
              <a:gd name="connsiteY140" fmla="*/ 2212360 h 2237474"/>
              <a:gd name="connsiteX141" fmla="*/ 681987 w 12192000"/>
              <a:gd name="connsiteY141" fmla="*/ 2216757 h 2237474"/>
              <a:gd name="connsiteX142" fmla="*/ 669923 w 12192000"/>
              <a:gd name="connsiteY142" fmla="*/ 2211682 h 2237474"/>
              <a:gd name="connsiteX143" fmla="*/ 648680 w 12192000"/>
              <a:gd name="connsiteY143" fmla="*/ 2206229 h 2237474"/>
              <a:gd name="connsiteX144" fmla="*/ 597225 w 12192000"/>
              <a:gd name="connsiteY144" fmla="*/ 2180999 h 2237474"/>
              <a:gd name="connsiteX145" fmla="*/ 558449 w 12192000"/>
              <a:gd name="connsiteY145" fmla="*/ 2182346 h 2237474"/>
              <a:gd name="connsiteX146" fmla="*/ 550517 w 12192000"/>
              <a:gd name="connsiteY146" fmla="*/ 2182060 h 2237474"/>
              <a:gd name="connsiteX147" fmla="*/ 550309 w 12192000"/>
              <a:gd name="connsiteY147" fmla="*/ 2181825 h 2237474"/>
              <a:gd name="connsiteX148" fmla="*/ 541836 w 12192000"/>
              <a:gd name="connsiteY148" fmla="*/ 2181063 h 2237474"/>
              <a:gd name="connsiteX149" fmla="*/ 536057 w 12192000"/>
              <a:gd name="connsiteY149" fmla="*/ 2181537 h 2237474"/>
              <a:gd name="connsiteX150" fmla="*/ 520671 w 12192000"/>
              <a:gd name="connsiteY150" fmla="*/ 2180980 h 2237474"/>
              <a:gd name="connsiteX151" fmla="*/ 515024 w 12192000"/>
              <a:gd name="connsiteY151" fmla="*/ 2179258 h 2237474"/>
              <a:gd name="connsiteX152" fmla="*/ 512278 w 12192000"/>
              <a:gd name="connsiteY152" fmla="*/ 2176369 h 2237474"/>
              <a:gd name="connsiteX153" fmla="*/ 480419 w 12192000"/>
              <a:gd name="connsiteY153" fmla="*/ 2167807 h 2237474"/>
              <a:gd name="connsiteX154" fmla="*/ 413835 w 12192000"/>
              <a:gd name="connsiteY154" fmla="*/ 2156783 h 2237474"/>
              <a:gd name="connsiteX155" fmla="*/ 376513 w 12192000"/>
              <a:gd name="connsiteY155" fmla="*/ 2154014 h 2237474"/>
              <a:gd name="connsiteX156" fmla="*/ 273386 w 12192000"/>
              <a:gd name="connsiteY156" fmla="*/ 2142551 h 2237474"/>
              <a:gd name="connsiteX157" fmla="*/ 169207 w 12192000"/>
              <a:gd name="connsiteY157" fmla="*/ 2128100 h 2237474"/>
              <a:gd name="connsiteX158" fmla="*/ 93149 w 12192000"/>
              <a:gd name="connsiteY158" fmla="*/ 2105324 h 2237474"/>
              <a:gd name="connsiteX159" fmla="*/ 88109 w 12192000"/>
              <a:gd name="connsiteY159" fmla="*/ 2106704 h 2237474"/>
              <a:gd name="connsiteX160" fmla="*/ 80022 w 12192000"/>
              <a:gd name="connsiteY160" fmla="*/ 2107254 h 2237474"/>
              <a:gd name="connsiteX161" fmla="*/ 79717 w 12192000"/>
              <a:gd name="connsiteY161" fmla="*/ 2107046 h 2237474"/>
              <a:gd name="connsiteX162" fmla="*/ 72352 w 12192000"/>
              <a:gd name="connsiteY162" fmla="*/ 2107991 h 2237474"/>
              <a:gd name="connsiteX163" fmla="*/ 37645 w 12192000"/>
              <a:gd name="connsiteY163" fmla="*/ 2115401 h 2237474"/>
              <a:gd name="connsiteX164" fmla="*/ 4572 w 12192000"/>
              <a:gd name="connsiteY164" fmla="*/ 2111091 h 2237474"/>
              <a:gd name="connsiteX165" fmla="*/ 0 w 12192000"/>
              <a:gd name="connsiteY165" fmla="*/ 2110468 h 2237474"/>
              <a:gd name="connsiteX166" fmla="*/ 0 w 12192000"/>
              <a:gd name="connsiteY16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085228 w 12192000"/>
              <a:gd name="connsiteY123" fmla="*/ 2046431 h 2237474"/>
              <a:gd name="connsiteX124" fmla="*/ 2058061 w 12192000"/>
              <a:gd name="connsiteY124" fmla="*/ 2047942 h 2237474"/>
              <a:gd name="connsiteX125" fmla="*/ 2042244 w 12192000"/>
              <a:gd name="connsiteY125" fmla="*/ 2055560 h 2237474"/>
              <a:gd name="connsiteX126" fmla="*/ 1877728 w 12192000"/>
              <a:gd name="connsiteY126" fmla="*/ 2101004 h 2237474"/>
              <a:gd name="connsiteX127" fmla="*/ 1759056 w 12192000"/>
              <a:gd name="connsiteY127" fmla="*/ 2125608 h 2237474"/>
              <a:gd name="connsiteX128" fmla="*/ 1637948 w 12192000"/>
              <a:gd name="connsiteY128" fmla="*/ 2172597 h 2237474"/>
              <a:gd name="connsiteX129" fmla="*/ 1434549 w 12192000"/>
              <a:gd name="connsiteY129" fmla="*/ 2234522 h 2237474"/>
              <a:gd name="connsiteX130" fmla="*/ 1398481 w 12192000"/>
              <a:gd name="connsiteY130" fmla="*/ 2237074 h 2237474"/>
              <a:gd name="connsiteX131" fmla="*/ 1398407 w 12192000"/>
              <a:gd name="connsiteY131" fmla="*/ 2237095 h 2237474"/>
              <a:gd name="connsiteX132" fmla="*/ 1370962 w 12192000"/>
              <a:gd name="connsiteY132" fmla="*/ 2237474 h 2237474"/>
              <a:gd name="connsiteX133" fmla="*/ 1356367 w 12192000"/>
              <a:gd name="connsiteY133" fmla="*/ 2235089 h 2237474"/>
              <a:gd name="connsiteX134" fmla="*/ 1324828 w 12192000"/>
              <a:gd name="connsiteY134" fmla="*/ 2231968 h 2237474"/>
              <a:gd name="connsiteX135" fmla="*/ 1279765 w 12192000"/>
              <a:gd name="connsiteY135" fmla="*/ 2229639 h 2237474"/>
              <a:gd name="connsiteX136" fmla="*/ 1195347 w 12192000"/>
              <a:gd name="connsiteY136" fmla="*/ 2212354 h 2237474"/>
              <a:gd name="connsiteX137" fmla="*/ 970251 w 12192000"/>
              <a:gd name="connsiteY137" fmla="*/ 2221029 h 2237474"/>
              <a:gd name="connsiteX138" fmla="*/ 812914 w 12192000"/>
              <a:gd name="connsiteY138" fmla="*/ 2202752 h 2237474"/>
              <a:gd name="connsiteX139" fmla="*/ 800195 w 12192000"/>
              <a:gd name="connsiteY139" fmla="*/ 2209407 h 2237474"/>
              <a:gd name="connsiteX140" fmla="*/ 784978 w 12192000"/>
              <a:gd name="connsiteY140" fmla="*/ 2212360 h 2237474"/>
              <a:gd name="connsiteX141" fmla="*/ 681987 w 12192000"/>
              <a:gd name="connsiteY141" fmla="*/ 2216757 h 2237474"/>
              <a:gd name="connsiteX142" fmla="*/ 669923 w 12192000"/>
              <a:gd name="connsiteY142" fmla="*/ 2211682 h 2237474"/>
              <a:gd name="connsiteX143" fmla="*/ 648680 w 12192000"/>
              <a:gd name="connsiteY143" fmla="*/ 2206229 h 2237474"/>
              <a:gd name="connsiteX144" fmla="*/ 597225 w 12192000"/>
              <a:gd name="connsiteY144" fmla="*/ 2180999 h 2237474"/>
              <a:gd name="connsiteX145" fmla="*/ 558449 w 12192000"/>
              <a:gd name="connsiteY145" fmla="*/ 2182346 h 2237474"/>
              <a:gd name="connsiteX146" fmla="*/ 550517 w 12192000"/>
              <a:gd name="connsiteY146" fmla="*/ 2182060 h 2237474"/>
              <a:gd name="connsiteX147" fmla="*/ 550309 w 12192000"/>
              <a:gd name="connsiteY147" fmla="*/ 2181825 h 2237474"/>
              <a:gd name="connsiteX148" fmla="*/ 541836 w 12192000"/>
              <a:gd name="connsiteY148" fmla="*/ 2181063 h 2237474"/>
              <a:gd name="connsiteX149" fmla="*/ 536057 w 12192000"/>
              <a:gd name="connsiteY149" fmla="*/ 2181537 h 2237474"/>
              <a:gd name="connsiteX150" fmla="*/ 520671 w 12192000"/>
              <a:gd name="connsiteY150" fmla="*/ 2180980 h 2237474"/>
              <a:gd name="connsiteX151" fmla="*/ 515024 w 12192000"/>
              <a:gd name="connsiteY151" fmla="*/ 2179258 h 2237474"/>
              <a:gd name="connsiteX152" fmla="*/ 512278 w 12192000"/>
              <a:gd name="connsiteY152" fmla="*/ 2176369 h 2237474"/>
              <a:gd name="connsiteX153" fmla="*/ 480419 w 12192000"/>
              <a:gd name="connsiteY153" fmla="*/ 2167807 h 2237474"/>
              <a:gd name="connsiteX154" fmla="*/ 413835 w 12192000"/>
              <a:gd name="connsiteY154" fmla="*/ 2156783 h 2237474"/>
              <a:gd name="connsiteX155" fmla="*/ 376513 w 12192000"/>
              <a:gd name="connsiteY155" fmla="*/ 2154014 h 2237474"/>
              <a:gd name="connsiteX156" fmla="*/ 273386 w 12192000"/>
              <a:gd name="connsiteY156" fmla="*/ 2142551 h 2237474"/>
              <a:gd name="connsiteX157" fmla="*/ 169207 w 12192000"/>
              <a:gd name="connsiteY157" fmla="*/ 2128100 h 2237474"/>
              <a:gd name="connsiteX158" fmla="*/ 93149 w 12192000"/>
              <a:gd name="connsiteY158" fmla="*/ 2105324 h 2237474"/>
              <a:gd name="connsiteX159" fmla="*/ 88109 w 12192000"/>
              <a:gd name="connsiteY159" fmla="*/ 2106704 h 2237474"/>
              <a:gd name="connsiteX160" fmla="*/ 80022 w 12192000"/>
              <a:gd name="connsiteY160" fmla="*/ 2107254 h 2237474"/>
              <a:gd name="connsiteX161" fmla="*/ 79717 w 12192000"/>
              <a:gd name="connsiteY161" fmla="*/ 2107046 h 2237474"/>
              <a:gd name="connsiteX162" fmla="*/ 72352 w 12192000"/>
              <a:gd name="connsiteY162" fmla="*/ 2107991 h 2237474"/>
              <a:gd name="connsiteX163" fmla="*/ 37645 w 12192000"/>
              <a:gd name="connsiteY163" fmla="*/ 2115401 h 2237474"/>
              <a:gd name="connsiteX164" fmla="*/ 4572 w 12192000"/>
              <a:gd name="connsiteY164" fmla="*/ 2111091 h 2237474"/>
              <a:gd name="connsiteX165" fmla="*/ 0 w 12192000"/>
              <a:gd name="connsiteY165" fmla="*/ 2110468 h 2237474"/>
              <a:gd name="connsiteX166" fmla="*/ 0 w 12192000"/>
              <a:gd name="connsiteY16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81987 w 12192000"/>
              <a:gd name="connsiteY140" fmla="*/ 2216757 h 2237474"/>
              <a:gd name="connsiteX141" fmla="*/ 669923 w 12192000"/>
              <a:gd name="connsiteY141" fmla="*/ 2211682 h 2237474"/>
              <a:gd name="connsiteX142" fmla="*/ 648680 w 12192000"/>
              <a:gd name="connsiteY142" fmla="*/ 2206229 h 2237474"/>
              <a:gd name="connsiteX143" fmla="*/ 597225 w 12192000"/>
              <a:gd name="connsiteY143" fmla="*/ 2180999 h 2237474"/>
              <a:gd name="connsiteX144" fmla="*/ 558449 w 12192000"/>
              <a:gd name="connsiteY144" fmla="*/ 2182346 h 2237474"/>
              <a:gd name="connsiteX145" fmla="*/ 550517 w 12192000"/>
              <a:gd name="connsiteY145" fmla="*/ 2182060 h 2237474"/>
              <a:gd name="connsiteX146" fmla="*/ 550309 w 12192000"/>
              <a:gd name="connsiteY146" fmla="*/ 2181825 h 2237474"/>
              <a:gd name="connsiteX147" fmla="*/ 541836 w 12192000"/>
              <a:gd name="connsiteY147" fmla="*/ 2181063 h 2237474"/>
              <a:gd name="connsiteX148" fmla="*/ 536057 w 12192000"/>
              <a:gd name="connsiteY148" fmla="*/ 2181537 h 2237474"/>
              <a:gd name="connsiteX149" fmla="*/ 520671 w 12192000"/>
              <a:gd name="connsiteY149" fmla="*/ 2180980 h 2237474"/>
              <a:gd name="connsiteX150" fmla="*/ 515024 w 12192000"/>
              <a:gd name="connsiteY150" fmla="*/ 2179258 h 2237474"/>
              <a:gd name="connsiteX151" fmla="*/ 512278 w 12192000"/>
              <a:gd name="connsiteY151" fmla="*/ 2176369 h 2237474"/>
              <a:gd name="connsiteX152" fmla="*/ 480419 w 12192000"/>
              <a:gd name="connsiteY152" fmla="*/ 2167807 h 2237474"/>
              <a:gd name="connsiteX153" fmla="*/ 413835 w 12192000"/>
              <a:gd name="connsiteY153" fmla="*/ 2156783 h 2237474"/>
              <a:gd name="connsiteX154" fmla="*/ 376513 w 12192000"/>
              <a:gd name="connsiteY154" fmla="*/ 2154014 h 2237474"/>
              <a:gd name="connsiteX155" fmla="*/ 273386 w 12192000"/>
              <a:gd name="connsiteY155" fmla="*/ 2142551 h 2237474"/>
              <a:gd name="connsiteX156" fmla="*/ 169207 w 12192000"/>
              <a:gd name="connsiteY156" fmla="*/ 2128100 h 2237474"/>
              <a:gd name="connsiteX157" fmla="*/ 93149 w 12192000"/>
              <a:gd name="connsiteY157" fmla="*/ 2105324 h 2237474"/>
              <a:gd name="connsiteX158" fmla="*/ 88109 w 12192000"/>
              <a:gd name="connsiteY158" fmla="*/ 2106704 h 2237474"/>
              <a:gd name="connsiteX159" fmla="*/ 80022 w 12192000"/>
              <a:gd name="connsiteY159" fmla="*/ 2107254 h 2237474"/>
              <a:gd name="connsiteX160" fmla="*/ 79717 w 12192000"/>
              <a:gd name="connsiteY160" fmla="*/ 2107046 h 2237474"/>
              <a:gd name="connsiteX161" fmla="*/ 72352 w 12192000"/>
              <a:gd name="connsiteY161" fmla="*/ 2107991 h 2237474"/>
              <a:gd name="connsiteX162" fmla="*/ 37645 w 12192000"/>
              <a:gd name="connsiteY162" fmla="*/ 2115401 h 2237474"/>
              <a:gd name="connsiteX163" fmla="*/ 4572 w 12192000"/>
              <a:gd name="connsiteY163" fmla="*/ 2111091 h 2237474"/>
              <a:gd name="connsiteX164" fmla="*/ 0 w 12192000"/>
              <a:gd name="connsiteY164" fmla="*/ 2110468 h 2237474"/>
              <a:gd name="connsiteX165" fmla="*/ 0 w 12192000"/>
              <a:gd name="connsiteY16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81987 w 12192000"/>
              <a:gd name="connsiteY140" fmla="*/ 2216757 h 2237474"/>
              <a:gd name="connsiteX141" fmla="*/ 669923 w 12192000"/>
              <a:gd name="connsiteY141" fmla="*/ 2211682 h 2237474"/>
              <a:gd name="connsiteX142" fmla="*/ 648680 w 12192000"/>
              <a:gd name="connsiteY142" fmla="*/ 2206229 h 2237474"/>
              <a:gd name="connsiteX143" fmla="*/ 597225 w 12192000"/>
              <a:gd name="connsiteY143" fmla="*/ 2180999 h 2237474"/>
              <a:gd name="connsiteX144" fmla="*/ 558449 w 12192000"/>
              <a:gd name="connsiteY144" fmla="*/ 2182346 h 2237474"/>
              <a:gd name="connsiteX145" fmla="*/ 550517 w 12192000"/>
              <a:gd name="connsiteY145" fmla="*/ 2182060 h 2237474"/>
              <a:gd name="connsiteX146" fmla="*/ 550309 w 12192000"/>
              <a:gd name="connsiteY146" fmla="*/ 2181825 h 2237474"/>
              <a:gd name="connsiteX147" fmla="*/ 541836 w 12192000"/>
              <a:gd name="connsiteY147" fmla="*/ 2181063 h 2237474"/>
              <a:gd name="connsiteX148" fmla="*/ 536057 w 12192000"/>
              <a:gd name="connsiteY148" fmla="*/ 2181537 h 2237474"/>
              <a:gd name="connsiteX149" fmla="*/ 520671 w 12192000"/>
              <a:gd name="connsiteY149" fmla="*/ 2180980 h 2237474"/>
              <a:gd name="connsiteX150" fmla="*/ 515024 w 12192000"/>
              <a:gd name="connsiteY150" fmla="*/ 2179258 h 2237474"/>
              <a:gd name="connsiteX151" fmla="*/ 512278 w 12192000"/>
              <a:gd name="connsiteY151" fmla="*/ 2176369 h 2237474"/>
              <a:gd name="connsiteX152" fmla="*/ 480419 w 12192000"/>
              <a:gd name="connsiteY152" fmla="*/ 2167807 h 2237474"/>
              <a:gd name="connsiteX153" fmla="*/ 413835 w 12192000"/>
              <a:gd name="connsiteY153" fmla="*/ 2156783 h 2237474"/>
              <a:gd name="connsiteX154" fmla="*/ 376513 w 12192000"/>
              <a:gd name="connsiteY154" fmla="*/ 2154014 h 2237474"/>
              <a:gd name="connsiteX155" fmla="*/ 273386 w 12192000"/>
              <a:gd name="connsiteY155" fmla="*/ 2142551 h 2237474"/>
              <a:gd name="connsiteX156" fmla="*/ 169207 w 12192000"/>
              <a:gd name="connsiteY156" fmla="*/ 2128100 h 2237474"/>
              <a:gd name="connsiteX157" fmla="*/ 93149 w 12192000"/>
              <a:gd name="connsiteY157" fmla="*/ 2105324 h 2237474"/>
              <a:gd name="connsiteX158" fmla="*/ 88109 w 12192000"/>
              <a:gd name="connsiteY158" fmla="*/ 2106704 h 2237474"/>
              <a:gd name="connsiteX159" fmla="*/ 80022 w 12192000"/>
              <a:gd name="connsiteY159" fmla="*/ 2107254 h 2237474"/>
              <a:gd name="connsiteX160" fmla="*/ 79717 w 12192000"/>
              <a:gd name="connsiteY160" fmla="*/ 2107046 h 2237474"/>
              <a:gd name="connsiteX161" fmla="*/ 72352 w 12192000"/>
              <a:gd name="connsiteY161" fmla="*/ 2107991 h 2237474"/>
              <a:gd name="connsiteX162" fmla="*/ 37645 w 12192000"/>
              <a:gd name="connsiteY162" fmla="*/ 2115401 h 2237474"/>
              <a:gd name="connsiteX163" fmla="*/ 4572 w 12192000"/>
              <a:gd name="connsiteY163" fmla="*/ 2111091 h 2237474"/>
              <a:gd name="connsiteX164" fmla="*/ 0 w 12192000"/>
              <a:gd name="connsiteY164" fmla="*/ 2110468 h 2237474"/>
              <a:gd name="connsiteX165" fmla="*/ 0 w 12192000"/>
              <a:gd name="connsiteY16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41836 w 12192000"/>
              <a:gd name="connsiteY146" fmla="*/ 2181063 h 2237474"/>
              <a:gd name="connsiteX147" fmla="*/ 536057 w 12192000"/>
              <a:gd name="connsiteY147" fmla="*/ 2181537 h 2237474"/>
              <a:gd name="connsiteX148" fmla="*/ 520671 w 12192000"/>
              <a:gd name="connsiteY148" fmla="*/ 2180980 h 2237474"/>
              <a:gd name="connsiteX149" fmla="*/ 515024 w 12192000"/>
              <a:gd name="connsiteY149" fmla="*/ 2179258 h 2237474"/>
              <a:gd name="connsiteX150" fmla="*/ 512278 w 12192000"/>
              <a:gd name="connsiteY150" fmla="*/ 2176369 h 2237474"/>
              <a:gd name="connsiteX151" fmla="*/ 480419 w 12192000"/>
              <a:gd name="connsiteY151" fmla="*/ 2167807 h 2237474"/>
              <a:gd name="connsiteX152" fmla="*/ 413835 w 12192000"/>
              <a:gd name="connsiteY152" fmla="*/ 2156783 h 2237474"/>
              <a:gd name="connsiteX153" fmla="*/ 376513 w 12192000"/>
              <a:gd name="connsiteY153" fmla="*/ 2154014 h 2237474"/>
              <a:gd name="connsiteX154" fmla="*/ 273386 w 12192000"/>
              <a:gd name="connsiteY154" fmla="*/ 2142551 h 2237474"/>
              <a:gd name="connsiteX155" fmla="*/ 169207 w 12192000"/>
              <a:gd name="connsiteY155" fmla="*/ 2128100 h 2237474"/>
              <a:gd name="connsiteX156" fmla="*/ 93149 w 12192000"/>
              <a:gd name="connsiteY156" fmla="*/ 2105324 h 2237474"/>
              <a:gd name="connsiteX157" fmla="*/ 88109 w 12192000"/>
              <a:gd name="connsiteY157" fmla="*/ 2106704 h 2237474"/>
              <a:gd name="connsiteX158" fmla="*/ 80022 w 12192000"/>
              <a:gd name="connsiteY158" fmla="*/ 2107254 h 2237474"/>
              <a:gd name="connsiteX159" fmla="*/ 79717 w 12192000"/>
              <a:gd name="connsiteY159" fmla="*/ 2107046 h 2237474"/>
              <a:gd name="connsiteX160" fmla="*/ 72352 w 12192000"/>
              <a:gd name="connsiteY160" fmla="*/ 2107991 h 2237474"/>
              <a:gd name="connsiteX161" fmla="*/ 37645 w 12192000"/>
              <a:gd name="connsiteY161" fmla="*/ 2115401 h 2237474"/>
              <a:gd name="connsiteX162" fmla="*/ 4572 w 12192000"/>
              <a:gd name="connsiteY162" fmla="*/ 2111091 h 2237474"/>
              <a:gd name="connsiteX163" fmla="*/ 0 w 12192000"/>
              <a:gd name="connsiteY163" fmla="*/ 2110468 h 2237474"/>
              <a:gd name="connsiteX164" fmla="*/ 0 w 12192000"/>
              <a:gd name="connsiteY16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41836 w 12192000"/>
              <a:gd name="connsiteY146" fmla="*/ 2181063 h 2237474"/>
              <a:gd name="connsiteX147" fmla="*/ 520671 w 12192000"/>
              <a:gd name="connsiteY147" fmla="*/ 2180980 h 2237474"/>
              <a:gd name="connsiteX148" fmla="*/ 515024 w 12192000"/>
              <a:gd name="connsiteY148" fmla="*/ 2179258 h 2237474"/>
              <a:gd name="connsiteX149" fmla="*/ 512278 w 12192000"/>
              <a:gd name="connsiteY149" fmla="*/ 2176369 h 2237474"/>
              <a:gd name="connsiteX150" fmla="*/ 480419 w 12192000"/>
              <a:gd name="connsiteY150" fmla="*/ 2167807 h 2237474"/>
              <a:gd name="connsiteX151" fmla="*/ 413835 w 12192000"/>
              <a:gd name="connsiteY151" fmla="*/ 2156783 h 2237474"/>
              <a:gd name="connsiteX152" fmla="*/ 376513 w 12192000"/>
              <a:gd name="connsiteY152" fmla="*/ 2154014 h 2237474"/>
              <a:gd name="connsiteX153" fmla="*/ 273386 w 12192000"/>
              <a:gd name="connsiteY153" fmla="*/ 2142551 h 2237474"/>
              <a:gd name="connsiteX154" fmla="*/ 169207 w 12192000"/>
              <a:gd name="connsiteY154" fmla="*/ 2128100 h 2237474"/>
              <a:gd name="connsiteX155" fmla="*/ 93149 w 12192000"/>
              <a:gd name="connsiteY155" fmla="*/ 2105324 h 2237474"/>
              <a:gd name="connsiteX156" fmla="*/ 88109 w 12192000"/>
              <a:gd name="connsiteY156" fmla="*/ 2106704 h 2237474"/>
              <a:gd name="connsiteX157" fmla="*/ 80022 w 12192000"/>
              <a:gd name="connsiteY157" fmla="*/ 2107254 h 2237474"/>
              <a:gd name="connsiteX158" fmla="*/ 79717 w 12192000"/>
              <a:gd name="connsiteY158" fmla="*/ 2107046 h 2237474"/>
              <a:gd name="connsiteX159" fmla="*/ 72352 w 12192000"/>
              <a:gd name="connsiteY159" fmla="*/ 2107991 h 2237474"/>
              <a:gd name="connsiteX160" fmla="*/ 37645 w 12192000"/>
              <a:gd name="connsiteY160" fmla="*/ 2115401 h 2237474"/>
              <a:gd name="connsiteX161" fmla="*/ 4572 w 12192000"/>
              <a:gd name="connsiteY161" fmla="*/ 2111091 h 2237474"/>
              <a:gd name="connsiteX162" fmla="*/ 0 w 12192000"/>
              <a:gd name="connsiteY162" fmla="*/ 2110468 h 2237474"/>
              <a:gd name="connsiteX163" fmla="*/ 0 w 12192000"/>
              <a:gd name="connsiteY16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512278 w 12192000"/>
              <a:gd name="connsiteY148" fmla="*/ 2176369 h 2237474"/>
              <a:gd name="connsiteX149" fmla="*/ 480419 w 12192000"/>
              <a:gd name="connsiteY149" fmla="*/ 2167807 h 2237474"/>
              <a:gd name="connsiteX150" fmla="*/ 413835 w 12192000"/>
              <a:gd name="connsiteY150" fmla="*/ 2156783 h 2237474"/>
              <a:gd name="connsiteX151" fmla="*/ 376513 w 12192000"/>
              <a:gd name="connsiteY151" fmla="*/ 2154014 h 2237474"/>
              <a:gd name="connsiteX152" fmla="*/ 273386 w 12192000"/>
              <a:gd name="connsiteY152" fmla="*/ 2142551 h 2237474"/>
              <a:gd name="connsiteX153" fmla="*/ 169207 w 12192000"/>
              <a:gd name="connsiteY153" fmla="*/ 2128100 h 2237474"/>
              <a:gd name="connsiteX154" fmla="*/ 93149 w 12192000"/>
              <a:gd name="connsiteY154" fmla="*/ 2105324 h 2237474"/>
              <a:gd name="connsiteX155" fmla="*/ 88109 w 12192000"/>
              <a:gd name="connsiteY155" fmla="*/ 2106704 h 2237474"/>
              <a:gd name="connsiteX156" fmla="*/ 80022 w 12192000"/>
              <a:gd name="connsiteY156" fmla="*/ 2107254 h 2237474"/>
              <a:gd name="connsiteX157" fmla="*/ 79717 w 12192000"/>
              <a:gd name="connsiteY157" fmla="*/ 2107046 h 2237474"/>
              <a:gd name="connsiteX158" fmla="*/ 72352 w 12192000"/>
              <a:gd name="connsiteY158" fmla="*/ 2107991 h 2237474"/>
              <a:gd name="connsiteX159" fmla="*/ 37645 w 12192000"/>
              <a:gd name="connsiteY159" fmla="*/ 2115401 h 2237474"/>
              <a:gd name="connsiteX160" fmla="*/ 4572 w 12192000"/>
              <a:gd name="connsiteY160" fmla="*/ 2111091 h 2237474"/>
              <a:gd name="connsiteX161" fmla="*/ 0 w 12192000"/>
              <a:gd name="connsiteY161" fmla="*/ 2110468 h 2237474"/>
              <a:gd name="connsiteX162" fmla="*/ 0 w 12192000"/>
              <a:gd name="connsiteY16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80419 w 12192000"/>
              <a:gd name="connsiteY148" fmla="*/ 2167807 h 2237474"/>
              <a:gd name="connsiteX149" fmla="*/ 413835 w 12192000"/>
              <a:gd name="connsiteY149" fmla="*/ 2156783 h 2237474"/>
              <a:gd name="connsiteX150" fmla="*/ 376513 w 12192000"/>
              <a:gd name="connsiteY150" fmla="*/ 2154014 h 2237474"/>
              <a:gd name="connsiteX151" fmla="*/ 273386 w 12192000"/>
              <a:gd name="connsiteY151" fmla="*/ 2142551 h 2237474"/>
              <a:gd name="connsiteX152" fmla="*/ 169207 w 12192000"/>
              <a:gd name="connsiteY152" fmla="*/ 2128100 h 2237474"/>
              <a:gd name="connsiteX153" fmla="*/ 93149 w 12192000"/>
              <a:gd name="connsiteY153" fmla="*/ 2105324 h 2237474"/>
              <a:gd name="connsiteX154" fmla="*/ 88109 w 12192000"/>
              <a:gd name="connsiteY154" fmla="*/ 2106704 h 2237474"/>
              <a:gd name="connsiteX155" fmla="*/ 80022 w 12192000"/>
              <a:gd name="connsiteY155" fmla="*/ 2107254 h 2237474"/>
              <a:gd name="connsiteX156" fmla="*/ 79717 w 12192000"/>
              <a:gd name="connsiteY156" fmla="*/ 2107046 h 2237474"/>
              <a:gd name="connsiteX157" fmla="*/ 72352 w 12192000"/>
              <a:gd name="connsiteY157" fmla="*/ 2107991 h 2237474"/>
              <a:gd name="connsiteX158" fmla="*/ 37645 w 12192000"/>
              <a:gd name="connsiteY158" fmla="*/ 2115401 h 2237474"/>
              <a:gd name="connsiteX159" fmla="*/ 4572 w 12192000"/>
              <a:gd name="connsiteY159" fmla="*/ 2111091 h 2237474"/>
              <a:gd name="connsiteX160" fmla="*/ 0 w 12192000"/>
              <a:gd name="connsiteY160" fmla="*/ 2110468 h 2237474"/>
              <a:gd name="connsiteX161" fmla="*/ 0 w 12192000"/>
              <a:gd name="connsiteY16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8109 w 12192000"/>
              <a:gd name="connsiteY153" fmla="*/ 2106704 h 2237474"/>
              <a:gd name="connsiteX154" fmla="*/ 80022 w 12192000"/>
              <a:gd name="connsiteY154" fmla="*/ 2107254 h 2237474"/>
              <a:gd name="connsiteX155" fmla="*/ 79717 w 12192000"/>
              <a:gd name="connsiteY155" fmla="*/ 2107046 h 2237474"/>
              <a:gd name="connsiteX156" fmla="*/ 72352 w 12192000"/>
              <a:gd name="connsiteY156" fmla="*/ 2107991 h 2237474"/>
              <a:gd name="connsiteX157" fmla="*/ 37645 w 12192000"/>
              <a:gd name="connsiteY157" fmla="*/ 2115401 h 2237474"/>
              <a:gd name="connsiteX158" fmla="*/ 4572 w 12192000"/>
              <a:gd name="connsiteY158" fmla="*/ 2111091 h 2237474"/>
              <a:gd name="connsiteX159" fmla="*/ 0 w 12192000"/>
              <a:gd name="connsiteY159" fmla="*/ 2110468 h 2237474"/>
              <a:gd name="connsiteX160" fmla="*/ 0 w 12192000"/>
              <a:gd name="connsiteY16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8109 w 12192000"/>
              <a:gd name="connsiteY153" fmla="*/ 2106704 h 2237474"/>
              <a:gd name="connsiteX154" fmla="*/ 80022 w 12192000"/>
              <a:gd name="connsiteY154" fmla="*/ 2107254 h 2237474"/>
              <a:gd name="connsiteX155" fmla="*/ 72352 w 12192000"/>
              <a:gd name="connsiteY155" fmla="*/ 2107991 h 2237474"/>
              <a:gd name="connsiteX156" fmla="*/ 37645 w 12192000"/>
              <a:gd name="connsiteY156" fmla="*/ 2115401 h 2237474"/>
              <a:gd name="connsiteX157" fmla="*/ 4572 w 12192000"/>
              <a:gd name="connsiteY157" fmla="*/ 2111091 h 2237474"/>
              <a:gd name="connsiteX158" fmla="*/ 0 w 12192000"/>
              <a:gd name="connsiteY158" fmla="*/ 2110468 h 2237474"/>
              <a:gd name="connsiteX159" fmla="*/ 0 w 12192000"/>
              <a:gd name="connsiteY15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0022 w 12192000"/>
              <a:gd name="connsiteY153" fmla="*/ 2107254 h 2237474"/>
              <a:gd name="connsiteX154" fmla="*/ 72352 w 12192000"/>
              <a:gd name="connsiteY154" fmla="*/ 2107991 h 2237474"/>
              <a:gd name="connsiteX155" fmla="*/ 37645 w 12192000"/>
              <a:gd name="connsiteY155" fmla="*/ 2115401 h 2237474"/>
              <a:gd name="connsiteX156" fmla="*/ 4572 w 12192000"/>
              <a:gd name="connsiteY156" fmla="*/ 2111091 h 2237474"/>
              <a:gd name="connsiteX157" fmla="*/ 0 w 12192000"/>
              <a:gd name="connsiteY157" fmla="*/ 2110468 h 2237474"/>
              <a:gd name="connsiteX158" fmla="*/ 0 w 12192000"/>
              <a:gd name="connsiteY15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80022 w 12192000"/>
              <a:gd name="connsiteY152" fmla="*/ 2107254 h 2237474"/>
              <a:gd name="connsiteX153" fmla="*/ 72352 w 12192000"/>
              <a:gd name="connsiteY153" fmla="*/ 2107991 h 2237474"/>
              <a:gd name="connsiteX154" fmla="*/ 37645 w 12192000"/>
              <a:gd name="connsiteY154" fmla="*/ 2115401 h 2237474"/>
              <a:gd name="connsiteX155" fmla="*/ 4572 w 12192000"/>
              <a:gd name="connsiteY155" fmla="*/ 2111091 h 2237474"/>
              <a:gd name="connsiteX156" fmla="*/ 0 w 12192000"/>
              <a:gd name="connsiteY156" fmla="*/ 2110468 h 2237474"/>
              <a:gd name="connsiteX157" fmla="*/ 0 w 12192000"/>
              <a:gd name="connsiteY15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20671 w 12192000"/>
              <a:gd name="connsiteY145" fmla="*/ 2180980 h 2237474"/>
              <a:gd name="connsiteX146" fmla="*/ 515024 w 12192000"/>
              <a:gd name="connsiteY146" fmla="*/ 2179258 h 2237474"/>
              <a:gd name="connsiteX147" fmla="*/ 413835 w 12192000"/>
              <a:gd name="connsiteY147" fmla="*/ 2156783 h 2237474"/>
              <a:gd name="connsiteX148" fmla="*/ 376513 w 12192000"/>
              <a:gd name="connsiteY148" fmla="*/ 2154014 h 2237474"/>
              <a:gd name="connsiteX149" fmla="*/ 273386 w 12192000"/>
              <a:gd name="connsiteY149" fmla="*/ 2142551 h 2237474"/>
              <a:gd name="connsiteX150" fmla="*/ 169207 w 12192000"/>
              <a:gd name="connsiteY150" fmla="*/ 2128100 h 2237474"/>
              <a:gd name="connsiteX151" fmla="*/ 80022 w 12192000"/>
              <a:gd name="connsiteY151" fmla="*/ 2107254 h 2237474"/>
              <a:gd name="connsiteX152" fmla="*/ 72352 w 12192000"/>
              <a:gd name="connsiteY152" fmla="*/ 2107991 h 2237474"/>
              <a:gd name="connsiteX153" fmla="*/ 37645 w 12192000"/>
              <a:gd name="connsiteY153" fmla="*/ 2115401 h 2237474"/>
              <a:gd name="connsiteX154" fmla="*/ 4572 w 12192000"/>
              <a:gd name="connsiteY154" fmla="*/ 2111091 h 2237474"/>
              <a:gd name="connsiteX155" fmla="*/ 0 w 12192000"/>
              <a:gd name="connsiteY155" fmla="*/ 2110468 h 2237474"/>
              <a:gd name="connsiteX156" fmla="*/ 0 w 12192000"/>
              <a:gd name="connsiteY15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20671 w 12192000"/>
              <a:gd name="connsiteY144" fmla="*/ 2180980 h 2237474"/>
              <a:gd name="connsiteX145" fmla="*/ 515024 w 12192000"/>
              <a:gd name="connsiteY145" fmla="*/ 2179258 h 2237474"/>
              <a:gd name="connsiteX146" fmla="*/ 413835 w 12192000"/>
              <a:gd name="connsiteY146" fmla="*/ 2156783 h 2237474"/>
              <a:gd name="connsiteX147" fmla="*/ 376513 w 12192000"/>
              <a:gd name="connsiteY147" fmla="*/ 2154014 h 2237474"/>
              <a:gd name="connsiteX148" fmla="*/ 273386 w 12192000"/>
              <a:gd name="connsiteY148" fmla="*/ 2142551 h 2237474"/>
              <a:gd name="connsiteX149" fmla="*/ 169207 w 12192000"/>
              <a:gd name="connsiteY149" fmla="*/ 2128100 h 2237474"/>
              <a:gd name="connsiteX150" fmla="*/ 80022 w 12192000"/>
              <a:gd name="connsiteY150" fmla="*/ 2107254 h 2237474"/>
              <a:gd name="connsiteX151" fmla="*/ 72352 w 12192000"/>
              <a:gd name="connsiteY151" fmla="*/ 2107991 h 2237474"/>
              <a:gd name="connsiteX152" fmla="*/ 37645 w 12192000"/>
              <a:gd name="connsiteY152" fmla="*/ 2115401 h 2237474"/>
              <a:gd name="connsiteX153" fmla="*/ 4572 w 12192000"/>
              <a:gd name="connsiteY153" fmla="*/ 2111091 h 2237474"/>
              <a:gd name="connsiteX154" fmla="*/ 0 w 12192000"/>
              <a:gd name="connsiteY154" fmla="*/ 2110468 h 2237474"/>
              <a:gd name="connsiteX155" fmla="*/ 0 w 12192000"/>
              <a:gd name="connsiteY15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20671 w 12192000"/>
              <a:gd name="connsiteY143" fmla="*/ 2180980 h 2237474"/>
              <a:gd name="connsiteX144" fmla="*/ 515024 w 12192000"/>
              <a:gd name="connsiteY144" fmla="*/ 2179258 h 2237474"/>
              <a:gd name="connsiteX145" fmla="*/ 413835 w 12192000"/>
              <a:gd name="connsiteY145" fmla="*/ 2156783 h 2237474"/>
              <a:gd name="connsiteX146" fmla="*/ 376513 w 12192000"/>
              <a:gd name="connsiteY146" fmla="*/ 2154014 h 2237474"/>
              <a:gd name="connsiteX147" fmla="*/ 273386 w 12192000"/>
              <a:gd name="connsiteY147" fmla="*/ 2142551 h 2237474"/>
              <a:gd name="connsiteX148" fmla="*/ 169207 w 12192000"/>
              <a:gd name="connsiteY148" fmla="*/ 2128100 h 2237474"/>
              <a:gd name="connsiteX149" fmla="*/ 80022 w 12192000"/>
              <a:gd name="connsiteY149" fmla="*/ 2107254 h 2237474"/>
              <a:gd name="connsiteX150" fmla="*/ 72352 w 12192000"/>
              <a:gd name="connsiteY150" fmla="*/ 2107991 h 2237474"/>
              <a:gd name="connsiteX151" fmla="*/ 37645 w 12192000"/>
              <a:gd name="connsiteY151" fmla="*/ 2115401 h 2237474"/>
              <a:gd name="connsiteX152" fmla="*/ 4572 w 12192000"/>
              <a:gd name="connsiteY152" fmla="*/ 2111091 h 2237474"/>
              <a:gd name="connsiteX153" fmla="*/ 0 w 12192000"/>
              <a:gd name="connsiteY153" fmla="*/ 2110468 h 2237474"/>
              <a:gd name="connsiteX154" fmla="*/ 0 w 12192000"/>
              <a:gd name="connsiteY15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48680 w 12192000"/>
              <a:gd name="connsiteY140" fmla="*/ 2206229 h 2237474"/>
              <a:gd name="connsiteX141" fmla="*/ 597225 w 12192000"/>
              <a:gd name="connsiteY141" fmla="*/ 2180999 h 2237474"/>
              <a:gd name="connsiteX142" fmla="*/ 520671 w 12192000"/>
              <a:gd name="connsiteY142" fmla="*/ 2180980 h 2237474"/>
              <a:gd name="connsiteX143" fmla="*/ 515024 w 12192000"/>
              <a:gd name="connsiteY143" fmla="*/ 2179258 h 2237474"/>
              <a:gd name="connsiteX144" fmla="*/ 413835 w 12192000"/>
              <a:gd name="connsiteY144" fmla="*/ 2156783 h 2237474"/>
              <a:gd name="connsiteX145" fmla="*/ 376513 w 12192000"/>
              <a:gd name="connsiteY145" fmla="*/ 2154014 h 2237474"/>
              <a:gd name="connsiteX146" fmla="*/ 273386 w 12192000"/>
              <a:gd name="connsiteY146" fmla="*/ 2142551 h 2237474"/>
              <a:gd name="connsiteX147" fmla="*/ 169207 w 12192000"/>
              <a:gd name="connsiteY147" fmla="*/ 2128100 h 2237474"/>
              <a:gd name="connsiteX148" fmla="*/ 80022 w 12192000"/>
              <a:gd name="connsiteY148" fmla="*/ 2107254 h 2237474"/>
              <a:gd name="connsiteX149" fmla="*/ 72352 w 12192000"/>
              <a:gd name="connsiteY149" fmla="*/ 2107991 h 2237474"/>
              <a:gd name="connsiteX150" fmla="*/ 37645 w 12192000"/>
              <a:gd name="connsiteY150" fmla="*/ 2115401 h 2237474"/>
              <a:gd name="connsiteX151" fmla="*/ 4572 w 12192000"/>
              <a:gd name="connsiteY151" fmla="*/ 2111091 h 2237474"/>
              <a:gd name="connsiteX152" fmla="*/ 0 w 12192000"/>
              <a:gd name="connsiteY152" fmla="*/ 2110468 h 2237474"/>
              <a:gd name="connsiteX153" fmla="*/ 0 w 12192000"/>
              <a:gd name="connsiteY15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80022 w 12192000"/>
              <a:gd name="connsiteY147" fmla="*/ 2107254 h 2237474"/>
              <a:gd name="connsiteX148" fmla="*/ 72352 w 12192000"/>
              <a:gd name="connsiteY148" fmla="*/ 2107991 h 2237474"/>
              <a:gd name="connsiteX149" fmla="*/ 37645 w 12192000"/>
              <a:gd name="connsiteY149" fmla="*/ 2115401 h 2237474"/>
              <a:gd name="connsiteX150" fmla="*/ 4572 w 12192000"/>
              <a:gd name="connsiteY150" fmla="*/ 2111091 h 2237474"/>
              <a:gd name="connsiteX151" fmla="*/ 0 w 12192000"/>
              <a:gd name="connsiteY151" fmla="*/ 2110468 h 2237474"/>
              <a:gd name="connsiteX152" fmla="*/ 0 w 12192000"/>
              <a:gd name="connsiteY15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80022 w 12192000"/>
              <a:gd name="connsiteY147" fmla="*/ 2107254 h 2237474"/>
              <a:gd name="connsiteX148" fmla="*/ 37645 w 12192000"/>
              <a:gd name="connsiteY148" fmla="*/ 2115401 h 2237474"/>
              <a:gd name="connsiteX149" fmla="*/ 4572 w 12192000"/>
              <a:gd name="connsiteY149" fmla="*/ 2111091 h 2237474"/>
              <a:gd name="connsiteX150" fmla="*/ 0 w 12192000"/>
              <a:gd name="connsiteY150" fmla="*/ 2110468 h 2237474"/>
              <a:gd name="connsiteX151" fmla="*/ 0 w 12192000"/>
              <a:gd name="connsiteY15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77641 w 12192000"/>
              <a:gd name="connsiteY147" fmla="*/ 2126835 h 2237474"/>
              <a:gd name="connsiteX148" fmla="*/ 37645 w 12192000"/>
              <a:gd name="connsiteY148" fmla="*/ 2115401 h 2237474"/>
              <a:gd name="connsiteX149" fmla="*/ 4572 w 12192000"/>
              <a:gd name="connsiteY149" fmla="*/ 2111091 h 2237474"/>
              <a:gd name="connsiteX150" fmla="*/ 0 w 12192000"/>
              <a:gd name="connsiteY150" fmla="*/ 2110468 h 2237474"/>
              <a:gd name="connsiteX151" fmla="*/ 0 w 12192000"/>
              <a:gd name="connsiteY15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10095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10095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279765 w 12192000"/>
              <a:gd name="connsiteY133" fmla="*/ 2229639 h 2237474"/>
              <a:gd name="connsiteX134" fmla="*/ 1195347 w 12192000"/>
              <a:gd name="connsiteY134" fmla="*/ 2212354 h 2237474"/>
              <a:gd name="connsiteX135" fmla="*/ 970251 w 12192000"/>
              <a:gd name="connsiteY135" fmla="*/ 2221029 h 2237474"/>
              <a:gd name="connsiteX136" fmla="*/ 812914 w 12192000"/>
              <a:gd name="connsiteY136" fmla="*/ 2210095 h 2237474"/>
              <a:gd name="connsiteX137" fmla="*/ 776382 w 12192000"/>
              <a:gd name="connsiteY137" fmla="*/ 2204512 h 2237474"/>
              <a:gd name="connsiteX138" fmla="*/ 597225 w 12192000"/>
              <a:gd name="connsiteY138" fmla="*/ 2180999 h 2237474"/>
              <a:gd name="connsiteX139" fmla="*/ 520671 w 12192000"/>
              <a:gd name="connsiteY139" fmla="*/ 2180980 h 2237474"/>
              <a:gd name="connsiteX140" fmla="*/ 515024 w 12192000"/>
              <a:gd name="connsiteY140" fmla="*/ 2179258 h 2237474"/>
              <a:gd name="connsiteX141" fmla="*/ 413835 w 12192000"/>
              <a:gd name="connsiteY141" fmla="*/ 2156783 h 2237474"/>
              <a:gd name="connsiteX142" fmla="*/ 376513 w 12192000"/>
              <a:gd name="connsiteY142" fmla="*/ 2154014 h 2237474"/>
              <a:gd name="connsiteX143" fmla="*/ 273386 w 12192000"/>
              <a:gd name="connsiteY143" fmla="*/ 2142551 h 2237474"/>
              <a:gd name="connsiteX144" fmla="*/ 169207 w 12192000"/>
              <a:gd name="connsiteY144" fmla="*/ 2128100 h 2237474"/>
              <a:gd name="connsiteX145" fmla="*/ 77641 w 12192000"/>
              <a:gd name="connsiteY145" fmla="*/ 2126835 h 2237474"/>
              <a:gd name="connsiteX146" fmla="*/ 37645 w 12192000"/>
              <a:gd name="connsiteY146" fmla="*/ 2115401 h 2237474"/>
              <a:gd name="connsiteX147" fmla="*/ 4572 w 12192000"/>
              <a:gd name="connsiteY147" fmla="*/ 2111091 h 2237474"/>
              <a:gd name="connsiteX148" fmla="*/ 0 w 12192000"/>
              <a:gd name="connsiteY148" fmla="*/ 2110468 h 2237474"/>
              <a:gd name="connsiteX149" fmla="*/ 0 w 12192000"/>
              <a:gd name="connsiteY14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476147 w 12192000"/>
              <a:gd name="connsiteY115" fmla="*/ 1998305 h 2237474"/>
              <a:gd name="connsiteX116" fmla="*/ 2373568 w 12192000"/>
              <a:gd name="connsiteY116" fmla="*/ 2003219 h 2237474"/>
              <a:gd name="connsiteX117" fmla="*/ 2287219 w 12192000"/>
              <a:gd name="connsiteY117" fmla="*/ 1998750 h 2237474"/>
              <a:gd name="connsiteX118" fmla="*/ 2243069 w 12192000"/>
              <a:gd name="connsiteY118" fmla="*/ 2005321 h 2237474"/>
              <a:gd name="connsiteX119" fmla="*/ 2164831 w 12192000"/>
              <a:gd name="connsiteY119" fmla="*/ 2010143 h 2237474"/>
              <a:gd name="connsiteX120" fmla="*/ 2085228 w 12192000"/>
              <a:gd name="connsiteY120" fmla="*/ 2046431 h 2237474"/>
              <a:gd name="connsiteX121" fmla="*/ 2058061 w 12192000"/>
              <a:gd name="connsiteY121" fmla="*/ 2047942 h 2237474"/>
              <a:gd name="connsiteX122" fmla="*/ 2042244 w 12192000"/>
              <a:gd name="connsiteY122" fmla="*/ 2055560 h 2237474"/>
              <a:gd name="connsiteX123" fmla="*/ 1877728 w 12192000"/>
              <a:gd name="connsiteY123" fmla="*/ 2101004 h 2237474"/>
              <a:gd name="connsiteX124" fmla="*/ 1759056 w 12192000"/>
              <a:gd name="connsiteY124" fmla="*/ 2125608 h 2237474"/>
              <a:gd name="connsiteX125" fmla="*/ 1637948 w 12192000"/>
              <a:gd name="connsiteY125" fmla="*/ 2172597 h 2237474"/>
              <a:gd name="connsiteX126" fmla="*/ 1434549 w 12192000"/>
              <a:gd name="connsiteY126" fmla="*/ 2234522 h 2237474"/>
              <a:gd name="connsiteX127" fmla="*/ 1398481 w 12192000"/>
              <a:gd name="connsiteY127" fmla="*/ 2237074 h 2237474"/>
              <a:gd name="connsiteX128" fmla="*/ 1398407 w 12192000"/>
              <a:gd name="connsiteY128" fmla="*/ 2237095 h 2237474"/>
              <a:gd name="connsiteX129" fmla="*/ 1370962 w 12192000"/>
              <a:gd name="connsiteY129" fmla="*/ 2237474 h 2237474"/>
              <a:gd name="connsiteX130" fmla="*/ 1356367 w 12192000"/>
              <a:gd name="connsiteY130" fmla="*/ 2235089 h 2237474"/>
              <a:gd name="connsiteX131" fmla="*/ 1279765 w 12192000"/>
              <a:gd name="connsiteY131" fmla="*/ 2229639 h 2237474"/>
              <a:gd name="connsiteX132" fmla="*/ 1195347 w 12192000"/>
              <a:gd name="connsiteY132" fmla="*/ 2212354 h 2237474"/>
              <a:gd name="connsiteX133" fmla="*/ 970251 w 12192000"/>
              <a:gd name="connsiteY133" fmla="*/ 2221029 h 2237474"/>
              <a:gd name="connsiteX134" fmla="*/ 812914 w 12192000"/>
              <a:gd name="connsiteY134" fmla="*/ 2210095 h 2237474"/>
              <a:gd name="connsiteX135" fmla="*/ 776382 w 12192000"/>
              <a:gd name="connsiteY135" fmla="*/ 2204512 h 2237474"/>
              <a:gd name="connsiteX136" fmla="*/ 597225 w 12192000"/>
              <a:gd name="connsiteY136" fmla="*/ 2180999 h 2237474"/>
              <a:gd name="connsiteX137" fmla="*/ 520671 w 12192000"/>
              <a:gd name="connsiteY137" fmla="*/ 2180980 h 2237474"/>
              <a:gd name="connsiteX138" fmla="*/ 515024 w 12192000"/>
              <a:gd name="connsiteY138" fmla="*/ 2179258 h 2237474"/>
              <a:gd name="connsiteX139" fmla="*/ 413835 w 12192000"/>
              <a:gd name="connsiteY139" fmla="*/ 2156783 h 2237474"/>
              <a:gd name="connsiteX140" fmla="*/ 376513 w 12192000"/>
              <a:gd name="connsiteY140" fmla="*/ 2154014 h 2237474"/>
              <a:gd name="connsiteX141" fmla="*/ 273386 w 12192000"/>
              <a:gd name="connsiteY141" fmla="*/ 2142551 h 2237474"/>
              <a:gd name="connsiteX142" fmla="*/ 169207 w 12192000"/>
              <a:gd name="connsiteY142" fmla="*/ 2128100 h 2237474"/>
              <a:gd name="connsiteX143" fmla="*/ 77641 w 12192000"/>
              <a:gd name="connsiteY143" fmla="*/ 2126835 h 2237474"/>
              <a:gd name="connsiteX144" fmla="*/ 37645 w 12192000"/>
              <a:gd name="connsiteY144" fmla="*/ 2115401 h 2237474"/>
              <a:gd name="connsiteX145" fmla="*/ 4572 w 12192000"/>
              <a:gd name="connsiteY145" fmla="*/ 2111091 h 2237474"/>
              <a:gd name="connsiteX146" fmla="*/ 0 w 12192000"/>
              <a:gd name="connsiteY146" fmla="*/ 2110468 h 2237474"/>
              <a:gd name="connsiteX147" fmla="*/ 0 w 12192000"/>
              <a:gd name="connsiteY14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6900177 w 12192000"/>
              <a:gd name="connsiteY58" fmla="*/ 1636016 h 2237474"/>
              <a:gd name="connsiteX59" fmla="*/ 6795372 w 12192000"/>
              <a:gd name="connsiteY59" fmla="*/ 1644845 h 2237474"/>
              <a:gd name="connsiteX60" fmla="*/ 6692251 w 12192000"/>
              <a:gd name="connsiteY60" fmla="*/ 1656357 h 2237474"/>
              <a:gd name="connsiteX61" fmla="*/ 6655235 w 12192000"/>
              <a:gd name="connsiteY61" fmla="*/ 1661869 h 2237474"/>
              <a:gd name="connsiteX62" fmla="*/ 6554894 w 12192000"/>
              <a:gd name="connsiteY62" fmla="*/ 1664428 h 2237474"/>
              <a:gd name="connsiteX63" fmla="*/ 6516595 w 12192000"/>
              <a:gd name="connsiteY63" fmla="*/ 1667475 h 2237474"/>
              <a:gd name="connsiteX64" fmla="*/ 6508541 w 12192000"/>
              <a:gd name="connsiteY64" fmla="*/ 1668757 h 2237474"/>
              <a:gd name="connsiteX65" fmla="*/ 6471012 w 12192000"/>
              <a:gd name="connsiteY65" fmla="*/ 1678604 h 2237474"/>
              <a:gd name="connsiteX66" fmla="*/ 6364035 w 12192000"/>
              <a:gd name="connsiteY66" fmla="*/ 1667683 h 2237474"/>
              <a:gd name="connsiteX67" fmla="*/ 6280959 w 12192000"/>
              <a:gd name="connsiteY67" fmla="*/ 1689329 h 2237474"/>
              <a:gd name="connsiteX68" fmla="*/ 6243319 w 12192000"/>
              <a:gd name="connsiteY68" fmla="*/ 1695560 h 2237474"/>
              <a:gd name="connsiteX69" fmla="*/ 6098321 w 12192000"/>
              <a:gd name="connsiteY69" fmla="*/ 1721646 h 2237474"/>
              <a:gd name="connsiteX70" fmla="*/ 5880652 w 12192000"/>
              <a:gd name="connsiteY70" fmla="*/ 1779643 h 2237474"/>
              <a:gd name="connsiteX71" fmla="*/ 5785959 w 12192000"/>
              <a:gd name="connsiteY71" fmla="*/ 1775307 h 2237474"/>
              <a:gd name="connsiteX72" fmla="*/ 5643534 w 12192000"/>
              <a:gd name="connsiteY72" fmla="*/ 1802919 h 2237474"/>
              <a:gd name="connsiteX73" fmla="*/ 5518799 w 12192000"/>
              <a:gd name="connsiteY73" fmla="*/ 1818312 h 2237474"/>
              <a:gd name="connsiteX74" fmla="*/ 5505014 w 12192000"/>
              <a:gd name="connsiteY74" fmla="*/ 1819259 h 2237474"/>
              <a:gd name="connsiteX75" fmla="*/ 5453307 w 12192000"/>
              <a:gd name="connsiteY75" fmla="*/ 1815450 h 2237474"/>
              <a:gd name="connsiteX76" fmla="*/ 5221533 w 12192000"/>
              <a:gd name="connsiteY76" fmla="*/ 1846950 h 2237474"/>
              <a:gd name="connsiteX77" fmla="*/ 5149802 w 12192000"/>
              <a:gd name="connsiteY77" fmla="*/ 1844846 h 2237474"/>
              <a:gd name="connsiteX78" fmla="*/ 5114927 w 12192000"/>
              <a:gd name="connsiteY78" fmla="*/ 1847827 h 2237474"/>
              <a:gd name="connsiteX79" fmla="*/ 5108970 w 12192000"/>
              <a:gd name="connsiteY79" fmla="*/ 1847935 h 2237474"/>
              <a:gd name="connsiteX80" fmla="*/ 5067961 w 12192000"/>
              <a:gd name="connsiteY80" fmla="*/ 1845917 h 2237474"/>
              <a:gd name="connsiteX81" fmla="*/ 5007075 w 12192000"/>
              <a:gd name="connsiteY81" fmla="*/ 1838626 h 2237474"/>
              <a:gd name="connsiteX82" fmla="*/ 4944087 w 12192000"/>
              <a:gd name="connsiteY82" fmla="*/ 1823332 h 2237474"/>
              <a:gd name="connsiteX83" fmla="*/ 4907662 w 12192000"/>
              <a:gd name="connsiteY83" fmla="*/ 1816900 h 2237474"/>
              <a:gd name="connsiteX84" fmla="*/ 4882386 w 12192000"/>
              <a:gd name="connsiteY84" fmla="*/ 1809844 h 2237474"/>
              <a:gd name="connsiteX85" fmla="*/ 4811440 w 12192000"/>
              <a:gd name="connsiteY85" fmla="*/ 1804655 h 2237474"/>
              <a:gd name="connsiteX86" fmla="*/ 4691075 w 12192000"/>
              <a:gd name="connsiteY86" fmla="*/ 1801389 h 2237474"/>
              <a:gd name="connsiteX87" fmla="*/ 4640313 w 12192000"/>
              <a:gd name="connsiteY87" fmla="*/ 1784307 h 2237474"/>
              <a:gd name="connsiteX88" fmla="*/ 4536503 w 12192000"/>
              <a:gd name="connsiteY88" fmla="*/ 1785334 h 2237474"/>
              <a:gd name="connsiteX89" fmla="*/ 4513724 w 12192000"/>
              <a:gd name="connsiteY89" fmla="*/ 1791996 h 2237474"/>
              <a:gd name="connsiteX90" fmla="*/ 4459810 w 12192000"/>
              <a:gd name="connsiteY90" fmla="*/ 1797886 h 2237474"/>
              <a:gd name="connsiteX91" fmla="*/ 4379064 w 12192000"/>
              <a:gd name="connsiteY91" fmla="*/ 1817177 h 2237474"/>
              <a:gd name="connsiteX92" fmla="*/ 4290981 w 12192000"/>
              <a:gd name="connsiteY92" fmla="*/ 1839677 h 2237474"/>
              <a:gd name="connsiteX93" fmla="*/ 4238372 w 12192000"/>
              <a:gd name="connsiteY93" fmla="*/ 1851480 h 2237474"/>
              <a:gd name="connsiteX94" fmla="*/ 4232517 w 12192000"/>
              <a:gd name="connsiteY94" fmla="*/ 1852567 h 2237474"/>
              <a:gd name="connsiteX95" fmla="*/ 4191732 w 12192000"/>
              <a:gd name="connsiteY95" fmla="*/ 1857328 h 2237474"/>
              <a:gd name="connsiteX96" fmla="*/ 4065532 w 12192000"/>
              <a:gd name="connsiteY96" fmla="*/ 1855477 h 2237474"/>
              <a:gd name="connsiteX97" fmla="*/ 4028460 w 12192000"/>
              <a:gd name="connsiteY97" fmla="*/ 1855137 h 2237474"/>
              <a:gd name="connsiteX98" fmla="*/ 4002267 w 12192000"/>
              <a:gd name="connsiteY98" fmla="*/ 1852352 h 2237474"/>
              <a:gd name="connsiteX99" fmla="*/ 3931396 w 12192000"/>
              <a:gd name="connsiteY99" fmla="*/ 1858915 h 2237474"/>
              <a:gd name="connsiteX100" fmla="*/ 3812162 w 12192000"/>
              <a:gd name="connsiteY100" fmla="*/ 1875501 h 2237474"/>
              <a:gd name="connsiteX101" fmla="*/ 3758105 w 12192000"/>
              <a:gd name="connsiteY101" fmla="*/ 1871856 h 2237474"/>
              <a:gd name="connsiteX102" fmla="*/ 3715896 w 12192000"/>
              <a:gd name="connsiteY102" fmla="*/ 1881552 h 2237474"/>
              <a:gd name="connsiteX103" fmla="*/ 3567259 w 12192000"/>
              <a:gd name="connsiteY103" fmla="*/ 1893482 h 2237474"/>
              <a:gd name="connsiteX104" fmla="*/ 3405770 w 12192000"/>
              <a:gd name="connsiteY104" fmla="*/ 1904591 h 2237474"/>
              <a:gd name="connsiteX105" fmla="*/ 3280097 w 12192000"/>
              <a:gd name="connsiteY105" fmla="*/ 1919610 h 2237474"/>
              <a:gd name="connsiteX106" fmla="*/ 3009910 w 12192000"/>
              <a:gd name="connsiteY106" fmla="*/ 1957866 h 2237474"/>
              <a:gd name="connsiteX107" fmla="*/ 2995934 w 12192000"/>
              <a:gd name="connsiteY107" fmla="*/ 1967085 h 2237474"/>
              <a:gd name="connsiteX108" fmla="*/ 2942858 w 12192000"/>
              <a:gd name="connsiteY108" fmla="*/ 1981367 h 2237474"/>
              <a:gd name="connsiteX109" fmla="*/ 2875436 w 12192000"/>
              <a:gd name="connsiteY109" fmla="*/ 1996977 h 2237474"/>
              <a:gd name="connsiteX110" fmla="*/ 2874892 w 12192000"/>
              <a:gd name="connsiteY110" fmla="*/ 1996085 h 2237474"/>
              <a:gd name="connsiteX111" fmla="*/ 2843662 w 12192000"/>
              <a:gd name="connsiteY111" fmla="*/ 1992498 h 2237474"/>
              <a:gd name="connsiteX112" fmla="*/ 2718916 w 12192000"/>
              <a:gd name="connsiteY112" fmla="*/ 1990867 h 2237474"/>
              <a:gd name="connsiteX113" fmla="*/ 2713522 w 12192000"/>
              <a:gd name="connsiteY113" fmla="*/ 1990173 h 2237474"/>
              <a:gd name="connsiteX114" fmla="*/ 2476147 w 12192000"/>
              <a:gd name="connsiteY114" fmla="*/ 1998305 h 2237474"/>
              <a:gd name="connsiteX115" fmla="*/ 2373568 w 12192000"/>
              <a:gd name="connsiteY115" fmla="*/ 2003219 h 2237474"/>
              <a:gd name="connsiteX116" fmla="*/ 2287219 w 12192000"/>
              <a:gd name="connsiteY116" fmla="*/ 1998750 h 2237474"/>
              <a:gd name="connsiteX117" fmla="*/ 2243069 w 12192000"/>
              <a:gd name="connsiteY117" fmla="*/ 2005321 h 2237474"/>
              <a:gd name="connsiteX118" fmla="*/ 2164831 w 12192000"/>
              <a:gd name="connsiteY118" fmla="*/ 2010143 h 2237474"/>
              <a:gd name="connsiteX119" fmla="*/ 2085228 w 12192000"/>
              <a:gd name="connsiteY119" fmla="*/ 2046431 h 2237474"/>
              <a:gd name="connsiteX120" fmla="*/ 2058061 w 12192000"/>
              <a:gd name="connsiteY120" fmla="*/ 2047942 h 2237474"/>
              <a:gd name="connsiteX121" fmla="*/ 2042244 w 12192000"/>
              <a:gd name="connsiteY121" fmla="*/ 2055560 h 2237474"/>
              <a:gd name="connsiteX122" fmla="*/ 1877728 w 12192000"/>
              <a:gd name="connsiteY122" fmla="*/ 2101004 h 2237474"/>
              <a:gd name="connsiteX123" fmla="*/ 1759056 w 12192000"/>
              <a:gd name="connsiteY123" fmla="*/ 2125608 h 2237474"/>
              <a:gd name="connsiteX124" fmla="*/ 1637948 w 12192000"/>
              <a:gd name="connsiteY124" fmla="*/ 2172597 h 2237474"/>
              <a:gd name="connsiteX125" fmla="*/ 1434549 w 12192000"/>
              <a:gd name="connsiteY125" fmla="*/ 2234522 h 2237474"/>
              <a:gd name="connsiteX126" fmla="*/ 1398481 w 12192000"/>
              <a:gd name="connsiteY126" fmla="*/ 2237074 h 2237474"/>
              <a:gd name="connsiteX127" fmla="*/ 1398407 w 12192000"/>
              <a:gd name="connsiteY127" fmla="*/ 2237095 h 2237474"/>
              <a:gd name="connsiteX128" fmla="*/ 1370962 w 12192000"/>
              <a:gd name="connsiteY128" fmla="*/ 2237474 h 2237474"/>
              <a:gd name="connsiteX129" fmla="*/ 1356367 w 12192000"/>
              <a:gd name="connsiteY129" fmla="*/ 2235089 h 2237474"/>
              <a:gd name="connsiteX130" fmla="*/ 1279765 w 12192000"/>
              <a:gd name="connsiteY130" fmla="*/ 2229639 h 2237474"/>
              <a:gd name="connsiteX131" fmla="*/ 1195347 w 12192000"/>
              <a:gd name="connsiteY131" fmla="*/ 2212354 h 2237474"/>
              <a:gd name="connsiteX132" fmla="*/ 970251 w 12192000"/>
              <a:gd name="connsiteY132" fmla="*/ 2221029 h 2237474"/>
              <a:gd name="connsiteX133" fmla="*/ 812914 w 12192000"/>
              <a:gd name="connsiteY133" fmla="*/ 2210095 h 2237474"/>
              <a:gd name="connsiteX134" fmla="*/ 776382 w 12192000"/>
              <a:gd name="connsiteY134" fmla="*/ 2204512 h 2237474"/>
              <a:gd name="connsiteX135" fmla="*/ 597225 w 12192000"/>
              <a:gd name="connsiteY135" fmla="*/ 2180999 h 2237474"/>
              <a:gd name="connsiteX136" fmla="*/ 520671 w 12192000"/>
              <a:gd name="connsiteY136" fmla="*/ 2180980 h 2237474"/>
              <a:gd name="connsiteX137" fmla="*/ 515024 w 12192000"/>
              <a:gd name="connsiteY137" fmla="*/ 2179258 h 2237474"/>
              <a:gd name="connsiteX138" fmla="*/ 413835 w 12192000"/>
              <a:gd name="connsiteY138" fmla="*/ 2156783 h 2237474"/>
              <a:gd name="connsiteX139" fmla="*/ 376513 w 12192000"/>
              <a:gd name="connsiteY139" fmla="*/ 2154014 h 2237474"/>
              <a:gd name="connsiteX140" fmla="*/ 273386 w 12192000"/>
              <a:gd name="connsiteY140" fmla="*/ 2142551 h 2237474"/>
              <a:gd name="connsiteX141" fmla="*/ 169207 w 12192000"/>
              <a:gd name="connsiteY141" fmla="*/ 2128100 h 2237474"/>
              <a:gd name="connsiteX142" fmla="*/ 77641 w 12192000"/>
              <a:gd name="connsiteY142" fmla="*/ 2126835 h 2237474"/>
              <a:gd name="connsiteX143" fmla="*/ 37645 w 12192000"/>
              <a:gd name="connsiteY143" fmla="*/ 2115401 h 2237474"/>
              <a:gd name="connsiteX144" fmla="*/ 4572 w 12192000"/>
              <a:gd name="connsiteY144" fmla="*/ 2111091 h 2237474"/>
              <a:gd name="connsiteX145" fmla="*/ 0 w 12192000"/>
              <a:gd name="connsiteY145" fmla="*/ 2110468 h 2237474"/>
              <a:gd name="connsiteX146" fmla="*/ 0 w 12192000"/>
              <a:gd name="connsiteY14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074238 w 12192000"/>
              <a:gd name="connsiteY45" fmla="*/ 1301895 h 2237474"/>
              <a:gd name="connsiteX46" fmla="*/ 7942099 w 12192000"/>
              <a:gd name="connsiteY46" fmla="*/ 1336332 h 2237474"/>
              <a:gd name="connsiteX47" fmla="*/ 7902328 w 12192000"/>
              <a:gd name="connsiteY47" fmla="*/ 1345865 h 2237474"/>
              <a:gd name="connsiteX48" fmla="*/ 7840612 w 12192000"/>
              <a:gd name="connsiteY48" fmla="*/ 1369373 h 2237474"/>
              <a:gd name="connsiteX49" fmla="*/ 7786819 w 12192000"/>
              <a:gd name="connsiteY49" fmla="*/ 1378970 h 2237474"/>
              <a:gd name="connsiteX50" fmla="*/ 7548172 w 12192000"/>
              <a:gd name="connsiteY50" fmla="*/ 1417460 h 2237474"/>
              <a:gd name="connsiteX51" fmla="*/ 7483437 w 12192000"/>
              <a:gd name="connsiteY51" fmla="*/ 1478152 h 2237474"/>
              <a:gd name="connsiteX52" fmla="*/ 7377870 w 12192000"/>
              <a:gd name="connsiteY52" fmla="*/ 1523319 h 2237474"/>
              <a:gd name="connsiteX53" fmla="*/ 7230737 w 12192000"/>
              <a:gd name="connsiteY53" fmla="*/ 1562633 h 2237474"/>
              <a:gd name="connsiteX54" fmla="*/ 7224458 w 12192000"/>
              <a:gd name="connsiteY54" fmla="*/ 1573008 h 2237474"/>
              <a:gd name="connsiteX55" fmla="*/ 7183121 w 12192000"/>
              <a:gd name="connsiteY55" fmla="*/ 1595162 h 2237474"/>
              <a:gd name="connsiteX56" fmla="*/ 7164601 w 12192000"/>
              <a:gd name="connsiteY56" fmla="*/ 1606490 h 2237474"/>
              <a:gd name="connsiteX57" fmla="*/ 6900177 w 12192000"/>
              <a:gd name="connsiteY57" fmla="*/ 1636016 h 2237474"/>
              <a:gd name="connsiteX58" fmla="*/ 6795372 w 12192000"/>
              <a:gd name="connsiteY58" fmla="*/ 1644845 h 2237474"/>
              <a:gd name="connsiteX59" fmla="*/ 6692251 w 12192000"/>
              <a:gd name="connsiteY59" fmla="*/ 1656357 h 2237474"/>
              <a:gd name="connsiteX60" fmla="*/ 6655235 w 12192000"/>
              <a:gd name="connsiteY60" fmla="*/ 1661869 h 2237474"/>
              <a:gd name="connsiteX61" fmla="*/ 6554894 w 12192000"/>
              <a:gd name="connsiteY61" fmla="*/ 1664428 h 2237474"/>
              <a:gd name="connsiteX62" fmla="*/ 6516595 w 12192000"/>
              <a:gd name="connsiteY62" fmla="*/ 1667475 h 2237474"/>
              <a:gd name="connsiteX63" fmla="*/ 6508541 w 12192000"/>
              <a:gd name="connsiteY63" fmla="*/ 1668757 h 2237474"/>
              <a:gd name="connsiteX64" fmla="*/ 6471012 w 12192000"/>
              <a:gd name="connsiteY64" fmla="*/ 1678604 h 2237474"/>
              <a:gd name="connsiteX65" fmla="*/ 6364035 w 12192000"/>
              <a:gd name="connsiteY65" fmla="*/ 1667683 h 2237474"/>
              <a:gd name="connsiteX66" fmla="*/ 6280959 w 12192000"/>
              <a:gd name="connsiteY66" fmla="*/ 1689329 h 2237474"/>
              <a:gd name="connsiteX67" fmla="*/ 6243319 w 12192000"/>
              <a:gd name="connsiteY67" fmla="*/ 1695560 h 2237474"/>
              <a:gd name="connsiteX68" fmla="*/ 6098321 w 12192000"/>
              <a:gd name="connsiteY68" fmla="*/ 1721646 h 2237474"/>
              <a:gd name="connsiteX69" fmla="*/ 5880652 w 12192000"/>
              <a:gd name="connsiteY69" fmla="*/ 1779643 h 2237474"/>
              <a:gd name="connsiteX70" fmla="*/ 5785959 w 12192000"/>
              <a:gd name="connsiteY70" fmla="*/ 1775307 h 2237474"/>
              <a:gd name="connsiteX71" fmla="*/ 5643534 w 12192000"/>
              <a:gd name="connsiteY71" fmla="*/ 1802919 h 2237474"/>
              <a:gd name="connsiteX72" fmla="*/ 5518799 w 12192000"/>
              <a:gd name="connsiteY72" fmla="*/ 1818312 h 2237474"/>
              <a:gd name="connsiteX73" fmla="*/ 5505014 w 12192000"/>
              <a:gd name="connsiteY73" fmla="*/ 1819259 h 2237474"/>
              <a:gd name="connsiteX74" fmla="*/ 5453307 w 12192000"/>
              <a:gd name="connsiteY74" fmla="*/ 1815450 h 2237474"/>
              <a:gd name="connsiteX75" fmla="*/ 5221533 w 12192000"/>
              <a:gd name="connsiteY75" fmla="*/ 1846950 h 2237474"/>
              <a:gd name="connsiteX76" fmla="*/ 5149802 w 12192000"/>
              <a:gd name="connsiteY76" fmla="*/ 1844846 h 2237474"/>
              <a:gd name="connsiteX77" fmla="*/ 5114927 w 12192000"/>
              <a:gd name="connsiteY77" fmla="*/ 1847827 h 2237474"/>
              <a:gd name="connsiteX78" fmla="*/ 5108970 w 12192000"/>
              <a:gd name="connsiteY78" fmla="*/ 1847935 h 2237474"/>
              <a:gd name="connsiteX79" fmla="*/ 5067961 w 12192000"/>
              <a:gd name="connsiteY79" fmla="*/ 1845917 h 2237474"/>
              <a:gd name="connsiteX80" fmla="*/ 5007075 w 12192000"/>
              <a:gd name="connsiteY80" fmla="*/ 1838626 h 2237474"/>
              <a:gd name="connsiteX81" fmla="*/ 4944087 w 12192000"/>
              <a:gd name="connsiteY81" fmla="*/ 1823332 h 2237474"/>
              <a:gd name="connsiteX82" fmla="*/ 4907662 w 12192000"/>
              <a:gd name="connsiteY82" fmla="*/ 1816900 h 2237474"/>
              <a:gd name="connsiteX83" fmla="*/ 4882386 w 12192000"/>
              <a:gd name="connsiteY83" fmla="*/ 1809844 h 2237474"/>
              <a:gd name="connsiteX84" fmla="*/ 4811440 w 12192000"/>
              <a:gd name="connsiteY84" fmla="*/ 1804655 h 2237474"/>
              <a:gd name="connsiteX85" fmla="*/ 4691075 w 12192000"/>
              <a:gd name="connsiteY85" fmla="*/ 1801389 h 2237474"/>
              <a:gd name="connsiteX86" fmla="*/ 4640313 w 12192000"/>
              <a:gd name="connsiteY86" fmla="*/ 1784307 h 2237474"/>
              <a:gd name="connsiteX87" fmla="*/ 4536503 w 12192000"/>
              <a:gd name="connsiteY87" fmla="*/ 1785334 h 2237474"/>
              <a:gd name="connsiteX88" fmla="*/ 4513724 w 12192000"/>
              <a:gd name="connsiteY88" fmla="*/ 1791996 h 2237474"/>
              <a:gd name="connsiteX89" fmla="*/ 4459810 w 12192000"/>
              <a:gd name="connsiteY89" fmla="*/ 1797886 h 2237474"/>
              <a:gd name="connsiteX90" fmla="*/ 4379064 w 12192000"/>
              <a:gd name="connsiteY90" fmla="*/ 1817177 h 2237474"/>
              <a:gd name="connsiteX91" fmla="*/ 4290981 w 12192000"/>
              <a:gd name="connsiteY91" fmla="*/ 1839677 h 2237474"/>
              <a:gd name="connsiteX92" fmla="*/ 4238372 w 12192000"/>
              <a:gd name="connsiteY92" fmla="*/ 1851480 h 2237474"/>
              <a:gd name="connsiteX93" fmla="*/ 4232517 w 12192000"/>
              <a:gd name="connsiteY93" fmla="*/ 1852567 h 2237474"/>
              <a:gd name="connsiteX94" fmla="*/ 4191732 w 12192000"/>
              <a:gd name="connsiteY94" fmla="*/ 1857328 h 2237474"/>
              <a:gd name="connsiteX95" fmla="*/ 4065532 w 12192000"/>
              <a:gd name="connsiteY95" fmla="*/ 1855477 h 2237474"/>
              <a:gd name="connsiteX96" fmla="*/ 4028460 w 12192000"/>
              <a:gd name="connsiteY96" fmla="*/ 1855137 h 2237474"/>
              <a:gd name="connsiteX97" fmla="*/ 4002267 w 12192000"/>
              <a:gd name="connsiteY97" fmla="*/ 1852352 h 2237474"/>
              <a:gd name="connsiteX98" fmla="*/ 3931396 w 12192000"/>
              <a:gd name="connsiteY98" fmla="*/ 1858915 h 2237474"/>
              <a:gd name="connsiteX99" fmla="*/ 3812162 w 12192000"/>
              <a:gd name="connsiteY99" fmla="*/ 1875501 h 2237474"/>
              <a:gd name="connsiteX100" fmla="*/ 3758105 w 12192000"/>
              <a:gd name="connsiteY100" fmla="*/ 1871856 h 2237474"/>
              <a:gd name="connsiteX101" fmla="*/ 3715896 w 12192000"/>
              <a:gd name="connsiteY101" fmla="*/ 1881552 h 2237474"/>
              <a:gd name="connsiteX102" fmla="*/ 3567259 w 12192000"/>
              <a:gd name="connsiteY102" fmla="*/ 1893482 h 2237474"/>
              <a:gd name="connsiteX103" fmla="*/ 3405770 w 12192000"/>
              <a:gd name="connsiteY103" fmla="*/ 1904591 h 2237474"/>
              <a:gd name="connsiteX104" fmla="*/ 3280097 w 12192000"/>
              <a:gd name="connsiteY104" fmla="*/ 1919610 h 2237474"/>
              <a:gd name="connsiteX105" fmla="*/ 3009910 w 12192000"/>
              <a:gd name="connsiteY105" fmla="*/ 1957866 h 2237474"/>
              <a:gd name="connsiteX106" fmla="*/ 2995934 w 12192000"/>
              <a:gd name="connsiteY106" fmla="*/ 1967085 h 2237474"/>
              <a:gd name="connsiteX107" fmla="*/ 2942858 w 12192000"/>
              <a:gd name="connsiteY107" fmla="*/ 1981367 h 2237474"/>
              <a:gd name="connsiteX108" fmla="*/ 2875436 w 12192000"/>
              <a:gd name="connsiteY108" fmla="*/ 1996977 h 2237474"/>
              <a:gd name="connsiteX109" fmla="*/ 2874892 w 12192000"/>
              <a:gd name="connsiteY109" fmla="*/ 1996085 h 2237474"/>
              <a:gd name="connsiteX110" fmla="*/ 2843662 w 12192000"/>
              <a:gd name="connsiteY110" fmla="*/ 1992498 h 2237474"/>
              <a:gd name="connsiteX111" fmla="*/ 2718916 w 12192000"/>
              <a:gd name="connsiteY111" fmla="*/ 1990867 h 2237474"/>
              <a:gd name="connsiteX112" fmla="*/ 2713522 w 12192000"/>
              <a:gd name="connsiteY112" fmla="*/ 1990173 h 2237474"/>
              <a:gd name="connsiteX113" fmla="*/ 2476147 w 12192000"/>
              <a:gd name="connsiteY113" fmla="*/ 1998305 h 2237474"/>
              <a:gd name="connsiteX114" fmla="*/ 2373568 w 12192000"/>
              <a:gd name="connsiteY114" fmla="*/ 2003219 h 2237474"/>
              <a:gd name="connsiteX115" fmla="*/ 2287219 w 12192000"/>
              <a:gd name="connsiteY115" fmla="*/ 1998750 h 2237474"/>
              <a:gd name="connsiteX116" fmla="*/ 2243069 w 12192000"/>
              <a:gd name="connsiteY116" fmla="*/ 2005321 h 2237474"/>
              <a:gd name="connsiteX117" fmla="*/ 2164831 w 12192000"/>
              <a:gd name="connsiteY117" fmla="*/ 2010143 h 2237474"/>
              <a:gd name="connsiteX118" fmla="*/ 2085228 w 12192000"/>
              <a:gd name="connsiteY118" fmla="*/ 2046431 h 2237474"/>
              <a:gd name="connsiteX119" fmla="*/ 2058061 w 12192000"/>
              <a:gd name="connsiteY119" fmla="*/ 2047942 h 2237474"/>
              <a:gd name="connsiteX120" fmla="*/ 2042244 w 12192000"/>
              <a:gd name="connsiteY120" fmla="*/ 2055560 h 2237474"/>
              <a:gd name="connsiteX121" fmla="*/ 1877728 w 12192000"/>
              <a:gd name="connsiteY121" fmla="*/ 2101004 h 2237474"/>
              <a:gd name="connsiteX122" fmla="*/ 1759056 w 12192000"/>
              <a:gd name="connsiteY122" fmla="*/ 2125608 h 2237474"/>
              <a:gd name="connsiteX123" fmla="*/ 1637948 w 12192000"/>
              <a:gd name="connsiteY123" fmla="*/ 2172597 h 2237474"/>
              <a:gd name="connsiteX124" fmla="*/ 1434549 w 12192000"/>
              <a:gd name="connsiteY124" fmla="*/ 2234522 h 2237474"/>
              <a:gd name="connsiteX125" fmla="*/ 1398481 w 12192000"/>
              <a:gd name="connsiteY125" fmla="*/ 2237074 h 2237474"/>
              <a:gd name="connsiteX126" fmla="*/ 1398407 w 12192000"/>
              <a:gd name="connsiteY126" fmla="*/ 2237095 h 2237474"/>
              <a:gd name="connsiteX127" fmla="*/ 1370962 w 12192000"/>
              <a:gd name="connsiteY127" fmla="*/ 2237474 h 2237474"/>
              <a:gd name="connsiteX128" fmla="*/ 1356367 w 12192000"/>
              <a:gd name="connsiteY128" fmla="*/ 2235089 h 2237474"/>
              <a:gd name="connsiteX129" fmla="*/ 1279765 w 12192000"/>
              <a:gd name="connsiteY129" fmla="*/ 2229639 h 2237474"/>
              <a:gd name="connsiteX130" fmla="*/ 1195347 w 12192000"/>
              <a:gd name="connsiteY130" fmla="*/ 2212354 h 2237474"/>
              <a:gd name="connsiteX131" fmla="*/ 970251 w 12192000"/>
              <a:gd name="connsiteY131" fmla="*/ 2221029 h 2237474"/>
              <a:gd name="connsiteX132" fmla="*/ 812914 w 12192000"/>
              <a:gd name="connsiteY132" fmla="*/ 2210095 h 2237474"/>
              <a:gd name="connsiteX133" fmla="*/ 776382 w 12192000"/>
              <a:gd name="connsiteY133" fmla="*/ 2204512 h 2237474"/>
              <a:gd name="connsiteX134" fmla="*/ 597225 w 12192000"/>
              <a:gd name="connsiteY134" fmla="*/ 2180999 h 2237474"/>
              <a:gd name="connsiteX135" fmla="*/ 520671 w 12192000"/>
              <a:gd name="connsiteY135" fmla="*/ 2180980 h 2237474"/>
              <a:gd name="connsiteX136" fmla="*/ 515024 w 12192000"/>
              <a:gd name="connsiteY136" fmla="*/ 2179258 h 2237474"/>
              <a:gd name="connsiteX137" fmla="*/ 413835 w 12192000"/>
              <a:gd name="connsiteY137" fmla="*/ 2156783 h 2237474"/>
              <a:gd name="connsiteX138" fmla="*/ 376513 w 12192000"/>
              <a:gd name="connsiteY138" fmla="*/ 2154014 h 2237474"/>
              <a:gd name="connsiteX139" fmla="*/ 273386 w 12192000"/>
              <a:gd name="connsiteY139" fmla="*/ 2142551 h 2237474"/>
              <a:gd name="connsiteX140" fmla="*/ 169207 w 12192000"/>
              <a:gd name="connsiteY140" fmla="*/ 2128100 h 2237474"/>
              <a:gd name="connsiteX141" fmla="*/ 77641 w 12192000"/>
              <a:gd name="connsiteY141" fmla="*/ 2126835 h 2237474"/>
              <a:gd name="connsiteX142" fmla="*/ 37645 w 12192000"/>
              <a:gd name="connsiteY142" fmla="*/ 2115401 h 2237474"/>
              <a:gd name="connsiteX143" fmla="*/ 4572 w 12192000"/>
              <a:gd name="connsiteY143" fmla="*/ 2111091 h 2237474"/>
              <a:gd name="connsiteX144" fmla="*/ 0 w 12192000"/>
              <a:gd name="connsiteY144" fmla="*/ 2110468 h 2237474"/>
              <a:gd name="connsiteX145" fmla="*/ 0 w 12192000"/>
              <a:gd name="connsiteY14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074238 w 12192000"/>
              <a:gd name="connsiteY44" fmla="*/ 1301895 h 2237474"/>
              <a:gd name="connsiteX45" fmla="*/ 7942099 w 12192000"/>
              <a:gd name="connsiteY45" fmla="*/ 1336332 h 2237474"/>
              <a:gd name="connsiteX46" fmla="*/ 7902328 w 12192000"/>
              <a:gd name="connsiteY46" fmla="*/ 1345865 h 2237474"/>
              <a:gd name="connsiteX47" fmla="*/ 7840612 w 12192000"/>
              <a:gd name="connsiteY47" fmla="*/ 1369373 h 2237474"/>
              <a:gd name="connsiteX48" fmla="*/ 7786819 w 12192000"/>
              <a:gd name="connsiteY48" fmla="*/ 1378970 h 2237474"/>
              <a:gd name="connsiteX49" fmla="*/ 7548172 w 12192000"/>
              <a:gd name="connsiteY49" fmla="*/ 1417460 h 2237474"/>
              <a:gd name="connsiteX50" fmla="*/ 7483437 w 12192000"/>
              <a:gd name="connsiteY50" fmla="*/ 1478152 h 2237474"/>
              <a:gd name="connsiteX51" fmla="*/ 7377870 w 12192000"/>
              <a:gd name="connsiteY51" fmla="*/ 1523319 h 2237474"/>
              <a:gd name="connsiteX52" fmla="*/ 7230737 w 12192000"/>
              <a:gd name="connsiteY52" fmla="*/ 1562633 h 2237474"/>
              <a:gd name="connsiteX53" fmla="*/ 7224458 w 12192000"/>
              <a:gd name="connsiteY53" fmla="*/ 1573008 h 2237474"/>
              <a:gd name="connsiteX54" fmla="*/ 7183121 w 12192000"/>
              <a:gd name="connsiteY54" fmla="*/ 1595162 h 2237474"/>
              <a:gd name="connsiteX55" fmla="*/ 7164601 w 12192000"/>
              <a:gd name="connsiteY55" fmla="*/ 1606490 h 2237474"/>
              <a:gd name="connsiteX56" fmla="*/ 6900177 w 12192000"/>
              <a:gd name="connsiteY56" fmla="*/ 1636016 h 2237474"/>
              <a:gd name="connsiteX57" fmla="*/ 6795372 w 12192000"/>
              <a:gd name="connsiteY57" fmla="*/ 1644845 h 2237474"/>
              <a:gd name="connsiteX58" fmla="*/ 6692251 w 12192000"/>
              <a:gd name="connsiteY58" fmla="*/ 1656357 h 2237474"/>
              <a:gd name="connsiteX59" fmla="*/ 6655235 w 12192000"/>
              <a:gd name="connsiteY59" fmla="*/ 1661869 h 2237474"/>
              <a:gd name="connsiteX60" fmla="*/ 6554894 w 12192000"/>
              <a:gd name="connsiteY60" fmla="*/ 1664428 h 2237474"/>
              <a:gd name="connsiteX61" fmla="*/ 6516595 w 12192000"/>
              <a:gd name="connsiteY61" fmla="*/ 1667475 h 2237474"/>
              <a:gd name="connsiteX62" fmla="*/ 6508541 w 12192000"/>
              <a:gd name="connsiteY62" fmla="*/ 1668757 h 2237474"/>
              <a:gd name="connsiteX63" fmla="*/ 6471012 w 12192000"/>
              <a:gd name="connsiteY63" fmla="*/ 1678604 h 2237474"/>
              <a:gd name="connsiteX64" fmla="*/ 6364035 w 12192000"/>
              <a:gd name="connsiteY64" fmla="*/ 1667683 h 2237474"/>
              <a:gd name="connsiteX65" fmla="*/ 6280959 w 12192000"/>
              <a:gd name="connsiteY65" fmla="*/ 1689329 h 2237474"/>
              <a:gd name="connsiteX66" fmla="*/ 6243319 w 12192000"/>
              <a:gd name="connsiteY66" fmla="*/ 1695560 h 2237474"/>
              <a:gd name="connsiteX67" fmla="*/ 6098321 w 12192000"/>
              <a:gd name="connsiteY67" fmla="*/ 1721646 h 2237474"/>
              <a:gd name="connsiteX68" fmla="*/ 5880652 w 12192000"/>
              <a:gd name="connsiteY68" fmla="*/ 1779643 h 2237474"/>
              <a:gd name="connsiteX69" fmla="*/ 5785959 w 12192000"/>
              <a:gd name="connsiteY69" fmla="*/ 1775307 h 2237474"/>
              <a:gd name="connsiteX70" fmla="*/ 5643534 w 12192000"/>
              <a:gd name="connsiteY70" fmla="*/ 1802919 h 2237474"/>
              <a:gd name="connsiteX71" fmla="*/ 5518799 w 12192000"/>
              <a:gd name="connsiteY71" fmla="*/ 1818312 h 2237474"/>
              <a:gd name="connsiteX72" fmla="*/ 5505014 w 12192000"/>
              <a:gd name="connsiteY72" fmla="*/ 1819259 h 2237474"/>
              <a:gd name="connsiteX73" fmla="*/ 5453307 w 12192000"/>
              <a:gd name="connsiteY73" fmla="*/ 1815450 h 2237474"/>
              <a:gd name="connsiteX74" fmla="*/ 5221533 w 12192000"/>
              <a:gd name="connsiteY74" fmla="*/ 1846950 h 2237474"/>
              <a:gd name="connsiteX75" fmla="*/ 5149802 w 12192000"/>
              <a:gd name="connsiteY75" fmla="*/ 1844846 h 2237474"/>
              <a:gd name="connsiteX76" fmla="*/ 5114927 w 12192000"/>
              <a:gd name="connsiteY76" fmla="*/ 1847827 h 2237474"/>
              <a:gd name="connsiteX77" fmla="*/ 5108970 w 12192000"/>
              <a:gd name="connsiteY77" fmla="*/ 1847935 h 2237474"/>
              <a:gd name="connsiteX78" fmla="*/ 5067961 w 12192000"/>
              <a:gd name="connsiteY78" fmla="*/ 1845917 h 2237474"/>
              <a:gd name="connsiteX79" fmla="*/ 5007075 w 12192000"/>
              <a:gd name="connsiteY79" fmla="*/ 1838626 h 2237474"/>
              <a:gd name="connsiteX80" fmla="*/ 4944087 w 12192000"/>
              <a:gd name="connsiteY80" fmla="*/ 1823332 h 2237474"/>
              <a:gd name="connsiteX81" fmla="*/ 4907662 w 12192000"/>
              <a:gd name="connsiteY81" fmla="*/ 1816900 h 2237474"/>
              <a:gd name="connsiteX82" fmla="*/ 4882386 w 12192000"/>
              <a:gd name="connsiteY82" fmla="*/ 1809844 h 2237474"/>
              <a:gd name="connsiteX83" fmla="*/ 4811440 w 12192000"/>
              <a:gd name="connsiteY83" fmla="*/ 1804655 h 2237474"/>
              <a:gd name="connsiteX84" fmla="*/ 4691075 w 12192000"/>
              <a:gd name="connsiteY84" fmla="*/ 1801389 h 2237474"/>
              <a:gd name="connsiteX85" fmla="*/ 4640313 w 12192000"/>
              <a:gd name="connsiteY85" fmla="*/ 1784307 h 2237474"/>
              <a:gd name="connsiteX86" fmla="*/ 4536503 w 12192000"/>
              <a:gd name="connsiteY86" fmla="*/ 1785334 h 2237474"/>
              <a:gd name="connsiteX87" fmla="*/ 4513724 w 12192000"/>
              <a:gd name="connsiteY87" fmla="*/ 1791996 h 2237474"/>
              <a:gd name="connsiteX88" fmla="*/ 4459810 w 12192000"/>
              <a:gd name="connsiteY88" fmla="*/ 1797886 h 2237474"/>
              <a:gd name="connsiteX89" fmla="*/ 4379064 w 12192000"/>
              <a:gd name="connsiteY89" fmla="*/ 1817177 h 2237474"/>
              <a:gd name="connsiteX90" fmla="*/ 4290981 w 12192000"/>
              <a:gd name="connsiteY90" fmla="*/ 1839677 h 2237474"/>
              <a:gd name="connsiteX91" fmla="*/ 4238372 w 12192000"/>
              <a:gd name="connsiteY91" fmla="*/ 1851480 h 2237474"/>
              <a:gd name="connsiteX92" fmla="*/ 4232517 w 12192000"/>
              <a:gd name="connsiteY92" fmla="*/ 1852567 h 2237474"/>
              <a:gd name="connsiteX93" fmla="*/ 4191732 w 12192000"/>
              <a:gd name="connsiteY93" fmla="*/ 1857328 h 2237474"/>
              <a:gd name="connsiteX94" fmla="*/ 4065532 w 12192000"/>
              <a:gd name="connsiteY94" fmla="*/ 1855477 h 2237474"/>
              <a:gd name="connsiteX95" fmla="*/ 4028460 w 12192000"/>
              <a:gd name="connsiteY95" fmla="*/ 1855137 h 2237474"/>
              <a:gd name="connsiteX96" fmla="*/ 4002267 w 12192000"/>
              <a:gd name="connsiteY96" fmla="*/ 1852352 h 2237474"/>
              <a:gd name="connsiteX97" fmla="*/ 3931396 w 12192000"/>
              <a:gd name="connsiteY97" fmla="*/ 1858915 h 2237474"/>
              <a:gd name="connsiteX98" fmla="*/ 3812162 w 12192000"/>
              <a:gd name="connsiteY98" fmla="*/ 1875501 h 2237474"/>
              <a:gd name="connsiteX99" fmla="*/ 3758105 w 12192000"/>
              <a:gd name="connsiteY99" fmla="*/ 1871856 h 2237474"/>
              <a:gd name="connsiteX100" fmla="*/ 3715896 w 12192000"/>
              <a:gd name="connsiteY100" fmla="*/ 1881552 h 2237474"/>
              <a:gd name="connsiteX101" fmla="*/ 3567259 w 12192000"/>
              <a:gd name="connsiteY101" fmla="*/ 1893482 h 2237474"/>
              <a:gd name="connsiteX102" fmla="*/ 3405770 w 12192000"/>
              <a:gd name="connsiteY102" fmla="*/ 1904591 h 2237474"/>
              <a:gd name="connsiteX103" fmla="*/ 3280097 w 12192000"/>
              <a:gd name="connsiteY103" fmla="*/ 1919610 h 2237474"/>
              <a:gd name="connsiteX104" fmla="*/ 3009910 w 12192000"/>
              <a:gd name="connsiteY104" fmla="*/ 1957866 h 2237474"/>
              <a:gd name="connsiteX105" fmla="*/ 2995934 w 12192000"/>
              <a:gd name="connsiteY105" fmla="*/ 1967085 h 2237474"/>
              <a:gd name="connsiteX106" fmla="*/ 2942858 w 12192000"/>
              <a:gd name="connsiteY106" fmla="*/ 1981367 h 2237474"/>
              <a:gd name="connsiteX107" fmla="*/ 2875436 w 12192000"/>
              <a:gd name="connsiteY107" fmla="*/ 1996977 h 2237474"/>
              <a:gd name="connsiteX108" fmla="*/ 2874892 w 12192000"/>
              <a:gd name="connsiteY108" fmla="*/ 1996085 h 2237474"/>
              <a:gd name="connsiteX109" fmla="*/ 2843662 w 12192000"/>
              <a:gd name="connsiteY109" fmla="*/ 1992498 h 2237474"/>
              <a:gd name="connsiteX110" fmla="*/ 2718916 w 12192000"/>
              <a:gd name="connsiteY110" fmla="*/ 1990867 h 2237474"/>
              <a:gd name="connsiteX111" fmla="*/ 2713522 w 12192000"/>
              <a:gd name="connsiteY111" fmla="*/ 1990173 h 2237474"/>
              <a:gd name="connsiteX112" fmla="*/ 2476147 w 12192000"/>
              <a:gd name="connsiteY112" fmla="*/ 1998305 h 2237474"/>
              <a:gd name="connsiteX113" fmla="*/ 2373568 w 12192000"/>
              <a:gd name="connsiteY113" fmla="*/ 2003219 h 2237474"/>
              <a:gd name="connsiteX114" fmla="*/ 2287219 w 12192000"/>
              <a:gd name="connsiteY114" fmla="*/ 1998750 h 2237474"/>
              <a:gd name="connsiteX115" fmla="*/ 2243069 w 12192000"/>
              <a:gd name="connsiteY115" fmla="*/ 2005321 h 2237474"/>
              <a:gd name="connsiteX116" fmla="*/ 2164831 w 12192000"/>
              <a:gd name="connsiteY116" fmla="*/ 2010143 h 2237474"/>
              <a:gd name="connsiteX117" fmla="*/ 2085228 w 12192000"/>
              <a:gd name="connsiteY117" fmla="*/ 2046431 h 2237474"/>
              <a:gd name="connsiteX118" fmla="*/ 2058061 w 12192000"/>
              <a:gd name="connsiteY118" fmla="*/ 2047942 h 2237474"/>
              <a:gd name="connsiteX119" fmla="*/ 2042244 w 12192000"/>
              <a:gd name="connsiteY119" fmla="*/ 2055560 h 2237474"/>
              <a:gd name="connsiteX120" fmla="*/ 1877728 w 12192000"/>
              <a:gd name="connsiteY120" fmla="*/ 2101004 h 2237474"/>
              <a:gd name="connsiteX121" fmla="*/ 1759056 w 12192000"/>
              <a:gd name="connsiteY121" fmla="*/ 2125608 h 2237474"/>
              <a:gd name="connsiteX122" fmla="*/ 1637948 w 12192000"/>
              <a:gd name="connsiteY122" fmla="*/ 2172597 h 2237474"/>
              <a:gd name="connsiteX123" fmla="*/ 1434549 w 12192000"/>
              <a:gd name="connsiteY123" fmla="*/ 2234522 h 2237474"/>
              <a:gd name="connsiteX124" fmla="*/ 1398481 w 12192000"/>
              <a:gd name="connsiteY124" fmla="*/ 2237074 h 2237474"/>
              <a:gd name="connsiteX125" fmla="*/ 1398407 w 12192000"/>
              <a:gd name="connsiteY125" fmla="*/ 2237095 h 2237474"/>
              <a:gd name="connsiteX126" fmla="*/ 1370962 w 12192000"/>
              <a:gd name="connsiteY126" fmla="*/ 2237474 h 2237474"/>
              <a:gd name="connsiteX127" fmla="*/ 1356367 w 12192000"/>
              <a:gd name="connsiteY127" fmla="*/ 2235089 h 2237474"/>
              <a:gd name="connsiteX128" fmla="*/ 1279765 w 12192000"/>
              <a:gd name="connsiteY128" fmla="*/ 2229639 h 2237474"/>
              <a:gd name="connsiteX129" fmla="*/ 1195347 w 12192000"/>
              <a:gd name="connsiteY129" fmla="*/ 2212354 h 2237474"/>
              <a:gd name="connsiteX130" fmla="*/ 970251 w 12192000"/>
              <a:gd name="connsiteY130" fmla="*/ 2221029 h 2237474"/>
              <a:gd name="connsiteX131" fmla="*/ 812914 w 12192000"/>
              <a:gd name="connsiteY131" fmla="*/ 2210095 h 2237474"/>
              <a:gd name="connsiteX132" fmla="*/ 776382 w 12192000"/>
              <a:gd name="connsiteY132" fmla="*/ 2204512 h 2237474"/>
              <a:gd name="connsiteX133" fmla="*/ 597225 w 12192000"/>
              <a:gd name="connsiteY133" fmla="*/ 2180999 h 2237474"/>
              <a:gd name="connsiteX134" fmla="*/ 520671 w 12192000"/>
              <a:gd name="connsiteY134" fmla="*/ 2180980 h 2237474"/>
              <a:gd name="connsiteX135" fmla="*/ 515024 w 12192000"/>
              <a:gd name="connsiteY135" fmla="*/ 2179258 h 2237474"/>
              <a:gd name="connsiteX136" fmla="*/ 413835 w 12192000"/>
              <a:gd name="connsiteY136" fmla="*/ 2156783 h 2237474"/>
              <a:gd name="connsiteX137" fmla="*/ 376513 w 12192000"/>
              <a:gd name="connsiteY137" fmla="*/ 2154014 h 2237474"/>
              <a:gd name="connsiteX138" fmla="*/ 273386 w 12192000"/>
              <a:gd name="connsiteY138" fmla="*/ 2142551 h 2237474"/>
              <a:gd name="connsiteX139" fmla="*/ 169207 w 12192000"/>
              <a:gd name="connsiteY139" fmla="*/ 2128100 h 2237474"/>
              <a:gd name="connsiteX140" fmla="*/ 77641 w 12192000"/>
              <a:gd name="connsiteY140" fmla="*/ 2126835 h 2237474"/>
              <a:gd name="connsiteX141" fmla="*/ 37645 w 12192000"/>
              <a:gd name="connsiteY141" fmla="*/ 2115401 h 2237474"/>
              <a:gd name="connsiteX142" fmla="*/ 4572 w 12192000"/>
              <a:gd name="connsiteY142" fmla="*/ 2111091 h 2237474"/>
              <a:gd name="connsiteX143" fmla="*/ 0 w 12192000"/>
              <a:gd name="connsiteY143" fmla="*/ 2110468 h 2237474"/>
              <a:gd name="connsiteX144" fmla="*/ 0 w 12192000"/>
              <a:gd name="connsiteY1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074238 w 12192000"/>
              <a:gd name="connsiteY44" fmla="*/ 1301895 h 2237474"/>
              <a:gd name="connsiteX45" fmla="*/ 7942099 w 12192000"/>
              <a:gd name="connsiteY45" fmla="*/ 1336332 h 2237474"/>
              <a:gd name="connsiteX46" fmla="*/ 7902328 w 12192000"/>
              <a:gd name="connsiteY46" fmla="*/ 1345865 h 2237474"/>
              <a:gd name="connsiteX47" fmla="*/ 7840612 w 12192000"/>
              <a:gd name="connsiteY47" fmla="*/ 1369373 h 2237474"/>
              <a:gd name="connsiteX48" fmla="*/ 7786819 w 12192000"/>
              <a:gd name="connsiteY48" fmla="*/ 1378970 h 2237474"/>
              <a:gd name="connsiteX49" fmla="*/ 7548172 w 12192000"/>
              <a:gd name="connsiteY49" fmla="*/ 1417460 h 2237474"/>
              <a:gd name="connsiteX50" fmla="*/ 7483437 w 12192000"/>
              <a:gd name="connsiteY50" fmla="*/ 1478152 h 2237474"/>
              <a:gd name="connsiteX51" fmla="*/ 7377870 w 12192000"/>
              <a:gd name="connsiteY51" fmla="*/ 1523319 h 2237474"/>
              <a:gd name="connsiteX52" fmla="*/ 7230737 w 12192000"/>
              <a:gd name="connsiteY52" fmla="*/ 1562633 h 2237474"/>
              <a:gd name="connsiteX53" fmla="*/ 7224458 w 12192000"/>
              <a:gd name="connsiteY53" fmla="*/ 1573008 h 2237474"/>
              <a:gd name="connsiteX54" fmla="*/ 7183121 w 12192000"/>
              <a:gd name="connsiteY54" fmla="*/ 1595162 h 2237474"/>
              <a:gd name="connsiteX55" fmla="*/ 7164601 w 12192000"/>
              <a:gd name="connsiteY55" fmla="*/ 1606490 h 2237474"/>
              <a:gd name="connsiteX56" fmla="*/ 6900177 w 12192000"/>
              <a:gd name="connsiteY56" fmla="*/ 1636016 h 2237474"/>
              <a:gd name="connsiteX57" fmla="*/ 6795372 w 12192000"/>
              <a:gd name="connsiteY57" fmla="*/ 1644845 h 2237474"/>
              <a:gd name="connsiteX58" fmla="*/ 6692251 w 12192000"/>
              <a:gd name="connsiteY58" fmla="*/ 1656357 h 2237474"/>
              <a:gd name="connsiteX59" fmla="*/ 6655235 w 12192000"/>
              <a:gd name="connsiteY59" fmla="*/ 1661869 h 2237474"/>
              <a:gd name="connsiteX60" fmla="*/ 6554894 w 12192000"/>
              <a:gd name="connsiteY60" fmla="*/ 1664428 h 2237474"/>
              <a:gd name="connsiteX61" fmla="*/ 6516595 w 12192000"/>
              <a:gd name="connsiteY61" fmla="*/ 1667475 h 2237474"/>
              <a:gd name="connsiteX62" fmla="*/ 6508541 w 12192000"/>
              <a:gd name="connsiteY62" fmla="*/ 1668757 h 2237474"/>
              <a:gd name="connsiteX63" fmla="*/ 6471012 w 12192000"/>
              <a:gd name="connsiteY63" fmla="*/ 1678604 h 2237474"/>
              <a:gd name="connsiteX64" fmla="*/ 6364035 w 12192000"/>
              <a:gd name="connsiteY64" fmla="*/ 1667683 h 2237474"/>
              <a:gd name="connsiteX65" fmla="*/ 6280959 w 12192000"/>
              <a:gd name="connsiteY65" fmla="*/ 1689329 h 2237474"/>
              <a:gd name="connsiteX66" fmla="*/ 6243319 w 12192000"/>
              <a:gd name="connsiteY66" fmla="*/ 1695560 h 2237474"/>
              <a:gd name="connsiteX67" fmla="*/ 6098321 w 12192000"/>
              <a:gd name="connsiteY67" fmla="*/ 1721646 h 2237474"/>
              <a:gd name="connsiteX68" fmla="*/ 5880652 w 12192000"/>
              <a:gd name="connsiteY68" fmla="*/ 1779643 h 2237474"/>
              <a:gd name="connsiteX69" fmla="*/ 5785959 w 12192000"/>
              <a:gd name="connsiteY69" fmla="*/ 1775307 h 2237474"/>
              <a:gd name="connsiteX70" fmla="*/ 5643534 w 12192000"/>
              <a:gd name="connsiteY70" fmla="*/ 1802919 h 2237474"/>
              <a:gd name="connsiteX71" fmla="*/ 5518799 w 12192000"/>
              <a:gd name="connsiteY71" fmla="*/ 1818312 h 2237474"/>
              <a:gd name="connsiteX72" fmla="*/ 5505014 w 12192000"/>
              <a:gd name="connsiteY72" fmla="*/ 1819259 h 2237474"/>
              <a:gd name="connsiteX73" fmla="*/ 5453307 w 12192000"/>
              <a:gd name="connsiteY73" fmla="*/ 1815450 h 2237474"/>
              <a:gd name="connsiteX74" fmla="*/ 5221533 w 12192000"/>
              <a:gd name="connsiteY74" fmla="*/ 1846950 h 2237474"/>
              <a:gd name="connsiteX75" fmla="*/ 5149802 w 12192000"/>
              <a:gd name="connsiteY75" fmla="*/ 1844846 h 2237474"/>
              <a:gd name="connsiteX76" fmla="*/ 5114927 w 12192000"/>
              <a:gd name="connsiteY76" fmla="*/ 1847827 h 2237474"/>
              <a:gd name="connsiteX77" fmla="*/ 5108970 w 12192000"/>
              <a:gd name="connsiteY77" fmla="*/ 1847935 h 2237474"/>
              <a:gd name="connsiteX78" fmla="*/ 5067961 w 12192000"/>
              <a:gd name="connsiteY78" fmla="*/ 1845917 h 2237474"/>
              <a:gd name="connsiteX79" fmla="*/ 5007075 w 12192000"/>
              <a:gd name="connsiteY79" fmla="*/ 1838626 h 2237474"/>
              <a:gd name="connsiteX80" fmla="*/ 4944087 w 12192000"/>
              <a:gd name="connsiteY80" fmla="*/ 1823332 h 2237474"/>
              <a:gd name="connsiteX81" fmla="*/ 4907662 w 12192000"/>
              <a:gd name="connsiteY81" fmla="*/ 1816900 h 2237474"/>
              <a:gd name="connsiteX82" fmla="*/ 4882386 w 12192000"/>
              <a:gd name="connsiteY82" fmla="*/ 1809844 h 2237474"/>
              <a:gd name="connsiteX83" fmla="*/ 4811440 w 12192000"/>
              <a:gd name="connsiteY83" fmla="*/ 1804655 h 2237474"/>
              <a:gd name="connsiteX84" fmla="*/ 4691075 w 12192000"/>
              <a:gd name="connsiteY84" fmla="*/ 1801389 h 2237474"/>
              <a:gd name="connsiteX85" fmla="*/ 4640313 w 12192000"/>
              <a:gd name="connsiteY85" fmla="*/ 1784307 h 2237474"/>
              <a:gd name="connsiteX86" fmla="*/ 4536503 w 12192000"/>
              <a:gd name="connsiteY86" fmla="*/ 1785334 h 2237474"/>
              <a:gd name="connsiteX87" fmla="*/ 4513724 w 12192000"/>
              <a:gd name="connsiteY87" fmla="*/ 1791996 h 2237474"/>
              <a:gd name="connsiteX88" fmla="*/ 4459810 w 12192000"/>
              <a:gd name="connsiteY88" fmla="*/ 1797886 h 2237474"/>
              <a:gd name="connsiteX89" fmla="*/ 4379064 w 12192000"/>
              <a:gd name="connsiteY89" fmla="*/ 1817177 h 2237474"/>
              <a:gd name="connsiteX90" fmla="*/ 4290981 w 12192000"/>
              <a:gd name="connsiteY90" fmla="*/ 1839677 h 2237474"/>
              <a:gd name="connsiteX91" fmla="*/ 4238372 w 12192000"/>
              <a:gd name="connsiteY91" fmla="*/ 1851480 h 2237474"/>
              <a:gd name="connsiteX92" fmla="*/ 4232517 w 12192000"/>
              <a:gd name="connsiteY92" fmla="*/ 1852567 h 2237474"/>
              <a:gd name="connsiteX93" fmla="*/ 4191732 w 12192000"/>
              <a:gd name="connsiteY93" fmla="*/ 1857328 h 2237474"/>
              <a:gd name="connsiteX94" fmla="*/ 4065532 w 12192000"/>
              <a:gd name="connsiteY94" fmla="*/ 1855477 h 2237474"/>
              <a:gd name="connsiteX95" fmla="*/ 4028460 w 12192000"/>
              <a:gd name="connsiteY95" fmla="*/ 1855137 h 2237474"/>
              <a:gd name="connsiteX96" fmla="*/ 4002267 w 12192000"/>
              <a:gd name="connsiteY96" fmla="*/ 1852352 h 2237474"/>
              <a:gd name="connsiteX97" fmla="*/ 3931396 w 12192000"/>
              <a:gd name="connsiteY97" fmla="*/ 1858915 h 2237474"/>
              <a:gd name="connsiteX98" fmla="*/ 3812162 w 12192000"/>
              <a:gd name="connsiteY98" fmla="*/ 1875501 h 2237474"/>
              <a:gd name="connsiteX99" fmla="*/ 3758105 w 12192000"/>
              <a:gd name="connsiteY99" fmla="*/ 1871856 h 2237474"/>
              <a:gd name="connsiteX100" fmla="*/ 3715896 w 12192000"/>
              <a:gd name="connsiteY100" fmla="*/ 1881552 h 2237474"/>
              <a:gd name="connsiteX101" fmla="*/ 3567259 w 12192000"/>
              <a:gd name="connsiteY101" fmla="*/ 1893482 h 2237474"/>
              <a:gd name="connsiteX102" fmla="*/ 3405770 w 12192000"/>
              <a:gd name="connsiteY102" fmla="*/ 1904591 h 2237474"/>
              <a:gd name="connsiteX103" fmla="*/ 3280097 w 12192000"/>
              <a:gd name="connsiteY103" fmla="*/ 1919610 h 2237474"/>
              <a:gd name="connsiteX104" fmla="*/ 3009910 w 12192000"/>
              <a:gd name="connsiteY104" fmla="*/ 1957866 h 2237474"/>
              <a:gd name="connsiteX105" fmla="*/ 2995934 w 12192000"/>
              <a:gd name="connsiteY105" fmla="*/ 1967085 h 2237474"/>
              <a:gd name="connsiteX106" fmla="*/ 2942858 w 12192000"/>
              <a:gd name="connsiteY106" fmla="*/ 1981367 h 2237474"/>
              <a:gd name="connsiteX107" fmla="*/ 2875436 w 12192000"/>
              <a:gd name="connsiteY107" fmla="*/ 1996977 h 2237474"/>
              <a:gd name="connsiteX108" fmla="*/ 2874892 w 12192000"/>
              <a:gd name="connsiteY108" fmla="*/ 1996085 h 2237474"/>
              <a:gd name="connsiteX109" fmla="*/ 2843662 w 12192000"/>
              <a:gd name="connsiteY109" fmla="*/ 1992498 h 2237474"/>
              <a:gd name="connsiteX110" fmla="*/ 2718916 w 12192000"/>
              <a:gd name="connsiteY110" fmla="*/ 1990867 h 2237474"/>
              <a:gd name="connsiteX111" fmla="*/ 2713522 w 12192000"/>
              <a:gd name="connsiteY111" fmla="*/ 1990173 h 2237474"/>
              <a:gd name="connsiteX112" fmla="*/ 2476147 w 12192000"/>
              <a:gd name="connsiteY112" fmla="*/ 1998305 h 2237474"/>
              <a:gd name="connsiteX113" fmla="*/ 2373568 w 12192000"/>
              <a:gd name="connsiteY113" fmla="*/ 2003219 h 2237474"/>
              <a:gd name="connsiteX114" fmla="*/ 2287219 w 12192000"/>
              <a:gd name="connsiteY114" fmla="*/ 1998750 h 2237474"/>
              <a:gd name="connsiteX115" fmla="*/ 2243069 w 12192000"/>
              <a:gd name="connsiteY115" fmla="*/ 2005321 h 2237474"/>
              <a:gd name="connsiteX116" fmla="*/ 2164831 w 12192000"/>
              <a:gd name="connsiteY116" fmla="*/ 2010143 h 2237474"/>
              <a:gd name="connsiteX117" fmla="*/ 2085228 w 12192000"/>
              <a:gd name="connsiteY117" fmla="*/ 2046431 h 2237474"/>
              <a:gd name="connsiteX118" fmla="*/ 2058061 w 12192000"/>
              <a:gd name="connsiteY118" fmla="*/ 2047942 h 2237474"/>
              <a:gd name="connsiteX119" fmla="*/ 2042244 w 12192000"/>
              <a:gd name="connsiteY119" fmla="*/ 2055560 h 2237474"/>
              <a:gd name="connsiteX120" fmla="*/ 1877728 w 12192000"/>
              <a:gd name="connsiteY120" fmla="*/ 2101004 h 2237474"/>
              <a:gd name="connsiteX121" fmla="*/ 1759056 w 12192000"/>
              <a:gd name="connsiteY121" fmla="*/ 2125608 h 2237474"/>
              <a:gd name="connsiteX122" fmla="*/ 1637948 w 12192000"/>
              <a:gd name="connsiteY122" fmla="*/ 2172597 h 2237474"/>
              <a:gd name="connsiteX123" fmla="*/ 1434549 w 12192000"/>
              <a:gd name="connsiteY123" fmla="*/ 2234522 h 2237474"/>
              <a:gd name="connsiteX124" fmla="*/ 1398481 w 12192000"/>
              <a:gd name="connsiteY124" fmla="*/ 2237074 h 2237474"/>
              <a:gd name="connsiteX125" fmla="*/ 1398407 w 12192000"/>
              <a:gd name="connsiteY125" fmla="*/ 2237095 h 2237474"/>
              <a:gd name="connsiteX126" fmla="*/ 1370962 w 12192000"/>
              <a:gd name="connsiteY126" fmla="*/ 2237474 h 2237474"/>
              <a:gd name="connsiteX127" fmla="*/ 1356367 w 12192000"/>
              <a:gd name="connsiteY127" fmla="*/ 2235089 h 2237474"/>
              <a:gd name="connsiteX128" fmla="*/ 1279765 w 12192000"/>
              <a:gd name="connsiteY128" fmla="*/ 2229639 h 2237474"/>
              <a:gd name="connsiteX129" fmla="*/ 1195347 w 12192000"/>
              <a:gd name="connsiteY129" fmla="*/ 2212354 h 2237474"/>
              <a:gd name="connsiteX130" fmla="*/ 970251 w 12192000"/>
              <a:gd name="connsiteY130" fmla="*/ 2221029 h 2237474"/>
              <a:gd name="connsiteX131" fmla="*/ 812914 w 12192000"/>
              <a:gd name="connsiteY131" fmla="*/ 2210095 h 2237474"/>
              <a:gd name="connsiteX132" fmla="*/ 776382 w 12192000"/>
              <a:gd name="connsiteY132" fmla="*/ 2204512 h 2237474"/>
              <a:gd name="connsiteX133" fmla="*/ 597225 w 12192000"/>
              <a:gd name="connsiteY133" fmla="*/ 2180999 h 2237474"/>
              <a:gd name="connsiteX134" fmla="*/ 520671 w 12192000"/>
              <a:gd name="connsiteY134" fmla="*/ 2180980 h 2237474"/>
              <a:gd name="connsiteX135" fmla="*/ 515024 w 12192000"/>
              <a:gd name="connsiteY135" fmla="*/ 2179258 h 2237474"/>
              <a:gd name="connsiteX136" fmla="*/ 413835 w 12192000"/>
              <a:gd name="connsiteY136" fmla="*/ 2156783 h 2237474"/>
              <a:gd name="connsiteX137" fmla="*/ 376513 w 12192000"/>
              <a:gd name="connsiteY137" fmla="*/ 2154014 h 2237474"/>
              <a:gd name="connsiteX138" fmla="*/ 273386 w 12192000"/>
              <a:gd name="connsiteY138" fmla="*/ 2142551 h 2237474"/>
              <a:gd name="connsiteX139" fmla="*/ 169207 w 12192000"/>
              <a:gd name="connsiteY139" fmla="*/ 2128100 h 2237474"/>
              <a:gd name="connsiteX140" fmla="*/ 77641 w 12192000"/>
              <a:gd name="connsiteY140" fmla="*/ 2126835 h 2237474"/>
              <a:gd name="connsiteX141" fmla="*/ 37645 w 12192000"/>
              <a:gd name="connsiteY141" fmla="*/ 2115401 h 2237474"/>
              <a:gd name="connsiteX142" fmla="*/ 4572 w 12192000"/>
              <a:gd name="connsiteY142" fmla="*/ 2111091 h 2237474"/>
              <a:gd name="connsiteX143" fmla="*/ 0 w 12192000"/>
              <a:gd name="connsiteY143" fmla="*/ 2110468 h 2237474"/>
              <a:gd name="connsiteX144" fmla="*/ 0 w 12192000"/>
              <a:gd name="connsiteY1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234662 w 12192000"/>
              <a:gd name="connsiteY28" fmla="*/ 1023056 h 2237474"/>
              <a:gd name="connsiteX29" fmla="*/ 9181033 w 12192000"/>
              <a:gd name="connsiteY29" fmla="*/ 1037921 h 2237474"/>
              <a:gd name="connsiteX30" fmla="*/ 9155969 w 12192000"/>
              <a:gd name="connsiteY30" fmla="*/ 1046804 h 2237474"/>
              <a:gd name="connsiteX31" fmla="*/ 9133985 w 12192000"/>
              <a:gd name="connsiteY31" fmla="*/ 1046450 h 2237474"/>
              <a:gd name="connsiteX32" fmla="*/ 9003462 w 12192000"/>
              <a:gd name="connsiteY32" fmla="*/ 1042406 h 2237474"/>
              <a:gd name="connsiteX33" fmla="*/ 8968445 w 12192000"/>
              <a:gd name="connsiteY33" fmla="*/ 1052169 h 2237474"/>
              <a:gd name="connsiteX34" fmla="*/ 8886001 w 12192000"/>
              <a:gd name="connsiteY34" fmla="*/ 1067468 h 2237474"/>
              <a:gd name="connsiteX35" fmla="*/ 8838610 w 12192000"/>
              <a:gd name="connsiteY35" fmla="*/ 1075091 h 2237474"/>
              <a:gd name="connsiteX36" fmla="*/ 8750383 w 12192000"/>
              <a:gd name="connsiteY36" fmla="*/ 1097387 h 2237474"/>
              <a:gd name="connsiteX37" fmla="*/ 8665605 w 12192000"/>
              <a:gd name="connsiteY37" fmla="*/ 1110791 h 2237474"/>
              <a:gd name="connsiteX38" fmla="*/ 8584946 w 12192000"/>
              <a:gd name="connsiteY38" fmla="*/ 1135226 h 2237474"/>
              <a:gd name="connsiteX39" fmla="*/ 8419755 w 12192000"/>
              <a:gd name="connsiteY39" fmla="*/ 1216260 h 2237474"/>
              <a:gd name="connsiteX40" fmla="*/ 8411626 w 12192000"/>
              <a:gd name="connsiteY40" fmla="*/ 1214397 h 2237474"/>
              <a:gd name="connsiteX41" fmla="*/ 8363469 w 12192000"/>
              <a:gd name="connsiteY41" fmla="*/ 1246658 h 2237474"/>
              <a:gd name="connsiteX42" fmla="*/ 8275497 w 12192000"/>
              <a:gd name="connsiteY42" fmla="*/ 1264396 h 2237474"/>
              <a:gd name="connsiteX43" fmla="*/ 8074238 w 12192000"/>
              <a:gd name="connsiteY43" fmla="*/ 1301895 h 2237474"/>
              <a:gd name="connsiteX44" fmla="*/ 7942099 w 12192000"/>
              <a:gd name="connsiteY44" fmla="*/ 1336332 h 2237474"/>
              <a:gd name="connsiteX45" fmla="*/ 7902328 w 12192000"/>
              <a:gd name="connsiteY45" fmla="*/ 1345865 h 2237474"/>
              <a:gd name="connsiteX46" fmla="*/ 7840612 w 12192000"/>
              <a:gd name="connsiteY46" fmla="*/ 1369373 h 2237474"/>
              <a:gd name="connsiteX47" fmla="*/ 7786819 w 12192000"/>
              <a:gd name="connsiteY47" fmla="*/ 1378970 h 2237474"/>
              <a:gd name="connsiteX48" fmla="*/ 7548172 w 12192000"/>
              <a:gd name="connsiteY48" fmla="*/ 1417460 h 2237474"/>
              <a:gd name="connsiteX49" fmla="*/ 7483437 w 12192000"/>
              <a:gd name="connsiteY49" fmla="*/ 1478152 h 2237474"/>
              <a:gd name="connsiteX50" fmla="*/ 7377870 w 12192000"/>
              <a:gd name="connsiteY50" fmla="*/ 1523319 h 2237474"/>
              <a:gd name="connsiteX51" fmla="*/ 7230737 w 12192000"/>
              <a:gd name="connsiteY51" fmla="*/ 1562633 h 2237474"/>
              <a:gd name="connsiteX52" fmla="*/ 7224458 w 12192000"/>
              <a:gd name="connsiteY52" fmla="*/ 1573008 h 2237474"/>
              <a:gd name="connsiteX53" fmla="*/ 7183121 w 12192000"/>
              <a:gd name="connsiteY53" fmla="*/ 1595162 h 2237474"/>
              <a:gd name="connsiteX54" fmla="*/ 7164601 w 12192000"/>
              <a:gd name="connsiteY54" fmla="*/ 1606490 h 2237474"/>
              <a:gd name="connsiteX55" fmla="*/ 6900177 w 12192000"/>
              <a:gd name="connsiteY55" fmla="*/ 1636016 h 2237474"/>
              <a:gd name="connsiteX56" fmla="*/ 6795372 w 12192000"/>
              <a:gd name="connsiteY56" fmla="*/ 1644845 h 2237474"/>
              <a:gd name="connsiteX57" fmla="*/ 6692251 w 12192000"/>
              <a:gd name="connsiteY57" fmla="*/ 1656357 h 2237474"/>
              <a:gd name="connsiteX58" fmla="*/ 6655235 w 12192000"/>
              <a:gd name="connsiteY58" fmla="*/ 1661869 h 2237474"/>
              <a:gd name="connsiteX59" fmla="*/ 6554894 w 12192000"/>
              <a:gd name="connsiteY59" fmla="*/ 1664428 h 2237474"/>
              <a:gd name="connsiteX60" fmla="*/ 6516595 w 12192000"/>
              <a:gd name="connsiteY60" fmla="*/ 1667475 h 2237474"/>
              <a:gd name="connsiteX61" fmla="*/ 6508541 w 12192000"/>
              <a:gd name="connsiteY61" fmla="*/ 1668757 h 2237474"/>
              <a:gd name="connsiteX62" fmla="*/ 6471012 w 12192000"/>
              <a:gd name="connsiteY62" fmla="*/ 1678604 h 2237474"/>
              <a:gd name="connsiteX63" fmla="*/ 6364035 w 12192000"/>
              <a:gd name="connsiteY63" fmla="*/ 1667683 h 2237474"/>
              <a:gd name="connsiteX64" fmla="*/ 6280959 w 12192000"/>
              <a:gd name="connsiteY64" fmla="*/ 1689329 h 2237474"/>
              <a:gd name="connsiteX65" fmla="*/ 6243319 w 12192000"/>
              <a:gd name="connsiteY65" fmla="*/ 1695560 h 2237474"/>
              <a:gd name="connsiteX66" fmla="*/ 6098321 w 12192000"/>
              <a:gd name="connsiteY66" fmla="*/ 1721646 h 2237474"/>
              <a:gd name="connsiteX67" fmla="*/ 5880652 w 12192000"/>
              <a:gd name="connsiteY67" fmla="*/ 1779643 h 2237474"/>
              <a:gd name="connsiteX68" fmla="*/ 5785959 w 12192000"/>
              <a:gd name="connsiteY68" fmla="*/ 1775307 h 2237474"/>
              <a:gd name="connsiteX69" fmla="*/ 5643534 w 12192000"/>
              <a:gd name="connsiteY69" fmla="*/ 1802919 h 2237474"/>
              <a:gd name="connsiteX70" fmla="*/ 5518799 w 12192000"/>
              <a:gd name="connsiteY70" fmla="*/ 1818312 h 2237474"/>
              <a:gd name="connsiteX71" fmla="*/ 5505014 w 12192000"/>
              <a:gd name="connsiteY71" fmla="*/ 1819259 h 2237474"/>
              <a:gd name="connsiteX72" fmla="*/ 5453307 w 12192000"/>
              <a:gd name="connsiteY72" fmla="*/ 1815450 h 2237474"/>
              <a:gd name="connsiteX73" fmla="*/ 5221533 w 12192000"/>
              <a:gd name="connsiteY73" fmla="*/ 1846950 h 2237474"/>
              <a:gd name="connsiteX74" fmla="*/ 5149802 w 12192000"/>
              <a:gd name="connsiteY74" fmla="*/ 1844846 h 2237474"/>
              <a:gd name="connsiteX75" fmla="*/ 5114927 w 12192000"/>
              <a:gd name="connsiteY75" fmla="*/ 1847827 h 2237474"/>
              <a:gd name="connsiteX76" fmla="*/ 5108970 w 12192000"/>
              <a:gd name="connsiteY76" fmla="*/ 1847935 h 2237474"/>
              <a:gd name="connsiteX77" fmla="*/ 5067961 w 12192000"/>
              <a:gd name="connsiteY77" fmla="*/ 1845917 h 2237474"/>
              <a:gd name="connsiteX78" fmla="*/ 5007075 w 12192000"/>
              <a:gd name="connsiteY78" fmla="*/ 1838626 h 2237474"/>
              <a:gd name="connsiteX79" fmla="*/ 4944087 w 12192000"/>
              <a:gd name="connsiteY79" fmla="*/ 1823332 h 2237474"/>
              <a:gd name="connsiteX80" fmla="*/ 4907662 w 12192000"/>
              <a:gd name="connsiteY80" fmla="*/ 1816900 h 2237474"/>
              <a:gd name="connsiteX81" fmla="*/ 4882386 w 12192000"/>
              <a:gd name="connsiteY81" fmla="*/ 1809844 h 2237474"/>
              <a:gd name="connsiteX82" fmla="*/ 4811440 w 12192000"/>
              <a:gd name="connsiteY82" fmla="*/ 1804655 h 2237474"/>
              <a:gd name="connsiteX83" fmla="*/ 4691075 w 12192000"/>
              <a:gd name="connsiteY83" fmla="*/ 1801389 h 2237474"/>
              <a:gd name="connsiteX84" fmla="*/ 4640313 w 12192000"/>
              <a:gd name="connsiteY84" fmla="*/ 1784307 h 2237474"/>
              <a:gd name="connsiteX85" fmla="*/ 4536503 w 12192000"/>
              <a:gd name="connsiteY85" fmla="*/ 1785334 h 2237474"/>
              <a:gd name="connsiteX86" fmla="*/ 4513724 w 12192000"/>
              <a:gd name="connsiteY86" fmla="*/ 1791996 h 2237474"/>
              <a:gd name="connsiteX87" fmla="*/ 4459810 w 12192000"/>
              <a:gd name="connsiteY87" fmla="*/ 1797886 h 2237474"/>
              <a:gd name="connsiteX88" fmla="*/ 4379064 w 12192000"/>
              <a:gd name="connsiteY88" fmla="*/ 1817177 h 2237474"/>
              <a:gd name="connsiteX89" fmla="*/ 4290981 w 12192000"/>
              <a:gd name="connsiteY89" fmla="*/ 1839677 h 2237474"/>
              <a:gd name="connsiteX90" fmla="*/ 4238372 w 12192000"/>
              <a:gd name="connsiteY90" fmla="*/ 1851480 h 2237474"/>
              <a:gd name="connsiteX91" fmla="*/ 4232517 w 12192000"/>
              <a:gd name="connsiteY91" fmla="*/ 1852567 h 2237474"/>
              <a:gd name="connsiteX92" fmla="*/ 4191732 w 12192000"/>
              <a:gd name="connsiteY92" fmla="*/ 1857328 h 2237474"/>
              <a:gd name="connsiteX93" fmla="*/ 4065532 w 12192000"/>
              <a:gd name="connsiteY93" fmla="*/ 1855477 h 2237474"/>
              <a:gd name="connsiteX94" fmla="*/ 4028460 w 12192000"/>
              <a:gd name="connsiteY94" fmla="*/ 1855137 h 2237474"/>
              <a:gd name="connsiteX95" fmla="*/ 4002267 w 12192000"/>
              <a:gd name="connsiteY95" fmla="*/ 1852352 h 2237474"/>
              <a:gd name="connsiteX96" fmla="*/ 3931396 w 12192000"/>
              <a:gd name="connsiteY96" fmla="*/ 1858915 h 2237474"/>
              <a:gd name="connsiteX97" fmla="*/ 3812162 w 12192000"/>
              <a:gd name="connsiteY97" fmla="*/ 1875501 h 2237474"/>
              <a:gd name="connsiteX98" fmla="*/ 3758105 w 12192000"/>
              <a:gd name="connsiteY98" fmla="*/ 1871856 h 2237474"/>
              <a:gd name="connsiteX99" fmla="*/ 3715896 w 12192000"/>
              <a:gd name="connsiteY99" fmla="*/ 1881552 h 2237474"/>
              <a:gd name="connsiteX100" fmla="*/ 3567259 w 12192000"/>
              <a:gd name="connsiteY100" fmla="*/ 1893482 h 2237474"/>
              <a:gd name="connsiteX101" fmla="*/ 3405770 w 12192000"/>
              <a:gd name="connsiteY101" fmla="*/ 1904591 h 2237474"/>
              <a:gd name="connsiteX102" fmla="*/ 3280097 w 12192000"/>
              <a:gd name="connsiteY102" fmla="*/ 1919610 h 2237474"/>
              <a:gd name="connsiteX103" fmla="*/ 3009910 w 12192000"/>
              <a:gd name="connsiteY103" fmla="*/ 1957866 h 2237474"/>
              <a:gd name="connsiteX104" fmla="*/ 2995934 w 12192000"/>
              <a:gd name="connsiteY104" fmla="*/ 1967085 h 2237474"/>
              <a:gd name="connsiteX105" fmla="*/ 2942858 w 12192000"/>
              <a:gd name="connsiteY105" fmla="*/ 1981367 h 2237474"/>
              <a:gd name="connsiteX106" fmla="*/ 2875436 w 12192000"/>
              <a:gd name="connsiteY106" fmla="*/ 1996977 h 2237474"/>
              <a:gd name="connsiteX107" fmla="*/ 2874892 w 12192000"/>
              <a:gd name="connsiteY107" fmla="*/ 1996085 h 2237474"/>
              <a:gd name="connsiteX108" fmla="*/ 2843662 w 12192000"/>
              <a:gd name="connsiteY108" fmla="*/ 1992498 h 2237474"/>
              <a:gd name="connsiteX109" fmla="*/ 2718916 w 12192000"/>
              <a:gd name="connsiteY109" fmla="*/ 1990867 h 2237474"/>
              <a:gd name="connsiteX110" fmla="*/ 2713522 w 12192000"/>
              <a:gd name="connsiteY110" fmla="*/ 1990173 h 2237474"/>
              <a:gd name="connsiteX111" fmla="*/ 2476147 w 12192000"/>
              <a:gd name="connsiteY111" fmla="*/ 1998305 h 2237474"/>
              <a:gd name="connsiteX112" fmla="*/ 2373568 w 12192000"/>
              <a:gd name="connsiteY112" fmla="*/ 2003219 h 2237474"/>
              <a:gd name="connsiteX113" fmla="*/ 2287219 w 12192000"/>
              <a:gd name="connsiteY113" fmla="*/ 1998750 h 2237474"/>
              <a:gd name="connsiteX114" fmla="*/ 2243069 w 12192000"/>
              <a:gd name="connsiteY114" fmla="*/ 2005321 h 2237474"/>
              <a:gd name="connsiteX115" fmla="*/ 2164831 w 12192000"/>
              <a:gd name="connsiteY115" fmla="*/ 2010143 h 2237474"/>
              <a:gd name="connsiteX116" fmla="*/ 2085228 w 12192000"/>
              <a:gd name="connsiteY116" fmla="*/ 2046431 h 2237474"/>
              <a:gd name="connsiteX117" fmla="*/ 2058061 w 12192000"/>
              <a:gd name="connsiteY117" fmla="*/ 2047942 h 2237474"/>
              <a:gd name="connsiteX118" fmla="*/ 2042244 w 12192000"/>
              <a:gd name="connsiteY118" fmla="*/ 2055560 h 2237474"/>
              <a:gd name="connsiteX119" fmla="*/ 1877728 w 12192000"/>
              <a:gd name="connsiteY119" fmla="*/ 2101004 h 2237474"/>
              <a:gd name="connsiteX120" fmla="*/ 1759056 w 12192000"/>
              <a:gd name="connsiteY120" fmla="*/ 2125608 h 2237474"/>
              <a:gd name="connsiteX121" fmla="*/ 1637948 w 12192000"/>
              <a:gd name="connsiteY121" fmla="*/ 2172597 h 2237474"/>
              <a:gd name="connsiteX122" fmla="*/ 1434549 w 12192000"/>
              <a:gd name="connsiteY122" fmla="*/ 2234522 h 2237474"/>
              <a:gd name="connsiteX123" fmla="*/ 1398481 w 12192000"/>
              <a:gd name="connsiteY123" fmla="*/ 2237074 h 2237474"/>
              <a:gd name="connsiteX124" fmla="*/ 1398407 w 12192000"/>
              <a:gd name="connsiteY124" fmla="*/ 2237095 h 2237474"/>
              <a:gd name="connsiteX125" fmla="*/ 1370962 w 12192000"/>
              <a:gd name="connsiteY125" fmla="*/ 2237474 h 2237474"/>
              <a:gd name="connsiteX126" fmla="*/ 1356367 w 12192000"/>
              <a:gd name="connsiteY126" fmla="*/ 2235089 h 2237474"/>
              <a:gd name="connsiteX127" fmla="*/ 1279765 w 12192000"/>
              <a:gd name="connsiteY127" fmla="*/ 2229639 h 2237474"/>
              <a:gd name="connsiteX128" fmla="*/ 1195347 w 12192000"/>
              <a:gd name="connsiteY128" fmla="*/ 2212354 h 2237474"/>
              <a:gd name="connsiteX129" fmla="*/ 970251 w 12192000"/>
              <a:gd name="connsiteY129" fmla="*/ 2221029 h 2237474"/>
              <a:gd name="connsiteX130" fmla="*/ 812914 w 12192000"/>
              <a:gd name="connsiteY130" fmla="*/ 2210095 h 2237474"/>
              <a:gd name="connsiteX131" fmla="*/ 776382 w 12192000"/>
              <a:gd name="connsiteY131" fmla="*/ 2204512 h 2237474"/>
              <a:gd name="connsiteX132" fmla="*/ 597225 w 12192000"/>
              <a:gd name="connsiteY132" fmla="*/ 2180999 h 2237474"/>
              <a:gd name="connsiteX133" fmla="*/ 520671 w 12192000"/>
              <a:gd name="connsiteY133" fmla="*/ 2180980 h 2237474"/>
              <a:gd name="connsiteX134" fmla="*/ 515024 w 12192000"/>
              <a:gd name="connsiteY134" fmla="*/ 2179258 h 2237474"/>
              <a:gd name="connsiteX135" fmla="*/ 413835 w 12192000"/>
              <a:gd name="connsiteY135" fmla="*/ 2156783 h 2237474"/>
              <a:gd name="connsiteX136" fmla="*/ 376513 w 12192000"/>
              <a:gd name="connsiteY136" fmla="*/ 2154014 h 2237474"/>
              <a:gd name="connsiteX137" fmla="*/ 273386 w 12192000"/>
              <a:gd name="connsiteY137" fmla="*/ 2142551 h 2237474"/>
              <a:gd name="connsiteX138" fmla="*/ 169207 w 12192000"/>
              <a:gd name="connsiteY138" fmla="*/ 2128100 h 2237474"/>
              <a:gd name="connsiteX139" fmla="*/ 77641 w 12192000"/>
              <a:gd name="connsiteY139" fmla="*/ 2126835 h 2237474"/>
              <a:gd name="connsiteX140" fmla="*/ 37645 w 12192000"/>
              <a:gd name="connsiteY140" fmla="*/ 2115401 h 2237474"/>
              <a:gd name="connsiteX141" fmla="*/ 4572 w 12192000"/>
              <a:gd name="connsiteY141" fmla="*/ 2111091 h 2237474"/>
              <a:gd name="connsiteX142" fmla="*/ 0 w 12192000"/>
              <a:gd name="connsiteY142" fmla="*/ 2110468 h 2237474"/>
              <a:gd name="connsiteX143" fmla="*/ 0 w 12192000"/>
              <a:gd name="connsiteY1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234662 w 12192000"/>
              <a:gd name="connsiteY28" fmla="*/ 1023056 h 2237474"/>
              <a:gd name="connsiteX29" fmla="*/ 9181033 w 12192000"/>
              <a:gd name="connsiteY29" fmla="*/ 1037921 h 2237474"/>
              <a:gd name="connsiteX30" fmla="*/ 9155969 w 12192000"/>
              <a:gd name="connsiteY30" fmla="*/ 1046804 h 2237474"/>
              <a:gd name="connsiteX31" fmla="*/ 9133985 w 12192000"/>
              <a:gd name="connsiteY31" fmla="*/ 1046450 h 2237474"/>
              <a:gd name="connsiteX32" fmla="*/ 9003462 w 12192000"/>
              <a:gd name="connsiteY32" fmla="*/ 1042406 h 2237474"/>
              <a:gd name="connsiteX33" fmla="*/ 8968445 w 12192000"/>
              <a:gd name="connsiteY33" fmla="*/ 1052169 h 2237474"/>
              <a:gd name="connsiteX34" fmla="*/ 8886001 w 12192000"/>
              <a:gd name="connsiteY34" fmla="*/ 1067468 h 2237474"/>
              <a:gd name="connsiteX35" fmla="*/ 8838610 w 12192000"/>
              <a:gd name="connsiteY35" fmla="*/ 1075091 h 2237474"/>
              <a:gd name="connsiteX36" fmla="*/ 8750383 w 12192000"/>
              <a:gd name="connsiteY36" fmla="*/ 1097387 h 2237474"/>
              <a:gd name="connsiteX37" fmla="*/ 8665605 w 12192000"/>
              <a:gd name="connsiteY37" fmla="*/ 1110791 h 2237474"/>
              <a:gd name="connsiteX38" fmla="*/ 8584946 w 12192000"/>
              <a:gd name="connsiteY38" fmla="*/ 1135226 h 2237474"/>
              <a:gd name="connsiteX39" fmla="*/ 8419755 w 12192000"/>
              <a:gd name="connsiteY39" fmla="*/ 1216260 h 2237474"/>
              <a:gd name="connsiteX40" fmla="*/ 8411626 w 12192000"/>
              <a:gd name="connsiteY40" fmla="*/ 1214397 h 2237474"/>
              <a:gd name="connsiteX41" fmla="*/ 8363469 w 12192000"/>
              <a:gd name="connsiteY41" fmla="*/ 1246658 h 2237474"/>
              <a:gd name="connsiteX42" fmla="*/ 8275497 w 12192000"/>
              <a:gd name="connsiteY42" fmla="*/ 1264396 h 2237474"/>
              <a:gd name="connsiteX43" fmla="*/ 8074238 w 12192000"/>
              <a:gd name="connsiteY43" fmla="*/ 1301895 h 2237474"/>
              <a:gd name="connsiteX44" fmla="*/ 7942099 w 12192000"/>
              <a:gd name="connsiteY44" fmla="*/ 1336332 h 2237474"/>
              <a:gd name="connsiteX45" fmla="*/ 7902328 w 12192000"/>
              <a:gd name="connsiteY45" fmla="*/ 1345865 h 2237474"/>
              <a:gd name="connsiteX46" fmla="*/ 7840612 w 12192000"/>
              <a:gd name="connsiteY46" fmla="*/ 1369373 h 2237474"/>
              <a:gd name="connsiteX47" fmla="*/ 7786819 w 12192000"/>
              <a:gd name="connsiteY47" fmla="*/ 1378970 h 2237474"/>
              <a:gd name="connsiteX48" fmla="*/ 7548172 w 12192000"/>
              <a:gd name="connsiteY48" fmla="*/ 1417460 h 2237474"/>
              <a:gd name="connsiteX49" fmla="*/ 7483437 w 12192000"/>
              <a:gd name="connsiteY49" fmla="*/ 1478152 h 2237474"/>
              <a:gd name="connsiteX50" fmla="*/ 7377870 w 12192000"/>
              <a:gd name="connsiteY50" fmla="*/ 1523319 h 2237474"/>
              <a:gd name="connsiteX51" fmla="*/ 7230737 w 12192000"/>
              <a:gd name="connsiteY51" fmla="*/ 1562633 h 2237474"/>
              <a:gd name="connsiteX52" fmla="*/ 7224458 w 12192000"/>
              <a:gd name="connsiteY52" fmla="*/ 1573008 h 2237474"/>
              <a:gd name="connsiteX53" fmla="*/ 7183121 w 12192000"/>
              <a:gd name="connsiteY53" fmla="*/ 1595162 h 2237474"/>
              <a:gd name="connsiteX54" fmla="*/ 7164601 w 12192000"/>
              <a:gd name="connsiteY54" fmla="*/ 1606490 h 2237474"/>
              <a:gd name="connsiteX55" fmla="*/ 6900177 w 12192000"/>
              <a:gd name="connsiteY55" fmla="*/ 1636016 h 2237474"/>
              <a:gd name="connsiteX56" fmla="*/ 6795372 w 12192000"/>
              <a:gd name="connsiteY56" fmla="*/ 1644845 h 2237474"/>
              <a:gd name="connsiteX57" fmla="*/ 6692251 w 12192000"/>
              <a:gd name="connsiteY57" fmla="*/ 1656357 h 2237474"/>
              <a:gd name="connsiteX58" fmla="*/ 6655235 w 12192000"/>
              <a:gd name="connsiteY58" fmla="*/ 1661869 h 2237474"/>
              <a:gd name="connsiteX59" fmla="*/ 6554894 w 12192000"/>
              <a:gd name="connsiteY59" fmla="*/ 1664428 h 2237474"/>
              <a:gd name="connsiteX60" fmla="*/ 6516595 w 12192000"/>
              <a:gd name="connsiteY60" fmla="*/ 1667475 h 2237474"/>
              <a:gd name="connsiteX61" fmla="*/ 6508541 w 12192000"/>
              <a:gd name="connsiteY61" fmla="*/ 1668757 h 2237474"/>
              <a:gd name="connsiteX62" fmla="*/ 6471012 w 12192000"/>
              <a:gd name="connsiteY62" fmla="*/ 1678604 h 2237474"/>
              <a:gd name="connsiteX63" fmla="*/ 6364035 w 12192000"/>
              <a:gd name="connsiteY63" fmla="*/ 1667683 h 2237474"/>
              <a:gd name="connsiteX64" fmla="*/ 6280959 w 12192000"/>
              <a:gd name="connsiteY64" fmla="*/ 1689329 h 2237474"/>
              <a:gd name="connsiteX65" fmla="*/ 6243319 w 12192000"/>
              <a:gd name="connsiteY65" fmla="*/ 1695560 h 2237474"/>
              <a:gd name="connsiteX66" fmla="*/ 6098321 w 12192000"/>
              <a:gd name="connsiteY66" fmla="*/ 1721646 h 2237474"/>
              <a:gd name="connsiteX67" fmla="*/ 5880652 w 12192000"/>
              <a:gd name="connsiteY67" fmla="*/ 1779643 h 2237474"/>
              <a:gd name="connsiteX68" fmla="*/ 5785959 w 12192000"/>
              <a:gd name="connsiteY68" fmla="*/ 1775307 h 2237474"/>
              <a:gd name="connsiteX69" fmla="*/ 5643534 w 12192000"/>
              <a:gd name="connsiteY69" fmla="*/ 1802919 h 2237474"/>
              <a:gd name="connsiteX70" fmla="*/ 5518799 w 12192000"/>
              <a:gd name="connsiteY70" fmla="*/ 1818312 h 2237474"/>
              <a:gd name="connsiteX71" fmla="*/ 5505014 w 12192000"/>
              <a:gd name="connsiteY71" fmla="*/ 1819259 h 2237474"/>
              <a:gd name="connsiteX72" fmla="*/ 5453307 w 12192000"/>
              <a:gd name="connsiteY72" fmla="*/ 1815450 h 2237474"/>
              <a:gd name="connsiteX73" fmla="*/ 5221533 w 12192000"/>
              <a:gd name="connsiteY73" fmla="*/ 1846950 h 2237474"/>
              <a:gd name="connsiteX74" fmla="*/ 5149802 w 12192000"/>
              <a:gd name="connsiteY74" fmla="*/ 1844846 h 2237474"/>
              <a:gd name="connsiteX75" fmla="*/ 5114927 w 12192000"/>
              <a:gd name="connsiteY75" fmla="*/ 1847827 h 2237474"/>
              <a:gd name="connsiteX76" fmla="*/ 5108970 w 12192000"/>
              <a:gd name="connsiteY76" fmla="*/ 1847935 h 2237474"/>
              <a:gd name="connsiteX77" fmla="*/ 5067961 w 12192000"/>
              <a:gd name="connsiteY77" fmla="*/ 1845917 h 2237474"/>
              <a:gd name="connsiteX78" fmla="*/ 5007075 w 12192000"/>
              <a:gd name="connsiteY78" fmla="*/ 1838626 h 2237474"/>
              <a:gd name="connsiteX79" fmla="*/ 4944087 w 12192000"/>
              <a:gd name="connsiteY79" fmla="*/ 1823332 h 2237474"/>
              <a:gd name="connsiteX80" fmla="*/ 4907662 w 12192000"/>
              <a:gd name="connsiteY80" fmla="*/ 1816900 h 2237474"/>
              <a:gd name="connsiteX81" fmla="*/ 4882386 w 12192000"/>
              <a:gd name="connsiteY81" fmla="*/ 1809844 h 2237474"/>
              <a:gd name="connsiteX82" fmla="*/ 4811440 w 12192000"/>
              <a:gd name="connsiteY82" fmla="*/ 1804655 h 2237474"/>
              <a:gd name="connsiteX83" fmla="*/ 4691075 w 12192000"/>
              <a:gd name="connsiteY83" fmla="*/ 1801389 h 2237474"/>
              <a:gd name="connsiteX84" fmla="*/ 4640313 w 12192000"/>
              <a:gd name="connsiteY84" fmla="*/ 1784307 h 2237474"/>
              <a:gd name="connsiteX85" fmla="*/ 4536503 w 12192000"/>
              <a:gd name="connsiteY85" fmla="*/ 1785334 h 2237474"/>
              <a:gd name="connsiteX86" fmla="*/ 4513724 w 12192000"/>
              <a:gd name="connsiteY86" fmla="*/ 1791996 h 2237474"/>
              <a:gd name="connsiteX87" fmla="*/ 4459810 w 12192000"/>
              <a:gd name="connsiteY87" fmla="*/ 1797886 h 2237474"/>
              <a:gd name="connsiteX88" fmla="*/ 4379064 w 12192000"/>
              <a:gd name="connsiteY88" fmla="*/ 1817177 h 2237474"/>
              <a:gd name="connsiteX89" fmla="*/ 4290981 w 12192000"/>
              <a:gd name="connsiteY89" fmla="*/ 1839677 h 2237474"/>
              <a:gd name="connsiteX90" fmla="*/ 4238372 w 12192000"/>
              <a:gd name="connsiteY90" fmla="*/ 1851480 h 2237474"/>
              <a:gd name="connsiteX91" fmla="*/ 4232517 w 12192000"/>
              <a:gd name="connsiteY91" fmla="*/ 1852567 h 2237474"/>
              <a:gd name="connsiteX92" fmla="*/ 4191732 w 12192000"/>
              <a:gd name="connsiteY92" fmla="*/ 1857328 h 2237474"/>
              <a:gd name="connsiteX93" fmla="*/ 4065532 w 12192000"/>
              <a:gd name="connsiteY93" fmla="*/ 1855477 h 2237474"/>
              <a:gd name="connsiteX94" fmla="*/ 4028460 w 12192000"/>
              <a:gd name="connsiteY94" fmla="*/ 1855137 h 2237474"/>
              <a:gd name="connsiteX95" fmla="*/ 4002267 w 12192000"/>
              <a:gd name="connsiteY95" fmla="*/ 1852352 h 2237474"/>
              <a:gd name="connsiteX96" fmla="*/ 3931396 w 12192000"/>
              <a:gd name="connsiteY96" fmla="*/ 1858915 h 2237474"/>
              <a:gd name="connsiteX97" fmla="*/ 3812162 w 12192000"/>
              <a:gd name="connsiteY97" fmla="*/ 1875501 h 2237474"/>
              <a:gd name="connsiteX98" fmla="*/ 3758105 w 12192000"/>
              <a:gd name="connsiteY98" fmla="*/ 1871856 h 2237474"/>
              <a:gd name="connsiteX99" fmla="*/ 3715896 w 12192000"/>
              <a:gd name="connsiteY99" fmla="*/ 1881552 h 2237474"/>
              <a:gd name="connsiteX100" fmla="*/ 3567259 w 12192000"/>
              <a:gd name="connsiteY100" fmla="*/ 1893482 h 2237474"/>
              <a:gd name="connsiteX101" fmla="*/ 3405770 w 12192000"/>
              <a:gd name="connsiteY101" fmla="*/ 1904591 h 2237474"/>
              <a:gd name="connsiteX102" fmla="*/ 3280097 w 12192000"/>
              <a:gd name="connsiteY102" fmla="*/ 1919610 h 2237474"/>
              <a:gd name="connsiteX103" fmla="*/ 3009910 w 12192000"/>
              <a:gd name="connsiteY103" fmla="*/ 1957866 h 2237474"/>
              <a:gd name="connsiteX104" fmla="*/ 2995934 w 12192000"/>
              <a:gd name="connsiteY104" fmla="*/ 1967085 h 2237474"/>
              <a:gd name="connsiteX105" fmla="*/ 2942858 w 12192000"/>
              <a:gd name="connsiteY105" fmla="*/ 1981367 h 2237474"/>
              <a:gd name="connsiteX106" fmla="*/ 2875436 w 12192000"/>
              <a:gd name="connsiteY106" fmla="*/ 1996977 h 2237474"/>
              <a:gd name="connsiteX107" fmla="*/ 2874892 w 12192000"/>
              <a:gd name="connsiteY107" fmla="*/ 1996085 h 2237474"/>
              <a:gd name="connsiteX108" fmla="*/ 2843662 w 12192000"/>
              <a:gd name="connsiteY108" fmla="*/ 1992498 h 2237474"/>
              <a:gd name="connsiteX109" fmla="*/ 2718916 w 12192000"/>
              <a:gd name="connsiteY109" fmla="*/ 1990867 h 2237474"/>
              <a:gd name="connsiteX110" fmla="*/ 2713522 w 12192000"/>
              <a:gd name="connsiteY110" fmla="*/ 1990173 h 2237474"/>
              <a:gd name="connsiteX111" fmla="*/ 2476147 w 12192000"/>
              <a:gd name="connsiteY111" fmla="*/ 1998305 h 2237474"/>
              <a:gd name="connsiteX112" fmla="*/ 2373568 w 12192000"/>
              <a:gd name="connsiteY112" fmla="*/ 2003219 h 2237474"/>
              <a:gd name="connsiteX113" fmla="*/ 2287219 w 12192000"/>
              <a:gd name="connsiteY113" fmla="*/ 1998750 h 2237474"/>
              <a:gd name="connsiteX114" fmla="*/ 2243069 w 12192000"/>
              <a:gd name="connsiteY114" fmla="*/ 2005321 h 2237474"/>
              <a:gd name="connsiteX115" fmla="*/ 2164831 w 12192000"/>
              <a:gd name="connsiteY115" fmla="*/ 2010143 h 2237474"/>
              <a:gd name="connsiteX116" fmla="*/ 2085228 w 12192000"/>
              <a:gd name="connsiteY116" fmla="*/ 2046431 h 2237474"/>
              <a:gd name="connsiteX117" fmla="*/ 2058061 w 12192000"/>
              <a:gd name="connsiteY117" fmla="*/ 2047942 h 2237474"/>
              <a:gd name="connsiteX118" fmla="*/ 2042244 w 12192000"/>
              <a:gd name="connsiteY118" fmla="*/ 2055560 h 2237474"/>
              <a:gd name="connsiteX119" fmla="*/ 1877728 w 12192000"/>
              <a:gd name="connsiteY119" fmla="*/ 2101004 h 2237474"/>
              <a:gd name="connsiteX120" fmla="*/ 1759056 w 12192000"/>
              <a:gd name="connsiteY120" fmla="*/ 2125608 h 2237474"/>
              <a:gd name="connsiteX121" fmla="*/ 1637948 w 12192000"/>
              <a:gd name="connsiteY121" fmla="*/ 2172597 h 2237474"/>
              <a:gd name="connsiteX122" fmla="*/ 1434549 w 12192000"/>
              <a:gd name="connsiteY122" fmla="*/ 2234522 h 2237474"/>
              <a:gd name="connsiteX123" fmla="*/ 1398481 w 12192000"/>
              <a:gd name="connsiteY123" fmla="*/ 2237074 h 2237474"/>
              <a:gd name="connsiteX124" fmla="*/ 1398407 w 12192000"/>
              <a:gd name="connsiteY124" fmla="*/ 2237095 h 2237474"/>
              <a:gd name="connsiteX125" fmla="*/ 1370962 w 12192000"/>
              <a:gd name="connsiteY125" fmla="*/ 2237474 h 2237474"/>
              <a:gd name="connsiteX126" fmla="*/ 1356367 w 12192000"/>
              <a:gd name="connsiteY126" fmla="*/ 2235089 h 2237474"/>
              <a:gd name="connsiteX127" fmla="*/ 1279765 w 12192000"/>
              <a:gd name="connsiteY127" fmla="*/ 2229639 h 2237474"/>
              <a:gd name="connsiteX128" fmla="*/ 1195347 w 12192000"/>
              <a:gd name="connsiteY128" fmla="*/ 2212354 h 2237474"/>
              <a:gd name="connsiteX129" fmla="*/ 970251 w 12192000"/>
              <a:gd name="connsiteY129" fmla="*/ 2221029 h 2237474"/>
              <a:gd name="connsiteX130" fmla="*/ 812914 w 12192000"/>
              <a:gd name="connsiteY130" fmla="*/ 2210095 h 2237474"/>
              <a:gd name="connsiteX131" fmla="*/ 776382 w 12192000"/>
              <a:gd name="connsiteY131" fmla="*/ 2204512 h 2237474"/>
              <a:gd name="connsiteX132" fmla="*/ 597225 w 12192000"/>
              <a:gd name="connsiteY132" fmla="*/ 2180999 h 2237474"/>
              <a:gd name="connsiteX133" fmla="*/ 520671 w 12192000"/>
              <a:gd name="connsiteY133" fmla="*/ 2180980 h 2237474"/>
              <a:gd name="connsiteX134" fmla="*/ 515024 w 12192000"/>
              <a:gd name="connsiteY134" fmla="*/ 2179258 h 2237474"/>
              <a:gd name="connsiteX135" fmla="*/ 413835 w 12192000"/>
              <a:gd name="connsiteY135" fmla="*/ 2156783 h 2237474"/>
              <a:gd name="connsiteX136" fmla="*/ 376513 w 12192000"/>
              <a:gd name="connsiteY136" fmla="*/ 2154014 h 2237474"/>
              <a:gd name="connsiteX137" fmla="*/ 273386 w 12192000"/>
              <a:gd name="connsiteY137" fmla="*/ 2142551 h 2237474"/>
              <a:gd name="connsiteX138" fmla="*/ 169207 w 12192000"/>
              <a:gd name="connsiteY138" fmla="*/ 2128100 h 2237474"/>
              <a:gd name="connsiteX139" fmla="*/ 77641 w 12192000"/>
              <a:gd name="connsiteY139" fmla="*/ 2126835 h 2237474"/>
              <a:gd name="connsiteX140" fmla="*/ 37645 w 12192000"/>
              <a:gd name="connsiteY140" fmla="*/ 2115401 h 2237474"/>
              <a:gd name="connsiteX141" fmla="*/ 4572 w 12192000"/>
              <a:gd name="connsiteY141" fmla="*/ 2111091 h 2237474"/>
              <a:gd name="connsiteX142" fmla="*/ 0 w 12192000"/>
              <a:gd name="connsiteY142" fmla="*/ 2110468 h 2237474"/>
              <a:gd name="connsiteX143" fmla="*/ 0 w 12192000"/>
              <a:gd name="connsiteY1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181033 w 12192000"/>
              <a:gd name="connsiteY28" fmla="*/ 1037921 h 2237474"/>
              <a:gd name="connsiteX29" fmla="*/ 9155969 w 12192000"/>
              <a:gd name="connsiteY29" fmla="*/ 1046804 h 2237474"/>
              <a:gd name="connsiteX30" fmla="*/ 9133985 w 12192000"/>
              <a:gd name="connsiteY30" fmla="*/ 1046450 h 2237474"/>
              <a:gd name="connsiteX31" fmla="*/ 9003462 w 12192000"/>
              <a:gd name="connsiteY31" fmla="*/ 1042406 h 2237474"/>
              <a:gd name="connsiteX32" fmla="*/ 8968445 w 12192000"/>
              <a:gd name="connsiteY32" fmla="*/ 1052169 h 2237474"/>
              <a:gd name="connsiteX33" fmla="*/ 8886001 w 12192000"/>
              <a:gd name="connsiteY33" fmla="*/ 1067468 h 2237474"/>
              <a:gd name="connsiteX34" fmla="*/ 8838610 w 12192000"/>
              <a:gd name="connsiteY34" fmla="*/ 1075091 h 2237474"/>
              <a:gd name="connsiteX35" fmla="*/ 8750383 w 12192000"/>
              <a:gd name="connsiteY35" fmla="*/ 1097387 h 2237474"/>
              <a:gd name="connsiteX36" fmla="*/ 8665605 w 12192000"/>
              <a:gd name="connsiteY36" fmla="*/ 1110791 h 2237474"/>
              <a:gd name="connsiteX37" fmla="*/ 8584946 w 12192000"/>
              <a:gd name="connsiteY37" fmla="*/ 1135226 h 2237474"/>
              <a:gd name="connsiteX38" fmla="*/ 8419755 w 12192000"/>
              <a:gd name="connsiteY38" fmla="*/ 1216260 h 2237474"/>
              <a:gd name="connsiteX39" fmla="*/ 8411626 w 12192000"/>
              <a:gd name="connsiteY39" fmla="*/ 1214397 h 2237474"/>
              <a:gd name="connsiteX40" fmla="*/ 8363469 w 12192000"/>
              <a:gd name="connsiteY40" fmla="*/ 1246658 h 2237474"/>
              <a:gd name="connsiteX41" fmla="*/ 8275497 w 12192000"/>
              <a:gd name="connsiteY41" fmla="*/ 1264396 h 2237474"/>
              <a:gd name="connsiteX42" fmla="*/ 8074238 w 12192000"/>
              <a:gd name="connsiteY42" fmla="*/ 1301895 h 2237474"/>
              <a:gd name="connsiteX43" fmla="*/ 7942099 w 12192000"/>
              <a:gd name="connsiteY43" fmla="*/ 1336332 h 2237474"/>
              <a:gd name="connsiteX44" fmla="*/ 7902328 w 12192000"/>
              <a:gd name="connsiteY44" fmla="*/ 1345865 h 2237474"/>
              <a:gd name="connsiteX45" fmla="*/ 7840612 w 12192000"/>
              <a:gd name="connsiteY45" fmla="*/ 1369373 h 2237474"/>
              <a:gd name="connsiteX46" fmla="*/ 7786819 w 12192000"/>
              <a:gd name="connsiteY46" fmla="*/ 1378970 h 2237474"/>
              <a:gd name="connsiteX47" fmla="*/ 7548172 w 12192000"/>
              <a:gd name="connsiteY47" fmla="*/ 1417460 h 2237474"/>
              <a:gd name="connsiteX48" fmla="*/ 7483437 w 12192000"/>
              <a:gd name="connsiteY48" fmla="*/ 1478152 h 2237474"/>
              <a:gd name="connsiteX49" fmla="*/ 7377870 w 12192000"/>
              <a:gd name="connsiteY49" fmla="*/ 1523319 h 2237474"/>
              <a:gd name="connsiteX50" fmla="*/ 7230737 w 12192000"/>
              <a:gd name="connsiteY50" fmla="*/ 1562633 h 2237474"/>
              <a:gd name="connsiteX51" fmla="*/ 7224458 w 12192000"/>
              <a:gd name="connsiteY51" fmla="*/ 1573008 h 2237474"/>
              <a:gd name="connsiteX52" fmla="*/ 7183121 w 12192000"/>
              <a:gd name="connsiteY52" fmla="*/ 1595162 h 2237474"/>
              <a:gd name="connsiteX53" fmla="*/ 7164601 w 12192000"/>
              <a:gd name="connsiteY53" fmla="*/ 1606490 h 2237474"/>
              <a:gd name="connsiteX54" fmla="*/ 6900177 w 12192000"/>
              <a:gd name="connsiteY54" fmla="*/ 1636016 h 2237474"/>
              <a:gd name="connsiteX55" fmla="*/ 6795372 w 12192000"/>
              <a:gd name="connsiteY55" fmla="*/ 1644845 h 2237474"/>
              <a:gd name="connsiteX56" fmla="*/ 6692251 w 12192000"/>
              <a:gd name="connsiteY56" fmla="*/ 1656357 h 2237474"/>
              <a:gd name="connsiteX57" fmla="*/ 6655235 w 12192000"/>
              <a:gd name="connsiteY57" fmla="*/ 1661869 h 2237474"/>
              <a:gd name="connsiteX58" fmla="*/ 6554894 w 12192000"/>
              <a:gd name="connsiteY58" fmla="*/ 1664428 h 2237474"/>
              <a:gd name="connsiteX59" fmla="*/ 6516595 w 12192000"/>
              <a:gd name="connsiteY59" fmla="*/ 1667475 h 2237474"/>
              <a:gd name="connsiteX60" fmla="*/ 6508541 w 12192000"/>
              <a:gd name="connsiteY60" fmla="*/ 1668757 h 2237474"/>
              <a:gd name="connsiteX61" fmla="*/ 6471012 w 12192000"/>
              <a:gd name="connsiteY61" fmla="*/ 1678604 h 2237474"/>
              <a:gd name="connsiteX62" fmla="*/ 6364035 w 12192000"/>
              <a:gd name="connsiteY62" fmla="*/ 1667683 h 2237474"/>
              <a:gd name="connsiteX63" fmla="*/ 6280959 w 12192000"/>
              <a:gd name="connsiteY63" fmla="*/ 1689329 h 2237474"/>
              <a:gd name="connsiteX64" fmla="*/ 6243319 w 12192000"/>
              <a:gd name="connsiteY64" fmla="*/ 1695560 h 2237474"/>
              <a:gd name="connsiteX65" fmla="*/ 6098321 w 12192000"/>
              <a:gd name="connsiteY65" fmla="*/ 1721646 h 2237474"/>
              <a:gd name="connsiteX66" fmla="*/ 5880652 w 12192000"/>
              <a:gd name="connsiteY66" fmla="*/ 1779643 h 2237474"/>
              <a:gd name="connsiteX67" fmla="*/ 5785959 w 12192000"/>
              <a:gd name="connsiteY67" fmla="*/ 1775307 h 2237474"/>
              <a:gd name="connsiteX68" fmla="*/ 5643534 w 12192000"/>
              <a:gd name="connsiteY68" fmla="*/ 1802919 h 2237474"/>
              <a:gd name="connsiteX69" fmla="*/ 5518799 w 12192000"/>
              <a:gd name="connsiteY69" fmla="*/ 1818312 h 2237474"/>
              <a:gd name="connsiteX70" fmla="*/ 5505014 w 12192000"/>
              <a:gd name="connsiteY70" fmla="*/ 1819259 h 2237474"/>
              <a:gd name="connsiteX71" fmla="*/ 5453307 w 12192000"/>
              <a:gd name="connsiteY71" fmla="*/ 1815450 h 2237474"/>
              <a:gd name="connsiteX72" fmla="*/ 5221533 w 12192000"/>
              <a:gd name="connsiteY72" fmla="*/ 1846950 h 2237474"/>
              <a:gd name="connsiteX73" fmla="*/ 5149802 w 12192000"/>
              <a:gd name="connsiteY73" fmla="*/ 1844846 h 2237474"/>
              <a:gd name="connsiteX74" fmla="*/ 5114927 w 12192000"/>
              <a:gd name="connsiteY74" fmla="*/ 1847827 h 2237474"/>
              <a:gd name="connsiteX75" fmla="*/ 5108970 w 12192000"/>
              <a:gd name="connsiteY75" fmla="*/ 1847935 h 2237474"/>
              <a:gd name="connsiteX76" fmla="*/ 5067961 w 12192000"/>
              <a:gd name="connsiteY76" fmla="*/ 1845917 h 2237474"/>
              <a:gd name="connsiteX77" fmla="*/ 5007075 w 12192000"/>
              <a:gd name="connsiteY77" fmla="*/ 1838626 h 2237474"/>
              <a:gd name="connsiteX78" fmla="*/ 4944087 w 12192000"/>
              <a:gd name="connsiteY78" fmla="*/ 1823332 h 2237474"/>
              <a:gd name="connsiteX79" fmla="*/ 4907662 w 12192000"/>
              <a:gd name="connsiteY79" fmla="*/ 1816900 h 2237474"/>
              <a:gd name="connsiteX80" fmla="*/ 4882386 w 12192000"/>
              <a:gd name="connsiteY80" fmla="*/ 1809844 h 2237474"/>
              <a:gd name="connsiteX81" fmla="*/ 4811440 w 12192000"/>
              <a:gd name="connsiteY81" fmla="*/ 1804655 h 2237474"/>
              <a:gd name="connsiteX82" fmla="*/ 4691075 w 12192000"/>
              <a:gd name="connsiteY82" fmla="*/ 1801389 h 2237474"/>
              <a:gd name="connsiteX83" fmla="*/ 4640313 w 12192000"/>
              <a:gd name="connsiteY83" fmla="*/ 1784307 h 2237474"/>
              <a:gd name="connsiteX84" fmla="*/ 4536503 w 12192000"/>
              <a:gd name="connsiteY84" fmla="*/ 1785334 h 2237474"/>
              <a:gd name="connsiteX85" fmla="*/ 4513724 w 12192000"/>
              <a:gd name="connsiteY85" fmla="*/ 1791996 h 2237474"/>
              <a:gd name="connsiteX86" fmla="*/ 4459810 w 12192000"/>
              <a:gd name="connsiteY86" fmla="*/ 1797886 h 2237474"/>
              <a:gd name="connsiteX87" fmla="*/ 4379064 w 12192000"/>
              <a:gd name="connsiteY87" fmla="*/ 1817177 h 2237474"/>
              <a:gd name="connsiteX88" fmla="*/ 4290981 w 12192000"/>
              <a:gd name="connsiteY88" fmla="*/ 1839677 h 2237474"/>
              <a:gd name="connsiteX89" fmla="*/ 4238372 w 12192000"/>
              <a:gd name="connsiteY89" fmla="*/ 1851480 h 2237474"/>
              <a:gd name="connsiteX90" fmla="*/ 4232517 w 12192000"/>
              <a:gd name="connsiteY90" fmla="*/ 1852567 h 2237474"/>
              <a:gd name="connsiteX91" fmla="*/ 4191732 w 12192000"/>
              <a:gd name="connsiteY91" fmla="*/ 1857328 h 2237474"/>
              <a:gd name="connsiteX92" fmla="*/ 4065532 w 12192000"/>
              <a:gd name="connsiteY92" fmla="*/ 1855477 h 2237474"/>
              <a:gd name="connsiteX93" fmla="*/ 4028460 w 12192000"/>
              <a:gd name="connsiteY93" fmla="*/ 1855137 h 2237474"/>
              <a:gd name="connsiteX94" fmla="*/ 4002267 w 12192000"/>
              <a:gd name="connsiteY94" fmla="*/ 1852352 h 2237474"/>
              <a:gd name="connsiteX95" fmla="*/ 3931396 w 12192000"/>
              <a:gd name="connsiteY95" fmla="*/ 1858915 h 2237474"/>
              <a:gd name="connsiteX96" fmla="*/ 3812162 w 12192000"/>
              <a:gd name="connsiteY96" fmla="*/ 1875501 h 2237474"/>
              <a:gd name="connsiteX97" fmla="*/ 3758105 w 12192000"/>
              <a:gd name="connsiteY97" fmla="*/ 1871856 h 2237474"/>
              <a:gd name="connsiteX98" fmla="*/ 3715896 w 12192000"/>
              <a:gd name="connsiteY98" fmla="*/ 1881552 h 2237474"/>
              <a:gd name="connsiteX99" fmla="*/ 3567259 w 12192000"/>
              <a:gd name="connsiteY99" fmla="*/ 1893482 h 2237474"/>
              <a:gd name="connsiteX100" fmla="*/ 3405770 w 12192000"/>
              <a:gd name="connsiteY100" fmla="*/ 1904591 h 2237474"/>
              <a:gd name="connsiteX101" fmla="*/ 3280097 w 12192000"/>
              <a:gd name="connsiteY101" fmla="*/ 1919610 h 2237474"/>
              <a:gd name="connsiteX102" fmla="*/ 3009910 w 12192000"/>
              <a:gd name="connsiteY102" fmla="*/ 1957866 h 2237474"/>
              <a:gd name="connsiteX103" fmla="*/ 2995934 w 12192000"/>
              <a:gd name="connsiteY103" fmla="*/ 1967085 h 2237474"/>
              <a:gd name="connsiteX104" fmla="*/ 2942858 w 12192000"/>
              <a:gd name="connsiteY104" fmla="*/ 1981367 h 2237474"/>
              <a:gd name="connsiteX105" fmla="*/ 2875436 w 12192000"/>
              <a:gd name="connsiteY105" fmla="*/ 1996977 h 2237474"/>
              <a:gd name="connsiteX106" fmla="*/ 2874892 w 12192000"/>
              <a:gd name="connsiteY106" fmla="*/ 1996085 h 2237474"/>
              <a:gd name="connsiteX107" fmla="*/ 2843662 w 12192000"/>
              <a:gd name="connsiteY107" fmla="*/ 1992498 h 2237474"/>
              <a:gd name="connsiteX108" fmla="*/ 2718916 w 12192000"/>
              <a:gd name="connsiteY108" fmla="*/ 1990867 h 2237474"/>
              <a:gd name="connsiteX109" fmla="*/ 2713522 w 12192000"/>
              <a:gd name="connsiteY109" fmla="*/ 1990173 h 2237474"/>
              <a:gd name="connsiteX110" fmla="*/ 2476147 w 12192000"/>
              <a:gd name="connsiteY110" fmla="*/ 1998305 h 2237474"/>
              <a:gd name="connsiteX111" fmla="*/ 2373568 w 12192000"/>
              <a:gd name="connsiteY111" fmla="*/ 2003219 h 2237474"/>
              <a:gd name="connsiteX112" fmla="*/ 2287219 w 12192000"/>
              <a:gd name="connsiteY112" fmla="*/ 1998750 h 2237474"/>
              <a:gd name="connsiteX113" fmla="*/ 2243069 w 12192000"/>
              <a:gd name="connsiteY113" fmla="*/ 2005321 h 2237474"/>
              <a:gd name="connsiteX114" fmla="*/ 2164831 w 12192000"/>
              <a:gd name="connsiteY114" fmla="*/ 2010143 h 2237474"/>
              <a:gd name="connsiteX115" fmla="*/ 2085228 w 12192000"/>
              <a:gd name="connsiteY115" fmla="*/ 2046431 h 2237474"/>
              <a:gd name="connsiteX116" fmla="*/ 2058061 w 12192000"/>
              <a:gd name="connsiteY116" fmla="*/ 2047942 h 2237474"/>
              <a:gd name="connsiteX117" fmla="*/ 2042244 w 12192000"/>
              <a:gd name="connsiteY117" fmla="*/ 2055560 h 2237474"/>
              <a:gd name="connsiteX118" fmla="*/ 1877728 w 12192000"/>
              <a:gd name="connsiteY118" fmla="*/ 2101004 h 2237474"/>
              <a:gd name="connsiteX119" fmla="*/ 1759056 w 12192000"/>
              <a:gd name="connsiteY119" fmla="*/ 2125608 h 2237474"/>
              <a:gd name="connsiteX120" fmla="*/ 1637948 w 12192000"/>
              <a:gd name="connsiteY120" fmla="*/ 2172597 h 2237474"/>
              <a:gd name="connsiteX121" fmla="*/ 1434549 w 12192000"/>
              <a:gd name="connsiteY121" fmla="*/ 2234522 h 2237474"/>
              <a:gd name="connsiteX122" fmla="*/ 1398481 w 12192000"/>
              <a:gd name="connsiteY122" fmla="*/ 2237074 h 2237474"/>
              <a:gd name="connsiteX123" fmla="*/ 1398407 w 12192000"/>
              <a:gd name="connsiteY123" fmla="*/ 2237095 h 2237474"/>
              <a:gd name="connsiteX124" fmla="*/ 1370962 w 12192000"/>
              <a:gd name="connsiteY124" fmla="*/ 2237474 h 2237474"/>
              <a:gd name="connsiteX125" fmla="*/ 1356367 w 12192000"/>
              <a:gd name="connsiteY125" fmla="*/ 2235089 h 2237474"/>
              <a:gd name="connsiteX126" fmla="*/ 1279765 w 12192000"/>
              <a:gd name="connsiteY126" fmla="*/ 2229639 h 2237474"/>
              <a:gd name="connsiteX127" fmla="*/ 1195347 w 12192000"/>
              <a:gd name="connsiteY127" fmla="*/ 2212354 h 2237474"/>
              <a:gd name="connsiteX128" fmla="*/ 970251 w 12192000"/>
              <a:gd name="connsiteY128" fmla="*/ 2221029 h 2237474"/>
              <a:gd name="connsiteX129" fmla="*/ 812914 w 12192000"/>
              <a:gd name="connsiteY129" fmla="*/ 2210095 h 2237474"/>
              <a:gd name="connsiteX130" fmla="*/ 776382 w 12192000"/>
              <a:gd name="connsiteY130" fmla="*/ 2204512 h 2237474"/>
              <a:gd name="connsiteX131" fmla="*/ 597225 w 12192000"/>
              <a:gd name="connsiteY131" fmla="*/ 2180999 h 2237474"/>
              <a:gd name="connsiteX132" fmla="*/ 520671 w 12192000"/>
              <a:gd name="connsiteY132" fmla="*/ 2180980 h 2237474"/>
              <a:gd name="connsiteX133" fmla="*/ 515024 w 12192000"/>
              <a:gd name="connsiteY133" fmla="*/ 2179258 h 2237474"/>
              <a:gd name="connsiteX134" fmla="*/ 413835 w 12192000"/>
              <a:gd name="connsiteY134" fmla="*/ 2156783 h 2237474"/>
              <a:gd name="connsiteX135" fmla="*/ 376513 w 12192000"/>
              <a:gd name="connsiteY135" fmla="*/ 2154014 h 2237474"/>
              <a:gd name="connsiteX136" fmla="*/ 273386 w 12192000"/>
              <a:gd name="connsiteY136" fmla="*/ 2142551 h 2237474"/>
              <a:gd name="connsiteX137" fmla="*/ 169207 w 12192000"/>
              <a:gd name="connsiteY137" fmla="*/ 2128100 h 2237474"/>
              <a:gd name="connsiteX138" fmla="*/ 77641 w 12192000"/>
              <a:gd name="connsiteY138" fmla="*/ 2126835 h 2237474"/>
              <a:gd name="connsiteX139" fmla="*/ 37645 w 12192000"/>
              <a:gd name="connsiteY139" fmla="*/ 2115401 h 2237474"/>
              <a:gd name="connsiteX140" fmla="*/ 4572 w 12192000"/>
              <a:gd name="connsiteY140" fmla="*/ 2111091 h 2237474"/>
              <a:gd name="connsiteX141" fmla="*/ 0 w 12192000"/>
              <a:gd name="connsiteY141" fmla="*/ 2110468 h 2237474"/>
              <a:gd name="connsiteX142" fmla="*/ 0 w 12192000"/>
              <a:gd name="connsiteY1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188177 w 12192000"/>
              <a:gd name="connsiteY28" fmla="*/ 1035474 h 2237474"/>
              <a:gd name="connsiteX29" fmla="*/ 9155969 w 12192000"/>
              <a:gd name="connsiteY29" fmla="*/ 1046804 h 2237474"/>
              <a:gd name="connsiteX30" fmla="*/ 9133985 w 12192000"/>
              <a:gd name="connsiteY30" fmla="*/ 1046450 h 2237474"/>
              <a:gd name="connsiteX31" fmla="*/ 9003462 w 12192000"/>
              <a:gd name="connsiteY31" fmla="*/ 1042406 h 2237474"/>
              <a:gd name="connsiteX32" fmla="*/ 8968445 w 12192000"/>
              <a:gd name="connsiteY32" fmla="*/ 1052169 h 2237474"/>
              <a:gd name="connsiteX33" fmla="*/ 8886001 w 12192000"/>
              <a:gd name="connsiteY33" fmla="*/ 1067468 h 2237474"/>
              <a:gd name="connsiteX34" fmla="*/ 8838610 w 12192000"/>
              <a:gd name="connsiteY34" fmla="*/ 1075091 h 2237474"/>
              <a:gd name="connsiteX35" fmla="*/ 8750383 w 12192000"/>
              <a:gd name="connsiteY35" fmla="*/ 1097387 h 2237474"/>
              <a:gd name="connsiteX36" fmla="*/ 8665605 w 12192000"/>
              <a:gd name="connsiteY36" fmla="*/ 1110791 h 2237474"/>
              <a:gd name="connsiteX37" fmla="*/ 8584946 w 12192000"/>
              <a:gd name="connsiteY37" fmla="*/ 1135226 h 2237474"/>
              <a:gd name="connsiteX38" fmla="*/ 8419755 w 12192000"/>
              <a:gd name="connsiteY38" fmla="*/ 1216260 h 2237474"/>
              <a:gd name="connsiteX39" fmla="*/ 8411626 w 12192000"/>
              <a:gd name="connsiteY39" fmla="*/ 1214397 h 2237474"/>
              <a:gd name="connsiteX40" fmla="*/ 8363469 w 12192000"/>
              <a:gd name="connsiteY40" fmla="*/ 1246658 h 2237474"/>
              <a:gd name="connsiteX41" fmla="*/ 8275497 w 12192000"/>
              <a:gd name="connsiteY41" fmla="*/ 1264396 h 2237474"/>
              <a:gd name="connsiteX42" fmla="*/ 8074238 w 12192000"/>
              <a:gd name="connsiteY42" fmla="*/ 1301895 h 2237474"/>
              <a:gd name="connsiteX43" fmla="*/ 7942099 w 12192000"/>
              <a:gd name="connsiteY43" fmla="*/ 1336332 h 2237474"/>
              <a:gd name="connsiteX44" fmla="*/ 7902328 w 12192000"/>
              <a:gd name="connsiteY44" fmla="*/ 1345865 h 2237474"/>
              <a:gd name="connsiteX45" fmla="*/ 7840612 w 12192000"/>
              <a:gd name="connsiteY45" fmla="*/ 1369373 h 2237474"/>
              <a:gd name="connsiteX46" fmla="*/ 7786819 w 12192000"/>
              <a:gd name="connsiteY46" fmla="*/ 1378970 h 2237474"/>
              <a:gd name="connsiteX47" fmla="*/ 7548172 w 12192000"/>
              <a:gd name="connsiteY47" fmla="*/ 1417460 h 2237474"/>
              <a:gd name="connsiteX48" fmla="*/ 7483437 w 12192000"/>
              <a:gd name="connsiteY48" fmla="*/ 1478152 h 2237474"/>
              <a:gd name="connsiteX49" fmla="*/ 7377870 w 12192000"/>
              <a:gd name="connsiteY49" fmla="*/ 1523319 h 2237474"/>
              <a:gd name="connsiteX50" fmla="*/ 7230737 w 12192000"/>
              <a:gd name="connsiteY50" fmla="*/ 1562633 h 2237474"/>
              <a:gd name="connsiteX51" fmla="*/ 7224458 w 12192000"/>
              <a:gd name="connsiteY51" fmla="*/ 1573008 h 2237474"/>
              <a:gd name="connsiteX52" fmla="*/ 7183121 w 12192000"/>
              <a:gd name="connsiteY52" fmla="*/ 1595162 h 2237474"/>
              <a:gd name="connsiteX53" fmla="*/ 7164601 w 12192000"/>
              <a:gd name="connsiteY53" fmla="*/ 1606490 h 2237474"/>
              <a:gd name="connsiteX54" fmla="*/ 6900177 w 12192000"/>
              <a:gd name="connsiteY54" fmla="*/ 1636016 h 2237474"/>
              <a:gd name="connsiteX55" fmla="*/ 6795372 w 12192000"/>
              <a:gd name="connsiteY55" fmla="*/ 1644845 h 2237474"/>
              <a:gd name="connsiteX56" fmla="*/ 6692251 w 12192000"/>
              <a:gd name="connsiteY56" fmla="*/ 1656357 h 2237474"/>
              <a:gd name="connsiteX57" fmla="*/ 6655235 w 12192000"/>
              <a:gd name="connsiteY57" fmla="*/ 1661869 h 2237474"/>
              <a:gd name="connsiteX58" fmla="*/ 6554894 w 12192000"/>
              <a:gd name="connsiteY58" fmla="*/ 1664428 h 2237474"/>
              <a:gd name="connsiteX59" fmla="*/ 6516595 w 12192000"/>
              <a:gd name="connsiteY59" fmla="*/ 1667475 h 2237474"/>
              <a:gd name="connsiteX60" fmla="*/ 6508541 w 12192000"/>
              <a:gd name="connsiteY60" fmla="*/ 1668757 h 2237474"/>
              <a:gd name="connsiteX61" fmla="*/ 6471012 w 12192000"/>
              <a:gd name="connsiteY61" fmla="*/ 1678604 h 2237474"/>
              <a:gd name="connsiteX62" fmla="*/ 6364035 w 12192000"/>
              <a:gd name="connsiteY62" fmla="*/ 1667683 h 2237474"/>
              <a:gd name="connsiteX63" fmla="*/ 6280959 w 12192000"/>
              <a:gd name="connsiteY63" fmla="*/ 1689329 h 2237474"/>
              <a:gd name="connsiteX64" fmla="*/ 6243319 w 12192000"/>
              <a:gd name="connsiteY64" fmla="*/ 1695560 h 2237474"/>
              <a:gd name="connsiteX65" fmla="*/ 6098321 w 12192000"/>
              <a:gd name="connsiteY65" fmla="*/ 1721646 h 2237474"/>
              <a:gd name="connsiteX66" fmla="*/ 5880652 w 12192000"/>
              <a:gd name="connsiteY66" fmla="*/ 1779643 h 2237474"/>
              <a:gd name="connsiteX67" fmla="*/ 5785959 w 12192000"/>
              <a:gd name="connsiteY67" fmla="*/ 1775307 h 2237474"/>
              <a:gd name="connsiteX68" fmla="*/ 5643534 w 12192000"/>
              <a:gd name="connsiteY68" fmla="*/ 1802919 h 2237474"/>
              <a:gd name="connsiteX69" fmla="*/ 5518799 w 12192000"/>
              <a:gd name="connsiteY69" fmla="*/ 1818312 h 2237474"/>
              <a:gd name="connsiteX70" fmla="*/ 5505014 w 12192000"/>
              <a:gd name="connsiteY70" fmla="*/ 1819259 h 2237474"/>
              <a:gd name="connsiteX71" fmla="*/ 5453307 w 12192000"/>
              <a:gd name="connsiteY71" fmla="*/ 1815450 h 2237474"/>
              <a:gd name="connsiteX72" fmla="*/ 5221533 w 12192000"/>
              <a:gd name="connsiteY72" fmla="*/ 1846950 h 2237474"/>
              <a:gd name="connsiteX73" fmla="*/ 5149802 w 12192000"/>
              <a:gd name="connsiteY73" fmla="*/ 1844846 h 2237474"/>
              <a:gd name="connsiteX74" fmla="*/ 5114927 w 12192000"/>
              <a:gd name="connsiteY74" fmla="*/ 1847827 h 2237474"/>
              <a:gd name="connsiteX75" fmla="*/ 5108970 w 12192000"/>
              <a:gd name="connsiteY75" fmla="*/ 1847935 h 2237474"/>
              <a:gd name="connsiteX76" fmla="*/ 5067961 w 12192000"/>
              <a:gd name="connsiteY76" fmla="*/ 1845917 h 2237474"/>
              <a:gd name="connsiteX77" fmla="*/ 5007075 w 12192000"/>
              <a:gd name="connsiteY77" fmla="*/ 1838626 h 2237474"/>
              <a:gd name="connsiteX78" fmla="*/ 4944087 w 12192000"/>
              <a:gd name="connsiteY78" fmla="*/ 1823332 h 2237474"/>
              <a:gd name="connsiteX79" fmla="*/ 4907662 w 12192000"/>
              <a:gd name="connsiteY79" fmla="*/ 1816900 h 2237474"/>
              <a:gd name="connsiteX80" fmla="*/ 4882386 w 12192000"/>
              <a:gd name="connsiteY80" fmla="*/ 1809844 h 2237474"/>
              <a:gd name="connsiteX81" fmla="*/ 4811440 w 12192000"/>
              <a:gd name="connsiteY81" fmla="*/ 1804655 h 2237474"/>
              <a:gd name="connsiteX82" fmla="*/ 4691075 w 12192000"/>
              <a:gd name="connsiteY82" fmla="*/ 1801389 h 2237474"/>
              <a:gd name="connsiteX83" fmla="*/ 4640313 w 12192000"/>
              <a:gd name="connsiteY83" fmla="*/ 1784307 h 2237474"/>
              <a:gd name="connsiteX84" fmla="*/ 4536503 w 12192000"/>
              <a:gd name="connsiteY84" fmla="*/ 1785334 h 2237474"/>
              <a:gd name="connsiteX85" fmla="*/ 4513724 w 12192000"/>
              <a:gd name="connsiteY85" fmla="*/ 1791996 h 2237474"/>
              <a:gd name="connsiteX86" fmla="*/ 4459810 w 12192000"/>
              <a:gd name="connsiteY86" fmla="*/ 1797886 h 2237474"/>
              <a:gd name="connsiteX87" fmla="*/ 4379064 w 12192000"/>
              <a:gd name="connsiteY87" fmla="*/ 1817177 h 2237474"/>
              <a:gd name="connsiteX88" fmla="*/ 4290981 w 12192000"/>
              <a:gd name="connsiteY88" fmla="*/ 1839677 h 2237474"/>
              <a:gd name="connsiteX89" fmla="*/ 4238372 w 12192000"/>
              <a:gd name="connsiteY89" fmla="*/ 1851480 h 2237474"/>
              <a:gd name="connsiteX90" fmla="*/ 4232517 w 12192000"/>
              <a:gd name="connsiteY90" fmla="*/ 1852567 h 2237474"/>
              <a:gd name="connsiteX91" fmla="*/ 4191732 w 12192000"/>
              <a:gd name="connsiteY91" fmla="*/ 1857328 h 2237474"/>
              <a:gd name="connsiteX92" fmla="*/ 4065532 w 12192000"/>
              <a:gd name="connsiteY92" fmla="*/ 1855477 h 2237474"/>
              <a:gd name="connsiteX93" fmla="*/ 4028460 w 12192000"/>
              <a:gd name="connsiteY93" fmla="*/ 1855137 h 2237474"/>
              <a:gd name="connsiteX94" fmla="*/ 4002267 w 12192000"/>
              <a:gd name="connsiteY94" fmla="*/ 1852352 h 2237474"/>
              <a:gd name="connsiteX95" fmla="*/ 3931396 w 12192000"/>
              <a:gd name="connsiteY95" fmla="*/ 1858915 h 2237474"/>
              <a:gd name="connsiteX96" fmla="*/ 3812162 w 12192000"/>
              <a:gd name="connsiteY96" fmla="*/ 1875501 h 2237474"/>
              <a:gd name="connsiteX97" fmla="*/ 3758105 w 12192000"/>
              <a:gd name="connsiteY97" fmla="*/ 1871856 h 2237474"/>
              <a:gd name="connsiteX98" fmla="*/ 3715896 w 12192000"/>
              <a:gd name="connsiteY98" fmla="*/ 1881552 h 2237474"/>
              <a:gd name="connsiteX99" fmla="*/ 3567259 w 12192000"/>
              <a:gd name="connsiteY99" fmla="*/ 1893482 h 2237474"/>
              <a:gd name="connsiteX100" fmla="*/ 3405770 w 12192000"/>
              <a:gd name="connsiteY100" fmla="*/ 1904591 h 2237474"/>
              <a:gd name="connsiteX101" fmla="*/ 3280097 w 12192000"/>
              <a:gd name="connsiteY101" fmla="*/ 1919610 h 2237474"/>
              <a:gd name="connsiteX102" fmla="*/ 3009910 w 12192000"/>
              <a:gd name="connsiteY102" fmla="*/ 1957866 h 2237474"/>
              <a:gd name="connsiteX103" fmla="*/ 2995934 w 12192000"/>
              <a:gd name="connsiteY103" fmla="*/ 1967085 h 2237474"/>
              <a:gd name="connsiteX104" fmla="*/ 2942858 w 12192000"/>
              <a:gd name="connsiteY104" fmla="*/ 1981367 h 2237474"/>
              <a:gd name="connsiteX105" fmla="*/ 2875436 w 12192000"/>
              <a:gd name="connsiteY105" fmla="*/ 1996977 h 2237474"/>
              <a:gd name="connsiteX106" fmla="*/ 2874892 w 12192000"/>
              <a:gd name="connsiteY106" fmla="*/ 1996085 h 2237474"/>
              <a:gd name="connsiteX107" fmla="*/ 2843662 w 12192000"/>
              <a:gd name="connsiteY107" fmla="*/ 1992498 h 2237474"/>
              <a:gd name="connsiteX108" fmla="*/ 2718916 w 12192000"/>
              <a:gd name="connsiteY108" fmla="*/ 1990867 h 2237474"/>
              <a:gd name="connsiteX109" fmla="*/ 2713522 w 12192000"/>
              <a:gd name="connsiteY109" fmla="*/ 1990173 h 2237474"/>
              <a:gd name="connsiteX110" fmla="*/ 2476147 w 12192000"/>
              <a:gd name="connsiteY110" fmla="*/ 1998305 h 2237474"/>
              <a:gd name="connsiteX111" fmla="*/ 2373568 w 12192000"/>
              <a:gd name="connsiteY111" fmla="*/ 2003219 h 2237474"/>
              <a:gd name="connsiteX112" fmla="*/ 2287219 w 12192000"/>
              <a:gd name="connsiteY112" fmla="*/ 1998750 h 2237474"/>
              <a:gd name="connsiteX113" fmla="*/ 2243069 w 12192000"/>
              <a:gd name="connsiteY113" fmla="*/ 2005321 h 2237474"/>
              <a:gd name="connsiteX114" fmla="*/ 2164831 w 12192000"/>
              <a:gd name="connsiteY114" fmla="*/ 2010143 h 2237474"/>
              <a:gd name="connsiteX115" fmla="*/ 2085228 w 12192000"/>
              <a:gd name="connsiteY115" fmla="*/ 2046431 h 2237474"/>
              <a:gd name="connsiteX116" fmla="*/ 2058061 w 12192000"/>
              <a:gd name="connsiteY116" fmla="*/ 2047942 h 2237474"/>
              <a:gd name="connsiteX117" fmla="*/ 2042244 w 12192000"/>
              <a:gd name="connsiteY117" fmla="*/ 2055560 h 2237474"/>
              <a:gd name="connsiteX118" fmla="*/ 1877728 w 12192000"/>
              <a:gd name="connsiteY118" fmla="*/ 2101004 h 2237474"/>
              <a:gd name="connsiteX119" fmla="*/ 1759056 w 12192000"/>
              <a:gd name="connsiteY119" fmla="*/ 2125608 h 2237474"/>
              <a:gd name="connsiteX120" fmla="*/ 1637948 w 12192000"/>
              <a:gd name="connsiteY120" fmla="*/ 2172597 h 2237474"/>
              <a:gd name="connsiteX121" fmla="*/ 1434549 w 12192000"/>
              <a:gd name="connsiteY121" fmla="*/ 2234522 h 2237474"/>
              <a:gd name="connsiteX122" fmla="*/ 1398481 w 12192000"/>
              <a:gd name="connsiteY122" fmla="*/ 2237074 h 2237474"/>
              <a:gd name="connsiteX123" fmla="*/ 1398407 w 12192000"/>
              <a:gd name="connsiteY123" fmla="*/ 2237095 h 2237474"/>
              <a:gd name="connsiteX124" fmla="*/ 1370962 w 12192000"/>
              <a:gd name="connsiteY124" fmla="*/ 2237474 h 2237474"/>
              <a:gd name="connsiteX125" fmla="*/ 1356367 w 12192000"/>
              <a:gd name="connsiteY125" fmla="*/ 2235089 h 2237474"/>
              <a:gd name="connsiteX126" fmla="*/ 1279765 w 12192000"/>
              <a:gd name="connsiteY126" fmla="*/ 2229639 h 2237474"/>
              <a:gd name="connsiteX127" fmla="*/ 1195347 w 12192000"/>
              <a:gd name="connsiteY127" fmla="*/ 2212354 h 2237474"/>
              <a:gd name="connsiteX128" fmla="*/ 970251 w 12192000"/>
              <a:gd name="connsiteY128" fmla="*/ 2221029 h 2237474"/>
              <a:gd name="connsiteX129" fmla="*/ 812914 w 12192000"/>
              <a:gd name="connsiteY129" fmla="*/ 2210095 h 2237474"/>
              <a:gd name="connsiteX130" fmla="*/ 776382 w 12192000"/>
              <a:gd name="connsiteY130" fmla="*/ 2204512 h 2237474"/>
              <a:gd name="connsiteX131" fmla="*/ 597225 w 12192000"/>
              <a:gd name="connsiteY131" fmla="*/ 2180999 h 2237474"/>
              <a:gd name="connsiteX132" fmla="*/ 520671 w 12192000"/>
              <a:gd name="connsiteY132" fmla="*/ 2180980 h 2237474"/>
              <a:gd name="connsiteX133" fmla="*/ 515024 w 12192000"/>
              <a:gd name="connsiteY133" fmla="*/ 2179258 h 2237474"/>
              <a:gd name="connsiteX134" fmla="*/ 413835 w 12192000"/>
              <a:gd name="connsiteY134" fmla="*/ 2156783 h 2237474"/>
              <a:gd name="connsiteX135" fmla="*/ 376513 w 12192000"/>
              <a:gd name="connsiteY135" fmla="*/ 2154014 h 2237474"/>
              <a:gd name="connsiteX136" fmla="*/ 273386 w 12192000"/>
              <a:gd name="connsiteY136" fmla="*/ 2142551 h 2237474"/>
              <a:gd name="connsiteX137" fmla="*/ 169207 w 12192000"/>
              <a:gd name="connsiteY137" fmla="*/ 2128100 h 2237474"/>
              <a:gd name="connsiteX138" fmla="*/ 77641 w 12192000"/>
              <a:gd name="connsiteY138" fmla="*/ 2126835 h 2237474"/>
              <a:gd name="connsiteX139" fmla="*/ 37645 w 12192000"/>
              <a:gd name="connsiteY139" fmla="*/ 2115401 h 2237474"/>
              <a:gd name="connsiteX140" fmla="*/ 4572 w 12192000"/>
              <a:gd name="connsiteY140" fmla="*/ 2111091 h 2237474"/>
              <a:gd name="connsiteX141" fmla="*/ 0 w 12192000"/>
              <a:gd name="connsiteY141" fmla="*/ 2110468 h 2237474"/>
              <a:gd name="connsiteX142" fmla="*/ 0 w 12192000"/>
              <a:gd name="connsiteY1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1890686 w 12192000"/>
              <a:gd name="connsiteY4" fmla="*/ 732766 h 2237474"/>
              <a:gd name="connsiteX5" fmla="*/ 11820512 w 12192000"/>
              <a:gd name="connsiteY5" fmla="*/ 745392 h 2237474"/>
              <a:gd name="connsiteX6" fmla="*/ 11649954 w 12192000"/>
              <a:gd name="connsiteY6" fmla="*/ 749628 h 2237474"/>
              <a:gd name="connsiteX7" fmla="*/ 11560424 w 12192000"/>
              <a:gd name="connsiteY7" fmla="*/ 748017 h 2237474"/>
              <a:gd name="connsiteX8" fmla="*/ 11358455 w 12192000"/>
              <a:gd name="connsiteY8" fmla="*/ 747593 h 2237474"/>
              <a:gd name="connsiteX9" fmla="*/ 11165209 w 12192000"/>
              <a:gd name="connsiteY9" fmla="*/ 748852 h 2237474"/>
              <a:gd name="connsiteX10" fmla="*/ 11058755 w 12192000"/>
              <a:gd name="connsiteY10" fmla="*/ 749617 h 2237474"/>
              <a:gd name="connsiteX11" fmla="*/ 10846594 w 12192000"/>
              <a:gd name="connsiteY11" fmla="*/ 765069 h 2237474"/>
              <a:gd name="connsiteX12" fmla="*/ 10739478 w 12192000"/>
              <a:gd name="connsiteY12" fmla="*/ 776841 h 2237474"/>
              <a:gd name="connsiteX13" fmla="*/ 10458762 w 12192000"/>
              <a:gd name="connsiteY13" fmla="*/ 755400 h 2237474"/>
              <a:gd name="connsiteX14" fmla="*/ 10211200 w 12192000"/>
              <a:gd name="connsiteY14" fmla="*/ 767513 h 2237474"/>
              <a:gd name="connsiteX15" fmla="*/ 10167995 w 12192000"/>
              <a:gd name="connsiteY15" fmla="*/ 760843 h 2237474"/>
              <a:gd name="connsiteX16" fmla="*/ 9997044 w 12192000"/>
              <a:gd name="connsiteY16" fmla="*/ 780129 h 2237474"/>
              <a:gd name="connsiteX17" fmla="*/ 9943887 w 12192000"/>
              <a:gd name="connsiteY17" fmla="*/ 804141 h 2237474"/>
              <a:gd name="connsiteX18" fmla="*/ 9918248 w 12192000"/>
              <a:gd name="connsiteY18" fmla="*/ 816628 h 2237474"/>
              <a:gd name="connsiteX19" fmla="*/ 9767091 w 12192000"/>
              <a:gd name="connsiteY19" fmla="*/ 870550 h 2237474"/>
              <a:gd name="connsiteX20" fmla="*/ 9683005 w 12192000"/>
              <a:gd name="connsiteY20" fmla="*/ 894128 h 2237474"/>
              <a:gd name="connsiteX21" fmla="*/ 9594438 w 12192000"/>
              <a:gd name="connsiteY21" fmla="*/ 919051 h 2237474"/>
              <a:gd name="connsiteX22" fmla="*/ 9544189 w 12192000"/>
              <a:gd name="connsiteY22" fmla="*/ 938966 h 2237474"/>
              <a:gd name="connsiteX23" fmla="*/ 9500499 w 12192000"/>
              <a:gd name="connsiteY23" fmla="*/ 954680 h 2237474"/>
              <a:gd name="connsiteX24" fmla="*/ 9410017 w 12192000"/>
              <a:gd name="connsiteY24" fmla="*/ 993931 h 2237474"/>
              <a:gd name="connsiteX25" fmla="*/ 9392919 w 12192000"/>
              <a:gd name="connsiteY25" fmla="*/ 994656 h 2237474"/>
              <a:gd name="connsiteX26" fmla="*/ 9268019 w 12192000"/>
              <a:gd name="connsiteY26" fmla="*/ 1007442 h 2237474"/>
              <a:gd name="connsiteX27" fmla="*/ 9188177 w 12192000"/>
              <a:gd name="connsiteY27" fmla="*/ 1035474 h 2237474"/>
              <a:gd name="connsiteX28" fmla="*/ 9155969 w 12192000"/>
              <a:gd name="connsiteY28" fmla="*/ 1046804 h 2237474"/>
              <a:gd name="connsiteX29" fmla="*/ 9133985 w 12192000"/>
              <a:gd name="connsiteY29" fmla="*/ 1046450 h 2237474"/>
              <a:gd name="connsiteX30" fmla="*/ 9003462 w 12192000"/>
              <a:gd name="connsiteY30" fmla="*/ 1042406 h 2237474"/>
              <a:gd name="connsiteX31" fmla="*/ 8968445 w 12192000"/>
              <a:gd name="connsiteY31" fmla="*/ 1052169 h 2237474"/>
              <a:gd name="connsiteX32" fmla="*/ 8886001 w 12192000"/>
              <a:gd name="connsiteY32" fmla="*/ 1067468 h 2237474"/>
              <a:gd name="connsiteX33" fmla="*/ 8838610 w 12192000"/>
              <a:gd name="connsiteY33" fmla="*/ 1075091 h 2237474"/>
              <a:gd name="connsiteX34" fmla="*/ 8750383 w 12192000"/>
              <a:gd name="connsiteY34" fmla="*/ 1097387 h 2237474"/>
              <a:gd name="connsiteX35" fmla="*/ 8665605 w 12192000"/>
              <a:gd name="connsiteY35" fmla="*/ 1110791 h 2237474"/>
              <a:gd name="connsiteX36" fmla="*/ 8584946 w 12192000"/>
              <a:gd name="connsiteY36" fmla="*/ 1135226 h 2237474"/>
              <a:gd name="connsiteX37" fmla="*/ 8419755 w 12192000"/>
              <a:gd name="connsiteY37" fmla="*/ 1216260 h 2237474"/>
              <a:gd name="connsiteX38" fmla="*/ 8411626 w 12192000"/>
              <a:gd name="connsiteY38" fmla="*/ 1214397 h 2237474"/>
              <a:gd name="connsiteX39" fmla="*/ 8363469 w 12192000"/>
              <a:gd name="connsiteY39" fmla="*/ 1246658 h 2237474"/>
              <a:gd name="connsiteX40" fmla="*/ 8275497 w 12192000"/>
              <a:gd name="connsiteY40" fmla="*/ 1264396 h 2237474"/>
              <a:gd name="connsiteX41" fmla="*/ 8074238 w 12192000"/>
              <a:gd name="connsiteY41" fmla="*/ 1301895 h 2237474"/>
              <a:gd name="connsiteX42" fmla="*/ 7942099 w 12192000"/>
              <a:gd name="connsiteY42" fmla="*/ 1336332 h 2237474"/>
              <a:gd name="connsiteX43" fmla="*/ 7902328 w 12192000"/>
              <a:gd name="connsiteY43" fmla="*/ 1345865 h 2237474"/>
              <a:gd name="connsiteX44" fmla="*/ 7840612 w 12192000"/>
              <a:gd name="connsiteY44" fmla="*/ 1369373 h 2237474"/>
              <a:gd name="connsiteX45" fmla="*/ 7786819 w 12192000"/>
              <a:gd name="connsiteY45" fmla="*/ 1378970 h 2237474"/>
              <a:gd name="connsiteX46" fmla="*/ 7548172 w 12192000"/>
              <a:gd name="connsiteY46" fmla="*/ 1417460 h 2237474"/>
              <a:gd name="connsiteX47" fmla="*/ 7483437 w 12192000"/>
              <a:gd name="connsiteY47" fmla="*/ 1478152 h 2237474"/>
              <a:gd name="connsiteX48" fmla="*/ 7377870 w 12192000"/>
              <a:gd name="connsiteY48" fmla="*/ 1523319 h 2237474"/>
              <a:gd name="connsiteX49" fmla="*/ 7230737 w 12192000"/>
              <a:gd name="connsiteY49" fmla="*/ 1562633 h 2237474"/>
              <a:gd name="connsiteX50" fmla="*/ 7224458 w 12192000"/>
              <a:gd name="connsiteY50" fmla="*/ 1573008 h 2237474"/>
              <a:gd name="connsiteX51" fmla="*/ 7183121 w 12192000"/>
              <a:gd name="connsiteY51" fmla="*/ 1595162 h 2237474"/>
              <a:gd name="connsiteX52" fmla="*/ 7164601 w 12192000"/>
              <a:gd name="connsiteY52" fmla="*/ 1606490 h 2237474"/>
              <a:gd name="connsiteX53" fmla="*/ 6900177 w 12192000"/>
              <a:gd name="connsiteY53" fmla="*/ 1636016 h 2237474"/>
              <a:gd name="connsiteX54" fmla="*/ 6795372 w 12192000"/>
              <a:gd name="connsiteY54" fmla="*/ 1644845 h 2237474"/>
              <a:gd name="connsiteX55" fmla="*/ 6692251 w 12192000"/>
              <a:gd name="connsiteY55" fmla="*/ 1656357 h 2237474"/>
              <a:gd name="connsiteX56" fmla="*/ 6655235 w 12192000"/>
              <a:gd name="connsiteY56" fmla="*/ 1661869 h 2237474"/>
              <a:gd name="connsiteX57" fmla="*/ 6554894 w 12192000"/>
              <a:gd name="connsiteY57" fmla="*/ 1664428 h 2237474"/>
              <a:gd name="connsiteX58" fmla="*/ 6516595 w 12192000"/>
              <a:gd name="connsiteY58" fmla="*/ 1667475 h 2237474"/>
              <a:gd name="connsiteX59" fmla="*/ 6508541 w 12192000"/>
              <a:gd name="connsiteY59" fmla="*/ 1668757 h 2237474"/>
              <a:gd name="connsiteX60" fmla="*/ 6471012 w 12192000"/>
              <a:gd name="connsiteY60" fmla="*/ 1678604 h 2237474"/>
              <a:gd name="connsiteX61" fmla="*/ 6364035 w 12192000"/>
              <a:gd name="connsiteY61" fmla="*/ 1667683 h 2237474"/>
              <a:gd name="connsiteX62" fmla="*/ 6280959 w 12192000"/>
              <a:gd name="connsiteY62" fmla="*/ 1689329 h 2237474"/>
              <a:gd name="connsiteX63" fmla="*/ 6243319 w 12192000"/>
              <a:gd name="connsiteY63" fmla="*/ 1695560 h 2237474"/>
              <a:gd name="connsiteX64" fmla="*/ 6098321 w 12192000"/>
              <a:gd name="connsiteY64" fmla="*/ 1721646 h 2237474"/>
              <a:gd name="connsiteX65" fmla="*/ 5880652 w 12192000"/>
              <a:gd name="connsiteY65" fmla="*/ 1779643 h 2237474"/>
              <a:gd name="connsiteX66" fmla="*/ 5785959 w 12192000"/>
              <a:gd name="connsiteY66" fmla="*/ 1775307 h 2237474"/>
              <a:gd name="connsiteX67" fmla="*/ 5643534 w 12192000"/>
              <a:gd name="connsiteY67" fmla="*/ 1802919 h 2237474"/>
              <a:gd name="connsiteX68" fmla="*/ 5518799 w 12192000"/>
              <a:gd name="connsiteY68" fmla="*/ 1818312 h 2237474"/>
              <a:gd name="connsiteX69" fmla="*/ 5505014 w 12192000"/>
              <a:gd name="connsiteY69" fmla="*/ 1819259 h 2237474"/>
              <a:gd name="connsiteX70" fmla="*/ 5453307 w 12192000"/>
              <a:gd name="connsiteY70" fmla="*/ 1815450 h 2237474"/>
              <a:gd name="connsiteX71" fmla="*/ 5221533 w 12192000"/>
              <a:gd name="connsiteY71" fmla="*/ 1846950 h 2237474"/>
              <a:gd name="connsiteX72" fmla="*/ 5149802 w 12192000"/>
              <a:gd name="connsiteY72" fmla="*/ 1844846 h 2237474"/>
              <a:gd name="connsiteX73" fmla="*/ 5114927 w 12192000"/>
              <a:gd name="connsiteY73" fmla="*/ 1847827 h 2237474"/>
              <a:gd name="connsiteX74" fmla="*/ 5108970 w 12192000"/>
              <a:gd name="connsiteY74" fmla="*/ 1847935 h 2237474"/>
              <a:gd name="connsiteX75" fmla="*/ 5067961 w 12192000"/>
              <a:gd name="connsiteY75" fmla="*/ 1845917 h 2237474"/>
              <a:gd name="connsiteX76" fmla="*/ 5007075 w 12192000"/>
              <a:gd name="connsiteY76" fmla="*/ 1838626 h 2237474"/>
              <a:gd name="connsiteX77" fmla="*/ 4944087 w 12192000"/>
              <a:gd name="connsiteY77" fmla="*/ 1823332 h 2237474"/>
              <a:gd name="connsiteX78" fmla="*/ 4907662 w 12192000"/>
              <a:gd name="connsiteY78" fmla="*/ 1816900 h 2237474"/>
              <a:gd name="connsiteX79" fmla="*/ 4882386 w 12192000"/>
              <a:gd name="connsiteY79" fmla="*/ 1809844 h 2237474"/>
              <a:gd name="connsiteX80" fmla="*/ 4811440 w 12192000"/>
              <a:gd name="connsiteY80" fmla="*/ 1804655 h 2237474"/>
              <a:gd name="connsiteX81" fmla="*/ 4691075 w 12192000"/>
              <a:gd name="connsiteY81" fmla="*/ 1801389 h 2237474"/>
              <a:gd name="connsiteX82" fmla="*/ 4640313 w 12192000"/>
              <a:gd name="connsiteY82" fmla="*/ 1784307 h 2237474"/>
              <a:gd name="connsiteX83" fmla="*/ 4536503 w 12192000"/>
              <a:gd name="connsiteY83" fmla="*/ 1785334 h 2237474"/>
              <a:gd name="connsiteX84" fmla="*/ 4513724 w 12192000"/>
              <a:gd name="connsiteY84" fmla="*/ 1791996 h 2237474"/>
              <a:gd name="connsiteX85" fmla="*/ 4459810 w 12192000"/>
              <a:gd name="connsiteY85" fmla="*/ 1797886 h 2237474"/>
              <a:gd name="connsiteX86" fmla="*/ 4379064 w 12192000"/>
              <a:gd name="connsiteY86" fmla="*/ 1817177 h 2237474"/>
              <a:gd name="connsiteX87" fmla="*/ 4290981 w 12192000"/>
              <a:gd name="connsiteY87" fmla="*/ 1839677 h 2237474"/>
              <a:gd name="connsiteX88" fmla="*/ 4238372 w 12192000"/>
              <a:gd name="connsiteY88" fmla="*/ 1851480 h 2237474"/>
              <a:gd name="connsiteX89" fmla="*/ 4232517 w 12192000"/>
              <a:gd name="connsiteY89" fmla="*/ 1852567 h 2237474"/>
              <a:gd name="connsiteX90" fmla="*/ 4191732 w 12192000"/>
              <a:gd name="connsiteY90" fmla="*/ 1857328 h 2237474"/>
              <a:gd name="connsiteX91" fmla="*/ 4065532 w 12192000"/>
              <a:gd name="connsiteY91" fmla="*/ 1855477 h 2237474"/>
              <a:gd name="connsiteX92" fmla="*/ 4028460 w 12192000"/>
              <a:gd name="connsiteY92" fmla="*/ 1855137 h 2237474"/>
              <a:gd name="connsiteX93" fmla="*/ 4002267 w 12192000"/>
              <a:gd name="connsiteY93" fmla="*/ 1852352 h 2237474"/>
              <a:gd name="connsiteX94" fmla="*/ 3931396 w 12192000"/>
              <a:gd name="connsiteY94" fmla="*/ 1858915 h 2237474"/>
              <a:gd name="connsiteX95" fmla="*/ 3812162 w 12192000"/>
              <a:gd name="connsiteY95" fmla="*/ 1875501 h 2237474"/>
              <a:gd name="connsiteX96" fmla="*/ 3758105 w 12192000"/>
              <a:gd name="connsiteY96" fmla="*/ 1871856 h 2237474"/>
              <a:gd name="connsiteX97" fmla="*/ 3715896 w 12192000"/>
              <a:gd name="connsiteY97" fmla="*/ 1881552 h 2237474"/>
              <a:gd name="connsiteX98" fmla="*/ 3567259 w 12192000"/>
              <a:gd name="connsiteY98" fmla="*/ 1893482 h 2237474"/>
              <a:gd name="connsiteX99" fmla="*/ 3405770 w 12192000"/>
              <a:gd name="connsiteY99" fmla="*/ 1904591 h 2237474"/>
              <a:gd name="connsiteX100" fmla="*/ 3280097 w 12192000"/>
              <a:gd name="connsiteY100" fmla="*/ 1919610 h 2237474"/>
              <a:gd name="connsiteX101" fmla="*/ 3009910 w 12192000"/>
              <a:gd name="connsiteY101" fmla="*/ 1957866 h 2237474"/>
              <a:gd name="connsiteX102" fmla="*/ 2995934 w 12192000"/>
              <a:gd name="connsiteY102" fmla="*/ 1967085 h 2237474"/>
              <a:gd name="connsiteX103" fmla="*/ 2942858 w 12192000"/>
              <a:gd name="connsiteY103" fmla="*/ 1981367 h 2237474"/>
              <a:gd name="connsiteX104" fmla="*/ 2875436 w 12192000"/>
              <a:gd name="connsiteY104" fmla="*/ 1996977 h 2237474"/>
              <a:gd name="connsiteX105" fmla="*/ 2874892 w 12192000"/>
              <a:gd name="connsiteY105" fmla="*/ 1996085 h 2237474"/>
              <a:gd name="connsiteX106" fmla="*/ 2843662 w 12192000"/>
              <a:gd name="connsiteY106" fmla="*/ 1992498 h 2237474"/>
              <a:gd name="connsiteX107" fmla="*/ 2718916 w 12192000"/>
              <a:gd name="connsiteY107" fmla="*/ 1990867 h 2237474"/>
              <a:gd name="connsiteX108" fmla="*/ 2713522 w 12192000"/>
              <a:gd name="connsiteY108" fmla="*/ 1990173 h 2237474"/>
              <a:gd name="connsiteX109" fmla="*/ 2476147 w 12192000"/>
              <a:gd name="connsiteY109" fmla="*/ 1998305 h 2237474"/>
              <a:gd name="connsiteX110" fmla="*/ 2373568 w 12192000"/>
              <a:gd name="connsiteY110" fmla="*/ 2003219 h 2237474"/>
              <a:gd name="connsiteX111" fmla="*/ 2287219 w 12192000"/>
              <a:gd name="connsiteY111" fmla="*/ 1998750 h 2237474"/>
              <a:gd name="connsiteX112" fmla="*/ 2243069 w 12192000"/>
              <a:gd name="connsiteY112" fmla="*/ 2005321 h 2237474"/>
              <a:gd name="connsiteX113" fmla="*/ 2164831 w 12192000"/>
              <a:gd name="connsiteY113" fmla="*/ 2010143 h 2237474"/>
              <a:gd name="connsiteX114" fmla="*/ 2085228 w 12192000"/>
              <a:gd name="connsiteY114" fmla="*/ 2046431 h 2237474"/>
              <a:gd name="connsiteX115" fmla="*/ 2058061 w 12192000"/>
              <a:gd name="connsiteY115" fmla="*/ 2047942 h 2237474"/>
              <a:gd name="connsiteX116" fmla="*/ 2042244 w 12192000"/>
              <a:gd name="connsiteY116" fmla="*/ 2055560 h 2237474"/>
              <a:gd name="connsiteX117" fmla="*/ 1877728 w 12192000"/>
              <a:gd name="connsiteY117" fmla="*/ 2101004 h 2237474"/>
              <a:gd name="connsiteX118" fmla="*/ 1759056 w 12192000"/>
              <a:gd name="connsiteY118" fmla="*/ 2125608 h 2237474"/>
              <a:gd name="connsiteX119" fmla="*/ 1637948 w 12192000"/>
              <a:gd name="connsiteY119" fmla="*/ 2172597 h 2237474"/>
              <a:gd name="connsiteX120" fmla="*/ 1434549 w 12192000"/>
              <a:gd name="connsiteY120" fmla="*/ 2234522 h 2237474"/>
              <a:gd name="connsiteX121" fmla="*/ 1398481 w 12192000"/>
              <a:gd name="connsiteY121" fmla="*/ 2237074 h 2237474"/>
              <a:gd name="connsiteX122" fmla="*/ 1398407 w 12192000"/>
              <a:gd name="connsiteY122" fmla="*/ 2237095 h 2237474"/>
              <a:gd name="connsiteX123" fmla="*/ 1370962 w 12192000"/>
              <a:gd name="connsiteY123" fmla="*/ 2237474 h 2237474"/>
              <a:gd name="connsiteX124" fmla="*/ 1356367 w 12192000"/>
              <a:gd name="connsiteY124" fmla="*/ 2235089 h 2237474"/>
              <a:gd name="connsiteX125" fmla="*/ 1279765 w 12192000"/>
              <a:gd name="connsiteY125" fmla="*/ 2229639 h 2237474"/>
              <a:gd name="connsiteX126" fmla="*/ 1195347 w 12192000"/>
              <a:gd name="connsiteY126" fmla="*/ 2212354 h 2237474"/>
              <a:gd name="connsiteX127" fmla="*/ 970251 w 12192000"/>
              <a:gd name="connsiteY127" fmla="*/ 2221029 h 2237474"/>
              <a:gd name="connsiteX128" fmla="*/ 812914 w 12192000"/>
              <a:gd name="connsiteY128" fmla="*/ 2210095 h 2237474"/>
              <a:gd name="connsiteX129" fmla="*/ 776382 w 12192000"/>
              <a:gd name="connsiteY129" fmla="*/ 2204512 h 2237474"/>
              <a:gd name="connsiteX130" fmla="*/ 597225 w 12192000"/>
              <a:gd name="connsiteY130" fmla="*/ 2180999 h 2237474"/>
              <a:gd name="connsiteX131" fmla="*/ 520671 w 12192000"/>
              <a:gd name="connsiteY131" fmla="*/ 2180980 h 2237474"/>
              <a:gd name="connsiteX132" fmla="*/ 515024 w 12192000"/>
              <a:gd name="connsiteY132" fmla="*/ 2179258 h 2237474"/>
              <a:gd name="connsiteX133" fmla="*/ 413835 w 12192000"/>
              <a:gd name="connsiteY133" fmla="*/ 2156783 h 2237474"/>
              <a:gd name="connsiteX134" fmla="*/ 376513 w 12192000"/>
              <a:gd name="connsiteY134" fmla="*/ 2154014 h 2237474"/>
              <a:gd name="connsiteX135" fmla="*/ 273386 w 12192000"/>
              <a:gd name="connsiteY135" fmla="*/ 2142551 h 2237474"/>
              <a:gd name="connsiteX136" fmla="*/ 169207 w 12192000"/>
              <a:gd name="connsiteY136" fmla="*/ 2128100 h 2237474"/>
              <a:gd name="connsiteX137" fmla="*/ 77641 w 12192000"/>
              <a:gd name="connsiteY137" fmla="*/ 2126835 h 2237474"/>
              <a:gd name="connsiteX138" fmla="*/ 37645 w 12192000"/>
              <a:gd name="connsiteY138" fmla="*/ 2115401 h 2237474"/>
              <a:gd name="connsiteX139" fmla="*/ 4572 w 12192000"/>
              <a:gd name="connsiteY139" fmla="*/ 2111091 h 2237474"/>
              <a:gd name="connsiteX140" fmla="*/ 0 w 12192000"/>
              <a:gd name="connsiteY140" fmla="*/ 2110468 h 2237474"/>
              <a:gd name="connsiteX141" fmla="*/ 0 w 12192000"/>
              <a:gd name="connsiteY1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38659 w 12192000"/>
              <a:gd name="connsiteY3" fmla="*/ 756742 h 2237474"/>
              <a:gd name="connsiteX4" fmla="*/ 11890686 w 12192000"/>
              <a:gd name="connsiteY4" fmla="*/ 732766 h 2237474"/>
              <a:gd name="connsiteX5" fmla="*/ 11820512 w 12192000"/>
              <a:gd name="connsiteY5" fmla="*/ 745392 h 2237474"/>
              <a:gd name="connsiteX6" fmla="*/ 11649954 w 12192000"/>
              <a:gd name="connsiteY6" fmla="*/ 749628 h 2237474"/>
              <a:gd name="connsiteX7" fmla="*/ 11560424 w 12192000"/>
              <a:gd name="connsiteY7" fmla="*/ 748017 h 2237474"/>
              <a:gd name="connsiteX8" fmla="*/ 11358455 w 12192000"/>
              <a:gd name="connsiteY8" fmla="*/ 747593 h 2237474"/>
              <a:gd name="connsiteX9" fmla="*/ 11165209 w 12192000"/>
              <a:gd name="connsiteY9" fmla="*/ 748852 h 2237474"/>
              <a:gd name="connsiteX10" fmla="*/ 11058755 w 12192000"/>
              <a:gd name="connsiteY10" fmla="*/ 749617 h 2237474"/>
              <a:gd name="connsiteX11" fmla="*/ 10846594 w 12192000"/>
              <a:gd name="connsiteY11" fmla="*/ 765069 h 2237474"/>
              <a:gd name="connsiteX12" fmla="*/ 10739478 w 12192000"/>
              <a:gd name="connsiteY12" fmla="*/ 776841 h 2237474"/>
              <a:gd name="connsiteX13" fmla="*/ 10458762 w 12192000"/>
              <a:gd name="connsiteY13" fmla="*/ 755400 h 2237474"/>
              <a:gd name="connsiteX14" fmla="*/ 10211200 w 12192000"/>
              <a:gd name="connsiteY14" fmla="*/ 767513 h 2237474"/>
              <a:gd name="connsiteX15" fmla="*/ 10167995 w 12192000"/>
              <a:gd name="connsiteY15" fmla="*/ 760843 h 2237474"/>
              <a:gd name="connsiteX16" fmla="*/ 9997044 w 12192000"/>
              <a:gd name="connsiteY16" fmla="*/ 780129 h 2237474"/>
              <a:gd name="connsiteX17" fmla="*/ 9943887 w 12192000"/>
              <a:gd name="connsiteY17" fmla="*/ 804141 h 2237474"/>
              <a:gd name="connsiteX18" fmla="*/ 9918248 w 12192000"/>
              <a:gd name="connsiteY18" fmla="*/ 816628 h 2237474"/>
              <a:gd name="connsiteX19" fmla="*/ 9767091 w 12192000"/>
              <a:gd name="connsiteY19" fmla="*/ 870550 h 2237474"/>
              <a:gd name="connsiteX20" fmla="*/ 9683005 w 12192000"/>
              <a:gd name="connsiteY20" fmla="*/ 894128 h 2237474"/>
              <a:gd name="connsiteX21" fmla="*/ 9594438 w 12192000"/>
              <a:gd name="connsiteY21" fmla="*/ 919051 h 2237474"/>
              <a:gd name="connsiteX22" fmla="*/ 9544189 w 12192000"/>
              <a:gd name="connsiteY22" fmla="*/ 938966 h 2237474"/>
              <a:gd name="connsiteX23" fmla="*/ 9500499 w 12192000"/>
              <a:gd name="connsiteY23" fmla="*/ 954680 h 2237474"/>
              <a:gd name="connsiteX24" fmla="*/ 9410017 w 12192000"/>
              <a:gd name="connsiteY24" fmla="*/ 993931 h 2237474"/>
              <a:gd name="connsiteX25" fmla="*/ 9392919 w 12192000"/>
              <a:gd name="connsiteY25" fmla="*/ 994656 h 2237474"/>
              <a:gd name="connsiteX26" fmla="*/ 9268019 w 12192000"/>
              <a:gd name="connsiteY26" fmla="*/ 1007442 h 2237474"/>
              <a:gd name="connsiteX27" fmla="*/ 9188177 w 12192000"/>
              <a:gd name="connsiteY27" fmla="*/ 1035474 h 2237474"/>
              <a:gd name="connsiteX28" fmla="*/ 9155969 w 12192000"/>
              <a:gd name="connsiteY28" fmla="*/ 1046804 h 2237474"/>
              <a:gd name="connsiteX29" fmla="*/ 9133985 w 12192000"/>
              <a:gd name="connsiteY29" fmla="*/ 1046450 h 2237474"/>
              <a:gd name="connsiteX30" fmla="*/ 9003462 w 12192000"/>
              <a:gd name="connsiteY30" fmla="*/ 1042406 h 2237474"/>
              <a:gd name="connsiteX31" fmla="*/ 8968445 w 12192000"/>
              <a:gd name="connsiteY31" fmla="*/ 1052169 h 2237474"/>
              <a:gd name="connsiteX32" fmla="*/ 8886001 w 12192000"/>
              <a:gd name="connsiteY32" fmla="*/ 1067468 h 2237474"/>
              <a:gd name="connsiteX33" fmla="*/ 8838610 w 12192000"/>
              <a:gd name="connsiteY33" fmla="*/ 1075091 h 2237474"/>
              <a:gd name="connsiteX34" fmla="*/ 8750383 w 12192000"/>
              <a:gd name="connsiteY34" fmla="*/ 1097387 h 2237474"/>
              <a:gd name="connsiteX35" fmla="*/ 8665605 w 12192000"/>
              <a:gd name="connsiteY35" fmla="*/ 1110791 h 2237474"/>
              <a:gd name="connsiteX36" fmla="*/ 8584946 w 12192000"/>
              <a:gd name="connsiteY36" fmla="*/ 1135226 h 2237474"/>
              <a:gd name="connsiteX37" fmla="*/ 8419755 w 12192000"/>
              <a:gd name="connsiteY37" fmla="*/ 1216260 h 2237474"/>
              <a:gd name="connsiteX38" fmla="*/ 8411626 w 12192000"/>
              <a:gd name="connsiteY38" fmla="*/ 1214397 h 2237474"/>
              <a:gd name="connsiteX39" fmla="*/ 8363469 w 12192000"/>
              <a:gd name="connsiteY39" fmla="*/ 1246658 h 2237474"/>
              <a:gd name="connsiteX40" fmla="*/ 8275497 w 12192000"/>
              <a:gd name="connsiteY40" fmla="*/ 1264396 h 2237474"/>
              <a:gd name="connsiteX41" fmla="*/ 8074238 w 12192000"/>
              <a:gd name="connsiteY41" fmla="*/ 1301895 h 2237474"/>
              <a:gd name="connsiteX42" fmla="*/ 7942099 w 12192000"/>
              <a:gd name="connsiteY42" fmla="*/ 1336332 h 2237474"/>
              <a:gd name="connsiteX43" fmla="*/ 7902328 w 12192000"/>
              <a:gd name="connsiteY43" fmla="*/ 1345865 h 2237474"/>
              <a:gd name="connsiteX44" fmla="*/ 7840612 w 12192000"/>
              <a:gd name="connsiteY44" fmla="*/ 1369373 h 2237474"/>
              <a:gd name="connsiteX45" fmla="*/ 7786819 w 12192000"/>
              <a:gd name="connsiteY45" fmla="*/ 1378970 h 2237474"/>
              <a:gd name="connsiteX46" fmla="*/ 7548172 w 12192000"/>
              <a:gd name="connsiteY46" fmla="*/ 1417460 h 2237474"/>
              <a:gd name="connsiteX47" fmla="*/ 7483437 w 12192000"/>
              <a:gd name="connsiteY47" fmla="*/ 1478152 h 2237474"/>
              <a:gd name="connsiteX48" fmla="*/ 7377870 w 12192000"/>
              <a:gd name="connsiteY48" fmla="*/ 1523319 h 2237474"/>
              <a:gd name="connsiteX49" fmla="*/ 7230737 w 12192000"/>
              <a:gd name="connsiteY49" fmla="*/ 1562633 h 2237474"/>
              <a:gd name="connsiteX50" fmla="*/ 7224458 w 12192000"/>
              <a:gd name="connsiteY50" fmla="*/ 1573008 h 2237474"/>
              <a:gd name="connsiteX51" fmla="*/ 7183121 w 12192000"/>
              <a:gd name="connsiteY51" fmla="*/ 1595162 h 2237474"/>
              <a:gd name="connsiteX52" fmla="*/ 7164601 w 12192000"/>
              <a:gd name="connsiteY52" fmla="*/ 1606490 h 2237474"/>
              <a:gd name="connsiteX53" fmla="*/ 6900177 w 12192000"/>
              <a:gd name="connsiteY53" fmla="*/ 1636016 h 2237474"/>
              <a:gd name="connsiteX54" fmla="*/ 6795372 w 12192000"/>
              <a:gd name="connsiteY54" fmla="*/ 1644845 h 2237474"/>
              <a:gd name="connsiteX55" fmla="*/ 6692251 w 12192000"/>
              <a:gd name="connsiteY55" fmla="*/ 1656357 h 2237474"/>
              <a:gd name="connsiteX56" fmla="*/ 6655235 w 12192000"/>
              <a:gd name="connsiteY56" fmla="*/ 1661869 h 2237474"/>
              <a:gd name="connsiteX57" fmla="*/ 6554894 w 12192000"/>
              <a:gd name="connsiteY57" fmla="*/ 1664428 h 2237474"/>
              <a:gd name="connsiteX58" fmla="*/ 6516595 w 12192000"/>
              <a:gd name="connsiteY58" fmla="*/ 1667475 h 2237474"/>
              <a:gd name="connsiteX59" fmla="*/ 6508541 w 12192000"/>
              <a:gd name="connsiteY59" fmla="*/ 1668757 h 2237474"/>
              <a:gd name="connsiteX60" fmla="*/ 6471012 w 12192000"/>
              <a:gd name="connsiteY60" fmla="*/ 1678604 h 2237474"/>
              <a:gd name="connsiteX61" fmla="*/ 6364035 w 12192000"/>
              <a:gd name="connsiteY61" fmla="*/ 1667683 h 2237474"/>
              <a:gd name="connsiteX62" fmla="*/ 6280959 w 12192000"/>
              <a:gd name="connsiteY62" fmla="*/ 1689329 h 2237474"/>
              <a:gd name="connsiteX63" fmla="*/ 6243319 w 12192000"/>
              <a:gd name="connsiteY63" fmla="*/ 1695560 h 2237474"/>
              <a:gd name="connsiteX64" fmla="*/ 6098321 w 12192000"/>
              <a:gd name="connsiteY64" fmla="*/ 1721646 h 2237474"/>
              <a:gd name="connsiteX65" fmla="*/ 5880652 w 12192000"/>
              <a:gd name="connsiteY65" fmla="*/ 1779643 h 2237474"/>
              <a:gd name="connsiteX66" fmla="*/ 5785959 w 12192000"/>
              <a:gd name="connsiteY66" fmla="*/ 1775307 h 2237474"/>
              <a:gd name="connsiteX67" fmla="*/ 5643534 w 12192000"/>
              <a:gd name="connsiteY67" fmla="*/ 1802919 h 2237474"/>
              <a:gd name="connsiteX68" fmla="*/ 5518799 w 12192000"/>
              <a:gd name="connsiteY68" fmla="*/ 1818312 h 2237474"/>
              <a:gd name="connsiteX69" fmla="*/ 5505014 w 12192000"/>
              <a:gd name="connsiteY69" fmla="*/ 1819259 h 2237474"/>
              <a:gd name="connsiteX70" fmla="*/ 5453307 w 12192000"/>
              <a:gd name="connsiteY70" fmla="*/ 1815450 h 2237474"/>
              <a:gd name="connsiteX71" fmla="*/ 5221533 w 12192000"/>
              <a:gd name="connsiteY71" fmla="*/ 1846950 h 2237474"/>
              <a:gd name="connsiteX72" fmla="*/ 5149802 w 12192000"/>
              <a:gd name="connsiteY72" fmla="*/ 1844846 h 2237474"/>
              <a:gd name="connsiteX73" fmla="*/ 5114927 w 12192000"/>
              <a:gd name="connsiteY73" fmla="*/ 1847827 h 2237474"/>
              <a:gd name="connsiteX74" fmla="*/ 5108970 w 12192000"/>
              <a:gd name="connsiteY74" fmla="*/ 1847935 h 2237474"/>
              <a:gd name="connsiteX75" fmla="*/ 5067961 w 12192000"/>
              <a:gd name="connsiteY75" fmla="*/ 1845917 h 2237474"/>
              <a:gd name="connsiteX76" fmla="*/ 5007075 w 12192000"/>
              <a:gd name="connsiteY76" fmla="*/ 1838626 h 2237474"/>
              <a:gd name="connsiteX77" fmla="*/ 4944087 w 12192000"/>
              <a:gd name="connsiteY77" fmla="*/ 1823332 h 2237474"/>
              <a:gd name="connsiteX78" fmla="*/ 4907662 w 12192000"/>
              <a:gd name="connsiteY78" fmla="*/ 1816900 h 2237474"/>
              <a:gd name="connsiteX79" fmla="*/ 4882386 w 12192000"/>
              <a:gd name="connsiteY79" fmla="*/ 1809844 h 2237474"/>
              <a:gd name="connsiteX80" fmla="*/ 4811440 w 12192000"/>
              <a:gd name="connsiteY80" fmla="*/ 1804655 h 2237474"/>
              <a:gd name="connsiteX81" fmla="*/ 4691075 w 12192000"/>
              <a:gd name="connsiteY81" fmla="*/ 1801389 h 2237474"/>
              <a:gd name="connsiteX82" fmla="*/ 4640313 w 12192000"/>
              <a:gd name="connsiteY82" fmla="*/ 1784307 h 2237474"/>
              <a:gd name="connsiteX83" fmla="*/ 4536503 w 12192000"/>
              <a:gd name="connsiteY83" fmla="*/ 1785334 h 2237474"/>
              <a:gd name="connsiteX84" fmla="*/ 4513724 w 12192000"/>
              <a:gd name="connsiteY84" fmla="*/ 1791996 h 2237474"/>
              <a:gd name="connsiteX85" fmla="*/ 4459810 w 12192000"/>
              <a:gd name="connsiteY85" fmla="*/ 1797886 h 2237474"/>
              <a:gd name="connsiteX86" fmla="*/ 4379064 w 12192000"/>
              <a:gd name="connsiteY86" fmla="*/ 1817177 h 2237474"/>
              <a:gd name="connsiteX87" fmla="*/ 4290981 w 12192000"/>
              <a:gd name="connsiteY87" fmla="*/ 1839677 h 2237474"/>
              <a:gd name="connsiteX88" fmla="*/ 4238372 w 12192000"/>
              <a:gd name="connsiteY88" fmla="*/ 1851480 h 2237474"/>
              <a:gd name="connsiteX89" fmla="*/ 4232517 w 12192000"/>
              <a:gd name="connsiteY89" fmla="*/ 1852567 h 2237474"/>
              <a:gd name="connsiteX90" fmla="*/ 4191732 w 12192000"/>
              <a:gd name="connsiteY90" fmla="*/ 1857328 h 2237474"/>
              <a:gd name="connsiteX91" fmla="*/ 4065532 w 12192000"/>
              <a:gd name="connsiteY91" fmla="*/ 1855477 h 2237474"/>
              <a:gd name="connsiteX92" fmla="*/ 4028460 w 12192000"/>
              <a:gd name="connsiteY92" fmla="*/ 1855137 h 2237474"/>
              <a:gd name="connsiteX93" fmla="*/ 4002267 w 12192000"/>
              <a:gd name="connsiteY93" fmla="*/ 1852352 h 2237474"/>
              <a:gd name="connsiteX94" fmla="*/ 3931396 w 12192000"/>
              <a:gd name="connsiteY94" fmla="*/ 1858915 h 2237474"/>
              <a:gd name="connsiteX95" fmla="*/ 3812162 w 12192000"/>
              <a:gd name="connsiteY95" fmla="*/ 1875501 h 2237474"/>
              <a:gd name="connsiteX96" fmla="*/ 3758105 w 12192000"/>
              <a:gd name="connsiteY96" fmla="*/ 1871856 h 2237474"/>
              <a:gd name="connsiteX97" fmla="*/ 3715896 w 12192000"/>
              <a:gd name="connsiteY97" fmla="*/ 1881552 h 2237474"/>
              <a:gd name="connsiteX98" fmla="*/ 3567259 w 12192000"/>
              <a:gd name="connsiteY98" fmla="*/ 1893482 h 2237474"/>
              <a:gd name="connsiteX99" fmla="*/ 3405770 w 12192000"/>
              <a:gd name="connsiteY99" fmla="*/ 1904591 h 2237474"/>
              <a:gd name="connsiteX100" fmla="*/ 3280097 w 12192000"/>
              <a:gd name="connsiteY100" fmla="*/ 1919610 h 2237474"/>
              <a:gd name="connsiteX101" fmla="*/ 3009910 w 12192000"/>
              <a:gd name="connsiteY101" fmla="*/ 1957866 h 2237474"/>
              <a:gd name="connsiteX102" fmla="*/ 2995934 w 12192000"/>
              <a:gd name="connsiteY102" fmla="*/ 1967085 h 2237474"/>
              <a:gd name="connsiteX103" fmla="*/ 2942858 w 12192000"/>
              <a:gd name="connsiteY103" fmla="*/ 1981367 h 2237474"/>
              <a:gd name="connsiteX104" fmla="*/ 2875436 w 12192000"/>
              <a:gd name="connsiteY104" fmla="*/ 1996977 h 2237474"/>
              <a:gd name="connsiteX105" fmla="*/ 2874892 w 12192000"/>
              <a:gd name="connsiteY105" fmla="*/ 1996085 h 2237474"/>
              <a:gd name="connsiteX106" fmla="*/ 2843662 w 12192000"/>
              <a:gd name="connsiteY106" fmla="*/ 1992498 h 2237474"/>
              <a:gd name="connsiteX107" fmla="*/ 2718916 w 12192000"/>
              <a:gd name="connsiteY107" fmla="*/ 1990867 h 2237474"/>
              <a:gd name="connsiteX108" fmla="*/ 2713522 w 12192000"/>
              <a:gd name="connsiteY108" fmla="*/ 1990173 h 2237474"/>
              <a:gd name="connsiteX109" fmla="*/ 2476147 w 12192000"/>
              <a:gd name="connsiteY109" fmla="*/ 1998305 h 2237474"/>
              <a:gd name="connsiteX110" fmla="*/ 2373568 w 12192000"/>
              <a:gd name="connsiteY110" fmla="*/ 2003219 h 2237474"/>
              <a:gd name="connsiteX111" fmla="*/ 2287219 w 12192000"/>
              <a:gd name="connsiteY111" fmla="*/ 1998750 h 2237474"/>
              <a:gd name="connsiteX112" fmla="*/ 2243069 w 12192000"/>
              <a:gd name="connsiteY112" fmla="*/ 2005321 h 2237474"/>
              <a:gd name="connsiteX113" fmla="*/ 2164831 w 12192000"/>
              <a:gd name="connsiteY113" fmla="*/ 2010143 h 2237474"/>
              <a:gd name="connsiteX114" fmla="*/ 2085228 w 12192000"/>
              <a:gd name="connsiteY114" fmla="*/ 2046431 h 2237474"/>
              <a:gd name="connsiteX115" fmla="*/ 2058061 w 12192000"/>
              <a:gd name="connsiteY115" fmla="*/ 2047942 h 2237474"/>
              <a:gd name="connsiteX116" fmla="*/ 2042244 w 12192000"/>
              <a:gd name="connsiteY116" fmla="*/ 2055560 h 2237474"/>
              <a:gd name="connsiteX117" fmla="*/ 1877728 w 12192000"/>
              <a:gd name="connsiteY117" fmla="*/ 2101004 h 2237474"/>
              <a:gd name="connsiteX118" fmla="*/ 1759056 w 12192000"/>
              <a:gd name="connsiteY118" fmla="*/ 2125608 h 2237474"/>
              <a:gd name="connsiteX119" fmla="*/ 1637948 w 12192000"/>
              <a:gd name="connsiteY119" fmla="*/ 2172597 h 2237474"/>
              <a:gd name="connsiteX120" fmla="*/ 1434549 w 12192000"/>
              <a:gd name="connsiteY120" fmla="*/ 2234522 h 2237474"/>
              <a:gd name="connsiteX121" fmla="*/ 1398481 w 12192000"/>
              <a:gd name="connsiteY121" fmla="*/ 2237074 h 2237474"/>
              <a:gd name="connsiteX122" fmla="*/ 1398407 w 12192000"/>
              <a:gd name="connsiteY122" fmla="*/ 2237095 h 2237474"/>
              <a:gd name="connsiteX123" fmla="*/ 1370962 w 12192000"/>
              <a:gd name="connsiteY123" fmla="*/ 2237474 h 2237474"/>
              <a:gd name="connsiteX124" fmla="*/ 1356367 w 12192000"/>
              <a:gd name="connsiteY124" fmla="*/ 2235089 h 2237474"/>
              <a:gd name="connsiteX125" fmla="*/ 1279765 w 12192000"/>
              <a:gd name="connsiteY125" fmla="*/ 2229639 h 2237474"/>
              <a:gd name="connsiteX126" fmla="*/ 1195347 w 12192000"/>
              <a:gd name="connsiteY126" fmla="*/ 2212354 h 2237474"/>
              <a:gd name="connsiteX127" fmla="*/ 970251 w 12192000"/>
              <a:gd name="connsiteY127" fmla="*/ 2221029 h 2237474"/>
              <a:gd name="connsiteX128" fmla="*/ 812914 w 12192000"/>
              <a:gd name="connsiteY128" fmla="*/ 2210095 h 2237474"/>
              <a:gd name="connsiteX129" fmla="*/ 776382 w 12192000"/>
              <a:gd name="connsiteY129" fmla="*/ 2204512 h 2237474"/>
              <a:gd name="connsiteX130" fmla="*/ 597225 w 12192000"/>
              <a:gd name="connsiteY130" fmla="*/ 2180999 h 2237474"/>
              <a:gd name="connsiteX131" fmla="*/ 520671 w 12192000"/>
              <a:gd name="connsiteY131" fmla="*/ 2180980 h 2237474"/>
              <a:gd name="connsiteX132" fmla="*/ 515024 w 12192000"/>
              <a:gd name="connsiteY132" fmla="*/ 2179258 h 2237474"/>
              <a:gd name="connsiteX133" fmla="*/ 413835 w 12192000"/>
              <a:gd name="connsiteY133" fmla="*/ 2156783 h 2237474"/>
              <a:gd name="connsiteX134" fmla="*/ 376513 w 12192000"/>
              <a:gd name="connsiteY134" fmla="*/ 2154014 h 2237474"/>
              <a:gd name="connsiteX135" fmla="*/ 273386 w 12192000"/>
              <a:gd name="connsiteY135" fmla="*/ 2142551 h 2237474"/>
              <a:gd name="connsiteX136" fmla="*/ 169207 w 12192000"/>
              <a:gd name="connsiteY136" fmla="*/ 2128100 h 2237474"/>
              <a:gd name="connsiteX137" fmla="*/ 77641 w 12192000"/>
              <a:gd name="connsiteY137" fmla="*/ 2126835 h 2237474"/>
              <a:gd name="connsiteX138" fmla="*/ 37645 w 12192000"/>
              <a:gd name="connsiteY138" fmla="*/ 2115401 h 2237474"/>
              <a:gd name="connsiteX139" fmla="*/ 4572 w 12192000"/>
              <a:gd name="connsiteY139" fmla="*/ 2111091 h 2237474"/>
              <a:gd name="connsiteX140" fmla="*/ 0 w 12192000"/>
              <a:gd name="connsiteY140" fmla="*/ 2110468 h 2237474"/>
              <a:gd name="connsiteX141" fmla="*/ 0 w 12192000"/>
              <a:gd name="connsiteY1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715896 w 12192000"/>
              <a:gd name="connsiteY96" fmla="*/ 1881552 h 2237474"/>
              <a:gd name="connsiteX97" fmla="*/ 3567259 w 12192000"/>
              <a:gd name="connsiteY97" fmla="*/ 1893482 h 2237474"/>
              <a:gd name="connsiteX98" fmla="*/ 3405770 w 12192000"/>
              <a:gd name="connsiteY98" fmla="*/ 1904591 h 2237474"/>
              <a:gd name="connsiteX99" fmla="*/ 3280097 w 12192000"/>
              <a:gd name="connsiteY99" fmla="*/ 1919610 h 2237474"/>
              <a:gd name="connsiteX100" fmla="*/ 3009910 w 12192000"/>
              <a:gd name="connsiteY100" fmla="*/ 1957866 h 2237474"/>
              <a:gd name="connsiteX101" fmla="*/ 2995934 w 12192000"/>
              <a:gd name="connsiteY101" fmla="*/ 1967085 h 2237474"/>
              <a:gd name="connsiteX102" fmla="*/ 2942858 w 12192000"/>
              <a:gd name="connsiteY102" fmla="*/ 1981367 h 2237474"/>
              <a:gd name="connsiteX103" fmla="*/ 2875436 w 12192000"/>
              <a:gd name="connsiteY103" fmla="*/ 1996977 h 2237474"/>
              <a:gd name="connsiteX104" fmla="*/ 2874892 w 12192000"/>
              <a:gd name="connsiteY104" fmla="*/ 1996085 h 2237474"/>
              <a:gd name="connsiteX105" fmla="*/ 2843662 w 12192000"/>
              <a:gd name="connsiteY105" fmla="*/ 1992498 h 2237474"/>
              <a:gd name="connsiteX106" fmla="*/ 2718916 w 12192000"/>
              <a:gd name="connsiteY106" fmla="*/ 1990867 h 2237474"/>
              <a:gd name="connsiteX107" fmla="*/ 2713522 w 12192000"/>
              <a:gd name="connsiteY107" fmla="*/ 1990173 h 2237474"/>
              <a:gd name="connsiteX108" fmla="*/ 2476147 w 12192000"/>
              <a:gd name="connsiteY108" fmla="*/ 1998305 h 2237474"/>
              <a:gd name="connsiteX109" fmla="*/ 2373568 w 12192000"/>
              <a:gd name="connsiteY109" fmla="*/ 2003219 h 2237474"/>
              <a:gd name="connsiteX110" fmla="*/ 2287219 w 12192000"/>
              <a:gd name="connsiteY110" fmla="*/ 1998750 h 2237474"/>
              <a:gd name="connsiteX111" fmla="*/ 2243069 w 12192000"/>
              <a:gd name="connsiteY111" fmla="*/ 2005321 h 2237474"/>
              <a:gd name="connsiteX112" fmla="*/ 2164831 w 12192000"/>
              <a:gd name="connsiteY112" fmla="*/ 2010143 h 2237474"/>
              <a:gd name="connsiteX113" fmla="*/ 2085228 w 12192000"/>
              <a:gd name="connsiteY113" fmla="*/ 2046431 h 2237474"/>
              <a:gd name="connsiteX114" fmla="*/ 2058061 w 12192000"/>
              <a:gd name="connsiteY114" fmla="*/ 2047942 h 2237474"/>
              <a:gd name="connsiteX115" fmla="*/ 2042244 w 12192000"/>
              <a:gd name="connsiteY115" fmla="*/ 2055560 h 2237474"/>
              <a:gd name="connsiteX116" fmla="*/ 1877728 w 12192000"/>
              <a:gd name="connsiteY116" fmla="*/ 2101004 h 2237474"/>
              <a:gd name="connsiteX117" fmla="*/ 1759056 w 12192000"/>
              <a:gd name="connsiteY117" fmla="*/ 2125608 h 2237474"/>
              <a:gd name="connsiteX118" fmla="*/ 1637948 w 12192000"/>
              <a:gd name="connsiteY118" fmla="*/ 2172597 h 2237474"/>
              <a:gd name="connsiteX119" fmla="*/ 1434549 w 12192000"/>
              <a:gd name="connsiteY119" fmla="*/ 2234522 h 2237474"/>
              <a:gd name="connsiteX120" fmla="*/ 1398481 w 12192000"/>
              <a:gd name="connsiteY120" fmla="*/ 2237074 h 2237474"/>
              <a:gd name="connsiteX121" fmla="*/ 1398407 w 12192000"/>
              <a:gd name="connsiteY121" fmla="*/ 2237095 h 2237474"/>
              <a:gd name="connsiteX122" fmla="*/ 1370962 w 12192000"/>
              <a:gd name="connsiteY122" fmla="*/ 2237474 h 2237474"/>
              <a:gd name="connsiteX123" fmla="*/ 1356367 w 12192000"/>
              <a:gd name="connsiteY123" fmla="*/ 2235089 h 2237474"/>
              <a:gd name="connsiteX124" fmla="*/ 1279765 w 12192000"/>
              <a:gd name="connsiteY124" fmla="*/ 2229639 h 2237474"/>
              <a:gd name="connsiteX125" fmla="*/ 1195347 w 12192000"/>
              <a:gd name="connsiteY125" fmla="*/ 2212354 h 2237474"/>
              <a:gd name="connsiteX126" fmla="*/ 970251 w 12192000"/>
              <a:gd name="connsiteY126" fmla="*/ 2221029 h 2237474"/>
              <a:gd name="connsiteX127" fmla="*/ 812914 w 12192000"/>
              <a:gd name="connsiteY127" fmla="*/ 2210095 h 2237474"/>
              <a:gd name="connsiteX128" fmla="*/ 776382 w 12192000"/>
              <a:gd name="connsiteY128" fmla="*/ 2204512 h 2237474"/>
              <a:gd name="connsiteX129" fmla="*/ 597225 w 12192000"/>
              <a:gd name="connsiteY129" fmla="*/ 2180999 h 2237474"/>
              <a:gd name="connsiteX130" fmla="*/ 520671 w 12192000"/>
              <a:gd name="connsiteY130" fmla="*/ 2180980 h 2237474"/>
              <a:gd name="connsiteX131" fmla="*/ 515024 w 12192000"/>
              <a:gd name="connsiteY131" fmla="*/ 2179258 h 2237474"/>
              <a:gd name="connsiteX132" fmla="*/ 413835 w 12192000"/>
              <a:gd name="connsiteY132" fmla="*/ 2156783 h 2237474"/>
              <a:gd name="connsiteX133" fmla="*/ 376513 w 12192000"/>
              <a:gd name="connsiteY133" fmla="*/ 2154014 h 2237474"/>
              <a:gd name="connsiteX134" fmla="*/ 273386 w 12192000"/>
              <a:gd name="connsiteY134" fmla="*/ 2142551 h 2237474"/>
              <a:gd name="connsiteX135" fmla="*/ 169207 w 12192000"/>
              <a:gd name="connsiteY135" fmla="*/ 2128100 h 2237474"/>
              <a:gd name="connsiteX136" fmla="*/ 77641 w 12192000"/>
              <a:gd name="connsiteY136" fmla="*/ 2126835 h 2237474"/>
              <a:gd name="connsiteX137" fmla="*/ 37645 w 12192000"/>
              <a:gd name="connsiteY137" fmla="*/ 2115401 h 2237474"/>
              <a:gd name="connsiteX138" fmla="*/ 4572 w 12192000"/>
              <a:gd name="connsiteY138" fmla="*/ 2111091 h 2237474"/>
              <a:gd name="connsiteX139" fmla="*/ 0 w 12192000"/>
              <a:gd name="connsiteY139" fmla="*/ 2110468 h 2237474"/>
              <a:gd name="connsiteX140" fmla="*/ 0 w 12192000"/>
              <a:gd name="connsiteY1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715896 w 12192000"/>
              <a:gd name="connsiteY96" fmla="*/ 1881552 h 2237474"/>
              <a:gd name="connsiteX97" fmla="*/ 3567259 w 12192000"/>
              <a:gd name="connsiteY97" fmla="*/ 1893482 h 2237474"/>
              <a:gd name="connsiteX98" fmla="*/ 3405770 w 12192000"/>
              <a:gd name="connsiteY98" fmla="*/ 1904591 h 2237474"/>
              <a:gd name="connsiteX99" fmla="*/ 3280097 w 12192000"/>
              <a:gd name="connsiteY99" fmla="*/ 1919610 h 2237474"/>
              <a:gd name="connsiteX100" fmla="*/ 3009910 w 12192000"/>
              <a:gd name="connsiteY100" fmla="*/ 1957866 h 2237474"/>
              <a:gd name="connsiteX101" fmla="*/ 2995934 w 12192000"/>
              <a:gd name="connsiteY101" fmla="*/ 1967085 h 2237474"/>
              <a:gd name="connsiteX102" fmla="*/ 2942858 w 12192000"/>
              <a:gd name="connsiteY102" fmla="*/ 1981367 h 2237474"/>
              <a:gd name="connsiteX103" fmla="*/ 2875436 w 12192000"/>
              <a:gd name="connsiteY103" fmla="*/ 1996977 h 2237474"/>
              <a:gd name="connsiteX104" fmla="*/ 2874892 w 12192000"/>
              <a:gd name="connsiteY104" fmla="*/ 1996085 h 2237474"/>
              <a:gd name="connsiteX105" fmla="*/ 2843662 w 12192000"/>
              <a:gd name="connsiteY105" fmla="*/ 1992498 h 2237474"/>
              <a:gd name="connsiteX106" fmla="*/ 2718916 w 12192000"/>
              <a:gd name="connsiteY106" fmla="*/ 1990867 h 2237474"/>
              <a:gd name="connsiteX107" fmla="*/ 2713522 w 12192000"/>
              <a:gd name="connsiteY107" fmla="*/ 1990173 h 2237474"/>
              <a:gd name="connsiteX108" fmla="*/ 2476147 w 12192000"/>
              <a:gd name="connsiteY108" fmla="*/ 1998305 h 2237474"/>
              <a:gd name="connsiteX109" fmla="*/ 2373568 w 12192000"/>
              <a:gd name="connsiteY109" fmla="*/ 2003219 h 2237474"/>
              <a:gd name="connsiteX110" fmla="*/ 2287219 w 12192000"/>
              <a:gd name="connsiteY110" fmla="*/ 1998750 h 2237474"/>
              <a:gd name="connsiteX111" fmla="*/ 2243069 w 12192000"/>
              <a:gd name="connsiteY111" fmla="*/ 2005321 h 2237474"/>
              <a:gd name="connsiteX112" fmla="*/ 2164831 w 12192000"/>
              <a:gd name="connsiteY112" fmla="*/ 2010143 h 2237474"/>
              <a:gd name="connsiteX113" fmla="*/ 2085228 w 12192000"/>
              <a:gd name="connsiteY113" fmla="*/ 2046431 h 2237474"/>
              <a:gd name="connsiteX114" fmla="*/ 2058061 w 12192000"/>
              <a:gd name="connsiteY114" fmla="*/ 2047942 h 2237474"/>
              <a:gd name="connsiteX115" fmla="*/ 2042244 w 12192000"/>
              <a:gd name="connsiteY115" fmla="*/ 2055560 h 2237474"/>
              <a:gd name="connsiteX116" fmla="*/ 1877728 w 12192000"/>
              <a:gd name="connsiteY116" fmla="*/ 2101004 h 2237474"/>
              <a:gd name="connsiteX117" fmla="*/ 1759056 w 12192000"/>
              <a:gd name="connsiteY117" fmla="*/ 2125608 h 2237474"/>
              <a:gd name="connsiteX118" fmla="*/ 1637948 w 12192000"/>
              <a:gd name="connsiteY118" fmla="*/ 2172597 h 2237474"/>
              <a:gd name="connsiteX119" fmla="*/ 1434549 w 12192000"/>
              <a:gd name="connsiteY119" fmla="*/ 2234522 h 2237474"/>
              <a:gd name="connsiteX120" fmla="*/ 1398481 w 12192000"/>
              <a:gd name="connsiteY120" fmla="*/ 2237074 h 2237474"/>
              <a:gd name="connsiteX121" fmla="*/ 1398407 w 12192000"/>
              <a:gd name="connsiteY121" fmla="*/ 2237095 h 2237474"/>
              <a:gd name="connsiteX122" fmla="*/ 1370962 w 12192000"/>
              <a:gd name="connsiteY122" fmla="*/ 2237474 h 2237474"/>
              <a:gd name="connsiteX123" fmla="*/ 1356367 w 12192000"/>
              <a:gd name="connsiteY123" fmla="*/ 2235089 h 2237474"/>
              <a:gd name="connsiteX124" fmla="*/ 1279765 w 12192000"/>
              <a:gd name="connsiteY124" fmla="*/ 2229639 h 2237474"/>
              <a:gd name="connsiteX125" fmla="*/ 1195347 w 12192000"/>
              <a:gd name="connsiteY125" fmla="*/ 2212354 h 2237474"/>
              <a:gd name="connsiteX126" fmla="*/ 970251 w 12192000"/>
              <a:gd name="connsiteY126" fmla="*/ 2221029 h 2237474"/>
              <a:gd name="connsiteX127" fmla="*/ 812914 w 12192000"/>
              <a:gd name="connsiteY127" fmla="*/ 2210095 h 2237474"/>
              <a:gd name="connsiteX128" fmla="*/ 776382 w 12192000"/>
              <a:gd name="connsiteY128" fmla="*/ 2204512 h 2237474"/>
              <a:gd name="connsiteX129" fmla="*/ 597225 w 12192000"/>
              <a:gd name="connsiteY129" fmla="*/ 2180999 h 2237474"/>
              <a:gd name="connsiteX130" fmla="*/ 520671 w 12192000"/>
              <a:gd name="connsiteY130" fmla="*/ 2180980 h 2237474"/>
              <a:gd name="connsiteX131" fmla="*/ 515024 w 12192000"/>
              <a:gd name="connsiteY131" fmla="*/ 2179258 h 2237474"/>
              <a:gd name="connsiteX132" fmla="*/ 413835 w 12192000"/>
              <a:gd name="connsiteY132" fmla="*/ 2156783 h 2237474"/>
              <a:gd name="connsiteX133" fmla="*/ 376513 w 12192000"/>
              <a:gd name="connsiteY133" fmla="*/ 2154014 h 2237474"/>
              <a:gd name="connsiteX134" fmla="*/ 273386 w 12192000"/>
              <a:gd name="connsiteY134" fmla="*/ 2142551 h 2237474"/>
              <a:gd name="connsiteX135" fmla="*/ 169207 w 12192000"/>
              <a:gd name="connsiteY135" fmla="*/ 2128100 h 2237474"/>
              <a:gd name="connsiteX136" fmla="*/ 77641 w 12192000"/>
              <a:gd name="connsiteY136" fmla="*/ 2126835 h 2237474"/>
              <a:gd name="connsiteX137" fmla="*/ 37645 w 12192000"/>
              <a:gd name="connsiteY137" fmla="*/ 2115401 h 2237474"/>
              <a:gd name="connsiteX138" fmla="*/ 4572 w 12192000"/>
              <a:gd name="connsiteY138" fmla="*/ 2111091 h 2237474"/>
              <a:gd name="connsiteX139" fmla="*/ 0 w 12192000"/>
              <a:gd name="connsiteY139" fmla="*/ 2110468 h 2237474"/>
              <a:gd name="connsiteX140" fmla="*/ 0 w 12192000"/>
              <a:gd name="connsiteY1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567259 w 12192000"/>
              <a:gd name="connsiteY96" fmla="*/ 1893482 h 2237474"/>
              <a:gd name="connsiteX97" fmla="*/ 3405770 w 12192000"/>
              <a:gd name="connsiteY97" fmla="*/ 1904591 h 2237474"/>
              <a:gd name="connsiteX98" fmla="*/ 3280097 w 12192000"/>
              <a:gd name="connsiteY98" fmla="*/ 1919610 h 2237474"/>
              <a:gd name="connsiteX99" fmla="*/ 3009910 w 12192000"/>
              <a:gd name="connsiteY99" fmla="*/ 1957866 h 2237474"/>
              <a:gd name="connsiteX100" fmla="*/ 2995934 w 12192000"/>
              <a:gd name="connsiteY100" fmla="*/ 1967085 h 2237474"/>
              <a:gd name="connsiteX101" fmla="*/ 2942858 w 12192000"/>
              <a:gd name="connsiteY101" fmla="*/ 1981367 h 2237474"/>
              <a:gd name="connsiteX102" fmla="*/ 2875436 w 12192000"/>
              <a:gd name="connsiteY102" fmla="*/ 1996977 h 2237474"/>
              <a:gd name="connsiteX103" fmla="*/ 2874892 w 12192000"/>
              <a:gd name="connsiteY103" fmla="*/ 1996085 h 2237474"/>
              <a:gd name="connsiteX104" fmla="*/ 2843662 w 12192000"/>
              <a:gd name="connsiteY104" fmla="*/ 1992498 h 2237474"/>
              <a:gd name="connsiteX105" fmla="*/ 2718916 w 12192000"/>
              <a:gd name="connsiteY105" fmla="*/ 1990867 h 2237474"/>
              <a:gd name="connsiteX106" fmla="*/ 2713522 w 12192000"/>
              <a:gd name="connsiteY106" fmla="*/ 1990173 h 2237474"/>
              <a:gd name="connsiteX107" fmla="*/ 2476147 w 12192000"/>
              <a:gd name="connsiteY107" fmla="*/ 1998305 h 2237474"/>
              <a:gd name="connsiteX108" fmla="*/ 2373568 w 12192000"/>
              <a:gd name="connsiteY108" fmla="*/ 2003219 h 2237474"/>
              <a:gd name="connsiteX109" fmla="*/ 2287219 w 12192000"/>
              <a:gd name="connsiteY109" fmla="*/ 1998750 h 2237474"/>
              <a:gd name="connsiteX110" fmla="*/ 2243069 w 12192000"/>
              <a:gd name="connsiteY110" fmla="*/ 2005321 h 2237474"/>
              <a:gd name="connsiteX111" fmla="*/ 2164831 w 12192000"/>
              <a:gd name="connsiteY111" fmla="*/ 2010143 h 2237474"/>
              <a:gd name="connsiteX112" fmla="*/ 2085228 w 12192000"/>
              <a:gd name="connsiteY112" fmla="*/ 2046431 h 2237474"/>
              <a:gd name="connsiteX113" fmla="*/ 2058061 w 12192000"/>
              <a:gd name="connsiteY113" fmla="*/ 2047942 h 2237474"/>
              <a:gd name="connsiteX114" fmla="*/ 2042244 w 12192000"/>
              <a:gd name="connsiteY114" fmla="*/ 2055560 h 2237474"/>
              <a:gd name="connsiteX115" fmla="*/ 1877728 w 12192000"/>
              <a:gd name="connsiteY115" fmla="*/ 2101004 h 2237474"/>
              <a:gd name="connsiteX116" fmla="*/ 1759056 w 12192000"/>
              <a:gd name="connsiteY116" fmla="*/ 2125608 h 2237474"/>
              <a:gd name="connsiteX117" fmla="*/ 1637948 w 12192000"/>
              <a:gd name="connsiteY117" fmla="*/ 2172597 h 2237474"/>
              <a:gd name="connsiteX118" fmla="*/ 1434549 w 12192000"/>
              <a:gd name="connsiteY118" fmla="*/ 2234522 h 2237474"/>
              <a:gd name="connsiteX119" fmla="*/ 1398481 w 12192000"/>
              <a:gd name="connsiteY119" fmla="*/ 2237074 h 2237474"/>
              <a:gd name="connsiteX120" fmla="*/ 1398407 w 12192000"/>
              <a:gd name="connsiteY120" fmla="*/ 2237095 h 2237474"/>
              <a:gd name="connsiteX121" fmla="*/ 1370962 w 12192000"/>
              <a:gd name="connsiteY121" fmla="*/ 2237474 h 2237474"/>
              <a:gd name="connsiteX122" fmla="*/ 1356367 w 12192000"/>
              <a:gd name="connsiteY122" fmla="*/ 2235089 h 2237474"/>
              <a:gd name="connsiteX123" fmla="*/ 1279765 w 12192000"/>
              <a:gd name="connsiteY123" fmla="*/ 2229639 h 2237474"/>
              <a:gd name="connsiteX124" fmla="*/ 1195347 w 12192000"/>
              <a:gd name="connsiteY124" fmla="*/ 2212354 h 2237474"/>
              <a:gd name="connsiteX125" fmla="*/ 970251 w 12192000"/>
              <a:gd name="connsiteY125" fmla="*/ 2221029 h 2237474"/>
              <a:gd name="connsiteX126" fmla="*/ 812914 w 12192000"/>
              <a:gd name="connsiteY126" fmla="*/ 2210095 h 2237474"/>
              <a:gd name="connsiteX127" fmla="*/ 776382 w 12192000"/>
              <a:gd name="connsiteY127" fmla="*/ 2204512 h 2237474"/>
              <a:gd name="connsiteX128" fmla="*/ 597225 w 12192000"/>
              <a:gd name="connsiteY128" fmla="*/ 2180999 h 2237474"/>
              <a:gd name="connsiteX129" fmla="*/ 520671 w 12192000"/>
              <a:gd name="connsiteY129" fmla="*/ 2180980 h 2237474"/>
              <a:gd name="connsiteX130" fmla="*/ 515024 w 12192000"/>
              <a:gd name="connsiteY130" fmla="*/ 2179258 h 2237474"/>
              <a:gd name="connsiteX131" fmla="*/ 413835 w 12192000"/>
              <a:gd name="connsiteY131" fmla="*/ 2156783 h 2237474"/>
              <a:gd name="connsiteX132" fmla="*/ 376513 w 12192000"/>
              <a:gd name="connsiteY132" fmla="*/ 2154014 h 2237474"/>
              <a:gd name="connsiteX133" fmla="*/ 273386 w 12192000"/>
              <a:gd name="connsiteY133" fmla="*/ 2142551 h 2237474"/>
              <a:gd name="connsiteX134" fmla="*/ 169207 w 12192000"/>
              <a:gd name="connsiteY134" fmla="*/ 2128100 h 2237474"/>
              <a:gd name="connsiteX135" fmla="*/ 77641 w 12192000"/>
              <a:gd name="connsiteY135" fmla="*/ 2126835 h 2237474"/>
              <a:gd name="connsiteX136" fmla="*/ 37645 w 12192000"/>
              <a:gd name="connsiteY136" fmla="*/ 2115401 h 2237474"/>
              <a:gd name="connsiteX137" fmla="*/ 4572 w 12192000"/>
              <a:gd name="connsiteY137" fmla="*/ 2111091 h 2237474"/>
              <a:gd name="connsiteX138" fmla="*/ 0 w 12192000"/>
              <a:gd name="connsiteY138" fmla="*/ 2110468 h 2237474"/>
              <a:gd name="connsiteX139" fmla="*/ 0 w 12192000"/>
              <a:gd name="connsiteY13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567259 w 12192000"/>
              <a:gd name="connsiteY96" fmla="*/ 1893482 h 2237474"/>
              <a:gd name="connsiteX97" fmla="*/ 3405770 w 12192000"/>
              <a:gd name="connsiteY97" fmla="*/ 1904591 h 2237474"/>
              <a:gd name="connsiteX98" fmla="*/ 3280097 w 12192000"/>
              <a:gd name="connsiteY98" fmla="*/ 1919610 h 2237474"/>
              <a:gd name="connsiteX99" fmla="*/ 3009910 w 12192000"/>
              <a:gd name="connsiteY99" fmla="*/ 1957866 h 2237474"/>
              <a:gd name="connsiteX100" fmla="*/ 2995934 w 12192000"/>
              <a:gd name="connsiteY100" fmla="*/ 1967085 h 2237474"/>
              <a:gd name="connsiteX101" fmla="*/ 2942858 w 12192000"/>
              <a:gd name="connsiteY101" fmla="*/ 1981367 h 2237474"/>
              <a:gd name="connsiteX102" fmla="*/ 2875436 w 12192000"/>
              <a:gd name="connsiteY102" fmla="*/ 1996977 h 2237474"/>
              <a:gd name="connsiteX103" fmla="*/ 2874892 w 12192000"/>
              <a:gd name="connsiteY103" fmla="*/ 1996085 h 2237474"/>
              <a:gd name="connsiteX104" fmla="*/ 2843662 w 12192000"/>
              <a:gd name="connsiteY104" fmla="*/ 1992498 h 2237474"/>
              <a:gd name="connsiteX105" fmla="*/ 2718916 w 12192000"/>
              <a:gd name="connsiteY105" fmla="*/ 1990867 h 2237474"/>
              <a:gd name="connsiteX106" fmla="*/ 2713522 w 12192000"/>
              <a:gd name="connsiteY106" fmla="*/ 1990173 h 2237474"/>
              <a:gd name="connsiteX107" fmla="*/ 2476147 w 12192000"/>
              <a:gd name="connsiteY107" fmla="*/ 1998305 h 2237474"/>
              <a:gd name="connsiteX108" fmla="*/ 2373568 w 12192000"/>
              <a:gd name="connsiteY108" fmla="*/ 2003219 h 2237474"/>
              <a:gd name="connsiteX109" fmla="*/ 2287219 w 12192000"/>
              <a:gd name="connsiteY109" fmla="*/ 1998750 h 2237474"/>
              <a:gd name="connsiteX110" fmla="*/ 2243069 w 12192000"/>
              <a:gd name="connsiteY110" fmla="*/ 2005321 h 2237474"/>
              <a:gd name="connsiteX111" fmla="*/ 2164831 w 12192000"/>
              <a:gd name="connsiteY111" fmla="*/ 2010143 h 2237474"/>
              <a:gd name="connsiteX112" fmla="*/ 2085228 w 12192000"/>
              <a:gd name="connsiteY112" fmla="*/ 2046431 h 2237474"/>
              <a:gd name="connsiteX113" fmla="*/ 2058061 w 12192000"/>
              <a:gd name="connsiteY113" fmla="*/ 2047942 h 2237474"/>
              <a:gd name="connsiteX114" fmla="*/ 2042244 w 12192000"/>
              <a:gd name="connsiteY114" fmla="*/ 2055560 h 2237474"/>
              <a:gd name="connsiteX115" fmla="*/ 1877728 w 12192000"/>
              <a:gd name="connsiteY115" fmla="*/ 2101004 h 2237474"/>
              <a:gd name="connsiteX116" fmla="*/ 1759056 w 12192000"/>
              <a:gd name="connsiteY116" fmla="*/ 2125608 h 2237474"/>
              <a:gd name="connsiteX117" fmla="*/ 1637948 w 12192000"/>
              <a:gd name="connsiteY117" fmla="*/ 2172597 h 2237474"/>
              <a:gd name="connsiteX118" fmla="*/ 1434549 w 12192000"/>
              <a:gd name="connsiteY118" fmla="*/ 2234522 h 2237474"/>
              <a:gd name="connsiteX119" fmla="*/ 1398481 w 12192000"/>
              <a:gd name="connsiteY119" fmla="*/ 2237074 h 2237474"/>
              <a:gd name="connsiteX120" fmla="*/ 1398407 w 12192000"/>
              <a:gd name="connsiteY120" fmla="*/ 2237095 h 2237474"/>
              <a:gd name="connsiteX121" fmla="*/ 1370962 w 12192000"/>
              <a:gd name="connsiteY121" fmla="*/ 2237474 h 2237474"/>
              <a:gd name="connsiteX122" fmla="*/ 1356367 w 12192000"/>
              <a:gd name="connsiteY122" fmla="*/ 2235089 h 2237474"/>
              <a:gd name="connsiteX123" fmla="*/ 1279765 w 12192000"/>
              <a:gd name="connsiteY123" fmla="*/ 2229639 h 2237474"/>
              <a:gd name="connsiteX124" fmla="*/ 1195347 w 12192000"/>
              <a:gd name="connsiteY124" fmla="*/ 2212354 h 2237474"/>
              <a:gd name="connsiteX125" fmla="*/ 970251 w 12192000"/>
              <a:gd name="connsiteY125" fmla="*/ 2221029 h 2237474"/>
              <a:gd name="connsiteX126" fmla="*/ 812914 w 12192000"/>
              <a:gd name="connsiteY126" fmla="*/ 2210095 h 2237474"/>
              <a:gd name="connsiteX127" fmla="*/ 776382 w 12192000"/>
              <a:gd name="connsiteY127" fmla="*/ 2204512 h 2237474"/>
              <a:gd name="connsiteX128" fmla="*/ 597225 w 12192000"/>
              <a:gd name="connsiteY128" fmla="*/ 2180999 h 2237474"/>
              <a:gd name="connsiteX129" fmla="*/ 520671 w 12192000"/>
              <a:gd name="connsiteY129" fmla="*/ 2180980 h 2237474"/>
              <a:gd name="connsiteX130" fmla="*/ 515024 w 12192000"/>
              <a:gd name="connsiteY130" fmla="*/ 2179258 h 2237474"/>
              <a:gd name="connsiteX131" fmla="*/ 413835 w 12192000"/>
              <a:gd name="connsiteY131" fmla="*/ 2156783 h 2237474"/>
              <a:gd name="connsiteX132" fmla="*/ 376513 w 12192000"/>
              <a:gd name="connsiteY132" fmla="*/ 2154014 h 2237474"/>
              <a:gd name="connsiteX133" fmla="*/ 273386 w 12192000"/>
              <a:gd name="connsiteY133" fmla="*/ 2142551 h 2237474"/>
              <a:gd name="connsiteX134" fmla="*/ 77641 w 12192000"/>
              <a:gd name="connsiteY134" fmla="*/ 2126835 h 2237474"/>
              <a:gd name="connsiteX135" fmla="*/ 37645 w 12192000"/>
              <a:gd name="connsiteY135" fmla="*/ 2115401 h 2237474"/>
              <a:gd name="connsiteX136" fmla="*/ 4572 w 12192000"/>
              <a:gd name="connsiteY136" fmla="*/ 2111091 h 2237474"/>
              <a:gd name="connsiteX137" fmla="*/ 0 w 12192000"/>
              <a:gd name="connsiteY137" fmla="*/ 2110468 h 2237474"/>
              <a:gd name="connsiteX138" fmla="*/ 0 w 12192000"/>
              <a:gd name="connsiteY138" fmla="*/ 0 h 2237474"/>
              <a:gd name="connsiteX0" fmla="*/ 0 w 12192000"/>
              <a:gd name="connsiteY0" fmla="*/ 0 h 2237627"/>
              <a:gd name="connsiteX1" fmla="*/ 12192000 w 12192000"/>
              <a:gd name="connsiteY1" fmla="*/ 0 h 2237627"/>
              <a:gd name="connsiteX2" fmla="*/ 12192000 w 12192000"/>
              <a:gd name="connsiteY2" fmla="*/ 751299 h 2237627"/>
              <a:gd name="connsiteX3" fmla="*/ 11890686 w 12192000"/>
              <a:gd name="connsiteY3" fmla="*/ 732766 h 2237627"/>
              <a:gd name="connsiteX4" fmla="*/ 11820512 w 12192000"/>
              <a:gd name="connsiteY4" fmla="*/ 745392 h 2237627"/>
              <a:gd name="connsiteX5" fmla="*/ 11649954 w 12192000"/>
              <a:gd name="connsiteY5" fmla="*/ 749628 h 2237627"/>
              <a:gd name="connsiteX6" fmla="*/ 11560424 w 12192000"/>
              <a:gd name="connsiteY6" fmla="*/ 748017 h 2237627"/>
              <a:gd name="connsiteX7" fmla="*/ 11358455 w 12192000"/>
              <a:gd name="connsiteY7" fmla="*/ 747593 h 2237627"/>
              <a:gd name="connsiteX8" fmla="*/ 11165209 w 12192000"/>
              <a:gd name="connsiteY8" fmla="*/ 748852 h 2237627"/>
              <a:gd name="connsiteX9" fmla="*/ 11058755 w 12192000"/>
              <a:gd name="connsiteY9" fmla="*/ 749617 h 2237627"/>
              <a:gd name="connsiteX10" fmla="*/ 10846594 w 12192000"/>
              <a:gd name="connsiteY10" fmla="*/ 765069 h 2237627"/>
              <a:gd name="connsiteX11" fmla="*/ 10739478 w 12192000"/>
              <a:gd name="connsiteY11" fmla="*/ 776841 h 2237627"/>
              <a:gd name="connsiteX12" fmla="*/ 10458762 w 12192000"/>
              <a:gd name="connsiteY12" fmla="*/ 755400 h 2237627"/>
              <a:gd name="connsiteX13" fmla="*/ 10211200 w 12192000"/>
              <a:gd name="connsiteY13" fmla="*/ 767513 h 2237627"/>
              <a:gd name="connsiteX14" fmla="*/ 10167995 w 12192000"/>
              <a:gd name="connsiteY14" fmla="*/ 760843 h 2237627"/>
              <a:gd name="connsiteX15" fmla="*/ 9997044 w 12192000"/>
              <a:gd name="connsiteY15" fmla="*/ 780129 h 2237627"/>
              <a:gd name="connsiteX16" fmla="*/ 9943887 w 12192000"/>
              <a:gd name="connsiteY16" fmla="*/ 804141 h 2237627"/>
              <a:gd name="connsiteX17" fmla="*/ 9918248 w 12192000"/>
              <a:gd name="connsiteY17" fmla="*/ 816628 h 2237627"/>
              <a:gd name="connsiteX18" fmla="*/ 9767091 w 12192000"/>
              <a:gd name="connsiteY18" fmla="*/ 870550 h 2237627"/>
              <a:gd name="connsiteX19" fmla="*/ 9683005 w 12192000"/>
              <a:gd name="connsiteY19" fmla="*/ 894128 h 2237627"/>
              <a:gd name="connsiteX20" fmla="*/ 9594438 w 12192000"/>
              <a:gd name="connsiteY20" fmla="*/ 919051 h 2237627"/>
              <a:gd name="connsiteX21" fmla="*/ 9544189 w 12192000"/>
              <a:gd name="connsiteY21" fmla="*/ 938966 h 2237627"/>
              <a:gd name="connsiteX22" fmla="*/ 9500499 w 12192000"/>
              <a:gd name="connsiteY22" fmla="*/ 954680 h 2237627"/>
              <a:gd name="connsiteX23" fmla="*/ 9410017 w 12192000"/>
              <a:gd name="connsiteY23" fmla="*/ 993931 h 2237627"/>
              <a:gd name="connsiteX24" fmla="*/ 9392919 w 12192000"/>
              <a:gd name="connsiteY24" fmla="*/ 994656 h 2237627"/>
              <a:gd name="connsiteX25" fmla="*/ 9268019 w 12192000"/>
              <a:gd name="connsiteY25" fmla="*/ 1007442 h 2237627"/>
              <a:gd name="connsiteX26" fmla="*/ 9188177 w 12192000"/>
              <a:gd name="connsiteY26" fmla="*/ 1035474 h 2237627"/>
              <a:gd name="connsiteX27" fmla="*/ 9155969 w 12192000"/>
              <a:gd name="connsiteY27" fmla="*/ 1046804 h 2237627"/>
              <a:gd name="connsiteX28" fmla="*/ 9133985 w 12192000"/>
              <a:gd name="connsiteY28" fmla="*/ 1046450 h 2237627"/>
              <a:gd name="connsiteX29" fmla="*/ 9003462 w 12192000"/>
              <a:gd name="connsiteY29" fmla="*/ 1042406 h 2237627"/>
              <a:gd name="connsiteX30" fmla="*/ 8968445 w 12192000"/>
              <a:gd name="connsiteY30" fmla="*/ 1052169 h 2237627"/>
              <a:gd name="connsiteX31" fmla="*/ 8886001 w 12192000"/>
              <a:gd name="connsiteY31" fmla="*/ 1067468 h 2237627"/>
              <a:gd name="connsiteX32" fmla="*/ 8838610 w 12192000"/>
              <a:gd name="connsiteY32" fmla="*/ 1075091 h 2237627"/>
              <a:gd name="connsiteX33" fmla="*/ 8750383 w 12192000"/>
              <a:gd name="connsiteY33" fmla="*/ 1097387 h 2237627"/>
              <a:gd name="connsiteX34" fmla="*/ 8665605 w 12192000"/>
              <a:gd name="connsiteY34" fmla="*/ 1110791 h 2237627"/>
              <a:gd name="connsiteX35" fmla="*/ 8584946 w 12192000"/>
              <a:gd name="connsiteY35" fmla="*/ 1135226 h 2237627"/>
              <a:gd name="connsiteX36" fmla="*/ 8419755 w 12192000"/>
              <a:gd name="connsiteY36" fmla="*/ 1216260 h 2237627"/>
              <a:gd name="connsiteX37" fmla="*/ 8411626 w 12192000"/>
              <a:gd name="connsiteY37" fmla="*/ 1214397 h 2237627"/>
              <a:gd name="connsiteX38" fmla="*/ 8363469 w 12192000"/>
              <a:gd name="connsiteY38" fmla="*/ 1246658 h 2237627"/>
              <a:gd name="connsiteX39" fmla="*/ 8275497 w 12192000"/>
              <a:gd name="connsiteY39" fmla="*/ 1264396 h 2237627"/>
              <a:gd name="connsiteX40" fmla="*/ 8074238 w 12192000"/>
              <a:gd name="connsiteY40" fmla="*/ 1301895 h 2237627"/>
              <a:gd name="connsiteX41" fmla="*/ 7942099 w 12192000"/>
              <a:gd name="connsiteY41" fmla="*/ 1336332 h 2237627"/>
              <a:gd name="connsiteX42" fmla="*/ 7902328 w 12192000"/>
              <a:gd name="connsiteY42" fmla="*/ 1345865 h 2237627"/>
              <a:gd name="connsiteX43" fmla="*/ 7840612 w 12192000"/>
              <a:gd name="connsiteY43" fmla="*/ 1369373 h 2237627"/>
              <a:gd name="connsiteX44" fmla="*/ 7786819 w 12192000"/>
              <a:gd name="connsiteY44" fmla="*/ 1378970 h 2237627"/>
              <a:gd name="connsiteX45" fmla="*/ 7548172 w 12192000"/>
              <a:gd name="connsiteY45" fmla="*/ 1417460 h 2237627"/>
              <a:gd name="connsiteX46" fmla="*/ 7483437 w 12192000"/>
              <a:gd name="connsiteY46" fmla="*/ 1478152 h 2237627"/>
              <a:gd name="connsiteX47" fmla="*/ 7377870 w 12192000"/>
              <a:gd name="connsiteY47" fmla="*/ 1523319 h 2237627"/>
              <a:gd name="connsiteX48" fmla="*/ 7230737 w 12192000"/>
              <a:gd name="connsiteY48" fmla="*/ 1562633 h 2237627"/>
              <a:gd name="connsiteX49" fmla="*/ 7224458 w 12192000"/>
              <a:gd name="connsiteY49" fmla="*/ 1573008 h 2237627"/>
              <a:gd name="connsiteX50" fmla="*/ 7183121 w 12192000"/>
              <a:gd name="connsiteY50" fmla="*/ 1595162 h 2237627"/>
              <a:gd name="connsiteX51" fmla="*/ 7164601 w 12192000"/>
              <a:gd name="connsiteY51" fmla="*/ 1606490 h 2237627"/>
              <a:gd name="connsiteX52" fmla="*/ 6900177 w 12192000"/>
              <a:gd name="connsiteY52" fmla="*/ 1636016 h 2237627"/>
              <a:gd name="connsiteX53" fmla="*/ 6795372 w 12192000"/>
              <a:gd name="connsiteY53" fmla="*/ 1644845 h 2237627"/>
              <a:gd name="connsiteX54" fmla="*/ 6692251 w 12192000"/>
              <a:gd name="connsiteY54" fmla="*/ 1656357 h 2237627"/>
              <a:gd name="connsiteX55" fmla="*/ 6655235 w 12192000"/>
              <a:gd name="connsiteY55" fmla="*/ 1661869 h 2237627"/>
              <a:gd name="connsiteX56" fmla="*/ 6554894 w 12192000"/>
              <a:gd name="connsiteY56" fmla="*/ 1664428 h 2237627"/>
              <a:gd name="connsiteX57" fmla="*/ 6516595 w 12192000"/>
              <a:gd name="connsiteY57" fmla="*/ 1667475 h 2237627"/>
              <a:gd name="connsiteX58" fmla="*/ 6508541 w 12192000"/>
              <a:gd name="connsiteY58" fmla="*/ 1668757 h 2237627"/>
              <a:gd name="connsiteX59" fmla="*/ 6471012 w 12192000"/>
              <a:gd name="connsiteY59" fmla="*/ 1678604 h 2237627"/>
              <a:gd name="connsiteX60" fmla="*/ 6364035 w 12192000"/>
              <a:gd name="connsiteY60" fmla="*/ 1667683 h 2237627"/>
              <a:gd name="connsiteX61" fmla="*/ 6280959 w 12192000"/>
              <a:gd name="connsiteY61" fmla="*/ 1689329 h 2237627"/>
              <a:gd name="connsiteX62" fmla="*/ 6243319 w 12192000"/>
              <a:gd name="connsiteY62" fmla="*/ 1695560 h 2237627"/>
              <a:gd name="connsiteX63" fmla="*/ 6098321 w 12192000"/>
              <a:gd name="connsiteY63" fmla="*/ 1721646 h 2237627"/>
              <a:gd name="connsiteX64" fmla="*/ 5880652 w 12192000"/>
              <a:gd name="connsiteY64" fmla="*/ 1779643 h 2237627"/>
              <a:gd name="connsiteX65" fmla="*/ 5785959 w 12192000"/>
              <a:gd name="connsiteY65" fmla="*/ 1775307 h 2237627"/>
              <a:gd name="connsiteX66" fmla="*/ 5643534 w 12192000"/>
              <a:gd name="connsiteY66" fmla="*/ 1802919 h 2237627"/>
              <a:gd name="connsiteX67" fmla="*/ 5518799 w 12192000"/>
              <a:gd name="connsiteY67" fmla="*/ 1818312 h 2237627"/>
              <a:gd name="connsiteX68" fmla="*/ 5505014 w 12192000"/>
              <a:gd name="connsiteY68" fmla="*/ 1819259 h 2237627"/>
              <a:gd name="connsiteX69" fmla="*/ 5453307 w 12192000"/>
              <a:gd name="connsiteY69" fmla="*/ 1815450 h 2237627"/>
              <a:gd name="connsiteX70" fmla="*/ 5221533 w 12192000"/>
              <a:gd name="connsiteY70" fmla="*/ 1846950 h 2237627"/>
              <a:gd name="connsiteX71" fmla="*/ 5149802 w 12192000"/>
              <a:gd name="connsiteY71" fmla="*/ 1844846 h 2237627"/>
              <a:gd name="connsiteX72" fmla="*/ 5114927 w 12192000"/>
              <a:gd name="connsiteY72" fmla="*/ 1847827 h 2237627"/>
              <a:gd name="connsiteX73" fmla="*/ 5108970 w 12192000"/>
              <a:gd name="connsiteY73" fmla="*/ 1847935 h 2237627"/>
              <a:gd name="connsiteX74" fmla="*/ 5067961 w 12192000"/>
              <a:gd name="connsiteY74" fmla="*/ 1845917 h 2237627"/>
              <a:gd name="connsiteX75" fmla="*/ 5007075 w 12192000"/>
              <a:gd name="connsiteY75" fmla="*/ 1838626 h 2237627"/>
              <a:gd name="connsiteX76" fmla="*/ 4944087 w 12192000"/>
              <a:gd name="connsiteY76" fmla="*/ 1823332 h 2237627"/>
              <a:gd name="connsiteX77" fmla="*/ 4907662 w 12192000"/>
              <a:gd name="connsiteY77" fmla="*/ 1816900 h 2237627"/>
              <a:gd name="connsiteX78" fmla="*/ 4882386 w 12192000"/>
              <a:gd name="connsiteY78" fmla="*/ 1809844 h 2237627"/>
              <a:gd name="connsiteX79" fmla="*/ 4811440 w 12192000"/>
              <a:gd name="connsiteY79" fmla="*/ 1804655 h 2237627"/>
              <a:gd name="connsiteX80" fmla="*/ 4691075 w 12192000"/>
              <a:gd name="connsiteY80" fmla="*/ 1801389 h 2237627"/>
              <a:gd name="connsiteX81" fmla="*/ 4640313 w 12192000"/>
              <a:gd name="connsiteY81" fmla="*/ 1784307 h 2237627"/>
              <a:gd name="connsiteX82" fmla="*/ 4536503 w 12192000"/>
              <a:gd name="connsiteY82" fmla="*/ 1785334 h 2237627"/>
              <a:gd name="connsiteX83" fmla="*/ 4513724 w 12192000"/>
              <a:gd name="connsiteY83" fmla="*/ 1791996 h 2237627"/>
              <a:gd name="connsiteX84" fmla="*/ 4459810 w 12192000"/>
              <a:gd name="connsiteY84" fmla="*/ 1797886 h 2237627"/>
              <a:gd name="connsiteX85" fmla="*/ 4379064 w 12192000"/>
              <a:gd name="connsiteY85" fmla="*/ 1817177 h 2237627"/>
              <a:gd name="connsiteX86" fmla="*/ 4290981 w 12192000"/>
              <a:gd name="connsiteY86" fmla="*/ 1839677 h 2237627"/>
              <a:gd name="connsiteX87" fmla="*/ 4238372 w 12192000"/>
              <a:gd name="connsiteY87" fmla="*/ 1851480 h 2237627"/>
              <a:gd name="connsiteX88" fmla="*/ 4232517 w 12192000"/>
              <a:gd name="connsiteY88" fmla="*/ 1852567 h 2237627"/>
              <a:gd name="connsiteX89" fmla="*/ 4191732 w 12192000"/>
              <a:gd name="connsiteY89" fmla="*/ 1857328 h 2237627"/>
              <a:gd name="connsiteX90" fmla="*/ 4065532 w 12192000"/>
              <a:gd name="connsiteY90" fmla="*/ 1855477 h 2237627"/>
              <a:gd name="connsiteX91" fmla="*/ 4028460 w 12192000"/>
              <a:gd name="connsiteY91" fmla="*/ 1855137 h 2237627"/>
              <a:gd name="connsiteX92" fmla="*/ 4002267 w 12192000"/>
              <a:gd name="connsiteY92" fmla="*/ 1852352 h 2237627"/>
              <a:gd name="connsiteX93" fmla="*/ 3931396 w 12192000"/>
              <a:gd name="connsiteY93" fmla="*/ 1858915 h 2237627"/>
              <a:gd name="connsiteX94" fmla="*/ 3812162 w 12192000"/>
              <a:gd name="connsiteY94" fmla="*/ 1875501 h 2237627"/>
              <a:gd name="connsiteX95" fmla="*/ 3758105 w 12192000"/>
              <a:gd name="connsiteY95" fmla="*/ 1871856 h 2237627"/>
              <a:gd name="connsiteX96" fmla="*/ 3567259 w 12192000"/>
              <a:gd name="connsiteY96" fmla="*/ 1893482 h 2237627"/>
              <a:gd name="connsiteX97" fmla="*/ 3405770 w 12192000"/>
              <a:gd name="connsiteY97" fmla="*/ 1904591 h 2237627"/>
              <a:gd name="connsiteX98" fmla="*/ 3280097 w 12192000"/>
              <a:gd name="connsiteY98" fmla="*/ 1919610 h 2237627"/>
              <a:gd name="connsiteX99" fmla="*/ 3009910 w 12192000"/>
              <a:gd name="connsiteY99" fmla="*/ 1957866 h 2237627"/>
              <a:gd name="connsiteX100" fmla="*/ 2995934 w 12192000"/>
              <a:gd name="connsiteY100" fmla="*/ 1967085 h 2237627"/>
              <a:gd name="connsiteX101" fmla="*/ 2942858 w 12192000"/>
              <a:gd name="connsiteY101" fmla="*/ 1981367 h 2237627"/>
              <a:gd name="connsiteX102" fmla="*/ 2875436 w 12192000"/>
              <a:gd name="connsiteY102" fmla="*/ 1996977 h 2237627"/>
              <a:gd name="connsiteX103" fmla="*/ 2874892 w 12192000"/>
              <a:gd name="connsiteY103" fmla="*/ 1996085 h 2237627"/>
              <a:gd name="connsiteX104" fmla="*/ 2843662 w 12192000"/>
              <a:gd name="connsiteY104" fmla="*/ 1992498 h 2237627"/>
              <a:gd name="connsiteX105" fmla="*/ 2718916 w 12192000"/>
              <a:gd name="connsiteY105" fmla="*/ 1990867 h 2237627"/>
              <a:gd name="connsiteX106" fmla="*/ 2713522 w 12192000"/>
              <a:gd name="connsiteY106" fmla="*/ 1990173 h 2237627"/>
              <a:gd name="connsiteX107" fmla="*/ 2476147 w 12192000"/>
              <a:gd name="connsiteY107" fmla="*/ 1998305 h 2237627"/>
              <a:gd name="connsiteX108" fmla="*/ 2373568 w 12192000"/>
              <a:gd name="connsiteY108" fmla="*/ 2003219 h 2237627"/>
              <a:gd name="connsiteX109" fmla="*/ 2287219 w 12192000"/>
              <a:gd name="connsiteY109" fmla="*/ 1998750 h 2237627"/>
              <a:gd name="connsiteX110" fmla="*/ 2243069 w 12192000"/>
              <a:gd name="connsiteY110" fmla="*/ 2005321 h 2237627"/>
              <a:gd name="connsiteX111" fmla="*/ 2164831 w 12192000"/>
              <a:gd name="connsiteY111" fmla="*/ 2010143 h 2237627"/>
              <a:gd name="connsiteX112" fmla="*/ 2085228 w 12192000"/>
              <a:gd name="connsiteY112" fmla="*/ 2046431 h 2237627"/>
              <a:gd name="connsiteX113" fmla="*/ 2058061 w 12192000"/>
              <a:gd name="connsiteY113" fmla="*/ 2047942 h 2237627"/>
              <a:gd name="connsiteX114" fmla="*/ 2042244 w 12192000"/>
              <a:gd name="connsiteY114" fmla="*/ 2055560 h 2237627"/>
              <a:gd name="connsiteX115" fmla="*/ 1877728 w 12192000"/>
              <a:gd name="connsiteY115" fmla="*/ 2101004 h 2237627"/>
              <a:gd name="connsiteX116" fmla="*/ 1759056 w 12192000"/>
              <a:gd name="connsiteY116" fmla="*/ 2125608 h 2237627"/>
              <a:gd name="connsiteX117" fmla="*/ 1637948 w 12192000"/>
              <a:gd name="connsiteY117" fmla="*/ 2172597 h 2237627"/>
              <a:gd name="connsiteX118" fmla="*/ 1434549 w 12192000"/>
              <a:gd name="connsiteY118" fmla="*/ 2234522 h 2237627"/>
              <a:gd name="connsiteX119" fmla="*/ 1398481 w 12192000"/>
              <a:gd name="connsiteY119" fmla="*/ 2237074 h 2237627"/>
              <a:gd name="connsiteX120" fmla="*/ 1370962 w 12192000"/>
              <a:gd name="connsiteY120" fmla="*/ 2237474 h 2237627"/>
              <a:gd name="connsiteX121" fmla="*/ 1356367 w 12192000"/>
              <a:gd name="connsiteY121" fmla="*/ 2235089 h 2237627"/>
              <a:gd name="connsiteX122" fmla="*/ 1279765 w 12192000"/>
              <a:gd name="connsiteY122" fmla="*/ 2229639 h 2237627"/>
              <a:gd name="connsiteX123" fmla="*/ 1195347 w 12192000"/>
              <a:gd name="connsiteY123" fmla="*/ 2212354 h 2237627"/>
              <a:gd name="connsiteX124" fmla="*/ 970251 w 12192000"/>
              <a:gd name="connsiteY124" fmla="*/ 2221029 h 2237627"/>
              <a:gd name="connsiteX125" fmla="*/ 812914 w 12192000"/>
              <a:gd name="connsiteY125" fmla="*/ 2210095 h 2237627"/>
              <a:gd name="connsiteX126" fmla="*/ 776382 w 12192000"/>
              <a:gd name="connsiteY126" fmla="*/ 2204512 h 2237627"/>
              <a:gd name="connsiteX127" fmla="*/ 597225 w 12192000"/>
              <a:gd name="connsiteY127" fmla="*/ 2180999 h 2237627"/>
              <a:gd name="connsiteX128" fmla="*/ 520671 w 12192000"/>
              <a:gd name="connsiteY128" fmla="*/ 2180980 h 2237627"/>
              <a:gd name="connsiteX129" fmla="*/ 515024 w 12192000"/>
              <a:gd name="connsiteY129" fmla="*/ 2179258 h 2237627"/>
              <a:gd name="connsiteX130" fmla="*/ 413835 w 12192000"/>
              <a:gd name="connsiteY130" fmla="*/ 2156783 h 2237627"/>
              <a:gd name="connsiteX131" fmla="*/ 376513 w 12192000"/>
              <a:gd name="connsiteY131" fmla="*/ 2154014 h 2237627"/>
              <a:gd name="connsiteX132" fmla="*/ 273386 w 12192000"/>
              <a:gd name="connsiteY132" fmla="*/ 2142551 h 2237627"/>
              <a:gd name="connsiteX133" fmla="*/ 77641 w 12192000"/>
              <a:gd name="connsiteY133" fmla="*/ 2126835 h 2237627"/>
              <a:gd name="connsiteX134" fmla="*/ 37645 w 12192000"/>
              <a:gd name="connsiteY134" fmla="*/ 2115401 h 2237627"/>
              <a:gd name="connsiteX135" fmla="*/ 4572 w 12192000"/>
              <a:gd name="connsiteY135" fmla="*/ 2111091 h 2237627"/>
              <a:gd name="connsiteX136" fmla="*/ 0 w 12192000"/>
              <a:gd name="connsiteY136" fmla="*/ 2110468 h 2237627"/>
              <a:gd name="connsiteX137" fmla="*/ 0 w 12192000"/>
              <a:gd name="connsiteY137" fmla="*/ 0 h 2237627"/>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750383 w 12192000"/>
              <a:gd name="connsiteY33" fmla="*/ 1097387 h 2240205"/>
              <a:gd name="connsiteX34" fmla="*/ 8665605 w 12192000"/>
              <a:gd name="connsiteY34" fmla="*/ 1110791 h 2240205"/>
              <a:gd name="connsiteX35" fmla="*/ 8584946 w 12192000"/>
              <a:gd name="connsiteY35" fmla="*/ 1135226 h 2240205"/>
              <a:gd name="connsiteX36" fmla="*/ 8419755 w 12192000"/>
              <a:gd name="connsiteY36" fmla="*/ 1216260 h 2240205"/>
              <a:gd name="connsiteX37" fmla="*/ 8411626 w 12192000"/>
              <a:gd name="connsiteY37" fmla="*/ 1214397 h 2240205"/>
              <a:gd name="connsiteX38" fmla="*/ 8363469 w 12192000"/>
              <a:gd name="connsiteY38" fmla="*/ 1246658 h 2240205"/>
              <a:gd name="connsiteX39" fmla="*/ 8275497 w 12192000"/>
              <a:gd name="connsiteY39" fmla="*/ 1264396 h 2240205"/>
              <a:gd name="connsiteX40" fmla="*/ 8074238 w 12192000"/>
              <a:gd name="connsiteY40" fmla="*/ 1301895 h 2240205"/>
              <a:gd name="connsiteX41" fmla="*/ 7942099 w 12192000"/>
              <a:gd name="connsiteY41" fmla="*/ 1336332 h 2240205"/>
              <a:gd name="connsiteX42" fmla="*/ 7902328 w 12192000"/>
              <a:gd name="connsiteY42" fmla="*/ 1345865 h 2240205"/>
              <a:gd name="connsiteX43" fmla="*/ 7840612 w 12192000"/>
              <a:gd name="connsiteY43" fmla="*/ 1369373 h 2240205"/>
              <a:gd name="connsiteX44" fmla="*/ 7786819 w 12192000"/>
              <a:gd name="connsiteY44" fmla="*/ 1378970 h 2240205"/>
              <a:gd name="connsiteX45" fmla="*/ 7548172 w 12192000"/>
              <a:gd name="connsiteY45" fmla="*/ 1417460 h 2240205"/>
              <a:gd name="connsiteX46" fmla="*/ 7483437 w 12192000"/>
              <a:gd name="connsiteY46" fmla="*/ 1478152 h 2240205"/>
              <a:gd name="connsiteX47" fmla="*/ 7377870 w 12192000"/>
              <a:gd name="connsiteY47" fmla="*/ 1523319 h 2240205"/>
              <a:gd name="connsiteX48" fmla="*/ 7230737 w 12192000"/>
              <a:gd name="connsiteY48" fmla="*/ 1562633 h 2240205"/>
              <a:gd name="connsiteX49" fmla="*/ 7224458 w 12192000"/>
              <a:gd name="connsiteY49" fmla="*/ 1573008 h 2240205"/>
              <a:gd name="connsiteX50" fmla="*/ 7183121 w 12192000"/>
              <a:gd name="connsiteY50" fmla="*/ 1595162 h 2240205"/>
              <a:gd name="connsiteX51" fmla="*/ 7164601 w 12192000"/>
              <a:gd name="connsiteY51" fmla="*/ 1606490 h 2240205"/>
              <a:gd name="connsiteX52" fmla="*/ 6900177 w 12192000"/>
              <a:gd name="connsiteY52" fmla="*/ 1636016 h 2240205"/>
              <a:gd name="connsiteX53" fmla="*/ 6795372 w 12192000"/>
              <a:gd name="connsiteY53" fmla="*/ 1644845 h 2240205"/>
              <a:gd name="connsiteX54" fmla="*/ 6692251 w 12192000"/>
              <a:gd name="connsiteY54" fmla="*/ 1656357 h 2240205"/>
              <a:gd name="connsiteX55" fmla="*/ 6655235 w 12192000"/>
              <a:gd name="connsiteY55" fmla="*/ 1661869 h 2240205"/>
              <a:gd name="connsiteX56" fmla="*/ 6554894 w 12192000"/>
              <a:gd name="connsiteY56" fmla="*/ 1664428 h 2240205"/>
              <a:gd name="connsiteX57" fmla="*/ 6516595 w 12192000"/>
              <a:gd name="connsiteY57" fmla="*/ 1667475 h 2240205"/>
              <a:gd name="connsiteX58" fmla="*/ 6508541 w 12192000"/>
              <a:gd name="connsiteY58" fmla="*/ 1668757 h 2240205"/>
              <a:gd name="connsiteX59" fmla="*/ 6471012 w 12192000"/>
              <a:gd name="connsiteY59" fmla="*/ 1678604 h 2240205"/>
              <a:gd name="connsiteX60" fmla="*/ 6364035 w 12192000"/>
              <a:gd name="connsiteY60" fmla="*/ 1667683 h 2240205"/>
              <a:gd name="connsiteX61" fmla="*/ 6280959 w 12192000"/>
              <a:gd name="connsiteY61" fmla="*/ 1689329 h 2240205"/>
              <a:gd name="connsiteX62" fmla="*/ 6243319 w 12192000"/>
              <a:gd name="connsiteY62" fmla="*/ 1695560 h 2240205"/>
              <a:gd name="connsiteX63" fmla="*/ 6098321 w 12192000"/>
              <a:gd name="connsiteY63" fmla="*/ 1721646 h 2240205"/>
              <a:gd name="connsiteX64" fmla="*/ 5880652 w 12192000"/>
              <a:gd name="connsiteY64" fmla="*/ 1779643 h 2240205"/>
              <a:gd name="connsiteX65" fmla="*/ 5785959 w 12192000"/>
              <a:gd name="connsiteY65" fmla="*/ 1775307 h 2240205"/>
              <a:gd name="connsiteX66" fmla="*/ 5643534 w 12192000"/>
              <a:gd name="connsiteY66" fmla="*/ 1802919 h 2240205"/>
              <a:gd name="connsiteX67" fmla="*/ 5518799 w 12192000"/>
              <a:gd name="connsiteY67" fmla="*/ 1818312 h 2240205"/>
              <a:gd name="connsiteX68" fmla="*/ 5505014 w 12192000"/>
              <a:gd name="connsiteY68" fmla="*/ 1819259 h 2240205"/>
              <a:gd name="connsiteX69" fmla="*/ 5453307 w 12192000"/>
              <a:gd name="connsiteY69" fmla="*/ 1815450 h 2240205"/>
              <a:gd name="connsiteX70" fmla="*/ 5221533 w 12192000"/>
              <a:gd name="connsiteY70" fmla="*/ 1846950 h 2240205"/>
              <a:gd name="connsiteX71" fmla="*/ 5149802 w 12192000"/>
              <a:gd name="connsiteY71" fmla="*/ 1844846 h 2240205"/>
              <a:gd name="connsiteX72" fmla="*/ 5114927 w 12192000"/>
              <a:gd name="connsiteY72" fmla="*/ 1847827 h 2240205"/>
              <a:gd name="connsiteX73" fmla="*/ 5108970 w 12192000"/>
              <a:gd name="connsiteY73" fmla="*/ 1847935 h 2240205"/>
              <a:gd name="connsiteX74" fmla="*/ 5067961 w 12192000"/>
              <a:gd name="connsiteY74" fmla="*/ 1845917 h 2240205"/>
              <a:gd name="connsiteX75" fmla="*/ 5007075 w 12192000"/>
              <a:gd name="connsiteY75" fmla="*/ 1838626 h 2240205"/>
              <a:gd name="connsiteX76" fmla="*/ 4944087 w 12192000"/>
              <a:gd name="connsiteY76" fmla="*/ 1823332 h 2240205"/>
              <a:gd name="connsiteX77" fmla="*/ 4907662 w 12192000"/>
              <a:gd name="connsiteY77" fmla="*/ 1816900 h 2240205"/>
              <a:gd name="connsiteX78" fmla="*/ 4882386 w 12192000"/>
              <a:gd name="connsiteY78" fmla="*/ 1809844 h 2240205"/>
              <a:gd name="connsiteX79" fmla="*/ 4811440 w 12192000"/>
              <a:gd name="connsiteY79" fmla="*/ 1804655 h 2240205"/>
              <a:gd name="connsiteX80" fmla="*/ 4691075 w 12192000"/>
              <a:gd name="connsiteY80" fmla="*/ 1801389 h 2240205"/>
              <a:gd name="connsiteX81" fmla="*/ 4640313 w 12192000"/>
              <a:gd name="connsiteY81" fmla="*/ 1784307 h 2240205"/>
              <a:gd name="connsiteX82" fmla="*/ 4536503 w 12192000"/>
              <a:gd name="connsiteY82" fmla="*/ 1785334 h 2240205"/>
              <a:gd name="connsiteX83" fmla="*/ 4513724 w 12192000"/>
              <a:gd name="connsiteY83" fmla="*/ 1791996 h 2240205"/>
              <a:gd name="connsiteX84" fmla="*/ 4459810 w 12192000"/>
              <a:gd name="connsiteY84" fmla="*/ 1797886 h 2240205"/>
              <a:gd name="connsiteX85" fmla="*/ 4379064 w 12192000"/>
              <a:gd name="connsiteY85" fmla="*/ 1817177 h 2240205"/>
              <a:gd name="connsiteX86" fmla="*/ 4290981 w 12192000"/>
              <a:gd name="connsiteY86" fmla="*/ 1839677 h 2240205"/>
              <a:gd name="connsiteX87" fmla="*/ 4238372 w 12192000"/>
              <a:gd name="connsiteY87" fmla="*/ 1851480 h 2240205"/>
              <a:gd name="connsiteX88" fmla="*/ 4232517 w 12192000"/>
              <a:gd name="connsiteY88" fmla="*/ 1852567 h 2240205"/>
              <a:gd name="connsiteX89" fmla="*/ 4191732 w 12192000"/>
              <a:gd name="connsiteY89" fmla="*/ 1857328 h 2240205"/>
              <a:gd name="connsiteX90" fmla="*/ 4065532 w 12192000"/>
              <a:gd name="connsiteY90" fmla="*/ 1855477 h 2240205"/>
              <a:gd name="connsiteX91" fmla="*/ 4028460 w 12192000"/>
              <a:gd name="connsiteY91" fmla="*/ 1855137 h 2240205"/>
              <a:gd name="connsiteX92" fmla="*/ 4002267 w 12192000"/>
              <a:gd name="connsiteY92" fmla="*/ 1852352 h 2240205"/>
              <a:gd name="connsiteX93" fmla="*/ 3931396 w 12192000"/>
              <a:gd name="connsiteY93" fmla="*/ 1858915 h 2240205"/>
              <a:gd name="connsiteX94" fmla="*/ 3812162 w 12192000"/>
              <a:gd name="connsiteY94" fmla="*/ 1875501 h 2240205"/>
              <a:gd name="connsiteX95" fmla="*/ 3758105 w 12192000"/>
              <a:gd name="connsiteY95" fmla="*/ 1871856 h 2240205"/>
              <a:gd name="connsiteX96" fmla="*/ 3567259 w 12192000"/>
              <a:gd name="connsiteY96" fmla="*/ 1893482 h 2240205"/>
              <a:gd name="connsiteX97" fmla="*/ 3405770 w 12192000"/>
              <a:gd name="connsiteY97" fmla="*/ 1904591 h 2240205"/>
              <a:gd name="connsiteX98" fmla="*/ 3280097 w 12192000"/>
              <a:gd name="connsiteY98" fmla="*/ 1919610 h 2240205"/>
              <a:gd name="connsiteX99" fmla="*/ 3009910 w 12192000"/>
              <a:gd name="connsiteY99" fmla="*/ 1957866 h 2240205"/>
              <a:gd name="connsiteX100" fmla="*/ 2995934 w 12192000"/>
              <a:gd name="connsiteY100" fmla="*/ 1967085 h 2240205"/>
              <a:gd name="connsiteX101" fmla="*/ 2942858 w 12192000"/>
              <a:gd name="connsiteY101" fmla="*/ 1981367 h 2240205"/>
              <a:gd name="connsiteX102" fmla="*/ 2875436 w 12192000"/>
              <a:gd name="connsiteY102" fmla="*/ 1996977 h 2240205"/>
              <a:gd name="connsiteX103" fmla="*/ 2874892 w 12192000"/>
              <a:gd name="connsiteY103" fmla="*/ 1996085 h 2240205"/>
              <a:gd name="connsiteX104" fmla="*/ 2843662 w 12192000"/>
              <a:gd name="connsiteY104" fmla="*/ 1992498 h 2240205"/>
              <a:gd name="connsiteX105" fmla="*/ 2718916 w 12192000"/>
              <a:gd name="connsiteY105" fmla="*/ 1990867 h 2240205"/>
              <a:gd name="connsiteX106" fmla="*/ 2713522 w 12192000"/>
              <a:gd name="connsiteY106" fmla="*/ 1990173 h 2240205"/>
              <a:gd name="connsiteX107" fmla="*/ 2476147 w 12192000"/>
              <a:gd name="connsiteY107" fmla="*/ 1998305 h 2240205"/>
              <a:gd name="connsiteX108" fmla="*/ 2373568 w 12192000"/>
              <a:gd name="connsiteY108" fmla="*/ 2003219 h 2240205"/>
              <a:gd name="connsiteX109" fmla="*/ 2287219 w 12192000"/>
              <a:gd name="connsiteY109" fmla="*/ 1998750 h 2240205"/>
              <a:gd name="connsiteX110" fmla="*/ 2243069 w 12192000"/>
              <a:gd name="connsiteY110" fmla="*/ 2005321 h 2240205"/>
              <a:gd name="connsiteX111" fmla="*/ 2164831 w 12192000"/>
              <a:gd name="connsiteY111" fmla="*/ 2010143 h 2240205"/>
              <a:gd name="connsiteX112" fmla="*/ 2085228 w 12192000"/>
              <a:gd name="connsiteY112" fmla="*/ 2046431 h 2240205"/>
              <a:gd name="connsiteX113" fmla="*/ 2058061 w 12192000"/>
              <a:gd name="connsiteY113" fmla="*/ 2047942 h 2240205"/>
              <a:gd name="connsiteX114" fmla="*/ 2042244 w 12192000"/>
              <a:gd name="connsiteY114" fmla="*/ 2055560 h 2240205"/>
              <a:gd name="connsiteX115" fmla="*/ 1877728 w 12192000"/>
              <a:gd name="connsiteY115" fmla="*/ 2101004 h 2240205"/>
              <a:gd name="connsiteX116" fmla="*/ 1759056 w 12192000"/>
              <a:gd name="connsiteY116" fmla="*/ 2125608 h 2240205"/>
              <a:gd name="connsiteX117" fmla="*/ 1637948 w 12192000"/>
              <a:gd name="connsiteY117" fmla="*/ 2172597 h 2240205"/>
              <a:gd name="connsiteX118" fmla="*/ 1434549 w 12192000"/>
              <a:gd name="connsiteY118" fmla="*/ 2234522 h 2240205"/>
              <a:gd name="connsiteX119" fmla="*/ 1370962 w 12192000"/>
              <a:gd name="connsiteY119" fmla="*/ 2237474 h 2240205"/>
              <a:gd name="connsiteX120" fmla="*/ 1356367 w 12192000"/>
              <a:gd name="connsiteY120" fmla="*/ 2235089 h 2240205"/>
              <a:gd name="connsiteX121" fmla="*/ 1279765 w 12192000"/>
              <a:gd name="connsiteY121" fmla="*/ 2229639 h 2240205"/>
              <a:gd name="connsiteX122" fmla="*/ 1195347 w 12192000"/>
              <a:gd name="connsiteY122" fmla="*/ 2212354 h 2240205"/>
              <a:gd name="connsiteX123" fmla="*/ 970251 w 12192000"/>
              <a:gd name="connsiteY123" fmla="*/ 2221029 h 2240205"/>
              <a:gd name="connsiteX124" fmla="*/ 812914 w 12192000"/>
              <a:gd name="connsiteY124" fmla="*/ 2210095 h 2240205"/>
              <a:gd name="connsiteX125" fmla="*/ 776382 w 12192000"/>
              <a:gd name="connsiteY125" fmla="*/ 2204512 h 2240205"/>
              <a:gd name="connsiteX126" fmla="*/ 597225 w 12192000"/>
              <a:gd name="connsiteY126" fmla="*/ 2180999 h 2240205"/>
              <a:gd name="connsiteX127" fmla="*/ 520671 w 12192000"/>
              <a:gd name="connsiteY127" fmla="*/ 2180980 h 2240205"/>
              <a:gd name="connsiteX128" fmla="*/ 515024 w 12192000"/>
              <a:gd name="connsiteY128" fmla="*/ 2179258 h 2240205"/>
              <a:gd name="connsiteX129" fmla="*/ 413835 w 12192000"/>
              <a:gd name="connsiteY129" fmla="*/ 2156783 h 2240205"/>
              <a:gd name="connsiteX130" fmla="*/ 376513 w 12192000"/>
              <a:gd name="connsiteY130" fmla="*/ 2154014 h 2240205"/>
              <a:gd name="connsiteX131" fmla="*/ 273386 w 12192000"/>
              <a:gd name="connsiteY131" fmla="*/ 2142551 h 2240205"/>
              <a:gd name="connsiteX132" fmla="*/ 77641 w 12192000"/>
              <a:gd name="connsiteY132" fmla="*/ 2126835 h 2240205"/>
              <a:gd name="connsiteX133" fmla="*/ 37645 w 12192000"/>
              <a:gd name="connsiteY133" fmla="*/ 2115401 h 2240205"/>
              <a:gd name="connsiteX134" fmla="*/ 4572 w 12192000"/>
              <a:gd name="connsiteY134" fmla="*/ 2111091 h 2240205"/>
              <a:gd name="connsiteX135" fmla="*/ 0 w 12192000"/>
              <a:gd name="connsiteY135" fmla="*/ 2110468 h 2240205"/>
              <a:gd name="connsiteX136" fmla="*/ 0 w 12192000"/>
              <a:gd name="connsiteY13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750383 w 12192000"/>
              <a:gd name="connsiteY33" fmla="*/ 1097387 h 2240205"/>
              <a:gd name="connsiteX34" fmla="*/ 8665605 w 12192000"/>
              <a:gd name="connsiteY34" fmla="*/ 1110791 h 2240205"/>
              <a:gd name="connsiteX35" fmla="*/ 8584946 w 12192000"/>
              <a:gd name="connsiteY35" fmla="*/ 1135226 h 2240205"/>
              <a:gd name="connsiteX36" fmla="*/ 8419755 w 12192000"/>
              <a:gd name="connsiteY36" fmla="*/ 1216260 h 2240205"/>
              <a:gd name="connsiteX37" fmla="*/ 8411626 w 12192000"/>
              <a:gd name="connsiteY37" fmla="*/ 1214397 h 2240205"/>
              <a:gd name="connsiteX38" fmla="*/ 8363469 w 12192000"/>
              <a:gd name="connsiteY38" fmla="*/ 1246658 h 2240205"/>
              <a:gd name="connsiteX39" fmla="*/ 8275497 w 12192000"/>
              <a:gd name="connsiteY39" fmla="*/ 1264396 h 2240205"/>
              <a:gd name="connsiteX40" fmla="*/ 8074238 w 12192000"/>
              <a:gd name="connsiteY40" fmla="*/ 1301895 h 2240205"/>
              <a:gd name="connsiteX41" fmla="*/ 7942099 w 12192000"/>
              <a:gd name="connsiteY41" fmla="*/ 1336332 h 2240205"/>
              <a:gd name="connsiteX42" fmla="*/ 7902328 w 12192000"/>
              <a:gd name="connsiteY42" fmla="*/ 1345865 h 2240205"/>
              <a:gd name="connsiteX43" fmla="*/ 7840612 w 12192000"/>
              <a:gd name="connsiteY43" fmla="*/ 1369373 h 2240205"/>
              <a:gd name="connsiteX44" fmla="*/ 7786819 w 12192000"/>
              <a:gd name="connsiteY44" fmla="*/ 1378970 h 2240205"/>
              <a:gd name="connsiteX45" fmla="*/ 7548172 w 12192000"/>
              <a:gd name="connsiteY45" fmla="*/ 1417460 h 2240205"/>
              <a:gd name="connsiteX46" fmla="*/ 7483437 w 12192000"/>
              <a:gd name="connsiteY46" fmla="*/ 1478152 h 2240205"/>
              <a:gd name="connsiteX47" fmla="*/ 7377870 w 12192000"/>
              <a:gd name="connsiteY47" fmla="*/ 1523319 h 2240205"/>
              <a:gd name="connsiteX48" fmla="*/ 7230737 w 12192000"/>
              <a:gd name="connsiteY48" fmla="*/ 1562633 h 2240205"/>
              <a:gd name="connsiteX49" fmla="*/ 7224458 w 12192000"/>
              <a:gd name="connsiteY49" fmla="*/ 1573008 h 2240205"/>
              <a:gd name="connsiteX50" fmla="*/ 7183121 w 12192000"/>
              <a:gd name="connsiteY50" fmla="*/ 1595162 h 2240205"/>
              <a:gd name="connsiteX51" fmla="*/ 7164601 w 12192000"/>
              <a:gd name="connsiteY51" fmla="*/ 1606490 h 2240205"/>
              <a:gd name="connsiteX52" fmla="*/ 6900177 w 12192000"/>
              <a:gd name="connsiteY52" fmla="*/ 1636016 h 2240205"/>
              <a:gd name="connsiteX53" fmla="*/ 6795372 w 12192000"/>
              <a:gd name="connsiteY53" fmla="*/ 1644845 h 2240205"/>
              <a:gd name="connsiteX54" fmla="*/ 6692251 w 12192000"/>
              <a:gd name="connsiteY54" fmla="*/ 1656357 h 2240205"/>
              <a:gd name="connsiteX55" fmla="*/ 6655235 w 12192000"/>
              <a:gd name="connsiteY55" fmla="*/ 1661869 h 2240205"/>
              <a:gd name="connsiteX56" fmla="*/ 6554894 w 12192000"/>
              <a:gd name="connsiteY56" fmla="*/ 1664428 h 2240205"/>
              <a:gd name="connsiteX57" fmla="*/ 6516595 w 12192000"/>
              <a:gd name="connsiteY57" fmla="*/ 1667475 h 2240205"/>
              <a:gd name="connsiteX58" fmla="*/ 6508541 w 12192000"/>
              <a:gd name="connsiteY58" fmla="*/ 1668757 h 2240205"/>
              <a:gd name="connsiteX59" fmla="*/ 6471012 w 12192000"/>
              <a:gd name="connsiteY59" fmla="*/ 1678604 h 2240205"/>
              <a:gd name="connsiteX60" fmla="*/ 6364035 w 12192000"/>
              <a:gd name="connsiteY60" fmla="*/ 1667683 h 2240205"/>
              <a:gd name="connsiteX61" fmla="*/ 6243319 w 12192000"/>
              <a:gd name="connsiteY61" fmla="*/ 1695560 h 2240205"/>
              <a:gd name="connsiteX62" fmla="*/ 6098321 w 12192000"/>
              <a:gd name="connsiteY62" fmla="*/ 1721646 h 2240205"/>
              <a:gd name="connsiteX63" fmla="*/ 5880652 w 12192000"/>
              <a:gd name="connsiteY63" fmla="*/ 1779643 h 2240205"/>
              <a:gd name="connsiteX64" fmla="*/ 5785959 w 12192000"/>
              <a:gd name="connsiteY64" fmla="*/ 1775307 h 2240205"/>
              <a:gd name="connsiteX65" fmla="*/ 5643534 w 12192000"/>
              <a:gd name="connsiteY65" fmla="*/ 1802919 h 2240205"/>
              <a:gd name="connsiteX66" fmla="*/ 5518799 w 12192000"/>
              <a:gd name="connsiteY66" fmla="*/ 1818312 h 2240205"/>
              <a:gd name="connsiteX67" fmla="*/ 5505014 w 12192000"/>
              <a:gd name="connsiteY67" fmla="*/ 1819259 h 2240205"/>
              <a:gd name="connsiteX68" fmla="*/ 5453307 w 12192000"/>
              <a:gd name="connsiteY68" fmla="*/ 1815450 h 2240205"/>
              <a:gd name="connsiteX69" fmla="*/ 5221533 w 12192000"/>
              <a:gd name="connsiteY69" fmla="*/ 1846950 h 2240205"/>
              <a:gd name="connsiteX70" fmla="*/ 5149802 w 12192000"/>
              <a:gd name="connsiteY70" fmla="*/ 1844846 h 2240205"/>
              <a:gd name="connsiteX71" fmla="*/ 5114927 w 12192000"/>
              <a:gd name="connsiteY71" fmla="*/ 1847827 h 2240205"/>
              <a:gd name="connsiteX72" fmla="*/ 5108970 w 12192000"/>
              <a:gd name="connsiteY72" fmla="*/ 1847935 h 2240205"/>
              <a:gd name="connsiteX73" fmla="*/ 5067961 w 12192000"/>
              <a:gd name="connsiteY73" fmla="*/ 1845917 h 2240205"/>
              <a:gd name="connsiteX74" fmla="*/ 5007075 w 12192000"/>
              <a:gd name="connsiteY74" fmla="*/ 1838626 h 2240205"/>
              <a:gd name="connsiteX75" fmla="*/ 4944087 w 12192000"/>
              <a:gd name="connsiteY75" fmla="*/ 1823332 h 2240205"/>
              <a:gd name="connsiteX76" fmla="*/ 4907662 w 12192000"/>
              <a:gd name="connsiteY76" fmla="*/ 1816900 h 2240205"/>
              <a:gd name="connsiteX77" fmla="*/ 4882386 w 12192000"/>
              <a:gd name="connsiteY77" fmla="*/ 1809844 h 2240205"/>
              <a:gd name="connsiteX78" fmla="*/ 4811440 w 12192000"/>
              <a:gd name="connsiteY78" fmla="*/ 1804655 h 2240205"/>
              <a:gd name="connsiteX79" fmla="*/ 4691075 w 12192000"/>
              <a:gd name="connsiteY79" fmla="*/ 1801389 h 2240205"/>
              <a:gd name="connsiteX80" fmla="*/ 4640313 w 12192000"/>
              <a:gd name="connsiteY80" fmla="*/ 1784307 h 2240205"/>
              <a:gd name="connsiteX81" fmla="*/ 4536503 w 12192000"/>
              <a:gd name="connsiteY81" fmla="*/ 1785334 h 2240205"/>
              <a:gd name="connsiteX82" fmla="*/ 4513724 w 12192000"/>
              <a:gd name="connsiteY82" fmla="*/ 1791996 h 2240205"/>
              <a:gd name="connsiteX83" fmla="*/ 4459810 w 12192000"/>
              <a:gd name="connsiteY83" fmla="*/ 1797886 h 2240205"/>
              <a:gd name="connsiteX84" fmla="*/ 4379064 w 12192000"/>
              <a:gd name="connsiteY84" fmla="*/ 1817177 h 2240205"/>
              <a:gd name="connsiteX85" fmla="*/ 4290981 w 12192000"/>
              <a:gd name="connsiteY85" fmla="*/ 1839677 h 2240205"/>
              <a:gd name="connsiteX86" fmla="*/ 4238372 w 12192000"/>
              <a:gd name="connsiteY86" fmla="*/ 1851480 h 2240205"/>
              <a:gd name="connsiteX87" fmla="*/ 4232517 w 12192000"/>
              <a:gd name="connsiteY87" fmla="*/ 1852567 h 2240205"/>
              <a:gd name="connsiteX88" fmla="*/ 4191732 w 12192000"/>
              <a:gd name="connsiteY88" fmla="*/ 1857328 h 2240205"/>
              <a:gd name="connsiteX89" fmla="*/ 4065532 w 12192000"/>
              <a:gd name="connsiteY89" fmla="*/ 1855477 h 2240205"/>
              <a:gd name="connsiteX90" fmla="*/ 4028460 w 12192000"/>
              <a:gd name="connsiteY90" fmla="*/ 1855137 h 2240205"/>
              <a:gd name="connsiteX91" fmla="*/ 4002267 w 12192000"/>
              <a:gd name="connsiteY91" fmla="*/ 1852352 h 2240205"/>
              <a:gd name="connsiteX92" fmla="*/ 3931396 w 12192000"/>
              <a:gd name="connsiteY92" fmla="*/ 1858915 h 2240205"/>
              <a:gd name="connsiteX93" fmla="*/ 3812162 w 12192000"/>
              <a:gd name="connsiteY93" fmla="*/ 1875501 h 2240205"/>
              <a:gd name="connsiteX94" fmla="*/ 3758105 w 12192000"/>
              <a:gd name="connsiteY94" fmla="*/ 1871856 h 2240205"/>
              <a:gd name="connsiteX95" fmla="*/ 3567259 w 12192000"/>
              <a:gd name="connsiteY95" fmla="*/ 1893482 h 2240205"/>
              <a:gd name="connsiteX96" fmla="*/ 3405770 w 12192000"/>
              <a:gd name="connsiteY96" fmla="*/ 1904591 h 2240205"/>
              <a:gd name="connsiteX97" fmla="*/ 3280097 w 12192000"/>
              <a:gd name="connsiteY97" fmla="*/ 1919610 h 2240205"/>
              <a:gd name="connsiteX98" fmla="*/ 3009910 w 12192000"/>
              <a:gd name="connsiteY98" fmla="*/ 1957866 h 2240205"/>
              <a:gd name="connsiteX99" fmla="*/ 2995934 w 12192000"/>
              <a:gd name="connsiteY99" fmla="*/ 1967085 h 2240205"/>
              <a:gd name="connsiteX100" fmla="*/ 2942858 w 12192000"/>
              <a:gd name="connsiteY100" fmla="*/ 1981367 h 2240205"/>
              <a:gd name="connsiteX101" fmla="*/ 2875436 w 12192000"/>
              <a:gd name="connsiteY101" fmla="*/ 1996977 h 2240205"/>
              <a:gd name="connsiteX102" fmla="*/ 2874892 w 12192000"/>
              <a:gd name="connsiteY102" fmla="*/ 1996085 h 2240205"/>
              <a:gd name="connsiteX103" fmla="*/ 2843662 w 12192000"/>
              <a:gd name="connsiteY103" fmla="*/ 1992498 h 2240205"/>
              <a:gd name="connsiteX104" fmla="*/ 2718916 w 12192000"/>
              <a:gd name="connsiteY104" fmla="*/ 1990867 h 2240205"/>
              <a:gd name="connsiteX105" fmla="*/ 2713522 w 12192000"/>
              <a:gd name="connsiteY105" fmla="*/ 1990173 h 2240205"/>
              <a:gd name="connsiteX106" fmla="*/ 2476147 w 12192000"/>
              <a:gd name="connsiteY106" fmla="*/ 1998305 h 2240205"/>
              <a:gd name="connsiteX107" fmla="*/ 2373568 w 12192000"/>
              <a:gd name="connsiteY107" fmla="*/ 2003219 h 2240205"/>
              <a:gd name="connsiteX108" fmla="*/ 2287219 w 12192000"/>
              <a:gd name="connsiteY108" fmla="*/ 1998750 h 2240205"/>
              <a:gd name="connsiteX109" fmla="*/ 2243069 w 12192000"/>
              <a:gd name="connsiteY109" fmla="*/ 2005321 h 2240205"/>
              <a:gd name="connsiteX110" fmla="*/ 2164831 w 12192000"/>
              <a:gd name="connsiteY110" fmla="*/ 2010143 h 2240205"/>
              <a:gd name="connsiteX111" fmla="*/ 2085228 w 12192000"/>
              <a:gd name="connsiteY111" fmla="*/ 2046431 h 2240205"/>
              <a:gd name="connsiteX112" fmla="*/ 2058061 w 12192000"/>
              <a:gd name="connsiteY112" fmla="*/ 2047942 h 2240205"/>
              <a:gd name="connsiteX113" fmla="*/ 2042244 w 12192000"/>
              <a:gd name="connsiteY113" fmla="*/ 2055560 h 2240205"/>
              <a:gd name="connsiteX114" fmla="*/ 1877728 w 12192000"/>
              <a:gd name="connsiteY114" fmla="*/ 2101004 h 2240205"/>
              <a:gd name="connsiteX115" fmla="*/ 1759056 w 12192000"/>
              <a:gd name="connsiteY115" fmla="*/ 2125608 h 2240205"/>
              <a:gd name="connsiteX116" fmla="*/ 1637948 w 12192000"/>
              <a:gd name="connsiteY116" fmla="*/ 2172597 h 2240205"/>
              <a:gd name="connsiteX117" fmla="*/ 1434549 w 12192000"/>
              <a:gd name="connsiteY117" fmla="*/ 2234522 h 2240205"/>
              <a:gd name="connsiteX118" fmla="*/ 1370962 w 12192000"/>
              <a:gd name="connsiteY118" fmla="*/ 2237474 h 2240205"/>
              <a:gd name="connsiteX119" fmla="*/ 1356367 w 12192000"/>
              <a:gd name="connsiteY119" fmla="*/ 2235089 h 2240205"/>
              <a:gd name="connsiteX120" fmla="*/ 1279765 w 12192000"/>
              <a:gd name="connsiteY120" fmla="*/ 2229639 h 2240205"/>
              <a:gd name="connsiteX121" fmla="*/ 1195347 w 12192000"/>
              <a:gd name="connsiteY121" fmla="*/ 2212354 h 2240205"/>
              <a:gd name="connsiteX122" fmla="*/ 970251 w 12192000"/>
              <a:gd name="connsiteY122" fmla="*/ 2221029 h 2240205"/>
              <a:gd name="connsiteX123" fmla="*/ 812914 w 12192000"/>
              <a:gd name="connsiteY123" fmla="*/ 2210095 h 2240205"/>
              <a:gd name="connsiteX124" fmla="*/ 776382 w 12192000"/>
              <a:gd name="connsiteY124" fmla="*/ 2204512 h 2240205"/>
              <a:gd name="connsiteX125" fmla="*/ 597225 w 12192000"/>
              <a:gd name="connsiteY125" fmla="*/ 2180999 h 2240205"/>
              <a:gd name="connsiteX126" fmla="*/ 520671 w 12192000"/>
              <a:gd name="connsiteY126" fmla="*/ 2180980 h 2240205"/>
              <a:gd name="connsiteX127" fmla="*/ 515024 w 12192000"/>
              <a:gd name="connsiteY127" fmla="*/ 2179258 h 2240205"/>
              <a:gd name="connsiteX128" fmla="*/ 413835 w 12192000"/>
              <a:gd name="connsiteY128" fmla="*/ 2156783 h 2240205"/>
              <a:gd name="connsiteX129" fmla="*/ 376513 w 12192000"/>
              <a:gd name="connsiteY129" fmla="*/ 2154014 h 2240205"/>
              <a:gd name="connsiteX130" fmla="*/ 273386 w 12192000"/>
              <a:gd name="connsiteY130" fmla="*/ 2142551 h 2240205"/>
              <a:gd name="connsiteX131" fmla="*/ 77641 w 12192000"/>
              <a:gd name="connsiteY131" fmla="*/ 2126835 h 2240205"/>
              <a:gd name="connsiteX132" fmla="*/ 37645 w 12192000"/>
              <a:gd name="connsiteY132" fmla="*/ 2115401 h 2240205"/>
              <a:gd name="connsiteX133" fmla="*/ 4572 w 12192000"/>
              <a:gd name="connsiteY133" fmla="*/ 2111091 h 2240205"/>
              <a:gd name="connsiteX134" fmla="*/ 0 w 12192000"/>
              <a:gd name="connsiteY134" fmla="*/ 2110468 h 2240205"/>
              <a:gd name="connsiteX135" fmla="*/ 0 w 12192000"/>
              <a:gd name="connsiteY13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42099 w 12192000"/>
              <a:gd name="connsiteY40" fmla="*/ 1336332 h 2240205"/>
              <a:gd name="connsiteX41" fmla="*/ 7902328 w 12192000"/>
              <a:gd name="connsiteY41" fmla="*/ 1345865 h 2240205"/>
              <a:gd name="connsiteX42" fmla="*/ 7840612 w 12192000"/>
              <a:gd name="connsiteY42" fmla="*/ 1369373 h 2240205"/>
              <a:gd name="connsiteX43" fmla="*/ 7786819 w 12192000"/>
              <a:gd name="connsiteY43" fmla="*/ 1378970 h 2240205"/>
              <a:gd name="connsiteX44" fmla="*/ 7548172 w 12192000"/>
              <a:gd name="connsiteY44" fmla="*/ 1417460 h 2240205"/>
              <a:gd name="connsiteX45" fmla="*/ 7483437 w 12192000"/>
              <a:gd name="connsiteY45" fmla="*/ 1478152 h 2240205"/>
              <a:gd name="connsiteX46" fmla="*/ 7377870 w 12192000"/>
              <a:gd name="connsiteY46" fmla="*/ 1523319 h 2240205"/>
              <a:gd name="connsiteX47" fmla="*/ 7230737 w 12192000"/>
              <a:gd name="connsiteY47" fmla="*/ 1562633 h 2240205"/>
              <a:gd name="connsiteX48" fmla="*/ 7224458 w 12192000"/>
              <a:gd name="connsiteY48" fmla="*/ 1573008 h 2240205"/>
              <a:gd name="connsiteX49" fmla="*/ 7183121 w 12192000"/>
              <a:gd name="connsiteY49" fmla="*/ 1595162 h 2240205"/>
              <a:gd name="connsiteX50" fmla="*/ 7164601 w 12192000"/>
              <a:gd name="connsiteY50" fmla="*/ 1606490 h 2240205"/>
              <a:gd name="connsiteX51" fmla="*/ 6900177 w 12192000"/>
              <a:gd name="connsiteY51" fmla="*/ 1636016 h 2240205"/>
              <a:gd name="connsiteX52" fmla="*/ 6795372 w 12192000"/>
              <a:gd name="connsiteY52" fmla="*/ 1644845 h 2240205"/>
              <a:gd name="connsiteX53" fmla="*/ 6692251 w 12192000"/>
              <a:gd name="connsiteY53" fmla="*/ 1656357 h 2240205"/>
              <a:gd name="connsiteX54" fmla="*/ 6655235 w 12192000"/>
              <a:gd name="connsiteY54" fmla="*/ 1661869 h 2240205"/>
              <a:gd name="connsiteX55" fmla="*/ 6554894 w 12192000"/>
              <a:gd name="connsiteY55" fmla="*/ 1664428 h 2240205"/>
              <a:gd name="connsiteX56" fmla="*/ 6516595 w 12192000"/>
              <a:gd name="connsiteY56" fmla="*/ 1667475 h 2240205"/>
              <a:gd name="connsiteX57" fmla="*/ 6508541 w 12192000"/>
              <a:gd name="connsiteY57" fmla="*/ 1668757 h 2240205"/>
              <a:gd name="connsiteX58" fmla="*/ 6471012 w 12192000"/>
              <a:gd name="connsiteY58" fmla="*/ 1678604 h 2240205"/>
              <a:gd name="connsiteX59" fmla="*/ 6364035 w 12192000"/>
              <a:gd name="connsiteY59" fmla="*/ 1667683 h 2240205"/>
              <a:gd name="connsiteX60" fmla="*/ 6243319 w 12192000"/>
              <a:gd name="connsiteY60" fmla="*/ 1695560 h 2240205"/>
              <a:gd name="connsiteX61" fmla="*/ 6098321 w 12192000"/>
              <a:gd name="connsiteY61" fmla="*/ 1721646 h 2240205"/>
              <a:gd name="connsiteX62" fmla="*/ 5880652 w 12192000"/>
              <a:gd name="connsiteY62" fmla="*/ 1779643 h 2240205"/>
              <a:gd name="connsiteX63" fmla="*/ 5785959 w 12192000"/>
              <a:gd name="connsiteY63" fmla="*/ 1775307 h 2240205"/>
              <a:gd name="connsiteX64" fmla="*/ 5643534 w 12192000"/>
              <a:gd name="connsiteY64" fmla="*/ 1802919 h 2240205"/>
              <a:gd name="connsiteX65" fmla="*/ 5518799 w 12192000"/>
              <a:gd name="connsiteY65" fmla="*/ 1818312 h 2240205"/>
              <a:gd name="connsiteX66" fmla="*/ 5505014 w 12192000"/>
              <a:gd name="connsiteY66" fmla="*/ 1819259 h 2240205"/>
              <a:gd name="connsiteX67" fmla="*/ 5453307 w 12192000"/>
              <a:gd name="connsiteY67" fmla="*/ 1815450 h 2240205"/>
              <a:gd name="connsiteX68" fmla="*/ 5221533 w 12192000"/>
              <a:gd name="connsiteY68" fmla="*/ 1846950 h 2240205"/>
              <a:gd name="connsiteX69" fmla="*/ 5149802 w 12192000"/>
              <a:gd name="connsiteY69" fmla="*/ 1844846 h 2240205"/>
              <a:gd name="connsiteX70" fmla="*/ 5114927 w 12192000"/>
              <a:gd name="connsiteY70" fmla="*/ 1847827 h 2240205"/>
              <a:gd name="connsiteX71" fmla="*/ 5108970 w 12192000"/>
              <a:gd name="connsiteY71" fmla="*/ 1847935 h 2240205"/>
              <a:gd name="connsiteX72" fmla="*/ 5067961 w 12192000"/>
              <a:gd name="connsiteY72" fmla="*/ 1845917 h 2240205"/>
              <a:gd name="connsiteX73" fmla="*/ 5007075 w 12192000"/>
              <a:gd name="connsiteY73" fmla="*/ 1838626 h 2240205"/>
              <a:gd name="connsiteX74" fmla="*/ 4944087 w 12192000"/>
              <a:gd name="connsiteY74" fmla="*/ 1823332 h 2240205"/>
              <a:gd name="connsiteX75" fmla="*/ 4907662 w 12192000"/>
              <a:gd name="connsiteY75" fmla="*/ 1816900 h 2240205"/>
              <a:gd name="connsiteX76" fmla="*/ 4882386 w 12192000"/>
              <a:gd name="connsiteY76" fmla="*/ 1809844 h 2240205"/>
              <a:gd name="connsiteX77" fmla="*/ 4811440 w 12192000"/>
              <a:gd name="connsiteY77" fmla="*/ 1804655 h 2240205"/>
              <a:gd name="connsiteX78" fmla="*/ 4691075 w 12192000"/>
              <a:gd name="connsiteY78" fmla="*/ 1801389 h 2240205"/>
              <a:gd name="connsiteX79" fmla="*/ 4640313 w 12192000"/>
              <a:gd name="connsiteY79" fmla="*/ 1784307 h 2240205"/>
              <a:gd name="connsiteX80" fmla="*/ 4536503 w 12192000"/>
              <a:gd name="connsiteY80" fmla="*/ 1785334 h 2240205"/>
              <a:gd name="connsiteX81" fmla="*/ 4513724 w 12192000"/>
              <a:gd name="connsiteY81" fmla="*/ 1791996 h 2240205"/>
              <a:gd name="connsiteX82" fmla="*/ 4459810 w 12192000"/>
              <a:gd name="connsiteY82" fmla="*/ 1797886 h 2240205"/>
              <a:gd name="connsiteX83" fmla="*/ 4379064 w 12192000"/>
              <a:gd name="connsiteY83" fmla="*/ 1817177 h 2240205"/>
              <a:gd name="connsiteX84" fmla="*/ 4290981 w 12192000"/>
              <a:gd name="connsiteY84" fmla="*/ 1839677 h 2240205"/>
              <a:gd name="connsiteX85" fmla="*/ 4238372 w 12192000"/>
              <a:gd name="connsiteY85" fmla="*/ 1851480 h 2240205"/>
              <a:gd name="connsiteX86" fmla="*/ 4232517 w 12192000"/>
              <a:gd name="connsiteY86" fmla="*/ 1852567 h 2240205"/>
              <a:gd name="connsiteX87" fmla="*/ 4191732 w 12192000"/>
              <a:gd name="connsiteY87" fmla="*/ 1857328 h 2240205"/>
              <a:gd name="connsiteX88" fmla="*/ 4065532 w 12192000"/>
              <a:gd name="connsiteY88" fmla="*/ 1855477 h 2240205"/>
              <a:gd name="connsiteX89" fmla="*/ 4028460 w 12192000"/>
              <a:gd name="connsiteY89" fmla="*/ 1855137 h 2240205"/>
              <a:gd name="connsiteX90" fmla="*/ 4002267 w 12192000"/>
              <a:gd name="connsiteY90" fmla="*/ 1852352 h 2240205"/>
              <a:gd name="connsiteX91" fmla="*/ 3931396 w 12192000"/>
              <a:gd name="connsiteY91" fmla="*/ 1858915 h 2240205"/>
              <a:gd name="connsiteX92" fmla="*/ 3812162 w 12192000"/>
              <a:gd name="connsiteY92" fmla="*/ 1875501 h 2240205"/>
              <a:gd name="connsiteX93" fmla="*/ 3758105 w 12192000"/>
              <a:gd name="connsiteY93" fmla="*/ 1871856 h 2240205"/>
              <a:gd name="connsiteX94" fmla="*/ 3567259 w 12192000"/>
              <a:gd name="connsiteY94" fmla="*/ 1893482 h 2240205"/>
              <a:gd name="connsiteX95" fmla="*/ 3405770 w 12192000"/>
              <a:gd name="connsiteY95" fmla="*/ 1904591 h 2240205"/>
              <a:gd name="connsiteX96" fmla="*/ 3280097 w 12192000"/>
              <a:gd name="connsiteY96" fmla="*/ 1919610 h 2240205"/>
              <a:gd name="connsiteX97" fmla="*/ 3009910 w 12192000"/>
              <a:gd name="connsiteY97" fmla="*/ 1957866 h 2240205"/>
              <a:gd name="connsiteX98" fmla="*/ 2995934 w 12192000"/>
              <a:gd name="connsiteY98" fmla="*/ 1967085 h 2240205"/>
              <a:gd name="connsiteX99" fmla="*/ 2942858 w 12192000"/>
              <a:gd name="connsiteY99" fmla="*/ 1981367 h 2240205"/>
              <a:gd name="connsiteX100" fmla="*/ 2875436 w 12192000"/>
              <a:gd name="connsiteY100" fmla="*/ 1996977 h 2240205"/>
              <a:gd name="connsiteX101" fmla="*/ 2874892 w 12192000"/>
              <a:gd name="connsiteY101" fmla="*/ 1996085 h 2240205"/>
              <a:gd name="connsiteX102" fmla="*/ 2843662 w 12192000"/>
              <a:gd name="connsiteY102" fmla="*/ 1992498 h 2240205"/>
              <a:gd name="connsiteX103" fmla="*/ 2718916 w 12192000"/>
              <a:gd name="connsiteY103" fmla="*/ 1990867 h 2240205"/>
              <a:gd name="connsiteX104" fmla="*/ 2713522 w 12192000"/>
              <a:gd name="connsiteY104" fmla="*/ 1990173 h 2240205"/>
              <a:gd name="connsiteX105" fmla="*/ 2476147 w 12192000"/>
              <a:gd name="connsiteY105" fmla="*/ 1998305 h 2240205"/>
              <a:gd name="connsiteX106" fmla="*/ 2373568 w 12192000"/>
              <a:gd name="connsiteY106" fmla="*/ 2003219 h 2240205"/>
              <a:gd name="connsiteX107" fmla="*/ 2287219 w 12192000"/>
              <a:gd name="connsiteY107" fmla="*/ 1998750 h 2240205"/>
              <a:gd name="connsiteX108" fmla="*/ 2243069 w 12192000"/>
              <a:gd name="connsiteY108" fmla="*/ 2005321 h 2240205"/>
              <a:gd name="connsiteX109" fmla="*/ 2164831 w 12192000"/>
              <a:gd name="connsiteY109" fmla="*/ 2010143 h 2240205"/>
              <a:gd name="connsiteX110" fmla="*/ 2085228 w 12192000"/>
              <a:gd name="connsiteY110" fmla="*/ 2046431 h 2240205"/>
              <a:gd name="connsiteX111" fmla="*/ 2058061 w 12192000"/>
              <a:gd name="connsiteY111" fmla="*/ 2047942 h 2240205"/>
              <a:gd name="connsiteX112" fmla="*/ 2042244 w 12192000"/>
              <a:gd name="connsiteY112" fmla="*/ 2055560 h 2240205"/>
              <a:gd name="connsiteX113" fmla="*/ 1877728 w 12192000"/>
              <a:gd name="connsiteY113" fmla="*/ 2101004 h 2240205"/>
              <a:gd name="connsiteX114" fmla="*/ 1759056 w 12192000"/>
              <a:gd name="connsiteY114" fmla="*/ 2125608 h 2240205"/>
              <a:gd name="connsiteX115" fmla="*/ 1637948 w 12192000"/>
              <a:gd name="connsiteY115" fmla="*/ 2172597 h 2240205"/>
              <a:gd name="connsiteX116" fmla="*/ 1434549 w 12192000"/>
              <a:gd name="connsiteY116" fmla="*/ 2234522 h 2240205"/>
              <a:gd name="connsiteX117" fmla="*/ 1370962 w 12192000"/>
              <a:gd name="connsiteY117" fmla="*/ 2237474 h 2240205"/>
              <a:gd name="connsiteX118" fmla="*/ 1356367 w 12192000"/>
              <a:gd name="connsiteY118" fmla="*/ 2235089 h 2240205"/>
              <a:gd name="connsiteX119" fmla="*/ 1279765 w 12192000"/>
              <a:gd name="connsiteY119" fmla="*/ 2229639 h 2240205"/>
              <a:gd name="connsiteX120" fmla="*/ 1195347 w 12192000"/>
              <a:gd name="connsiteY120" fmla="*/ 2212354 h 2240205"/>
              <a:gd name="connsiteX121" fmla="*/ 970251 w 12192000"/>
              <a:gd name="connsiteY121" fmla="*/ 2221029 h 2240205"/>
              <a:gd name="connsiteX122" fmla="*/ 812914 w 12192000"/>
              <a:gd name="connsiteY122" fmla="*/ 2210095 h 2240205"/>
              <a:gd name="connsiteX123" fmla="*/ 776382 w 12192000"/>
              <a:gd name="connsiteY123" fmla="*/ 2204512 h 2240205"/>
              <a:gd name="connsiteX124" fmla="*/ 597225 w 12192000"/>
              <a:gd name="connsiteY124" fmla="*/ 2180999 h 2240205"/>
              <a:gd name="connsiteX125" fmla="*/ 520671 w 12192000"/>
              <a:gd name="connsiteY125" fmla="*/ 2180980 h 2240205"/>
              <a:gd name="connsiteX126" fmla="*/ 515024 w 12192000"/>
              <a:gd name="connsiteY126" fmla="*/ 2179258 h 2240205"/>
              <a:gd name="connsiteX127" fmla="*/ 413835 w 12192000"/>
              <a:gd name="connsiteY127" fmla="*/ 2156783 h 2240205"/>
              <a:gd name="connsiteX128" fmla="*/ 376513 w 12192000"/>
              <a:gd name="connsiteY128" fmla="*/ 2154014 h 2240205"/>
              <a:gd name="connsiteX129" fmla="*/ 273386 w 12192000"/>
              <a:gd name="connsiteY129" fmla="*/ 2142551 h 2240205"/>
              <a:gd name="connsiteX130" fmla="*/ 77641 w 12192000"/>
              <a:gd name="connsiteY130" fmla="*/ 2126835 h 2240205"/>
              <a:gd name="connsiteX131" fmla="*/ 37645 w 12192000"/>
              <a:gd name="connsiteY131" fmla="*/ 2115401 h 2240205"/>
              <a:gd name="connsiteX132" fmla="*/ 4572 w 12192000"/>
              <a:gd name="connsiteY132" fmla="*/ 2111091 h 2240205"/>
              <a:gd name="connsiteX133" fmla="*/ 0 w 12192000"/>
              <a:gd name="connsiteY133" fmla="*/ 2110468 h 2240205"/>
              <a:gd name="connsiteX134" fmla="*/ 0 w 12192000"/>
              <a:gd name="connsiteY13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42099 w 12192000"/>
              <a:gd name="connsiteY40" fmla="*/ 1336332 h 2240205"/>
              <a:gd name="connsiteX41" fmla="*/ 7902328 w 12192000"/>
              <a:gd name="connsiteY41" fmla="*/ 1345865 h 2240205"/>
              <a:gd name="connsiteX42" fmla="*/ 7840612 w 12192000"/>
              <a:gd name="connsiteY42" fmla="*/ 1369373 h 2240205"/>
              <a:gd name="connsiteX43" fmla="*/ 7786819 w 12192000"/>
              <a:gd name="connsiteY43" fmla="*/ 1378970 h 2240205"/>
              <a:gd name="connsiteX44" fmla="*/ 7548172 w 12192000"/>
              <a:gd name="connsiteY44" fmla="*/ 1417460 h 2240205"/>
              <a:gd name="connsiteX45" fmla="*/ 7483437 w 12192000"/>
              <a:gd name="connsiteY45" fmla="*/ 1478152 h 2240205"/>
              <a:gd name="connsiteX46" fmla="*/ 7377870 w 12192000"/>
              <a:gd name="connsiteY46" fmla="*/ 1523319 h 2240205"/>
              <a:gd name="connsiteX47" fmla="*/ 7230737 w 12192000"/>
              <a:gd name="connsiteY47" fmla="*/ 1562633 h 2240205"/>
              <a:gd name="connsiteX48" fmla="*/ 7224458 w 12192000"/>
              <a:gd name="connsiteY48" fmla="*/ 1573008 h 2240205"/>
              <a:gd name="connsiteX49" fmla="*/ 7183121 w 12192000"/>
              <a:gd name="connsiteY49" fmla="*/ 1595162 h 2240205"/>
              <a:gd name="connsiteX50" fmla="*/ 7164601 w 12192000"/>
              <a:gd name="connsiteY50" fmla="*/ 1606490 h 2240205"/>
              <a:gd name="connsiteX51" fmla="*/ 6900177 w 12192000"/>
              <a:gd name="connsiteY51" fmla="*/ 1636016 h 2240205"/>
              <a:gd name="connsiteX52" fmla="*/ 6795372 w 12192000"/>
              <a:gd name="connsiteY52" fmla="*/ 1644845 h 2240205"/>
              <a:gd name="connsiteX53" fmla="*/ 6692251 w 12192000"/>
              <a:gd name="connsiteY53" fmla="*/ 1656357 h 2240205"/>
              <a:gd name="connsiteX54" fmla="*/ 6655235 w 12192000"/>
              <a:gd name="connsiteY54" fmla="*/ 1661869 h 2240205"/>
              <a:gd name="connsiteX55" fmla="*/ 6554894 w 12192000"/>
              <a:gd name="connsiteY55" fmla="*/ 1664428 h 2240205"/>
              <a:gd name="connsiteX56" fmla="*/ 6516595 w 12192000"/>
              <a:gd name="connsiteY56" fmla="*/ 1667475 h 2240205"/>
              <a:gd name="connsiteX57" fmla="*/ 6508541 w 12192000"/>
              <a:gd name="connsiteY57" fmla="*/ 1668757 h 2240205"/>
              <a:gd name="connsiteX58" fmla="*/ 6471012 w 12192000"/>
              <a:gd name="connsiteY58" fmla="*/ 1678604 h 2240205"/>
              <a:gd name="connsiteX59" fmla="*/ 6364035 w 12192000"/>
              <a:gd name="connsiteY59" fmla="*/ 1667683 h 2240205"/>
              <a:gd name="connsiteX60" fmla="*/ 6243319 w 12192000"/>
              <a:gd name="connsiteY60" fmla="*/ 1695560 h 2240205"/>
              <a:gd name="connsiteX61" fmla="*/ 6098321 w 12192000"/>
              <a:gd name="connsiteY61" fmla="*/ 1721646 h 2240205"/>
              <a:gd name="connsiteX62" fmla="*/ 5880652 w 12192000"/>
              <a:gd name="connsiteY62" fmla="*/ 1779643 h 2240205"/>
              <a:gd name="connsiteX63" fmla="*/ 5785959 w 12192000"/>
              <a:gd name="connsiteY63" fmla="*/ 1775307 h 2240205"/>
              <a:gd name="connsiteX64" fmla="*/ 5643534 w 12192000"/>
              <a:gd name="connsiteY64" fmla="*/ 1802919 h 2240205"/>
              <a:gd name="connsiteX65" fmla="*/ 5518799 w 12192000"/>
              <a:gd name="connsiteY65" fmla="*/ 1818312 h 2240205"/>
              <a:gd name="connsiteX66" fmla="*/ 5505014 w 12192000"/>
              <a:gd name="connsiteY66" fmla="*/ 1819259 h 2240205"/>
              <a:gd name="connsiteX67" fmla="*/ 5453307 w 12192000"/>
              <a:gd name="connsiteY67" fmla="*/ 1815450 h 2240205"/>
              <a:gd name="connsiteX68" fmla="*/ 5221533 w 12192000"/>
              <a:gd name="connsiteY68" fmla="*/ 1846950 h 2240205"/>
              <a:gd name="connsiteX69" fmla="*/ 5149802 w 12192000"/>
              <a:gd name="connsiteY69" fmla="*/ 1844846 h 2240205"/>
              <a:gd name="connsiteX70" fmla="*/ 5114927 w 12192000"/>
              <a:gd name="connsiteY70" fmla="*/ 1847827 h 2240205"/>
              <a:gd name="connsiteX71" fmla="*/ 5108970 w 12192000"/>
              <a:gd name="connsiteY71" fmla="*/ 1847935 h 2240205"/>
              <a:gd name="connsiteX72" fmla="*/ 5067961 w 12192000"/>
              <a:gd name="connsiteY72" fmla="*/ 1845917 h 2240205"/>
              <a:gd name="connsiteX73" fmla="*/ 5007075 w 12192000"/>
              <a:gd name="connsiteY73" fmla="*/ 1838626 h 2240205"/>
              <a:gd name="connsiteX74" fmla="*/ 4944087 w 12192000"/>
              <a:gd name="connsiteY74" fmla="*/ 1823332 h 2240205"/>
              <a:gd name="connsiteX75" fmla="*/ 4907662 w 12192000"/>
              <a:gd name="connsiteY75" fmla="*/ 1816900 h 2240205"/>
              <a:gd name="connsiteX76" fmla="*/ 4882386 w 12192000"/>
              <a:gd name="connsiteY76" fmla="*/ 1809844 h 2240205"/>
              <a:gd name="connsiteX77" fmla="*/ 4811440 w 12192000"/>
              <a:gd name="connsiteY77" fmla="*/ 1804655 h 2240205"/>
              <a:gd name="connsiteX78" fmla="*/ 4691075 w 12192000"/>
              <a:gd name="connsiteY78" fmla="*/ 1801389 h 2240205"/>
              <a:gd name="connsiteX79" fmla="*/ 4640313 w 12192000"/>
              <a:gd name="connsiteY79" fmla="*/ 1784307 h 2240205"/>
              <a:gd name="connsiteX80" fmla="*/ 4536503 w 12192000"/>
              <a:gd name="connsiteY80" fmla="*/ 1785334 h 2240205"/>
              <a:gd name="connsiteX81" fmla="*/ 4513724 w 12192000"/>
              <a:gd name="connsiteY81" fmla="*/ 1791996 h 2240205"/>
              <a:gd name="connsiteX82" fmla="*/ 4459810 w 12192000"/>
              <a:gd name="connsiteY82" fmla="*/ 1797886 h 2240205"/>
              <a:gd name="connsiteX83" fmla="*/ 4379064 w 12192000"/>
              <a:gd name="connsiteY83" fmla="*/ 1817177 h 2240205"/>
              <a:gd name="connsiteX84" fmla="*/ 4290981 w 12192000"/>
              <a:gd name="connsiteY84" fmla="*/ 1839677 h 2240205"/>
              <a:gd name="connsiteX85" fmla="*/ 4238372 w 12192000"/>
              <a:gd name="connsiteY85" fmla="*/ 1851480 h 2240205"/>
              <a:gd name="connsiteX86" fmla="*/ 4232517 w 12192000"/>
              <a:gd name="connsiteY86" fmla="*/ 1852567 h 2240205"/>
              <a:gd name="connsiteX87" fmla="*/ 4191732 w 12192000"/>
              <a:gd name="connsiteY87" fmla="*/ 1857328 h 2240205"/>
              <a:gd name="connsiteX88" fmla="*/ 4065532 w 12192000"/>
              <a:gd name="connsiteY88" fmla="*/ 1855477 h 2240205"/>
              <a:gd name="connsiteX89" fmla="*/ 4028460 w 12192000"/>
              <a:gd name="connsiteY89" fmla="*/ 1855137 h 2240205"/>
              <a:gd name="connsiteX90" fmla="*/ 4002267 w 12192000"/>
              <a:gd name="connsiteY90" fmla="*/ 1852352 h 2240205"/>
              <a:gd name="connsiteX91" fmla="*/ 3931396 w 12192000"/>
              <a:gd name="connsiteY91" fmla="*/ 1858915 h 2240205"/>
              <a:gd name="connsiteX92" fmla="*/ 3812162 w 12192000"/>
              <a:gd name="connsiteY92" fmla="*/ 1875501 h 2240205"/>
              <a:gd name="connsiteX93" fmla="*/ 3758105 w 12192000"/>
              <a:gd name="connsiteY93" fmla="*/ 1871856 h 2240205"/>
              <a:gd name="connsiteX94" fmla="*/ 3567259 w 12192000"/>
              <a:gd name="connsiteY94" fmla="*/ 1893482 h 2240205"/>
              <a:gd name="connsiteX95" fmla="*/ 3405770 w 12192000"/>
              <a:gd name="connsiteY95" fmla="*/ 1904591 h 2240205"/>
              <a:gd name="connsiteX96" fmla="*/ 3280097 w 12192000"/>
              <a:gd name="connsiteY96" fmla="*/ 1919610 h 2240205"/>
              <a:gd name="connsiteX97" fmla="*/ 3009910 w 12192000"/>
              <a:gd name="connsiteY97" fmla="*/ 1957866 h 2240205"/>
              <a:gd name="connsiteX98" fmla="*/ 2995934 w 12192000"/>
              <a:gd name="connsiteY98" fmla="*/ 1967085 h 2240205"/>
              <a:gd name="connsiteX99" fmla="*/ 2942858 w 12192000"/>
              <a:gd name="connsiteY99" fmla="*/ 1981367 h 2240205"/>
              <a:gd name="connsiteX100" fmla="*/ 2875436 w 12192000"/>
              <a:gd name="connsiteY100" fmla="*/ 1996977 h 2240205"/>
              <a:gd name="connsiteX101" fmla="*/ 2874892 w 12192000"/>
              <a:gd name="connsiteY101" fmla="*/ 1996085 h 2240205"/>
              <a:gd name="connsiteX102" fmla="*/ 2843662 w 12192000"/>
              <a:gd name="connsiteY102" fmla="*/ 1992498 h 2240205"/>
              <a:gd name="connsiteX103" fmla="*/ 2718916 w 12192000"/>
              <a:gd name="connsiteY103" fmla="*/ 1990867 h 2240205"/>
              <a:gd name="connsiteX104" fmla="*/ 2713522 w 12192000"/>
              <a:gd name="connsiteY104" fmla="*/ 1990173 h 2240205"/>
              <a:gd name="connsiteX105" fmla="*/ 2476147 w 12192000"/>
              <a:gd name="connsiteY105" fmla="*/ 1998305 h 2240205"/>
              <a:gd name="connsiteX106" fmla="*/ 2373568 w 12192000"/>
              <a:gd name="connsiteY106" fmla="*/ 2003219 h 2240205"/>
              <a:gd name="connsiteX107" fmla="*/ 2287219 w 12192000"/>
              <a:gd name="connsiteY107" fmla="*/ 1998750 h 2240205"/>
              <a:gd name="connsiteX108" fmla="*/ 2243069 w 12192000"/>
              <a:gd name="connsiteY108" fmla="*/ 2005321 h 2240205"/>
              <a:gd name="connsiteX109" fmla="*/ 2164831 w 12192000"/>
              <a:gd name="connsiteY109" fmla="*/ 2010143 h 2240205"/>
              <a:gd name="connsiteX110" fmla="*/ 2085228 w 12192000"/>
              <a:gd name="connsiteY110" fmla="*/ 2046431 h 2240205"/>
              <a:gd name="connsiteX111" fmla="*/ 2058061 w 12192000"/>
              <a:gd name="connsiteY111" fmla="*/ 2047942 h 2240205"/>
              <a:gd name="connsiteX112" fmla="*/ 2042244 w 12192000"/>
              <a:gd name="connsiteY112" fmla="*/ 2055560 h 2240205"/>
              <a:gd name="connsiteX113" fmla="*/ 1877728 w 12192000"/>
              <a:gd name="connsiteY113" fmla="*/ 2101004 h 2240205"/>
              <a:gd name="connsiteX114" fmla="*/ 1759056 w 12192000"/>
              <a:gd name="connsiteY114" fmla="*/ 2125608 h 2240205"/>
              <a:gd name="connsiteX115" fmla="*/ 1637948 w 12192000"/>
              <a:gd name="connsiteY115" fmla="*/ 2172597 h 2240205"/>
              <a:gd name="connsiteX116" fmla="*/ 1434549 w 12192000"/>
              <a:gd name="connsiteY116" fmla="*/ 2234522 h 2240205"/>
              <a:gd name="connsiteX117" fmla="*/ 1370962 w 12192000"/>
              <a:gd name="connsiteY117" fmla="*/ 2237474 h 2240205"/>
              <a:gd name="connsiteX118" fmla="*/ 1356367 w 12192000"/>
              <a:gd name="connsiteY118" fmla="*/ 2235089 h 2240205"/>
              <a:gd name="connsiteX119" fmla="*/ 1279765 w 12192000"/>
              <a:gd name="connsiteY119" fmla="*/ 2229639 h 2240205"/>
              <a:gd name="connsiteX120" fmla="*/ 1195347 w 12192000"/>
              <a:gd name="connsiteY120" fmla="*/ 2212354 h 2240205"/>
              <a:gd name="connsiteX121" fmla="*/ 970251 w 12192000"/>
              <a:gd name="connsiteY121" fmla="*/ 2221029 h 2240205"/>
              <a:gd name="connsiteX122" fmla="*/ 812914 w 12192000"/>
              <a:gd name="connsiteY122" fmla="*/ 2210095 h 2240205"/>
              <a:gd name="connsiteX123" fmla="*/ 776382 w 12192000"/>
              <a:gd name="connsiteY123" fmla="*/ 2204512 h 2240205"/>
              <a:gd name="connsiteX124" fmla="*/ 597225 w 12192000"/>
              <a:gd name="connsiteY124" fmla="*/ 2180999 h 2240205"/>
              <a:gd name="connsiteX125" fmla="*/ 520671 w 12192000"/>
              <a:gd name="connsiteY125" fmla="*/ 2180980 h 2240205"/>
              <a:gd name="connsiteX126" fmla="*/ 515024 w 12192000"/>
              <a:gd name="connsiteY126" fmla="*/ 2179258 h 2240205"/>
              <a:gd name="connsiteX127" fmla="*/ 413835 w 12192000"/>
              <a:gd name="connsiteY127" fmla="*/ 2156783 h 2240205"/>
              <a:gd name="connsiteX128" fmla="*/ 376513 w 12192000"/>
              <a:gd name="connsiteY128" fmla="*/ 2154014 h 2240205"/>
              <a:gd name="connsiteX129" fmla="*/ 273386 w 12192000"/>
              <a:gd name="connsiteY129" fmla="*/ 2142551 h 2240205"/>
              <a:gd name="connsiteX130" fmla="*/ 77641 w 12192000"/>
              <a:gd name="connsiteY130" fmla="*/ 2126835 h 2240205"/>
              <a:gd name="connsiteX131" fmla="*/ 37645 w 12192000"/>
              <a:gd name="connsiteY131" fmla="*/ 2115401 h 2240205"/>
              <a:gd name="connsiteX132" fmla="*/ 4572 w 12192000"/>
              <a:gd name="connsiteY132" fmla="*/ 2111091 h 2240205"/>
              <a:gd name="connsiteX133" fmla="*/ 0 w 12192000"/>
              <a:gd name="connsiteY133" fmla="*/ 2110468 h 2240205"/>
              <a:gd name="connsiteX134" fmla="*/ 0 w 12192000"/>
              <a:gd name="connsiteY13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02328 w 12192000"/>
              <a:gd name="connsiteY40" fmla="*/ 1345865 h 2240205"/>
              <a:gd name="connsiteX41" fmla="*/ 7840612 w 12192000"/>
              <a:gd name="connsiteY41" fmla="*/ 1369373 h 2240205"/>
              <a:gd name="connsiteX42" fmla="*/ 7786819 w 12192000"/>
              <a:gd name="connsiteY42" fmla="*/ 1378970 h 2240205"/>
              <a:gd name="connsiteX43" fmla="*/ 7548172 w 12192000"/>
              <a:gd name="connsiteY43" fmla="*/ 1417460 h 2240205"/>
              <a:gd name="connsiteX44" fmla="*/ 7483437 w 12192000"/>
              <a:gd name="connsiteY44" fmla="*/ 1478152 h 2240205"/>
              <a:gd name="connsiteX45" fmla="*/ 7377870 w 12192000"/>
              <a:gd name="connsiteY45" fmla="*/ 1523319 h 2240205"/>
              <a:gd name="connsiteX46" fmla="*/ 7230737 w 12192000"/>
              <a:gd name="connsiteY46" fmla="*/ 1562633 h 2240205"/>
              <a:gd name="connsiteX47" fmla="*/ 7224458 w 12192000"/>
              <a:gd name="connsiteY47" fmla="*/ 1573008 h 2240205"/>
              <a:gd name="connsiteX48" fmla="*/ 7183121 w 12192000"/>
              <a:gd name="connsiteY48" fmla="*/ 1595162 h 2240205"/>
              <a:gd name="connsiteX49" fmla="*/ 7164601 w 12192000"/>
              <a:gd name="connsiteY49" fmla="*/ 1606490 h 2240205"/>
              <a:gd name="connsiteX50" fmla="*/ 6900177 w 12192000"/>
              <a:gd name="connsiteY50" fmla="*/ 1636016 h 2240205"/>
              <a:gd name="connsiteX51" fmla="*/ 6795372 w 12192000"/>
              <a:gd name="connsiteY51" fmla="*/ 1644845 h 2240205"/>
              <a:gd name="connsiteX52" fmla="*/ 6692251 w 12192000"/>
              <a:gd name="connsiteY52" fmla="*/ 1656357 h 2240205"/>
              <a:gd name="connsiteX53" fmla="*/ 6655235 w 12192000"/>
              <a:gd name="connsiteY53" fmla="*/ 1661869 h 2240205"/>
              <a:gd name="connsiteX54" fmla="*/ 6554894 w 12192000"/>
              <a:gd name="connsiteY54" fmla="*/ 1664428 h 2240205"/>
              <a:gd name="connsiteX55" fmla="*/ 6516595 w 12192000"/>
              <a:gd name="connsiteY55" fmla="*/ 1667475 h 2240205"/>
              <a:gd name="connsiteX56" fmla="*/ 6508541 w 12192000"/>
              <a:gd name="connsiteY56" fmla="*/ 1668757 h 2240205"/>
              <a:gd name="connsiteX57" fmla="*/ 6471012 w 12192000"/>
              <a:gd name="connsiteY57" fmla="*/ 1678604 h 2240205"/>
              <a:gd name="connsiteX58" fmla="*/ 6364035 w 12192000"/>
              <a:gd name="connsiteY58" fmla="*/ 1667683 h 2240205"/>
              <a:gd name="connsiteX59" fmla="*/ 6243319 w 12192000"/>
              <a:gd name="connsiteY59" fmla="*/ 1695560 h 2240205"/>
              <a:gd name="connsiteX60" fmla="*/ 6098321 w 12192000"/>
              <a:gd name="connsiteY60" fmla="*/ 1721646 h 2240205"/>
              <a:gd name="connsiteX61" fmla="*/ 5880652 w 12192000"/>
              <a:gd name="connsiteY61" fmla="*/ 1779643 h 2240205"/>
              <a:gd name="connsiteX62" fmla="*/ 5785959 w 12192000"/>
              <a:gd name="connsiteY62" fmla="*/ 1775307 h 2240205"/>
              <a:gd name="connsiteX63" fmla="*/ 5643534 w 12192000"/>
              <a:gd name="connsiteY63" fmla="*/ 1802919 h 2240205"/>
              <a:gd name="connsiteX64" fmla="*/ 5518799 w 12192000"/>
              <a:gd name="connsiteY64" fmla="*/ 1818312 h 2240205"/>
              <a:gd name="connsiteX65" fmla="*/ 5505014 w 12192000"/>
              <a:gd name="connsiteY65" fmla="*/ 1819259 h 2240205"/>
              <a:gd name="connsiteX66" fmla="*/ 5453307 w 12192000"/>
              <a:gd name="connsiteY66" fmla="*/ 1815450 h 2240205"/>
              <a:gd name="connsiteX67" fmla="*/ 5221533 w 12192000"/>
              <a:gd name="connsiteY67" fmla="*/ 1846950 h 2240205"/>
              <a:gd name="connsiteX68" fmla="*/ 5149802 w 12192000"/>
              <a:gd name="connsiteY68" fmla="*/ 1844846 h 2240205"/>
              <a:gd name="connsiteX69" fmla="*/ 5114927 w 12192000"/>
              <a:gd name="connsiteY69" fmla="*/ 1847827 h 2240205"/>
              <a:gd name="connsiteX70" fmla="*/ 5108970 w 12192000"/>
              <a:gd name="connsiteY70" fmla="*/ 1847935 h 2240205"/>
              <a:gd name="connsiteX71" fmla="*/ 5067961 w 12192000"/>
              <a:gd name="connsiteY71" fmla="*/ 1845917 h 2240205"/>
              <a:gd name="connsiteX72" fmla="*/ 5007075 w 12192000"/>
              <a:gd name="connsiteY72" fmla="*/ 1838626 h 2240205"/>
              <a:gd name="connsiteX73" fmla="*/ 4944087 w 12192000"/>
              <a:gd name="connsiteY73" fmla="*/ 1823332 h 2240205"/>
              <a:gd name="connsiteX74" fmla="*/ 4907662 w 12192000"/>
              <a:gd name="connsiteY74" fmla="*/ 1816900 h 2240205"/>
              <a:gd name="connsiteX75" fmla="*/ 4882386 w 12192000"/>
              <a:gd name="connsiteY75" fmla="*/ 1809844 h 2240205"/>
              <a:gd name="connsiteX76" fmla="*/ 4811440 w 12192000"/>
              <a:gd name="connsiteY76" fmla="*/ 1804655 h 2240205"/>
              <a:gd name="connsiteX77" fmla="*/ 4691075 w 12192000"/>
              <a:gd name="connsiteY77" fmla="*/ 1801389 h 2240205"/>
              <a:gd name="connsiteX78" fmla="*/ 4640313 w 12192000"/>
              <a:gd name="connsiteY78" fmla="*/ 1784307 h 2240205"/>
              <a:gd name="connsiteX79" fmla="*/ 4536503 w 12192000"/>
              <a:gd name="connsiteY79" fmla="*/ 1785334 h 2240205"/>
              <a:gd name="connsiteX80" fmla="*/ 4513724 w 12192000"/>
              <a:gd name="connsiteY80" fmla="*/ 1791996 h 2240205"/>
              <a:gd name="connsiteX81" fmla="*/ 4459810 w 12192000"/>
              <a:gd name="connsiteY81" fmla="*/ 1797886 h 2240205"/>
              <a:gd name="connsiteX82" fmla="*/ 4379064 w 12192000"/>
              <a:gd name="connsiteY82" fmla="*/ 1817177 h 2240205"/>
              <a:gd name="connsiteX83" fmla="*/ 4290981 w 12192000"/>
              <a:gd name="connsiteY83" fmla="*/ 1839677 h 2240205"/>
              <a:gd name="connsiteX84" fmla="*/ 4238372 w 12192000"/>
              <a:gd name="connsiteY84" fmla="*/ 1851480 h 2240205"/>
              <a:gd name="connsiteX85" fmla="*/ 4232517 w 12192000"/>
              <a:gd name="connsiteY85" fmla="*/ 1852567 h 2240205"/>
              <a:gd name="connsiteX86" fmla="*/ 4191732 w 12192000"/>
              <a:gd name="connsiteY86" fmla="*/ 1857328 h 2240205"/>
              <a:gd name="connsiteX87" fmla="*/ 4065532 w 12192000"/>
              <a:gd name="connsiteY87" fmla="*/ 1855477 h 2240205"/>
              <a:gd name="connsiteX88" fmla="*/ 4028460 w 12192000"/>
              <a:gd name="connsiteY88" fmla="*/ 1855137 h 2240205"/>
              <a:gd name="connsiteX89" fmla="*/ 4002267 w 12192000"/>
              <a:gd name="connsiteY89" fmla="*/ 1852352 h 2240205"/>
              <a:gd name="connsiteX90" fmla="*/ 3931396 w 12192000"/>
              <a:gd name="connsiteY90" fmla="*/ 1858915 h 2240205"/>
              <a:gd name="connsiteX91" fmla="*/ 3812162 w 12192000"/>
              <a:gd name="connsiteY91" fmla="*/ 1875501 h 2240205"/>
              <a:gd name="connsiteX92" fmla="*/ 3758105 w 12192000"/>
              <a:gd name="connsiteY92" fmla="*/ 1871856 h 2240205"/>
              <a:gd name="connsiteX93" fmla="*/ 3567259 w 12192000"/>
              <a:gd name="connsiteY93" fmla="*/ 1893482 h 2240205"/>
              <a:gd name="connsiteX94" fmla="*/ 3405770 w 12192000"/>
              <a:gd name="connsiteY94" fmla="*/ 1904591 h 2240205"/>
              <a:gd name="connsiteX95" fmla="*/ 3280097 w 12192000"/>
              <a:gd name="connsiteY95" fmla="*/ 1919610 h 2240205"/>
              <a:gd name="connsiteX96" fmla="*/ 3009910 w 12192000"/>
              <a:gd name="connsiteY96" fmla="*/ 1957866 h 2240205"/>
              <a:gd name="connsiteX97" fmla="*/ 2995934 w 12192000"/>
              <a:gd name="connsiteY97" fmla="*/ 1967085 h 2240205"/>
              <a:gd name="connsiteX98" fmla="*/ 2942858 w 12192000"/>
              <a:gd name="connsiteY98" fmla="*/ 1981367 h 2240205"/>
              <a:gd name="connsiteX99" fmla="*/ 2875436 w 12192000"/>
              <a:gd name="connsiteY99" fmla="*/ 1996977 h 2240205"/>
              <a:gd name="connsiteX100" fmla="*/ 2874892 w 12192000"/>
              <a:gd name="connsiteY100" fmla="*/ 1996085 h 2240205"/>
              <a:gd name="connsiteX101" fmla="*/ 2843662 w 12192000"/>
              <a:gd name="connsiteY101" fmla="*/ 1992498 h 2240205"/>
              <a:gd name="connsiteX102" fmla="*/ 2718916 w 12192000"/>
              <a:gd name="connsiteY102" fmla="*/ 1990867 h 2240205"/>
              <a:gd name="connsiteX103" fmla="*/ 2713522 w 12192000"/>
              <a:gd name="connsiteY103" fmla="*/ 1990173 h 2240205"/>
              <a:gd name="connsiteX104" fmla="*/ 2476147 w 12192000"/>
              <a:gd name="connsiteY104" fmla="*/ 1998305 h 2240205"/>
              <a:gd name="connsiteX105" fmla="*/ 2373568 w 12192000"/>
              <a:gd name="connsiteY105" fmla="*/ 2003219 h 2240205"/>
              <a:gd name="connsiteX106" fmla="*/ 2287219 w 12192000"/>
              <a:gd name="connsiteY106" fmla="*/ 1998750 h 2240205"/>
              <a:gd name="connsiteX107" fmla="*/ 2243069 w 12192000"/>
              <a:gd name="connsiteY107" fmla="*/ 2005321 h 2240205"/>
              <a:gd name="connsiteX108" fmla="*/ 2164831 w 12192000"/>
              <a:gd name="connsiteY108" fmla="*/ 2010143 h 2240205"/>
              <a:gd name="connsiteX109" fmla="*/ 2085228 w 12192000"/>
              <a:gd name="connsiteY109" fmla="*/ 2046431 h 2240205"/>
              <a:gd name="connsiteX110" fmla="*/ 2058061 w 12192000"/>
              <a:gd name="connsiteY110" fmla="*/ 2047942 h 2240205"/>
              <a:gd name="connsiteX111" fmla="*/ 2042244 w 12192000"/>
              <a:gd name="connsiteY111" fmla="*/ 2055560 h 2240205"/>
              <a:gd name="connsiteX112" fmla="*/ 1877728 w 12192000"/>
              <a:gd name="connsiteY112" fmla="*/ 2101004 h 2240205"/>
              <a:gd name="connsiteX113" fmla="*/ 1759056 w 12192000"/>
              <a:gd name="connsiteY113" fmla="*/ 2125608 h 2240205"/>
              <a:gd name="connsiteX114" fmla="*/ 1637948 w 12192000"/>
              <a:gd name="connsiteY114" fmla="*/ 2172597 h 2240205"/>
              <a:gd name="connsiteX115" fmla="*/ 1434549 w 12192000"/>
              <a:gd name="connsiteY115" fmla="*/ 2234522 h 2240205"/>
              <a:gd name="connsiteX116" fmla="*/ 1370962 w 12192000"/>
              <a:gd name="connsiteY116" fmla="*/ 2237474 h 2240205"/>
              <a:gd name="connsiteX117" fmla="*/ 1356367 w 12192000"/>
              <a:gd name="connsiteY117" fmla="*/ 2235089 h 2240205"/>
              <a:gd name="connsiteX118" fmla="*/ 1279765 w 12192000"/>
              <a:gd name="connsiteY118" fmla="*/ 2229639 h 2240205"/>
              <a:gd name="connsiteX119" fmla="*/ 1195347 w 12192000"/>
              <a:gd name="connsiteY119" fmla="*/ 2212354 h 2240205"/>
              <a:gd name="connsiteX120" fmla="*/ 970251 w 12192000"/>
              <a:gd name="connsiteY120" fmla="*/ 2221029 h 2240205"/>
              <a:gd name="connsiteX121" fmla="*/ 812914 w 12192000"/>
              <a:gd name="connsiteY121" fmla="*/ 2210095 h 2240205"/>
              <a:gd name="connsiteX122" fmla="*/ 776382 w 12192000"/>
              <a:gd name="connsiteY122" fmla="*/ 2204512 h 2240205"/>
              <a:gd name="connsiteX123" fmla="*/ 597225 w 12192000"/>
              <a:gd name="connsiteY123" fmla="*/ 2180999 h 2240205"/>
              <a:gd name="connsiteX124" fmla="*/ 520671 w 12192000"/>
              <a:gd name="connsiteY124" fmla="*/ 2180980 h 2240205"/>
              <a:gd name="connsiteX125" fmla="*/ 515024 w 12192000"/>
              <a:gd name="connsiteY125" fmla="*/ 2179258 h 2240205"/>
              <a:gd name="connsiteX126" fmla="*/ 413835 w 12192000"/>
              <a:gd name="connsiteY126" fmla="*/ 2156783 h 2240205"/>
              <a:gd name="connsiteX127" fmla="*/ 376513 w 12192000"/>
              <a:gd name="connsiteY127" fmla="*/ 2154014 h 2240205"/>
              <a:gd name="connsiteX128" fmla="*/ 273386 w 12192000"/>
              <a:gd name="connsiteY128" fmla="*/ 2142551 h 2240205"/>
              <a:gd name="connsiteX129" fmla="*/ 77641 w 12192000"/>
              <a:gd name="connsiteY129" fmla="*/ 2126835 h 2240205"/>
              <a:gd name="connsiteX130" fmla="*/ 37645 w 12192000"/>
              <a:gd name="connsiteY130" fmla="*/ 2115401 h 2240205"/>
              <a:gd name="connsiteX131" fmla="*/ 4572 w 12192000"/>
              <a:gd name="connsiteY131" fmla="*/ 2111091 h 2240205"/>
              <a:gd name="connsiteX132" fmla="*/ 0 w 12192000"/>
              <a:gd name="connsiteY132" fmla="*/ 2110468 h 2240205"/>
              <a:gd name="connsiteX133" fmla="*/ 0 w 12192000"/>
              <a:gd name="connsiteY133"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02328 w 12192000"/>
              <a:gd name="connsiteY40" fmla="*/ 1345865 h 2240205"/>
              <a:gd name="connsiteX41" fmla="*/ 7840612 w 12192000"/>
              <a:gd name="connsiteY41" fmla="*/ 1369373 h 2240205"/>
              <a:gd name="connsiteX42" fmla="*/ 7786819 w 12192000"/>
              <a:gd name="connsiteY42" fmla="*/ 1378970 h 2240205"/>
              <a:gd name="connsiteX43" fmla="*/ 7548172 w 12192000"/>
              <a:gd name="connsiteY43" fmla="*/ 1417460 h 2240205"/>
              <a:gd name="connsiteX44" fmla="*/ 7483437 w 12192000"/>
              <a:gd name="connsiteY44" fmla="*/ 1478152 h 2240205"/>
              <a:gd name="connsiteX45" fmla="*/ 7377870 w 12192000"/>
              <a:gd name="connsiteY45" fmla="*/ 1523319 h 2240205"/>
              <a:gd name="connsiteX46" fmla="*/ 7230737 w 12192000"/>
              <a:gd name="connsiteY46" fmla="*/ 1562633 h 2240205"/>
              <a:gd name="connsiteX47" fmla="*/ 7224458 w 12192000"/>
              <a:gd name="connsiteY47" fmla="*/ 1573008 h 2240205"/>
              <a:gd name="connsiteX48" fmla="*/ 7183121 w 12192000"/>
              <a:gd name="connsiteY48" fmla="*/ 1595162 h 2240205"/>
              <a:gd name="connsiteX49" fmla="*/ 7164601 w 12192000"/>
              <a:gd name="connsiteY49" fmla="*/ 1606490 h 2240205"/>
              <a:gd name="connsiteX50" fmla="*/ 6900177 w 12192000"/>
              <a:gd name="connsiteY50" fmla="*/ 1636016 h 2240205"/>
              <a:gd name="connsiteX51" fmla="*/ 6795372 w 12192000"/>
              <a:gd name="connsiteY51" fmla="*/ 1644845 h 2240205"/>
              <a:gd name="connsiteX52" fmla="*/ 6692251 w 12192000"/>
              <a:gd name="connsiteY52" fmla="*/ 1656357 h 2240205"/>
              <a:gd name="connsiteX53" fmla="*/ 6655235 w 12192000"/>
              <a:gd name="connsiteY53" fmla="*/ 1661869 h 2240205"/>
              <a:gd name="connsiteX54" fmla="*/ 6554894 w 12192000"/>
              <a:gd name="connsiteY54" fmla="*/ 1664428 h 2240205"/>
              <a:gd name="connsiteX55" fmla="*/ 6516595 w 12192000"/>
              <a:gd name="connsiteY55" fmla="*/ 1667475 h 2240205"/>
              <a:gd name="connsiteX56" fmla="*/ 6508541 w 12192000"/>
              <a:gd name="connsiteY56" fmla="*/ 1668757 h 2240205"/>
              <a:gd name="connsiteX57" fmla="*/ 6471012 w 12192000"/>
              <a:gd name="connsiteY57" fmla="*/ 1678604 h 2240205"/>
              <a:gd name="connsiteX58" fmla="*/ 6364035 w 12192000"/>
              <a:gd name="connsiteY58" fmla="*/ 1667683 h 2240205"/>
              <a:gd name="connsiteX59" fmla="*/ 6243319 w 12192000"/>
              <a:gd name="connsiteY59" fmla="*/ 1695560 h 2240205"/>
              <a:gd name="connsiteX60" fmla="*/ 6098321 w 12192000"/>
              <a:gd name="connsiteY60" fmla="*/ 1721646 h 2240205"/>
              <a:gd name="connsiteX61" fmla="*/ 5880652 w 12192000"/>
              <a:gd name="connsiteY61" fmla="*/ 1779643 h 2240205"/>
              <a:gd name="connsiteX62" fmla="*/ 5785959 w 12192000"/>
              <a:gd name="connsiteY62" fmla="*/ 1775307 h 2240205"/>
              <a:gd name="connsiteX63" fmla="*/ 5643534 w 12192000"/>
              <a:gd name="connsiteY63" fmla="*/ 1802919 h 2240205"/>
              <a:gd name="connsiteX64" fmla="*/ 5518799 w 12192000"/>
              <a:gd name="connsiteY64" fmla="*/ 1818312 h 2240205"/>
              <a:gd name="connsiteX65" fmla="*/ 5505014 w 12192000"/>
              <a:gd name="connsiteY65" fmla="*/ 1819259 h 2240205"/>
              <a:gd name="connsiteX66" fmla="*/ 5453307 w 12192000"/>
              <a:gd name="connsiteY66" fmla="*/ 1815450 h 2240205"/>
              <a:gd name="connsiteX67" fmla="*/ 5221533 w 12192000"/>
              <a:gd name="connsiteY67" fmla="*/ 1846950 h 2240205"/>
              <a:gd name="connsiteX68" fmla="*/ 5149802 w 12192000"/>
              <a:gd name="connsiteY68" fmla="*/ 1844846 h 2240205"/>
              <a:gd name="connsiteX69" fmla="*/ 5114927 w 12192000"/>
              <a:gd name="connsiteY69" fmla="*/ 1847827 h 2240205"/>
              <a:gd name="connsiteX70" fmla="*/ 5108970 w 12192000"/>
              <a:gd name="connsiteY70" fmla="*/ 1847935 h 2240205"/>
              <a:gd name="connsiteX71" fmla="*/ 5067961 w 12192000"/>
              <a:gd name="connsiteY71" fmla="*/ 1845917 h 2240205"/>
              <a:gd name="connsiteX72" fmla="*/ 5007075 w 12192000"/>
              <a:gd name="connsiteY72" fmla="*/ 1838626 h 2240205"/>
              <a:gd name="connsiteX73" fmla="*/ 4944087 w 12192000"/>
              <a:gd name="connsiteY73" fmla="*/ 1823332 h 2240205"/>
              <a:gd name="connsiteX74" fmla="*/ 4907662 w 12192000"/>
              <a:gd name="connsiteY74" fmla="*/ 1816900 h 2240205"/>
              <a:gd name="connsiteX75" fmla="*/ 4882386 w 12192000"/>
              <a:gd name="connsiteY75" fmla="*/ 1809844 h 2240205"/>
              <a:gd name="connsiteX76" fmla="*/ 4811440 w 12192000"/>
              <a:gd name="connsiteY76" fmla="*/ 1804655 h 2240205"/>
              <a:gd name="connsiteX77" fmla="*/ 4691075 w 12192000"/>
              <a:gd name="connsiteY77" fmla="*/ 1801389 h 2240205"/>
              <a:gd name="connsiteX78" fmla="*/ 4640313 w 12192000"/>
              <a:gd name="connsiteY78" fmla="*/ 1784307 h 2240205"/>
              <a:gd name="connsiteX79" fmla="*/ 4536503 w 12192000"/>
              <a:gd name="connsiteY79" fmla="*/ 1785334 h 2240205"/>
              <a:gd name="connsiteX80" fmla="*/ 4513724 w 12192000"/>
              <a:gd name="connsiteY80" fmla="*/ 1791996 h 2240205"/>
              <a:gd name="connsiteX81" fmla="*/ 4459810 w 12192000"/>
              <a:gd name="connsiteY81" fmla="*/ 1797886 h 2240205"/>
              <a:gd name="connsiteX82" fmla="*/ 4379064 w 12192000"/>
              <a:gd name="connsiteY82" fmla="*/ 1817177 h 2240205"/>
              <a:gd name="connsiteX83" fmla="*/ 4290981 w 12192000"/>
              <a:gd name="connsiteY83" fmla="*/ 1839677 h 2240205"/>
              <a:gd name="connsiteX84" fmla="*/ 4238372 w 12192000"/>
              <a:gd name="connsiteY84" fmla="*/ 1851480 h 2240205"/>
              <a:gd name="connsiteX85" fmla="*/ 4232517 w 12192000"/>
              <a:gd name="connsiteY85" fmla="*/ 1852567 h 2240205"/>
              <a:gd name="connsiteX86" fmla="*/ 4191732 w 12192000"/>
              <a:gd name="connsiteY86" fmla="*/ 1857328 h 2240205"/>
              <a:gd name="connsiteX87" fmla="*/ 4065532 w 12192000"/>
              <a:gd name="connsiteY87" fmla="*/ 1855477 h 2240205"/>
              <a:gd name="connsiteX88" fmla="*/ 4028460 w 12192000"/>
              <a:gd name="connsiteY88" fmla="*/ 1855137 h 2240205"/>
              <a:gd name="connsiteX89" fmla="*/ 4002267 w 12192000"/>
              <a:gd name="connsiteY89" fmla="*/ 1852352 h 2240205"/>
              <a:gd name="connsiteX90" fmla="*/ 3931396 w 12192000"/>
              <a:gd name="connsiteY90" fmla="*/ 1858915 h 2240205"/>
              <a:gd name="connsiteX91" fmla="*/ 3812162 w 12192000"/>
              <a:gd name="connsiteY91" fmla="*/ 1875501 h 2240205"/>
              <a:gd name="connsiteX92" fmla="*/ 3758105 w 12192000"/>
              <a:gd name="connsiteY92" fmla="*/ 1871856 h 2240205"/>
              <a:gd name="connsiteX93" fmla="*/ 3567259 w 12192000"/>
              <a:gd name="connsiteY93" fmla="*/ 1893482 h 2240205"/>
              <a:gd name="connsiteX94" fmla="*/ 3405770 w 12192000"/>
              <a:gd name="connsiteY94" fmla="*/ 1904591 h 2240205"/>
              <a:gd name="connsiteX95" fmla="*/ 3280097 w 12192000"/>
              <a:gd name="connsiteY95" fmla="*/ 1919610 h 2240205"/>
              <a:gd name="connsiteX96" fmla="*/ 3009910 w 12192000"/>
              <a:gd name="connsiteY96" fmla="*/ 1957866 h 2240205"/>
              <a:gd name="connsiteX97" fmla="*/ 2995934 w 12192000"/>
              <a:gd name="connsiteY97" fmla="*/ 1967085 h 2240205"/>
              <a:gd name="connsiteX98" fmla="*/ 2942858 w 12192000"/>
              <a:gd name="connsiteY98" fmla="*/ 1981367 h 2240205"/>
              <a:gd name="connsiteX99" fmla="*/ 2875436 w 12192000"/>
              <a:gd name="connsiteY99" fmla="*/ 1996977 h 2240205"/>
              <a:gd name="connsiteX100" fmla="*/ 2874892 w 12192000"/>
              <a:gd name="connsiteY100" fmla="*/ 1996085 h 2240205"/>
              <a:gd name="connsiteX101" fmla="*/ 2843662 w 12192000"/>
              <a:gd name="connsiteY101" fmla="*/ 1992498 h 2240205"/>
              <a:gd name="connsiteX102" fmla="*/ 2718916 w 12192000"/>
              <a:gd name="connsiteY102" fmla="*/ 1990867 h 2240205"/>
              <a:gd name="connsiteX103" fmla="*/ 2713522 w 12192000"/>
              <a:gd name="connsiteY103" fmla="*/ 1990173 h 2240205"/>
              <a:gd name="connsiteX104" fmla="*/ 2476147 w 12192000"/>
              <a:gd name="connsiteY104" fmla="*/ 1998305 h 2240205"/>
              <a:gd name="connsiteX105" fmla="*/ 2373568 w 12192000"/>
              <a:gd name="connsiteY105" fmla="*/ 2003219 h 2240205"/>
              <a:gd name="connsiteX106" fmla="*/ 2287219 w 12192000"/>
              <a:gd name="connsiteY106" fmla="*/ 1998750 h 2240205"/>
              <a:gd name="connsiteX107" fmla="*/ 2243069 w 12192000"/>
              <a:gd name="connsiteY107" fmla="*/ 2005321 h 2240205"/>
              <a:gd name="connsiteX108" fmla="*/ 2164831 w 12192000"/>
              <a:gd name="connsiteY108" fmla="*/ 2010143 h 2240205"/>
              <a:gd name="connsiteX109" fmla="*/ 2085228 w 12192000"/>
              <a:gd name="connsiteY109" fmla="*/ 2046431 h 2240205"/>
              <a:gd name="connsiteX110" fmla="*/ 2058061 w 12192000"/>
              <a:gd name="connsiteY110" fmla="*/ 2047942 h 2240205"/>
              <a:gd name="connsiteX111" fmla="*/ 2042244 w 12192000"/>
              <a:gd name="connsiteY111" fmla="*/ 2055560 h 2240205"/>
              <a:gd name="connsiteX112" fmla="*/ 1877728 w 12192000"/>
              <a:gd name="connsiteY112" fmla="*/ 2101004 h 2240205"/>
              <a:gd name="connsiteX113" fmla="*/ 1759056 w 12192000"/>
              <a:gd name="connsiteY113" fmla="*/ 2125608 h 2240205"/>
              <a:gd name="connsiteX114" fmla="*/ 1637948 w 12192000"/>
              <a:gd name="connsiteY114" fmla="*/ 2172597 h 2240205"/>
              <a:gd name="connsiteX115" fmla="*/ 1434549 w 12192000"/>
              <a:gd name="connsiteY115" fmla="*/ 2234522 h 2240205"/>
              <a:gd name="connsiteX116" fmla="*/ 1370962 w 12192000"/>
              <a:gd name="connsiteY116" fmla="*/ 2237474 h 2240205"/>
              <a:gd name="connsiteX117" fmla="*/ 1356367 w 12192000"/>
              <a:gd name="connsiteY117" fmla="*/ 2235089 h 2240205"/>
              <a:gd name="connsiteX118" fmla="*/ 1279765 w 12192000"/>
              <a:gd name="connsiteY118" fmla="*/ 2229639 h 2240205"/>
              <a:gd name="connsiteX119" fmla="*/ 1195347 w 12192000"/>
              <a:gd name="connsiteY119" fmla="*/ 2212354 h 2240205"/>
              <a:gd name="connsiteX120" fmla="*/ 970251 w 12192000"/>
              <a:gd name="connsiteY120" fmla="*/ 2221029 h 2240205"/>
              <a:gd name="connsiteX121" fmla="*/ 812914 w 12192000"/>
              <a:gd name="connsiteY121" fmla="*/ 2210095 h 2240205"/>
              <a:gd name="connsiteX122" fmla="*/ 776382 w 12192000"/>
              <a:gd name="connsiteY122" fmla="*/ 2204512 h 2240205"/>
              <a:gd name="connsiteX123" fmla="*/ 597225 w 12192000"/>
              <a:gd name="connsiteY123" fmla="*/ 2180999 h 2240205"/>
              <a:gd name="connsiteX124" fmla="*/ 520671 w 12192000"/>
              <a:gd name="connsiteY124" fmla="*/ 2180980 h 2240205"/>
              <a:gd name="connsiteX125" fmla="*/ 515024 w 12192000"/>
              <a:gd name="connsiteY125" fmla="*/ 2179258 h 2240205"/>
              <a:gd name="connsiteX126" fmla="*/ 413835 w 12192000"/>
              <a:gd name="connsiteY126" fmla="*/ 2156783 h 2240205"/>
              <a:gd name="connsiteX127" fmla="*/ 376513 w 12192000"/>
              <a:gd name="connsiteY127" fmla="*/ 2154014 h 2240205"/>
              <a:gd name="connsiteX128" fmla="*/ 273386 w 12192000"/>
              <a:gd name="connsiteY128" fmla="*/ 2142551 h 2240205"/>
              <a:gd name="connsiteX129" fmla="*/ 77641 w 12192000"/>
              <a:gd name="connsiteY129" fmla="*/ 2126835 h 2240205"/>
              <a:gd name="connsiteX130" fmla="*/ 37645 w 12192000"/>
              <a:gd name="connsiteY130" fmla="*/ 2115401 h 2240205"/>
              <a:gd name="connsiteX131" fmla="*/ 4572 w 12192000"/>
              <a:gd name="connsiteY131" fmla="*/ 2111091 h 2240205"/>
              <a:gd name="connsiteX132" fmla="*/ 0 w 12192000"/>
              <a:gd name="connsiteY132" fmla="*/ 2110468 h 2240205"/>
              <a:gd name="connsiteX133" fmla="*/ 0 w 12192000"/>
              <a:gd name="connsiteY133"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44189 w 12192000"/>
              <a:gd name="connsiteY20" fmla="*/ 938966 h 2240205"/>
              <a:gd name="connsiteX21" fmla="*/ 9500499 w 12192000"/>
              <a:gd name="connsiteY21" fmla="*/ 954680 h 2240205"/>
              <a:gd name="connsiteX22" fmla="*/ 9410017 w 12192000"/>
              <a:gd name="connsiteY22" fmla="*/ 993931 h 2240205"/>
              <a:gd name="connsiteX23" fmla="*/ 9392919 w 12192000"/>
              <a:gd name="connsiteY23" fmla="*/ 994656 h 2240205"/>
              <a:gd name="connsiteX24" fmla="*/ 9268019 w 12192000"/>
              <a:gd name="connsiteY24" fmla="*/ 1007442 h 2240205"/>
              <a:gd name="connsiteX25" fmla="*/ 9188177 w 12192000"/>
              <a:gd name="connsiteY25" fmla="*/ 1035474 h 2240205"/>
              <a:gd name="connsiteX26" fmla="*/ 9155969 w 12192000"/>
              <a:gd name="connsiteY26" fmla="*/ 1046804 h 2240205"/>
              <a:gd name="connsiteX27" fmla="*/ 9133985 w 12192000"/>
              <a:gd name="connsiteY27" fmla="*/ 1046450 h 2240205"/>
              <a:gd name="connsiteX28" fmla="*/ 9003462 w 12192000"/>
              <a:gd name="connsiteY28" fmla="*/ 1042406 h 2240205"/>
              <a:gd name="connsiteX29" fmla="*/ 8968445 w 12192000"/>
              <a:gd name="connsiteY29" fmla="*/ 1052169 h 2240205"/>
              <a:gd name="connsiteX30" fmla="*/ 8886001 w 12192000"/>
              <a:gd name="connsiteY30" fmla="*/ 1067468 h 2240205"/>
              <a:gd name="connsiteX31" fmla="*/ 8838610 w 12192000"/>
              <a:gd name="connsiteY31" fmla="*/ 1075091 h 2240205"/>
              <a:gd name="connsiteX32" fmla="*/ 8665605 w 12192000"/>
              <a:gd name="connsiteY32" fmla="*/ 1110791 h 2240205"/>
              <a:gd name="connsiteX33" fmla="*/ 8584946 w 12192000"/>
              <a:gd name="connsiteY33" fmla="*/ 1135226 h 2240205"/>
              <a:gd name="connsiteX34" fmla="*/ 8419755 w 12192000"/>
              <a:gd name="connsiteY34" fmla="*/ 1216260 h 2240205"/>
              <a:gd name="connsiteX35" fmla="*/ 8411626 w 12192000"/>
              <a:gd name="connsiteY35" fmla="*/ 1214397 h 2240205"/>
              <a:gd name="connsiteX36" fmla="*/ 8363469 w 12192000"/>
              <a:gd name="connsiteY36" fmla="*/ 1246658 h 2240205"/>
              <a:gd name="connsiteX37" fmla="*/ 8275497 w 12192000"/>
              <a:gd name="connsiteY37" fmla="*/ 1264396 h 2240205"/>
              <a:gd name="connsiteX38" fmla="*/ 8074238 w 12192000"/>
              <a:gd name="connsiteY38" fmla="*/ 1301895 h 2240205"/>
              <a:gd name="connsiteX39" fmla="*/ 7902328 w 12192000"/>
              <a:gd name="connsiteY39" fmla="*/ 1345865 h 2240205"/>
              <a:gd name="connsiteX40" fmla="*/ 7840612 w 12192000"/>
              <a:gd name="connsiteY40" fmla="*/ 1369373 h 2240205"/>
              <a:gd name="connsiteX41" fmla="*/ 7786819 w 12192000"/>
              <a:gd name="connsiteY41" fmla="*/ 1378970 h 2240205"/>
              <a:gd name="connsiteX42" fmla="*/ 7548172 w 12192000"/>
              <a:gd name="connsiteY42" fmla="*/ 1417460 h 2240205"/>
              <a:gd name="connsiteX43" fmla="*/ 7483437 w 12192000"/>
              <a:gd name="connsiteY43" fmla="*/ 1478152 h 2240205"/>
              <a:gd name="connsiteX44" fmla="*/ 7377870 w 12192000"/>
              <a:gd name="connsiteY44" fmla="*/ 1523319 h 2240205"/>
              <a:gd name="connsiteX45" fmla="*/ 7230737 w 12192000"/>
              <a:gd name="connsiteY45" fmla="*/ 1562633 h 2240205"/>
              <a:gd name="connsiteX46" fmla="*/ 7224458 w 12192000"/>
              <a:gd name="connsiteY46" fmla="*/ 1573008 h 2240205"/>
              <a:gd name="connsiteX47" fmla="*/ 7183121 w 12192000"/>
              <a:gd name="connsiteY47" fmla="*/ 1595162 h 2240205"/>
              <a:gd name="connsiteX48" fmla="*/ 7164601 w 12192000"/>
              <a:gd name="connsiteY48" fmla="*/ 1606490 h 2240205"/>
              <a:gd name="connsiteX49" fmla="*/ 6900177 w 12192000"/>
              <a:gd name="connsiteY49" fmla="*/ 1636016 h 2240205"/>
              <a:gd name="connsiteX50" fmla="*/ 6795372 w 12192000"/>
              <a:gd name="connsiteY50" fmla="*/ 1644845 h 2240205"/>
              <a:gd name="connsiteX51" fmla="*/ 6692251 w 12192000"/>
              <a:gd name="connsiteY51" fmla="*/ 1656357 h 2240205"/>
              <a:gd name="connsiteX52" fmla="*/ 6655235 w 12192000"/>
              <a:gd name="connsiteY52" fmla="*/ 1661869 h 2240205"/>
              <a:gd name="connsiteX53" fmla="*/ 6554894 w 12192000"/>
              <a:gd name="connsiteY53" fmla="*/ 1664428 h 2240205"/>
              <a:gd name="connsiteX54" fmla="*/ 6516595 w 12192000"/>
              <a:gd name="connsiteY54" fmla="*/ 1667475 h 2240205"/>
              <a:gd name="connsiteX55" fmla="*/ 6508541 w 12192000"/>
              <a:gd name="connsiteY55" fmla="*/ 1668757 h 2240205"/>
              <a:gd name="connsiteX56" fmla="*/ 6471012 w 12192000"/>
              <a:gd name="connsiteY56" fmla="*/ 1678604 h 2240205"/>
              <a:gd name="connsiteX57" fmla="*/ 6364035 w 12192000"/>
              <a:gd name="connsiteY57" fmla="*/ 1667683 h 2240205"/>
              <a:gd name="connsiteX58" fmla="*/ 6243319 w 12192000"/>
              <a:gd name="connsiteY58" fmla="*/ 1695560 h 2240205"/>
              <a:gd name="connsiteX59" fmla="*/ 6098321 w 12192000"/>
              <a:gd name="connsiteY59" fmla="*/ 1721646 h 2240205"/>
              <a:gd name="connsiteX60" fmla="*/ 5880652 w 12192000"/>
              <a:gd name="connsiteY60" fmla="*/ 1779643 h 2240205"/>
              <a:gd name="connsiteX61" fmla="*/ 5785959 w 12192000"/>
              <a:gd name="connsiteY61" fmla="*/ 1775307 h 2240205"/>
              <a:gd name="connsiteX62" fmla="*/ 5643534 w 12192000"/>
              <a:gd name="connsiteY62" fmla="*/ 1802919 h 2240205"/>
              <a:gd name="connsiteX63" fmla="*/ 5518799 w 12192000"/>
              <a:gd name="connsiteY63" fmla="*/ 1818312 h 2240205"/>
              <a:gd name="connsiteX64" fmla="*/ 5505014 w 12192000"/>
              <a:gd name="connsiteY64" fmla="*/ 1819259 h 2240205"/>
              <a:gd name="connsiteX65" fmla="*/ 5453307 w 12192000"/>
              <a:gd name="connsiteY65" fmla="*/ 1815450 h 2240205"/>
              <a:gd name="connsiteX66" fmla="*/ 5221533 w 12192000"/>
              <a:gd name="connsiteY66" fmla="*/ 1846950 h 2240205"/>
              <a:gd name="connsiteX67" fmla="*/ 5149802 w 12192000"/>
              <a:gd name="connsiteY67" fmla="*/ 1844846 h 2240205"/>
              <a:gd name="connsiteX68" fmla="*/ 5114927 w 12192000"/>
              <a:gd name="connsiteY68" fmla="*/ 1847827 h 2240205"/>
              <a:gd name="connsiteX69" fmla="*/ 5108970 w 12192000"/>
              <a:gd name="connsiteY69" fmla="*/ 1847935 h 2240205"/>
              <a:gd name="connsiteX70" fmla="*/ 5067961 w 12192000"/>
              <a:gd name="connsiteY70" fmla="*/ 1845917 h 2240205"/>
              <a:gd name="connsiteX71" fmla="*/ 5007075 w 12192000"/>
              <a:gd name="connsiteY71" fmla="*/ 1838626 h 2240205"/>
              <a:gd name="connsiteX72" fmla="*/ 4944087 w 12192000"/>
              <a:gd name="connsiteY72" fmla="*/ 1823332 h 2240205"/>
              <a:gd name="connsiteX73" fmla="*/ 4907662 w 12192000"/>
              <a:gd name="connsiteY73" fmla="*/ 1816900 h 2240205"/>
              <a:gd name="connsiteX74" fmla="*/ 4882386 w 12192000"/>
              <a:gd name="connsiteY74" fmla="*/ 1809844 h 2240205"/>
              <a:gd name="connsiteX75" fmla="*/ 4811440 w 12192000"/>
              <a:gd name="connsiteY75" fmla="*/ 1804655 h 2240205"/>
              <a:gd name="connsiteX76" fmla="*/ 4691075 w 12192000"/>
              <a:gd name="connsiteY76" fmla="*/ 1801389 h 2240205"/>
              <a:gd name="connsiteX77" fmla="*/ 4640313 w 12192000"/>
              <a:gd name="connsiteY77" fmla="*/ 1784307 h 2240205"/>
              <a:gd name="connsiteX78" fmla="*/ 4536503 w 12192000"/>
              <a:gd name="connsiteY78" fmla="*/ 1785334 h 2240205"/>
              <a:gd name="connsiteX79" fmla="*/ 4513724 w 12192000"/>
              <a:gd name="connsiteY79" fmla="*/ 1791996 h 2240205"/>
              <a:gd name="connsiteX80" fmla="*/ 4459810 w 12192000"/>
              <a:gd name="connsiteY80" fmla="*/ 1797886 h 2240205"/>
              <a:gd name="connsiteX81" fmla="*/ 4379064 w 12192000"/>
              <a:gd name="connsiteY81" fmla="*/ 1817177 h 2240205"/>
              <a:gd name="connsiteX82" fmla="*/ 4290981 w 12192000"/>
              <a:gd name="connsiteY82" fmla="*/ 1839677 h 2240205"/>
              <a:gd name="connsiteX83" fmla="*/ 4238372 w 12192000"/>
              <a:gd name="connsiteY83" fmla="*/ 1851480 h 2240205"/>
              <a:gd name="connsiteX84" fmla="*/ 4232517 w 12192000"/>
              <a:gd name="connsiteY84" fmla="*/ 1852567 h 2240205"/>
              <a:gd name="connsiteX85" fmla="*/ 4191732 w 12192000"/>
              <a:gd name="connsiteY85" fmla="*/ 1857328 h 2240205"/>
              <a:gd name="connsiteX86" fmla="*/ 4065532 w 12192000"/>
              <a:gd name="connsiteY86" fmla="*/ 1855477 h 2240205"/>
              <a:gd name="connsiteX87" fmla="*/ 4028460 w 12192000"/>
              <a:gd name="connsiteY87" fmla="*/ 1855137 h 2240205"/>
              <a:gd name="connsiteX88" fmla="*/ 4002267 w 12192000"/>
              <a:gd name="connsiteY88" fmla="*/ 1852352 h 2240205"/>
              <a:gd name="connsiteX89" fmla="*/ 3931396 w 12192000"/>
              <a:gd name="connsiteY89" fmla="*/ 1858915 h 2240205"/>
              <a:gd name="connsiteX90" fmla="*/ 3812162 w 12192000"/>
              <a:gd name="connsiteY90" fmla="*/ 1875501 h 2240205"/>
              <a:gd name="connsiteX91" fmla="*/ 3758105 w 12192000"/>
              <a:gd name="connsiteY91" fmla="*/ 1871856 h 2240205"/>
              <a:gd name="connsiteX92" fmla="*/ 3567259 w 12192000"/>
              <a:gd name="connsiteY92" fmla="*/ 1893482 h 2240205"/>
              <a:gd name="connsiteX93" fmla="*/ 3405770 w 12192000"/>
              <a:gd name="connsiteY93" fmla="*/ 1904591 h 2240205"/>
              <a:gd name="connsiteX94" fmla="*/ 3280097 w 12192000"/>
              <a:gd name="connsiteY94" fmla="*/ 1919610 h 2240205"/>
              <a:gd name="connsiteX95" fmla="*/ 3009910 w 12192000"/>
              <a:gd name="connsiteY95" fmla="*/ 1957866 h 2240205"/>
              <a:gd name="connsiteX96" fmla="*/ 2995934 w 12192000"/>
              <a:gd name="connsiteY96" fmla="*/ 1967085 h 2240205"/>
              <a:gd name="connsiteX97" fmla="*/ 2942858 w 12192000"/>
              <a:gd name="connsiteY97" fmla="*/ 1981367 h 2240205"/>
              <a:gd name="connsiteX98" fmla="*/ 2875436 w 12192000"/>
              <a:gd name="connsiteY98" fmla="*/ 1996977 h 2240205"/>
              <a:gd name="connsiteX99" fmla="*/ 2874892 w 12192000"/>
              <a:gd name="connsiteY99" fmla="*/ 1996085 h 2240205"/>
              <a:gd name="connsiteX100" fmla="*/ 2843662 w 12192000"/>
              <a:gd name="connsiteY100" fmla="*/ 1992498 h 2240205"/>
              <a:gd name="connsiteX101" fmla="*/ 2718916 w 12192000"/>
              <a:gd name="connsiteY101" fmla="*/ 1990867 h 2240205"/>
              <a:gd name="connsiteX102" fmla="*/ 2713522 w 12192000"/>
              <a:gd name="connsiteY102" fmla="*/ 1990173 h 2240205"/>
              <a:gd name="connsiteX103" fmla="*/ 2476147 w 12192000"/>
              <a:gd name="connsiteY103" fmla="*/ 1998305 h 2240205"/>
              <a:gd name="connsiteX104" fmla="*/ 2373568 w 12192000"/>
              <a:gd name="connsiteY104" fmla="*/ 2003219 h 2240205"/>
              <a:gd name="connsiteX105" fmla="*/ 2287219 w 12192000"/>
              <a:gd name="connsiteY105" fmla="*/ 1998750 h 2240205"/>
              <a:gd name="connsiteX106" fmla="*/ 2243069 w 12192000"/>
              <a:gd name="connsiteY106" fmla="*/ 2005321 h 2240205"/>
              <a:gd name="connsiteX107" fmla="*/ 2164831 w 12192000"/>
              <a:gd name="connsiteY107" fmla="*/ 2010143 h 2240205"/>
              <a:gd name="connsiteX108" fmla="*/ 2085228 w 12192000"/>
              <a:gd name="connsiteY108" fmla="*/ 2046431 h 2240205"/>
              <a:gd name="connsiteX109" fmla="*/ 2058061 w 12192000"/>
              <a:gd name="connsiteY109" fmla="*/ 2047942 h 2240205"/>
              <a:gd name="connsiteX110" fmla="*/ 2042244 w 12192000"/>
              <a:gd name="connsiteY110" fmla="*/ 2055560 h 2240205"/>
              <a:gd name="connsiteX111" fmla="*/ 1877728 w 12192000"/>
              <a:gd name="connsiteY111" fmla="*/ 2101004 h 2240205"/>
              <a:gd name="connsiteX112" fmla="*/ 1759056 w 12192000"/>
              <a:gd name="connsiteY112" fmla="*/ 2125608 h 2240205"/>
              <a:gd name="connsiteX113" fmla="*/ 1637948 w 12192000"/>
              <a:gd name="connsiteY113" fmla="*/ 2172597 h 2240205"/>
              <a:gd name="connsiteX114" fmla="*/ 1434549 w 12192000"/>
              <a:gd name="connsiteY114" fmla="*/ 2234522 h 2240205"/>
              <a:gd name="connsiteX115" fmla="*/ 1370962 w 12192000"/>
              <a:gd name="connsiteY115" fmla="*/ 2237474 h 2240205"/>
              <a:gd name="connsiteX116" fmla="*/ 1356367 w 12192000"/>
              <a:gd name="connsiteY116" fmla="*/ 2235089 h 2240205"/>
              <a:gd name="connsiteX117" fmla="*/ 1279765 w 12192000"/>
              <a:gd name="connsiteY117" fmla="*/ 2229639 h 2240205"/>
              <a:gd name="connsiteX118" fmla="*/ 1195347 w 12192000"/>
              <a:gd name="connsiteY118" fmla="*/ 2212354 h 2240205"/>
              <a:gd name="connsiteX119" fmla="*/ 970251 w 12192000"/>
              <a:gd name="connsiteY119" fmla="*/ 2221029 h 2240205"/>
              <a:gd name="connsiteX120" fmla="*/ 812914 w 12192000"/>
              <a:gd name="connsiteY120" fmla="*/ 2210095 h 2240205"/>
              <a:gd name="connsiteX121" fmla="*/ 776382 w 12192000"/>
              <a:gd name="connsiteY121" fmla="*/ 2204512 h 2240205"/>
              <a:gd name="connsiteX122" fmla="*/ 597225 w 12192000"/>
              <a:gd name="connsiteY122" fmla="*/ 2180999 h 2240205"/>
              <a:gd name="connsiteX123" fmla="*/ 520671 w 12192000"/>
              <a:gd name="connsiteY123" fmla="*/ 2180980 h 2240205"/>
              <a:gd name="connsiteX124" fmla="*/ 515024 w 12192000"/>
              <a:gd name="connsiteY124" fmla="*/ 2179258 h 2240205"/>
              <a:gd name="connsiteX125" fmla="*/ 413835 w 12192000"/>
              <a:gd name="connsiteY125" fmla="*/ 2156783 h 2240205"/>
              <a:gd name="connsiteX126" fmla="*/ 376513 w 12192000"/>
              <a:gd name="connsiteY126" fmla="*/ 2154014 h 2240205"/>
              <a:gd name="connsiteX127" fmla="*/ 273386 w 12192000"/>
              <a:gd name="connsiteY127" fmla="*/ 2142551 h 2240205"/>
              <a:gd name="connsiteX128" fmla="*/ 77641 w 12192000"/>
              <a:gd name="connsiteY128" fmla="*/ 2126835 h 2240205"/>
              <a:gd name="connsiteX129" fmla="*/ 37645 w 12192000"/>
              <a:gd name="connsiteY129" fmla="*/ 2115401 h 2240205"/>
              <a:gd name="connsiteX130" fmla="*/ 4572 w 12192000"/>
              <a:gd name="connsiteY130" fmla="*/ 2111091 h 2240205"/>
              <a:gd name="connsiteX131" fmla="*/ 0 w 12192000"/>
              <a:gd name="connsiteY131" fmla="*/ 2110468 h 2240205"/>
              <a:gd name="connsiteX132" fmla="*/ 0 w 12192000"/>
              <a:gd name="connsiteY132"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00499 w 12192000"/>
              <a:gd name="connsiteY20" fmla="*/ 954680 h 2240205"/>
              <a:gd name="connsiteX21" fmla="*/ 9410017 w 12192000"/>
              <a:gd name="connsiteY21" fmla="*/ 993931 h 2240205"/>
              <a:gd name="connsiteX22" fmla="*/ 9392919 w 12192000"/>
              <a:gd name="connsiteY22" fmla="*/ 994656 h 2240205"/>
              <a:gd name="connsiteX23" fmla="*/ 9268019 w 12192000"/>
              <a:gd name="connsiteY23" fmla="*/ 1007442 h 2240205"/>
              <a:gd name="connsiteX24" fmla="*/ 9188177 w 12192000"/>
              <a:gd name="connsiteY24" fmla="*/ 1035474 h 2240205"/>
              <a:gd name="connsiteX25" fmla="*/ 9155969 w 12192000"/>
              <a:gd name="connsiteY25" fmla="*/ 1046804 h 2240205"/>
              <a:gd name="connsiteX26" fmla="*/ 9133985 w 12192000"/>
              <a:gd name="connsiteY26" fmla="*/ 1046450 h 2240205"/>
              <a:gd name="connsiteX27" fmla="*/ 9003462 w 12192000"/>
              <a:gd name="connsiteY27" fmla="*/ 1042406 h 2240205"/>
              <a:gd name="connsiteX28" fmla="*/ 8968445 w 12192000"/>
              <a:gd name="connsiteY28" fmla="*/ 1052169 h 2240205"/>
              <a:gd name="connsiteX29" fmla="*/ 8886001 w 12192000"/>
              <a:gd name="connsiteY29" fmla="*/ 1067468 h 2240205"/>
              <a:gd name="connsiteX30" fmla="*/ 8838610 w 12192000"/>
              <a:gd name="connsiteY30" fmla="*/ 1075091 h 2240205"/>
              <a:gd name="connsiteX31" fmla="*/ 8665605 w 12192000"/>
              <a:gd name="connsiteY31" fmla="*/ 1110791 h 2240205"/>
              <a:gd name="connsiteX32" fmla="*/ 8584946 w 12192000"/>
              <a:gd name="connsiteY32" fmla="*/ 1135226 h 2240205"/>
              <a:gd name="connsiteX33" fmla="*/ 8419755 w 12192000"/>
              <a:gd name="connsiteY33" fmla="*/ 1216260 h 2240205"/>
              <a:gd name="connsiteX34" fmla="*/ 8411626 w 12192000"/>
              <a:gd name="connsiteY34" fmla="*/ 1214397 h 2240205"/>
              <a:gd name="connsiteX35" fmla="*/ 8363469 w 12192000"/>
              <a:gd name="connsiteY35" fmla="*/ 1246658 h 2240205"/>
              <a:gd name="connsiteX36" fmla="*/ 8275497 w 12192000"/>
              <a:gd name="connsiteY36" fmla="*/ 1264396 h 2240205"/>
              <a:gd name="connsiteX37" fmla="*/ 8074238 w 12192000"/>
              <a:gd name="connsiteY37" fmla="*/ 1301895 h 2240205"/>
              <a:gd name="connsiteX38" fmla="*/ 7902328 w 12192000"/>
              <a:gd name="connsiteY38" fmla="*/ 1345865 h 2240205"/>
              <a:gd name="connsiteX39" fmla="*/ 7840612 w 12192000"/>
              <a:gd name="connsiteY39" fmla="*/ 1369373 h 2240205"/>
              <a:gd name="connsiteX40" fmla="*/ 7786819 w 12192000"/>
              <a:gd name="connsiteY40" fmla="*/ 1378970 h 2240205"/>
              <a:gd name="connsiteX41" fmla="*/ 7548172 w 12192000"/>
              <a:gd name="connsiteY41" fmla="*/ 1417460 h 2240205"/>
              <a:gd name="connsiteX42" fmla="*/ 7483437 w 12192000"/>
              <a:gd name="connsiteY42" fmla="*/ 1478152 h 2240205"/>
              <a:gd name="connsiteX43" fmla="*/ 7377870 w 12192000"/>
              <a:gd name="connsiteY43" fmla="*/ 1523319 h 2240205"/>
              <a:gd name="connsiteX44" fmla="*/ 7230737 w 12192000"/>
              <a:gd name="connsiteY44" fmla="*/ 1562633 h 2240205"/>
              <a:gd name="connsiteX45" fmla="*/ 7224458 w 12192000"/>
              <a:gd name="connsiteY45" fmla="*/ 1573008 h 2240205"/>
              <a:gd name="connsiteX46" fmla="*/ 7183121 w 12192000"/>
              <a:gd name="connsiteY46" fmla="*/ 1595162 h 2240205"/>
              <a:gd name="connsiteX47" fmla="*/ 7164601 w 12192000"/>
              <a:gd name="connsiteY47" fmla="*/ 1606490 h 2240205"/>
              <a:gd name="connsiteX48" fmla="*/ 6900177 w 12192000"/>
              <a:gd name="connsiteY48" fmla="*/ 1636016 h 2240205"/>
              <a:gd name="connsiteX49" fmla="*/ 6795372 w 12192000"/>
              <a:gd name="connsiteY49" fmla="*/ 1644845 h 2240205"/>
              <a:gd name="connsiteX50" fmla="*/ 6692251 w 12192000"/>
              <a:gd name="connsiteY50" fmla="*/ 1656357 h 2240205"/>
              <a:gd name="connsiteX51" fmla="*/ 6655235 w 12192000"/>
              <a:gd name="connsiteY51" fmla="*/ 1661869 h 2240205"/>
              <a:gd name="connsiteX52" fmla="*/ 6554894 w 12192000"/>
              <a:gd name="connsiteY52" fmla="*/ 1664428 h 2240205"/>
              <a:gd name="connsiteX53" fmla="*/ 6516595 w 12192000"/>
              <a:gd name="connsiteY53" fmla="*/ 1667475 h 2240205"/>
              <a:gd name="connsiteX54" fmla="*/ 6508541 w 12192000"/>
              <a:gd name="connsiteY54" fmla="*/ 1668757 h 2240205"/>
              <a:gd name="connsiteX55" fmla="*/ 6471012 w 12192000"/>
              <a:gd name="connsiteY55" fmla="*/ 1678604 h 2240205"/>
              <a:gd name="connsiteX56" fmla="*/ 6364035 w 12192000"/>
              <a:gd name="connsiteY56" fmla="*/ 1667683 h 2240205"/>
              <a:gd name="connsiteX57" fmla="*/ 6243319 w 12192000"/>
              <a:gd name="connsiteY57" fmla="*/ 1695560 h 2240205"/>
              <a:gd name="connsiteX58" fmla="*/ 6098321 w 12192000"/>
              <a:gd name="connsiteY58" fmla="*/ 1721646 h 2240205"/>
              <a:gd name="connsiteX59" fmla="*/ 5880652 w 12192000"/>
              <a:gd name="connsiteY59" fmla="*/ 1779643 h 2240205"/>
              <a:gd name="connsiteX60" fmla="*/ 5785959 w 12192000"/>
              <a:gd name="connsiteY60" fmla="*/ 1775307 h 2240205"/>
              <a:gd name="connsiteX61" fmla="*/ 5643534 w 12192000"/>
              <a:gd name="connsiteY61" fmla="*/ 1802919 h 2240205"/>
              <a:gd name="connsiteX62" fmla="*/ 5518799 w 12192000"/>
              <a:gd name="connsiteY62" fmla="*/ 1818312 h 2240205"/>
              <a:gd name="connsiteX63" fmla="*/ 5505014 w 12192000"/>
              <a:gd name="connsiteY63" fmla="*/ 1819259 h 2240205"/>
              <a:gd name="connsiteX64" fmla="*/ 5453307 w 12192000"/>
              <a:gd name="connsiteY64" fmla="*/ 1815450 h 2240205"/>
              <a:gd name="connsiteX65" fmla="*/ 5221533 w 12192000"/>
              <a:gd name="connsiteY65" fmla="*/ 1846950 h 2240205"/>
              <a:gd name="connsiteX66" fmla="*/ 5149802 w 12192000"/>
              <a:gd name="connsiteY66" fmla="*/ 1844846 h 2240205"/>
              <a:gd name="connsiteX67" fmla="*/ 5114927 w 12192000"/>
              <a:gd name="connsiteY67" fmla="*/ 1847827 h 2240205"/>
              <a:gd name="connsiteX68" fmla="*/ 5108970 w 12192000"/>
              <a:gd name="connsiteY68" fmla="*/ 1847935 h 2240205"/>
              <a:gd name="connsiteX69" fmla="*/ 5067961 w 12192000"/>
              <a:gd name="connsiteY69" fmla="*/ 1845917 h 2240205"/>
              <a:gd name="connsiteX70" fmla="*/ 5007075 w 12192000"/>
              <a:gd name="connsiteY70" fmla="*/ 1838626 h 2240205"/>
              <a:gd name="connsiteX71" fmla="*/ 4944087 w 12192000"/>
              <a:gd name="connsiteY71" fmla="*/ 1823332 h 2240205"/>
              <a:gd name="connsiteX72" fmla="*/ 4907662 w 12192000"/>
              <a:gd name="connsiteY72" fmla="*/ 1816900 h 2240205"/>
              <a:gd name="connsiteX73" fmla="*/ 4882386 w 12192000"/>
              <a:gd name="connsiteY73" fmla="*/ 1809844 h 2240205"/>
              <a:gd name="connsiteX74" fmla="*/ 4811440 w 12192000"/>
              <a:gd name="connsiteY74" fmla="*/ 1804655 h 2240205"/>
              <a:gd name="connsiteX75" fmla="*/ 4691075 w 12192000"/>
              <a:gd name="connsiteY75" fmla="*/ 1801389 h 2240205"/>
              <a:gd name="connsiteX76" fmla="*/ 4640313 w 12192000"/>
              <a:gd name="connsiteY76" fmla="*/ 1784307 h 2240205"/>
              <a:gd name="connsiteX77" fmla="*/ 4536503 w 12192000"/>
              <a:gd name="connsiteY77" fmla="*/ 1785334 h 2240205"/>
              <a:gd name="connsiteX78" fmla="*/ 4513724 w 12192000"/>
              <a:gd name="connsiteY78" fmla="*/ 1791996 h 2240205"/>
              <a:gd name="connsiteX79" fmla="*/ 4459810 w 12192000"/>
              <a:gd name="connsiteY79" fmla="*/ 1797886 h 2240205"/>
              <a:gd name="connsiteX80" fmla="*/ 4379064 w 12192000"/>
              <a:gd name="connsiteY80" fmla="*/ 1817177 h 2240205"/>
              <a:gd name="connsiteX81" fmla="*/ 4290981 w 12192000"/>
              <a:gd name="connsiteY81" fmla="*/ 1839677 h 2240205"/>
              <a:gd name="connsiteX82" fmla="*/ 4238372 w 12192000"/>
              <a:gd name="connsiteY82" fmla="*/ 1851480 h 2240205"/>
              <a:gd name="connsiteX83" fmla="*/ 4232517 w 12192000"/>
              <a:gd name="connsiteY83" fmla="*/ 1852567 h 2240205"/>
              <a:gd name="connsiteX84" fmla="*/ 4191732 w 12192000"/>
              <a:gd name="connsiteY84" fmla="*/ 1857328 h 2240205"/>
              <a:gd name="connsiteX85" fmla="*/ 4065532 w 12192000"/>
              <a:gd name="connsiteY85" fmla="*/ 1855477 h 2240205"/>
              <a:gd name="connsiteX86" fmla="*/ 4028460 w 12192000"/>
              <a:gd name="connsiteY86" fmla="*/ 1855137 h 2240205"/>
              <a:gd name="connsiteX87" fmla="*/ 4002267 w 12192000"/>
              <a:gd name="connsiteY87" fmla="*/ 1852352 h 2240205"/>
              <a:gd name="connsiteX88" fmla="*/ 3931396 w 12192000"/>
              <a:gd name="connsiteY88" fmla="*/ 1858915 h 2240205"/>
              <a:gd name="connsiteX89" fmla="*/ 3812162 w 12192000"/>
              <a:gd name="connsiteY89" fmla="*/ 1875501 h 2240205"/>
              <a:gd name="connsiteX90" fmla="*/ 3758105 w 12192000"/>
              <a:gd name="connsiteY90" fmla="*/ 1871856 h 2240205"/>
              <a:gd name="connsiteX91" fmla="*/ 3567259 w 12192000"/>
              <a:gd name="connsiteY91" fmla="*/ 1893482 h 2240205"/>
              <a:gd name="connsiteX92" fmla="*/ 3405770 w 12192000"/>
              <a:gd name="connsiteY92" fmla="*/ 1904591 h 2240205"/>
              <a:gd name="connsiteX93" fmla="*/ 3280097 w 12192000"/>
              <a:gd name="connsiteY93" fmla="*/ 1919610 h 2240205"/>
              <a:gd name="connsiteX94" fmla="*/ 3009910 w 12192000"/>
              <a:gd name="connsiteY94" fmla="*/ 1957866 h 2240205"/>
              <a:gd name="connsiteX95" fmla="*/ 2995934 w 12192000"/>
              <a:gd name="connsiteY95" fmla="*/ 1967085 h 2240205"/>
              <a:gd name="connsiteX96" fmla="*/ 2942858 w 12192000"/>
              <a:gd name="connsiteY96" fmla="*/ 1981367 h 2240205"/>
              <a:gd name="connsiteX97" fmla="*/ 2875436 w 12192000"/>
              <a:gd name="connsiteY97" fmla="*/ 1996977 h 2240205"/>
              <a:gd name="connsiteX98" fmla="*/ 2874892 w 12192000"/>
              <a:gd name="connsiteY98" fmla="*/ 1996085 h 2240205"/>
              <a:gd name="connsiteX99" fmla="*/ 2843662 w 12192000"/>
              <a:gd name="connsiteY99" fmla="*/ 1992498 h 2240205"/>
              <a:gd name="connsiteX100" fmla="*/ 2718916 w 12192000"/>
              <a:gd name="connsiteY100" fmla="*/ 1990867 h 2240205"/>
              <a:gd name="connsiteX101" fmla="*/ 2713522 w 12192000"/>
              <a:gd name="connsiteY101" fmla="*/ 1990173 h 2240205"/>
              <a:gd name="connsiteX102" fmla="*/ 2476147 w 12192000"/>
              <a:gd name="connsiteY102" fmla="*/ 1998305 h 2240205"/>
              <a:gd name="connsiteX103" fmla="*/ 2373568 w 12192000"/>
              <a:gd name="connsiteY103" fmla="*/ 2003219 h 2240205"/>
              <a:gd name="connsiteX104" fmla="*/ 2287219 w 12192000"/>
              <a:gd name="connsiteY104" fmla="*/ 1998750 h 2240205"/>
              <a:gd name="connsiteX105" fmla="*/ 2243069 w 12192000"/>
              <a:gd name="connsiteY105" fmla="*/ 2005321 h 2240205"/>
              <a:gd name="connsiteX106" fmla="*/ 2164831 w 12192000"/>
              <a:gd name="connsiteY106" fmla="*/ 2010143 h 2240205"/>
              <a:gd name="connsiteX107" fmla="*/ 2085228 w 12192000"/>
              <a:gd name="connsiteY107" fmla="*/ 2046431 h 2240205"/>
              <a:gd name="connsiteX108" fmla="*/ 2058061 w 12192000"/>
              <a:gd name="connsiteY108" fmla="*/ 2047942 h 2240205"/>
              <a:gd name="connsiteX109" fmla="*/ 2042244 w 12192000"/>
              <a:gd name="connsiteY109" fmla="*/ 2055560 h 2240205"/>
              <a:gd name="connsiteX110" fmla="*/ 1877728 w 12192000"/>
              <a:gd name="connsiteY110" fmla="*/ 2101004 h 2240205"/>
              <a:gd name="connsiteX111" fmla="*/ 1759056 w 12192000"/>
              <a:gd name="connsiteY111" fmla="*/ 2125608 h 2240205"/>
              <a:gd name="connsiteX112" fmla="*/ 1637948 w 12192000"/>
              <a:gd name="connsiteY112" fmla="*/ 2172597 h 2240205"/>
              <a:gd name="connsiteX113" fmla="*/ 1434549 w 12192000"/>
              <a:gd name="connsiteY113" fmla="*/ 2234522 h 2240205"/>
              <a:gd name="connsiteX114" fmla="*/ 1370962 w 12192000"/>
              <a:gd name="connsiteY114" fmla="*/ 2237474 h 2240205"/>
              <a:gd name="connsiteX115" fmla="*/ 1356367 w 12192000"/>
              <a:gd name="connsiteY115" fmla="*/ 2235089 h 2240205"/>
              <a:gd name="connsiteX116" fmla="*/ 1279765 w 12192000"/>
              <a:gd name="connsiteY116" fmla="*/ 2229639 h 2240205"/>
              <a:gd name="connsiteX117" fmla="*/ 1195347 w 12192000"/>
              <a:gd name="connsiteY117" fmla="*/ 2212354 h 2240205"/>
              <a:gd name="connsiteX118" fmla="*/ 970251 w 12192000"/>
              <a:gd name="connsiteY118" fmla="*/ 2221029 h 2240205"/>
              <a:gd name="connsiteX119" fmla="*/ 812914 w 12192000"/>
              <a:gd name="connsiteY119" fmla="*/ 2210095 h 2240205"/>
              <a:gd name="connsiteX120" fmla="*/ 776382 w 12192000"/>
              <a:gd name="connsiteY120" fmla="*/ 2204512 h 2240205"/>
              <a:gd name="connsiteX121" fmla="*/ 597225 w 12192000"/>
              <a:gd name="connsiteY121" fmla="*/ 2180999 h 2240205"/>
              <a:gd name="connsiteX122" fmla="*/ 520671 w 12192000"/>
              <a:gd name="connsiteY122" fmla="*/ 2180980 h 2240205"/>
              <a:gd name="connsiteX123" fmla="*/ 515024 w 12192000"/>
              <a:gd name="connsiteY123" fmla="*/ 2179258 h 2240205"/>
              <a:gd name="connsiteX124" fmla="*/ 413835 w 12192000"/>
              <a:gd name="connsiteY124" fmla="*/ 2156783 h 2240205"/>
              <a:gd name="connsiteX125" fmla="*/ 376513 w 12192000"/>
              <a:gd name="connsiteY125" fmla="*/ 2154014 h 2240205"/>
              <a:gd name="connsiteX126" fmla="*/ 273386 w 12192000"/>
              <a:gd name="connsiteY126" fmla="*/ 2142551 h 2240205"/>
              <a:gd name="connsiteX127" fmla="*/ 77641 w 12192000"/>
              <a:gd name="connsiteY127" fmla="*/ 2126835 h 2240205"/>
              <a:gd name="connsiteX128" fmla="*/ 37645 w 12192000"/>
              <a:gd name="connsiteY128" fmla="*/ 2115401 h 2240205"/>
              <a:gd name="connsiteX129" fmla="*/ 4572 w 12192000"/>
              <a:gd name="connsiteY129" fmla="*/ 2111091 h 2240205"/>
              <a:gd name="connsiteX130" fmla="*/ 0 w 12192000"/>
              <a:gd name="connsiteY130" fmla="*/ 2110468 h 2240205"/>
              <a:gd name="connsiteX131" fmla="*/ 0 w 12192000"/>
              <a:gd name="connsiteY131"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00499 w 12192000"/>
              <a:gd name="connsiteY20" fmla="*/ 954680 h 2240205"/>
              <a:gd name="connsiteX21" fmla="*/ 9410017 w 12192000"/>
              <a:gd name="connsiteY21" fmla="*/ 993931 h 2240205"/>
              <a:gd name="connsiteX22" fmla="*/ 9392919 w 12192000"/>
              <a:gd name="connsiteY22" fmla="*/ 994656 h 2240205"/>
              <a:gd name="connsiteX23" fmla="*/ 9268019 w 12192000"/>
              <a:gd name="connsiteY23" fmla="*/ 1007442 h 2240205"/>
              <a:gd name="connsiteX24" fmla="*/ 9188177 w 12192000"/>
              <a:gd name="connsiteY24" fmla="*/ 1035474 h 2240205"/>
              <a:gd name="connsiteX25" fmla="*/ 9155969 w 12192000"/>
              <a:gd name="connsiteY25" fmla="*/ 1046804 h 2240205"/>
              <a:gd name="connsiteX26" fmla="*/ 9133985 w 12192000"/>
              <a:gd name="connsiteY26" fmla="*/ 1046450 h 2240205"/>
              <a:gd name="connsiteX27" fmla="*/ 9003462 w 12192000"/>
              <a:gd name="connsiteY27" fmla="*/ 1042406 h 2240205"/>
              <a:gd name="connsiteX28" fmla="*/ 8968445 w 12192000"/>
              <a:gd name="connsiteY28" fmla="*/ 1052169 h 2240205"/>
              <a:gd name="connsiteX29" fmla="*/ 8886001 w 12192000"/>
              <a:gd name="connsiteY29" fmla="*/ 1067468 h 2240205"/>
              <a:gd name="connsiteX30" fmla="*/ 8838610 w 12192000"/>
              <a:gd name="connsiteY30" fmla="*/ 1075091 h 2240205"/>
              <a:gd name="connsiteX31" fmla="*/ 8665605 w 12192000"/>
              <a:gd name="connsiteY31" fmla="*/ 1110791 h 2240205"/>
              <a:gd name="connsiteX32" fmla="*/ 8584946 w 12192000"/>
              <a:gd name="connsiteY32" fmla="*/ 1135226 h 2240205"/>
              <a:gd name="connsiteX33" fmla="*/ 8419755 w 12192000"/>
              <a:gd name="connsiteY33" fmla="*/ 1216260 h 2240205"/>
              <a:gd name="connsiteX34" fmla="*/ 8411626 w 12192000"/>
              <a:gd name="connsiteY34" fmla="*/ 1214397 h 2240205"/>
              <a:gd name="connsiteX35" fmla="*/ 8363469 w 12192000"/>
              <a:gd name="connsiteY35" fmla="*/ 1246658 h 2240205"/>
              <a:gd name="connsiteX36" fmla="*/ 8275497 w 12192000"/>
              <a:gd name="connsiteY36" fmla="*/ 1264396 h 2240205"/>
              <a:gd name="connsiteX37" fmla="*/ 8074238 w 12192000"/>
              <a:gd name="connsiteY37" fmla="*/ 1301895 h 2240205"/>
              <a:gd name="connsiteX38" fmla="*/ 7902328 w 12192000"/>
              <a:gd name="connsiteY38" fmla="*/ 1345865 h 2240205"/>
              <a:gd name="connsiteX39" fmla="*/ 7840612 w 12192000"/>
              <a:gd name="connsiteY39" fmla="*/ 1369373 h 2240205"/>
              <a:gd name="connsiteX40" fmla="*/ 7786819 w 12192000"/>
              <a:gd name="connsiteY40" fmla="*/ 1378970 h 2240205"/>
              <a:gd name="connsiteX41" fmla="*/ 7548172 w 12192000"/>
              <a:gd name="connsiteY41" fmla="*/ 1417460 h 2240205"/>
              <a:gd name="connsiteX42" fmla="*/ 7483437 w 12192000"/>
              <a:gd name="connsiteY42" fmla="*/ 1478152 h 2240205"/>
              <a:gd name="connsiteX43" fmla="*/ 7377870 w 12192000"/>
              <a:gd name="connsiteY43" fmla="*/ 1523319 h 2240205"/>
              <a:gd name="connsiteX44" fmla="*/ 7230737 w 12192000"/>
              <a:gd name="connsiteY44" fmla="*/ 1562633 h 2240205"/>
              <a:gd name="connsiteX45" fmla="*/ 7224458 w 12192000"/>
              <a:gd name="connsiteY45" fmla="*/ 1573008 h 2240205"/>
              <a:gd name="connsiteX46" fmla="*/ 7183121 w 12192000"/>
              <a:gd name="connsiteY46" fmla="*/ 1595162 h 2240205"/>
              <a:gd name="connsiteX47" fmla="*/ 7164601 w 12192000"/>
              <a:gd name="connsiteY47" fmla="*/ 1606490 h 2240205"/>
              <a:gd name="connsiteX48" fmla="*/ 6900177 w 12192000"/>
              <a:gd name="connsiteY48" fmla="*/ 1636016 h 2240205"/>
              <a:gd name="connsiteX49" fmla="*/ 6795372 w 12192000"/>
              <a:gd name="connsiteY49" fmla="*/ 1644845 h 2240205"/>
              <a:gd name="connsiteX50" fmla="*/ 6692251 w 12192000"/>
              <a:gd name="connsiteY50" fmla="*/ 1656357 h 2240205"/>
              <a:gd name="connsiteX51" fmla="*/ 6655235 w 12192000"/>
              <a:gd name="connsiteY51" fmla="*/ 1661869 h 2240205"/>
              <a:gd name="connsiteX52" fmla="*/ 6554894 w 12192000"/>
              <a:gd name="connsiteY52" fmla="*/ 1664428 h 2240205"/>
              <a:gd name="connsiteX53" fmla="*/ 6516595 w 12192000"/>
              <a:gd name="connsiteY53" fmla="*/ 1667475 h 2240205"/>
              <a:gd name="connsiteX54" fmla="*/ 6508541 w 12192000"/>
              <a:gd name="connsiteY54" fmla="*/ 1668757 h 2240205"/>
              <a:gd name="connsiteX55" fmla="*/ 6471012 w 12192000"/>
              <a:gd name="connsiteY55" fmla="*/ 1678604 h 2240205"/>
              <a:gd name="connsiteX56" fmla="*/ 6364035 w 12192000"/>
              <a:gd name="connsiteY56" fmla="*/ 1667683 h 2240205"/>
              <a:gd name="connsiteX57" fmla="*/ 6243319 w 12192000"/>
              <a:gd name="connsiteY57" fmla="*/ 1695560 h 2240205"/>
              <a:gd name="connsiteX58" fmla="*/ 6098321 w 12192000"/>
              <a:gd name="connsiteY58" fmla="*/ 1721646 h 2240205"/>
              <a:gd name="connsiteX59" fmla="*/ 5880652 w 12192000"/>
              <a:gd name="connsiteY59" fmla="*/ 1779643 h 2240205"/>
              <a:gd name="connsiteX60" fmla="*/ 5785959 w 12192000"/>
              <a:gd name="connsiteY60" fmla="*/ 1775307 h 2240205"/>
              <a:gd name="connsiteX61" fmla="*/ 5643534 w 12192000"/>
              <a:gd name="connsiteY61" fmla="*/ 1802919 h 2240205"/>
              <a:gd name="connsiteX62" fmla="*/ 5518799 w 12192000"/>
              <a:gd name="connsiteY62" fmla="*/ 1818312 h 2240205"/>
              <a:gd name="connsiteX63" fmla="*/ 5505014 w 12192000"/>
              <a:gd name="connsiteY63" fmla="*/ 1819259 h 2240205"/>
              <a:gd name="connsiteX64" fmla="*/ 5453307 w 12192000"/>
              <a:gd name="connsiteY64" fmla="*/ 1815450 h 2240205"/>
              <a:gd name="connsiteX65" fmla="*/ 5221533 w 12192000"/>
              <a:gd name="connsiteY65" fmla="*/ 1846950 h 2240205"/>
              <a:gd name="connsiteX66" fmla="*/ 5149802 w 12192000"/>
              <a:gd name="connsiteY66" fmla="*/ 1844846 h 2240205"/>
              <a:gd name="connsiteX67" fmla="*/ 5114927 w 12192000"/>
              <a:gd name="connsiteY67" fmla="*/ 1847827 h 2240205"/>
              <a:gd name="connsiteX68" fmla="*/ 5108970 w 12192000"/>
              <a:gd name="connsiteY68" fmla="*/ 1847935 h 2240205"/>
              <a:gd name="connsiteX69" fmla="*/ 5067961 w 12192000"/>
              <a:gd name="connsiteY69" fmla="*/ 1845917 h 2240205"/>
              <a:gd name="connsiteX70" fmla="*/ 5007075 w 12192000"/>
              <a:gd name="connsiteY70" fmla="*/ 1838626 h 2240205"/>
              <a:gd name="connsiteX71" fmla="*/ 4944087 w 12192000"/>
              <a:gd name="connsiteY71" fmla="*/ 1823332 h 2240205"/>
              <a:gd name="connsiteX72" fmla="*/ 4907662 w 12192000"/>
              <a:gd name="connsiteY72" fmla="*/ 1816900 h 2240205"/>
              <a:gd name="connsiteX73" fmla="*/ 4882386 w 12192000"/>
              <a:gd name="connsiteY73" fmla="*/ 1809844 h 2240205"/>
              <a:gd name="connsiteX74" fmla="*/ 4811440 w 12192000"/>
              <a:gd name="connsiteY74" fmla="*/ 1804655 h 2240205"/>
              <a:gd name="connsiteX75" fmla="*/ 4691075 w 12192000"/>
              <a:gd name="connsiteY75" fmla="*/ 1801389 h 2240205"/>
              <a:gd name="connsiteX76" fmla="*/ 4640313 w 12192000"/>
              <a:gd name="connsiteY76" fmla="*/ 1784307 h 2240205"/>
              <a:gd name="connsiteX77" fmla="*/ 4536503 w 12192000"/>
              <a:gd name="connsiteY77" fmla="*/ 1785334 h 2240205"/>
              <a:gd name="connsiteX78" fmla="*/ 4513724 w 12192000"/>
              <a:gd name="connsiteY78" fmla="*/ 1791996 h 2240205"/>
              <a:gd name="connsiteX79" fmla="*/ 4459810 w 12192000"/>
              <a:gd name="connsiteY79" fmla="*/ 1797886 h 2240205"/>
              <a:gd name="connsiteX80" fmla="*/ 4379064 w 12192000"/>
              <a:gd name="connsiteY80" fmla="*/ 1817177 h 2240205"/>
              <a:gd name="connsiteX81" fmla="*/ 4290981 w 12192000"/>
              <a:gd name="connsiteY81" fmla="*/ 1839677 h 2240205"/>
              <a:gd name="connsiteX82" fmla="*/ 4238372 w 12192000"/>
              <a:gd name="connsiteY82" fmla="*/ 1851480 h 2240205"/>
              <a:gd name="connsiteX83" fmla="*/ 4232517 w 12192000"/>
              <a:gd name="connsiteY83" fmla="*/ 1852567 h 2240205"/>
              <a:gd name="connsiteX84" fmla="*/ 4191732 w 12192000"/>
              <a:gd name="connsiteY84" fmla="*/ 1857328 h 2240205"/>
              <a:gd name="connsiteX85" fmla="*/ 4065532 w 12192000"/>
              <a:gd name="connsiteY85" fmla="*/ 1855477 h 2240205"/>
              <a:gd name="connsiteX86" fmla="*/ 4028460 w 12192000"/>
              <a:gd name="connsiteY86" fmla="*/ 1855137 h 2240205"/>
              <a:gd name="connsiteX87" fmla="*/ 4002267 w 12192000"/>
              <a:gd name="connsiteY87" fmla="*/ 1852352 h 2240205"/>
              <a:gd name="connsiteX88" fmla="*/ 3931396 w 12192000"/>
              <a:gd name="connsiteY88" fmla="*/ 1858915 h 2240205"/>
              <a:gd name="connsiteX89" fmla="*/ 3812162 w 12192000"/>
              <a:gd name="connsiteY89" fmla="*/ 1875501 h 2240205"/>
              <a:gd name="connsiteX90" fmla="*/ 3758105 w 12192000"/>
              <a:gd name="connsiteY90" fmla="*/ 1871856 h 2240205"/>
              <a:gd name="connsiteX91" fmla="*/ 3567259 w 12192000"/>
              <a:gd name="connsiteY91" fmla="*/ 1893482 h 2240205"/>
              <a:gd name="connsiteX92" fmla="*/ 3405770 w 12192000"/>
              <a:gd name="connsiteY92" fmla="*/ 1904591 h 2240205"/>
              <a:gd name="connsiteX93" fmla="*/ 3280097 w 12192000"/>
              <a:gd name="connsiteY93" fmla="*/ 1919610 h 2240205"/>
              <a:gd name="connsiteX94" fmla="*/ 3009910 w 12192000"/>
              <a:gd name="connsiteY94" fmla="*/ 1957866 h 2240205"/>
              <a:gd name="connsiteX95" fmla="*/ 2995934 w 12192000"/>
              <a:gd name="connsiteY95" fmla="*/ 1967085 h 2240205"/>
              <a:gd name="connsiteX96" fmla="*/ 2942858 w 12192000"/>
              <a:gd name="connsiteY96" fmla="*/ 1981367 h 2240205"/>
              <a:gd name="connsiteX97" fmla="*/ 2875436 w 12192000"/>
              <a:gd name="connsiteY97" fmla="*/ 1996977 h 2240205"/>
              <a:gd name="connsiteX98" fmla="*/ 2874892 w 12192000"/>
              <a:gd name="connsiteY98" fmla="*/ 1996085 h 2240205"/>
              <a:gd name="connsiteX99" fmla="*/ 2843662 w 12192000"/>
              <a:gd name="connsiteY99" fmla="*/ 1992498 h 2240205"/>
              <a:gd name="connsiteX100" fmla="*/ 2718916 w 12192000"/>
              <a:gd name="connsiteY100" fmla="*/ 1990867 h 2240205"/>
              <a:gd name="connsiteX101" fmla="*/ 2713522 w 12192000"/>
              <a:gd name="connsiteY101" fmla="*/ 1990173 h 2240205"/>
              <a:gd name="connsiteX102" fmla="*/ 2476147 w 12192000"/>
              <a:gd name="connsiteY102" fmla="*/ 1998305 h 2240205"/>
              <a:gd name="connsiteX103" fmla="*/ 2373568 w 12192000"/>
              <a:gd name="connsiteY103" fmla="*/ 2003219 h 2240205"/>
              <a:gd name="connsiteX104" fmla="*/ 2287219 w 12192000"/>
              <a:gd name="connsiteY104" fmla="*/ 1998750 h 2240205"/>
              <a:gd name="connsiteX105" fmla="*/ 2243069 w 12192000"/>
              <a:gd name="connsiteY105" fmla="*/ 2005321 h 2240205"/>
              <a:gd name="connsiteX106" fmla="*/ 2164831 w 12192000"/>
              <a:gd name="connsiteY106" fmla="*/ 2010143 h 2240205"/>
              <a:gd name="connsiteX107" fmla="*/ 2085228 w 12192000"/>
              <a:gd name="connsiteY107" fmla="*/ 2046431 h 2240205"/>
              <a:gd name="connsiteX108" fmla="*/ 2058061 w 12192000"/>
              <a:gd name="connsiteY108" fmla="*/ 2047942 h 2240205"/>
              <a:gd name="connsiteX109" fmla="*/ 2042244 w 12192000"/>
              <a:gd name="connsiteY109" fmla="*/ 2055560 h 2240205"/>
              <a:gd name="connsiteX110" fmla="*/ 1877728 w 12192000"/>
              <a:gd name="connsiteY110" fmla="*/ 2101004 h 2240205"/>
              <a:gd name="connsiteX111" fmla="*/ 1759056 w 12192000"/>
              <a:gd name="connsiteY111" fmla="*/ 2125608 h 2240205"/>
              <a:gd name="connsiteX112" fmla="*/ 1637948 w 12192000"/>
              <a:gd name="connsiteY112" fmla="*/ 2172597 h 2240205"/>
              <a:gd name="connsiteX113" fmla="*/ 1434549 w 12192000"/>
              <a:gd name="connsiteY113" fmla="*/ 2234522 h 2240205"/>
              <a:gd name="connsiteX114" fmla="*/ 1370962 w 12192000"/>
              <a:gd name="connsiteY114" fmla="*/ 2237474 h 2240205"/>
              <a:gd name="connsiteX115" fmla="*/ 1356367 w 12192000"/>
              <a:gd name="connsiteY115" fmla="*/ 2235089 h 2240205"/>
              <a:gd name="connsiteX116" fmla="*/ 1279765 w 12192000"/>
              <a:gd name="connsiteY116" fmla="*/ 2229639 h 2240205"/>
              <a:gd name="connsiteX117" fmla="*/ 1195347 w 12192000"/>
              <a:gd name="connsiteY117" fmla="*/ 2212354 h 2240205"/>
              <a:gd name="connsiteX118" fmla="*/ 970251 w 12192000"/>
              <a:gd name="connsiteY118" fmla="*/ 2221029 h 2240205"/>
              <a:gd name="connsiteX119" fmla="*/ 812914 w 12192000"/>
              <a:gd name="connsiteY119" fmla="*/ 2210095 h 2240205"/>
              <a:gd name="connsiteX120" fmla="*/ 776382 w 12192000"/>
              <a:gd name="connsiteY120" fmla="*/ 2204512 h 2240205"/>
              <a:gd name="connsiteX121" fmla="*/ 597225 w 12192000"/>
              <a:gd name="connsiteY121" fmla="*/ 2180999 h 2240205"/>
              <a:gd name="connsiteX122" fmla="*/ 520671 w 12192000"/>
              <a:gd name="connsiteY122" fmla="*/ 2180980 h 2240205"/>
              <a:gd name="connsiteX123" fmla="*/ 515024 w 12192000"/>
              <a:gd name="connsiteY123" fmla="*/ 2179258 h 2240205"/>
              <a:gd name="connsiteX124" fmla="*/ 413835 w 12192000"/>
              <a:gd name="connsiteY124" fmla="*/ 2156783 h 2240205"/>
              <a:gd name="connsiteX125" fmla="*/ 376513 w 12192000"/>
              <a:gd name="connsiteY125" fmla="*/ 2154014 h 2240205"/>
              <a:gd name="connsiteX126" fmla="*/ 273386 w 12192000"/>
              <a:gd name="connsiteY126" fmla="*/ 2142551 h 2240205"/>
              <a:gd name="connsiteX127" fmla="*/ 77641 w 12192000"/>
              <a:gd name="connsiteY127" fmla="*/ 2126835 h 2240205"/>
              <a:gd name="connsiteX128" fmla="*/ 37645 w 12192000"/>
              <a:gd name="connsiteY128" fmla="*/ 2115401 h 2240205"/>
              <a:gd name="connsiteX129" fmla="*/ 4572 w 12192000"/>
              <a:gd name="connsiteY129" fmla="*/ 2111091 h 2240205"/>
              <a:gd name="connsiteX130" fmla="*/ 0 w 12192000"/>
              <a:gd name="connsiteY130" fmla="*/ 2110468 h 2240205"/>
              <a:gd name="connsiteX131" fmla="*/ 0 w 12192000"/>
              <a:gd name="connsiteY131"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46594 w 12192000"/>
              <a:gd name="connsiteY9" fmla="*/ 765069 h 2240205"/>
              <a:gd name="connsiteX10" fmla="*/ 10739478 w 12192000"/>
              <a:gd name="connsiteY10" fmla="*/ 776841 h 2240205"/>
              <a:gd name="connsiteX11" fmla="*/ 10458762 w 12192000"/>
              <a:gd name="connsiteY11" fmla="*/ 755400 h 2240205"/>
              <a:gd name="connsiteX12" fmla="*/ 10211200 w 12192000"/>
              <a:gd name="connsiteY12" fmla="*/ 767513 h 2240205"/>
              <a:gd name="connsiteX13" fmla="*/ 10167995 w 12192000"/>
              <a:gd name="connsiteY13" fmla="*/ 760843 h 2240205"/>
              <a:gd name="connsiteX14" fmla="*/ 9997044 w 12192000"/>
              <a:gd name="connsiteY14" fmla="*/ 780129 h 2240205"/>
              <a:gd name="connsiteX15" fmla="*/ 9943887 w 12192000"/>
              <a:gd name="connsiteY15" fmla="*/ 804141 h 2240205"/>
              <a:gd name="connsiteX16" fmla="*/ 9918248 w 12192000"/>
              <a:gd name="connsiteY16" fmla="*/ 816628 h 2240205"/>
              <a:gd name="connsiteX17" fmla="*/ 9767091 w 12192000"/>
              <a:gd name="connsiteY17" fmla="*/ 870550 h 2240205"/>
              <a:gd name="connsiteX18" fmla="*/ 9683005 w 12192000"/>
              <a:gd name="connsiteY18" fmla="*/ 894128 h 2240205"/>
              <a:gd name="connsiteX19" fmla="*/ 9500499 w 12192000"/>
              <a:gd name="connsiteY19" fmla="*/ 954680 h 2240205"/>
              <a:gd name="connsiteX20" fmla="*/ 9410017 w 12192000"/>
              <a:gd name="connsiteY20" fmla="*/ 993931 h 2240205"/>
              <a:gd name="connsiteX21" fmla="*/ 9392919 w 12192000"/>
              <a:gd name="connsiteY21" fmla="*/ 994656 h 2240205"/>
              <a:gd name="connsiteX22" fmla="*/ 9268019 w 12192000"/>
              <a:gd name="connsiteY22" fmla="*/ 1007442 h 2240205"/>
              <a:gd name="connsiteX23" fmla="*/ 9188177 w 12192000"/>
              <a:gd name="connsiteY23" fmla="*/ 1035474 h 2240205"/>
              <a:gd name="connsiteX24" fmla="*/ 9155969 w 12192000"/>
              <a:gd name="connsiteY24" fmla="*/ 1046804 h 2240205"/>
              <a:gd name="connsiteX25" fmla="*/ 9133985 w 12192000"/>
              <a:gd name="connsiteY25" fmla="*/ 1046450 h 2240205"/>
              <a:gd name="connsiteX26" fmla="*/ 9003462 w 12192000"/>
              <a:gd name="connsiteY26" fmla="*/ 1042406 h 2240205"/>
              <a:gd name="connsiteX27" fmla="*/ 8968445 w 12192000"/>
              <a:gd name="connsiteY27" fmla="*/ 1052169 h 2240205"/>
              <a:gd name="connsiteX28" fmla="*/ 8886001 w 12192000"/>
              <a:gd name="connsiteY28" fmla="*/ 1067468 h 2240205"/>
              <a:gd name="connsiteX29" fmla="*/ 8838610 w 12192000"/>
              <a:gd name="connsiteY29" fmla="*/ 1075091 h 2240205"/>
              <a:gd name="connsiteX30" fmla="*/ 8665605 w 12192000"/>
              <a:gd name="connsiteY30" fmla="*/ 1110791 h 2240205"/>
              <a:gd name="connsiteX31" fmla="*/ 8584946 w 12192000"/>
              <a:gd name="connsiteY31" fmla="*/ 1135226 h 2240205"/>
              <a:gd name="connsiteX32" fmla="*/ 8419755 w 12192000"/>
              <a:gd name="connsiteY32" fmla="*/ 1216260 h 2240205"/>
              <a:gd name="connsiteX33" fmla="*/ 8411626 w 12192000"/>
              <a:gd name="connsiteY33" fmla="*/ 1214397 h 2240205"/>
              <a:gd name="connsiteX34" fmla="*/ 8363469 w 12192000"/>
              <a:gd name="connsiteY34" fmla="*/ 1246658 h 2240205"/>
              <a:gd name="connsiteX35" fmla="*/ 8275497 w 12192000"/>
              <a:gd name="connsiteY35" fmla="*/ 1264396 h 2240205"/>
              <a:gd name="connsiteX36" fmla="*/ 8074238 w 12192000"/>
              <a:gd name="connsiteY36" fmla="*/ 1301895 h 2240205"/>
              <a:gd name="connsiteX37" fmla="*/ 7902328 w 12192000"/>
              <a:gd name="connsiteY37" fmla="*/ 1345865 h 2240205"/>
              <a:gd name="connsiteX38" fmla="*/ 7840612 w 12192000"/>
              <a:gd name="connsiteY38" fmla="*/ 1369373 h 2240205"/>
              <a:gd name="connsiteX39" fmla="*/ 7786819 w 12192000"/>
              <a:gd name="connsiteY39" fmla="*/ 1378970 h 2240205"/>
              <a:gd name="connsiteX40" fmla="*/ 7548172 w 12192000"/>
              <a:gd name="connsiteY40" fmla="*/ 1417460 h 2240205"/>
              <a:gd name="connsiteX41" fmla="*/ 7483437 w 12192000"/>
              <a:gd name="connsiteY41" fmla="*/ 1478152 h 2240205"/>
              <a:gd name="connsiteX42" fmla="*/ 7377870 w 12192000"/>
              <a:gd name="connsiteY42" fmla="*/ 1523319 h 2240205"/>
              <a:gd name="connsiteX43" fmla="*/ 7230737 w 12192000"/>
              <a:gd name="connsiteY43" fmla="*/ 1562633 h 2240205"/>
              <a:gd name="connsiteX44" fmla="*/ 7224458 w 12192000"/>
              <a:gd name="connsiteY44" fmla="*/ 1573008 h 2240205"/>
              <a:gd name="connsiteX45" fmla="*/ 7183121 w 12192000"/>
              <a:gd name="connsiteY45" fmla="*/ 1595162 h 2240205"/>
              <a:gd name="connsiteX46" fmla="*/ 7164601 w 12192000"/>
              <a:gd name="connsiteY46" fmla="*/ 1606490 h 2240205"/>
              <a:gd name="connsiteX47" fmla="*/ 6900177 w 12192000"/>
              <a:gd name="connsiteY47" fmla="*/ 1636016 h 2240205"/>
              <a:gd name="connsiteX48" fmla="*/ 6795372 w 12192000"/>
              <a:gd name="connsiteY48" fmla="*/ 1644845 h 2240205"/>
              <a:gd name="connsiteX49" fmla="*/ 6692251 w 12192000"/>
              <a:gd name="connsiteY49" fmla="*/ 1656357 h 2240205"/>
              <a:gd name="connsiteX50" fmla="*/ 6655235 w 12192000"/>
              <a:gd name="connsiteY50" fmla="*/ 1661869 h 2240205"/>
              <a:gd name="connsiteX51" fmla="*/ 6554894 w 12192000"/>
              <a:gd name="connsiteY51" fmla="*/ 1664428 h 2240205"/>
              <a:gd name="connsiteX52" fmla="*/ 6516595 w 12192000"/>
              <a:gd name="connsiteY52" fmla="*/ 1667475 h 2240205"/>
              <a:gd name="connsiteX53" fmla="*/ 6508541 w 12192000"/>
              <a:gd name="connsiteY53" fmla="*/ 1668757 h 2240205"/>
              <a:gd name="connsiteX54" fmla="*/ 6471012 w 12192000"/>
              <a:gd name="connsiteY54" fmla="*/ 1678604 h 2240205"/>
              <a:gd name="connsiteX55" fmla="*/ 6364035 w 12192000"/>
              <a:gd name="connsiteY55" fmla="*/ 1667683 h 2240205"/>
              <a:gd name="connsiteX56" fmla="*/ 6243319 w 12192000"/>
              <a:gd name="connsiteY56" fmla="*/ 1695560 h 2240205"/>
              <a:gd name="connsiteX57" fmla="*/ 6098321 w 12192000"/>
              <a:gd name="connsiteY57" fmla="*/ 1721646 h 2240205"/>
              <a:gd name="connsiteX58" fmla="*/ 5880652 w 12192000"/>
              <a:gd name="connsiteY58" fmla="*/ 1779643 h 2240205"/>
              <a:gd name="connsiteX59" fmla="*/ 5785959 w 12192000"/>
              <a:gd name="connsiteY59" fmla="*/ 1775307 h 2240205"/>
              <a:gd name="connsiteX60" fmla="*/ 5643534 w 12192000"/>
              <a:gd name="connsiteY60" fmla="*/ 1802919 h 2240205"/>
              <a:gd name="connsiteX61" fmla="*/ 5518799 w 12192000"/>
              <a:gd name="connsiteY61" fmla="*/ 1818312 h 2240205"/>
              <a:gd name="connsiteX62" fmla="*/ 5505014 w 12192000"/>
              <a:gd name="connsiteY62" fmla="*/ 1819259 h 2240205"/>
              <a:gd name="connsiteX63" fmla="*/ 5453307 w 12192000"/>
              <a:gd name="connsiteY63" fmla="*/ 1815450 h 2240205"/>
              <a:gd name="connsiteX64" fmla="*/ 5221533 w 12192000"/>
              <a:gd name="connsiteY64" fmla="*/ 1846950 h 2240205"/>
              <a:gd name="connsiteX65" fmla="*/ 5149802 w 12192000"/>
              <a:gd name="connsiteY65" fmla="*/ 1844846 h 2240205"/>
              <a:gd name="connsiteX66" fmla="*/ 5114927 w 12192000"/>
              <a:gd name="connsiteY66" fmla="*/ 1847827 h 2240205"/>
              <a:gd name="connsiteX67" fmla="*/ 5108970 w 12192000"/>
              <a:gd name="connsiteY67" fmla="*/ 1847935 h 2240205"/>
              <a:gd name="connsiteX68" fmla="*/ 5067961 w 12192000"/>
              <a:gd name="connsiteY68" fmla="*/ 1845917 h 2240205"/>
              <a:gd name="connsiteX69" fmla="*/ 5007075 w 12192000"/>
              <a:gd name="connsiteY69" fmla="*/ 1838626 h 2240205"/>
              <a:gd name="connsiteX70" fmla="*/ 4944087 w 12192000"/>
              <a:gd name="connsiteY70" fmla="*/ 1823332 h 2240205"/>
              <a:gd name="connsiteX71" fmla="*/ 4907662 w 12192000"/>
              <a:gd name="connsiteY71" fmla="*/ 1816900 h 2240205"/>
              <a:gd name="connsiteX72" fmla="*/ 4882386 w 12192000"/>
              <a:gd name="connsiteY72" fmla="*/ 1809844 h 2240205"/>
              <a:gd name="connsiteX73" fmla="*/ 4811440 w 12192000"/>
              <a:gd name="connsiteY73" fmla="*/ 1804655 h 2240205"/>
              <a:gd name="connsiteX74" fmla="*/ 4691075 w 12192000"/>
              <a:gd name="connsiteY74" fmla="*/ 1801389 h 2240205"/>
              <a:gd name="connsiteX75" fmla="*/ 4640313 w 12192000"/>
              <a:gd name="connsiteY75" fmla="*/ 1784307 h 2240205"/>
              <a:gd name="connsiteX76" fmla="*/ 4536503 w 12192000"/>
              <a:gd name="connsiteY76" fmla="*/ 1785334 h 2240205"/>
              <a:gd name="connsiteX77" fmla="*/ 4513724 w 12192000"/>
              <a:gd name="connsiteY77" fmla="*/ 1791996 h 2240205"/>
              <a:gd name="connsiteX78" fmla="*/ 4459810 w 12192000"/>
              <a:gd name="connsiteY78" fmla="*/ 1797886 h 2240205"/>
              <a:gd name="connsiteX79" fmla="*/ 4379064 w 12192000"/>
              <a:gd name="connsiteY79" fmla="*/ 1817177 h 2240205"/>
              <a:gd name="connsiteX80" fmla="*/ 4290981 w 12192000"/>
              <a:gd name="connsiteY80" fmla="*/ 1839677 h 2240205"/>
              <a:gd name="connsiteX81" fmla="*/ 4238372 w 12192000"/>
              <a:gd name="connsiteY81" fmla="*/ 1851480 h 2240205"/>
              <a:gd name="connsiteX82" fmla="*/ 4232517 w 12192000"/>
              <a:gd name="connsiteY82" fmla="*/ 1852567 h 2240205"/>
              <a:gd name="connsiteX83" fmla="*/ 4191732 w 12192000"/>
              <a:gd name="connsiteY83" fmla="*/ 1857328 h 2240205"/>
              <a:gd name="connsiteX84" fmla="*/ 4065532 w 12192000"/>
              <a:gd name="connsiteY84" fmla="*/ 1855477 h 2240205"/>
              <a:gd name="connsiteX85" fmla="*/ 4028460 w 12192000"/>
              <a:gd name="connsiteY85" fmla="*/ 1855137 h 2240205"/>
              <a:gd name="connsiteX86" fmla="*/ 4002267 w 12192000"/>
              <a:gd name="connsiteY86" fmla="*/ 1852352 h 2240205"/>
              <a:gd name="connsiteX87" fmla="*/ 3931396 w 12192000"/>
              <a:gd name="connsiteY87" fmla="*/ 1858915 h 2240205"/>
              <a:gd name="connsiteX88" fmla="*/ 3812162 w 12192000"/>
              <a:gd name="connsiteY88" fmla="*/ 1875501 h 2240205"/>
              <a:gd name="connsiteX89" fmla="*/ 3758105 w 12192000"/>
              <a:gd name="connsiteY89" fmla="*/ 1871856 h 2240205"/>
              <a:gd name="connsiteX90" fmla="*/ 3567259 w 12192000"/>
              <a:gd name="connsiteY90" fmla="*/ 1893482 h 2240205"/>
              <a:gd name="connsiteX91" fmla="*/ 3405770 w 12192000"/>
              <a:gd name="connsiteY91" fmla="*/ 1904591 h 2240205"/>
              <a:gd name="connsiteX92" fmla="*/ 3280097 w 12192000"/>
              <a:gd name="connsiteY92" fmla="*/ 1919610 h 2240205"/>
              <a:gd name="connsiteX93" fmla="*/ 3009910 w 12192000"/>
              <a:gd name="connsiteY93" fmla="*/ 1957866 h 2240205"/>
              <a:gd name="connsiteX94" fmla="*/ 2995934 w 12192000"/>
              <a:gd name="connsiteY94" fmla="*/ 1967085 h 2240205"/>
              <a:gd name="connsiteX95" fmla="*/ 2942858 w 12192000"/>
              <a:gd name="connsiteY95" fmla="*/ 1981367 h 2240205"/>
              <a:gd name="connsiteX96" fmla="*/ 2875436 w 12192000"/>
              <a:gd name="connsiteY96" fmla="*/ 1996977 h 2240205"/>
              <a:gd name="connsiteX97" fmla="*/ 2874892 w 12192000"/>
              <a:gd name="connsiteY97" fmla="*/ 1996085 h 2240205"/>
              <a:gd name="connsiteX98" fmla="*/ 2843662 w 12192000"/>
              <a:gd name="connsiteY98" fmla="*/ 1992498 h 2240205"/>
              <a:gd name="connsiteX99" fmla="*/ 2718916 w 12192000"/>
              <a:gd name="connsiteY99" fmla="*/ 1990867 h 2240205"/>
              <a:gd name="connsiteX100" fmla="*/ 2713522 w 12192000"/>
              <a:gd name="connsiteY100" fmla="*/ 1990173 h 2240205"/>
              <a:gd name="connsiteX101" fmla="*/ 2476147 w 12192000"/>
              <a:gd name="connsiteY101" fmla="*/ 1998305 h 2240205"/>
              <a:gd name="connsiteX102" fmla="*/ 2373568 w 12192000"/>
              <a:gd name="connsiteY102" fmla="*/ 2003219 h 2240205"/>
              <a:gd name="connsiteX103" fmla="*/ 2287219 w 12192000"/>
              <a:gd name="connsiteY103" fmla="*/ 1998750 h 2240205"/>
              <a:gd name="connsiteX104" fmla="*/ 2243069 w 12192000"/>
              <a:gd name="connsiteY104" fmla="*/ 2005321 h 2240205"/>
              <a:gd name="connsiteX105" fmla="*/ 2164831 w 12192000"/>
              <a:gd name="connsiteY105" fmla="*/ 2010143 h 2240205"/>
              <a:gd name="connsiteX106" fmla="*/ 2085228 w 12192000"/>
              <a:gd name="connsiteY106" fmla="*/ 2046431 h 2240205"/>
              <a:gd name="connsiteX107" fmla="*/ 2058061 w 12192000"/>
              <a:gd name="connsiteY107" fmla="*/ 2047942 h 2240205"/>
              <a:gd name="connsiteX108" fmla="*/ 2042244 w 12192000"/>
              <a:gd name="connsiteY108" fmla="*/ 2055560 h 2240205"/>
              <a:gd name="connsiteX109" fmla="*/ 1877728 w 12192000"/>
              <a:gd name="connsiteY109" fmla="*/ 2101004 h 2240205"/>
              <a:gd name="connsiteX110" fmla="*/ 1759056 w 12192000"/>
              <a:gd name="connsiteY110" fmla="*/ 2125608 h 2240205"/>
              <a:gd name="connsiteX111" fmla="*/ 1637948 w 12192000"/>
              <a:gd name="connsiteY111" fmla="*/ 2172597 h 2240205"/>
              <a:gd name="connsiteX112" fmla="*/ 1434549 w 12192000"/>
              <a:gd name="connsiteY112" fmla="*/ 2234522 h 2240205"/>
              <a:gd name="connsiteX113" fmla="*/ 1370962 w 12192000"/>
              <a:gd name="connsiteY113" fmla="*/ 2237474 h 2240205"/>
              <a:gd name="connsiteX114" fmla="*/ 1356367 w 12192000"/>
              <a:gd name="connsiteY114" fmla="*/ 2235089 h 2240205"/>
              <a:gd name="connsiteX115" fmla="*/ 1279765 w 12192000"/>
              <a:gd name="connsiteY115" fmla="*/ 2229639 h 2240205"/>
              <a:gd name="connsiteX116" fmla="*/ 1195347 w 12192000"/>
              <a:gd name="connsiteY116" fmla="*/ 2212354 h 2240205"/>
              <a:gd name="connsiteX117" fmla="*/ 970251 w 12192000"/>
              <a:gd name="connsiteY117" fmla="*/ 2221029 h 2240205"/>
              <a:gd name="connsiteX118" fmla="*/ 812914 w 12192000"/>
              <a:gd name="connsiteY118" fmla="*/ 2210095 h 2240205"/>
              <a:gd name="connsiteX119" fmla="*/ 776382 w 12192000"/>
              <a:gd name="connsiteY119" fmla="*/ 2204512 h 2240205"/>
              <a:gd name="connsiteX120" fmla="*/ 597225 w 12192000"/>
              <a:gd name="connsiteY120" fmla="*/ 2180999 h 2240205"/>
              <a:gd name="connsiteX121" fmla="*/ 520671 w 12192000"/>
              <a:gd name="connsiteY121" fmla="*/ 2180980 h 2240205"/>
              <a:gd name="connsiteX122" fmla="*/ 515024 w 12192000"/>
              <a:gd name="connsiteY122" fmla="*/ 2179258 h 2240205"/>
              <a:gd name="connsiteX123" fmla="*/ 413835 w 12192000"/>
              <a:gd name="connsiteY123" fmla="*/ 2156783 h 2240205"/>
              <a:gd name="connsiteX124" fmla="*/ 376513 w 12192000"/>
              <a:gd name="connsiteY124" fmla="*/ 2154014 h 2240205"/>
              <a:gd name="connsiteX125" fmla="*/ 273386 w 12192000"/>
              <a:gd name="connsiteY125" fmla="*/ 2142551 h 2240205"/>
              <a:gd name="connsiteX126" fmla="*/ 77641 w 12192000"/>
              <a:gd name="connsiteY126" fmla="*/ 2126835 h 2240205"/>
              <a:gd name="connsiteX127" fmla="*/ 37645 w 12192000"/>
              <a:gd name="connsiteY127" fmla="*/ 2115401 h 2240205"/>
              <a:gd name="connsiteX128" fmla="*/ 4572 w 12192000"/>
              <a:gd name="connsiteY128" fmla="*/ 2111091 h 2240205"/>
              <a:gd name="connsiteX129" fmla="*/ 0 w 12192000"/>
              <a:gd name="connsiteY129" fmla="*/ 2110468 h 2240205"/>
              <a:gd name="connsiteX130" fmla="*/ 0 w 12192000"/>
              <a:gd name="connsiteY130"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739478 w 12192000"/>
              <a:gd name="connsiteY9" fmla="*/ 776841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58061 w 12192000"/>
              <a:gd name="connsiteY104" fmla="*/ 2047942 h 2240205"/>
              <a:gd name="connsiteX105" fmla="*/ 2042244 w 12192000"/>
              <a:gd name="connsiteY105" fmla="*/ 2055560 h 2240205"/>
              <a:gd name="connsiteX106" fmla="*/ 1877728 w 12192000"/>
              <a:gd name="connsiteY106" fmla="*/ 2101004 h 2240205"/>
              <a:gd name="connsiteX107" fmla="*/ 1759056 w 12192000"/>
              <a:gd name="connsiteY107" fmla="*/ 2125608 h 2240205"/>
              <a:gd name="connsiteX108" fmla="*/ 1637948 w 12192000"/>
              <a:gd name="connsiteY108" fmla="*/ 2172597 h 2240205"/>
              <a:gd name="connsiteX109" fmla="*/ 1434549 w 12192000"/>
              <a:gd name="connsiteY109" fmla="*/ 2234522 h 2240205"/>
              <a:gd name="connsiteX110" fmla="*/ 1370962 w 12192000"/>
              <a:gd name="connsiteY110" fmla="*/ 2237474 h 2240205"/>
              <a:gd name="connsiteX111" fmla="*/ 1356367 w 12192000"/>
              <a:gd name="connsiteY111" fmla="*/ 2235089 h 2240205"/>
              <a:gd name="connsiteX112" fmla="*/ 1279765 w 12192000"/>
              <a:gd name="connsiteY112" fmla="*/ 2229639 h 2240205"/>
              <a:gd name="connsiteX113" fmla="*/ 1195347 w 12192000"/>
              <a:gd name="connsiteY113" fmla="*/ 2212354 h 2240205"/>
              <a:gd name="connsiteX114" fmla="*/ 970251 w 12192000"/>
              <a:gd name="connsiteY114" fmla="*/ 2221029 h 2240205"/>
              <a:gd name="connsiteX115" fmla="*/ 812914 w 12192000"/>
              <a:gd name="connsiteY115" fmla="*/ 2210095 h 2240205"/>
              <a:gd name="connsiteX116" fmla="*/ 776382 w 12192000"/>
              <a:gd name="connsiteY116" fmla="*/ 2204512 h 2240205"/>
              <a:gd name="connsiteX117" fmla="*/ 597225 w 12192000"/>
              <a:gd name="connsiteY117" fmla="*/ 2180999 h 2240205"/>
              <a:gd name="connsiteX118" fmla="*/ 520671 w 12192000"/>
              <a:gd name="connsiteY118" fmla="*/ 2180980 h 2240205"/>
              <a:gd name="connsiteX119" fmla="*/ 515024 w 12192000"/>
              <a:gd name="connsiteY119" fmla="*/ 2179258 h 2240205"/>
              <a:gd name="connsiteX120" fmla="*/ 413835 w 12192000"/>
              <a:gd name="connsiteY120" fmla="*/ 2156783 h 2240205"/>
              <a:gd name="connsiteX121" fmla="*/ 376513 w 12192000"/>
              <a:gd name="connsiteY121" fmla="*/ 2154014 h 2240205"/>
              <a:gd name="connsiteX122" fmla="*/ 273386 w 12192000"/>
              <a:gd name="connsiteY122" fmla="*/ 2142551 h 2240205"/>
              <a:gd name="connsiteX123" fmla="*/ 77641 w 12192000"/>
              <a:gd name="connsiteY123" fmla="*/ 2126835 h 2240205"/>
              <a:gd name="connsiteX124" fmla="*/ 37645 w 12192000"/>
              <a:gd name="connsiteY124" fmla="*/ 2115401 h 2240205"/>
              <a:gd name="connsiteX125" fmla="*/ 4572 w 12192000"/>
              <a:gd name="connsiteY125" fmla="*/ 2111091 h 2240205"/>
              <a:gd name="connsiteX126" fmla="*/ 0 w 12192000"/>
              <a:gd name="connsiteY126" fmla="*/ 2110468 h 2240205"/>
              <a:gd name="connsiteX127" fmla="*/ 0 w 12192000"/>
              <a:gd name="connsiteY127"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776382 w 12192000"/>
              <a:gd name="connsiteY115" fmla="*/ 2204512 h 2240205"/>
              <a:gd name="connsiteX116" fmla="*/ 597225 w 12192000"/>
              <a:gd name="connsiteY116" fmla="*/ 2180999 h 2240205"/>
              <a:gd name="connsiteX117" fmla="*/ 520671 w 12192000"/>
              <a:gd name="connsiteY117" fmla="*/ 2180980 h 2240205"/>
              <a:gd name="connsiteX118" fmla="*/ 515024 w 12192000"/>
              <a:gd name="connsiteY118" fmla="*/ 2179258 h 2240205"/>
              <a:gd name="connsiteX119" fmla="*/ 413835 w 12192000"/>
              <a:gd name="connsiteY119" fmla="*/ 2156783 h 2240205"/>
              <a:gd name="connsiteX120" fmla="*/ 376513 w 12192000"/>
              <a:gd name="connsiteY120" fmla="*/ 2154014 h 2240205"/>
              <a:gd name="connsiteX121" fmla="*/ 273386 w 12192000"/>
              <a:gd name="connsiteY121" fmla="*/ 2142551 h 2240205"/>
              <a:gd name="connsiteX122" fmla="*/ 77641 w 12192000"/>
              <a:gd name="connsiteY122" fmla="*/ 2126835 h 2240205"/>
              <a:gd name="connsiteX123" fmla="*/ 37645 w 12192000"/>
              <a:gd name="connsiteY123" fmla="*/ 2115401 h 2240205"/>
              <a:gd name="connsiteX124" fmla="*/ 4572 w 12192000"/>
              <a:gd name="connsiteY124" fmla="*/ 2111091 h 2240205"/>
              <a:gd name="connsiteX125" fmla="*/ 0 w 12192000"/>
              <a:gd name="connsiteY125" fmla="*/ 2110468 h 2240205"/>
              <a:gd name="connsiteX126" fmla="*/ 0 w 12192000"/>
              <a:gd name="connsiteY12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776382 w 12192000"/>
              <a:gd name="connsiteY115" fmla="*/ 2204512 h 2240205"/>
              <a:gd name="connsiteX116" fmla="*/ 597225 w 12192000"/>
              <a:gd name="connsiteY116" fmla="*/ 2180999 h 2240205"/>
              <a:gd name="connsiteX117" fmla="*/ 520671 w 12192000"/>
              <a:gd name="connsiteY117" fmla="*/ 2180980 h 2240205"/>
              <a:gd name="connsiteX118" fmla="*/ 515024 w 12192000"/>
              <a:gd name="connsiteY118" fmla="*/ 2179258 h 2240205"/>
              <a:gd name="connsiteX119" fmla="*/ 413835 w 12192000"/>
              <a:gd name="connsiteY119" fmla="*/ 2156783 h 2240205"/>
              <a:gd name="connsiteX120" fmla="*/ 376513 w 12192000"/>
              <a:gd name="connsiteY120" fmla="*/ 2154014 h 2240205"/>
              <a:gd name="connsiteX121" fmla="*/ 273386 w 12192000"/>
              <a:gd name="connsiteY121" fmla="*/ 2142551 h 2240205"/>
              <a:gd name="connsiteX122" fmla="*/ 77641 w 12192000"/>
              <a:gd name="connsiteY122" fmla="*/ 2126835 h 2240205"/>
              <a:gd name="connsiteX123" fmla="*/ 37645 w 12192000"/>
              <a:gd name="connsiteY123" fmla="*/ 2115401 h 2240205"/>
              <a:gd name="connsiteX124" fmla="*/ 4572 w 12192000"/>
              <a:gd name="connsiteY124" fmla="*/ 2111091 h 2240205"/>
              <a:gd name="connsiteX125" fmla="*/ 0 w 12192000"/>
              <a:gd name="connsiteY125" fmla="*/ 2110468 h 2240205"/>
              <a:gd name="connsiteX126" fmla="*/ 0 w 12192000"/>
              <a:gd name="connsiteY12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515024 w 12192000"/>
              <a:gd name="connsiteY117" fmla="*/ 2179258 h 2240205"/>
              <a:gd name="connsiteX118" fmla="*/ 413835 w 12192000"/>
              <a:gd name="connsiteY118" fmla="*/ 2156783 h 2240205"/>
              <a:gd name="connsiteX119" fmla="*/ 376513 w 12192000"/>
              <a:gd name="connsiteY119" fmla="*/ 2154014 h 2240205"/>
              <a:gd name="connsiteX120" fmla="*/ 273386 w 12192000"/>
              <a:gd name="connsiteY120" fmla="*/ 2142551 h 2240205"/>
              <a:gd name="connsiteX121" fmla="*/ 77641 w 12192000"/>
              <a:gd name="connsiteY121" fmla="*/ 2126835 h 2240205"/>
              <a:gd name="connsiteX122" fmla="*/ 37645 w 12192000"/>
              <a:gd name="connsiteY122" fmla="*/ 2115401 h 2240205"/>
              <a:gd name="connsiteX123" fmla="*/ 4572 w 12192000"/>
              <a:gd name="connsiteY123" fmla="*/ 2111091 h 2240205"/>
              <a:gd name="connsiteX124" fmla="*/ 0 w 12192000"/>
              <a:gd name="connsiteY124" fmla="*/ 2110468 h 2240205"/>
              <a:gd name="connsiteX125" fmla="*/ 0 w 12192000"/>
              <a:gd name="connsiteY12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515024 w 12192000"/>
              <a:gd name="connsiteY117" fmla="*/ 2179258 h 2240205"/>
              <a:gd name="connsiteX118" fmla="*/ 413835 w 12192000"/>
              <a:gd name="connsiteY118" fmla="*/ 2156783 h 2240205"/>
              <a:gd name="connsiteX119" fmla="*/ 376513 w 12192000"/>
              <a:gd name="connsiteY119" fmla="*/ 2154014 h 2240205"/>
              <a:gd name="connsiteX120" fmla="*/ 273386 w 12192000"/>
              <a:gd name="connsiteY120" fmla="*/ 2142551 h 2240205"/>
              <a:gd name="connsiteX121" fmla="*/ 77641 w 12192000"/>
              <a:gd name="connsiteY121" fmla="*/ 2126835 h 2240205"/>
              <a:gd name="connsiteX122" fmla="*/ 37645 w 12192000"/>
              <a:gd name="connsiteY122" fmla="*/ 2115401 h 2240205"/>
              <a:gd name="connsiteX123" fmla="*/ 4572 w 12192000"/>
              <a:gd name="connsiteY123" fmla="*/ 2111091 h 2240205"/>
              <a:gd name="connsiteX124" fmla="*/ 0 w 12192000"/>
              <a:gd name="connsiteY124" fmla="*/ 2110468 h 2240205"/>
              <a:gd name="connsiteX125" fmla="*/ 0 w 12192000"/>
              <a:gd name="connsiteY12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413835 w 12192000"/>
              <a:gd name="connsiteY117" fmla="*/ 2156783 h 2240205"/>
              <a:gd name="connsiteX118" fmla="*/ 376513 w 12192000"/>
              <a:gd name="connsiteY118" fmla="*/ 2154014 h 2240205"/>
              <a:gd name="connsiteX119" fmla="*/ 273386 w 12192000"/>
              <a:gd name="connsiteY119" fmla="*/ 2142551 h 2240205"/>
              <a:gd name="connsiteX120" fmla="*/ 77641 w 12192000"/>
              <a:gd name="connsiteY120" fmla="*/ 2126835 h 2240205"/>
              <a:gd name="connsiteX121" fmla="*/ 37645 w 12192000"/>
              <a:gd name="connsiteY121" fmla="*/ 2115401 h 2240205"/>
              <a:gd name="connsiteX122" fmla="*/ 4572 w 12192000"/>
              <a:gd name="connsiteY122" fmla="*/ 2111091 h 2240205"/>
              <a:gd name="connsiteX123" fmla="*/ 0 w 12192000"/>
              <a:gd name="connsiteY123" fmla="*/ 2110468 h 2240205"/>
              <a:gd name="connsiteX124" fmla="*/ 0 w 12192000"/>
              <a:gd name="connsiteY12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413835 w 12192000"/>
              <a:gd name="connsiteY117" fmla="*/ 2156783 h 2240205"/>
              <a:gd name="connsiteX118" fmla="*/ 376513 w 12192000"/>
              <a:gd name="connsiteY118" fmla="*/ 2154014 h 2240205"/>
              <a:gd name="connsiteX119" fmla="*/ 273386 w 12192000"/>
              <a:gd name="connsiteY119" fmla="*/ 2142551 h 2240205"/>
              <a:gd name="connsiteX120" fmla="*/ 77641 w 12192000"/>
              <a:gd name="connsiteY120" fmla="*/ 2126835 h 2240205"/>
              <a:gd name="connsiteX121" fmla="*/ 37645 w 12192000"/>
              <a:gd name="connsiteY121" fmla="*/ 2115401 h 2240205"/>
              <a:gd name="connsiteX122" fmla="*/ 4572 w 12192000"/>
              <a:gd name="connsiteY122" fmla="*/ 2111091 h 2240205"/>
              <a:gd name="connsiteX123" fmla="*/ 0 w 12192000"/>
              <a:gd name="connsiteY123" fmla="*/ 2110468 h 2240205"/>
              <a:gd name="connsiteX124" fmla="*/ 0 w 12192000"/>
              <a:gd name="connsiteY124" fmla="*/ 0 h 224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192000" h="2240205">
                <a:moveTo>
                  <a:pt x="0" y="0"/>
                </a:moveTo>
                <a:lnTo>
                  <a:pt x="12192000" y="0"/>
                </a:lnTo>
                <a:lnTo>
                  <a:pt x="12192000" y="751299"/>
                </a:lnTo>
                <a:cubicBezTo>
                  <a:pt x="12034412" y="757358"/>
                  <a:pt x="11991124" y="738944"/>
                  <a:pt x="11890686" y="732766"/>
                </a:cubicBezTo>
                <a:cubicBezTo>
                  <a:pt x="11800345" y="732488"/>
                  <a:pt x="11704998" y="747086"/>
                  <a:pt x="11649954" y="749628"/>
                </a:cubicBezTo>
                <a:cubicBezTo>
                  <a:pt x="11613048" y="740951"/>
                  <a:pt x="11593031" y="740811"/>
                  <a:pt x="11560424" y="748017"/>
                </a:cubicBezTo>
                <a:cubicBezTo>
                  <a:pt x="11488916" y="747650"/>
                  <a:pt x="11449669" y="773362"/>
                  <a:pt x="11358455" y="747593"/>
                </a:cubicBezTo>
                <a:cubicBezTo>
                  <a:pt x="11316233" y="754756"/>
                  <a:pt x="11184875" y="735040"/>
                  <a:pt x="11165209" y="748852"/>
                </a:cubicBezTo>
                <a:cubicBezTo>
                  <a:pt x="11113345" y="753539"/>
                  <a:pt x="11140250" y="736122"/>
                  <a:pt x="11058755" y="749617"/>
                </a:cubicBezTo>
                <a:cubicBezTo>
                  <a:pt x="10973519" y="757854"/>
                  <a:pt x="10849163" y="781170"/>
                  <a:pt x="10803046" y="774328"/>
                </a:cubicBezTo>
                <a:cubicBezTo>
                  <a:pt x="10741852" y="776895"/>
                  <a:pt x="10540854" y="756546"/>
                  <a:pt x="10458762" y="755400"/>
                </a:cubicBezTo>
                <a:cubicBezTo>
                  <a:pt x="10426976" y="747433"/>
                  <a:pt x="10327242" y="773719"/>
                  <a:pt x="10211200" y="767513"/>
                </a:cubicBezTo>
                <a:cubicBezTo>
                  <a:pt x="10195912" y="761163"/>
                  <a:pt x="10172943" y="749095"/>
                  <a:pt x="10167995" y="760843"/>
                </a:cubicBezTo>
                <a:cubicBezTo>
                  <a:pt x="10131971" y="759999"/>
                  <a:pt x="10031208" y="777398"/>
                  <a:pt x="9997044" y="780129"/>
                </a:cubicBezTo>
                <a:cubicBezTo>
                  <a:pt x="9972443" y="801329"/>
                  <a:pt x="9951331" y="779975"/>
                  <a:pt x="9943887" y="804141"/>
                </a:cubicBezTo>
                <a:lnTo>
                  <a:pt x="9918248" y="816628"/>
                </a:lnTo>
                <a:cubicBezTo>
                  <a:pt x="9873419" y="812573"/>
                  <a:pt x="9807158" y="855024"/>
                  <a:pt x="9767091" y="870550"/>
                </a:cubicBezTo>
                <a:cubicBezTo>
                  <a:pt x="9728743" y="880857"/>
                  <a:pt x="9714210" y="859344"/>
                  <a:pt x="9683005" y="894128"/>
                </a:cubicBezTo>
                <a:cubicBezTo>
                  <a:pt x="9638573" y="908150"/>
                  <a:pt x="9553332" y="950611"/>
                  <a:pt x="9500499" y="954680"/>
                </a:cubicBezTo>
                <a:cubicBezTo>
                  <a:pt x="9451943" y="966288"/>
                  <a:pt x="9427947" y="987268"/>
                  <a:pt x="9410017" y="993931"/>
                </a:cubicBezTo>
                <a:cubicBezTo>
                  <a:pt x="9408360" y="990327"/>
                  <a:pt x="9395782" y="990863"/>
                  <a:pt x="9392919" y="994656"/>
                </a:cubicBezTo>
                <a:cubicBezTo>
                  <a:pt x="9369253" y="996908"/>
                  <a:pt x="9294395" y="1002709"/>
                  <a:pt x="9268019" y="1007442"/>
                </a:cubicBezTo>
                <a:lnTo>
                  <a:pt x="9188177" y="1035474"/>
                </a:lnTo>
                <a:cubicBezTo>
                  <a:pt x="9182118" y="1028476"/>
                  <a:pt x="9162516" y="1043719"/>
                  <a:pt x="9155969" y="1046804"/>
                </a:cubicBezTo>
                <a:cubicBezTo>
                  <a:pt x="9154734" y="1041866"/>
                  <a:pt x="9138567" y="1041606"/>
                  <a:pt x="9133985" y="1046450"/>
                </a:cubicBezTo>
                <a:cubicBezTo>
                  <a:pt x="9112169" y="1062778"/>
                  <a:pt x="9019227" y="1027247"/>
                  <a:pt x="9003462" y="1042406"/>
                </a:cubicBezTo>
                <a:lnTo>
                  <a:pt x="8968445" y="1052169"/>
                </a:lnTo>
                <a:lnTo>
                  <a:pt x="8886001" y="1067468"/>
                </a:lnTo>
                <a:cubicBezTo>
                  <a:pt x="8847384" y="1050046"/>
                  <a:pt x="8863283" y="1068286"/>
                  <a:pt x="8838610" y="1075091"/>
                </a:cubicBezTo>
                <a:cubicBezTo>
                  <a:pt x="8780942" y="1086991"/>
                  <a:pt x="8730608" y="1108943"/>
                  <a:pt x="8665605" y="1110791"/>
                </a:cubicBezTo>
                <a:cubicBezTo>
                  <a:pt x="8590906" y="1106676"/>
                  <a:pt x="8491424" y="1191452"/>
                  <a:pt x="8419755" y="1216260"/>
                </a:cubicBezTo>
                <a:cubicBezTo>
                  <a:pt x="8376553" y="1231214"/>
                  <a:pt x="8414124" y="1215234"/>
                  <a:pt x="8411626" y="1214397"/>
                </a:cubicBezTo>
                <a:cubicBezTo>
                  <a:pt x="8391326" y="1238641"/>
                  <a:pt x="8371389" y="1231045"/>
                  <a:pt x="8363469" y="1246658"/>
                </a:cubicBezTo>
                <a:cubicBezTo>
                  <a:pt x="8322316" y="1258746"/>
                  <a:pt x="8283162" y="1250600"/>
                  <a:pt x="8275497" y="1264396"/>
                </a:cubicBezTo>
                <a:cubicBezTo>
                  <a:pt x="8194123" y="1257316"/>
                  <a:pt x="8141324" y="1289395"/>
                  <a:pt x="8074238" y="1301895"/>
                </a:cubicBezTo>
                <a:cubicBezTo>
                  <a:pt x="8012043" y="1315473"/>
                  <a:pt x="7936376" y="1347185"/>
                  <a:pt x="7902328" y="1345865"/>
                </a:cubicBezTo>
                <a:cubicBezTo>
                  <a:pt x="7876994" y="1370833"/>
                  <a:pt x="7861184" y="1361537"/>
                  <a:pt x="7840612" y="1369373"/>
                </a:cubicBezTo>
                <a:cubicBezTo>
                  <a:pt x="7803208" y="1375918"/>
                  <a:pt x="7836041" y="1389289"/>
                  <a:pt x="7786819" y="1378970"/>
                </a:cubicBezTo>
                <a:cubicBezTo>
                  <a:pt x="7732613" y="1405648"/>
                  <a:pt x="7556449" y="1409729"/>
                  <a:pt x="7548172" y="1417460"/>
                </a:cubicBezTo>
                <a:cubicBezTo>
                  <a:pt x="7520370" y="1413173"/>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183121" y="1595162"/>
                </a:lnTo>
                <a:lnTo>
                  <a:pt x="7164601" y="1606490"/>
                </a:lnTo>
                <a:cubicBezTo>
                  <a:pt x="7117444" y="1613299"/>
                  <a:pt x="6961715" y="1629624"/>
                  <a:pt x="6900177" y="1636016"/>
                </a:cubicBez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32342" y="1663214"/>
                  <a:pt x="6578001" y="1663494"/>
                  <a:pt x="6554894" y="1664428"/>
                </a:cubicBezTo>
                <a:lnTo>
                  <a:pt x="6516595" y="1667475"/>
                </a:lnTo>
                <a:lnTo>
                  <a:pt x="6508541" y="1668757"/>
                </a:lnTo>
                <a:cubicBezTo>
                  <a:pt x="6495493" y="1671715"/>
                  <a:pt x="6482908" y="1675051"/>
                  <a:pt x="6471012" y="1678604"/>
                </a:cubicBezTo>
                <a:cubicBezTo>
                  <a:pt x="6446928" y="1678425"/>
                  <a:pt x="6395710" y="1665896"/>
                  <a:pt x="6364035" y="1667683"/>
                </a:cubicBezTo>
                <a:lnTo>
                  <a:pt x="6243319" y="1695560"/>
                </a:lnTo>
                <a:cubicBezTo>
                  <a:pt x="6212879" y="1700946"/>
                  <a:pt x="6162673" y="1707632"/>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53307" y="1815450"/>
                </a:lnTo>
                <a:cubicBezTo>
                  <a:pt x="5364785" y="1835567"/>
                  <a:pt x="5272117" y="1842051"/>
                  <a:pt x="5221533" y="1846950"/>
                </a:cubicBezTo>
                <a:lnTo>
                  <a:pt x="5149802" y="1844846"/>
                </a:lnTo>
                <a:cubicBezTo>
                  <a:pt x="5138262" y="1844584"/>
                  <a:pt x="5124907" y="1847312"/>
                  <a:pt x="5114927" y="1847827"/>
                </a:cubicBez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57791" y="1796774"/>
                  <a:pt x="4662147" y="1786932"/>
                  <a:pt x="4640313" y="1784307"/>
                </a:cubicBezTo>
                <a:cubicBezTo>
                  <a:pt x="4614551" y="1781631"/>
                  <a:pt x="4552839" y="1782829"/>
                  <a:pt x="4536503" y="1785334"/>
                </a:cubicBezTo>
                <a:lnTo>
                  <a:pt x="4513724" y="1791996"/>
                </a:lnTo>
                <a:lnTo>
                  <a:pt x="4459810" y="1797886"/>
                </a:lnTo>
                <a:lnTo>
                  <a:pt x="4379064" y="1817177"/>
                </a:lnTo>
                <a:cubicBezTo>
                  <a:pt x="4349703" y="1824677"/>
                  <a:pt x="4313198" y="1824834"/>
                  <a:pt x="4290981" y="1839677"/>
                </a:cubicBezTo>
                <a:cubicBezTo>
                  <a:pt x="4277508" y="1842452"/>
                  <a:pt x="4248116" y="1849332"/>
                  <a:pt x="4238372" y="1851480"/>
                </a:cubicBez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78518" y="1876434"/>
                  <a:pt x="3780102" y="1870848"/>
                  <a:pt x="3758105" y="1871856"/>
                </a:cubicBezTo>
                <a:cubicBezTo>
                  <a:pt x="3717288" y="1874853"/>
                  <a:pt x="3625982" y="1888026"/>
                  <a:pt x="3567259" y="1893482"/>
                </a:cubicBezTo>
                <a:cubicBezTo>
                  <a:pt x="3512865" y="1897927"/>
                  <a:pt x="3463644" y="1898121"/>
                  <a:pt x="3405770" y="1904591"/>
                </a:cubicBezTo>
                <a:cubicBezTo>
                  <a:pt x="3361027" y="1917619"/>
                  <a:pt x="3312439" y="1902759"/>
                  <a:pt x="3280097" y="1919610"/>
                </a:cubicBezTo>
                <a:cubicBezTo>
                  <a:pt x="3120979" y="1944600"/>
                  <a:pt x="3052347" y="1932877"/>
                  <a:pt x="3009910" y="1957866"/>
                </a:cubicBezTo>
                <a:cubicBezTo>
                  <a:pt x="3005875" y="1961558"/>
                  <a:pt x="3001138" y="1964570"/>
                  <a:pt x="2995934" y="1967085"/>
                </a:cubicBezTo>
                <a:lnTo>
                  <a:pt x="2942858" y="1981367"/>
                </a:lnTo>
                <a:lnTo>
                  <a:pt x="2875436" y="1996977"/>
                </a:lnTo>
                <a:lnTo>
                  <a:pt x="2874892" y="1996085"/>
                </a:lnTo>
                <a:cubicBezTo>
                  <a:pt x="2869596" y="1995339"/>
                  <a:pt x="2856789" y="1995778"/>
                  <a:pt x="2843662" y="1992498"/>
                </a:cubicBezTo>
                <a:lnTo>
                  <a:pt x="2718916" y="1990867"/>
                </a:lnTo>
                <a:lnTo>
                  <a:pt x="2713522" y="1990173"/>
                </a:lnTo>
                <a:lnTo>
                  <a:pt x="2476147" y="1998305"/>
                </a:lnTo>
                <a:cubicBezTo>
                  <a:pt x="2437134" y="2013637"/>
                  <a:pt x="2413847" y="1999542"/>
                  <a:pt x="2373568" y="2003219"/>
                </a:cubicBezTo>
                <a:cubicBezTo>
                  <a:pt x="2342080" y="2003293"/>
                  <a:pt x="2308969" y="1996768"/>
                  <a:pt x="2287219" y="1998750"/>
                </a:cubicBezTo>
                <a:cubicBezTo>
                  <a:pt x="2221974" y="2012601"/>
                  <a:pt x="2205627" y="2006345"/>
                  <a:pt x="2164831" y="2010143"/>
                </a:cubicBezTo>
                <a:cubicBezTo>
                  <a:pt x="2133996" y="2017246"/>
                  <a:pt x="2078492" y="2040373"/>
                  <a:pt x="2058061" y="2047942"/>
                </a:cubicBezTo>
                <a:lnTo>
                  <a:pt x="2042244" y="2055560"/>
                </a:lnTo>
                <a:cubicBezTo>
                  <a:pt x="2012576" y="2064443"/>
                  <a:pt x="1896351" y="2111357"/>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390051" y="2245335"/>
                  <a:pt x="1383992" y="2237380"/>
                  <a:pt x="1370962" y="2237474"/>
                </a:cubicBezTo>
                <a:lnTo>
                  <a:pt x="1356367" y="2235089"/>
                </a:lnTo>
                <a:cubicBezTo>
                  <a:pt x="1341168" y="2233783"/>
                  <a:pt x="1306602" y="2233428"/>
                  <a:pt x="1279765" y="2229639"/>
                </a:cubicBezTo>
                <a:cubicBezTo>
                  <a:pt x="1260110" y="2221111"/>
                  <a:pt x="1209850" y="2211602"/>
                  <a:pt x="1195347" y="2212354"/>
                </a:cubicBezTo>
                <a:cubicBezTo>
                  <a:pt x="1171903" y="2216875"/>
                  <a:pt x="1033292" y="2222456"/>
                  <a:pt x="970251" y="2221029"/>
                </a:cubicBezTo>
                <a:cubicBezTo>
                  <a:pt x="913858" y="2213074"/>
                  <a:pt x="857841" y="2217424"/>
                  <a:pt x="812914" y="2210095"/>
                </a:cubicBezTo>
                <a:cubicBezTo>
                  <a:pt x="762967" y="2180805"/>
                  <a:pt x="645932" y="2185851"/>
                  <a:pt x="597225" y="2180999"/>
                </a:cubicBezTo>
                <a:cubicBezTo>
                  <a:pt x="575890" y="2176791"/>
                  <a:pt x="534371" y="2181270"/>
                  <a:pt x="520671" y="2180980"/>
                </a:cubicBezTo>
                <a:cubicBezTo>
                  <a:pt x="455720" y="2175427"/>
                  <a:pt x="449447" y="2164849"/>
                  <a:pt x="413835" y="2156783"/>
                </a:cubicBezTo>
                <a:cubicBezTo>
                  <a:pt x="401959" y="2163765"/>
                  <a:pt x="389622" y="2160522"/>
                  <a:pt x="376513" y="2154014"/>
                </a:cubicBezTo>
                <a:cubicBezTo>
                  <a:pt x="344376" y="2156059"/>
                  <a:pt x="311403" y="2146283"/>
                  <a:pt x="273386" y="2142551"/>
                </a:cubicBezTo>
                <a:cubicBezTo>
                  <a:pt x="223574" y="2138021"/>
                  <a:pt x="116931" y="2131360"/>
                  <a:pt x="77641" y="2126835"/>
                </a:cubicBezTo>
                <a:lnTo>
                  <a:pt x="37645" y="2115401"/>
                </a:lnTo>
                <a:cubicBezTo>
                  <a:pt x="29688" y="2109582"/>
                  <a:pt x="16534" y="2111084"/>
                  <a:pt x="4572" y="2111091"/>
                </a:cubicBezTo>
                <a:lnTo>
                  <a:pt x="0" y="2110468"/>
                </a:lnTo>
                <a:lnTo>
                  <a:pt x="0" y="0"/>
                </a:lnTo>
                <a:close/>
              </a:path>
            </a:pathLst>
          </a:custGeom>
          <a:blipFill>
            <a:blip r:embed="rId2"/>
            <a:tile tx="0" ty="0" sx="70000" sy="7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1DFBEDC-4CDD-11E1-4594-574BF15B45B1}"/>
              </a:ext>
            </a:extLst>
          </p:cNvPr>
          <p:cNvSpPr>
            <a:spLocks noGrp="1"/>
          </p:cNvSpPr>
          <p:nvPr>
            <p:ph type="title"/>
          </p:nvPr>
        </p:nvSpPr>
        <p:spPr>
          <a:xfrm>
            <a:off x="1219200" y="717283"/>
            <a:ext cx="9753600" cy="1149844"/>
          </a:xfrm>
        </p:spPr>
        <p:txBody>
          <a:bodyPr anchor="ctr">
            <a:normAutofit/>
          </a:bodyPr>
          <a:lstStyle/>
          <a:p>
            <a:r>
              <a:rPr lang="en-US"/>
              <a:t>Project Description</a:t>
            </a:r>
          </a:p>
        </p:txBody>
      </p:sp>
      <p:graphicFrame>
        <p:nvGraphicFramePr>
          <p:cNvPr id="7" name="Content Placeholder 2">
            <a:extLst>
              <a:ext uri="{FF2B5EF4-FFF2-40B4-BE49-F238E27FC236}">
                <a16:creationId xmlns:a16="http://schemas.microsoft.com/office/drawing/2014/main" id="{FC2F5303-AC6E-5F6D-EDCA-5209E270996E}"/>
              </a:ext>
            </a:extLst>
          </p:cNvPr>
          <p:cNvGraphicFramePr>
            <a:graphicFrameLocks noGrp="1"/>
          </p:cNvGraphicFramePr>
          <p:nvPr>
            <p:ph idx="1"/>
            <p:extLst>
              <p:ext uri="{D42A27DB-BD31-4B8C-83A1-F6EECF244321}">
                <p14:modId xmlns:p14="http://schemas.microsoft.com/office/powerpoint/2010/main" val="3402149008"/>
              </p:ext>
            </p:extLst>
          </p:nvPr>
        </p:nvGraphicFramePr>
        <p:xfrm>
          <a:off x="1219200" y="2317750"/>
          <a:ext cx="9753600" cy="4006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7242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41B98B-6E41-475D-97DA-426952893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E479B5C-2CB5-4B9A-901A-FB1FE2E35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9475"/>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810 w 12192000"/>
              <a:gd name="connsiteY144" fmla="*/ 1797886 h 2237474"/>
              <a:gd name="connsiteX145" fmla="*/ 4379064 w 12192000"/>
              <a:gd name="connsiteY145" fmla="*/ 1817177 h 2237474"/>
              <a:gd name="connsiteX146" fmla="*/ 4319209 w 12192000"/>
              <a:gd name="connsiteY146" fmla="*/ 1834833 h 2237474"/>
              <a:gd name="connsiteX147" fmla="*/ 4306907 w 12192000"/>
              <a:gd name="connsiteY147" fmla="*/ 1841641 h 2237474"/>
              <a:gd name="connsiteX148" fmla="*/ 4290981 w 12192000"/>
              <a:gd name="connsiteY148" fmla="*/ 1839677 h 2237474"/>
              <a:gd name="connsiteX149" fmla="*/ 4285792 w 12192000"/>
              <a:gd name="connsiteY149" fmla="*/ 1836231 h 2237474"/>
              <a:gd name="connsiteX150" fmla="*/ 4238372 w 12192000"/>
              <a:gd name="connsiteY150" fmla="*/ 1851480 h 2237474"/>
              <a:gd name="connsiteX151" fmla="*/ 4232517 w 12192000"/>
              <a:gd name="connsiteY151" fmla="*/ 1852567 h 2237474"/>
              <a:gd name="connsiteX152" fmla="*/ 4191732 w 12192000"/>
              <a:gd name="connsiteY152" fmla="*/ 1857328 h 2237474"/>
              <a:gd name="connsiteX153" fmla="*/ 4065532 w 12192000"/>
              <a:gd name="connsiteY153" fmla="*/ 1855477 h 2237474"/>
              <a:gd name="connsiteX154" fmla="*/ 4028460 w 12192000"/>
              <a:gd name="connsiteY154" fmla="*/ 1855137 h 2237474"/>
              <a:gd name="connsiteX155" fmla="*/ 4002267 w 12192000"/>
              <a:gd name="connsiteY155" fmla="*/ 1852352 h 2237474"/>
              <a:gd name="connsiteX156" fmla="*/ 3931396 w 12192000"/>
              <a:gd name="connsiteY156" fmla="*/ 1858915 h 2237474"/>
              <a:gd name="connsiteX157" fmla="*/ 3812162 w 12192000"/>
              <a:gd name="connsiteY157" fmla="*/ 1875501 h 2237474"/>
              <a:gd name="connsiteX158" fmla="*/ 3767672 w 12192000"/>
              <a:gd name="connsiteY158" fmla="*/ 1874600 h 2237474"/>
              <a:gd name="connsiteX159" fmla="*/ 3764741 w 12192000"/>
              <a:gd name="connsiteY159" fmla="*/ 1869433 h 2237474"/>
              <a:gd name="connsiteX160" fmla="*/ 3751332 w 12192000"/>
              <a:gd name="connsiteY160" fmla="*/ 1869854 h 2237474"/>
              <a:gd name="connsiteX161" fmla="*/ 3748155 w 12192000"/>
              <a:gd name="connsiteY161" fmla="*/ 1868903 h 2237474"/>
              <a:gd name="connsiteX162" fmla="*/ 3729530 w 12192000"/>
              <a:gd name="connsiteY162" fmla="*/ 1864513 h 2237474"/>
              <a:gd name="connsiteX163" fmla="*/ 3680177 w 12192000"/>
              <a:gd name="connsiteY163" fmla="*/ 1881552 h 2237474"/>
              <a:gd name="connsiteX164" fmla="*/ 3567259 w 12192000"/>
              <a:gd name="connsiteY164" fmla="*/ 1893482 h 2237474"/>
              <a:gd name="connsiteX165" fmla="*/ 3405770 w 12192000"/>
              <a:gd name="connsiteY165" fmla="*/ 1904591 h 2237474"/>
              <a:gd name="connsiteX166" fmla="*/ 3280097 w 12192000"/>
              <a:gd name="connsiteY166" fmla="*/ 1919610 h 2237474"/>
              <a:gd name="connsiteX167" fmla="*/ 3123424 w 12192000"/>
              <a:gd name="connsiteY167" fmla="*/ 1952930 h 2237474"/>
              <a:gd name="connsiteX168" fmla="*/ 3009910 w 12192000"/>
              <a:gd name="connsiteY168" fmla="*/ 1957866 h 2237474"/>
              <a:gd name="connsiteX169" fmla="*/ 2995934 w 12192000"/>
              <a:gd name="connsiteY169" fmla="*/ 1967085 h 2237474"/>
              <a:gd name="connsiteX170" fmla="*/ 2980071 w 12192000"/>
              <a:gd name="connsiteY170" fmla="*/ 1972988 h 2237474"/>
              <a:gd name="connsiteX171" fmla="*/ 2978094 w 12192000"/>
              <a:gd name="connsiteY171" fmla="*/ 1972369 h 2237474"/>
              <a:gd name="connsiteX172" fmla="*/ 2942858 w 12192000"/>
              <a:gd name="connsiteY172" fmla="*/ 1981367 h 2237474"/>
              <a:gd name="connsiteX173" fmla="*/ 2875436 w 12192000"/>
              <a:gd name="connsiteY173" fmla="*/ 1996977 h 2237474"/>
              <a:gd name="connsiteX174" fmla="*/ 2874892 w 12192000"/>
              <a:gd name="connsiteY174" fmla="*/ 1996085 h 2237474"/>
              <a:gd name="connsiteX175" fmla="*/ 2864145 w 12192000"/>
              <a:gd name="connsiteY175" fmla="*/ 1994061 h 2237474"/>
              <a:gd name="connsiteX176" fmla="*/ 2843662 w 12192000"/>
              <a:gd name="connsiteY176" fmla="*/ 1992498 h 2237474"/>
              <a:gd name="connsiteX177" fmla="*/ 2796128 w 12192000"/>
              <a:gd name="connsiteY177" fmla="*/ 1976403 h 2237474"/>
              <a:gd name="connsiteX178" fmla="*/ 2756784 w 12192000"/>
              <a:gd name="connsiteY178" fmla="*/ 1985116 h 2237474"/>
              <a:gd name="connsiteX179" fmla="*/ 2748833 w 12192000"/>
              <a:gd name="connsiteY179" fmla="*/ 1986323 h 2237474"/>
              <a:gd name="connsiteX180" fmla="*/ 2748661 w 12192000"/>
              <a:gd name="connsiteY180" fmla="*/ 1986122 h 2237474"/>
              <a:gd name="connsiteX181" fmla="*/ 2740251 w 12192000"/>
              <a:gd name="connsiteY181" fmla="*/ 1986946 h 2237474"/>
              <a:gd name="connsiteX182" fmla="*/ 2718916 w 12192000"/>
              <a:gd name="connsiteY182" fmla="*/ 1990867 h 2237474"/>
              <a:gd name="connsiteX183" fmla="*/ 2713522 w 12192000"/>
              <a:gd name="connsiteY183" fmla="*/ 1990173 h 2237474"/>
              <a:gd name="connsiteX184" fmla="*/ 2680597 w 12192000"/>
              <a:gd name="connsiteY184" fmla="*/ 1984996 h 2237474"/>
              <a:gd name="connsiteX185" fmla="*/ 2578178 w 12192000"/>
              <a:gd name="connsiteY185" fmla="*/ 1990531 h 2237474"/>
              <a:gd name="connsiteX186" fmla="*/ 2476147 w 12192000"/>
              <a:gd name="connsiteY186" fmla="*/ 1998305 h 2237474"/>
              <a:gd name="connsiteX187" fmla="*/ 2373568 w 12192000"/>
              <a:gd name="connsiteY187" fmla="*/ 2003219 h 2237474"/>
              <a:gd name="connsiteX188" fmla="*/ 2321399 w 12192000"/>
              <a:gd name="connsiteY188" fmla="*/ 1989467 h 2237474"/>
              <a:gd name="connsiteX189" fmla="*/ 2315525 w 12192000"/>
              <a:gd name="connsiteY189" fmla="*/ 1989708 h 2237474"/>
              <a:gd name="connsiteX190" fmla="*/ 2300792 w 12192000"/>
              <a:gd name="connsiteY190" fmla="*/ 1994290 h 2237474"/>
              <a:gd name="connsiteX191" fmla="*/ 2295469 w 12192000"/>
              <a:gd name="connsiteY191" fmla="*/ 1996659 h 2237474"/>
              <a:gd name="connsiteX192" fmla="*/ 2287219 w 12192000"/>
              <a:gd name="connsiteY192" fmla="*/ 1998750 h 2237474"/>
              <a:gd name="connsiteX193" fmla="*/ 2286948 w 12192000"/>
              <a:gd name="connsiteY193" fmla="*/ 1998596 h 2237474"/>
              <a:gd name="connsiteX194" fmla="*/ 2243069 w 12192000"/>
              <a:gd name="connsiteY194" fmla="*/ 2015111 h 2237474"/>
              <a:gd name="connsiteX195" fmla="*/ 2186609 w 12192000"/>
              <a:gd name="connsiteY195" fmla="*/ 2008263 h 2237474"/>
              <a:gd name="connsiteX196" fmla="*/ 2164831 w 12192000"/>
              <a:gd name="connsiteY196" fmla="*/ 2010143 h 2237474"/>
              <a:gd name="connsiteX197" fmla="*/ 2152836 w 12192000"/>
              <a:gd name="connsiteY197" fmla="*/ 2010048 h 2237474"/>
              <a:gd name="connsiteX198" fmla="*/ 2117102 w 12192000"/>
              <a:gd name="connsiteY198" fmla="*/ 2023004 h 2237474"/>
              <a:gd name="connsiteX199" fmla="*/ 2111935 w 12192000"/>
              <a:gd name="connsiteY199" fmla="*/ 2023163 h 2237474"/>
              <a:gd name="connsiteX200" fmla="*/ 2089991 w 12192000"/>
              <a:gd name="connsiteY200" fmla="*/ 2034193 h 2237474"/>
              <a:gd name="connsiteX201" fmla="*/ 2058061 w 12192000"/>
              <a:gd name="connsiteY201" fmla="*/ 2047942 h 2237474"/>
              <a:gd name="connsiteX202" fmla="*/ 2055737 w 12192000"/>
              <a:gd name="connsiteY202" fmla="*/ 2047704 h 2237474"/>
              <a:gd name="connsiteX203" fmla="*/ 2042244 w 12192000"/>
              <a:gd name="connsiteY203" fmla="*/ 2055560 h 2237474"/>
              <a:gd name="connsiteX204" fmla="*/ 1976224 w 12192000"/>
              <a:gd name="connsiteY204" fmla="*/ 2074257 h 2237474"/>
              <a:gd name="connsiteX205" fmla="*/ 1877728 w 12192000"/>
              <a:gd name="connsiteY205" fmla="*/ 2101004 h 2237474"/>
              <a:gd name="connsiteX206" fmla="*/ 1759056 w 12192000"/>
              <a:gd name="connsiteY206" fmla="*/ 2125608 h 2237474"/>
              <a:gd name="connsiteX207" fmla="*/ 1637948 w 12192000"/>
              <a:gd name="connsiteY207" fmla="*/ 2172597 h 2237474"/>
              <a:gd name="connsiteX208" fmla="*/ 1434549 w 12192000"/>
              <a:gd name="connsiteY208" fmla="*/ 2234522 h 2237474"/>
              <a:gd name="connsiteX209" fmla="*/ 1398481 w 12192000"/>
              <a:gd name="connsiteY209" fmla="*/ 2237074 h 2237474"/>
              <a:gd name="connsiteX210" fmla="*/ 1398407 w 12192000"/>
              <a:gd name="connsiteY210" fmla="*/ 2237095 h 2237474"/>
              <a:gd name="connsiteX211" fmla="*/ 1370962 w 12192000"/>
              <a:gd name="connsiteY211" fmla="*/ 2237474 h 2237474"/>
              <a:gd name="connsiteX212" fmla="*/ 1356367 w 12192000"/>
              <a:gd name="connsiteY212" fmla="*/ 2235089 h 2237474"/>
              <a:gd name="connsiteX213" fmla="*/ 1324828 w 12192000"/>
              <a:gd name="connsiteY213" fmla="*/ 2231968 h 2237474"/>
              <a:gd name="connsiteX214" fmla="*/ 1297744 w 12192000"/>
              <a:gd name="connsiteY214" fmla="*/ 2235849 h 2237474"/>
              <a:gd name="connsiteX215" fmla="*/ 1286236 w 12192000"/>
              <a:gd name="connsiteY215" fmla="*/ 2233135 h 2237474"/>
              <a:gd name="connsiteX216" fmla="*/ 1283504 w 12192000"/>
              <a:gd name="connsiteY216" fmla="*/ 2233797 h 2237474"/>
              <a:gd name="connsiteX217" fmla="*/ 1279765 w 12192000"/>
              <a:gd name="connsiteY217" fmla="*/ 2229639 h 2237474"/>
              <a:gd name="connsiteX218" fmla="*/ 1195347 w 12192000"/>
              <a:gd name="connsiteY218" fmla="*/ 2212354 h 2237474"/>
              <a:gd name="connsiteX219" fmla="*/ 970251 w 12192000"/>
              <a:gd name="connsiteY219" fmla="*/ 2221029 h 2237474"/>
              <a:gd name="connsiteX220" fmla="*/ 812914 w 12192000"/>
              <a:gd name="connsiteY220" fmla="*/ 2202752 h 2237474"/>
              <a:gd name="connsiteX221" fmla="*/ 800195 w 12192000"/>
              <a:gd name="connsiteY221" fmla="*/ 2209407 h 2237474"/>
              <a:gd name="connsiteX222" fmla="*/ 784978 w 12192000"/>
              <a:gd name="connsiteY222" fmla="*/ 2212360 h 2237474"/>
              <a:gd name="connsiteX223" fmla="*/ 681987 w 12192000"/>
              <a:gd name="connsiteY223" fmla="*/ 2216757 h 2237474"/>
              <a:gd name="connsiteX224" fmla="*/ 669923 w 12192000"/>
              <a:gd name="connsiteY224" fmla="*/ 2211682 h 2237474"/>
              <a:gd name="connsiteX225" fmla="*/ 648680 w 12192000"/>
              <a:gd name="connsiteY225" fmla="*/ 2206229 h 2237474"/>
              <a:gd name="connsiteX226" fmla="*/ 597225 w 12192000"/>
              <a:gd name="connsiteY226" fmla="*/ 2180999 h 2237474"/>
              <a:gd name="connsiteX227" fmla="*/ 558449 w 12192000"/>
              <a:gd name="connsiteY227" fmla="*/ 2182346 h 2237474"/>
              <a:gd name="connsiteX228" fmla="*/ 550517 w 12192000"/>
              <a:gd name="connsiteY228" fmla="*/ 2182060 h 2237474"/>
              <a:gd name="connsiteX229" fmla="*/ 550309 w 12192000"/>
              <a:gd name="connsiteY229" fmla="*/ 2181825 h 2237474"/>
              <a:gd name="connsiteX230" fmla="*/ 541836 w 12192000"/>
              <a:gd name="connsiteY230" fmla="*/ 2181063 h 2237474"/>
              <a:gd name="connsiteX231" fmla="*/ 536057 w 12192000"/>
              <a:gd name="connsiteY231" fmla="*/ 2181537 h 2237474"/>
              <a:gd name="connsiteX232" fmla="*/ 520671 w 12192000"/>
              <a:gd name="connsiteY232" fmla="*/ 2180980 h 2237474"/>
              <a:gd name="connsiteX233" fmla="*/ 515024 w 12192000"/>
              <a:gd name="connsiteY233" fmla="*/ 2179258 h 2237474"/>
              <a:gd name="connsiteX234" fmla="*/ 512278 w 12192000"/>
              <a:gd name="connsiteY234" fmla="*/ 2176369 h 2237474"/>
              <a:gd name="connsiteX235" fmla="*/ 480419 w 12192000"/>
              <a:gd name="connsiteY235" fmla="*/ 2167807 h 2237474"/>
              <a:gd name="connsiteX236" fmla="*/ 413835 w 12192000"/>
              <a:gd name="connsiteY236" fmla="*/ 2156783 h 2237474"/>
              <a:gd name="connsiteX237" fmla="*/ 376513 w 12192000"/>
              <a:gd name="connsiteY237" fmla="*/ 2154014 h 2237474"/>
              <a:gd name="connsiteX238" fmla="*/ 273386 w 12192000"/>
              <a:gd name="connsiteY238" fmla="*/ 2142551 h 2237474"/>
              <a:gd name="connsiteX239" fmla="*/ 169207 w 12192000"/>
              <a:gd name="connsiteY239" fmla="*/ 2128100 h 2237474"/>
              <a:gd name="connsiteX240" fmla="*/ 93149 w 12192000"/>
              <a:gd name="connsiteY240" fmla="*/ 2105324 h 2237474"/>
              <a:gd name="connsiteX241" fmla="*/ 88109 w 12192000"/>
              <a:gd name="connsiteY241" fmla="*/ 2106704 h 2237474"/>
              <a:gd name="connsiteX242" fmla="*/ 80022 w 12192000"/>
              <a:gd name="connsiteY242" fmla="*/ 2107254 h 2237474"/>
              <a:gd name="connsiteX243" fmla="*/ 79717 w 12192000"/>
              <a:gd name="connsiteY243" fmla="*/ 2107046 h 2237474"/>
              <a:gd name="connsiteX244" fmla="*/ 72352 w 12192000"/>
              <a:gd name="connsiteY244" fmla="*/ 2107991 h 2237474"/>
              <a:gd name="connsiteX245" fmla="*/ 37645 w 12192000"/>
              <a:gd name="connsiteY245" fmla="*/ 2115401 h 2237474"/>
              <a:gd name="connsiteX246" fmla="*/ 4572 w 12192000"/>
              <a:gd name="connsiteY246" fmla="*/ 2111091 h 2237474"/>
              <a:gd name="connsiteX247" fmla="*/ 0 w 12192000"/>
              <a:gd name="connsiteY247" fmla="*/ 2110468 h 2237474"/>
              <a:gd name="connsiteX248" fmla="*/ 0 w 12192000"/>
              <a:gd name="connsiteY2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459810 w 12192000"/>
              <a:gd name="connsiteY143" fmla="*/ 1797886 h 2237474"/>
              <a:gd name="connsiteX144" fmla="*/ 4379064 w 12192000"/>
              <a:gd name="connsiteY144" fmla="*/ 1817177 h 2237474"/>
              <a:gd name="connsiteX145" fmla="*/ 4319209 w 12192000"/>
              <a:gd name="connsiteY145" fmla="*/ 1834833 h 2237474"/>
              <a:gd name="connsiteX146" fmla="*/ 4306907 w 12192000"/>
              <a:gd name="connsiteY146" fmla="*/ 1841641 h 2237474"/>
              <a:gd name="connsiteX147" fmla="*/ 4290981 w 12192000"/>
              <a:gd name="connsiteY147" fmla="*/ 1839677 h 2237474"/>
              <a:gd name="connsiteX148" fmla="*/ 4285792 w 12192000"/>
              <a:gd name="connsiteY148" fmla="*/ 1836231 h 2237474"/>
              <a:gd name="connsiteX149" fmla="*/ 4238372 w 12192000"/>
              <a:gd name="connsiteY149" fmla="*/ 1851480 h 2237474"/>
              <a:gd name="connsiteX150" fmla="*/ 4232517 w 12192000"/>
              <a:gd name="connsiteY150" fmla="*/ 1852567 h 2237474"/>
              <a:gd name="connsiteX151" fmla="*/ 4191732 w 12192000"/>
              <a:gd name="connsiteY151" fmla="*/ 1857328 h 2237474"/>
              <a:gd name="connsiteX152" fmla="*/ 4065532 w 12192000"/>
              <a:gd name="connsiteY152" fmla="*/ 1855477 h 2237474"/>
              <a:gd name="connsiteX153" fmla="*/ 4028460 w 12192000"/>
              <a:gd name="connsiteY153" fmla="*/ 1855137 h 2237474"/>
              <a:gd name="connsiteX154" fmla="*/ 4002267 w 12192000"/>
              <a:gd name="connsiteY154" fmla="*/ 1852352 h 2237474"/>
              <a:gd name="connsiteX155" fmla="*/ 3931396 w 12192000"/>
              <a:gd name="connsiteY155" fmla="*/ 1858915 h 2237474"/>
              <a:gd name="connsiteX156" fmla="*/ 3812162 w 12192000"/>
              <a:gd name="connsiteY156" fmla="*/ 1875501 h 2237474"/>
              <a:gd name="connsiteX157" fmla="*/ 3767672 w 12192000"/>
              <a:gd name="connsiteY157" fmla="*/ 1874600 h 2237474"/>
              <a:gd name="connsiteX158" fmla="*/ 3764741 w 12192000"/>
              <a:gd name="connsiteY158" fmla="*/ 1869433 h 2237474"/>
              <a:gd name="connsiteX159" fmla="*/ 3751332 w 12192000"/>
              <a:gd name="connsiteY159" fmla="*/ 1869854 h 2237474"/>
              <a:gd name="connsiteX160" fmla="*/ 3748155 w 12192000"/>
              <a:gd name="connsiteY160" fmla="*/ 1868903 h 2237474"/>
              <a:gd name="connsiteX161" fmla="*/ 3729530 w 12192000"/>
              <a:gd name="connsiteY161" fmla="*/ 1864513 h 2237474"/>
              <a:gd name="connsiteX162" fmla="*/ 3680177 w 12192000"/>
              <a:gd name="connsiteY162" fmla="*/ 1881552 h 2237474"/>
              <a:gd name="connsiteX163" fmla="*/ 3567259 w 12192000"/>
              <a:gd name="connsiteY163" fmla="*/ 1893482 h 2237474"/>
              <a:gd name="connsiteX164" fmla="*/ 3405770 w 12192000"/>
              <a:gd name="connsiteY164" fmla="*/ 1904591 h 2237474"/>
              <a:gd name="connsiteX165" fmla="*/ 3280097 w 12192000"/>
              <a:gd name="connsiteY165" fmla="*/ 1919610 h 2237474"/>
              <a:gd name="connsiteX166" fmla="*/ 3123424 w 12192000"/>
              <a:gd name="connsiteY166" fmla="*/ 1952930 h 2237474"/>
              <a:gd name="connsiteX167" fmla="*/ 3009910 w 12192000"/>
              <a:gd name="connsiteY167" fmla="*/ 1957866 h 2237474"/>
              <a:gd name="connsiteX168" fmla="*/ 2995934 w 12192000"/>
              <a:gd name="connsiteY168" fmla="*/ 1967085 h 2237474"/>
              <a:gd name="connsiteX169" fmla="*/ 2980071 w 12192000"/>
              <a:gd name="connsiteY169" fmla="*/ 1972988 h 2237474"/>
              <a:gd name="connsiteX170" fmla="*/ 2978094 w 12192000"/>
              <a:gd name="connsiteY170" fmla="*/ 1972369 h 2237474"/>
              <a:gd name="connsiteX171" fmla="*/ 2942858 w 12192000"/>
              <a:gd name="connsiteY171" fmla="*/ 1981367 h 2237474"/>
              <a:gd name="connsiteX172" fmla="*/ 2875436 w 12192000"/>
              <a:gd name="connsiteY172" fmla="*/ 1996977 h 2237474"/>
              <a:gd name="connsiteX173" fmla="*/ 2874892 w 12192000"/>
              <a:gd name="connsiteY173" fmla="*/ 1996085 h 2237474"/>
              <a:gd name="connsiteX174" fmla="*/ 2864145 w 12192000"/>
              <a:gd name="connsiteY174" fmla="*/ 1994061 h 2237474"/>
              <a:gd name="connsiteX175" fmla="*/ 2843662 w 12192000"/>
              <a:gd name="connsiteY175" fmla="*/ 1992498 h 2237474"/>
              <a:gd name="connsiteX176" fmla="*/ 2796128 w 12192000"/>
              <a:gd name="connsiteY176" fmla="*/ 1976403 h 2237474"/>
              <a:gd name="connsiteX177" fmla="*/ 2756784 w 12192000"/>
              <a:gd name="connsiteY177" fmla="*/ 1985116 h 2237474"/>
              <a:gd name="connsiteX178" fmla="*/ 2748833 w 12192000"/>
              <a:gd name="connsiteY178" fmla="*/ 1986323 h 2237474"/>
              <a:gd name="connsiteX179" fmla="*/ 2748661 w 12192000"/>
              <a:gd name="connsiteY179" fmla="*/ 1986122 h 2237474"/>
              <a:gd name="connsiteX180" fmla="*/ 2740251 w 12192000"/>
              <a:gd name="connsiteY180" fmla="*/ 1986946 h 2237474"/>
              <a:gd name="connsiteX181" fmla="*/ 2718916 w 12192000"/>
              <a:gd name="connsiteY181" fmla="*/ 1990867 h 2237474"/>
              <a:gd name="connsiteX182" fmla="*/ 2713522 w 12192000"/>
              <a:gd name="connsiteY182" fmla="*/ 1990173 h 2237474"/>
              <a:gd name="connsiteX183" fmla="*/ 2680597 w 12192000"/>
              <a:gd name="connsiteY183" fmla="*/ 1984996 h 2237474"/>
              <a:gd name="connsiteX184" fmla="*/ 2578178 w 12192000"/>
              <a:gd name="connsiteY184" fmla="*/ 1990531 h 2237474"/>
              <a:gd name="connsiteX185" fmla="*/ 2476147 w 12192000"/>
              <a:gd name="connsiteY185" fmla="*/ 1998305 h 2237474"/>
              <a:gd name="connsiteX186" fmla="*/ 2373568 w 12192000"/>
              <a:gd name="connsiteY186" fmla="*/ 2003219 h 2237474"/>
              <a:gd name="connsiteX187" fmla="*/ 2321399 w 12192000"/>
              <a:gd name="connsiteY187" fmla="*/ 1989467 h 2237474"/>
              <a:gd name="connsiteX188" fmla="*/ 2315525 w 12192000"/>
              <a:gd name="connsiteY188" fmla="*/ 1989708 h 2237474"/>
              <a:gd name="connsiteX189" fmla="*/ 2300792 w 12192000"/>
              <a:gd name="connsiteY189" fmla="*/ 1994290 h 2237474"/>
              <a:gd name="connsiteX190" fmla="*/ 2295469 w 12192000"/>
              <a:gd name="connsiteY190" fmla="*/ 1996659 h 2237474"/>
              <a:gd name="connsiteX191" fmla="*/ 2287219 w 12192000"/>
              <a:gd name="connsiteY191" fmla="*/ 1998750 h 2237474"/>
              <a:gd name="connsiteX192" fmla="*/ 2286948 w 12192000"/>
              <a:gd name="connsiteY192" fmla="*/ 1998596 h 2237474"/>
              <a:gd name="connsiteX193" fmla="*/ 2243069 w 12192000"/>
              <a:gd name="connsiteY193" fmla="*/ 2015111 h 2237474"/>
              <a:gd name="connsiteX194" fmla="*/ 2186609 w 12192000"/>
              <a:gd name="connsiteY194" fmla="*/ 2008263 h 2237474"/>
              <a:gd name="connsiteX195" fmla="*/ 2164831 w 12192000"/>
              <a:gd name="connsiteY195" fmla="*/ 2010143 h 2237474"/>
              <a:gd name="connsiteX196" fmla="*/ 2152836 w 12192000"/>
              <a:gd name="connsiteY196" fmla="*/ 2010048 h 2237474"/>
              <a:gd name="connsiteX197" fmla="*/ 2117102 w 12192000"/>
              <a:gd name="connsiteY197" fmla="*/ 2023004 h 2237474"/>
              <a:gd name="connsiteX198" fmla="*/ 2111935 w 12192000"/>
              <a:gd name="connsiteY198" fmla="*/ 2023163 h 2237474"/>
              <a:gd name="connsiteX199" fmla="*/ 2089991 w 12192000"/>
              <a:gd name="connsiteY199" fmla="*/ 2034193 h 2237474"/>
              <a:gd name="connsiteX200" fmla="*/ 2058061 w 12192000"/>
              <a:gd name="connsiteY200" fmla="*/ 2047942 h 2237474"/>
              <a:gd name="connsiteX201" fmla="*/ 2055737 w 12192000"/>
              <a:gd name="connsiteY201" fmla="*/ 2047704 h 2237474"/>
              <a:gd name="connsiteX202" fmla="*/ 2042244 w 12192000"/>
              <a:gd name="connsiteY202" fmla="*/ 2055560 h 2237474"/>
              <a:gd name="connsiteX203" fmla="*/ 1976224 w 12192000"/>
              <a:gd name="connsiteY203" fmla="*/ 2074257 h 2237474"/>
              <a:gd name="connsiteX204" fmla="*/ 1877728 w 12192000"/>
              <a:gd name="connsiteY204" fmla="*/ 2101004 h 2237474"/>
              <a:gd name="connsiteX205" fmla="*/ 1759056 w 12192000"/>
              <a:gd name="connsiteY205" fmla="*/ 2125608 h 2237474"/>
              <a:gd name="connsiteX206" fmla="*/ 1637948 w 12192000"/>
              <a:gd name="connsiteY206" fmla="*/ 2172597 h 2237474"/>
              <a:gd name="connsiteX207" fmla="*/ 1434549 w 12192000"/>
              <a:gd name="connsiteY207" fmla="*/ 2234522 h 2237474"/>
              <a:gd name="connsiteX208" fmla="*/ 1398481 w 12192000"/>
              <a:gd name="connsiteY208" fmla="*/ 2237074 h 2237474"/>
              <a:gd name="connsiteX209" fmla="*/ 1398407 w 12192000"/>
              <a:gd name="connsiteY209" fmla="*/ 2237095 h 2237474"/>
              <a:gd name="connsiteX210" fmla="*/ 1370962 w 12192000"/>
              <a:gd name="connsiteY210" fmla="*/ 2237474 h 2237474"/>
              <a:gd name="connsiteX211" fmla="*/ 1356367 w 12192000"/>
              <a:gd name="connsiteY211" fmla="*/ 2235089 h 2237474"/>
              <a:gd name="connsiteX212" fmla="*/ 1324828 w 12192000"/>
              <a:gd name="connsiteY212" fmla="*/ 2231968 h 2237474"/>
              <a:gd name="connsiteX213" fmla="*/ 1297744 w 12192000"/>
              <a:gd name="connsiteY213" fmla="*/ 2235849 h 2237474"/>
              <a:gd name="connsiteX214" fmla="*/ 1286236 w 12192000"/>
              <a:gd name="connsiteY214" fmla="*/ 2233135 h 2237474"/>
              <a:gd name="connsiteX215" fmla="*/ 1283504 w 12192000"/>
              <a:gd name="connsiteY215" fmla="*/ 2233797 h 2237474"/>
              <a:gd name="connsiteX216" fmla="*/ 1279765 w 12192000"/>
              <a:gd name="connsiteY216" fmla="*/ 2229639 h 2237474"/>
              <a:gd name="connsiteX217" fmla="*/ 1195347 w 12192000"/>
              <a:gd name="connsiteY217" fmla="*/ 2212354 h 2237474"/>
              <a:gd name="connsiteX218" fmla="*/ 970251 w 12192000"/>
              <a:gd name="connsiteY218" fmla="*/ 2221029 h 2237474"/>
              <a:gd name="connsiteX219" fmla="*/ 812914 w 12192000"/>
              <a:gd name="connsiteY219" fmla="*/ 2202752 h 2237474"/>
              <a:gd name="connsiteX220" fmla="*/ 800195 w 12192000"/>
              <a:gd name="connsiteY220" fmla="*/ 2209407 h 2237474"/>
              <a:gd name="connsiteX221" fmla="*/ 784978 w 12192000"/>
              <a:gd name="connsiteY221" fmla="*/ 2212360 h 2237474"/>
              <a:gd name="connsiteX222" fmla="*/ 681987 w 12192000"/>
              <a:gd name="connsiteY222" fmla="*/ 2216757 h 2237474"/>
              <a:gd name="connsiteX223" fmla="*/ 669923 w 12192000"/>
              <a:gd name="connsiteY223" fmla="*/ 2211682 h 2237474"/>
              <a:gd name="connsiteX224" fmla="*/ 648680 w 12192000"/>
              <a:gd name="connsiteY224" fmla="*/ 2206229 h 2237474"/>
              <a:gd name="connsiteX225" fmla="*/ 597225 w 12192000"/>
              <a:gd name="connsiteY225" fmla="*/ 2180999 h 2237474"/>
              <a:gd name="connsiteX226" fmla="*/ 558449 w 12192000"/>
              <a:gd name="connsiteY226" fmla="*/ 2182346 h 2237474"/>
              <a:gd name="connsiteX227" fmla="*/ 550517 w 12192000"/>
              <a:gd name="connsiteY227" fmla="*/ 2182060 h 2237474"/>
              <a:gd name="connsiteX228" fmla="*/ 550309 w 12192000"/>
              <a:gd name="connsiteY228" fmla="*/ 2181825 h 2237474"/>
              <a:gd name="connsiteX229" fmla="*/ 541836 w 12192000"/>
              <a:gd name="connsiteY229" fmla="*/ 2181063 h 2237474"/>
              <a:gd name="connsiteX230" fmla="*/ 536057 w 12192000"/>
              <a:gd name="connsiteY230" fmla="*/ 2181537 h 2237474"/>
              <a:gd name="connsiteX231" fmla="*/ 520671 w 12192000"/>
              <a:gd name="connsiteY231" fmla="*/ 2180980 h 2237474"/>
              <a:gd name="connsiteX232" fmla="*/ 515024 w 12192000"/>
              <a:gd name="connsiteY232" fmla="*/ 2179258 h 2237474"/>
              <a:gd name="connsiteX233" fmla="*/ 512278 w 12192000"/>
              <a:gd name="connsiteY233" fmla="*/ 2176369 h 2237474"/>
              <a:gd name="connsiteX234" fmla="*/ 480419 w 12192000"/>
              <a:gd name="connsiteY234" fmla="*/ 2167807 h 2237474"/>
              <a:gd name="connsiteX235" fmla="*/ 413835 w 12192000"/>
              <a:gd name="connsiteY235" fmla="*/ 2156783 h 2237474"/>
              <a:gd name="connsiteX236" fmla="*/ 376513 w 12192000"/>
              <a:gd name="connsiteY236" fmla="*/ 2154014 h 2237474"/>
              <a:gd name="connsiteX237" fmla="*/ 273386 w 12192000"/>
              <a:gd name="connsiteY237" fmla="*/ 2142551 h 2237474"/>
              <a:gd name="connsiteX238" fmla="*/ 169207 w 12192000"/>
              <a:gd name="connsiteY238" fmla="*/ 2128100 h 2237474"/>
              <a:gd name="connsiteX239" fmla="*/ 93149 w 12192000"/>
              <a:gd name="connsiteY239" fmla="*/ 2105324 h 2237474"/>
              <a:gd name="connsiteX240" fmla="*/ 88109 w 12192000"/>
              <a:gd name="connsiteY240" fmla="*/ 2106704 h 2237474"/>
              <a:gd name="connsiteX241" fmla="*/ 80022 w 12192000"/>
              <a:gd name="connsiteY241" fmla="*/ 2107254 h 2237474"/>
              <a:gd name="connsiteX242" fmla="*/ 79717 w 12192000"/>
              <a:gd name="connsiteY242" fmla="*/ 2107046 h 2237474"/>
              <a:gd name="connsiteX243" fmla="*/ 72352 w 12192000"/>
              <a:gd name="connsiteY243" fmla="*/ 2107991 h 2237474"/>
              <a:gd name="connsiteX244" fmla="*/ 37645 w 12192000"/>
              <a:gd name="connsiteY244" fmla="*/ 2115401 h 2237474"/>
              <a:gd name="connsiteX245" fmla="*/ 4572 w 12192000"/>
              <a:gd name="connsiteY245" fmla="*/ 2111091 h 2237474"/>
              <a:gd name="connsiteX246" fmla="*/ 0 w 12192000"/>
              <a:gd name="connsiteY246" fmla="*/ 2110468 h 2237474"/>
              <a:gd name="connsiteX247" fmla="*/ 0 w 12192000"/>
              <a:gd name="connsiteY24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53307 w 12192000"/>
              <a:gd name="connsiteY117" fmla="*/ 1815450 h 2237474"/>
              <a:gd name="connsiteX118" fmla="*/ 5364192 w 12192000"/>
              <a:gd name="connsiteY118" fmla="*/ 1826074 h 2237474"/>
              <a:gd name="connsiteX119" fmla="*/ 5350380 w 12192000"/>
              <a:gd name="connsiteY119" fmla="*/ 1830891 h 2237474"/>
              <a:gd name="connsiteX120" fmla="*/ 5259633 w 12192000"/>
              <a:gd name="connsiteY120" fmla="*/ 1837160 h 2237474"/>
              <a:gd name="connsiteX121" fmla="*/ 5197513 w 12192000"/>
              <a:gd name="connsiteY121" fmla="*/ 1844718 h 2237474"/>
              <a:gd name="connsiteX122" fmla="*/ 5184170 w 12192000"/>
              <a:gd name="connsiteY122" fmla="*/ 1849402 h 2237474"/>
              <a:gd name="connsiteX123" fmla="*/ 5168852 w 12192000"/>
              <a:gd name="connsiteY123" fmla="*/ 1844846 h 2237474"/>
              <a:gd name="connsiteX124" fmla="*/ 5164370 w 12192000"/>
              <a:gd name="connsiteY124" fmla="*/ 1840597 h 2237474"/>
              <a:gd name="connsiteX125" fmla="*/ 5114927 w 12192000"/>
              <a:gd name="connsiteY125" fmla="*/ 1847827 h 2237474"/>
              <a:gd name="connsiteX126" fmla="*/ 5108970 w 12192000"/>
              <a:gd name="connsiteY126" fmla="*/ 1847935 h 2237474"/>
              <a:gd name="connsiteX127" fmla="*/ 5067961 w 12192000"/>
              <a:gd name="connsiteY127" fmla="*/ 1845917 h 2237474"/>
              <a:gd name="connsiteX128" fmla="*/ 5007075 w 12192000"/>
              <a:gd name="connsiteY128" fmla="*/ 1838626 h 2237474"/>
              <a:gd name="connsiteX129" fmla="*/ 4944087 w 12192000"/>
              <a:gd name="connsiteY129" fmla="*/ 1823332 h 2237474"/>
              <a:gd name="connsiteX130" fmla="*/ 4907662 w 12192000"/>
              <a:gd name="connsiteY130" fmla="*/ 1816900 h 2237474"/>
              <a:gd name="connsiteX131" fmla="*/ 4882386 w 12192000"/>
              <a:gd name="connsiteY131" fmla="*/ 1809844 h 2237474"/>
              <a:gd name="connsiteX132" fmla="*/ 4811440 w 12192000"/>
              <a:gd name="connsiteY132" fmla="*/ 1804655 h 2237474"/>
              <a:gd name="connsiteX133" fmla="*/ 4691075 w 12192000"/>
              <a:gd name="connsiteY133" fmla="*/ 1801389 h 2237474"/>
              <a:gd name="connsiteX134" fmla="*/ 4647449 w 12192000"/>
              <a:gd name="connsiteY134" fmla="*/ 1793181 h 2237474"/>
              <a:gd name="connsiteX135" fmla="*/ 4645504 w 12192000"/>
              <a:gd name="connsiteY135" fmla="*/ 1787606 h 2237474"/>
              <a:gd name="connsiteX136" fmla="*/ 4632229 w 12192000"/>
              <a:gd name="connsiteY136" fmla="*/ 1785815 h 2237474"/>
              <a:gd name="connsiteX137" fmla="*/ 4629273 w 12192000"/>
              <a:gd name="connsiteY137" fmla="*/ 1784355 h 2237474"/>
              <a:gd name="connsiteX138" fmla="*/ 4611738 w 12192000"/>
              <a:gd name="connsiteY138" fmla="*/ 1776964 h 2237474"/>
              <a:gd name="connsiteX139" fmla="*/ 4560070 w 12192000"/>
              <a:gd name="connsiteY139" fmla="*/ 1785640 h 2237474"/>
              <a:gd name="connsiteX140" fmla="*/ 4536503 w 12192000"/>
              <a:gd name="connsiteY140" fmla="*/ 1785334 h 2237474"/>
              <a:gd name="connsiteX141" fmla="*/ 4513724 w 12192000"/>
              <a:gd name="connsiteY141" fmla="*/ 1791996 h 2237474"/>
              <a:gd name="connsiteX142" fmla="*/ 4459810 w 12192000"/>
              <a:gd name="connsiteY142" fmla="*/ 1797886 h 2237474"/>
              <a:gd name="connsiteX143" fmla="*/ 4379064 w 12192000"/>
              <a:gd name="connsiteY143" fmla="*/ 1817177 h 2237474"/>
              <a:gd name="connsiteX144" fmla="*/ 4319209 w 12192000"/>
              <a:gd name="connsiteY144" fmla="*/ 1834833 h 2237474"/>
              <a:gd name="connsiteX145" fmla="*/ 4306907 w 12192000"/>
              <a:gd name="connsiteY145" fmla="*/ 1841641 h 2237474"/>
              <a:gd name="connsiteX146" fmla="*/ 4290981 w 12192000"/>
              <a:gd name="connsiteY146" fmla="*/ 1839677 h 2237474"/>
              <a:gd name="connsiteX147" fmla="*/ 4285792 w 12192000"/>
              <a:gd name="connsiteY147" fmla="*/ 1836231 h 2237474"/>
              <a:gd name="connsiteX148" fmla="*/ 4238372 w 12192000"/>
              <a:gd name="connsiteY148" fmla="*/ 1851480 h 2237474"/>
              <a:gd name="connsiteX149" fmla="*/ 4232517 w 12192000"/>
              <a:gd name="connsiteY149" fmla="*/ 1852567 h 2237474"/>
              <a:gd name="connsiteX150" fmla="*/ 4191732 w 12192000"/>
              <a:gd name="connsiteY150" fmla="*/ 1857328 h 2237474"/>
              <a:gd name="connsiteX151" fmla="*/ 4065532 w 12192000"/>
              <a:gd name="connsiteY151" fmla="*/ 1855477 h 2237474"/>
              <a:gd name="connsiteX152" fmla="*/ 4028460 w 12192000"/>
              <a:gd name="connsiteY152" fmla="*/ 1855137 h 2237474"/>
              <a:gd name="connsiteX153" fmla="*/ 4002267 w 12192000"/>
              <a:gd name="connsiteY153" fmla="*/ 1852352 h 2237474"/>
              <a:gd name="connsiteX154" fmla="*/ 3931396 w 12192000"/>
              <a:gd name="connsiteY154" fmla="*/ 1858915 h 2237474"/>
              <a:gd name="connsiteX155" fmla="*/ 3812162 w 12192000"/>
              <a:gd name="connsiteY155" fmla="*/ 1875501 h 2237474"/>
              <a:gd name="connsiteX156" fmla="*/ 3767672 w 12192000"/>
              <a:gd name="connsiteY156" fmla="*/ 1874600 h 2237474"/>
              <a:gd name="connsiteX157" fmla="*/ 3764741 w 12192000"/>
              <a:gd name="connsiteY157" fmla="*/ 1869433 h 2237474"/>
              <a:gd name="connsiteX158" fmla="*/ 3751332 w 12192000"/>
              <a:gd name="connsiteY158" fmla="*/ 1869854 h 2237474"/>
              <a:gd name="connsiteX159" fmla="*/ 3748155 w 12192000"/>
              <a:gd name="connsiteY159" fmla="*/ 1868903 h 2237474"/>
              <a:gd name="connsiteX160" fmla="*/ 3729530 w 12192000"/>
              <a:gd name="connsiteY160" fmla="*/ 1864513 h 2237474"/>
              <a:gd name="connsiteX161" fmla="*/ 3680177 w 12192000"/>
              <a:gd name="connsiteY161" fmla="*/ 1881552 h 2237474"/>
              <a:gd name="connsiteX162" fmla="*/ 3567259 w 12192000"/>
              <a:gd name="connsiteY162" fmla="*/ 1893482 h 2237474"/>
              <a:gd name="connsiteX163" fmla="*/ 3405770 w 12192000"/>
              <a:gd name="connsiteY163" fmla="*/ 1904591 h 2237474"/>
              <a:gd name="connsiteX164" fmla="*/ 3280097 w 12192000"/>
              <a:gd name="connsiteY164" fmla="*/ 1919610 h 2237474"/>
              <a:gd name="connsiteX165" fmla="*/ 3123424 w 12192000"/>
              <a:gd name="connsiteY165" fmla="*/ 1952930 h 2237474"/>
              <a:gd name="connsiteX166" fmla="*/ 3009910 w 12192000"/>
              <a:gd name="connsiteY166" fmla="*/ 1957866 h 2237474"/>
              <a:gd name="connsiteX167" fmla="*/ 2995934 w 12192000"/>
              <a:gd name="connsiteY167" fmla="*/ 1967085 h 2237474"/>
              <a:gd name="connsiteX168" fmla="*/ 2980071 w 12192000"/>
              <a:gd name="connsiteY168" fmla="*/ 1972988 h 2237474"/>
              <a:gd name="connsiteX169" fmla="*/ 2978094 w 12192000"/>
              <a:gd name="connsiteY169" fmla="*/ 1972369 h 2237474"/>
              <a:gd name="connsiteX170" fmla="*/ 2942858 w 12192000"/>
              <a:gd name="connsiteY170" fmla="*/ 1981367 h 2237474"/>
              <a:gd name="connsiteX171" fmla="*/ 2875436 w 12192000"/>
              <a:gd name="connsiteY171" fmla="*/ 1996977 h 2237474"/>
              <a:gd name="connsiteX172" fmla="*/ 2874892 w 12192000"/>
              <a:gd name="connsiteY172" fmla="*/ 1996085 h 2237474"/>
              <a:gd name="connsiteX173" fmla="*/ 2864145 w 12192000"/>
              <a:gd name="connsiteY173" fmla="*/ 1994061 h 2237474"/>
              <a:gd name="connsiteX174" fmla="*/ 2843662 w 12192000"/>
              <a:gd name="connsiteY174" fmla="*/ 1992498 h 2237474"/>
              <a:gd name="connsiteX175" fmla="*/ 2796128 w 12192000"/>
              <a:gd name="connsiteY175" fmla="*/ 1976403 h 2237474"/>
              <a:gd name="connsiteX176" fmla="*/ 2756784 w 12192000"/>
              <a:gd name="connsiteY176" fmla="*/ 1985116 h 2237474"/>
              <a:gd name="connsiteX177" fmla="*/ 2748833 w 12192000"/>
              <a:gd name="connsiteY177" fmla="*/ 1986323 h 2237474"/>
              <a:gd name="connsiteX178" fmla="*/ 2748661 w 12192000"/>
              <a:gd name="connsiteY178" fmla="*/ 1986122 h 2237474"/>
              <a:gd name="connsiteX179" fmla="*/ 2740251 w 12192000"/>
              <a:gd name="connsiteY179" fmla="*/ 1986946 h 2237474"/>
              <a:gd name="connsiteX180" fmla="*/ 2718916 w 12192000"/>
              <a:gd name="connsiteY180" fmla="*/ 1990867 h 2237474"/>
              <a:gd name="connsiteX181" fmla="*/ 2713522 w 12192000"/>
              <a:gd name="connsiteY181" fmla="*/ 1990173 h 2237474"/>
              <a:gd name="connsiteX182" fmla="*/ 2680597 w 12192000"/>
              <a:gd name="connsiteY182" fmla="*/ 1984996 h 2237474"/>
              <a:gd name="connsiteX183" fmla="*/ 2578178 w 12192000"/>
              <a:gd name="connsiteY183" fmla="*/ 1990531 h 2237474"/>
              <a:gd name="connsiteX184" fmla="*/ 2476147 w 12192000"/>
              <a:gd name="connsiteY184" fmla="*/ 1998305 h 2237474"/>
              <a:gd name="connsiteX185" fmla="*/ 2373568 w 12192000"/>
              <a:gd name="connsiteY185" fmla="*/ 2003219 h 2237474"/>
              <a:gd name="connsiteX186" fmla="*/ 2321399 w 12192000"/>
              <a:gd name="connsiteY186" fmla="*/ 1989467 h 2237474"/>
              <a:gd name="connsiteX187" fmla="*/ 2315525 w 12192000"/>
              <a:gd name="connsiteY187" fmla="*/ 1989708 h 2237474"/>
              <a:gd name="connsiteX188" fmla="*/ 2300792 w 12192000"/>
              <a:gd name="connsiteY188" fmla="*/ 1994290 h 2237474"/>
              <a:gd name="connsiteX189" fmla="*/ 2295469 w 12192000"/>
              <a:gd name="connsiteY189" fmla="*/ 1996659 h 2237474"/>
              <a:gd name="connsiteX190" fmla="*/ 2287219 w 12192000"/>
              <a:gd name="connsiteY190" fmla="*/ 1998750 h 2237474"/>
              <a:gd name="connsiteX191" fmla="*/ 2286948 w 12192000"/>
              <a:gd name="connsiteY191" fmla="*/ 1998596 h 2237474"/>
              <a:gd name="connsiteX192" fmla="*/ 2243069 w 12192000"/>
              <a:gd name="connsiteY192" fmla="*/ 2015111 h 2237474"/>
              <a:gd name="connsiteX193" fmla="*/ 2186609 w 12192000"/>
              <a:gd name="connsiteY193" fmla="*/ 2008263 h 2237474"/>
              <a:gd name="connsiteX194" fmla="*/ 2164831 w 12192000"/>
              <a:gd name="connsiteY194" fmla="*/ 2010143 h 2237474"/>
              <a:gd name="connsiteX195" fmla="*/ 2152836 w 12192000"/>
              <a:gd name="connsiteY195" fmla="*/ 2010048 h 2237474"/>
              <a:gd name="connsiteX196" fmla="*/ 2117102 w 12192000"/>
              <a:gd name="connsiteY196" fmla="*/ 2023004 h 2237474"/>
              <a:gd name="connsiteX197" fmla="*/ 2111935 w 12192000"/>
              <a:gd name="connsiteY197" fmla="*/ 2023163 h 2237474"/>
              <a:gd name="connsiteX198" fmla="*/ 2089991 w 12192000"/>
              <a:gd name="connsiteY198" fmla="*/ 2034193 h 2237474"/>
              <a:gd name="connsiteX199" fmla="*/ 2058061 w 12192000"/>
              <a:gd name="connsiteY199" fmla="*/ 2047942 h 2237474"/>
              <a:gd name="connsiteX200" fmla="*/ 2055737 w 12192000"/>
              <a:gd name="connsiteY200" fmla="*/ 2047704 h 2237474"/>
              <a:gd name="connsiteX201" fmla="*/ 2042244 w 12192000"/>
              <a:gd name="connsiteY201" fmla="*/ 2055560 h 2237474"/>
              <a:gd name="connsiteX202" fmla="*/ 1976224 w 12192000"/>
              <a:gd name="connsiteY202" fmla="*/ 2074257 h 2237474"/>
              <a:gd name="connsiteX203" fmla="*/ 1877728 w 12192000"/>
              <a:gd name="connsiteY203" fmla="*/ 2101004 h 2237474"/>
              <a:gd name="connsiteX204" fmla="*/ 1759056 w 12192000"/>
              <a:gd name="connsiteY204" fmla="*/ 2125608 h 2237474"/>
              <a:gd name="connsiteX205" fmla="*/ 1637948 w 12192000"/>
              <a:gd name="connsiteY205" fmla="*/ 2172597 h 2237474"/>
              <a:gd name="connsiteX206" fmla="*/ 1434549 w 12192000"/>
              <a:gd name="connsiteY206" fmla="*/ 2234522 h 2237474"/>
              <a:gd name="connsiteX207" fmla="*/ 1398481 w 12192000"/>
              <a:gd name="connsiteY207" fmla="*/ 2237074 h 2237474"/>
              <a:gd name="connsiteX208" fmla="*/ 1398407 w 12192000"/>
              <a:gd name="connsiteY208" fmla="*/ 2237095 h 2237474"/>
              <a:gd name="connsiteX209" fmla="*/ 1370962 w 12192000"/>
              <a:gd name="connsiteY209" fmla="*/ 2237474 h 2237474"/>
              <a:gd name="connsiteX210" fmla="*/ 1356367 w 12192000"/>
              <a:gd name="connsiteY210" fmla="*/ 2235089 h 2237474"/>
              <a:gd name="connsiteX211" fmla="*/ 1324828 w 12192000"/>
              <a:gd name="connsiteY211" fmla="*/ 2231968 h 2237474"/>
              <a:gd name="connsiteX212" fmla="*/ 1297744 w 12192000"/>
              <a:gd name="connsiteY212" fmla="*/ 2235849 h 2237474"/>
              <a:gd name="connsiteX213" fmla="*/ 1286236 w 12192000"/>
              <a:gd name="connsiteY213" fmla="*/ 2233135 h 2237474"/>
              <a:gd name="connsiteX214" fmla="*/ 1283504 w 12192000"/>
              <a:gd name="connsiteY214" fmla="*/ 2233797 h 2237474"/>
              <a:gd name="connsiteX215" fmla="*/ 1279765 w 12192000"/>
              <a:gd name="connsiteY215" fmla="*/ 2229639 h 2237474"/>
              <a:gd name="connsiteX216" fmla="*/ 1195347 w 12192000"/>
              <a:gd name="connsiteY216" fmla="*/ 2212354 h 2237474"/>
              <a:gd name="connsiteX217" fmla="*/ 970251 w 12192000"/>
              <a:gd name="connsiteY217" fmla="*/ 2221029 h 2237474"/>
              <a:gd name="connsiteX218" fmla="*/ 812914 w 12192000"/>
              <a:gd name="connsiteY218" fmla="*/ 2202752 h 2237474"/>
              <a:gd name="connsiteX219" fmla="*/ 800195 w 12192000"/>
              <a:gd name="connsiteY219" fmla="*/ 2209407 h 2237474"/>
              <a:gd name="connsiteX220" fmla="*/ 784978 w 12192000"/>
              <a:gd name="connsiteY220" fmla="*/ 2212360 h 2237474"/>
              <a:gd name="connsiteX221" fmla="*/ 681987 w 12192000"/>
              <a:gd name="connsiteY221" fmla="*/ 2216757 h 2237474"/>
              <a:gd name="connsiteX222" fmla="*/ 669923 w 12192000"/>
              <a:gd name="connsiteY222" fmla="*/ 2211682 h 2237474"/>
              <a:gd name="connsiteX223" fmla="*/ 648680 w 12192000"/>
              <a:gd name="connsiteY223" fmla="*/ 2206229 h 2237474"/>
              <a:gd name="connsiteX224" fmla="*/ 597225 w 12192000"/>
              <a:gd name="connsiteY224" fmla="*/ 2180999 h 2237474"/>
              <a:gd name="connsiteX225" fmla="*/ 558449 w 12192000"/>
              <a:gd name="connsiteY225" fmla="*/ 2182346 h 2237474"/>
              <a:gd name="connsiteX226" fmla="*/ 550517 w 12192000"/>
              <a:gd name="connsiteY226" fmla="*/ 2182060 h 2237474"/>
              <a:gd name="connsiteX227" fmla="*/ 550309 w 12192000"/>
              <a:gd name="connsiteY227" fmla="*/ 2181825 h 2237474"/>
              <a:gd name="connsiteX228" fmla="*/ 541836 w 12192000"/>
              <a:gd name="connsiteY228" fmla="*/ 2181063 h 2237474"/>
              <a:gd name="connsiteX229" fmla="*/ 536057 w 12192000"/>
              <a:gd name="connsiteY229" fmla="*/ 2181537 h 2237474"/>
              <a:gd name="connsiteX230" fmla="*/ 520671 w 12192000"/>
              <a:gd name="connsiteY230" fmla="*/ 2180980 h 2237474"/>
              <a:gd name="connsiteX231" fmla="*/ 515024 w 12192000"/>
              <a:gd name="connsiteY231" fmla="*/ 2179258 h 2237474"/>
              <a:gd name="connsiteX232" fmla="*/ 512278 w 12192000"/>
              <a:gd name="connsiteY232" fmla="*/ 2176369 h 2237474"/>
              <a:gd name="connsiteX233" fmla="*/ 480419 w 12192000"/>
              <a:gd name="connsiteY233" fmla="*/ 2167807 h 2237474"/>
              <a:gd name="connsiteX234" fmla="*/ 413835 w 12192000"/>
              <a:gd name="connsiteY234" fmla="*/ 2156783 h 2237474"/>
              <a:gd name="connsiteX235" fmla="*/ 376513 w 12192000"/>
              <a:gd name="connsiteY235" fmla="*/ 2154014 h 2237474"/>
              <a:gd name="connsiteX236" fmla="*/ 273386 w 12192000"/>
              <a:gd name="connsiteY236" fmla="*/ 2142551 h 2237474"/>
              <a:gd name="connsiteX237" fmla="*/ 169207 w 12192000"/>
              <a:gd name="connsiteY237" fmla="*/ 2128100 h 2237474"/>
              <a:gd name="connsiteX238" fmla="*/ 93149 w 12192000"/>
              <a:gd name="connsiteY238" fmla="*/ 2105324 h 2237474"/>
              <a:gd name="connsiteX239" fmla="*/ 88109 w 12192000"/>
              <a:gd name="connsiteY239" fmla="*/ 2106704 h 2237474"/>
              <a:gd name="connsiteX240" fmla="*/ 80022 w 12192000"/>
              <a:gd name="connsiteY240" fmla="*/ 2107254 h 2237474"/>
              <a:gd name="connsiteX241" fmla="*/ 79717 w 12192000"/>
              <a:gd name="connsiteY241" fmla="*/ 2107046 h 2237474"/>
              <a:gd name="connsiteX242" fmla="*/ 72352 w 12192000"/>
              <a:gd name="connsiteY242" fmla="*/ 2107991 h 2237474"/>
              <a:gd name="connsiteX243" fmla="*/ 37645 w 12192000"/>
              <a:gd name="connsiteY243" fmla="*/ 2115401 h 2237474"/>
              <a:gd name="connsiteX244" fmla="*/ 4572 w 12192000"/>
              <a:gd name="connsiteY244" fmla="*/ 2111091 h 2237474"/>
              <a:gd name="connsiteX245" fmla="*/ 0 w 12192000"/>
              <a:gd name="connsiteY245" fmla="*/ 2110468 h 2237474"/>
              <a:gd name="connsiteX246" fmla="*/ 0 w 12192000"/>
              <a:gd name="connsiteY24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32229 w 12192000"/>
              <a:gd name="connsiteY135" fmla="*/ 1785815 h 2237474"/>
              <a:gd name="connsiteX136" fmla="*/ 4629273 w 12192000"/>
              <a:gd name="connsiteY136" fmla="*/ 1784355 h 2237474"/>
              <a:gd name="connsiteX137" fmla="*/ 4611738 w 12192000"/>
              <a:gd name="connsiteY137" fmla="*/ 1776964 h 2237474"/>
              <a:gd name="connsiteX138" fmla="*/ 4560070 w 12192000"/>
              <a:gd name="connsiteY138" fmla="*/ 1785640 h 2237474"/>
              <a:gd name="connsiteX139" fmla="*/ 4536503 w 12192000"/>
              <a:gd name="connsiteY139" fmla="*/ 1785334 h 2237474"/>
              <a:gd name="connsiteX140" fmla="*/ 4513724 w 12192000"/>
              <a:gd name="connsiteY140" fmla="*/ 1791996 h 2237474"/>
              <a:gd name="connsiteX141" fmla="*/ 4459810 w 12192000"/>
              <a:gd name="connsiteY141" fmla="*/ 1797886 h 2237474"/>
              <a:gd name="connsiteX142" fmla="*/ 4379064 w 12192000"/>
              <a:gd name="connsiteY142" fmla="*/ 1817177 h 2237474"/>
              <a:gd name="connsiteX143" fmla="*/ 4319209 w 12192000"/>
              <a:gd name="connsiteY143" fmla="*/ 1834833 h 2237474"/>
              <a:gd name="connsiteX144" fmla="*/ 4306907 w 12192000"/>
              <a:gd name="connsiteY144" fmla="*/ 1841641 h 2237474"/>
              <a:gd name="connsiteX145" fmla="*/ 4290981 w 12192000"/>
              <a:gd name="connsiteY145" fmla="*/ 1839677 h 2237474"/>
              <a:gd name="connsiteX146" fmla="*/ 4285792 w 12192000"/>
              <a:gd name="connsiteY146" fmla="*/ 1836231 h 2237474"/>
              <a:gd name="connsiteX147" fmla="*/ 4238372 w 12192000"/>
              <a:gd name="connsiteY147" fmla="*/ 1851480 h 2237474"/>
              <a:gd name="connsiteX148" fmla="*/ 4232517 w 12192000"/>
              <a:gd name="connsiteY148" fmla="*/ 1852567 h 2237474"/>
              <a:gd name="connsiteX149" fmla="*/ 4191732 w 12192000"/>
              <a:gd name="connsiteY149" fmla="*/ 1857328 h 2237474"/>
              <a:gd name="connsiteX150" fmla="*/ 4065532 w 12192000"/>
              <a:gd name="connsiteY150" fmla="*/ 1855477 h 2237474"/>
              <a:gd name="connsiteX151" fmla="*/ 4028460 w 12192000"/>
              <a:gd name="connsiteY151" fmla="*/ 1855137 h 2237474"/>
              <a:gd name="connsiteX152" fmla="*/ 4002267 w 12192000"/>
              <a:gd name="connsiteY152" fmla="*/ 1852352 h 2237474"/>
              <a:gd name="connsiteX153" fmla="*/ 3931396 w 12192000"/>
              <a:gd name="connsiteY153" fmla="*/ 1858915 h 2237474"/>
              <a:gd name="connsiteX154" fmla="*/ 3812162 w 12192000"/>
              <a:gd name="connsiteY154" fmla="*/ 1875501 h 2237474"/>
              <a:gd name="connsiteX155" fmla="*/ 3767672 w 12192000"/>
              <a:gd name="connsiteY155" fmla="*/ 1874600 h 2237474"/>
              <a:gd name="connsiteX156" fmla="*/ 3764741 w 12192000"/>
              <a:gd name="connsiteY156" fmla="*/ 1869433 h 2237474"/>
              <a:gd name="connsiteX157" fmla="*/ 3751332 w 12192000"/>
              <a:gd name="connsiteY157" fmla="*/ 1869854 h 2237474"/>
              <a:gd name="connsiteX158" fmla="*/ 3748155 w 12192000"/>
              <a:gd name="connsiteY158" fmla="*/ 1868903 h 2237474"/>
              <a:gd name="connsiteX159" fmla="*/ 3729530 w 12192000"/>
              <a:gd name="connsiteY159" fmla="*/ 1864513 h 2237474"/>
              <a:gd name="connsiteX160" fmla="*/ 3680177 w 12192000"/>
              <a:gd name="connsiteY160" fmla="*/ 1881552 h 2237474"/>
              <a:gd name="connsiteX161" fmla="*/ 3567259 w 12192000"/>
              <a:gd name="connsiteY161" fmla="*/ 1893482 h 2237474"/>
              <a:gd name="connsiteX162" fmla="*/ 3405770 w 12192000"/>
              <a:gd name="connsiteY162" fmla="*/ 1904591 h 2237474"/>
              <a:gd name="connsiteX163" fmla="*/ 3280097 w 12192000"/>
              <a:gd name="connsiteY163" fmla="*/ 1919610 h 2237474"/>
              <a:gd name="connsiteX164" fmla="*/ 3123424 w 12192000"/>
              <a:gd name="connsiteY164" fmla="*/ 1952930 h 2237474"/>
              <a:gd name="connsiteX165" fmla="*/ 3009910 w 12192000"/>
              <a:gd name="connsiteY165" fmla="*/ 1957866 h 2237474"/>
              <a:gd name="connsiteX166" fmla="*/ 2995934 w 12192000"/>
              <a:gd name="connsiteY166" fmla="*/ 1967085 h 2237474"/>
              <a:gd name="connsiteX167" fmla="*/ 2980071 w 12192000"/>
              <a:gd name="connsiteY167" fmla="*/ 1972988 h 2237474"/>
              <a:gd name="connsiteX168" fmla="*/ 2978094 w 12192000"/>
              <a:gd name="connsiteY168" fmla="*/ 1972369 h 2237474"/>
              <a:gd name="connsiteX169" fmla="*/ 2942858 w 12192000"/>
              <a:gd name="connsiteY169" fmla="*/ 1981367 h 2237474"/>
              <a:gd name="connsiteX170" fmla="*/ 2875436 w 12192000"/>
              <a:gd name="connsiteY170" fmla="*/ 1996977 h 2237474"/>
              <a:gd name="connsiteX171" fmla="*/ 2874892 w 12192000"/>
              <a:gd name="connsiteY171" fmla="*/ 1996085 h 2237474"/>
              <a:gd name="connsiteX172" fmla="*/ 2864145 w 12192000"/>
              <a:gd name="connsiteY172" fmla="*/ 1994061 h 2237474"/>
              <a:gd name="connsiteX173" fmla="*/ 2843662 w 12192000"/>
              <a:gd name="connsiteY173" fmla="*/ 1992498 h 2237474"/>
              <a:gd name="connsiteX174" fmla="*/ 2796128 w 12192000"/>
              <a:gd name="connsiteY174" fmla="*/ 1976403 h 2237474"/>
              <a:gd name="connsiteX175" fmla="*/ 2756784 w 12192000"/>
              <a:gd name="connsiteY175" fmla="*/ 1985116 h 2237474"/>
              <a:gd name="connsiteX176" fmla="*/ 2748833 w 12192000"/>
              <a:gd name="connsiteY176" fmla="*/ 1986323 h 2237474"/>
              <a:gd name="connsiteX177" fmla="*/ 2748661 w 12192000"/>
              <a:gd name="connsiteY177" fmla="*/ 1986122 h 2237474"/>
              <a:gd name="connsiteX178" fmla="*/ 2740251 w 12192000"/>
              <a:gd name="connsiteY178" fmla="*/ 1986946 h 2237474"/>
              <a:gd name="connsiteX179" fmla="*/ 2718916 w 12192000"/>
              <a:gd name="connsiteY179" fmla="*/ 1990867 h 2237474"/>
              <a:gd name="connsiteX180" fmla="*/ 2713522 w 12192000"/>
              <a:gd name="connsiteY180" fmla="*/ 1990173 h 2237474"/>
              <a:gd name="connsiteX181" fmla="*/ 2680597 w 12192000"/>
              <a:gd name="connsiteY181" fmla="*/ 1984996 h 2237474"/>
              <a:gd name="connsiteX182" fmla="*/ 2578178 w 12192000"/>
              <a:gd name="connsiteY182" fmla="*/ 1990531 h 2237474"/>
              <a:gd name="connsiteX183" fmla="*/ 2476147 w 12192000"/>
              <a:gd name="connsiteY183" fmla="*/ 1998305 h 2237474"/>
              <a:gd name="connsiteX184" fmla="*/ 2373568 w 12192000"/>
              <a:gd name="connsiteY184" fmla="*/ 2003219 h 2237474"/>
              <a:gd name="connsiteX185" fmla="*/ 2321399 w 12192000"/>
              <a:gd name="connsiteY185" fmla="*/ 1989467 h 2237474"/>
              <a:gd name="connsiteX186" fmla="*/ 2315525 w 12192000"/>
              <a:gd name="connsiteY186" fmla="*/ 1989708 h 2237474"/>
              <a:gd name="connsiteX187" fmla="*/ 2300792 w 12192000"/>
              <a:gd name="connsiteY187" fmla="*/ 1994290 h 2237474"/>
              <a:gd name="connsiteX188" fmla="*/ 2295469 w 12192000"/>
              <a:gd name="connsiteY188" fmla="*/ 1996659 h 2237474"/>
              <a:gd name="connsiteX189" fmla="*/ 2287219 w 12192000"/>
              <a:gd name="connsiteY189" fmla="*/ 1998750 h 2237474"/>
              <a:gd name="connsiteX190" fmla="*/ 2286948 w 12192000"/>
              <a:gd name="connsiteY190" fmla="*/ 1998596 h 2237474"/>
              <a:gd name="connsiteX191" fmla="*/ 2243069 w 12192000"/>
              <a:gd name="connsiteY191" fmla="*/ 2015111 h 2237474"/>
              <a:gd name="connsiteX192" fmla="*/ 2186609 w 12192000"/>
              <a:gd name="connsiteY192" fmla="*/ 2008263 h 2237474"/>
              <a:gd name="connsiteX193" fmla="*/ 2164831 w 12192000"/>
              <a:gd name="connsiteY193" fmla="*/ 2010143 h 2237474"/>
              <a:gd name="connsiteX194" fmla="*/ 2152836 w 12192000"/>
              <a:gd name="connsiteY194" fmla="*/ 2010048 h 2237474"/>
              <a:gd name="connsiteX195" fmla="*/ 2117102 w 12192000"/>
              <a:gd name="connsiteY195" fmla="*/ 2023004 h 2237474"/>
              <a:gd name="connsiteX196" fmla="*/ 2111935 w 12192000"/>
              <a:gd name="connsiteY196" fmla="*/ 2023163 h 2237474"/>
              <a:gd name="connsiteX197" fmla="*/ 2089991 w 12192000"/>
              <a:gd name="connsiteY197" fmla="*/ 2034193 h 2237474"/>
              <a:gd name="connsiteX198" fmla="*/ 2058061 w 12192000"/>
              <a:gd name="connsiteY198" fmla="*/ 2047942 h 2237474"/>
              <a:gd name="connsiteX199" fmla="*/ 2055737 w 12192000"/>
              <a:gd name="connsiteY199" fmla="*/ 2047704 h 2237474"/>
              <a:gd name="connsiteX200" fmla="*/ 2042244 w 12192000"/>
              <a:gd name="connsiteY200" fmla="*/ 2055560 h 2237474"/>
              <a:gd name="connsiteX201" fmla="*/ 1976224 w 12192000"/>
              <a:gd name="connsiteY201" fmla="*/ 2074257 h 2237474"/>
              <a:gd name="connsiteX202" fmla="*/ 1877728 w 12192000"/>
              <a:gd name="connsiteY202" fmla="*/ 2101004 h 2237474"/>
              <a:gd name="connsiteX203" fmla="*/ 1759056 w 12192000"/>
              <a:gd name="connsiteY203" fmla="*/ 2125608 h 2237474"/>
              <a:gd name="connsiteX204" fmla="*/ 1637948 w 12192000"/>
              <a:gd name="connsiteY204" fmla="*/ 2172597 h 2237474"/>
              <a:gd name="connsiteX205" fmla="*/ 1434549 w 12192000"/>
              <a:gd name="connsiteY205" fmla="*/ 2234522 h 2237474"/>
              <a:gd name="connsiteX206" fmla="*/ 1398481 w 12192000"/>
              <a:gd name="connsiteY206" fmla="*/ 2237074 h 2237474"/>
              <a:gd name="connsiteX207" fmla="*/ 1398407 w 12192000"/>
              <a:gd name="connsiteY207" fmla="*/ 2237095 h 2237474"/>
              <a:gd name="connsiteX208" fmla="*/ 1370962 w 12192000"/>
              <a:gd name="connsiteY208" fmla="*/ 2237474 h 2237474"/>
              <a:gd name="connsiteX209" fmla="*/ 1356367 w 12192000"/>
              <a:gd name="connsiteY209" fmla="*/ 2235089 h 2237474"/>
              <a:gd name="connsiteX210" fmla="*/ 1324828 w 12192000"/>
              <a:gd name="connsiteY210" fmla="*/ 2231968 h 2237474"/>
              <a:gd name="connsiteX211" fmla="*/ 1297744 w 12192000"/>
              <a:gd name="connsiteY211" fmla="*/ 2235849 h 2237474"/>
              <a:gd name="connsiteX212" fmla="*/ 1286236 w 12192000"/>
              <a:gd name="connsiteY212" fmla="*/ 2233135 h 2237474"/>
              <a:gd name="connsiteX213" fmla="*/ 1283504 w 12192000"/>
              <a:gd name="connsiteY213" fmla="*/ 2233797 h 2237474"/>
              <a:gd name="connsiteX214" fmla="*/ 1279765 w 12192000"/>
              <a:gd name="connsiteY214" fmla="*/ 2229639 h 2237474"/>
              <a:gd name="connsiteX215" fmla="*/ 1195347 w 12192000"/>
              <a:gd name="connsiteY215" fmla="*/ 2212354 h 2237474"/>
              <a:gd name="connsiteX216" fmla="*/ 970251 w 12192000"/>
              <a:gd name="connsiteY216" fmla="*/ 2221029 h 2237474"/>
              <a:gd name="connsiteX217" fmla="*/ 812914 w 12192000"/>
              <a:gd name="connsiteY217" fmla="*/ 2202752 h 2237474"/>
              <a:gd name="connsiteX218" fmla="*/ 800195 w 12192000"/>
              <a:gd name="connsiteY218" fmla="*/ 2209407 h 2237474"/>
              <a:gd name="connsiteX219" fmla="*/ 784978 w 12192000"/>
              <a:gd name="connsiteY219" fmla="*/ 2212360 h 2237474"/>
              <a:gd name="connsiteX220" fmla="*/ 681987 w 12192000"/>
              <a:gd name="connsiteY220" fmla="*/ 2216757 h 2237474"/>
              <a:gd name="connsiteX221" fmla="*/ 669923 w 12192000"/>
              <a:gd name="connsiteY221" fmla="*/ 2211682 h 2237474"/>
              <a:gd name="connsiteX222" fmla="*/ 648680 w 12192000"/>
              <a:gd name="connsiteY222" fmla="*/ 2206229 h 2237474"/>
              <a:gd name="connsiteX223" fmla="*/ 597225 w 12192000"/>
              <a:gd name="connsiteY223" fmla="*/ 2180999 h 2237474"/>
              <a:gd name="connsiteX224" fmla="*/ 558449 w 12192000"/>
              <a:gd name="connsiteY224" fmla="*/ 2182346 h 2237474"/>
              <a:gd name="connsiteX225" fmla="*/ 550517 w 12192000"/>
              <a:gd name="connsiteY225" fmla="*/ 2182060 h 2237474"/>
              <a:gd name="connsiteX226" fmla="*/ 550309 w 12192000"/>
              <a:gd name="connsiteY226" fmla="*/ 2181825 h 2237474"/>
              <a:gd name="connsiteX227" fmla="*/ 541836 w 12192000"/>
              <a:gd name="connsiteY227" fmla="*/ 2181063 h 2237474"/>
              <a:gd name="connsiteX228" fmla="*/ 536057 w 12192000"/>
              <a:gd name="connsiteY228" fmla="*/ 2181537 h 2237474"/>
              <a:gd name="connsiteX229" fmla="*/ 520671 w 12192000"/>
              <a:gd name="connsiteY229" fmla="*/ 2180980 h 2237474"/>
              <a:gd name="connsiteX230" fmla="*/ 515024 w 12192000"/>
              <a:gd name="connsiteY230" fmla="*/ 2179258 h 2237474"/>
              <a:gd name="connsiteX231" fmla="*/ 512278 w 12192000"/>
              <a:gd name="connsiteY231" fmla="*/ 2176369 h 2237474"/>
              <a:gd name="connsiteX232" fmla="*/ 480419 w 12192000"/>
              <a:gd name="connsiteY232" fmla="*/ 2167807 h 2237474"/>
              <a:gd name="connsiteX233" fmla="*/ 413835 w 12192000"/>
              <a:gd name="connsiteY233" fmla="*/ 2156783 h 2237474"/>
              <a:gd name="connsiteX234" fmla="*/ 376513 w 12192000"/>
              <a:gd name="connsiteY234" fmla="*/ 2154014 h 2237474"/>
              <a:gd name="connsiteX235" fmla="*/ 273386 w 12192000"/>
              <a:gd name="connsiteY235" fmla="*/ 2142551 h 2237474"/>
              <a:gd name="connsiteX236" fmla="*/ 169207 w 12192000"/>
              <a:gd name="connsiteY236" fmla="*/ 2128100 h 2237474"/>
              <a:gd name="connsiteX237" fmla="*/ 93149 w 12192000"/>
              <a:gd name="connsiteY237" fmla="*/ 2105324 h 2237474"/>
              <a:gd name="connsiteX238" fmla="*/ 88109 w 12192000"/>
              <a:gd name="connsiteY238" fmla="*/ 2106704 h 2237474"/>
              <a:gd name="connsiteX239" fmla="*/ 80022 w 12192000"/>
              <a:gd name="connsiteY239" fmla="*/ 2107254 h 2237474"/>
              <a:gd name="connsiteX240" fmla="*/ 79717 w 12192000"/>
              <a:gd name="connsiteY240" fmla="*/ 2107046 h 2237474"/>
              <a:gd name="connsiteX241" fmla="*/ 72352 w 12192000"/>
              <a:gd name="connsiteY241" fmla="*/ 2107991 h 2237474"/>
              <a:gd name="connsiteX242" fmla="*/ 37645 w 12192000"/>
              <a:gd name="connsiteY242" fmla="*/ 2115401 h 2237474"/>
              <a:gd name="connsiteX243" fmla="*/ 4572 w 12192000"/>
              <a:gd name="connsiteY243" fmla="*/ 2111091 h 2237474"/>
              <a:gd name="connsiteX244" fmla="*/ 0 w 12192000"/>
              <a:gd name="connsiteY244" fmla="*/ 2110468 h 2237474"/>
              <a:gd name="connsiteX245" fmla="*/ 0 w 12192000"/>
              <a:gd name="connsiteY24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32229 w 12192000"/>
              <a:gd name="connsiteY135" fmla="*/ 1785815 h 2237474"/>
              <a:gd name="connsiteX136" fmla="*/ 4611738 w 12192000"/>
              <a:gd name="connsiteY136" fmla="*/ 1776964 h 2237474"/>
              <a:gd name="connsiteX137" fmla="*/ 4560070 w 12192000"/>
              <a:gd name="connsiteY137" fmla="*/ 1785640 h 2237474"/>
              <a:gd name="connsiteX138" fmla="*/ 4536503 w 12192000"/>
              <a:gd name="connsiteY138" fmla="*/ 1785334 h 2237474"/>
              <a:gd name="connsiteX139" fmla="*/ 4513724 w 12192000"/>
              <a:gd name="connsiteY139" fmla="*/ 1791996 h 2237474"/>
              <a:gd name="connsiteX140" fmla="*/ 4459810 w 12192000"/>
              <a:gd name="connsiteY140" fmla="*/ 1797886 h 2237474"/>
              <a:gd name="connsiteX141" fmla="*/ 4379064 w 12192000"/>
              <a:gd name="connsiteY141" fmla="*/ 1817177 h 2237474"/>
              <a:gd name="connsiteX142" fmla="*/ 4319209 w 12192000"/>
              <a:gd name="connsiteY142" fmla="*/ 1834833 h 2237474"/>
              <a:gd name="connsiteX143" fmla="*/ 4306907 w 12192000"/>
              <a:gd name="connsiteY143" fmla="*/ 1841641 h 2237474"/>
              <a:gd name="connsiteX144" fmla="*/ 4290981 w 12192000"/>
              <a:gd name="connsiteY144" fmla="*/ 1839677 h 2237474"/>
              <a:gd name="connsiteX145" fmla="*/ 4285792 w 12192000"/>
              <a:gd name="connsiteY145" fmla="*/ 1836231 h 2237474"/>
              <a:gd name="connsiteX146" fmla="*/ 4238372 w 12192000"/>
              <a:gd name="connsiteY146" fmla="*/ 1851480 h 2237474"/>
              <a:gd name="connsiteX147" fmla="*/ 4232517 w 12192000"/>
              <a:gd name="connsiteY147" fmla="*/ 1852567 h 2237474"/>
              <a:gd name="connsiteX148" fmla="*/ 4191732 w 12192000"/>
              <a:gd name="connsiteY148" fmla="*/ 1857328 h 2237474"/>
              <a:gd name="connsiteX149" fmla="*/ 4065532 w 12192000"/>
              <a:gd name="connsiteY149" fmla="*/ 1855477 h 2237474"/>
              <a:gd name="connsiteX150" fmla="*/ 4028460 w 12192000"/>
              <a:gd name="connsiteY150" fmla="*/ 1855137 h 2237474"/>
              <a:gd name="connsiteX151" fmla="*/ 4002267 w 12192000"/>
              <a:gd name="connsiteY151" fmla="*/ 1852352 h 2237474"/>
              <a:gd name="connsiteX152" fmla="*/ 3931396 w 12192000"/>
              <a:gd name="connsiteY152" fmla="*/ 1858915 h 2237474"/>
              <a:gd name="connsiteX153" fmla="*/ 3812162 w 12192000"/>
              <a:gd name="connsiteY153" fmla="*/ 1875501 h 2237474"/>
              <a:gd name="connsiteX154" fmla="*/ 3767672 w 12192000"/>
              <a:gd name="connsiteY154" fmla="*/ 1874600 h 2237474"/>
              <a:gd name="connsiteX155" fmla="*/ 3764741 w 12192000"/>
              <a:gd name="connsiteY155" fmla="*/ 1869433 h 2237474"/>
              <a:gd name="connsiteX156" fmla="*/ 3751332 w 12192000"/>
              <a:gd name="connsiteY156" fmla="*/ 1869854 h 2237474"/>
              <a:gd name="connsiteX157" fmla="*/ 3748155 w 12192000"/>
              <a:gd name="connsiteY157" fmla="*/ 1868903 h 2237474"/>
              <a:gd name="connsiteX158" fmla="*/ 3729530 w 12192000"/>
              <a:gd name="connsiteY158" fmla="*/ 1864513 h 2237474"/>
              <a:gd name="connsiteX159" fmla="*/ 3680177 w 12192000"/>
              <a:gd name="connsiteY159" fmla="*/ 1881552 h 2237474"/>
              <a:gd name="connsiteX160" fmla="*/ 3567259 w 12192000"/>
              <a:gd name="connsiteY160" fmla="*/ 1893482 h 2237474"/>
              <a:gd name="connsiteX161" fmla="*/ 3405770 w 12192000"/>
              <a:gd name="connsiteY161" fmla="*/ 1904591 h 2237474"/>
              <a:gd name="connsiteX162" fmla="*/ 3280097 w 12192000"/>
              <a:gd name="connsiteY162" fmla="*/ 1919610 h 2237474"/>
              <a:gd name="connsiteX163" fmla="*/ 3123424 w 12192000"/>
              <a:gd name="connsiteY163" fmla="*/ 1952930 h 2237474"/>
              <a:gd name="connsiteX164" fmla="*/ 3009910 w 12192000"/>
              <a:gd name="connsiteY164" fmla="*/ 1957866 h 2237474"/>
              <a:gd name="connsiteX165" fmla="*/ 2995934 w 12192000"/>
              <a:gd name="connsiteY165" fmla="*/ 1967085 h 2237474"/>
              <a:gd name="connsiteX166" fmla="*/ 2980071 w 12192000"/>
              <a:gd name="connsiteY166" fmla="*/ 1972988 h 2237474"/>
              <a:gd name="connsiteX167" fmla="*/ 2978094 w 12192000"/>
              <a:gd name="connsiteY167" fmla="*/ 1972369 h 2237474"/>
              <a:gd name="connsiteX168" fmla="*/ 2942858 w 12192000"/>
              <a:gd name="connsiteY168" fmla="*/ 1981367 h 2237474"/>
              <a:gd name="connsiteX169" fmla="*/ 2875436 w 12192000"/>
              <a:gd name="connsiteY169" fmla="*/ 1996977 h 2237474"/>
              <a:gd name="connsiteX170" fmla="*/ 2874892 w 12192000"/>
              <a:gd name="connsiteY170" fmla="*/ 1996085 h 2237474"/>
              <a:gd name="connsiteX171" fmla="*/ 2864145 w 12192000"/>
              <a:gd name="connsiteY171" fmla="*/ 1994061 h 2237474"/>
              <a:gd name="connsiteX172" fmla="*/ 2843662 w 12192000"/>
              <a:gd name="connsiteY172" fmla="*/ 1992498 h 2237474"/>
              <a:gd name="connsiteX173" fmla="*/ 2796128 w 12192000"/>
              <a:gd name="connsiteY173" fmla="*/ 1976403 h 2237474"/>
              <a:gd name="connsiteX174" fmla="*/ 2756784 w 12192000"/>
              <a:gd name="connsiteY174" fmla="*/ 1985116 h 2237474"/>
              <a:gd name="connsiteX175" fmla="*/ 2748833 w 12192000"/>
              <a:gd name="connsiteY175" fmla="*/ 1986323 h 2237474"/>
              <a:gd name="connsiteX176" fmla="*/ 2748661 w 12192000"/>
              <a:gd name="connsiteY176" fmla="*/ 1986122 h 2237474"/>
              <a:gd name="connsiteX177" fmla="*/ 2740251 w 12192000"/>
              <a:gd name="connsiteY177" fmla="*/ 1986946 h 2237474"/>
              <a:gd name="connsiteX178" fmla="*/ 2718916 w 12192000"/>
              <a:gd name="connsiteY178" fmla="*/ 1990867 h 2237474"/>
              <a:gd name="connsiteX179" fmla="*/ 2713522 w 12192000"/>
              <a:gd name="connsiteY179" fmla="*/ 1990173 h 2237474"/>
              <a:gd name="connsiteX180" fmla="*/ 2680597 w 12192000"/>
              <a:gd name="connsiteY180" fmla="*/ 1984996 h 2237474"/>
              <a:gd name="connsiteX181" fmla="*/ 2578178 w 12192000"/>
              <a:gd name="connsiteY181" fmla="*/ 1990531 h 2237474"/>
              <a:gd name="connsiteX182" fmla="*/ 2476147 w 12192000"/>
              <a:gd name="connsiteY182" fmla="*/ 1998305 h 2237474"/>
              <a:gd name="connsiteX183" fmla="*/ 2373568 w 12192000"/>
              <a:gd name="connsiteY183" fmla="*/ 2003219 h 2237474"/>
              <a:gd name="connsiteX184" fmla="*/ 2321399 w 12192000"/>
              <a:gd name="connsiteY184" fmla="*/ 1989467 h 2237474"/>
              <a:gd name="connsiteX185" fmla="*/ 2315525 w 12192000"/>
              <a:gd name="connsiteY185" fmla="*/ 1989708 h 2237474"/>
              <a:gd name="connsiteX186" fmla="*/ 2300792 w 12192000"/>
              <a:gd name="connsiteY186" fmla="*/ 1994290 h 2237474"/>
              <a:gd name="connsiteX187" fmla="*/ 2295469 w 12192000"/>
              <a:gd name="connsiteY187" fmla="*/ 1996659 h 2237474"/>
              <a:gd name="connsiteX188" fmla="*/ 2287219 w 12192000"/>
              <a:gd name="connsiteY188" fmla="*/ 1998750 h 2237474"/>
              <a:gd name="connsiteX189" fmla="*/ 2286948 w 12192000"/>
              <a:gd name="connsiteY189" fmla="*/ 1998596 h 2237474"/>
              <a:gd name="connsiteX190" fmla="*/ 2243069 w 12192000"/>
              <a:gd name="connsiteY190" fmla="*/ 2015111 h 2237474"/>
              <a:gd name="connsiteX191" fmla="*/ 2186609 w 12192000"/>
              <a:gd name="connsiteY191" fmla="*/ 2008263 h 2237474"/>
              <a:gd name="connsiteX192" fmla="*/ 2164831 w 12192000"/>
              <a:gd name="connsiteY192" fmla="*/ 2010143 h 2237474"/>
              <a:gd name="connsiteX193" fmla="*/ 2152836 w 12192000"/>
              <a:gd name="connsiteY193" fmla="*/ 2010048 h 2237474"/>
              <a:gd name="connsiteX194" fmla="*/ 2117102 w 12192000"/>
              <a:gd name="connsiteY194" fmla="*/ 2023004 h 2237474"/>
              <a:gd name="connsiteX195" fmla="*/ 2111935 w 12192000"/>
              <a:gd name="connsiteY195" fmla="*/ 2023163 h 2237474"/>
              <a:gd name="connsiteX196" fmla="*/ 2089991 w 12192000"/>
              <a:gd name="connsiteY196" fmla="*/ 2034193 h 2237474"/>
              <a:gd name="connsiteX197" fmla="*/ 2058061 w 12192000"/>
              <a:gd name="connsiteY197" fmla="*/ 2047942 h 2237474"/>
              <a:gd name="connsiteX198" fmla="*/ 2055737 w 12192000"/>
              <a:gd name="connsiteY198" fmla="*/ 2047704 h 2237474"/>
              <a:gd name="connsiteX199" fmla="*/ 2042244 w 12192000"/>
              <a:gd name="connsiteY199" fmla="*/ 2055560 h 2237474"/>
              <a:gd name="connsiteX200" fmla="*/ 1976224 w 12192000"/>
              <a:gd name="connsiteY200" fmla="*/ 2074257 h 2237474"/>
              <a:gd name="connsiteX201" fmla="*/ 1877728 w 12192000"/>
              <a:gd name="connsiteY201" fmla="*/ 2101004 h 2237474"/>
              <a:gd name="connsiteX202" fmla="*/ 1759056 w 12192000"/>
              <a:gd name="connsiteY202" fmla="*/ 2125608 h 2237474"/>
              <a:gd name="connsiteX203" fmla="*/ 1637948 w 12192000"/>
              <a:gd name="connsiteY203" fmla="*/ 2172597 h 2237474"/>
              <a:gd name="connsiteX204" fmla="*/ 1434549 w 12192000"/>
              <a:gd name="connsiteY204" fmla="*/ 2234522 h 2237474"/>
              <a:gd name="connsiteX205" fmla="*/ 1398481 w 12192000"/>
              <a:gd name="connsiteY205" fmla="*/ 2237074 h 2237474"/>
              <a:gd name="connsiteX206" fmla="*/ 1398407 w 12192000"/>
              <a:gd name="connsiteY206" fmla="*/ 2237095 h 2237474"/>
              <a:gd name="connsiteX207" fmla="*/ 1370962 w 12192000"/>
              <a:gd name="connsiteY207" fmla="*/ 2237474 h 2237474"/>
              <a:gd name="connsiteX208" fmla="*/ 1356367 w 12192000"/>
              <a:gd name="connsiteY208" fmla="*/ 2235089 h 2237474"/>
              <a:gd name="connsiteX209" fmla="*/ 1324828 w 12192000"/>
              <a:gd name="connsiteY209" fmla="*/ 2231968 h 2237474"/>
              <a:gd name="connsiteX210" fmla="*/ 1297744 w 12192000"/>
              <a:gd name="connsiteY210" fmla="*/ 2235849 h 2237474"/>
              <a:gd name="connsiteX211" fmla="*/ 1286236 w 12192000"/>
              <a:gd name="connsiteY211" fmla="*/ 2233135 h 2237474"/>
              <a:gd name="connsiteX212" fmla="*/ 1283504 w 12192000"/>
              <a:gd name="connsiteY212" fmla="*/ 2233797 h 2237474"/>
              <a:gd name="connsiteX213" fmla="*/ 1279765 w 12192000"/>
              <a:gd name="connsiteY213" fmla="*/ 2229639 h 2237474"/>
              <a:gd name="connsiteX214" fmla="*/ 1195347 w 12192000"/>
              <a:gd name="connsiteY214" fmla="*/ 2212354 h 2237474"/>
              <a:gd name="connsiteX215" fmla="*/ 970251 w 12192000"/>
              <a:gd name="connsiteY215" fmla="*/ 2221029 h 2237474"/>
              <a:gd name="connsiteX216" fmla="*/ 812914 w 12192000"/>
              <a:gd name="connsiteY216" fmla="*/ 2202752 h 2237474"/>
              <a:gd name="connsiteX217" fmla="*/ 800195 w 12192000"/>
              <a:gd name="connsiteY217" fmla="*/ 2209407 h 2237474"/>
              <a:gd name="connsiteX218" fmla="*/ 784978 w 12192000"/>
              <a:gd name="connsiteY218" fmla="*/ 2212360 h 2237474"/>
              <a:gd name="connsiteX219" fmla="*/ 681987 w 12192000"/>
              <a:gd name="connsiteY219" fmla="*/ 2216757 h 2237474"/>
              <a:gd name="connsiteX220" fmla="*/ 669923 w 12192000"/>
              <a:gd name="connsiteY220" fmla="*/ 2211682 h 2237474"/>
              <a:gd name="connsiteX221" fmla="*/ 648680 w 12192000"/>
              <a:gd name="connsiteY221" fmla="*/ 2206229 h 2237474"/>
              <a:gd name="connsiteX222" fmla="*/ 597225 w 12192000"/>
              <a:gd name="connsiteY222" fmla="*/ 2180999 h 2237474"/>
              <a:gd name="connsiteX223" fmla="*/ 558449 w 12192000"/>
              <a:gd name="connsiteY223" fmla="*/ 2182346 h 2237474"/>
              <a:gd name="connsiteX224" fmla="*/ 550517 w 12192000"/>
              <a:gd name="connsiteY224" fmla="*/ 2182060 h 2237474"/>
              <a:gd name="connsiteX225" fmla="*/ 550309 w 12192000"/>
              <a:gd name="connsiteY225" fmla="*/ 2181825 h 2237474"/>
              <a:gd name="connsiteX226" fmla="*/ 541836 w 12192000"/>
              <a:gd name="connsiteY226" fmla="*/ 2181063 h 2237474"/>
              <a:gd name="connsiteX227" fmla="*/ 536057 w 12192000"/>
              <a:gd name="connsiteY227" fmla="*/ 2181537 h 2237474"/>
              <a:gd name="connsiteX228" fmla="*/ 520671 w 12192000"/>
              <a:gd name="connsiteY228" fmla="*/ 2180980 h 2237474"/>
              <a:gd name="connsiteX229" fmla="*/ 515024 w 12192000"/>
              <a:gd name="connsiteY229" fmla="*/ 2179258 h 2237474"/>
              <a:gd name="connsiteX230" fmla="*/ 512278 w 12192000"/>
              <a:gd name="connsiteY230" fmla="*/ 2176369 h 2237474"/>
              <a:gd name="connsiteX231" fmla="*/ 480419 w 12192000"/>
              <a:gd name="connsiteY231" fmla="*/ 2167807 h 2237474"/>
              <a:gd name="connsiteX232" fmla="*/ 413835 w 12192000"/>
              <a:gd name="connsiteY232" fmla="*/ 2156783 h 2237474"/>
              <a:gd name="connsiteX233" fmla="*/ 376513 w 12192000"/>
              <a:gd name="connsiteY233" fmla="*/ 2154014 h 2237474"/>
              <a:gd name="connsiteX234" fmla="*/ 273386 w 12192000"/>
              <a:gd name="connsiteY234" fmla="*/ 2142551 h 2237474"/>
              <a:gd name="connsiteX235" fmla="*/ 169207 w 12192000"/>
              <a:gd name="connsiteY235" fmla="*/ 2128100 h 2237474"/>
              <a:gd name="connsiteX236" fmla="*/ 93149 w 12192000"/>
              <a:gd name="connsiteY236" fmla="*/ 2105324 h 2237474"/>
              <a:gd name="connsiteX237" fmla="*/ 88109 w 12192000"/>
              <a:gd name="connsiteY237" fmla="*/ 2106704 h 2237474"/>
              <a:gd name="connsiteX238" fmla="*/ 80022 w 12192000"/>
              <a:gd name="connsiteY238" fmla="*/ 2107254 h 2237474"/>
              <a:gd name="connsiteX239" fmla="*/ 79717 w 12192000"/>
              <a:gd name="connsiteY239" fmla="*/ 2107046 h 2237474"/>
              <a:gd name="connsiteX240" fmla="*/ 72352 w 12192000"/>
              <a:gd name="connsiteY240" fmla="*/ 2107991 h 2237474"/>
              <a:gd name="connsiteX241" fmla="*/ 37645 w 12192000"/>
              <a:gd name="connsiteY241" fmla="*/ 2115401 h 2237474"/>
              <a:gd name="connsiteX242" fmla="*/ 4572 w 12192000"/>
              <a:gd name="connsiteY242" fmla="*/ 2111091 h 2237474"/>
              <a:gd name="connsiteX243" fmla="*/ 0 w 12192000"/>
              <a:gd name="connsiteY243" fmla="*/ 2110468 h 2237474"/>
              <a:gd name="connsiteX244" fmla="*/ 0 w 12192000"/>
              <a:gd name="connsiteY2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11738 w 12192000"/>
              <a:gd name="connsiteY135" fmla="*/ 1776964 h 2237474"/>
              <a:gd name="connsiteX136" fmla="*/ 4560070 w 12192000"/>
              <a:gd name="connsiteY136" fmla="*/ 1785640 h 2237474"/>
              <a:gd name="connsiteX137" fmla="*/ 4536503 w 12192000"/>
              <a:gd name="connsiteY137" fmla="*/ 1785334 h 2237474"/>
              <a:gd name="connsiteX138" fmla="*/ 4513724 w 12192000"/>
              <a:gd name="connsiteY138" fmla="*/ 1791996 h 2237474"/>
              <a:gd name="connsiteX139" fmla="*/ 4459810 w 12192000"/>
              <a:gd name="connsiteY139" fmla="*/ 1797886 h 2237474"/>
              <a:gd name="connsiteX140" fmla="*/ 4379064 w 12192000"/>
              <a:gd name="connsiteY140" fmla="*/ 1817177 h 2237474"/>
              <a:gd name="connsiteX141" fmla="*/ 4319209 w 12192000"/>
              <a:gd name="connsiteY141" fmla="*/ 1834833 h 2237474"/>
              <a:gd name="connsiteX142" fmla="*/ 4306907 w 12192000"/>
              <a:gd name="connsiteY142" fmla="*/ 1841641 h 2237474"/>
              <a:gd name="connsiteX143" fmla="*/ 4290981 w 12192000"/>
              <a:gd name="connsiteY143" fmla="*/ 1839677 h 2237474"/>
              <a:gd name="connsiteX144" fmla="*/ 4285792 w 12192000"/>
              <a:gd name="connsiteY144" fmla="*/ 1836231 h 2237474"/>
              <a:gd name="connsiteX145" fmla="*/ 4238372 w 12192000"/>
              <a:gd name="connsiteY145" fmla="*/ 1851480 h 2237474"/>
              <a:gd name="connsiteX146" fmla="*/ 4232517 w 12192000"/>
              <a:gd name="connsiteY146" fmla="*/ 1852567 h 2237474"/>
              <a:gd name="connsiteX147" fmla="*/ 4191732 w 12192000"/>
              <a:gd name="connsiteY147" fmla="*/ 1857328 h 2237474"/>
              <a:gd name="connsiteX148" fmla="*/ 4065532 w 12192000"/>
              <a:gd name="connsiteY148" fmla="*/ 1855477 h 2237474"/>
              <a:gd name="connsiteX149" fmla="*/ 4028460 w 12192000"/>
              <a:gd name="connsiteY149" fmla="*/ 1855137 h 2237474"/>
              <a:gd name="connsiteX150" fmla="*/ 4002267 w 12192000"/>
              <a:gd name="connsiteY150" fmla="*/ 1852352 h 2237474"/>
              <a:gd name="connsiteX151" fmla="*/ 3931396 w 12192000"/>
              <a:gd name="connsiteY151" fmla="*/ 1858915 h 2237474"/>
              <a:gd name="connsiteX152" fmla="*/ 3812162 w 12192000"/>
              <a:gd name="connsiteY152" fmla="*/ 1875501 h 2237474"/>
              <a:gd name="connsiteX153" fmla="*/ 3767672 w 12192000"/>
              <a:gd name="connsiteY153" fmla="*/ 1874600 h 2237474"/>
              <a:gd name="connsiteX154" fmla="*/ 3764741 w 12192000"/>
              <a:gd name="connsiteY154" fmla="*/ 1869433 h 2237474"/>
              <a:gd name="connsiteX155" fmla="*/ 3751332 w 12192000"/>
              <a:gd name="connsiteY155" fmla="*/ 1869854 h 2237474"/>
              <a:gd name="connsiteX156" fmla="*/ 3748155 w 12192000"/>
              <a:gd name="connsiteY156" fmla="*/ 1868903 h 2237474"/>
              <a:gd name="connsiteX157" fmla="*/ 3729530 w 12192000"/>
              <a:gd name="connsiteY157" fmla="*/ 1864513 h 2237474"/>
              <a:gd name="connsiteX158" fmla="*/ 3680177 w 12192000"/>
              <a:gd name="connsiteY158" fmla="*/ 1881552 h 2237474"/>
              <a:gd name="connsiteX159" fmla="*/ 3567259 w 12192000"/>
              <a:gd name="connsiteY159" fmla="*/ 1893482 h 2237474"/>
              <a:gd name="connsiteX160" fmla="*/ 3405770 w 12192000"/>
              <a:gd name="connsiteY160" fmla="*/ 1904591 h 2237474"/>
              <a:gd name="connsiteX161" fmla="*/ 3280097 w 12192000"/>
              <a:gd name="connsiteY161" fmla="*/ 1919610 h 2237474"/>
              <a:gd name="connsiteX162" fmla="*/ 3123424 w 12192000"/>
              <a:gd name="connsiteY162" fmla="*/ 1952930 h 2237474"/>
              <a:gd name="connsiteX163" fmla="*/ 3009910 w 12192000"/>
              <a:gd name="connsiteY163" fmla="*/ 1957866 h 2237474"/>
              <a:gd name="connsiteX164" fmla="*/ 2995934 w 12192000"/>
              <a:gd name="connsiteY164" fmla="*/ 1967085 h 2237474"/>
              <a:gd name="connsiteX165" fmla="*/ 2980071 w 12192000"/>
              <a:gd name="connsiteY165" fmla="*/ 1972988 h 2237474"/>
              <a:gd name="connsiteX166" fmla="*/ 2978094 w 12192000"/>
              <a:gd name="connsiteY166" fmla="*/ 1972369 h 2237474"/>
              <a:gd name="connsiteX167" fmla="*/ 2942858 w 12192000"/>
              <a:gd name="connsiteY167" fmla="*/ 1981367 h 2237474"/>
              <a:gd name="connsiteX168" fmla="*/ 2875436 w 12192000"/>
              <a:gd name="connsiteY168" fmla="*/ 1996977 h 2237474"/>
              <a:gd name="connsiteX169" fmla="*/ 2874892 w 12192000"/>
              <a:gd name="connsiteY169" fmla="*/ 1996085 h 2237474"/>
              <a:gd name="connsiteX170" fmla="*/ 2864145 w 12192000"/>
              <a:gd name="connsiteY170" fmla="*/ 1994061 h 2237474"/>
              <a:gd name="connsiteX171" fmla="*/ 2843662 w 12192000"/>
              <a:gd name="connsiteY171" fmla="*/ 1992498 h 2237474"/>
              <a:gd name="connsiteX172" fmla="*/ 2796128 w 12192000"/>
              <a:gd name="connsiteY172" fmla="*/ 1976403 h 2237474"/>
              <a:gd name="connsiteX173" fmla="*/ 2756784 w 12192000"/>
              <a:gd name="connsiteY173" fmla="*/ 1985116 h 2237474"/>
              <a:gd name="connsiteX174" fmla="*/ 2748833 w 12192000"/>
              <a:gd name="connsiteY174" fmla="*/ 1986323 h 2237474"/>
              <a:gd name="connsiteX175" fmla="*/ 2748661 w 12192000"/>
              <a:gd name="connsiteY175" fmla="*/ 1986122 h 2237474"/>
              <a:gd name="connsiteX176" fmla="*/ 2740251 w 12192000"/>
              <a:gd name="connsiteY176" fmla="*/ 1986946 h 2237474"/>
              <a:gd name="connsiteX177" fmla="*/ 2718916 w 12192000"/>
              <a:gd name="connsiteY177" fmla="*/ 1990867 h 2237474"/>
              <a:gd name="connsiteX178" fmla="*/ 2713522 w 12192000"/>
              <a:gd name="connsiteY178" fmla="*/ 1990173 h 2237474"/>
              <a:gd name="connsiteX179" fmla="*/ 2680597 w 12192000"/>
              <a:gd name="connsiteY179" fmla="*/ 1984996 h 2237474"/>
              <a:gd name="connsiteX180" fmla="*/ 2578178 w 12192000"/>
              <a:gd name="connsiteY180" fmla="*/ 1990531 h 2237474"/>
              <a:gd name="connsiteX181" fmla="*/ 2476147 w 12192000"/>
              <a:gd name="connsiteY181" fmla="*/ 1998305 h 2237474"/>
              <a:gd name="connsiteX182" fmla="*/ 2373568 w 12192000"/>
              <a:gd name="connsiteY182" fmla="*/ 2003219 h 2237474"/>
              <a:gd name="connsiteX183" fmla="*/ 2321399 w 12192000"/>
              <a:gd name="connsiteY183" fmla="*/ 1989467 h 2237474"/>
              <a:gd name="connsiteX184" fmla="*/ 2315525 w 12192000"/>
              <a:gd name="connsiteY184" fmla="*/ 1989708 h 2237474"/>
              <a:gd name="connsiteX185" fmla="*/ 2300792 w 12192000"/>
              <a:gd name="connsiteY185" fmla="*/ 1994290 h 2237474"/>
              <a:gd name="connsiteX186" fmla="*/ 2295469 w 12192000"/>
              <a:gd name="connsiteY186" fmla="*/ 1996659 h 2237474"/>
              <a:gd name="connsiteX187" fmla="*/ 2287219 w 12192000"/>
              <a:gd name="connsiteY187" fmla="*/ 1998750 h 2237474"/>
              <a:gd name="connsiteX188" fmla="*/ 2286948 w 12192000"/>
              <a:gd name="connsiteY188" fmla="*/ 1998596 h 2237474"/>
              <a:gd name="connsiteX189" fmla="*/ 2243069 w 12192000"/>
              <a:gd name="connsiteY189" fmla="*/ 2015111 h 2237474"/>
              <a:gd name="connsiteX190" fmla="*/ 2186609 w 12192000"/>
              <a:gd name="connsiteY190" fmla="*/ 2008263 h 2237474"/>
              <a:gd name="connsiteX191" fmla="*/ 2164831 w 12192000"/>
              <a:gd name="connsiteY191" fmla="*/ 2010143 h 2237474"/>
              <a:gd name="connsiteX192" fmla="*/ 2152836 w 12192000"/>
              <a:gd name="connsiteY192" fmla="*/ 2010048 h 2237474"/>
              <a:gd name="connsiteX193" fmla="*/ 2117102 w 12192000"/>
              <a:gd name="connsiteY193" fmla="*/ 2023004 h 2237474"/>
              <a:gd name="connsiteX194" fmla="*/ 2111935 w 12192000"/>
              <a:gd name="connsiteY194" fmla="*/ 2023163 h 2237474"/>
              <a:gd name="connsiteX195" fmla="*/ 2089991 w 12192000"/>
              <a:gd name="connsiteY195" fmla="*/ 2034193 h 2237474"/>
              <a:gd name="connsiteX196" fmla="*/ 2058061 w 12192000"/>
              <a:gd name="connsiteY196" fmla="*/ 2047942 h 2237474"/>
              <a:gd name="connsiteX197" fmla="*/ 2055737 w 12192000"/>
              <a:gd name="connsiteY197" fmla="*/ 2047704 h 2237474"/>
              <a:gd name="connsiteX198" fmla="*/ 2042244 w 12192000"/>
              <a:gd name="connsiteY198" fmla="*/ 2055560 h 2237474"/>
              <a:gd name="connsiteX199" fmla="*/ 1976224 w 12192000"/>
              <a:gd name="connsiteY199" fmla="*/ 2074257 h 2237474"/>
              <a:gd name="connsiteX200" fmla="*/ 1877728 w 12192000"/>
              <a:gd name="connsiteY200" fmla="*/ 2101004 h 2237474"/>
              <a:gd name="connsiteX201" fmla="*/ 1759056 w 12192000"/>
              <a:gd name="connsiteY201" fmla="*/ 2125608 h 2237474"/>
              <a:gd name="connsiteX202" fmla="*/ 1637948 w 12192000"/>
              <a:gd name="connsiteY202" fmla="*/ 2172597 h 2237474"/>
              <a:gd name="connsiteX203" fmla="*/ 1434549 w 12192000"/>
              <a:gd name="connsiteY203" fmla="*/ 2234522 h 2237474"/>
              <a:gd name="connsiteX204" fmla="*/ 1398481 w 12192000"/>
              <a:gd name="connsiteY204" fmla="*/ 2237074 h 2237474"/>
              <a:gd name="connsiteX205" fmla="*/ 1398407 w 12192000"/>
              <a:gd name="connsiteY205" fmla="*/ 2237095 h 2237474"/>
              <a:gd name="connsiteX206" fmla="*/ 1370962 w 12192000"/>
              <a:gd name="connsiteY206" fmla="*/ 2237474 h 2237474"/>
              <a:gd name="connsiteX207" fmla="*/ 1356367 w 12192000"/>
              <a:gd name="connsiteY207" fmla="*/ 2235089 h 2237474"/>
              <a:gd name="connsiteX208" fmla="*/ 1324828 w 12192000"/>
              <a:gd name="connsiteY208" fmla="*/ 2231968 h 2237474"/>
              <a:gd name="connsiteX209" fmla="*/ 1297744 w 12192000"/>
              <a:gd name="connsiteY209" fmla="*/ 2235849 h 2237474"/>
              <a:gd name="connsiteX210" fmla="*/ 1286236 w 12192000"/>
              <a:gd name="connsiteY210" fmla="*/ 2233135 h 2237474"/>
              <a:gd name="connsiteX211" fmla="*/ 1283504 w 12192000"/>
              <a:gd name="connsiteY211" fmla="*/ 2233797 h 2237474"/>
              <a:gd name="connsiteX212" fmla="*/ 1279765 w 12192000"/>
              <a:gd name="connsiteY212" fmla="*/ 2229639 h 2237474"/>
              <a:gd name="connsiteX213" fmla="*/ 1195347 w 12192000"/>
              <a:gd name="connsiteY213" fmla="*/ 2212354 h 2237474"/>
              <a:gd name="connsiteX214" fmla="*/ 970251 w 12192000"/>
              <a:gd name="connsiteY214" fmla="*/ 2221029 h 2237474"/>
              <a:gd name="connsiteX215" fmla="*/ 812914 w 12192000"/>
              <a:gd name="connsiteY215" fmla="*/ 2202752 h 2237474"/>
              <a:gd name="connsiteX216" fmla="*/ 800195 w 12192000"/>
              <a:gd name="connsiteY216" fmla="*/ 2209407 h 2237474"/>
              <a:gd name="connsiteX217" fmla="*/ 784978 w 12192000"/>
              <a:gd name="connsiteY217" fmla="*/ 2212360 h 2237474"/>
              <a:gd name="connsiteX218" fmla="*/ 681987 w 12192000"/>
              <a:gd name="connsiteY218" fmla="*/ 2216757 h 2237474"/>
              <a:gd name="connsiteX219" fmla="*/ 669923 w 12192000"/>
              <a:gd name="connsiteY219" fmla="*/ 2211682 h 2237474"/>
              <a:gd name="connsiteX220" fmla="*/ 648680 w 12192000"/>
              <a:gd name="connsiteY220" fmla="*/ 2206229 h 2237474"/>
              <a:gd name="connsiteX221" fmla="*/ 597225 w 12192000"/>
              <a:gd name="connsiteY221" fmla="*/ 2180999 h 2237474"/>
              <a:gd name="connsiteX222" fmla="*/ 558449 w 12192000"/>
              <a:gd name="connsiteY222" fmla="*/ 2182346 h 2237474"/>
              <a:gd name="connsiteX223" fmla="*/ 550517 w 12192000"/>
              <a:gd name="connsiteY223" fmla="*/ 2182060 h 2237474"/>
              <a:gd name="connsiteX224" fmla="*/ 550309 w 12192000"/>
              <a:gd name="connsiteY224" fmla="*/ 2181825 h 2237474"/>
              <a:gd name="connsiteX225" fmla="*/ 541836 w 12192000"/>
              <a:gd name="connsiteY225" fmla="*/ 2181063 h 2237474"/>
              <a:gd name="connsiteX226" fmla="*/ 536057 w 12192000"/>
              <a:gd name="connsiteY226" fmla="*/ 2181537 h 2237474"/>
              <a:gd name="connsiteX227" fmla="*/ 520671 w 12192000"/>
              <a:gd name="connsiteY227" fmla="*/ 2180980 h 2237474"/>
              <a:gd name="connsiteX228" fmla="*/ 515024 w 12192000"/>
              <a:gd name="connsiteY228" fmla="*/ 2179258 h 2237474"/>
              <a:gd name="connsiteX229" fmla="*/ 512278 w 12192000"/>
              <a:gd name="connsiteY229" fmla="*/ 2176369 h 2237474"/>
              <a:gd name="connsiteX230" fmla="*/ 480419 w 12192000"/>
              <a:gd name="connsiteY230" fmla="*/ 2167807 h 2237474"/>
              <a:gd name="connsiteX231" fmla="*/ 413835 w 12192000"/>
              <a:gd name="connsiteY231" fmla="*/ 2156783 h 2237474"/>
              <a:gd name="connsiteX232" fmla="*/ 376513 w 12192000"/>
              <a:gd name="connsiteY232" fmla="*/ 2154014 h 2237474"/>
              <a:gd name="connsiteX233" fmla="*/ 273386 w 12192000"/>
              <a:gd name="connsiteY233" fmla="*/ 2142551 h 2237474"/>
              <a:gd name="connsiteX234" fmla="*/ 169207 w 12192000"/>
              <a:gd name="connsiteY234" fmla="*/ 2128100 h 2237474"/>
              <a:gd name="connsiteX235" fmla="*/ 93149 w 12192000"/>
              <a:gd name="connsiteY235" fmla="*/ 2105324 h 2237474"/>
              <a:gd name="connsiteX236" fmla="*/ 88109 w 12192000"/>
              <a:gd name="connsiteY236" fmla="*/ 2106704 h 2237474"/>
              <a:gd name="connsiteX237" fmla="*/ 80022 w 12192000"/>
              <a:gd name="connsiteY237" fmla="*/ 2107254 h 2237474"/>
              <a:gd name="connsiteX238" fmla="*/ 79717 w 12192000"/>
              <a:gd name="connsiteY238" fmla="*/ 2107046 h 2237474"/>
              <a:gd name="connsiteX239" fmla="*/ 72352 w 12192000"/>
              <a:gd name="connsiteY239" fmla="*/ 2107991 h 2237474"/>
              <a:gd name="connsiteX240" fmla="*/ 37645 w 12192000"/>
              <a:gd name="connsiteY240" fmla="*/ 2115401 h 2237474"/>
              <a:gd name="connsiteX241" fmla="*/ 4572 w 12192000"/>
              <a:gd name="connsiteY241" fmla="*/ 2111091 h 2237474"/>
              <a:gd name="connsiteX242" fmla="*/ 0 w 12192000"/>
              <a:gd name="connsiteY242" fmla="*/ 2110468 h 2237474"/>
              <a:gd name="connsiteX243" fmla="*/ 0 w 12192000"/>
              <a:gd name="connsiteY2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11738 w 12192000"/>
              <a:gd name="connsiteY134" fmla="*/ 1776964 h 2237474"/>
              <a:gd name="connsiteX135" fmla="*/ 4560070 w 12192000"/>
              <a:gd name="connsiteY135" fmla="*/ 1785640 h 2237474"/>
              <a:gd name="connsiteX136" fmla="*/ 4536503 w 12192000"/>
              <a:gd name="connsiteY136" fmla="*/ 1785334 h 2237474"/>
              <a:gd name="connsiteX137" fmla="*/ 4513724 w 12192000"/>
              <a:gd name="connsiteY137" fmla="*/ 1791996 h 2237474"/>
              <a:gd name="connsiteX138" fmla="*/ 4459810 w 12192000"/>
              <a:gd name="connsiteY138" fmla="*/ 1797886 h 2237474"/>
              <a:gd name="connsiteX139" fmla="*/ 4379064 w 12192000"/>
              <a:gd name="connsiteY139" fmla="*/ 1817177 h 2237474"/>
              <a:gd name="connsiteX140" fmla="*/ 4319209 w 12192000"/>
              <a:gd name="connsiteY140" fmla="*/ 1834833 h 2237474"/>
              <a:gd name="connsiteX141" fmla="*/ 4306907 w 12192000"/>
              <a:gd name="connsiteY141" fmla="*/ 1841641 h 2237474"/>
              <a:gd name="connsiteX142" fmla="*/ 4290981 w 12192000"/>
              <a:gd name="connsiteY142" fmla="*/ 1839677 h 2237474"/>
              <a:gd name="connsiteX143" fmla="*/ 4285792 w 12192000"/>
              <a:gd name="connsiteY143" fmla="*/ 1836231 h 2237474"/>
              <a:gd name="connsiteX144" fmla="*/ 4238372 w 12192000"/>
              <a:gd name="connsiteY144" fmla="*/ 1851480 h 2237474"/>
              <a:gd name="connsiteX145" fmla="*/ 4232517 w 12192000"/>
              <a:gd name="connsiteY145" fmla="*/ 1852567 h 2237474"/>
              <a:gd name="connsiteX146" fmla="*/ 4191732 w 12192000"/>
              <a:gd name="connsiteY146" fmla="*/ 1857328 h 2237474"/>
              <a:gd name="connsiteX147" fmla="*/ 4065532 w 12192000"/>
              <a:gd name="connsiteY147" fmla="*/ 1855477 h 2237474"/>
              <a:gd name="connsiteX148" fmla="*/ 4028460 w 12192000"/>
              <a:gd name="connsiteY148" fmla="*/ 1855137 h 2237474"/>
              <a:gd name="connsiteX149" fmla="*/ 4002267 w 12192000"/>
              <a:gd name="connsiteY149" fmla="*/ 1852352 h 2237474"/>
              <a:gd name="connsiteX150" fmla="*/ 3931396 w 12192000"/>
              <a:gd name="connsiteY150" fmla="*/ 1858915 h 2237474"/>
              <a:gd name="connsiteX151" fmla="*/ 3812162 w 12192000"/>
              <a:gd name="connsiteY151" fmla="*/ 1875501 h 2237474"/>
              <a:gd name="connsiteX152" fmla="*/ 3767672 w 12192000"/>
              <a:gd name="connsiteY152" fmla="*/ 1874600 h 2237474"/>
              <a:gd name="connsiteX153" fmla="*/ 3764741 w 12192000"/>
              <a:gd name="connsiteY153" fmla="*/ 1869433 h 2237474"/>
              <a:gd name="connsiteX154" fmla="*/ 3751332 w 12192000"/>
              <a:gd name="connsiteY154" fmla="*/ 1869854 h 2237474"/>
              <a:gd name="connsiteX155" fmla="*/ 3748155 w 12192000"/>
              <a:gd name="connsiteY155" fmla="*/ 1868903 h 2237474"/>
              <a:gd name="connsiteX156" fmla="*/ 3729530 w 12192000"/>
              <a:gd name="connsiteY156" fmla="*/ 1864513 h 2237474"/>
              <a:gd name="connsiteX157" fmla="*/ 3680177 w 12192000"/>
              <a:gd name="connsiteY157" fmla="*/ 1881552 h 2237474"/>
              <a:gd name="connsiteX158" fmla="*/ 3567259 w 12192000"/>
              <a:gd name="connsiteY158" fmla="*/ 1893482 h 2237474"/>
              <a:gd name="connsiteX159" fmla="*/ 3405770 w 12192000"/>
              <a:gd name="connsiteY159" fmla="*/ 1904591 h 2237474"/>
              <a:gd name="connsiteX160" fmla="*/ 3280097 w 12192000"/>
              <a:gd name="connsiteY160" fmla="*/ 1919610 h 2237474"/>
              <a:gd name="connsiteX161" fmla="*/ 3123424 w 12192000"/>
              <a:gd name="connsiteY161" fmla="*/ 1952930 h 2237474"/>
              <a:gd name="connsiteX162" fmla="*/ 3009910 w 12192000"/>
              <a:gd name="connsiteY162" fmla="*/ 1957866 h 2237474"/>
              <a:gd name="connsiteX163" fmla="*/ 2995934 w 12192000"/>
              <a:gd name="connsiteY163" fmla="*/ 1967085 h 2237474"/>
              <a:gd name="connsiteX164" fmla="*/ 2980071 w 12192000"/>
              <a:gd name="connsiteY164" fmla="*/ 1972988 h 2237474"/>
              <a:gd name="connsiteX165" fmla="*/ 2978094 w 12192000"/>
              <a:gd name="connsiteY165" fmla="*/ 1972369 h 2237474"/>
              <a:gd name="connsiteX166" fmla="*/ 2942858 w 12192000"/>
              <a:gd name="connsiteY166" fmla="*/ 1981367 h 2237474"/>
              <a:gd name="connsiteX167" fmla="*/ 2875436 w 12192000"/>
              <a:gd name="connsiteY167" fmla="*/ 1996977 h 2237474"/>
              <a:gd name="connsiteX168" fmla="*/ 2874892 w 12192000"/>
              <a:gd name="connsiteY168" fmla="*/ 1996085 h 2237474"/>
              <a:gd name="connsiteX169" fmla="*/ 2864145 w 12192000"/>
              <a:gd name="connsiteY169" fmla="*/ 1994061 h 2237474"/>
              <a:gd name="connsiteX170" fmla="*/ 2843662 w 12192000"/>
              <a:gd name="connsiteY170" fmla="*/ 1992498 h 2237474"/>
              <a:gd name="connsiteX171" fmla="*/ 2796128 w 12192000"/>
              <a:gd name="connsiteY171" fmla="*/ 1976403 h 2237474"/>
              <a:gd name="connsiteX172" fmla="*/ 2756784 w 12192000"/>
              <a:gd name="connsiteY172" fmla="*/ 1985116 h 2237474"/>
              <a:gd name="connsiteX173" fmla="*/ 2748833 w 12192000"/>
              <a:gd name="connsiteY173" fmla="*/ 1986323 h 2237474"/>
              <a:gd name="connsiteX174" fmla="*/ 2748661 w 12192000"/>
              <a:gd name="connsiteY174" fmla="*/ 1986122 h 2237474"/>
              <a:gd name="connsiteX175" fmla="*/ 2740251 w 12192000"/>
              <a:gd name="connsiteY175" fmla="*/ 1986946 h 2237474"/>
              <a:gd name="connsiteX176" fmla="*/ 2718916 w 12192000"/>
              <a:gd name="connsiteY176" fmla="*/ 1990867 h 2237474"/>
              <a:gd name="connsiteX177" fmla="*/ 2713522 w 12192000"/>
              <a:gd name="connsiteY177" fmla="*/ 1990173 h 2237474"/>
              <a:gd name="connsiteX178" fmla="*/ 2680597 w 12192000"/>
              <a:gd name="connsiteY178" fmla="*/ 1984996 h 2237474"/>
              <a:gd name="connsiteX179" fmla="*/ 2578178 w 12192000"/>
              <a:gd name="connsiteY179" fmla="*/ 1990531 h 2237474"/>
              <a:gd name="connsiteX180" fmla="*/ 2476147 w 12192000"/>
              <a:gd name="connsiteY180" fmla="*/ 1998305 h 2237474"/>
              <a:gd name="connsiteX181" fmla="*/ 2373568 w 12192000"/>
              <a:gd name="connsiteY181" fmla="*/ 2003219 h 2237474"/>
              <a:gd name="connsiteX182" fmla="*/ 2321399 w 12192000"/>
              <a:gd name="connsiteY182" fmla="*/ 1989467 h 2237474"/>
              <a:gd name="connsiteX183" fmla="*/ 2315525 w 12192000"/>
              <a:gd name="connsiteY183" fmla="*/ 1989708 h 2237474"/>
              <a:gd name="connsiteX184" fmla="*/ 2300792 w 12192000"/>
              <a:gd name="connsiteY184" fmla="*/ 1994290 h 2237474"/>
              <a:gd name="connsiteX185" fmla="*/ 2295469 w 12192000"/>
              <a:gd name="connsiteY185" fmla="*/ 1996659 h 2237474"/>
              <a:gd name="connsiteX186" fmla="*/ 2287219 w 12192000"/>
              <a:gd name="connsiteY186" fmla="*/ 1998750 h 2237474"/>
              <a:gd name="connsiteX187" fmla="*/ 2286948 w 12192000"/>
              <a:gd name="connsiteY187" fmla="*/ 1998596 h 2237474"/>
              <a:gd name="connsiteX188" fmla="*/ 2243069 w 12192000"/>
              <a:gd name="connsiteY188" fmla="*/ 2015111 h 2237474"/>
              <a:gd name="connsiteX189" fmla="*/ 2186609 w 12192000"/>
              <a:gd name="connsiteY189" fmla="*/ 2008263 h 2237474"/>
              <a:gd name="connsiteX190" fmla="*/ 2164831 w 12192000"/>
              <a:gd name="connsiteY190" fmla="*/ 2010143 h 2237474"/>
              <a:gd name="connsiteX191" fmla="*/ 2152836 w 12192000"/>
              <a:gd name="connsiteY191" fmla="*/ 2010048 h 2237474"/>
              <a:gd name="connsiteX192" fmla="*/ 2117102 w 12192000"/>
              <a:gd name="connsiteY192" fmla="*/ 2023004 h 2237474"/>
              <a:gd name="connsiteX193" fmla="*/ 2111935 w 12192000"/>
              <a:gd name="connsiteY193" fmla="*/ 2023163 h 2237474"/>
              <a:gd name="connsiteX194" fmla="*/ 2089991 w 12192000"/>
              <a:gd name="connsiteY194" fmla="*/ 2034193 h 2237474"/>
              <a:gd name="connsiteX195" fmla="*/ 2058061 w 12192000"/>
              <a:gd name="connsiteY195" fmla="*/ 2047942 h 2237474"/>
              <a:gd name="connsiteX196" fmla="*/ 2055737 w 12192000"/>
              <a:gd name="connsiteY196" fmla="*/ 2047704 h 2237474"/>
              <a:gd name="connsiteX197" fmla="*/ 2042244 w 12192000"/>
              <a:gd name="connsiteY197" fmla="*/ 2055560 h 2237474"/>
              <a:gd name="connsiteX198" fmla="*/ 1976224 w 12192000"/>
              <a:gd name="connsiteY198" fmla="*/ 2074257 h 2237474"/>
              <a:gd name="connsiteX199" fmla="*/ 1877728 w 12192000"/>
              <a:gd name="connsiteY199" fmla="*/ 2101004 h 2237474"/>
              <a:gd name="connsiteX200" fmla="*/ 1759056 w 12192000"/>
              <a:gd name="connsiteY200" fmla="*/ 2125608 h 2237474"/>
              <a:gd name="connsiteX201" fmla="*/ 1637948 w 12192000"/>
              <a:gd name="connsiteY201" fmla="*/ 2172597 h 2237474"/>
              <a:gd name="connsiteX202" fmla="*/ 1434549 w 12192000"/>
              <a:gd name="connsiteY202" fmla="*/ 2234522 h 2237474"/>
              <a:gd name="connsiteX203" fmla="*/ 1398481 w 12192000"/>
              <a:gd name="connsiteY203" fmla="*/ 2237074 h 2237474"/>
              <a:gd name="connsiteX204" fmla="*/ 1398407 w 12192000"/>
              <a:gd name="connsiteY204" fmla="*/ 2237095 h 2237474"/>
              <a:gd name="connsiteX205" fmla="*/ 1370962 w 12192000"/>
              <a:gd name="connsiteY205" fmla="*/ 2237474 h 2237474"/>
              <a:gd name="connsiteX206" fmla="*/ 1356367 w 12192000"/>
              <a:gd name="connsiteY206" fmla="*/ 2235089 h 2237474"/>
              <a:gd name="connsiteX207" fmla="*/ 1324828 w 12192000"/>
              <a:gd name="connsiteY207" fmla="*/ 2231968 h 2237474"/>
              <a:gd name="connsiteX208" fmla="*/ 1297744 w 12192000"/>
              <a:gd name="connsiteY208" fmla="*/ 2235849 h 2237474"/>
              <a:gd name="connsiteX209" fmla="*/ 1286236 w 12192000"/>
              <a:gd name="connsiteY209" fmla="*/ 2233135 h 2237474"/>
              <a:gd name="connsiteX210" fmla="*/ 1283504 w 12192000"/>
              <a:gd name="connsiteY210" fmla="*/ 2233797 h 2237474"/>
              <a:gd name="connsiteX211" fmla="*/ 1279765 w 12192000"/>
              <a:gd name="connsiteY211" fmla="*/ 2229639 h 2237474"/>
              <a:gd name="connsiteX212" fmla="*/ 1195347 w 12192000"/>
              <a:gd name="connsiteY212" fmla="*/ 2212354 h 2237474"/>
              <a:gd name="connsiteX213" fmla="*/ 970251 w 12192000"/>
              <a:gd name="connsiteY213" fmla="*/ 2221029 h 2237474"/>
              <a:gd name="connsiteX214" fmla="*/ 812914 w 12192000"/>
              <a:gd name="connsiteY214" fmla="*/ 2202752 h 2237474"/>
              <a:gd name="connsiteX215" fmla="*/ 800195 w 12192000"/>
              <a:gd name="connsiteY215" fmla="*/ 2209407 h 2237474"/>
              <a:gd name="connsiteX216" fmla="*/ 784978 w 12192000"/>
              <a:gd name="connsiteY216" fmla="*/ 2212360 h 2237474"/>
              <a:gd name="connsiteX217" fmla="*/ 681987 w 12192000"/>
              <a:gd name="connsiteY217" fmla="*/ 2216757 h 2237474"/>
              <a:gd name="connsiteX218" fmla="*/ 669923 w 12192000"/>
              <a:gd name="connsiteY218" fmla="*/ 2211682 h 2237474"/>
              <a:gd name="connsiteX219" fmla="*/ 648680 w 12192000"/>
              <a:gd name="connsiteY219" fmla="*/ 2206229 h 2237474"/>
              <a:gd name="connsiteX220" fmla="*/ 597225 w 12192000"/>
              <a:gd name="connsiteY220" fmla="*/ 2180999 h 2237474"/>
              <a:gd name="connsiteX221" fmla="*/ 558449 w 12192000"/>
              <a:gd name="connsiteY221" fmla="*/ 2182346 h 2237474"/>
              <a:gd name="connsiteX222" fmla="*/ 550517 w 12192000"/>
              <a:gd name="connsiteY222" fmla="*/ 2182060 h 2237474"/>
              <a:gd name="connsiteX223" fmla="*/ 550309 w 12192000"/>
              <a:gd name="connsiteY223" fmla="*/ 2181825 h 2237474"/>
              <a:gd name="connsiteX224" fmla="*/ 541836 w 12192000"/>
              <a:gd name="connsiteY224" fmla="*/ 2181063 h 2237474"/>
              <a:gd name="connsiteX225" fmla="*/ 536057 w 12192000"/>
              <a:gd name="connsiteY225" fmla="*/ 2181537 h 2237474"/>
              <a:gd name="connsiteX226" fmla="*/ 520671 w 12192000"/>
              <a:gd name="connsiteY226" fmla="*/ 2180980 h 2237474"/>
              <a:gd name="connsiteX227" fmla="*/ 515024 w 12192000"/>
              <a:gd name="connsiteY227" fmla="*/ 2179258 h 2237474"/>
              <a:gd name="connsiteX228" fmla="*/ 512278 w 12192000"/>
              <a:gd name="connsiteY228" fmla="*/ 2176369 h 2237474"/>
              <a:gd name="connsiteX229" fmla="*/ 480419 w 12192000"/>
              <a:gd name="connsiteY229" fmla="*/ 2167807 h 2237474"/>
              <a:gd name="connsiteX230" fmla="*/ 413835 w 12192000"/>
              <a:gd name="connsiteY230" fmla="*/ 2156783 h 2237474"/>
              <a:gd name="connsiteX231" fmla="*/ 376513 w 12192000"/>
              <a:gd name="connsiteY231" fmla="*/ 2154014 h 2237474"/>
              <a:gd name="connsiteX232" fmla="*/ 273386 w 12192000"/>
              <a:gd name="connsiteY232" fmla="*/ 2142551 h 2237474"/>
              <a:gd name="connsiteX233" fmla="*/ 169207 w 12192000"/>
              <a:gd name="connsiteY233" fmla="*/ 2128100 h 2237474"/>
              <a:gd name="connsiteX234" fmla="*/ 93149 w 12192000"/>
              <a:gd name="connsiteY234" fmla="*/ 2105324 h 2237474"/>
              <a:gd name="connsiteX235" fmla="*/ 88109 w 12192000"/>
              <a:gd name="connsiteY235" fmla="*/ 2106704 h 2237474"/>
              <a:gd name="connsiteX236" fmla="*/ 80022 w 12192000"/>
              <a:gd name="connsiteY236" fmla="*/ 2107254 h 2237474"/>
              <a:gd name="connsiteX237" fmla="*/ 79717 w 12192000"/>
              <a:gd name="connsiteY237" fmla="*/ 2107046 h 2237474"/>
              <a:gd name="connsiteX238" fmla="*/ 72352 w 12192000"/>
              <a:gd name="connsiteY238" fmla="*/ 2107991 h 2237474"/>
              <a:gd name="connsiteX239" fmla="*/ 37645 w 12192000"/>
              <a:gd name="connsiteY239" fmla="*/ 2115401 h 2237474"/>
              <a:gd name="connsiteX240" fmla="*/ 4572 w 12192000"/>
              <a:gd name="connsiteY240" fmla="*/ 2111091 h 2237474"/>
              <a:gd name="connsiteX241" fmla="*/ 0 w 12192000"/>
              <a:gd name="connsiteY241" fmla="*/ 2110468 h 2237474"/>
              <a:gd name="connsiteX242" fmla="*/ 0 w 12192000"/>
              <a:gd name="connsiteY2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306907 w 12192000"/>
              <a:gd name="connsiteY140" fmla="*/ 1841641 h 2237474"/>
              <a:gd name="connsiteX141" fmla="*/ 4290981 w 12192000"/>
              <a:gd name="connsiteY141" fmla="*/ 1839677 h 2237474"/>
              <a:gd name="connsiteX142" fmla="*/ 4285792 w 12192000"/>
              <a:gd name="connsiteY142" fmla="*/ 1836231 h 2237474"/>
              <a:gd name="connsiteX143" fmla="*/ 4238372 w 12192000"/>
              <a:gd name="connsiteY143" fmla="*/ 1851480 h 2237474"/>
              <a:gd name="connsiteX144" fmla="*/ 4232517 w 12192000"/>
              <a:gd name="connsiteY144" fmla="*/ 1852567 h 2237474"/>
              <a:gd name="connsiteX145" fmla="*/ 4191732 w 12192000"/>
              <a:gd name="connsiteY145" fmla="*/ 1857328 h 2237474"/>
              <a:gd name="connsiteX146" fmla="*/ 4065532 w 12192000"/>
              <a:gd name="connsiteY146" fmla="*/ 1855477 h 2237474"/>
              <a:gd name="connsiteX147" fmla="*/ 4028460 w 12192000"/>
              <a:gd name="connsiteY147" fmla="*/ 1855137 h 2237474"/>
              <a:gd name="connsiteX148" fmla="*/ 4002267 w 12192000"/>
              <a:gd name="connsiteY148" fmla="*/ 1852352 h 2237474"/>
              <a:gd name="connsiteX149" fmla="*/ 3931396 w 12192000"/>
              <a:gd name="connsiteY149" fmla="*/ 1858915 h 2237474"/>
              <a:gd name="connsiteX150" fmla="*/ 3812162 w 12192000"/>
              <a:gd name="connsiteY150" fmla="*/ 1875501 h 2237474"/>
              <a:gd name="connsiteX151" fmla="*/ 3767672 w 12192000"/>
              <a:gd name="connsiteY151" fmla="*/ 1874600 h 2237474"/>
              <a:gd name="connsiteX152" fmla="*/ 3764741 w 12192000"/>
              <a:gd name="connsiteY152" fmla="*/ 1869433 h 2237474"/>
              <a:gd name="connsiteX153" fmla="*/ 3751332 w 12192000"/>
              <a:gd name="connsiteY153" fmla="*/ 1869854 h 2237474"/>
              <a:gd name="connsiteX154" fmla="*/ 3748155 w 12192000"/>
              <a:gd name="connsiteY154" fmla="*/ 1868903 h 2237474"/>
              <a:gd name="connsiteX155" fmla="*/ 3729530 w 12192000"/>
              <a:gd name="connsiteY155" fmla="*/ 1864513 h 2237474"/>
              <a:gd name="connsiteX156" fmla="*/ 3680177 w 12192000"/>
              <a:gd name="connsiteY156" fmla="*/ 1881552 h 2237474"/>
              <a:gd name="connsiteX157" fmla="*/ 3567259 w 12192000"/>
              <a:gd name="connsiteY157" fmla="*/ 1893482 h 2237474"/>
              <a:gd name="connsiteX158" fmla="*/ 3405770 w 12192000"/>
              <a:gd name="connsiteY158" fmla="*/ 1904591 h 2237474"/>
              <a:gd name="connsiteX159" fmla="*/ 3280097 w 12192000"/>
              <a:gd name="connsiteY159" fmla="*/ 1919610 h 2237474"/>
              <a:gd name="connsiteX160" fmla="*/ 3123424 w 12192000"/>
              <a:gd name="connsiteY160" fmla="*/ 1952930 h 2237474"/>
              <a:gd name="connsiteX161" fmla="*/ 3009910 w 12192000"/>
              <a:gd name="connsiteY161" fmla="*/ 1957866 h 2237474"/>
              <a:gd name="connsiteX162" fmla="*/ 2995934 w 12192000"/>
              <a:gd name="connsiteY162" fmla="*/ 1967085 h 2237474"/>
              <a:gd name="connsiteX163" fmla="*/ 2980071 w 12192000"/>
              <a:gd name="connsiteY163" fmla="*/ 1972988 h 2237474"/>
              <a:gd name="connsiteX164" fmla="*/ 2978094 w 12192000"/>
              <a:gd name="connsiteY164" fmla="*/ 1972369 h 2237474"/>
              <a:gd name="connsiteX165" fmla="*/ 2942858 w 12192000"/>
              <a:gd name="connsiteY165" fmla="*/ 1981367 h 2237474"/>
              <a:gd name="connsiteX166" fmla="*/ 2875436 w 12192000"/>
              <a:gd name="connsiteY166" fmla="*/ 1996977 h 2237474"/>
              <a:gd name="connsiteX167" fmla="*/ 2874892 w 12192000"/>
              <a:gd name="connsiteY167" fmla="*/ 1996085 h 2237474"/>
              <a:gd name="connsiteX168" fmla="*/ 2864145 w 12192000"/>
              <a:gd name="connsiteY168" fmla="*/ 1994061 h 2237474"/>
              <a:gd name="connsiteX169" fmla="*/ 2843662 w 12192000"/>
              <a:gd name="connsiteY169" fmla="*/ 1992498 h 2237474"/>
              <a:gd name="connsiteX170" fmla="*/ 2796128 w 12192000"/>
              <a:gd name="connsiteY170" fmla="*/ 1976403 h 2237474"/>
              <a:gd name="connsiteX171" fmla="*/ 2756784 w 12192000"/>
              <a:gd name="connsiteY171" fmla="*/ 1985116 h 2237474"/>
              <a:gd name="connsiteX172" fmla="*/ 2748833 w 12192000"/>
              <a:gd name="connsiteY172" fmla="*/ 1986323 h 2237474"/>
              <a:gd name="connsiteX173" fmla="*/ 2748661 w 12192000"/>
              <a:gd name="connsiteY173" fmla="*/ 1986122 h 2237474"/>
              <a:gd name="connsiteX174" fmla="*/ 2740251 w 12192000"/>
              <a:gd name="connsiteY174" fmla="*/ 1986946 h 2237474"/>
              <a:gd name="connsiteX175" fmla="*/ 2718916 w 12192000"/>
              <a:gd name="connsiteY175" fmla="*/ 1990867 h 2237474"/>
              <a:gd name="connsiteX176" fmla="*/ 2713522 w 12192000"/>
              <a:gd name="connsiteY176" fmla="*/ 1990173 h 2237474"/>
              <a:gd name="connsiteX177" fmla="*/ 2680597 w 12192000"/>
              <a:gd name="connsiteY177" fmla="*/ 1984996 h 2237474"/>
              <a:gd name="connsiteX178" fmla="*/ 2578178 w 12192000"/>
              <a:gd name="connsiteY178" fmla="*/ 1990531 h 2237474"/>
              <a:gd name="connsiteX179" fmla="*/ 2476147 w 12192000"/>
              <a:gd name="connsiteY179" fmla="*/ 1998305 h 2237474"/>
              <a:gd name="connsiteX180" fmla="*/ 2373568 w 12192000"/>
              <a:gd name="connsiteY180" fmla="*/ 2003219 h 2237474"/>
              <a:gd name="connsiteX181" fmla="*/ 2321399 w 12192000"/>
              <a:gd name="connsiteY181" fmla="*/ 1989467 h 2237474"/>
              <a:gd name="connsiteX182" fmla="*/ 2315525 w 12192000"/>
              <a:gd name="connsiteY182" fmla="*/ 1989708 h 2237474"/>
              <a:gd name="connsiteX183" fmla="*/ 2300792 w 12192000"/>
              <a:gd name="connsiteY183" fmla="*/ 1994290 h 2237474"/>
              <a:gd name="connsiteX184" fmla="*/ 2295469 w 12192000"/>
              <a:gd name="connsiteY184" fmla="*/ 1996659 h 2237474"/>
              <a:gd name="connsiteX185" fmla="*/ 2287219 w 12192000"/>
              <a:gd name="connsiteY185" fmla="*/ 1998750 h 2237474"/>
              <a:gd name="connsiteX186" fmla="*/ 2286948 w 12192000"/>
              <a:gd name="connsiteY186" fmla="*/ 1998596 h 2237474"/>
              <a:gd name="connsiteX187" fmla="*/ 2243069 w 12192000"/>
              <a:gd name="connsiteY187" fmla="*/ 2015111 h 2237474"/>
              <a:gd name="connsiteX188" fmla="*/ 2186609 w 12192000"/>
              <a:gd name="connsiteY188" fmla="*/ 2008263 h 2237474"/>
              <a:gd name="connsiteX189" fmla="*/ 2164831 w 12192000"/>
              <a:gd name="connsiteY189" fmla="*/ 2010143 h 2237474"/>
              <a:gd name="connsiteX190" fmla="*/ 2152836 w 12192000"/>
              <a:gd name="connsiteY190" fmla="*/ 2010048 h 2237474"/>
              <a:gd name="connsiteX191" fmla="*/ 2117102 w 12192000"/>
              <a:gd name="connsiteY191" fmla="*/ 2023004 h 2237474"/>
              <a:gd name="connsiteX192" fmla="*/ 2111935 w 12192000"/>
              <a:gd name="connsiteY192" fmla="*/ 2023163 h 2237474"/>
              <a:gd name="connsiteX193" fmla="*/ 2089991 w 12192000"/>
              <a:gd name="connsiteY193" fmla="*/ 2034193 h 2237474"/>
              <a:gd name="connsiteX194" fmla="*/ 2058061 w 12192000"/>
              <a:gd name="connsiteY194" fmla="*/ 2047942 h 2237474"/>
              <a:gd name="connsiteX195" fmla="*/ 2055737 w 12192000"/>
              <a:gd name="connsiteY195" fmla="*/ 2047704 h 2237474"/>
              <a:gd name="connsiteX196" fmla="*/ 2042244 w 12192000"/>
              <a:gd name="connsiteY196" fmla="*/ 2055560 h 2237474"/>
              <a:gd name="connsiteX197" fmla="*/ 1976224 w 12192000"/>
              <a:gd name="connsiteY197" fmla="*/ 2074257 h 2237474"/>
              <a:gd name="connsiteX198" fmla="*/ 1877728 w 12192000"/>
              <a:gd name="connsiteY198" fmla="*/ 2101004 h 2237474"/>
              <a:gd name="connsiteX199" fmla="*/ 1759056 w 12192000"/>
              <a:gd name="connsiteY199" fmla="*/ 2125608 h 2237474"/>
              <a:gd name="connsiteX200" fmla="*/ 1637948 w 12192000"/>
              <a:gd name="connsiteY200" fmla="*/ 2172597 h 2237474"/>
              <a:gd name="connsiteX201" fmla="*/ 1434549 w 12192000"/>
              <a:gd name="connsiteY201" fmla="*/ 2234522 h 2237474"/>
              <a:gd name="connsiteX202" fmla="*/ 1398481 w 12192000"/>
              <a:gd name="connsiteY202" fmla="*/ 2237074 h 2237474"/>
              <a:gd name="connsiteX203" fmla="*/ 1398407 w 12192000"/>
              <a:gd name="connsiteY203" fmla="*/ 2237095 h 2237474"/>
              <a:gd name="connsiteX204" fmla="*/ 1370962 w 12192000"/>
              <a:gd name="connsiteY204" fmla="*/ 2237474 h 2237474"/>
              <a:gd name="connsiteX205" fmla="*/ 1356367 w 12192000"/>
              <a:gd name="connsiteY205" fmla="*/ 2235089 h 2237474"/>
              <a:gd name="connsiteX206" fmla="*/ 1324828 w 12192000"/>
              <a:gd name="connsiteY206" fmla="*/ 2231968 h 2237474"/>
              <a:gd name="connsiteX207" fmla="*/ 1297744 w 12192000"/>
              <a:gd name="connsiteY207" fmla="*/ 2235849 h 2237474"/>
              <a:gd name="connsiteX208" fmla="*/ 1286236 w 12192000"/>
              <a:gd name="connsiteY208" fmla="*/ 2233135 h 2237474"/>
              <a:gd name="connsiteX209" fmla="*/ 1283504 w 12192000"/>
              <a:gd name="connsiteY209" fmla="*/ 2233797 h 2237474"/>
              <a:gd name="connsiteX210" fmla="*/ 1279765 w 12192000"/>
              <a:gd name="connsiteY210" fmla="*/ 2229639 h 2237474"/>
              <a:gd name="connsiteX211" fmla="*/ 1195347 w 12192000"/>
              <a:gd name="connsiteY211" fmla="*/ 2212354 h 2237474"/>
              <a:gd name="connsiteX212" fmla="*/ 970251 w 12192000"/>
              <a:gd name="connsiteY212" fmla="*/ 2221029 h 2237474"/>
              <a:gd name="connsiteX213" fmla="*/ 812914 w 12192000"/>
              <a:gd name="connsiteY213" fmla="*/ 2202752 h 2237474"/>
              <a:gd name="connsiteX214" fmla="*/ 800195 w 12192000"/>
              <a:gd name="connsiteY214" fmla="*/ 2209407 h 2237474"/>
              <a:gd name="connsiteX215" fmla="*/ 784978 w 12192000"/>
              <a:gd name="connsiteY215" fmla="*/ 2212360 h 2237474"/>
              <a:gd name="connsiteX216" fmla="*/ 681987 w 12192000"/>
              <a:gd name="connsiteY216" fmla="*/ 2216757 h 2237474"/>
              <a:gd name="connsiteX217" fmla="*/ 669923 w 12192000"/>
              <a:gd name="connsiteY217" fmla="*/ 2211682 h 2237474"/>
              <a:gd name="connsiteX218" fmla="*/ 648680 w 12192000"/>
              <a:gd name="connsiteY218" fmla="*/ 2206229 h 2237474"/>
              <a:gd name="connsiteX219" fmla="*/ 597225 w 12192000"/>
              <a:gd name="connsiteY219" fmla="*/ 2180999 h 2237474"/>
              <a:gd name="connsiteX220" fmla="*/ 558449 w 12192000"/>
              <a:gd name="connsiteY220" fmla="*/ 2182346 h 2237474"/>
              <a:gd name="connsiteX221" fmla="*/ 550517 w 12192000"/>
              <a:gd name="connsiteY221" fmla="*/ 2182060 h 2237474"/>
              <a:gd name="connsiteX222" fmla="*/ 550309 w 12192000"/>
              <a:gd name="connsiteY222" fmla="*/ 2181825 h 2237474"/>
              <a:gd name="connsiteX223" fmla="*/ 541836 w 12192000"/>
              <a:gd name="connsiteY223" fmla="*/ 2181063 h 2237474"/>
              <a:gd name="connsiteX224" fmla="*/ 536057 w 12192000"/>
              <a:gd name="connsiteY224" fmla="*/ 2181537 h 2237474"/>
              <a:gd name="connsiteX225" fmla="*/ 520671 w 12192000"/>
              <a:gd name="connsiteY225" fmla="*/ 2180980 h 2237474"/>
              <a:gd name="connsiteX226" fmla="*/ 515024 w 12192000"/>
              <a:gd name="connsiteY226" fmla="*/ 2179258 h 2237474"/>
              <a:gd name="connsiteX227" fmla="*/ 512278 w 12192000"/>
              <a:gd name="connsiteY227" fmla="*/ 2176369 h 2237474"/>
              <a:gd name="connsiteX228" fmla="*/ 480419 w 12192000"/>
              <a:gd name="connsiteY228" fmla="*/ 2167807 h 2237474"/>
              <a:gd name="connsiteX229" fmla="*/ 413835 w 12192000"/>
              <a:gd name="connsiteY229" fmla="*/ 2156783 h 2237474"/>
              <a:gd name="connsiteX230" fmla="*/ 376513 w 12192000"/>
              <a:gd name="connsiteY230" fmla="*/ 2154014 h 2237474"/>
              <a:gd name="connsiteX231" fmla="*/ 273386 w 12192000"/>
              <a:gd name="connsiteY231" fmla="*/ 2142551 h 2237474"/>
              <a:gd name="connsiteX232" fmla="*/ 169207 w 12192000"/>
              <a:gd name="connsiteY232" fmla="*/ 2128100 h 2237474"/>
              <a:gd name="connsiteX233" fmla="*/ 93149 w 12192000"/>
              <a:gd name="connsiteY233" fmla="*/ 2105324 h 2237474"/>
              <a:gd name="connsiteX234" fmla="*/ 88109 w 12192000"/>
              <a:gd name="connsiteY234" fmla="*/ 2106704 h 2237474"/>
              <a:gd name="connsiteX235" fmla="*/ 80022 w 12192000"/>
              <a:gd name="connsiteY235" fmla="*/ 2107254 h 2237474"/>
              <a:gd name="connsiteX236" fmla="*/ 79717 w 12192000"/>
              <a:gd name="connsiteY236" fmla="*/ 2107046 h 2237474"/>
              <a:gd name="connsiteX237" fmla="*/ 72352 w 12192000"/>
              <a:gd name="connsiteY237" fmla="*/ 2107991 h 2237474"/>
              <a:gd name="connsiteX238" fmla="*/ 37645 w 12192000"/>
              <a:gd name="connsiteY238" fmla="*/ 2115401 h 2237474"/>
              <a:gd name="connsiteX239" fmla="*/ 4572 w 12192000"/>
              <a:gd name="connsiteY239" fmla="*/ 2111091 h 2237474"/>
              <a:gd name="connsiteX240" fmla="*/ 0 w 12192000"/>
              <a:gd name="connsiteY240" fmla="*/ 2110468 h 2237474"/>
              <a:gd name="connsiteX241" fmla="*/ 0 w 12192000"/>
              <a:gd name="connsiteY2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64741 w 12192000"/>
              <a:gd name="connsiteY151" fmla="*/ 1869433 h 2237474"/>
              <a:gd name="connsiteX152" fmla="*/ 3751332 w 12192000"/>
              <a:gd name="connsiteY152" fmla="*/ 1869854 h 2237474"/>
              <a:gd name="connsiteX153" fmla="*/ 3748155 w 12192000"/>
              <a:gd name="connsiteY153" fmla="*/ 1868903 h 2237474"/>
              <a:gd name="connsiteX154" fmla="*/ 3729530 w 12192000"/>
              <a:gd name="connsiteY154" fmla="*/ 1864513 h 2237474"/>
              <a:gd name="connsiteX155" fmla="*/ 3680177 w 12192000"/>
              <a:gd name="connsiteY155" fmla="*/ 1881552 h 2237474"/>
              <a:gd name="connsiteX156" fmla="*/ 3567259 w 12192000"/>
              <a:gd name="connsiteY156" fmla="*/ 1893482 h 2237474"/>
              <a:gd name="connsiteX157" fmla="*/ 3405770 w 12192000"/>
              <a:gd name="connsiteY157" fmla="*/ 1904591 h 2237474"/>
              <a:gd name="connsiteX158" fmla="*/ 3280097 w 12192000"/>
              <a:gd name="connsiteY158" fmla="*/ 1919610 h 2237474"/>
              <a:gd name="connsiteX159" fmla="*/ 3123424 w 12192000"/>
              <a:gd name="connsiteY159" fmla="*/ 1952930 h 2237474"/>
              <a:gd name="connsiteX160" fmla="*/ 3009910 w 12192000"/>
              <a:gd name="connsiteY160" fmla="*/ 1957866 h 2237474"/>
              <a:gd name="connsiteX161" fmla="*/ 2995934 w 12192000"/>
              <a:gd name="connsiteY161" fmla="*/ 1967085 h 2237474"/>
              <a:gd name="connsiteX162" fmla="*/ 2980071 w 12192000"/>
              <a:gd name="connsiteY162" fmla="*/ 1972988 h 2237474"/>
              <a:gd name="connsiteX163" fmla="*/ 2978094 w 12192000"/>
              <a:gd name="connsiteY163" fmla="*/ 1972369 h 2237474"/>
              <a:gd name="connsiteX164" fmla="*/ 2942858 w 12192000"/>
              <a:gd name="connsiteY164" fmla="*/ 1981367 h 2237474"/>
              <a:gd name="connsiteX165" fmla="*/ 2875436 w 12192000"/>
              <a:gd name="connsiteY165" fmla="*/ 1996977 h 2237474"/>
              <a:gd name="connsiteX166" fmla="*/ 2874892 w 12192000"/>
              <a:gd name="connsiteY166" fmla="*/ 1996085 h 2237474"/>
              <a:gd name="connsiteX167" fmla="*/ 2864145 w 12192000"/>
              <a:gd name="connsiteY167" fmla="*/ 1994061 h 2237474"/>
              <a:gd name="connsiteX168" fmla="*/ 2843662 w 12192000"/>
              <a:gd name="connsiteY168" fmla="*/ 1992498 h 2237474"/>
              <a:gd name="connsiteX169" fmla="*/ 2796128 w 12192000"/>
              <a:gd name="connsiteY169" fmla="*/ 1976403 h 2237474"/>
              <a:gd name="connsiteX170" fmla="*/ 2756784 w 12192000"/>
              <a:gd name="connsiteY170" fmla="*/ 1985116 h 2237474"/>
              <a:gd name="connsiteX171" fmla="*/ 2748833 w 12192000"/>
              <a:gd name="connsiteY171" fmla="*/ 1986323 h 2237474"/>
              <a:gd name="connsiteX172" fmla="*/ 2748661 w 12192000"/>
              <a:gd name="connsiteY172" fmla="*/ 1986122 h 2237474"/>
              <a:gd name="connsiteX173" fmla="*/ 2740251 w 12192000"/>
              <a:gd name="connsiteY173" fmla="*/ 1986946 h 2237474"/>
              <a:gd name="connsiteX174" fmla="*/ 2718916 w 12192000"/>
              <a:gd name="connsiteY174" fmla="*/ 1990867 h 2237474"/>
              <a:gd name="connsiteX175" fmla="*/ 2713522 w 12192000"/>
              <a:gd name="connsiteY175" fmla="*/ 1990173 h 2237474"/>
              <a:gd name="connsiteX176" fmla="*/ 2680597 w 12192000"/>
              <a:gd name="connsiteY176" fmla="*/ 1984996 h 2237474"/>
              <a:gd name="connsiteX177" fmla="*/ 2578178 w 12192000"/>
              <a:gd name="connsiteY177" fmla="*/ 1990531 h 2237474"/>
              <a:gd name="connsiteX178" fmla="*/ 2476147 w 12192000"/>
              <a:gd name="connsiteY178" fmla="*/ 1998305 h 2237474"/>
              <a:gd name="connsiteX179" fmla="*/ 2373568 w 12192000"/>
              <a:gd name="connsiteY179" fmla="*/ 2003219 h 2237474"/>
              <a:gd name="connsiteX180" fmla="*/ 2321399 w 12192000"/>
              <a:gd name="connsiteY180" fmla="*/ 1989467 h 2237474"/>
              <a:gd name="connsiteX181" fmla="*/ 2315525 w 12192000"/>
              <a:gd name="connsiteY181" fmla="*/ 1989708 h 2237474"/>
              <a:gd name="connsiteX182" fmla="*/ 2300792 w 12192000"/>
              <a:gd name="connsiteY182" fmla="*/ 1994290 h 2237474"/>
              <a:gd name="connsiteX183" fmla="*/ 2295469 w 12192000"/>
              <a:gd name="connsiteY183" fmla="*/ 1996659 h 2237474"/>
              <a:gd name="connsiteX184" fmla="*/ 2287219 w 12192000"/>
              <a:gd name="connsiteY184" fmla="*/ 1998750 h 2237474"/>
              <a:gd name="connsiteX185" fmla="*/ 2286948 w 12192000"/>
              <a:gd name="connsiteY185" fmla="*/ 1998596 h 2237474"/>
              <a:gd name="connsiteX186" fmla="*/ 2243069 w 12192000"/>
              <a:gd name="connsiteY186" fmla="*/ 2015111 h 2237474"/>
              <a:gd name="connsiteX187" fmla="*/ 2186609 w 12192000"/>
              <a:gd name="connsiteY187" fmla="*/ 2008263 h 2237474"/>
              <a:gd name="connsiteX188" fmla="*/ 2164831 w 12192000"/>
              <a:gd name="connsiteY188" fmla="*/ 2010143 h 2237474"/>
              <a:gd name="connsiteX189" fmla="*/ 2152836 w 12192000"/>
              <a:gd name="connsiteY189" fmla="*/ 2010048 h 2237474"/>
              <a:gd name="connsiteX190" fmla="*/ 2117102 w 12192000"/>
              <a:gd name="connsiteY190" fmla="*/ 2023004 h 2237474"/>
              <a:gd name="connsiteX191" fmla="*/ 2111935 w 12192000"/>
              <a:gd name="connsiteY191" fmla="*/ 2023163 h 2237474"/>
              <a:gd name="connsiteX192" fmla="*/ 2089991 w 12192000"/>
              <a:gd name="connsiteY192" fmla="*/ 2034193 h 2237474"/>
              <a:gd name="connsiteX193" fmla="*/ 2058061 w 12192000"/>
              <a:gd name="connsiteY193" fmla="*/ 2047942 h 2237474"/>
              <a:gd name="connsiteX194" fmla="*/ 2055737 w 12192000"/>
              <a:gd name="connsiteY194" fmla="*/ 2047704 h 2237474"/>
              <a:gd name="connsiteX195" fmla="*/ 2042244 w 12192000"/>
              <a:gd name="connsiteY195" fmla="*/ 2055560 h 2237474"/>
              <a:gd name="connsiteX196" fmla="*/ 1976224 w 12192000"/>
              <a:gd name="connsiteY196" fmla="*/ 2074257 h 2237474"/>
              <a:gd name="connsiteX197" fmla="*/ 1877728 w 12192000"/>
              <a:gd name="connsiteY197" fmla="*/ 2101004 h 2237474"/>
              <a:gd name="connsiteX198" fmla="*/ 1759056 w 12192000"/>
              <a:gd name="connsiteY198" fmla="*/ 2125608 h 2237474"/>
              <a:gd name="connsiteX199" fmla="*/ 1637948 w 12192000"/>
              <a:gd name="connsiteY199" fmla="*/ 2172597 h 2237474"/>
              <a:gd name="connsiteX200" fmla="*/ 1434549 w 12192000"/>
              <a:gd name="connsiteY200" fmla="*/ 2234522 h 2237474"/>
              <a:gd name="connsiteX201" fmla="*/ 1398481 w 12192000"/>
              <a:gd name="connsiteY201" fmla="*/ 2237074 h 2237474"/>
              <a:gd name="connsiteX202" fmla="*/ 1398407 w 12192000"/>
              <a:gd name="connsiteY202" fmla="*/ 2237095 h 2237474"/>
              <a:gd name="connsiteX203" fmla="*/ 1370962 w 12192000"/>
              <a:gd name="connsiteY203" fmla="*/ 2237474 h 2237474"/>
              <a:gd name="connsiteX204" fmla="*/ 1356367 w 12192000"/>
              <a:gd name="connsiteY204" fmla="*/ 2235089 h 2237474"/>
              <a:gd name="connsiteX205" fmla="*/ 1324828 w 12192000"/>
              <a:gd name="connsiteY205" fmla="*/ 2231968 h 2237474"/>
              <a:gd name="connsiteX206" fmla="*/ 1297744 w 12192000"/>
              <a:gd name="connsiteY206" fmla="*/ 2235849 h 2237474"/>
              <a:gd name="connsiteX207" fmla="*/ 1286236 w 12192000"/>
              <a:gd name="connsiteY207" fmla="*/ 2233135 h 2237474"/>
              <a:gd name="connsiteX208" fmla="*/ 1283504 w 12192000"/>
              <a:gd name="connsiteY208" fmla="*/ 2233797 h 2237474"/>
              <a:gd name="connsiteX209" fmla="*/ 1279765 w 12192000"/>
              <a:gd name="connsiteY209" fmla="*/ 2229639 h 2237474"/>
              <a:gd name="connsiteX210" fmla="*/ 1195347 w 12192000"/>
              <a:gd name="connsiteY210" fmla="*/ 2212354 h 2237474"/>
              <a:gd name="connsiteX211" fmla="*/ 970251 w 12192000"/>
              <a:gd name="connsiteY211" fmla="*/ 2221029 h 2237474"/>
              <a:gd name="connsiteX212" fmla="*/ 812914 w 12192000"/>
              <a:gd name="connsiteY212" fmla="*/ 2202752 h 2237474"/>
              <a:gd name="connsiteX213" fmla="*/ 800195 w 12192000"/>
              <a:gd name="connsiteY213" fmla="*/ 2209407 h 2237474"/>
              <a:gd name="connsiteX214" fmla="*/ 784978 w 12192000"/>
              <a:gd name="connsiteY214" fmla="*/ 2212360 h 2237474"/>
              <a:gd name="connsiteX215" fmla="*/ 681987 w 12192000"/>
              <a:gd name="connsiteY215" fmla="*/ 2216757 h 2237474"/>
              <a:gd name="connsiteX216" fmla="*/ 669923 w 12192000"/>
              <a:gd name="connsiteY216" fmla="*/ 2211682 h 2237474"/>
              <a:gd name="connsiteX217" fmla="*/ 648680 w 12192000"/>
              <a:gd name="connsiteY217" fmla="*/ 2206229 h 2237474"/>
              <a:gd name="connsiteX218" fmla="*/ 597225 w 12192000"/>
              <a:gd name="connsiteY218" fmla="*/ 2180999 h 2237474"/>
              <a:gd name="connsiteX219" fmla="*/ 558449 w 12192000"/>
              <a:gd name="connsiteY219" fmla="*/ 2182346 h 2237474"/>
              <a:gd name="connsiteX220" fmla="*/ 550517 w 12192000"/>
              <a:gd name="connsiteY220" fmla="*/ 2182060 h 2237474"/>
              <a:gd name="connsiteX221" fmla="*/ 550309 w 12192000"/>
              <a:gd name="connsiteY221" fmla="*/ 2181825 h 2237474"/>
              <a:gd name="connsiteX222" fmla="*/ 541836 w 12192000"/>
              <a:gd name="connsiteY222" fmla="*/ 2181063 h 2237474"/>
              <a:gd name="connsiteX223" fmla="*/ 536057 w 12192000"/>
              <a:gd name="connsiteY223" fmla="*/ 2181537 h 2237474"/>
              <a:gd name="connsiteX224" fmla="*/ 520671 w 12192000"/>
              <a:gd name="connsiteY224" fmla="*/ 2180980 h 2237474"/>
              <a:gd name="connsiteX225" fmla="*/ 515024 w 12192000"/>
              <a:gd name="connsiteY225" fmla="*/ 2179258 h 2237474"/>
              <a:gd name="connsiteX226" fmla="*/ 512278 w 12192000"/>
              <a:gd name="connsiteY226" fmla="*/ 2176369 h 2237474"/>
              <a:gd name="connsiteX227" fmla="*/ 480419 w 12192000"/>
              <a:gd name="connsiteY227" fmla="*/ 2167807 h 2237474"/>
              <a:gd name="connsiteX228" fmla="*/ 413835 w 12192000"/>
              <a:gd name="connsiteY228" fmla="*/ 2156783 h 2237474"/>
              <a:gd name="connsiteX229" fmla="*/ 376513 w 12192000"/>
              <a:gd name="connsiteY229" fmla="*/ 2154014 h 2237474"/>
              <a:gd name="connsiteX230" fmla="*/ 273386 w 12192000"/>
              <a:gd name="connsiteY230" fmla="*/ 2142551 h 2237474"/>
              <a:gd name="connsiteX231" fmla="*/ 169207 w 12192000"/>
              <a:gd name="connsiteY231" fmla="*/ 2128100 h 2237474"/>
              <a:gd name="connsiteX232" fmla="*/ 93149 w 12192000"/>
              <a:gd name="connsiteY232" fmla="*/ 2105324 h 2237474"/>
              <a:gd name="connsiteX233" fmla="*/ 88109 w 12192000"/>
              <a:gd name="connsiteY233" fmla="*/ 2106704 h 2237474"/>
              <a:gd name="connsiteX234" fmla="*/ 80022 w 12192000"/>
              <a:gd name="connsiteY234" fmla="*/ 2107254 h 2237474"/>
              <a:gd name="connsiteX235" fmla="*/ 79717 w 12192000"/>
              <a:gd name="connsiteY235" fmla="*/ 2107046 h 2237474"/>
              <a:gd name="connsiteX236" fmla="*/ 72352 w 12192000"/>
              <a:gd name="connsiteY236" fmla="*/ 2107991 h 2237474"/>
              <a:gd name="connsiteX237" fmla="*/ 37645 w 12192000"/>
              <a:gd name="connsiteY237" fmla="*/ 2115401 h 2237474"/>
              <a:gd name="connsiteX238" fmla="*/ 4572 w 12192000"/>
              <a:gd name="connsiteY238" fmla="*/ 2111091 h 2237474"/>
              <a:gd name="connsiteX239" fmla="*/ 0 w 12192000"/>
              <a:gd name="connsiteY239" fmla="*/ 2110468 h 2237474"/>
              <a:gd name="connsiteX240" fmla="*/ 0 w 12192000"/>
              <a:gd name="connsiteY2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51332 w 12192000"/>
              <a:gd name="connsiteY151" fmla="*/ 1869854 h 2237474"/>
              <a:gd name="connsiteX152" fmla="*/ 3748155 w 12192000"/>
              <a:gd name="connsiteY152" fmla="*/ 1868903 h 2237474"/>
              <a:gd name="connsiteX153" fmla="*/ 3729530 w 12192000"/>
              <a:gd name="connsiteY153" fmla="*/ 1864513 h 2237474"/>
              <a:gd name="connsiteX154" fmla="*/ 3680177 w 12192000"/>
              <a:gd name="connsiteY154" fmla="*/ 1881552 h 2237474"/>
              <a:gd name="connsiteX155" fmla="*/ 3567259 w 12192000"/>
              <a:gd name="connsiteY155" fmla="*/ 1893482 h 2237474"/>
              <a:gd name="connsiteX156" fmla="*/ 3405770 w 12192000"/>
              <a:gd name="connsiteY156" fmla="*/ 1904591 h 2237474"/>
              <a:gd name="connsiteX157" fmla="*/ 3280097 w 12192000"/>
              <a:gd name="connsiteY157" fmla="*/ 1919610 h 2237474"/>
              <a:gd name="connsiteX158" fmla="*/ 3123424 w 12192000"/>
              <a:gd name="connsiteY158" fmla="*/ 1952930 h 2237474"/>
              <a:gd name="connsiteX159" fmla="*/ 3009910 w 12192000"/>
              <a:gd name="connsiteY159" fmla="*/ 1957866 h 2237474"/>
              <a:gd name="connsiteX160" fmla="*/ 2995934 w 12192000"/>
              <a:gd name="connsiteY160" fmla="*/ 1967085 h 2237474"/>
              <a:gd name="connsiteX161" fmla="*/ 2980071 w 12192000"/>
              <a:gd name="connsiteY161" fmla="*/ 1972988 h 2237474"/>
              <a:gd name="connsiteX162" fmla="*/ 2978094 w 12192000"/>
              <a:gd name="connsiteY162" fmla="*/ 1972369 h 2237474"/>
              <a:gd name="connsiteX163" fmla="*/ 2942858 w 12192000"/>
              <a:gd name="connsiteY163" fmla="*/ 1981367 h 2237474"/>
              <a:gd name="connsiteX164" fmla="*/ 2875436 w 12192000"/>
              <a:gd name="connsiteY164" fmla="*/ 1996977 h 2237474"/>
              <a:gd name="connsiteX165" fmla="*/ 2874892 w 12192000"/>
              <a:gd name="connsiteY165" fmla="*/ 1996085 h 2237474"/>
              <a:gd name="connsiteX166" fmla="*/ 2864145 w 12192000"/>
              <a:gd name="connsiteY166" fmla="*/ 1994061 h 2237474"/>
              <a:gd name="connsiteX167" fmla="*/ 2843662 w 12192000"/>
              <a:gd name="connsiteY167" fmla="*/ 1992498 h 2237474"/>
              <a:gd name="connsiteX168" fmla="*/ 2796128 w 12192000"/>
              <a:gd name="connsiteY168" fmla="*/ 1976403 h 2237474"/>
              <a:gd name="connsiteX169" fmla="*/ 2756784 w 12192000"/>
              <a:gd name="connsiteY169" fmla="*/ 1985116 h 2237474"/>
              <a:gd name="connsiteX170" fmla="*/ 2748833 w 12192000"/>
              <a:gd name="connsiteY170" fmla="*/ 1986323 h 2237474"/>
              <a:gd name="connsiteX171" fmla="*/ 2748661 w 12192000"/>
              <a:gd name="connsiteY171" fmla="*/ 1986122 h 2237474"/>
              <a:gd name="connsiteX172" fmla="*/ 2740251 w 12192000"/>
              <a:gd name="connsiteY172" fmla="*/ 1986946 h 2237474"/>
              <a:gd name="connsiteX173" fmla="*/ 2718916 w 12192000"/>
              <a:gd name="connsiteY173" fmla="*/ 1990867 h 2237474"/>
              <a:gd name="connsiteX174" fmla="*/ 2713522 w 12192000"/>
              <a:gd name="connsiteY174" fmla="*/ 1990173 h 2237474"/>
              <a:gd name="connsiteX175" fmla="*/ 2680597 w 12192000"/>
              <a:gd name="connsiteY175" fmla="*/ 1984996 h 2237474"/>
              <a:gd name="connsiteX176" fmla="*/ 2578178 w 12192000"/>
              <a:gd name="connsiteY176" fmla="*/ 1990531 h 2237474"/>
              <a:gd name="connsiteX177" fmla="*/ 2476147 w 12192000"/>
              <a:gd name="connsiteY177" fmla="*/ 1998305 h 2237474"/>
              <a:gd name="connsiteX178" fmla="*/ 2373568 w 12192000"/>
              <a:gd name="connsiteY178" fmla="*/ 2003219 h 2237474"/>
              <a:gd name="connsiteX179" fmla="*/ 2321399 w 12192000"/>
              <a:gd name="connsiteY179" fmla="*/ 1989467 h 2237474"/>
              <a:gd name="connsiteX180" fmla="*/ 2315525 w 12192000"/>
              <a:gd name="connsiteY180" fmla="*/ 1989708 h 2237474"/>
              <a:gd name="connsiteX181" fmla="*/ 2300792 w 12192000"/>
              <a:gd name="connsiteY181" fmla="*/ 1994290 h 2237474"/>
              <a:gd name="connsiteX182" fmla="*/ 2295469 w 12192000"/>
              <a:gd name="connsiteY182" fmla="*/ 1996659 h 2237474"/>
              <a:gd name="connsiteX183" fmla="*/ 2287219 w 12192000"/>
              <a:gd name="connsiteY183" fmla="*/ 1998750 h 2237474"/>
              <a:gd name="connsiteX184" fmla="*/ 2286948 w 12192000"/>
              <a:gd name="connsiteY184" fmla="*/ 1998596 h 2237474"/>
              <a:gd name="connsiteX185" fmla="*/ 2243069 w 12192000"/>
              <a:gd name="connsiteY185" fmla="*/ 2015111 h 2237474"/>
              <a:gd name="connsiteX186" fmla="*/ 2186609 w 12192000"/>
              <a:gd name="connsiteY186" fmla="*/ 2008263 h 2237474"/>
              <a:gd name="connsiteX187" fmla="*/ 2164831 w 12192000"/>
              <a:gd name="connsiteY187" fmla="*/ 2010143 h 2237474"/>
              <a:gd name="connsiteX188" fmla="*/ 2152836 w 12192000"/>
              <a:gd name="connsiteY188" fmla="*/ 2010048 h 2237474"/>
              <a:gd name="connsiteX189" fmla="*/ 2117102 w 12192000"/>
              <a:gd name="connsiteY189" fmla="*/ 2023004 h 2237474"/>
              <a:gd name="connsiteX190" fmla="*/ 2111935 w 12192000"/>
              <a:gd name="connsiteY190" fmla="*/ 2023163 h 2237474"/>
              <a:gd name="connsiteX191" fmla="*/ 2089991 w 12192000"/>
              <a:gd name="connsiteY191" fmla="*/ 2034193 h 2237474"/>
              <a:gd name="connsiteX192" fmla="*/ 2058061 w 12192000"/>
              <a:gd name="connsiteY192" fmla="*/ 2047942 h 2237474"/>
              <a:gd name="connsiteX193" fmla="*/ 2055737 w 12192000"/>
              <a:gd name="connsiteY193" fmla="*/ 2047704 h 2237474"/>
              <a:gd name="connsiteX194" fmla="*/ 2042244 w 12192000"/>
              <a:gd name="connsiteY194" fmla="*/ 2055560 h 2237474"/>
              <a:gd name="connsiteX195" fmla="*/ 1976224 w 12192000"/>
              <a:gd name="connsiteY195" fmla="*/ 2074257 h 2237474"/>
              <a:gd name="connsiteX196" fmla="*/ 1877728 w 12192000"/>
              <a:gd name="connsiteY196" fmla="*/ 2101004 h 2237474"/>
              <a:gd name="connsiteX197" fmla="*/ 1759056 w 12192000"/>
              <a:gd name="connsiteY197" fmla="*/ 2125608 h 2237474"/>
              <a:gd name="connsiteX198" fmla="*/ 1637948 w 12192000"/>
              <a:gd name="connsiteY198" fmla="*/ 2172597 h 2237474"/>
              <a:gd name="connsiteX199" fmla="*/ 1434549 w 12192000"/>
              <a:gd name="connsiteY199" fmla="*/ 2234522 h 2237474"/>
              <a:gd name="connsiteX200" fmla="*/ 1398481 w 12192000"/>
              <a:gd name="connsiteY200" fmla="*/ 2237074 h 2237474"/>
              <a:gd name="connsiteX201" fmla="*/ 1398407 w 12192000"/>
              <a:gd name="connsiteY201" fmla="*/ 2237095 h 2237474"/>
              <a:gd name="connsiteX202" fmla="*/ 1370962 w 12192000"/>
              <a:gd name="connsiteY202" fmla="*/ 2237474 h 2237474"/>
              <a:gd name="connsiteX203" fmla="*/ 1356367 w 12192000"/>
              <a:gd name="connsiteY203" fmla="*/ 2235089 h 2237474"/>
              <a:gd name="connsiteX204" fmla="*/ 1324828 w 12192000"/>
              <a:gd name="connsiteY204" fmla="*/ 2231968 h 2237474"/>
              <a:gd name="connsiteX205" fmla="*/ 1297744 w 12192000"/>
              <a:gd name="connsiteY205" fmla="*/ 2235849 h 2237474"/>
              <a:gd name="connsiteX206" fmla="*/ 1286236 w 12192000"/>
              <a:gd name="connsiteY206" fmla="*/ 2233135 h 2237474"/>
              <a:gd name="connsiteX207" fmla="*/ 1283504 w 12192000"/>
              <a:gd name="connsiteY207" fmla="*/ 2233797 h 2237474"/>
              <a:gd name="connsiteX208" fmla="*/ 1279765 w 12192000"/>
              <a:gd name="connsiteY208" fmla="*/ 2229639 h 2237474"/>
              <a:gd name="connsiteX209" fmla="*/ 1195347 w 12192000"/>
              <a:gd name="connsiteY209" fmla="*/ 2212354 h 2237474"/>
              <a:gd name="connsiteX210" fmla="*/ 970251 w 12192000"/>
              <a:gd name="connsiteY210" fmla="*/ 2221029 h 2237474"/>
              <a:gd name="connsiteX211" fmla="*/ 812914 w 12192000"/>
              <a:gd name="connsiteY211" fmla="*/ 2202752 h 2237474"/>
              <a:gd name="connsiteX212" fmla="*/ 800195 w 12192000"/>
              <a:gd name="connsiteY212" fmla="*/ 2209407 h 2237474"/>
              <a:gd name="connsiteX213" fmla="*/ 784978 w 12192000"/>
              <a:gd name="connsiteY213" fmla="*/ 2212360 h 2237474"/>
              <a:gd name="connsiteX214" fmla="*/ 681987 w 12192000"/>
              <a:gd name="connsiteY214" fmla="*/ 2216757 h 2237474"/>
              <a:gd name="connsiteX215" fmla="*/ 669923 w 12192000"/>
              <a:gd name="connsiteY215" fmla="*/ 2211682 h 2237474"/>
              <a:gd name="connsiteX216" fmla="*/ 648680 w 12192000"/>
              <a:gd name="connsiteY216" fmla="*/ 2206229 h 2237474"/>
              <a:gd name="connsiteX217" fmla="*/ 597225 w 12192000"/>
              <a:gd name="connsiteY217" fmla="*/ 2180999 h 2237474"/>
              <a:gd name="connsiteX218" fmla="*/ 558449 w 12192000"/>
              <a:gd name="connsiteY218" fmla="*/ 2182346 h 2237474"/>
              <a:gd name="connsiteX219" fmla="*/ 550517 w 12192000"/>
              <a:gd name="connsiteY219" fmla="*/ 2182060 h 2237474"/>
              <a:gd name="connsiteX220" fmla="*/ 550309 w 12192000"/>
              <a:gd name="connsiteY220" fmla="*/ 2181825 h 2237474"/>
              <a:gd name="connsiteX221" fmla="*/ 541836 w 12192000"/>
              <a:gd name="connsiteY221" fmla="*/ 2181063 h 2237474"/>
              <a:gd name="connsiteX222" fmla="*/ 536057 w 12192000"/>
              <a:gd name="connsiteY222" fmla="*/ 2181537 h 2237474"/>
              <a:gd name="connsiteX223" fmla="*/ 520671 w 12192000"/>
              <a:gd name="connsiteY223" fmla="*/ 2180980 h 2237474"/>
              <a:gd name="connsiteX224" fmla="*/ 515024 w 12192000"/>
              <a:gd name="connsiteY224" fmla="*/ 2179258 h 2237474"/>
              <a:gd name="connsiteX225" fmla="*/ 512278 w 12192000"/>
              <a:gd name="connsiteY225" fmla="*/ 2176369 h 2237474"/>
              <a:gd name="connsiteX226" fmla="*/ 480419 w 12192000"/>
              <a:gd name="connsiteY226" fmla="*/ 2167807 h 2237474"/>
              <a:gd name="connsiteX227" fmla="*/ 413835 w 12192000"/>
              <a:gd name="connsiteY227" fmla="*/ 2156783 h 2237474"/>
              <a:gd name="connsiteX228" fmla="*/ 376513 w 12192000"/>
              <a:gd name="connsiteY228" fmla="*/ 2154014 h 2237474"/>
              <a:gd name="connsiteX229" fmla="*/ 273386 w 12192000"/>
              <a:gd name="connsiteY229" fmla="*/ 2142551 h 2237474"/>
              <a:gd name="connsiteX230" fmla="*/ 169207 w 12192000"/>
              <a:gd name="connsiteY230" fmla="*/ 2128100 h 2237474"/>
              <a:gd name="connsiteX231" fmla="*/ 93149 w 12192000"/>
              <a:gd name="connsiteY231" fmla="*/ 2105324 h 2237474"/>
              <a:gd name="connsiteX232" fmla="*/ 88109 w 12192000"/>
              <a:gd name="connsiteY232" fmla="*/ 2106704 h 2237474"/>
              <a:gd name="connsiteX233" fmla="*/ 80022 w 12192000"/>
              <a:gd name="connsiteY233" fmla="*/ 2107254 h 2237474"/>
              <a:gd name="connsiteX234" fmla="*/ 79717 w 12192000"/>
              <a:gd name="connsiteY234" fmla="*/ 2107046 h 2237474"/>
              <a:gd name="connsiteX235" fmla="*/ 72352 w 12192000"/>
              <a:gd name="connsiteY235" fmla="*/ 2107991 h 2237474"/>
              <a:gd name="connsiteX236" fmla="*/ 37645 w 12192000"/>
              <a:gd name="connsiteY236" fmla="*/ 2115401 h 2237474"/>
              <a:gd name="connsiteX237" fmla="*/ 4572 w 12192000"/>
              <a:gd name="connsiteY237" fmla="*/ 2111091 h 2237474"/>
              <a:gd name="connsiteX238" fmla="*/ 0 w 12192000"/>
              <a:gd name="connsiteY238" fmla="*/ 2110468 h 2237474"/>
              <a:gd name="connsiteX239" fmla="*/ 0 w 12192000"/>
              <a:gd name="connsiteY23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51332 w 12192000"/>
              <a:gd name="connsiteY151" fmla="*/ 1869854 h 2237474"/>
              <a:gd name="connsiteX152" fmla="*/ 3729530 w 12192000"/>
              <a:gd name="connsiteY152" fmla="*/ 1864513 h 2237474"/>
              <a:gd name="connsiteX153" fmla="*/ 3680177 w 12192000"/>
              <a:gd name="connsiteY153" fmla="*/ 1881552 h 2237474"/>
              <a:gd name="connsiteX154" fmla="*/ 3567259 w 12192000"/>
              <a:gd name="connsiteY154" fmla="*/ 1893482 h 2237474"/>
              <a:gd name="connsiteX155" fmla="*/ 3405770 w 12192000"/>
              <a:gd name="connsiteY155" fmla="*/ 1904591 h 2237474"/>
              <a:gd name="connsiteX156" fmla="*/ 3280097 w 12192000"/>
              <a:gd name="connsiteY156" fmla="*/ 1919610 h 2237474"/>
              <a:gd name="connsiteX157" fmla="*/ 3123424 w 12192000"/>
              <a:gd name="connsiteY157" fmla="*/ 1952930 h 2237474"/>
              <a:gd name="connsiteX158" fmla="*/ 3009910 w 12192000"/>
              <a:gd name="connsiteY158" fmla="*/ 1957866 h 2237474"/>
              <a:gd name="connsiteX159" fmla="*/ 2995934 w 12192000"/>
              <a:gd name="connsiteY159" fmla="*/ 1967085 h 2237474"/>
              <a:gd name="connsiteX160" fmla="*/ 2980071 w 12192000"/>
              <a:gd name="connsiteY160" fmla="*/ 1972988 h 2237474"/>
              <a:gd name="connsiteX161" fmla="*/ 2978094 w 12192000"/>
              <a:gd name="connsiteY161" fmla="*/ 1972369 h 2237474"/>
              <a:gd name="connsiteX162" fmla="*/ 2942858 w 12192000"/>
              <a:gd name="connsiteY162" fmla="*/ 1981367 h 2237474"/>
              <a:gd name="connsiteX163" fmla="*/ 2875436 w 12192000"/>
              <a:gd name="connsiteY163" fmla="*/ 1996977 h 2237474"/>
              <a:gd name="connsiteX164" fmla="*/ 2874892 w 12192000"/>
              <a:gd name="connsiteY164" fmla="*/ 1996085 h 2237474"/>
              <a:gd name="connsiteX165" fmla="*/ 2864145 w 12192000"/>
              <a:gd name="connsiteY165" fmla="*/ 1994061 h 2237474"/>
              <a:gd name="connsiteX166" fmla="*/ 2843662 w 12192000"/>
              <a:gd name="connsiteY166" fmla="*/ 1992498 h 2237474"/>
              <a:gd name="connsiteX167" fmla="*/ 2796128 w 12192000"/>
              <a:gd name="connsiteY167" fmla="*/ 1976403 h 2237474"/>
              <a:gd name="connsiteX168" fmla="*/ 2756784 w 12192000"/>
              <a:gd name="connsiteY168" fmla="*/ 1985116 h 2237474"/>
              <a:gd name="connsiteX169" fmla="*/ 2748833 w 12192000"/>
              <a:gd name="connsiteY169" fmla="*/ 1986323 h 2237474"/>
              <a:gd name="connsiteX170" fmla="*/ 2748661 w 12192000"/>
              <a:gd name="connsiteY170" fmla="*/ 1986122 h 2237474"/>
              <a:gd name="connsiteX171" fmla="*/ 2740251 w 12192000"/>
              <a:gd name="connsiteY171" fmla="*/ 1986946 h 2237474"/>
              <a:gd name="connsiteX172" fmla="*/ 2718916 w 12192000"/>
              <a:gd name="connsiteY172" fmla="*/ 1990867 h 2237474"/>
              <a:gd name="connsiteX173" fmla="*/ 2713522 w 12192000"/>
              <a:gd name="connsiteY173" fmla="*/ 1990173 h 2237474"/>
              <a:gd name="connsiteX174" fmla="*/ 2680597 w 12192000"/>
              <a:gd name="connsiteY174" fmla="*/ 1984996 h 2237474"/>
              <a:gd name="connsiteX175" fmla="*/ 2578178 w 12192000"/>
              <a:gd name="connsiteY175" fmla="*/ 1990531 h 2237474"/>
              <a:gd name="connsiteX176" fmla="*/ 2476147 w 12192000"/>
              <a:gd name="connsiteY176" fmla="*/ 1998305 h 2237474"/>
              <a:gd name="connsiteX177" fmla="*/ 2373568 w 12192000"/>
              <a:gd name="connsiteY177" fmla="*/ 2003219 h 2237474"/>
              <a:gd name="connsiteX178" fmla="*/ 2321399 w 12192000"/>
              <a:gd name="connsiteY178" fmla="*/ 1989467 h 2237474"/>
              <a:gd name="connsiteX179" fmla="*/ 2315525 w 12192000"/>
              <a:gd name="connsiteY179" fmla="*/ 1989708 h 2237474"/>
              <a:gd name="connsiteX180" fmla="*/ 2300792 w 12192000"/>
              <a:gd name="connsiteY180" fmla="*/ 1994290 h 2237474"/>
              <a:gd name="connsiteX181" fmla="*/ 2295469 w 12192000"/>
              <a:gd name="connsiteY181" fmla="*/ 1996659 h 2237474"/>
              <a:gd name="connsiteX182" fmla="*/ 2287219 w 12192000"/>
              <a:gd name="connsiteY182" fmla="*/ 1998750 h 2237474"/>
              <a:gd name="connsiteX183" fmla="*/ 2286948 w 12192000"/>
              <a:gd name="connsiteY183" fmla="*/ 1998596 h 2237474"/>
              <a:gd name="connsiteX184" fmla="*/ 2243069 w 12192000"/>
              <a:gd name="connsiteY184" fmla="*/ 2015111 h 2237474"/>
              <a:gd name="connsiteX185" fmla="*/ 2186609 w 12192000"/>
              <a:gd name="connsiteY185" fmla="*/ 2008263 h 2237474"/>
              <a:gd name="connsiteX186" fmla="*/ 2164831 w 12192000"/>
              <a:gd name="connsiteY186" fmla="*/ 2010143 h 2237474"/>
              <a:gd name="connsiteX187" fmla="*/ 2152836 w 12192000"/>
              <a:gd name="connsiteY187" fmla="*/ 2010048 h 2237474"/>
              <a:gd name="connsiteX188" fmla="*/ 2117102 w 12192000"/>
              <a:gd name="connsiteY188" fmla="*/ 2023004 h 2237474"/>
              <a:gd name="connsiteX189" fmla="*/ 2111935 w 12192000"/>
              <a:gd name="connsiteY189" fmla="*/ 2023163 h 2237474"/>
              <a:gd name="connsiteX190" fmla="*/ 2089991 w 12192000"/>
              <a:gd name="connsiteY190" fmla="*/ 2034193 h 2237474"/>
              <a:gd name="connsiteX191" fmla="*/ 2058061 w 12192000"/>
              <a:gd name="connsiteY191" fmla="*/ 2047942 h 2237474"/>
              <a:gd name="connsiteX192" fmla="*/ 2055737 w 12192000"/>
              <a:gd name="connsiteY192" fmla="*/ 2047704 h 2237474"/>
              <a:gd name="connsiteX193" fmla="*/ 2042244 w 12192000"/>
              <a:gd name="connsiteY193" fmla="*/ 2055560 h 2237474"/>
              <a:gd name="connsiteX194" fmla="*/ 1976224 w 12192000"/>
              <a:gd name="connsiteY194" fmla="*/ 2074257 h 2237474"/>
              <a:gd name="connsiteX195" fmla="*/ 1877728 w 12192000"/>
              <a:gd name="connsiteY195" fmla="*/ 2101004 h 2237474"/>
              <a:gd name="connsiteX196" fmla="*/ 1759056 w 12192000"/>
              <a:gd name="connsiteY196" fmla="*/ 2125608 h 2237474"/>
              <a:gd name="connsiteX197" fmla="*/ 1637948 w 12192000"/>
              <a:gd name="connsiteY197" fmla="*/ 2172597 h 2237474"/>
              <a:gd name="connsiteX198" fmla="*/ 1434549 w 12192000"/>
              <a:gd name="connsiteY198" fmla="*/ 2234522 h 2237474"/>
              <a:gd name="connsiteX199" fmla="*/ 1398481 w 12192000"/>
              <a:gd name="connsiteY199" fmla="*/ 2237074 h 2237474"/>
              <a:gd name="connsiteX200" fmla="*/ 1398407 w 12192000"/>
              <a:gd name="connsiteY200" fmla="*/ 2237095 h 2237474"/>
              <a:gd name="connsiteX201" fmla="*/ 1370962 w 12192000"/>
              <a:gd name="connsiteY201" fmla="*/ 2237474 h 2237474"/>
              <a:gd name="connsiteX202" fmla="*/ 1356367 w 12192000"/>
              <a:gd name="connsiteY202" fmla="*/ 2235089 h 2237474"/>
              <a:gd name="connsiteX203" fmla="*/ 1324828 w 12192000"/>
              <a:gd name="connsiteY203" fmla="*/ 2231968 h 2237474"/>
              <a:gd name="connsiteX204" fmla="*/ 1297744 w 12192000"/>
              <a:gd name="connsiteY204" fmla="*/ 2235849 h 2237474"/>
              <a:gd name="connsiteX205" fmla="*/ 1286236 w 12192000"/>
              <a:gd name="connsiteY205" fmla="*/ 2233135 h 2237474"/>
              <a:gd name="connsiteX206" fmla="*/ 1283504 w 12192000"/>
              <a:gd name="connsiteY206" fmla="*/ 2233797 h 2237474"/>
              <a:gd name="connsiteX207" fmla="*/ 1279765 w 12192000"/>
              <a:gd name="connsiteY207" fmla="*/ 2229639 h 2237474"/>
              <a:gd name="connsiteX208" fmla="*/ 1195347 w 12192000"/>
              <a:gd name="connsiteY208" fmla="*/ 2212354 h 2237474"/>
              <a:gd name="connsiteX209" fmla="*/ 970251 w 12192000"/>
              <a:gd name="connsiteY209" fmla="*/ 2221029 h 2237474"/>
              <a:gd name="connsiteX210" fmla="*/ 812914 w 12192000"/>
              <a:gd name="connsiteY210" fmla="*/ 2202752 h 2237474"/>
              <a:gd name="connsiteX211" fmla="*/ 800195 w 12192000"/>
              <a:gd name="connsiteY211" fmla="*/ 2209407 h 2237474"/>
              <a:gd name="connsiteX212" fmla="*/ 784978 w 12192000"/>
              <a:gd name="connsiteY212" fmla="*/ 2212360 h 2237474"/>
              <a:gd name="connsiteX213" fmla="*/ 681987 w 12192000"/>
              <a:gd name="connsiteY213" fmla="*/ 2216757 h 2237474"/>
              <a:gd name="connsiteX214" fmla="*/ 669923 w 12192000"/>
              <a:gd name="connsiteY214" fmla="*/ 2211682 h 2237474"/>
              <a:gd name="connsiteX215" fmla="*/ 648680 w 12192000"/>
              <a:gd name="connsiteY215" fmla="*/ 2206229 h 2237474"/>
              <a:gd name="connsiteX216" fmla="*/ 597225 w 12192000"/>
              <a:gd name="connsiteY216" fmla="*/ 2180999 h 2237474"/>
              <a:gd name="connsiteX217" fmla="*/ 558449 w 12192000"/>
              <a:gd name="connsiteY217" fmla="*/ 2182346 h 2237474"/>
              <a:gd name="connsiteX218" fmla="*/ 550517 w 12192000"/>
              <a:gd name="connsiteY218" fmla="*/ 2182060 h 2237474"/>
              <a:gd name="connsiteX219" fmla="*/ 550309 w 12192000"/>
              <a:gd name="connsiteY219" fmla="*/ 2181825 h 2237474"/>
              <a:gd name="connsiteX220" fmla="*/ 541836 w 12192000"/>
              <a:gd name="connsiteY220" fmla="*/ 2181063 h 2237474"/>
              <a:gd name="connsiteX221" fmla="*/ 536057 w 12192000"/>
              <a:gd name="connsiteY221" fmla="*/ 2181537 h 2237474"/>
              <a:gd name="connsiteX222" fmla="*/ 520671 w 12192000"/>
              <a:gd name="connsiteY222" fmla="*/ 2180980 h 2237474"/>
              <a:gd name="connsiteX223" fmla="*/ 515024 w 12192000"/>
              <a:gd name="connsiteY223" fmla="*/ 2179258 h 2237474"/>
              <a:gd name="connsiteX224" fmla="*/ 512278 w 12192000"/>
              <a:gd name="connsiteY224" fmla="*/ 2176369 h 2237474"/>
              <a:gd name="connsiteX225" fmla="*/ 480419 w 12192000"/>
              <a:gd name="connsiteY225" fmla="*/ 2167807 h 2237474"/>
              <a:gd name="connsiteX226" fmla="*/ 413835 w 12192000"/>
              <a:gd name="connsiteY226" fmla="*/ 2156783 h 2237474"/>
              <a:gd name="connsiteX227" fmla="*/ 376513 w 12192000"/>
              <a:gd name="connsiteY227" fmla="*/ 2154014 h 2237474"/>
              <a:gd name="connsiteX228" fmla="*/ 273386 w 12192000"/>
              <a:gd name="connsiteY228" fmla="*/ 2142551 h 2237474"/>
              <a:gd name="connsiteX229" fmla="*/ 169207 w 12192000"/>
              <a:gd name="connsiteY229" fmla="*/ 2128100 h 2237474"/>
              <a:gd name="connsiteX230" fmla="*/ 93149 w 12192000"/>
              <a:gd name="connsiteY230" fmla="*/ 2105324 h 2237474"/>
              <a:gd name="connsiteX231" fmla="*/ 88109 w 12192000"/>
              <a:gd name="connsiteY231" fmla="*/ 2106704 h 2237474"/>
              <a:gd name="connsiteX232" fmla="*/ 80022 w 12192000"/>
              <a:gd name="connsiteY232" fmla="*/ 2107254 h 2237474"/>
              <a:gd name="connsiteX233" fmla="*/ 79717 w 12192000"/>
              <a:gd name="connsiteY233" fmla="*/ 2107046 h 2237474"/>
              <a:gd name="connsiteX234" fmla="*/ 72352 w 12192000"/>
              <a:gd name="connsiteY234" fmla="*/ 2107991 h 2237474"/>
              <a:gd name="connsiteX235" fmla="*/ 37645 w 12192000"/>
              <a:gd name="connsiteY235" fmla="*/ 2115401 h 2237474"/>
              <a:gd name="connsiteX236" fmla="*/ 4572 w 12192000"/>
              <a:gd name="connsiteY236" fmla="*/ 2111091 h 2237474"/>
              <a:gd name="connsiteX237" fmla="*/ 0 w 12192000"/>
              <a:gd name="connsiteY237" fmla="*/ 2110468 h 2237474"/>
              <a:gd name="connsiteX238" fmla="*/ 0 w 12192000"/>
              <a:gd name="connsiteY23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29530 w 12192000"/>
              <a:gd name="connsiteY151" fmla="*/ 1864513 h 2237474"/>
              <a:gd name="connsiteX152" fmla="*/ 3680177 w 12192000"/>
              <a:gd name="connsiteY152" fmla="*/ 1881552 h 2237474"/>
              <a:gd name="connsiteX153" fmla="*/ 3567259 w 12192000"/>
              <a:gd name="connsiteY153" fmla="*/ 1893482 h 2237474"/>
              <a:gd name="connsiteX154" fmla="*/ 3405770 w 12192000"/>
              <a:gd name="connsiteY154" fmla="*/ 1904591 h 2237474"/>
              <a:gd name="connsiteX155" fmla="*/ 3280097 w 12192000"/>
              <a:gd name="connsiteY155" fmla="*/ 1919610 h 2237474"/>
              <a:gd name="connsiteX156" fmla="*/ 3123424 w 12192000"/>
              <a:gd name="connsiteY156" fmla="*/ 1952930 h 2237474"/>
              <a:gd name="connsiteX157" fmla="*/ 3009910 w 12192000"/>
              <a:gd name="connsiteY157" fmla="*/ 1957866 h 2237474"/>
              <a:gd name="connsiteX158" fmla="*/ 2995934 w 12192000"/>
              <a:gd name="connsiteY158" fmla="*/ 1967085 h 2237474"/>
              <a:gd name="connsiteX159" fmla="*/ 2980071 w 12192000"/>
              <a:gd name="connsiteY159" fmla="*/ 1972988 h 2237474"/>
              <a:gd name="connsiteX160" fmla="*/ 2978094 w 12192000"/>
              <a:gd name="connsiteY160" fmla="*/ 1972369 h 2237474"/>
              <a:gd name="connsiteX161" fmla="*/ 2942858 w 12192000"/>
              <a:gd name="connsiteY161" fmla="*/ 1981367 h 2237474"/>
              <a:gd name="connsiteX162" fmla="*/ 2875436 w 12192000"/>
              <a:gd name="connsiteY162" fmla="*/ 1996977 h 2237474"/>
              <a:gd name="connsiteX163" fmla="*/ 2874892 w 12192000"/>
              <a:gd name="connsiteY163" fmla="*/ 1996085 h 2237474"/>
              <a:gd name="connsiteX164" fmla="*/ 2864145 w 12192000"/>
              <a:gd name="connsiteY164" fmla="*/ 1994061 h 2237474"/>
              <a:gd name="connsiteX165" fmla="*/ 2843662 w 12192000"/>
              <a:gd name="connsiteY165" fmla="*/ 1992498 h 2237474"/>
              <a:gd name="connsiteX166" fmla="*/ 2796128 w 12192000"/>
              <a:gd name="connsiteY166" fmla="*/ 1976403 h 2237474"/>
              <a:gd name="connsiteX167" fmla="*/ 2756784 w 12192000"/>
              <a:gd name="connsiteY167" fmla="*/ 1985116 h 2237474"/>
              <a:gd name="connsiteX168" fmla="*/ 2748833 w 12192000"/>
              <a:gd name="connsiteY168" fmla="*/ 1986323 h 2237474"/>
              <a:gd name="connsiteX169" fmla="*/ 2748661 w 12192000"/>
              <a:gd name="connsiteY169" fmla="*/ 1986122 h 2237474"/>
              <a:gd name="connsiteX170" fmla="*/ 2740251 w 12192000"/>
              <a:gd name="connsiteY170" fmla="*/ 1986946 h 2237474"/>
              <a:gd name="connsiteX171" fmla="*/ 2718916 w 12192000"/>
              <a:gd name="connsiteY171" fmla="*/ 1990867 h 2237474"/>
              <a:gd name="connsiteX172" fmla="*/ 2713522 w 12192000"/>
              <a:gd name="connsiteY172" fmla="*/ 1990173 h 2237474"/>
              <a:gd name="connsiteX173" fmla="*/ 2680597 w 12192000"/>
              <a:gd name="connsiteY173" fmla="*/ 1984996 h 2237474"/>
              <a:gd name="connsiteX174" fmla="*/ 2578178 w 12192000"/>
              <a:gd name="connsiteY174" fmla="*/ 1990531 h 2237474"/>
              <a:gd name="connsiteX175" fmla="*/ 2476147 w 12192000"/>
              <a:gd name="connsiteY175" fmla="*/ 1998305 h 2237474"/>
              <a:gd name="connsiteX176" fmla="*/ 2373568 w 12192000"/>
              <a:gd name="connsiteY176" fmla="*/ 2003219 h 2237474"/>
              <a:gd name="connsiteX177" fmla="*/ 2321399 w 12192000"/>
              <a:gd name="connsiteY177" fmla="*/ 1989467 h 2237474"/>
              <a:gd name="connsiteX178" fmla="*/ 2315525 w 12192000"/>
              <a:gd name="connsiteY178" fmla="*/ 1989708 h 2237474"/>
              <a:gd name="connsiteX179" fmla="*/ 2300792 w 12192000"/>
              <a:gd name="connsiteY179" fmla="*/ 1994290 h 2237474"/>
              <a:gd name="connsiteX180" fmla="*/ 2295469 w 12192000"/>
              <a:gd name="connsiteY180" fmla="*/ 1996659 h 2237474"/>
              <a:gd name="connsiteX181" fmla="*/ 2287219 w 12192000"/>
              <a:gd name="connsiteY181" fmla="*/ 1998750 h 2237474"/>
              <a:gd name="connsiteX182" fmla="*/ 2286948 w 12192000"/>
              <a:gd name="connsiteY182" fmla="*/ 1998596 h 2237474"/>
              <a:gd name="connsiteX183" fmla="*/ 2243069 w 12192000"/>
              <a:gd name="connsiteY183" fmla="*/ 2015111 h 2237474"/>
              <a:gd name="connsiteX184" fmla="*/ 2186609 w 12192000"/>
              <a:gd name="connsiteY184" fmla="*/ 2008263 h 2237474"/>
              <a:gd name="connsiteX185" fmla="*/ 2164831 w 12192000"/>
              <a:gd name="connsiteY185" fmla="*/ 2010143 h 2237474"/>
              <a:gd name="connsiteX186" fmla="*/ 2152836 w 12192000"/>
              <a:gd name="connsiteY186" fmla="*/ 2010048 h 2237474"/>
              <a:gd name="connsiteX187" fmla="*/ 2117102 w 12192000"/>
              <a:gd name="connsiteY187" fmla="*/ 2023004 h 2237474"/>
              <a:gd name="connsiteX188" fmla="*/ 2111935 w 12192000"/>
              <a:gd name="connsiteY188" fmla="*/ 2023163 h 2237474"/>
              <a:gd name="connsiteX189" fmla="*/ 2089991 w 12192000"/>
              <a:gd name="connsiteY189" fmla="*/ 2034193 h 2237474"/>
              <a:gd name="connsiteX190" fmla="*/ 2058061 w 12192000"/>
              <a:gd name="connsiteY190" fmla="*/ 2047942 h 2237474"/>
              <a:gd name="connsiteX191" fmla="*/ 2055737 w 12192000"/>
              <a:gd name="connsiteY191" fmla="*/ 2047704 h 2237474"/>
              <a:gd name="connsiteX192" fmla="*/ 2042244 w 12192000"/>
              <a:gd name="connsiteY192" fmla="*/ 2055560 h 2237474"/>
              <a:gd name="connsiteX193" fmla="*/ 1976224 w 12192000"/>
              <a:gd name="connsiteY193" fmla="*/ 2074257 h 2237474"/>
              <a:gd name="connsiteX194" fmla="*/ 1877728 w 12192000"/>
              <a:gd name="connsiteY194" fmla="*/ 2101004 h 2237474"/>
              <a:gd name="connsiteX195" fmla="*/ 1759056 w 12192000"/>
              <a:gd name="connsiteY195" fmla="*/ 2125608 h 2237474"/>
              <a:gd name="connsiteX196" fmla="*/ 1637948 w 12192000"/>
              <a:gd name="connsiteY196" fmla="*/ 2172597 h 2237474"/>
              <a:gd name="connsiteX197" fmla="*/ 1434549 w 12192000"/>
              <a:gd name="connsiteY197" fmla="*/ 2234522 h 2237474"/>
              <a:gd name="connsiteX198" fmla="*/ 1398481 w 12192000"/>
              <a:gd name="connsiteY198" fmla="*/ 2237074 h 2237474"/>
              <a:gd name="connsiteX199" fmla="*/ 1398407 w 12192000"/>
              <a:gd name="connsiteY199" fmla="*/ 2237095 h 2237474"/>
              <a:gd name="connsiteX200" fmla="*/ 1370962 w 12192000"/>
              <a:gd name="connsiteY200" fmla="*/ 2237474 h 2237474"/>
              <a:gd name="connsiteX201" fmla="*/ 1356367 w 12192000"/>
              <a:gd name="connsiteY201" fmla="*/ 2235089 h 2237474"/>
              <a:gd name="connsiteX202" fmla="*/ 1324828 w 12192000"/>
              <a:gd name="connsiteY202" fmla="*/ 2231968 h 2237474"/>
              <a:gd name="connsiteX203" fmla="*/ 1297744 w 12192000"/>
              <a:gd name="connsiteY203" fmla="*/ 2235849 h 2237474"/>
              <a:gd name="connsiteX204" fmla="*/ 1286236 w 12192000"/>
              <a:gd name="connsiteY204" fmla="*/ 2233135 h 2237474"/>
              <a:gd name="connsiteX205" fmla="*/ 1283504 w 12192000"/>
              <a:gd name="connsiteY205" fmla="*/ 2233797 h 2237474"/>
              <a:gd name="connsiteX206" fmla="*/ 1279765 w 12192000"/>
              <a:gd name="connsiteY206" fmla="*/ 2229639 h 2237474"/>
              <a:gd name="connsiteX207" fmla="*/ 1195347 w 12192000"/>
              <a:gd name="connsiteY207" fmla="*/ 2212354 h 2237474"/>
              <a:gd name="connsiteX208" fmla="*/ 970251 w 12192000"/>
              <a:gd name="connsiteY208" fmla="*/ 2221029 h 2237474"/>
              <a:gd name="connsiteX209" fmla="*/ 812914 w 12192000"/>
              <a:gd name="connsiteY209" fmla="*/ 2202752 h 2237474"/>
              <a:gd name="connsiteX210" fmla="*/ 800195 w 12192000"/>
              <a:gd name="connsiteY210" fmla="*/ 2209407 h 2237474"/>
              <a:gd name="connsiteX211" fmla="*/ 784978 w 12192000"/>
              <a:gd name="connsiteY211" fmla="*/ 2212360 h 2237474"/>
              <a:gd name="connsiteX212" fmla="*/ 681987 w 12192000"/>
              <a:gd name="connsiteY212" fmla="*/ 2216757 h 2237474"/>
              <a:gd name="connsiteX213" fmla="*/ 669923 w 12192000"/>
              <a:gd name="connsiteY213" fmla="*/ 2211682 h 2237474"/>
              <a:gd name="connsiteX214" fmla="*/ 648680 w 12192000"/>
              <a:gd name="connsiteY214" fmla="*/ 2206229 h 2237474"/>
              <a:gd name="connsiteX215" fmla="*/ 597225 w 12192000"/>
              <a:gd name="connsiteY215" fmla="*/ 2180999 h 2237474"/>
              <a:gd name="connsiteX216" fmla="*/ 558449 w 12192000"/>
              <a:gd name="connsiteY216" fmla="*/ 2182346 h 2237474"/>
              <a:gd name="connsiteX217" fmla="*/ 550517 w 12192000"/>
              <a:gd name="connsiteY217" fmla="*/ 2182060 h 2237474"/>
              <a:gd name="connsiteX218" fmla="*/ 550309 w 12192000"/>
              <a:gd name="connsiteY218" fmla="*/ 2181825 h 2237474"/>
              <a:gd name="connsiteX219" fmla="*/ 541836 w 12192000"/>
              <a:gd name="connsiteY219" fmla="*/ 2181063 h 2237474"/>
              <a:gd name="connsiteX220" fmla="*/ 536057 w 12192000"/>
              <a:gd name="connsiteY220" fmla="*/ 2181537 h 2237474"/>
              <a:gd name="connsiteX221" fmla="*/ 520671 w 12192000"/>
              <a:gd name="connsiteY221" fmla="*/ 2180980 h 2237474"/>
              <a:gd name="connsiteX222" fmla="*/ 515024 w 12192000"/>
              <a:gd name="connsiteY222" fmla="*/ 2179258 h 2237474"/>
              <a:gd name="connsiteX223" fmla="*/ 512278 w 12192000"/>
              <a:gd name="connsiteY223" fmla="*/ 2176369 h 2237474"/>
              <a:gd name="connsiteX224" fmla="*/ 480419 w 12192000"/>
              <a:gd name="connsiteY224" fmla="*/ 2167807 h 2237474"/>
              <a:gd name="connsiteX225" fmla="*/ 413835 w 12192000"/>
              <a:gd name="connsiteY225" fmla="*/ 2156783 h 2237474"/>
              <a:gd name="connsiteX226" fmla="*/ 376513 w 12192000"/>
              <a:gd name="connsiteY226" fmla="*/ 2154014 h 2237474"/>
              <a:gd name="connsiteX227" fmla="*/ 273386 w 12192000"/>
              <a:gd name="connsiteY227" fmla="*/ 2142551 h 2237474"/>
              <a:gd name="connsiteX228" fmla="*/ 169207 w 12192000"/>
              <a:gd name="connsiteY228" fmla="*/ 2128100 h 2237474"/>
              <a:gd name="connsiteX229" fmla="*/ 93149 w 12192000"/>
              <a:gd name="connsiteY229" fmla="*/ 2105324 h 2237474"/>
              <a:gd name="connsiteX230" fmla="*/ 88109 w 12192000"/>
              <a:gd name="connsiteY230" fmla="*/ 2106704 h 2237474"/>
              <a:gd name="connsiteX231" fmla="*/ 80022 w 12192000"/>
              <a:gd name="connsiteY231" fmla="*/ 2107254 h 2237474"/>
              <a:gd name="connsiteX232" fmla="*/ 79717 w 12192000"/>
              <a:gd name="connsiteY232" fmla="*/ 2107046 h 2237474"/>
              <a:gd name="connsiteX233" fmla="*/ 72352 w 12192000"/>
              <a:gd name="connsiteY233" fmla="*/ 2107991 h 2237474"/>
              <a:gd name="connsiteX234" fmla="*/ 37645 w 12192000"/>
              <a:gd name="connsiteY234" fmla="*/ 2115401 h 2237474"/>
              <a:gd name="connsiteX235" fmla="*/ 4572 w 12192000"/>
              <a:gd name="connsiteY235" fmla="*/ 2111091 h 2237474"/>
              <a:gd name="connsiteX236" fmla="*/ 0 w 12192000"/>
              <a:gd name="connsiteY236" fmla="*/ 2110468 h 2237474"/>
              <a:gd name="connsiteX237" fmla="*/ 0 w 12192000"/>
              <a:gd name="connsiteY23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29530 w 12192000"/>
              <a:gd name="connsiteY150" fmla="*/ 1864513 h 2237474"/>
              <a:gd name="connsiteX151" fmla="*/ 3680177 w 12192000"/>
              <a:gd name="connsiteY151" fmla="*/ 1881552 h 2237474"/>
              <a:gd name="connsiteX152" fmla="*/ 3567259 w 12192000"/>
              <a:gd name="connsiteY152" fmla="*/ 1893482 h 2237474"/>
              <a:gd name="connsiteX153" fmla="*/ 3405770 w 12192000"/>
              <a:gd name="connsiteY153" fmla="*/ 1904591 h 2237474"/>
              <a:gd name="connsiteX154" fmla="*/ 3280097 w 12192000"/>
              <a:gd name="connsiteY154" fmla="*/ 1919610 h 2237474"/>
              <a:gd name="connsiteX155" fmla="*/ 3123424 w 12192000"/>
              <a:gd name="connsiteY155" fmla="*/ 1952930 h 2237474"/>
              <a:gd name="connsiteX156" fmla="*/ 3009910 w 12192000"/>
              <a:gd name="connsiteY156" fmla="*/ 1957866 h 2237474"/>
              <a:gd name="connsiteX157" fmla="*/ 2995934 w 12192000"/>
              <a:gd name="connsiteY157" fmla="*/ 1967085 h 2237474"/>
              <a:gd name="connsiteX158" fmla="*/ 2980071 w 12192000"/>
              <a:gd name="connsiteY158" fmla="*/ 1972988 h 2237474"/>
              <a:gd name="connsiteX159" fmla="*/ 2978094 w 12192000"/>
              <a:gd name="connsiteY159" fmla="*/ 1972369 h 2237474"/>
              <a:gd name="connsiteX160" fmla="*/ 2942858 w 12192000"/>
              <a:gd name="connsiteY160" fmla="*/ 1981367 h 2237474"/>
              <a:gd name="connsiteX161" fmla="*/ 2875436 w 12192000"/>
              <a:gd name="connsiteY161" fmla="*/ 1996977 h 2237474"/>
              <a:gd name="connsiteX162" fmla="*/ 2874892 w 12192000"/>
              <a:gd name="connsiteY162" fmla="*/ 1996085 h 2237474"/>
              <a:gd name="connsiteX163" fmla="*/ 2864145 w 12192000"/>
              <a:gd name="connsiteY163" fmla="*/ 1994061 h 2237474"/>
              <a:gd name="connsiteX164" fmla="*/ 2843662 w 12192000"/>
              <a:gd name="connsiteY164" fmla="*/ 1992498 h 2237474"/>
              <a:gd name="connsiteX165" fmla="*/ 2796128 w 12192000"/>
              <a:gd name="connsiteY165" fmla="*/ 1976403 h 2237474"/>
              <a:gd name="connsiteX166" fmla="*/ 2756784 w 12192000"/>
              <a:gd name="connsiteY166" fmla="*/ 1985116 h 2237474"/>
              <a:gd name="connsiteX167" fmla="*/ 2748833 w 12192000"/>
              <a:gd name="connsiteY167" fmla="*/ 1986323 h 2237474"/>
              <a:gd name="connsiteX168" fmla="*/ 2748661 w 12192000"/>
              <a:gd name="connsiteY168" fmla="*/ 1986122 h 2237474"/>
              <a:gd name="connsiteX169" fmla="*/ 2740251 w 12192000"/>
              <a:gd name="connsiteY169" fmla="*/ 1986946 h 2237474"/>
              <a:gd name="connsiteX170" fmla="*/ 2718916 w 12192000"/>
              <a:gd name="connsiteY170" fmla="*/ 1990867 h 2237474"/>
              <a:gd name="connsiteX171" fmla="*/ 2713522 w 12192000"/>
              <a:gd name="connsiteY171" fmla="*/ 1990173 h 2237474"/>
              <a:gd name="connsiteX172" fmla="*/ 2680597 w 12192000"/>
              <a:gd name="connsiteY172" fmla="*/ 1984996 h 2237474"/>
              <a:gd name="connsiteX173" fmla="*/ 2578178 w 12192000"/>
              <a:gd name="connsiteY173" fmla="*/ 1990531 h 2237474"/>
              <a:gd name="connsiteX174" fmla="*/ 2476147 w 12192000"/>
              <a:gd name="connsiteY174" fmla="*/ 1998305 h 2237474"/>
              <a:gd name="connsiteX175" fmla="*/ 2373568 w 12192000"/>
              <a:gd name="connsiteY175" fmla="*/ 2003219 h 2237474"/>
              <a:gd name="connsiteX176" fmla="*/ 2321399 w 12192000"/>
              <a:gd name="connsiteY176" fmla="*/ 1989467 h 2237474"/>
              <a:gd name="connsiteX177" fmla="*/ 2315525 w 12192000"/>
              <a:gd name="connsiteY177" fmla="*/ 1989708 h 2237474"/>
              <a:gd name="connsiteX178" fmla="*/ 2300792 w 12192000"/>
              <a:gd name="connsiteY178" fmla="*/ 1994290 h 2237474"/>
              <a:gd name="connsiteX179" fmla="*/ 2295469 w 12192000"/>
              <a:gd name="connsiteY179" fmla="*/ 1996659 h 2237474"/>
              <a:gd name="connsiteX180" fmla="*/ 2287219 w 12192000"/>
              <a:gd name="connsiteY180" fmla="*/ 1998750 h 2237474"/>
              <a:gd name="connsiteX181" fmla="*/ 2286948 w 12192000"/>
              <a:gd name="connsiteY181" fmla="*/ 1998596 h 2237474"/>
              <a:gd name="connsiteX182" fmla="*/ 2243069 w 12192000"/>
              <a:gd name="connsiteY182" fmla="*/ 2015111 h 2237474"/>
              <a:gd name="connsiteX183" fmla="*/ 2186609 w 12192000"/>
              <a:gd name="connsiteY183" fmla="*/ 2008263 h 2237474"/>
              <a:gd name="connsiteX184" fmla="*/ 2164831 w 12192000"/>
              <a:gd name="connsiteY184" fmla="*/ 2010143 h 2237474"/>
              <a:gd name="connsiteX185" fmla="*/ 2152836 w 12192000"/>
              <a:gd name="connsiteY185" fmla="*/ 2010048 h 2237474"/>
              <a:gd name="connsiteX186" fmla="*/ 2117102 w 12192000"/>
              <a:gd name="connsiteY186" fmla="*/ 2023004 h 2237474"/>
              <a:gd name="connsiteX187" fmla="*/ 2111935 w 12192000"/>
              <a:gd name="connsiteY187" fmla="*/ 2023163 h 2237474"/>
              <a:gd name="connsiteX188" fmla="*/ 2089991 w 12192000"/>
              <a:gd name="connsiteY188" fmla="*/ 2034193 h 2237474"/>
              <a:gd name="connsiteX189" fmla="*/ 2058061 w 12192000"/>
              <a:gd name="connsiteY189" fmla="*/ 2047942 h 2237474"/>
              <a:gd name="connsiteX190" fmla="*/ 2055737 w 12192000"/>
              <a:gd name="connsiteY190" fmla="*/ 2047704 h 2237474"/>
              <a:gd name="connsiteX191" fmla="*/ 2042244 w 12192000"/>
              <a:gd name="connsiteY191" fmla="*/ 2055560 h 2237474"/>
              <a:gd name="connsiteX192" fmla="*/ 1976224 w 12192000"/>
              <a:gd name="connsiteY192" fmla="*/ 2074257 h 2237474"/>
              <a:gd name="connsiteX193" fmla="*/ 1877728 w 12192000"/>
              <a:gd name="connsiteY193" fmla="*/ 2101004 h 2237474"/>
              <a:gd name="connsiteX194" fmla="*/ 1759056 w 12192000"/>
              <a:gd name="connsiteY194" fmla="*/ 2125608 h 2237474"/>
              <a:gd name="connsiteX195" fmla="*/ 1637948 w 12192000"/>
              <a:gd name="connsiteY195" fmla="*/ 2172597 h 2237474"/>
              <a:gd name="connsiteX196" fmla="*/ 1434549 w 12192000"/>
              <a:gd name="connsiteY196" fmla="*/ 2234522 h 2237474"/>
              <a:gd name="connsiteX197" fmla="*/ 1398481 w 12192000"/>
              <a:gd name="connsiteY197" fmla="*/ 2237074 h 2237474"/>
              <a:gd name="connsiteX198" fmla="*/ 1398407 w 12192000"/>
              <a:gd name="connsiteY198" fmla="*/ 2237095 h 2237474"/>
              <a:gd name="connsiteX199" fmla="*/ 1370962 w 12192000"/>
              <a:gd name="connsiteY199" fmla="*/ 2237474 h 2237474"/>
              <a:gd name="connsiteX200" fmla="*/ 1356367 w 12192000"/>
              <a:gd name="connsiteY200" fmla="*/ 2235089 h 2237474"/>
              <a:gd name="connsiteX201" fmla="*/ 1324828 w 12192000"/>
              <a:gd name="connsiteY201" fmla="*/ 2231968 h 2237474"/>
              <a:gd name="connsiteX202" fmla="*/ 1297744 w 12192000"/>
              <a:gd name="connsiteY202" fmla="*/ 2235849 h 2237474"/>
              <a:gd name="connsiteX203" fmla="*/ 1286236 w 12192000"/>
              <a:gd name="connsiteY203" fmla="*/ 2233135 h 2237474"/>
              <a:gd name="connsiteX204" fmla="*/ 1283504 w 12192000"/>
              <a:gd name="connsiteY204" fmla="*/ 2233797 h 2237474"/>
              <a:gd name="connsiteX205" fmla="*/ 1279765 w 12192000"/>
              <a:gd name="connsiteY205" fmla="*/ 2229639 h 2237474"/>
              <a:gd name="connsiteX206" fmla="*/ 1195347 w 12192000"/>
              <a:gd name="connsiteY206" fmla="*/ 2212354 h 2237474"/>
              <a:gd name="connsiteX207" fmla="*/ 970251 w 12192000"/>
              <a:gd name="connsiteY207" fmla="*/ 2221029 h 2237474"/>
              <a:gd name="connsiteX208" fmla="*/ 812914 w 12192000"/>
              <a:gd name="connsiteY208" fmla="*/ 2202752 h 2237474"/>
              <a:gd name="connsiteX209" fmla="*/ 800195 w 12192000"/>
              <a:gd name="connsiteY209" fmla="*/ 2209407 h 2237474"/>
              <a:gd name="connsiteX210" fmla="*/ 784978 w 12192000"/>
              <a:gd name="connsiteY210" fmla="*/ 2212360 h 2237474"/>
              <a:gd name="connsiteX211" fmla="*/ 681987 w 12192000"/>
              <a:gd name="connsiteY211" fmla="*/ 2216757 h 2237474"/>
              <a:gd name="connsiteX212" fmla="*/ 669923 w 12192000"/>
              <a:gd name="connsiteY212" fmla="*/ 2211682 h 2237474"/>
              <a:gd name="connsiteX213" fmla="*/ 648680 w 12192000"/>
              <a:gd name="connsiteY213" fmla="*/ 2206229 h 2237474"/>
              <a:gd name="connsiteX214" fmla="*/ 597225 w 12192000"/>
              <a:gd name="connsiteY214" fmla="*/ 2180999 h 2237474"/>
              <a:gd name="connsiteX215" fmla="*/ 558449 w 12192000"/>
              <a:gd name="connsiteY215" fmla="*/ 2182346 h 2237474"/>
              <a:gd name="connsiteX216" fmla="*/ 550517 w 12192000"/>
              <a:gd name="connsiteY216" fmla="*/ 2182060 h 2237474"/>
              <a:gd name="connsiteX217" fmla="*/ 550309 w 12192000"/>
              <a:gd name="connsiteY217" fmla="*/ 2181825 h 2237474"/>
              <a:gd name="connsiteX218" fmla="*/ 541836 w 12192000"/>
              <a:gd name="connsiteY218" fmla="*/ 2181063 h 2237474"/>
              <a:gd name="connsiteX219" fmla="*/ 536057 w 12192000"/>
              <a:gd name="connsiteY219" fmla="*/ 2181537 h 2237474"/>
              <a:gd name="connsiteX220" fmla="*/ 520671 w 12192000"/>
              <a:gd name="connsiteY220" fmla="*/ 2180980 h 2237474"/>
              <a:gd name="connsiteX221" fmla="*/ 515024 w 12192000"/>
              <a:gd name="connsiteY221" fmla="*/ 2179258 h 2237474"/>
              <a:gd name="connsiteX222" fmla="*/ 512278 w 12192000"/>
              <a:gd name="connsiteY222" fmla="*/ 2176369 h 2237474"/>
              <a:gd name="connsiteX223" fmla="*/ 480419 w 12192000"/>
              <a:gd name="connsiteY223" fmla="*/ 2167807 h 2237474"/>
              <a:gd name="connsiteX224" fmla="*/ 413835 w 12192000"/>
              <a:gd name="connsiteY224" fmla="*/ 2156783 h 2237474"/>
              <a:gd name="connsiteX225" fmla="*/ 376513 w 12192000"/>
              <a:gd name="connsiteY225" fmla="*/ 2154014 h 2237474"/>
              <a:gd name="connsiteX226" fmla="*/ 273386 w 12192000"/>
              <a:gd name="connsiteY226" fmla="*/ 2142551 h 2237474"/>
              <a:gd name="connsiteX227" fmla="*/ 169207 w 12192000"/>
              <a:gd name="connsiteY227" fmla="*/ 2128100 h 2237474"/>
              <a:gd name="connsiteX228" fmla="*/ 93149 w 12192000"/>
              <a:gd name="connsiteY228" fmla="*/ 2105324 h 2237474"/>
              <a:gd name="connsiteX229" fmla="*/ 88109 w 12192000"/>
              <a:gd name="connsiteY229" fmla="*/ 2106704 h 2237474"/>
              <a:gd name="connsiteX230" fmla="*/ 80022 w 12192000"/>
              <a:gd name="connsiteY230" fmla="*/ 2107254 h 2237474"/>
              <a:gd name="connsiteX231" fmla="*/ 79717 w 12192000"/>
              <a:gd name="connsiteY231" fmla="*/ 2107046 h 2237474"/>
              <a:gd name="connsiteX232" fmla="*/ 72352 w 12192000"/>
              <a:gd name="connsiteY232" fmla="*/ 2107991 h 2237474"/>
              <a:gd name="connsiteX233" fmla="*/ 37645 w 12192000"/>
              <a:gd name="connsiteY233" fmla="*/ 2115401 h 2237474"/>
              <a:gd name="connsiteX234" fmla="*/ 4572 w 12192000"/>
              <a:gd name="connsiteY234" fmla="*/ 2111091 h 2237474"/>
              <a:gd name="connsiteX235" fmla="*/ 0 w 12192000"/>
              <a:gd name="connsiteY235" fmla="*/ 2110468 h 2237474"/>
              <a:gd name="connsiteX236" fmla="*/ 0 w 12192000"/>
              <a:gd name="connsiteY23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43319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08541 w 12192000"/>
              <a:gd name="connsiteY102" fmla="*/ 1668757 h 2237474"/>
              <a:gd name="connsiteX103" fmla="*/ 6471012 w 12192000"/>
              <a:gd name="connsiteY103" fmla="*/ 1678604 h 2237474"/>
              <a:gd name="connsiteX104" fmla="*/ 6415265 w 12192000"/>
              <a:gd name="connsiteY104" fmla="*/ 1665317 h 2237474"/>
              <a:gd name="connsiteX105" fmla="*/ 6364035 w 12192000"/>
              <a:gd name="connsiteY105" fmla="*/ 1667683 h 2237474"/>
              <a:gd name="connsiteX106" fmla="*/ 6280959 w 12192000"/>
              <a:gd name="connsiteY106" fmla="*/ 1689329 h 2237474"/>
              <a:gd name="connsiteX107" fmla="*/ 6243319 w 12192000"/>
              <a:gd name="connsiteY107" fmla="*/ 1695560 h 2237474"/>
              <a:gd name="connsiteX108" fmla="*/ 6098321 w 12192000"/>
              <a:gd name="connsiteY108" fmla="*/ 1721646 h 2237474"/>
              <a:gd name="connsiteX109" fmla="*/ 5880652 w 12192000"/>
              <a:gd name="connsiteY109" fmla="*/ 1779643 h 2237474"/>
              <a:gd name="connsiteX110" fmla="*/ 5785959 w 12192000"/>
              <a:gd name="connsiteY110" fmla="*/ 1775307 h 2237474"/>
              <a:gd name="connsiteX111" fmla="*/ 5643534 w 12192000"/>
              <a:gd name="connsiteY111" fmla="*/ 1802919 h 2237474"/>
              <a:gd name="connsiteX112" fmla="*/ 5518799 w 12192000"/>
              <a:gd name="connsiteY112" fmla="*/ 1818312 h 2237474"/>
              <a:gd name="connsiteX113" fmla="*/ 5505014 w 12192000"/>
              <a:gd name="connsiteY113" fmla="*/ 1819259 h 2237474"/>
              <a:gd name="connsiteX114" fmla="*/ 5453307 w 12192000"/>
              <a:gd name="connsiteY114" fmla="*/ 1815450 h 2237474"/>
              <a:gd name="connsiteX115" fmla="*/ 5364192 w 12192000"/>
              <a:gd name="connsiteY115" fmla="*/ 1826074 h 2237474"/>
              <a:gd name="connsiteX116" fmla="*/ 5350380 w 12192000"/>
              <a:gd name="connsiteY116" fmla="*/ 1830891 h 2237474"/>
              <a:gd name="connsiteX117" fmla="*/ 5259633 w 12192000"/>
              <a:gd name="connsiteY117" fmla="*/ 1837160 h 2237474"/>
              <a:gd name="connsiteX118" fmla="*/ 5197513 w 12192000"/>
              <a:gd name="connsiteY118" fmla="*/ 1844718 h 2237474"/>
              <a:gd name="connsiteX119" fmla="*/ 5184170 w 12192000"/>
              <a:gd name="connsiteY119" fmla="*/ 1849402 h 2237474"/>
              <a:gd name="connsiteX120" fmla="*/ 5168852 w 12192000"/>
              <a:gd name="connsiteY120" fmla="*/ 1844846 h 2237474"/>
              <a:gd name="connsiteX121" fmla="*/ 5164370 w 12192000"/>
              <a:gd name="connsiteY121" fmla="*/ 1840597 h 2237474"/>
              <a:gd name="connsiteX122" fmla="*/ 5114927 w 12192000"/>
              <a:gd name="connsiteY122" fmla="*/ 1847827 h 2237474"/>
              <a:gd name="connsiteX123" fmla="*/ 5108970 w 12192000"/>
              <a:gd name="connsiteY123" fmla="*/ 1847935 h 2237474"/>
              <a:gd name="connsiteX124" fmla="*/ 5067961 w 12192000"/>
              <a:gd name="connsiteY124" fmla="*/ 1845917 h 2237474"/>
              <a:gd name="connsiteX125" fmla="*/ 5007075 w 12192000"/>
              <a:gd name="connsiteY125" fmla="*/ 1838626 h 2237474"/>
              <a:gd name="connsiteX126" fmla="*/ 4944087 w 12192000"/>
              <a:gd name="connsiteY126" fmla="*/ 1823332 h 2237474"/>
              <a:gd name="connsiteX127" fmla="*/ 4907662 w 12192000"/>
              <a:gd name="connsiteY127" fmla="*/ 1816900 h 2237474"/>
              <a:gd name="connsiteX128" fmla="*/ 4882386 w 12192000"/>
              <a:gd name="connsiteY128" fmla="*/ 1809844 h 2237474"/>
              <a:gd name="connsiteX129" fmla="*/ 4811440 w 12192000"/>
              <a:gd name="connsiteY129" fmla="*/ 1804655 h 2237474"/>
              <a:gd name="connsiteX130" fmla="*/ 4691075 w 12192000"/>
              <a:gd name="connsiteY130" fmla="*/ 1801389 h 2237474"/>
              <a:gd name="connsiteX131" fmla="*/ 4611738 w 12192000"/>
              <a:gd name="connsiteY131" fmla="*/ 1776964 h 2237474"/>
              <a:gd name="connsiteX132" fmla="*/ 4560070 w 12192000"/>
              <a:gd name="connsiteY132" fmla="*/ 1785640 h 2237474"/>
              <a:gd name="connsiteX133" fmla="*/ 4536503 w 12192000"/>
              <a:gd name="connsiteY133" fmla="*/ 1785334 h 2237474"/>
              <a:gd name="connsiteX134" fmla="*/ 4513724 w 12192000"/>
              <a:gd name="connsiteY134" fmla="*/ 1791996 h 2237474"/>
              <a:gd name="connsiteX135" fmla="*/ 4459810 w 12192000"/>
              <a:gd name="connsiteY135" fmla="*/ 1797886 h 2237474"/>
              <a:gd name="connsiteX136" fmla="*/ 4379064 w 12192000"/>
              <a:gd name="connsiteY136" fmla="*/ 1817177 h 2237474"/>
              <a:gd name="connsiteX137" fmla="*/ 4319209 w 12192000"/>
              <a:gd name="connsiteY137" fmla="*/ 1834833 h 2237474"/>
              <a:gd name="connsiteX138" fmla="*/ 4290981 w 12192000"/>
              <a:gd name="connsiteY138" fmla="*/ 1839677 h 2237474"/>
              <a:gd name="connsiteX139" fmla="*/ 4285792 w 12192000"/>
              <a:gd name="connsiteY139" fmla="*/ 1836231 h 2237474"/>
              <a:gd name="connsiteX140" fmla="*/ 4238372 w 12192000"/>
              <a:gd name="connsiteY140" fmla="*/ 1851480 h 2237474"/>
              <a:gd name="connsiteX141" fmla="*/ 4232517 w 12192000"/>
              <a:gd name="connsiteY141" fmla="*/ 1852567 h 2237474"/>
              <a:gd name="connsiteX142" fmla="*/ 4191732 w 12192000"/>
              <a:gd name="connsiteY142" fmla="*/ 1857328 h 2237474"/>
              <a:gd name="connsiteX143" fmla="*/ 4065532 w 12192000"/>
              <a:gd name="connsiteY143" fmla="*/ 1855477 h 2237474"/>
              <a:gd name="connsiteX144" fmla="*/ 4028460 w 12192000"/>
              <a:gd name="connsiteY144" fmla="*/ 1855137 h 2237474"/>
              <a:gd name="connsiteX145" fmla="*/ 4002267 w 12192000"/>
              <a:gd name="connsiteY145" fmla="*/ 1852352 h 2237474"/>
              <a:gd name="connsiteX146" fmla="*/ 3931396 w 12192000"/>
              <a:gd name="connsiteY146" fmla="*/ 1858915 h 2237474"/>
              <a:gd name="connsiteX147" fmla="*/ 3812162 w 12192000"/>
              <a:gd name="connsiteY147" fmla="*/ 1875501 h 2237474"/>
              <a:gd name="connsiteX148" fmla="*/ 3729530 w 12192000"/>
              <a:gd name="connsiteY148" fmla="*/ 1864513 h 2237474"/>
              <a:gd name="connsiteX149" fmla="*/ 3680177 w 12192000"/>
              <a:gd name="connsiteY149" fmla="*/ 1881552 h 2237474"/>
              <a:gd name="connsiteX150" fmla="*/ 3567259 w 12192000"/>
              <a:gd name="connsiteY150" fmla="*/ 1893482 h 2237474"/>
              <a:gd name="connsiteX151" fmla="*/ 3405770 w 12192000"/>
              <a:gd name="connsiteY151" fmla="*/ 1904591 h 2237474"/>
              <a:gd name="connsiteX152" fmla="*/ 3280097 w 12192000"/>
              <a:gd name="connsiteY152" fmla="*/ 1919610 h 2237474"/>
              <a:gd name="connsiteX153" fmla="*/ 3123424 w 12192000"/>
              <a:gd name="connsiteY153" fmla="*/ 1952930 h 2237474"/>
              <a:gd name="connsiteX154" fmla="*/ 3009910 w 12192000"/>
              <a:gd name="connsiteY154" fmla="*/ 1957866 h 2237474"/>
              <a:gd name="connsiteX155" fmla="*/ 2995934 w 12192000"/>
              <a:gd name="connsiteY155" fmla="*/ 1967085 h 2237474"/>
              <a:gd name="connsiteX156" fmla="*/ 2980071 w 12192000"/>
              <a:gd name="connsiteY156" fmla="*/ 1972988 h 2237474"/>
              <a:gd name="connsiteX157" fmla="*/ 2978094 w 12192000"/>
              <a:gd name="connsiteY157" fmla="*/ 1972369 h 2237474"/>
              <a:gd name="connsiteX158" fmla="*/ 2942858 w 12192000"/>
              <a:gd name="connsiteY158" fmla="*/ 1981367 h 2237474"/>
              <a:gd name="connsiteX159" fmla="*/ 2875436 w 12192000"/>
              <a:gd name="connsiteY159" fmla="*/ 1996977 h 2237474"/>
              <a:gd name="connsiteX160" fmla="*/ 2874892 w 12192000"/>
              <a:gd name="connsiteY160" fmla="*/ 1996085 h 2237474"/>
              <a:gd name="connsiteX161" fmla="*/ 2864145 w 12192000"/>
              <a:gd name="connsiteY161" fmla="*/ 1994061 h 2237474"/>
              <a:gd name="connsiteX162" fmla="*/ 2843662 w 12192000"/>
              <a:gd name="connsiteY162" fmla="*/ 1992498 h 2237474"/>
              <a:gd name="connsiteX163" fmla="*/ 2796128 w 12192000"/>
              <a:gd name="connsiteY163" fmla="*/ 1976403 h 2237474"/>
              <a:gd name="connsiteX164" fmla="*/ 2756784 w 12192000"/>
              <a:gd name="connsiteY164" fmla="*/ 1985116 h 2237474"/>
              <a:gd name="connsiteX165" fmla="*/ 2748833 w 12192000"/>
              <a:gd name="connsiteY165" fmla="*/ 1986323 h 2237474"/>
              <a:gd name="connsiteX166" fmla="*/ 2748661 w 12192000"/>
              <a:gd name="connsiteY166" fmla="*/ 1986122 h 2237474"/>
              <a:gd name="connsiteX167" fmla="*/ 2740251 w 12192000"/>
              <a:gd name="connsiteY167" fmla="*/ 1986946 h 2237474"/>
              <a:gd name="connsiteX168" fmla="*/ 2718916 w 12192000"/>
              <a:gd name="connsiteY168" fmla="*/ 1990867 h 2237474"/>
              <a:gd name="connsiteX169" fmla="*/ 2713522 w 12192000"/>
              <a:gd name="connsiteY169" fmla="*/ 1990173 h 2237474"/>
              <a:gd name="connsiteX170" fmla="*/ 2680597 w 12192000"/>
              <a:gd name="connsiteY170" fmla="*/ 1984996 h 2237474"/>
              <a:gd name="connsiteX171" fmla="*/ 2578178 w 12192000"/>
              <a:gd name="connsiteY171" fmla="*/ 1990531 h 2237474"/>
              <a:gd name="connsiteX172" fmla="*/ 2476147 w 12192000"/>
              <a:gd name="connsiteY172" fmla="*/ 1998305 h 2237474"/>
              <a:gd name="connsiteX173" fmla="*/ 2373568 w 12192000"/>
              <a:gd name="connsiteY173" fmla="*/ 2003219 h 2237474"/>
              <a:gd name="connsiteX174" fmla="*/ 2321399 w 12192000"/>
              <a:gd name="connsiteY174" fmla="*/ 1989467 h 2237474"/>
              <a:gd name="connsiteX175" fmla="*/ 2315525 w 12192000"/>
              <a:gd name="connsiteY175" fmla="*/ 1989708 h 2237474"/>
              <a:gd name="connsiteX176" fmla="*/ 2300792 w 12192000"/>
              <a:gd name="connsiteY176" fmla="*/ 1994290 h 2237474"/>
              <a:gd name="connsiteX177" fmla="*/ 2295469 w 12192000"/>
              <a:gd name="connsiteY177" fmla="*/ 1996659 h 2237474"/>
              <a:gd name="connsiteX178" fmla="*/ 2287219 w 12192000"/>
              <a:gd name="connsiteY178" fmla="*/ 1998750 h 2237474"/>
              <a:gd name="connsiteX179" fmla="*/ 2286948 w 12192000"/>
              <a:gd name="connsiteY179" fmla="*/ 1998596 h 2237474"/>
              <a:gd name="connsiteX180" fmla="*/ 2243069 w 12192000"/>
              <a:gd name="connsiteY180" fmla="*/ 2015111 h 2237474"/>
              <a:gd name="connsiteX181" fmla="*/ 2186609 w 12192000"/>
              <a:gd name="connsiteY181" fmla="*/ 2008263 h 2237474"/>
              <a:gd name="connsiteX182" fmla="*/ 2164831 w 12192000"/>
              <a:gd name="connsiteY182" fmla="*/ 2010143 h 2237474"/>
              <a:gd name="connsiteX183" fmla="*/ 2152836 w 12192000"/>
              <a:gd name="connsiteY183" fmla="*/ 2010048 h 2237474"/>
              <a:gd name="connsiteX184" fmla="*/ 2117102 w 12192000"/>
              <a:gd name="connsiteY184" fmla="*/ 2023004 h 2237474"/>
              <a:gd name="connsiteX185" fmla="*/ 2111935 w 12192000"/>
              <a:gd name="connsiteY185" fmla="*/ 2023163 h 2237474"/>
              <a:gd name="connsiteX186" fmla="*/ 2089991 w 12192000"/>
              <a:gd name="connsiteY186" fmla="*/ 2034193 h 2237474"/>
              <a:gd name="connsiteX187" fmla="*/ 2058061 w 12192000"/>
              <a:gd name="connsiteY187" fmla="*/ 2047942 h 2237474"/>
              <a:gd name="connsiteX188" fmla="*/ 2055737 w 12192000"/>
              <a:gd name="connsiteY188" fmla="*/ 2047704 h 2237474"/>
              <a:gd name="connsiteX189" fmla="*/ 2042244 w 12192000"/>
              <a:gd name="connsiteY189" fmla="*/ 2055560 h 2237474"/>
              <a:gd name="connsiteX190" fmla="*/ 1976224 w 12192000"/>
              <a:gd name="connsiteY190" fmla="*/ 2074257 h 2237474"/>
              <a:gd name="connsiteX191" fmla="*/ 1877728 w 12192000"/>
              <a:gd name="connsiteY191" fmla="*/ 2101004 h 2237474"/>
              <a:gd name="connsiteX192" fmla="*/ 1759056 w 12192000"/>
              <a:gd name="connsiteY192" fmla="*/ 2125608 h 2237474"/>
              <a:gd name="connsiteX193" fmla="*/ 1637948 w 12192000"/>
              <a:gd name="connsiteY193" fmla="*/ 2172597 h 2237474"/>
              <a:gd name="connsiteX194" fmla="*/ 1434549 w 12192000"/>
              <a:gd name="connsiteY194" fmla="*/ 2234522 h 2237474"/>
              <a:gd name="connsiteX195" fmla="*/ 1398481 w 12192000"/>
              <a:gd name="connsiteY195" fmla="*/ 2237074 h 2237474"/>
              <a:gd name="connsiteX196" fmla="*/ 1398407 w 12192000"/>
              <a:gd name="connsiteY196" fmla="*/ 2237095 h 2237474"/>
              <a:gd name="connsiteX197" fmla="*/ 1370962 w 12192000"/>
              <a:gd name="connsiteY197" fmla="*/ 2237474 h 2237474"/>
              <a:gd name="connsiteX198" fmla="*/ 1356367 w 12192000"/>
              <a:gd name="connsiteY198" fmla="*/ 2235089 h 2237474"/>
              <a:gd name="connsiteX199" fmla="*/ 1324828 w 12192000"/>
              <a:gd name="connsiteY199" fmla="*/ 2231968 h 2237474"/>
              <a:gd name="connsiteX200" fmla="*/ 1297744 w 12192000"/>
              <a:gd name="connsiteY200" fmla="*/ 2235849 h 2237474"/>
              <a:gd name="connsiteX201" fmla="*/ 1286236 w 12192000"/>
              <a:gd name="connsiteY201" fmla="*/ 2233135 h 2237474"/>
              <a:gd name="connsiteX202" fmla="*/ 1283504 w 12192000"/>
              <a:gd name="connsiteY202" fmla="*/ 2233797 h 2237474"/>
              <a:gd name="connsiteX203" fmla="*/ 1279765 w 12192000"/>
              <a:gd name="connsiteY203" fmla="*/ 2229639 h 2237474"/>
              <a:gd name="connsiteX204" fmla="*/ 1195347 w 12192000"/>
              <a:gd name="connsiteY204" fmla="*/ 2212354 h 2237474"/>
              <a:gd name="connsiteX205" fmla="*/ 970251 w 12192000"/>
              <a:gd name="connsiteY205" fmla="*/ 2221029 h 2237474"/>
              <a:gd name="connsiteX206" fmla="*/ 812914 w 12192000"/>
              <a:gd name="connsiteY206" fmla="*/ 2202752 h 2237474"/>
              <a:gd name="connsiteX207" fmla="*/ 800195 w 12192000"/>
              <a:gd name="connsiteY207" fmla="*/ 2209407 h 2237474"/>
              <a:gd name="connsiteX208" fmla="*/ 784978 w 12192000"/>
              <a:gd name="connsiteY208" fmla="*/ 2212360 h 2237474"/>
              <a:gd name="connsiteX209" fmla="*/ 681987 w 12192000"/>
              <a:gd name="connsiteY209" fmla="*/ 2216757 h 2237474"/>
              <a:gd name="connsiteX210" fmla="*/ 669923 w 12192000"/>
              <a:gd name="connsiteY210" fmla="*/ 2211682 h 2237474"/>
              <a:gd name="connsiteX211" fmla="*/ 648680 w 12192000"/>
              <a:gd name="connsiteY211" fmla="*/ 2206229 h 2237474"/>
              <a:gd name="connsiteX212" fmla="*/ 597225 w 12192000"/>
              <a:gd name="connsiteY212" fmla="*/ 2180999 h 2237474"/>
              <a:gd name="connsiteX213" fmla="*/ 558449 w 12192000"/>
              <a:gd name="connsiteY213" fmla="*/ 2182346 h 2237474"/>
              <a:gd name="connsiteX214" fmla="*/ 550517 w 12192000"/>
              <a:gd name="connsiteY214" fmla="*/ 2182060 h 2237474"/>
              <a:gd name="connsiteX215" fmla="*/ 550309 w 12192000"/>
              <a:gd name="connsiteY215" fmla="*/ 2181825 h 2237474"/>
              <a:gd name="connsiteX216" fmla="*/ 541836 w 12192000"/>
              <a:gd name="connsiteY216" fmla="*/ 2181063 h 2237474"/>
              <a:gd name="connsiteX217" fmla="*/ 536057 w 12192000"/>
              <a:gd name="connsiteY217" fmla="*/ 2181537 h 2237474"/>
              <a:gd name="connsiteX218" fmla="*/ 520671 w 12192000"/>
              <a:gd name="connsiteY218" fmla="*/ 2180980 h 2237474"/>
              <a:gd name="connsiteX219" fmla="*/ 515024 w 12192000"/>
              <a:gd name="connsiteY219" fmla="*/ 2179258 h 2237474"/>
              <a:gd name="connsiteX220" fmla="*/ 512278 w 12192000"/>
              <a:gd name="connsiteY220" fmla="*/ 2176369 h 2237474"/>
              <a:gd name="connsiteX221" fmla="*/ 480419 w 12192000"/>
              <a:gd name="connsiteY221" fmla="*/ 2167807 h 2237474"/>
              <a:gd name="connsiteX222" fmla="*/ 413835 w 12192000"/>
              <a:gd name="connsiteY222" fmla="*/ 2156783 h 2237474"/>
              <a:gd name="connsiteX223" fmla="*/ 376513 w 12192000"/>
              <a:gd name="connsiteY223" fmla="*/ 2154014 h 2237474"/>
              <a:gd name="connsiteX224" fmla="*/ 273386 w 12192000"/>
              <a:gd name="connsiteY224" fmla="*/ 2142551 h 2237474"/>
              <a:gd name="connsiteX225" fmla="*/ 169207 w 12192000"/>
              <a:gd name="connsiteY225" fmla="*/ 2128100 h 2237474"/>
              <a:gd name="connsiteX226" fmla="*/ 93149 w 12192000"/>
              <a:gd name="connsiteY226" fmla="*/ 2105324 h 2237474"/>
              <a:gd name="connsiteX227" fmla="*/ 88109 w 12192000"/>
              <a:gd name="connsiteY227" fmla="*/ 2106704 h 2237474"/>
              <a:gd name="connsiteX228" fmla="*/ 80022 w 12192000"/>
              <a:gd name="connsiteY228" fmla="*/ 2107254 h 2237474"/>
              <a:gd name="connsiteX229" fmla="*/ 79717 w 12192000"/>
              <a:gd name="connsiteY229" fmla="*/ 2107046 h 2237474"/>
              <a:gd name="connsiteX230" fmla="*/ 72352 w 12192000"/>
              <a:gd name="connsiteY230" fmla="*/ 2107991 h 2237474"/>
              <a:gd name="connsiteX231" fmla="*/ 37645 w 12192000"/>
              <a:gd name="connsiteY231" fmla="*/ 2115401 h 2237474"/>
              <a:gd name="connsiteX232" fmla="*/ 4572 w 12192000"/>
              <a:gd name="connsiteY232" fmla="*/ 2111091 h 2237474"/>
              <a:gd name="connsiteX233" fmla="*/ 0 w 12192000"/>
              <a:gd name="connsiteY233" fmla="*/ 2110468 h 2237474"/>
              <a:gd name="connsiteX234" fmla="*/ 0 w 12192000"/>
              <a:gd name="connsiteY23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16595 w 12192000"/>
              <a:gd name="connsiteY100" fmla="*/ 1667475 h 2237474"/>
              <a:gd name="connsiteX101" fmla="*/ 6508541 w 12192000"/>
              <a:gd name="connsiteY101" fmla="*/ 1668757 h 2237474"/>
              <a:gd name="connsiteX102" fmla="*/ 6471012 w 12192000"/>
              <a:gd name="connsiteY102" fmla="*/ 1678604 h 2237474"/>
              <a:gd name="connsiteX103" fmla="*/ 6415265 w 12192000"/>
              <a:gd name="connsiteY103" fmla="*/ 1665317 h 2237474"/>
              <a:gd name="connsiteX104" fmla="*/ 6364035 w 12192000"/>
              <a:gd name="connsiteY104" fmla="*/ 1667683 h 2237474"/>
              <a:gd name="connsiteX105" fmla="*/ 6280959 w 12192000"/>
              <a:gd name="connsiteY105" fmla="*/ 1689329 h 2237474"/>
              <a:gd name="connsiteX106" fmla="*/ 6243319 w 12192000"/>
              <a:gd name="connsiteY106" fmla="*/ 1695560 h 2237474"/>
              <a:gd name="connsiteX107" fmla="*/ 6098321 w 12192000"/>
              <a:gd name="connsiteY107" fmla="*/ 1721646 h 2237474"/>
              <a:gd name="connsiteX108" fmla="*/ 5880652 w 12192000"/>
              <a:gd name="connsiteY108" fmla="*/ 1779643 h 2237474"/>
              <a:gd name="connsiteX109" fmla="*/ 5785959 w 12192000"/>
              <a:gd name="connsiteY109" fmla="*/ 1775307 h 2237474"/>
              <a:gd name="connsiteX110" fmla="*/ 5643534 w 12192000"/>
              <a:gd name="connsiteY110" fmla="*/ 1802919 h 2237474"/>
              <a:gd name="connsiteX111" fmla="*/ 5518799 w 12192000"/>
              <a:gd name="connsiteY111" fmla="*/ 1818312 h 2237474"/>
              <a:gd name="connsiteX112" fmla="*/ 5505014 w 12192000"/>
              <a:gd name="connsiteY112" fmla="*/ 1819259 h 2237474"/>
              <a:gd name="connsiteX113" fmla="*/ 5453307 w 12192000"/>
              <a:gd name="connsiteY113" fmla="*/ 1815450 h 2237474"/>
              <a:gd name="connsiteX114" fmla="*/ 5364192 w 12192000"/>
              <a:gd name="connsiteY114" fmla="*/ 1826074 h 2237474"/>
              <a:gd name="connsiteX115" fmla="*/ 5350380 w 12192000"/>
              <a:gd name="connsiteY115" fmla="*/ 1830891 h 2237474"/>
              <a:gd name="connsiteX116" fmla="*/ 5259633 w 12192000"/>
              <a:gd name="connsiteY116" fmla="*/ 1837160 h 2237474"/>
              <a:gd name="connsiteX117" fmla="*/ 5197513 w 12192000"/>
              <a:gd name="connsiteY117" fmla="*/ 1844718 h 2237474"/>
              <a:gd name="connsiteX118" fmla="*/ 5184170 w 12192000"/>
              <a:gd name="connsiteY118" fmla="*/ 1849402 h 2237474"/>
              <a:gd name="connsiteX119" fmla="*/ 5168852 w 12192000"/>
              <a:gd name="connsiteY119" fmla="*/ 1844846 h 2237474"/>
              <a:gd name="connsiteX120" fmla="*/ 5164370 w 12192000"/>
              <a:gd name="connsiteY120" fmla="*/ 1840597 h 2237474"/>
              <a:gd name="connsiteX121" fmla="*/ 5114927 w 12192000"/>
              <a:gd name="connsiteY121" fmla="*/ 1847827 h 2237474"/>
              <a:gd name="connsiteX122" fmla="*/ 5108970 w 12192000"/>
              <a:gd name="connsiteY122" fmla="*/ 1847935 h 2237474"/>
              <a:gd name="connsiteX123" fmla="*/ 5067961 w 12192000"/>
              <a:gd name="connsiteY123" fmla="*/ 1845917 h 2237474"/>
              <a:gd name="connsiteX124" fmla="*/ 5007075 w 12192000"/>
              <a:gd name="connsiteY124" fmla="*/ 1838626 h 2237474"/>
              <a:gd name="connsiteX125" fmla="*/ 4944087 w 12192000"/>
              <a:gd name="connsiteY125" fmla="*/ 1823332 h 2237474"/>
              <a:gd name="connsiteX126" fmla="*/ 4907662 w 12192000"/>
              <a:gd name="connsiteY126" fmla="*/ 1816900 h 2237474"/>
              <a:gd name="connsiteX127" fmla="*/ 4882386 w 12192000"/>
              <a:gd name="connsiteY127" fmla="*/ 1809844 h 2237474"/>
              <a:gd name="connsiteX128" fmla="*/ 4811440 w 12192000"/>
              <a:gd name="connsiteY128" fmla="*/ 1804655 h 2237474"/>
              <a:gd name="connsiteX129" fmla="*/ 4691075 w 12192000"/>
              <a:gd name="connsiteY129" fmla="*/ 1801389 h 2237474"/>
              <a:gd name="connsiteX130" fmla="*/ 4611738 w 12192000"/>
              <a:gd name="connsiteY130" fmla="*/ 1776964 h 2237474"/>
              <a:gd name="connsiteX131" fmla="*/ 4560070 w 12192000"/>
              <a:gd name="connsiteY131" fmla="*/ 1785640 h 2237474"/>
              <a:gd name="connsiteX132" fmla="*/ 4536503 w 12192000"/>
              <a:gd name="connsiteY132" fmla="*/ 1785334 h 2237474"/>
              <a:gd name="connsiteX133" fmla="*/ 4513724 w 12192000"/>
              <a:gd name="connsiteY133" fmla="*/ 1791996 h 2237474"/>
              <a:gd name="connsiteX134" fmla="*/ 4459810 w 12192000"/>
              <a:gd name="connsiteY134" fmla="*/ 1797886 h 2237474"/>
              <a:gd name="connsiteX135" fmla="*/ 4379064 w 12192000"/>
              <a:gd name="connsiteY135" fmla="*/ 1817177 h 2237474"/>
              <a:gd name="connsiteX136" fmla="*/ 4319209 w 12192000"/>
              <a:gd name="connsiteY136" fmla="*/ 1834833 h 2237474"/>
              <a:gd name="connsiteX137" fmla="*/ 4290981 w 12192000"/>
              <a:gd name="connsiteY137" fmla="*/ 1839677 h 2237474"/>
              <a:gd name="connsiteX138" fmla="*/ 4285792 w 12192000"/>
              <a:gd name="connsiteY138" fmla="*/ 1836231 h 2237474"/>
              <a:gd name="connsiteX139" fmla="*/ 4238372 w 12192000"/>
              <a:gd name="connsiteY139" fmla="*/ 1851480 h 2237474"/>
              <a:gd name="connsiteX140" fmla="*/ 4232517 w 12192000"/>
              <a:gd name="connsiteY140" fmla="*/ 1852567 h 2237474"/>
              <a:gd name="connsiteX141" fmla="*/ 4191732 w 12192000"/>
              <a:gd name="connsiteY141" fmla="*/ 1857328 h 2237474"/>
              <a:gd name="connsiteX142" fmla="*/ 4065532 w 12192000"/>
              <a:gd name="connsiteY142" fmla="*/ 1855477 h 2237474"/>
              <a:gd name="connsiteX143" fmla="*/ 4028460 w 12192000"/>
              <a:gd name="connsiteY143" fmla="*/ 1855137 h 2237474"/>
              <a:gd name="connsiteX144" fmla="*/ 4002267 w 12192000"/>
              <a:gd name="connsiteY144" fmla="*/ 1852352 h 2237474"/>
              <a:gd name="connsiteX145" fmla="*/ 3931396 w 12192000"/>
              <a:gd name="connsiteY145" fmla="*/ 1858915 h 2237474"/>
              <a:gd name="connsiteX146" fmla="*/ 3812162 w 12192000"/>
              <a:gd name="connsiteY146" fmla="*/ 1875501 h 2237474"/>
              <a:gd name="connsiteX147" fmla="*/ 3729530 w 12192000"/>
              <a:gd name="connsiteY147" fmla="*/ 1864513 h 2237474"/>
              <a:gd name="connsiteX148" fmla="*/ 3680177 w 12192000"/>
              <a:gd name="connsiteY148" fmla="*/ 1881552 h 2237474"/>
              <a:gd name="connsiteX149" fmla="*/ 3567259 w 12192000"/>
              <a:gd name="connsiteY149" fmla="*/ 1893482 h 2237474"/>
              <a:gd name="connsiteX150" fmla="*/ 3405770 w 12192000"/>
              <a:gd name="connsiteY150" fmla="*/ 1904591 h 2237474"/>
              <a:gd name="connsiteX151" fmla="*/ 3280097 w 12192000"/>
              <a:gd name="connsiteY151" fmla="*/ 1919610 h 2237474"/>
              <a:gd name="connsiteX152" fmla="*/ 3123424 w 12192000"/>
              <a:gd name="connsiteY152" fmla="*/ 1952930 h 2237474"/>
              <a:gd name="connsiteX153" fmla="*/ 3009910 w 12192000"/>
              <a:gd name="connsiteY153" fmla="*/ 1957866 h 2237474"/>
              <a:gd name="connsiteX154" fmla="*/ 2995934 w 12192000"/>
              <a:gd name="connsiteY154" fmla="*/ 1967085 h 2237474"/>
              <a:gd name="connsiteX155" fmla="*/ 2980071 w 12192000"/>
              <a:gd name="connsiteY155" fmla="*/ 1972988 h 2237474"/>
              <a:gd name="connsiteX156" fmla="*/ 2978094 w 12192000"/>
              <a:gd name="connsiteY156" fmla="*/ 1972369 h 2237474"/>
              <a:gd name="connsiteX157" fmla="*/ 2942858 w 12192000"/>
              <a:gd name="connsiteY157" fmla="*/ 1981367 h 2237474"/>
              <a:gd name="connsiteX158" fmla="*/ 2875436 w 12192000"/>
              <a:gd name="connsiteY158" fmla="*/ 1996977 h 2237474"/>
              <a:gd name="connsiteX159" fmla="*/ 2874892 w 12192000"/>
              <a:gd name="connsiteY159" fmla="*/ 1996085 h 2237474"/>
              <a:gd name="connsiteX160" fmla="*/ 2864145 w 12192000"/>
              <a:gd name="connsiteY160" fmla="*/ 1994061 h 2237474"/>
              <a:gd name="connsiteX161" fmla="*/ 2843662 w 12192000"/>
              <a:gd name="connsiteY161" fmla="*/ 1992498 h 2237474"/>
              <a:gd name="connsiteX162" fmla="*/ 2796128 w 12192000"/>
              <a:gd name="connsiteY162" fmla="*/ 1976403 h 2237474"/>
              <a:gd name="connsiteX163" fmla="*/ 2756784 w 12192000"/>
              <a:gd name="connsiteY163" fmla="*/ 1985116 h 2237474"/>
              <a:gd name="connsiteX164" fmla="*/ 2748833 w 12192000"/>
              <a:gd name="connsiteY164" fmla="*/ 1986323 h 2237474"/>
              <a:gd name="connsiteX165" fmla="*/ 2748661 w 12192000"/>
              <a:gd name="connsiteY165" fmla="*/ 1986122 h 2237474"/>
              <a:gd name="connsiteX166" fmla="*/ 2740251 w 12192000"/>
              <a:gd name="connsiteY166" fmla="*/ 1986946 h 2237474"/>
              <a:gd name="connsiteX167" fmla="*/ 2718916 w 12192000"/>
              <a:gd name="connsiteY167" fmla="*/ 1990867 h 2237474"/>
              <a:gd name="connsiteX168" fmla="*/ 2713522 w 12192000"/>
              <a:gd name="connsiteY168" fmla="*/ 1990173 h 2237474"/>
              <a:gd name="connsiteX169" fmla="*/ 2680597 w 12192000"/>
              <a:gd name="connsiteY169" fmla="*/ 1984996 h 2237474"/>
              <a:gd name="connsiteX170" fmla="*/ 2578178 w 12192000"/>
              <a:gd name="connsiteY170" fmla="*/ 1990531 h 2237474"/>
              <a:gd name="connsiteX171" fmla="*/ 2476147 w 12192000"/>
              <a:gd name="connsiteY171" fmla="*/ 1998305 h 2237474"/>
              <a:gd name="connsiteX172" fmla="*/ 2373568 w 12192000"/>
              <a:gd name="connsiteY172" fmla="*/ 2003219 h 2237474"/>
              <a:gd name="connsiteX173" fmla="*/ 2321399 w 12192000"/>
              <a:gd name="connsiteY173" fmla="*/ 1989467 h 2237474"/>
              <a:gd name="connsiteX174" fmla="*/ 2315525 w 12192000"/>
              <a:gd name="connsiteY174" fmla="*/ 1989708 h 2237474"/>
              <a:gd name="connsiteX175" fmla="*/ 2300792 w 12192000"/>
              <a:gd name="connsiteY175" fmla="*/ 1994290 h 2237474"/>
              <a:gd name="connsiteX176" fmla="*/ 2295469 w 12192000"/>
              <a:gd name="connsiteY176" fmla="*/ 1996659 h 2237474"/>
              <a:gd name="connsiteX177" fmla="*/ 2287219 w 12192000"/>
              <a:gd name="connsiteY177" fmla="*/ 1998750 h 2237474"/>
              <a:gd name="connsiteX178" fmla="*/ 2286948 w 12192000"/>
              <a:gd name="connsiteY178" fmla="*/ 1998596 h 2237474"/>
              <a:gd name="connsiteX179" fmla="*/ 2243069 w 12192000"/>
              <a:gd name="connsiteY179" fmla="*/ 2015111 h 2237474"/>
              <a:gd name="connsiteX180" fmla="*/ 2186609 w 12192000"/>
              <a:gd name="connsiteY180" fmla="*/ 2008263 h 2237474"/>
              <a:gd name="connsiteX181" fmla="*/ 2164831 w 12192000"/>
              <a:gd name="connsiteY181" fmla="*/ 2010143 h 2237474"/>
              <a:gd name="connsiteX182" fmla="*/ 2152836 w 12192000"/>
              <a:gd name="connsiteY182" fmla="*/ 2010048 h 2237474"/>
              <a:gd name="connsiteX183" fmla="*/ 2117102 w 12192000"/>
              <a:gd name="connsiteY183" fmla="*/ 2023004 h 2237474"/>
              <a:gd name="connsiteX184" fmla="*/ 2111935 w 12192000"/>
              <a:gd name="connsiteY184" fmla="*/ 2023163 h 2237474"/>
              <a:gd name="connsiteX185" fmla="*/ 2089991 w 12192000"/>
              <a:gd name="connsiteY185" fmla="*/ 2034193 h 2237474"/>
              <a:gd name="connsiteX186" fmla="*/ 2058061 w 12192000"/>
              <a:gd name="connsiteY186" fmla="*/ 2047942 h 2237474"/>
              <a:gd name="connsiteX187" fmla="*/ 2055737 w 12192000"/>
              <a:gd name="connsiteY187" fmla="*/ 2047704 h 2237474"/>
              <a:gd name="connsiteX188" fmla="*/ 2042244 w 12192000"/>
              <a:gd name="connsiteY188" fmla="*/ 2055560 h 2237474"/>
              <a:gd name="connsiteX189" fmla="*/ 1976224 w 12192000"/>
              <a:gd name="connsiteY189" fmla="*/ 2074257 h 2237474"/>
              <a:gd name="connsiteX190" fmla="*/ 1877728 w 12192000"/>
              <a:gd name="connsiteY190" fmla="*/ 2101004 h 2237474"/>
              <a:gd name="connsiteX191" fmla="*/ 1759056 w 12192000"/>
              <a:gd name="connsiteY191" fmla="*/ 2125608 h 2237474"/>
              <a:gd name="connsiteX192" fmla="*/ 1637948 w 12192000"/>
              <a:gd name="connsiteY192" fmla="*/ 2172597 h 2237474"/>
              <a:gd name="connsiteX193" fmla="*/ 1434549 w 12192000"/>
              <a:gd name="connsiteY193" fmla="*/ 2234522 h 2237474"/>
              <a:gd name="connsiteX194" fmla="*/ 1398481 w 12192000"/>
              <a:gd name="connsiteY194" fmla="*/ 2237074 h 2237474"/>
              <a:gd name="connsiteX195" fmla="*/ 1398407 w 12192000"/>
              <a:gd name="connsiteY195" fmla="*/ 2237095 h 2237474"/>
              <a:gd name="connsiteX196" fmla="*/ 1370962 w 12192000"/>
              <a:gd name="connsiteY196" fmla="*/ 2237474 h 2237474"/>
              <a:gd name="connsiteX197" fmla="*/ 1356367 w 12192000"/>
              <a:gd name="connsiteY197" fmla="*/ 2235089 h 2237474"/>
              <a:gd name="connsiteX198" fmla="*/ 1324828 w 12192000"/>
              <a:gd name="connsiteY198" fmla="*/ 2231968 h 2237474"/>
              <a:gd name="connsiteX199" fmla="*/ 1297744 w 12192000"/>
              <a:gd name="connsiteY199" fmla="*/ 2235849 h 2237474"/>
              <a:gd name="connsiteX200" fmla="*/ 1286236 w 12192000"/>
              <a:gd name="connsiteY200" fmla="*/ 2233135 h 2237474"/>
              <a:gd name="connsiteX201" fmla="*/ 1283504 w 12192000"/>
              <a:gd name="connsiteY201" fmla="*/ 2233797 h 2237474"/>
              <a:gd name="connsiteX202" fmla="*/ 1279765 w 12192000"/>
              <a:gd name="connsiteY202" fmla="*/ 2229639 h 2237474"/>
              <a:gd name="connsiteX203" fmla="*/ 1195347 w 12192000"/>
              <a:gd name="connsiteY203" fmla="*/ 2212354 h 2237474"/>
              <a:gd name="connsiteX204" fmla="*/ 970251 w 12192000"/>
              <a:gd name="connsiteY204" fmla="*/ 2221029 h 2237474"/>
              <a:gd name="connsiteX205" fmla="*/ 812914 w 12192000"/>
              <a:gd name="connsiteY205" fmla="*/ 2202752 h 2237474"/>
              <a:gd name="connsiteX206" fmla="*/ 800195 w 12192000"/>
              <a:gd name="connsiteY206" fmla="*/ 2209407 h 2237474"/>
              <a:gd name="connsiteX207" fmla="*/ 784978 w 12192000"/>
              <a:gd name="connsiteY207" fmla="*/ 2212360 h 2237474"/>
              <a:gd name="connsiteX208" fmla="*/ 681987 w 12192000"/>
              <a:gd name="connsiteY208" fmla="*/ 2216757 h 2237474"/>
              <a:gd name="connsiteX209" fmla="*/ 669923 w 12192000"/>
              <a:gd name="connsiteY209" fmla="*/ 2211682 h 2237474"/>
              <a:gd name="connsiteX210" fmla="*/ 648680 w 12192000"/>
              <a:gd name="connsiteY210" fmla="*/ 2206229 h 2237474"/>
              <a:gd name="connsiteX211" fmla="*/ 597225 w 12192000"/>
              <a:gd name="connsiteY211" fmla="*/ 2180999 h 2237474"/>
              <a:gd name="connsiteX212" fmla="*/ 558449 w 12192000"/>
              <a:gd name="connsiteY212" fmla="*/ 2182346 h 2237474"/>
              <a:gd name="connsiteX213" fmla="*/ 550517 w 12192000"/>
              <a:gd name="connsiteY213" fmla="*/ 2182060 h 2237474"/>
              <a:gd name="connsiteX214" fmla="*/ 550309 w 12192000"/>
              <a:gd name="connsiteY214" fmla="*/ 2181825 h 2237474"/>
              <a:gd name="connsiteX215" fmla="*/ 541836 w 12192000"/>
              <a:gd name="connsiteY215" fmla="*/ 2181063 h 2237474"/>
              <a:gd name="connsiteX216" fmla="*/ 536057 w 12192000"/>
              <a:gd name="connsiteY216" fmla="*/ 2181537 h 2237474"/>
              <a:gd name="connsiteX217" fmla="*/ 520671 w 12192000"/>
              <a:gd name="connsiteY217" fmla="*/ 2180980 h 2237474"/>
              <a:gd name="connsiteX218" fmla="*/ 515024 w 12192000"/>
              <a:gd name="connsiteY218" fmla="*/ 2179258 h 2237474"/>
              <a:gd name="connsiteX219" fmla="*/ 512278 w 12192000"/>
              <a:gd name="connsiteY219" fmla="*/ 2176369 h 2237474"/>
              <a:gd name="connsiteX220" fmla="*/ 480419 w 12192000"/>
              <a:gd name="connsiteY220" fmla="*/ 2167807 h 2237474"/>
              <a:gd name="connsiteX221" fmla="*/ 413835 w 12192000"/>
              <a:gd name="connsiteY221" fmla="*/ 2156783 h 2237474"/>
              <a:gd name="connsiteX222" fmla="*/ 376513 w 12192000"/>
              <a:gd name="connsiteY222" fmla="*/ 2154014 h 2237474"/>
              <a:gd name="connsiteX223" fmla="*/ 273386 w 12192000"/>
              <a:gd name="connsiteY223" fmla="*/ 2142551 h 2237474"/>
              <a:gd name="connsiteX224" fmla="*/ 169207 w 12192000"/>
              <a:gd name="connsiteY224" fmla="*/ 2128100 h 2237474"/>
              <a:gd name="connsiteX225" fmla="*/ 93149 w 12192000"/>
              <a:gd name="connsiteY225" fmla="*/ 2105324 h 2237474"/>
              <a:gd name="connsiteX226" fmla="*/ 88109 w 12192000"/>
              <a:gd name="connsiteY226" fmla="*/ 2106704 h 2237474"/>
              <a:gd name="connsiteX227" fmla="*/ 80022 w 12192000"/>
              <a:gd name="connsiteY227" fmla="*/ 2107254 h 2237474"/>
              <a:gd name="connsiteX228" fmla="*/ 79717 w 12192000"/>
              <a:gd name="connsiteY228" fmla="*/ 2107046 h 2237474"/>
              <a:gd name="connsiteX229" fmla="*/ 72352 w 12192000"/>
              <a:gd name="connsiteY229" fmla="*/ 2107991 h 2237474"/>
              <a:gd name="connsiteX230" fmla="*/ 37645 w 12192000"/>
              <a:gd name="connsiteY230" fmla="*/ 2115401 h 2237474"/>
              <a:gd name="connsiteX231" fmla="*/ 4572 w 12192000"/>
              <a:gd name="connsiteY231" fmla="*/ 2111091 h 2237474"/>
              <a:gd name="connsiteX232" fmla="*/ 0 w 12192000"/>
              <a:gd name="connsiteY232" fmla="*/ 2110468 h 2237474"/>
              <a:gd name="connsiteX233" fmla="*/ 0 w 12192000"/>
              <a:gd name="connsiteY23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16595 w 12192000"/>
              <a:gd name="connsiteY99" fmla="*/ 1667475 h 2237474"/>
              <a:gd name="connsiteX100" fmla="*/ 6508541 w 12192000"/>
              <a:gd name="connsiteY100" fmla="*/ 1668757 h 2237474"/>
              <a:gd name="connsiteX101" fmla="*/ 6471012 w 12192000"/>
              <a:gd name="connsiteY101" fmla="*/ 1678604 h 2237474"/>
              <a:gd name="connsiteX102" fmla="*/ 6415265 w 12192000"/>
              <a:gd name="connsiteY102" fmla="*/ 1665317 h 2237474"/>
              <a:gd name="connsiteX103" fmla="*/ 6364035 w 12192000"/>
              <a:gd name="connsiteY103" fmla="*/ 1667683 h 2237474"/>
              <a:gd name="connsiteX104" fmla="*/ 6280959 w 12192000"/>
              <a:gd name="connsiteY104" fmla="*/ 1689329 h 2237474"/>
              <a:gd name="connsiteX105" fmla="*/ 6243319 w 12192000"/>
              <a:gd name="connsiteY105" fmla="*/ 1695560 h 2237474"/>
              <a:gd name="connsiteX106" fmla="*/ 6098321 w 12192000"/>
              <a:gd name="connsiteY106" fmla="*/ 1721646 h 2237474"/>
              <a:gd name="connsiteX107" fmla="*/ 5880652 w 12192000"/>
              <a:gd name="connsiteY107" fmla="*/ 1779643 h 2237474"/>
              <a:gd name="connsiteX108" fmla="*/ 5785959 w 12192000"/>
              <a:gd name="connsiteY108" fmla="*/ 1775307 h 2237474"/>
              <a:gd name="connsiteX109" fmla="*/ 5643534 w 12192000"/>
              <a:gd name="connsiteY109" fmla="*/ 1802919 h 2237474"/>
              <a:gd name="connsiteX110" fmla="*/ 5518799 w 12192000"/>
              <a:gd name="connsiteY110" fmla="*/ 1818312 h 2237474"/>
              <a:gd name="connsiteX111" fmla="*/ 5505014 w 12192000"/>
              <a:gd name="connsiteY111" fmla="*/ 1819259 h 2237474"/>
              <a:gd name="connsiteX112" fmla="*/ 5453307 w 12192000"/>
              <a:gd name="connsiteY112" fmla="*/ 1815450 h 2237474"/>
              <a:gd name="connsiteX113" fmla="*/ 5364192 w 12192000"/>
              <a:gd name="connsiteY113" fmla="*/ 1826074 h 2237474"/>
              <a:gd name="connsiteX114" fmla="*/ 5350380 w 12192000"/>
              <a:gd name="connsiteY114" fmla="*/ 1830891 h 2237474"/>
              <a:gd name="connsiteX115" fmla="*/ 5259633 w 12192000"/>
              <a:gd name="connsiteY115" fmla="*/ 1837160 h 2237474"/>
              <a:gd name="connsiteX116" fmla="*/ 5197513 w 12192000"/>
              <a:gd name="connsiteY116" fmla="*/ 1844718 h 2237474"/>
              <a:gd name="connsiteX117" fmla="*/ 5184170 w 12192000"/>
              <a:gd name="connsiteY117" fmla="*/ 1849402 h 2237474"/>
              <a:gd name="connsiteX118" fmla="*/ 5168852 w 12192000"/>
              <a:gd name="connsiteY118" fmla="*/ 1844846 h 2237474"/>
              <a:gd name="connsiteX119" fmla="*/ 5164370 w 12192000"/>
              <a:gd name="connsiteY119" fmla="*/ 1840597 h 2237474"/>
              <a:gd name="connsiteX120" fmla="*/ 5114927 w 12192000"/>
              <a:gd name="connsiteY120" fmla="*/ 1847827 h 2237474"/>
              <a:gd name="connsiteX121" fmla="*/ 5108970 w 12192000"/>
              <a:gd name="connsiteY121" fmla="*/ 1847935 h 2237474"/>
              <a:gd name="connsiteX122" fmla="*/ 5067961 w 12192000"/>
              <a:gd name="connsiteY122" fmla="*/ 1845917 h 2237474"/>
              <a:gd name="connsiteX123" fmla="*/ 5007075 w 12192000"/>
              <a:gd name="connsiteY123" fmla="*/ 1838626 h 2237474"/>
              <a:gd name="connsiteX124" fmla="*/ 4944087 w 12192000"/>
              <a:gd name="connsiteY124" fmla="*/ 1823332 h 2237474"/>
              <a:gd name="connsiteX125" fmla="*/ 4907662 w 12192000"/>
              <a:gd name="connsiteY125" fmla="*/ 1816900 h 2237474"/>
              <a:gd name="connsiteX126" fmla="*/ 4882386 w 12192000"/>
              <a:gd name="connsiteY126" fmla="*/ 1809844 h 2237474"/>
              <a:gd name="connsiteX127" fmla="*/ 4811440 w 12192000"/>
              <a:gd name="connsiteY127" fmla="*/ 1804655 h 2237474"/>
              <a:gd name="connsiteX128" fmla="*/ 4691075 w 12192000"/>
              <a:gd name="connsiteY128" fmla="*/ 1801389 h 2237474"/>
              <a:gd name="connsiteX129" fmla="*/ 4611738 w 12192000"/>
              <a:gd name="connsiteY129" fmla="*/ 1776964 h 2237474"/>
              <a:gd name="connsiteX130" fmla="*/ 4560070 w 12192000"/>
              <a:gd name="connsiteY130" fmla="*/ 1785640 h 2237474"/>
              <a:gd name="connsiteX131" fmla="*/ 4536503 w 12192000"/>
              <a:gd name="connsiteY131" fmla="*/ 1785334 h 2237474"/>
              <a:gd name="connsiteX132" fmla="*/ 4513724 w 12192000"/>
              <a:gd name="connsiteY132" fmla="*/ 1791996 h 2237474"/>
              <a:gd name="connsiteX133" fmla="*/ 4459810 w 12192000"/>
              <a:gd name="connsiteY133" fmla="*/ 1797886 h 2237474"/>
              <a:gd name="connsiteX134" fmla="*/ 4379064 w 12192000"/>
              <a:gd name="connsiteY134" fmla="*/ 1817177 h 2237474"/>
              <a:gd name="connsiteX135" fmla="*/ 4319209 w 12192000"/>
              <a:gd name="connsiteY135" fmla="*/ 1834833 h 2237474"/>
              <a:gd name="connsiteX136" fmla="*/ 4290981 w 12192000"/>
              <a:gd name="connsiteY136" fmla="*/ 1839677 h 2237474"/>
              <a:gd name="connsiteX137" fmla="*/ 4285792 w 12192000"/>
              <a:gd name="connsiteY137" fmla="*/ 1836231 h 2237474"/>
              <a:gd name="connsiteX138" fmla="*/ 4238372 w 12192000"/>
              <a:gd name="connsiteY138" fmla="*/ 1851480 h 2237474"/>
              <a:gd name="connsiteX139" fmla="*/ 4232517 w 12192000"/>
              <a:gd name="connsiteY139" fmla="*/ 1852567 h 2237474"/>
              <a:gd name="connsiteX140" fmla="*/ 4191732 w 12192000"/>
              <a:gd name="connsiteY140" fmla="*/ 1857328 h 2237474"/>
              <a:gd name="connsiteX141" fmla="*/ 4065532 w 12192000"/>
              <a:gd name="connsiteY141" fmla="*/ 1855477 h 2237474"/>
              <a:gd name="connsiteX142" fmla="*/ 4028460 w 12192000"/>
              <a:gd name="connsiteY142" fmla="*/ 1855137 h 2237474"/>
              <a:gd name="connsiteX143" fmla="*/ 4002267 w 12192000"/>
              <a:gd name="connsiteY143" fmla="*/ 1852352 h 2237474"/>
              <a:gd name="connsiteX144" fmla="*/ 3931396 w 12192000"/>
              <a:gd name="connsiteY144" fmla="*/ 1858915 h 2237474"/>
              <a:gd name="connsiteX145" fmla="*/ 3812162 w 12192000"/>
              <a:gd name="connsiteY145" fmla="*/ 1875501 h 2237474"/>
              <a:gd name="connsiteX146" fmla="*/ 3729530 w 12192000"/>
              <a:gd name="connsiteY146" fmla="*/ 1864513 h 2237474"/>
              <a:gd name="connsiteX147" fmla="*/ 3680177 w 12192000"/>
              <a:gd name="connsiteY147" fmla="*/ 1881552 h 2237474"/>
              <a:gd name="connsiteX148" fmla="*/ 3567259 w 12192000"/>
              <a:gd name="connsiteY148" fmla="*/ 1893482 h 2237474"/>
              <a:gd name="connsiteX149" fmla="*/ 3405770 w 12192000"/>
              <a:gd name="connsiteY149" fmla="*/ 1904591 h 2237474"/>
              <a:gd name="connsiteX150" fmla="*/ 3280097 w 12192000"/>
              <a:gd name="connsiteY150" fmla="*/ 1919610 h 2237474"/>
              <a:gd name="connsiteX151" fmla="*/ 3123424 w 12192000"/>
              <a:gd name="connsiteY151" fmla="*/ 1952930 h 2237474"/>
              <a:gd name="connsiteX152" fmla="*/ 3009910 w 12192000"/>
              <a:gd name="connsiteY152" fmla="*/ 1957866 h 2237474"/>
              <a:gd name="connsiteX153" fmla="*/ 2995934 w 12192000"/>
              <a:gd name="connsiteY153" fmla="*/ 1967085 h 2237474"/>
              <a:gd name="connsiteX154" fmla="*/ 2980071 w 12192000"/>
              <a:gd name="connsiteY154" fmla="*/ 1972988 h 2237474"/>
              <a:gd name="connsiteX155" fmla="*/ 2978094 w 12192000"/>
              <a:gd name="connsiteY155" fmla="*/ 1972369 h 2237474"/>
              <a:gd name="connsiteX156" fmla="*/ 2942858 w 12192000"/>
              <a:gd name="connsiteY156" fmla="*/ 1981367 h 2237474"/>
              <a:gd name="connsiteX157" fmla="*/ 2875436 w 12192000"/>
              <a:gd name="connsiteY157" fmla="*/ 1996977 h 2237474"/>
              <a:gd name="connsiteX158" fmla="*/ 2874892 w 12192000"/>
              <a:gd name="connsiteY158" fmla="*/ 1996085 h 2237474"/>
              <a:gd name="connsiteX159" fmla="*/ 2864145 w 12192000"/>
              <a:gd name="connsiteY159" fmla="*/ 1994061 h 2237474"/>
              <a:gd name="connsiteX160" fmla="*/ 2843662 w 12192000"/>
              <a:gd name="connsiteY160" fmla="*/ 1992498 h 2237474"/>
              <a:gd name="connsiteX161" fmla="*/ 2796128 w 12192000"/>
              <a:gd name="connsiteY161" fmla="*/ 1976403 h 2237474"/>
              <a:gd name="connsiteX162" fmla="*/ 2756784 w 12192000"/>
              <a:gd name="connsiteY162" fmla="*/ 1985116 h 2237474"/>
              <a:gd name="connsiteX163" fmla="*/ 2748833 w 12192000"/>
              <a:gd name="connsiteY163" fmla="*/ 1986323 h 2237474"/>
              <a:gd name="connsiteX164" fmla="*/ 2748661 w 12192000"/>
              <a:gd name="connsiteY164" fmla="*/ 1986122 h 2237474"/>
              <a:gd name="connsiteX165" fmla="*/ 2740251 w 12192000"/>
              <a:gd name="connsiteY165" fmla="*/ 1986946 h 2237474"/>
              <a:gd name="connsiteX166" fmla="*/ 2718916 w 12192000"/>
              <a:gd name="connsiteY166" fmla="*/ 1990867 h 2237474"/>
              <a:gd name="connsiteX167" fmla="*/ 2713522 w 12192000"/>
              <a:gd name="connsiteY167" fmla="*/ 1990173 h 2237474"/>
              <a:gd name="connsiteX168" fmla="*/ 2680597 w 12192000"/>
              <a:gd name="connsiteY168" fmla="*/ 1984996 h 2237474"/>
              <a:gd name="connsiteX169" fmla="*/ 2578178 w 12192000"/>
              <a:gd name="connsiteY169" fmla="*/ 1990531 h 2237474"/>
              <a:gd name="connsiteX170" fmla="*/ 2476147 w 12192000"/>
              <a:gd name="connsiteY170" fmla="*/ 1998305 h 2237474"/>
              <a:gd name="connsiteX171" fmla="*/ 2373568 w 12192000"/>
              <a:gd name="connsiteY171" fmla="*/ 2003219 h 2237474"/>
              <a:gd name="connsiteX172" fmla="*/ 2321399 w 12192000"/>
              <a:gd name="connsiteY172" fmla="*/ 1989467 h 2237474"/>
              <a:gd name="connsiteX173" fmla="*/ 2315525 w 12192000"/>
              <a:gd name="connsiteY173" fmla="*/ 1989708 h 2237474"/>
              <a:gd name="connsiteX174" fmla="*/ 2300792 w 12192000"/>
              <a:gd name="connsiteY174" fmla="*/ 1994290 h 2237474"/>
              <a:gd name="connsiteX175" fmla="*/ 2295469 w 12192000"/>
              <a:gd name="connsiteY175" fmla="*/ 1996659 h 2237474"/>
              <a:gd name="connsiteX176" fmla="*/ 2287219 w 12192000"/>
              <a:gd name="connsiteY176" fmla="*/ 1998750 h 2237474"/>
              <a:gd name="connsiteX177" fmla="*/ 2286948 w 12192000"/>
              <a:gd name="connsiteY177" fmla="*/ 1998596 h 2237474"/>
              <a:gd name="connsiteX178" fmla="*/ 2243069 w 12192000"/>
              <a:gd name="connsiteY178" fmla="*/ 2015111 h 2237474"/>
              <a:gd name="connsiteX179" fmla="*/ 2186609 w 12192000"/>
              <a:gd name="connsiteY179" fmla="*/ 2008263 h 2237474"/>
              <a:gd name="connsiteX180" fmla="*/ 2164831 w 12192000"/>
              <a:gd name="connsiteY180" fmla="*/ 2010143 h 2237474"/>
              <a:gd name="connsiteX181" fmla="*/ 2152836 w 12192000"/>
              <a:gd name="connsiteY181" fmla="*/ 2010048 h 2237474"/>
              <a:gd name="connsiteX182" fmla="*/ 2117102 w 12192000"/>
              <a:gd name="connsiteY182" fmla="*/ 2023004 h 2237474"/>
              <a:gd name="connsiteX183" fmla="*/ 2111935 w 12192000"/>
              <a:gd name="connsiteY183" fmla="*/ 2023163 h 2237474"/>
              <a:gd name="connsiteX184" fmla="*/ 2089991 w 12192000"/>
              <a:gd name="connsiteY184" fmla="*/ 2034193 h 2237474"/>
              <a:gd name="connsiteX185" fmla="*/ 2058061 w 12192000"/>
              <a:gd name="connsiteY185" fmla="*/ 2047942 h 2237474"/>
              <a:gd name="connsiteX186" fmla="*/ 2055737 w 12192000"/>
              <a:gd name="connsiteY186" fmla="*/ 2047704 h 2237474"/>
              <a:gd name="connsiteX187" fmla="*/ 2042244 w 12192000"/>
              <a:gd name="connsiteY187" fmla="*/ 2055560 h 2237474"/>
              <a:gd name="connsiteX188" fmla="*/ 1976224 w 12192000"/>
              <a:gd name="connsiteY188" fmla="*/ 2074257 h 2237474"/>
              <a:gd name="connsiteX189" fmla="*/ 1877728 w 12192000"/>
              <a:gd name="connsiteY189" fmla="*/ 2101004 h 2237474"/>
              <a:gd name="connsiteX190" fmla="*/ 1759056 w 12192000"/>
              <a:gd name="connsiteY190" fmla="*/ 2125608 h 2237474"/>
              <a:gd name="connsiteX191" fmla="*/ 1637948 w 12192000"/>
              <a:gd name="connsiteY191" fmla="*/ 2172597 h 2237474"/>
              <a:gd name="connsiteX192" fmla="*/ 1434549 w 12192000"/>
              <a:gd name="connsiteY192" fmla="*/ 2234522 h 2237474"/>
              <a:gd name="connsiteX193" fmla="*/ 1398481 w 12192000"/>
              <a:gd name="connsiteY193" fmla="*/ 2237074 h 2237474"/>
              <a:gd name="connsiteX194" fmla="*/ 1398407 w 12192000"/>
              <a:gd name="connsiteY194" fmla="*/ 2237095 h 2237474"/>
              <a:gd name="connsiteX195" fmla="*/ 1370962 w 12192000"/>
              <a:gd name="connsiteY195" fmla="*/ 2237474 h 2237474"/>
              <a:gd name="connsiteX196" fmla="*/ 1356367 w 12192000"/>
              <a:gd name="connsiteY196" fmla="*/ 2235089 h 2237474"/>
              <a:gd name="connsiteX197" fmla="*/ 1324828 w 12192000"/>
              <a:gd name="connsiteY197" fmla="*/ 2231968 h 2237474"/>
              <a:gd name="connsiteX198" fmla="*/ 1297744 w 12192000"/>
              <a:gd name="connsiteY198" fmla="*/ 2235849 h 2237474"/>
              <a:gd name="connsiteX199" fmla="*/ 1286236 w 12192000"/>
              <a:gd name="connsiteY199" fmla="*/ 2233135 h 2237474"/>
              <a:gd name="connsiteX200" fmla="*/ 1283504 w 12192000"/>
              <a:gd name="connsiteY200" fmla="*/ 2233797 h 2237474"/>
              <a:gd name="connsiteX201" fmla="*/ 1279765 w 12192000"/>
              <a:gd name="connsiteY201" fmla="*/ 2229639 h 2237474"/>
              <a:gd name="connsiteX202" fmla="*/ 1195347 w 12192000"/>
              <a:gd name="connsiteY202" fmla="*/ 2212354 h 2237474"/>
              <a:gd name="connsiteX203" fmla="*/ 970251 w 12192000"/>
              <a:gd name="connsiteY203" fmla="*/ 2221029 h 2237474"/>
              <a:gd name="connsiteX204" fmla="*/ 812914 w 12192000"/>
              <a:gd name="connsiteY204" fmla="*/ 2202752 h 2237474"/>
              <a:gd name="connsiteX205" fmla="*/ 800195 w 12192000"/>
              <a:gd name="connsiteY205" fmla="*/ 2209407 h 2237474"/>
              <a:gd name="connsiteX206" fmla="*/ 784978 w 12192000"/>
              <a:gd name="connsiteY206" fmla="*/ 2212360 h 2237474"/>
              <a:gd name="connsiteX207" fmla="*/ 681987 w 12192000"/>
              <a:gd name="connsiteY207" fmla="*/ 2216757 h 2237474"/>
              <a:gd name="connsiteX208" fmla="*/ 669923 w 12192000"/>
              <a:gd name="connsiteY208" fmla="*/ 2211682 h 2237474"/>
              <a:gd name="connsiteX209" fmla="*/ 648680 w 12192000"/>
              <a:gd name="connsiteY209" fmla="*/ 2206229 h 2237474"/>
              <a:gd name="connsiteX210" fmla="*/ 597225 w 12192000"/>
              <a:gd name="connsiteY210" fmla="*/ 2180999 h 2237474"/>
              <a:gd name="connsiteX211" fmla="*/ 558449 w 12192000"/>
              <a:gd name="connsiteY211" fmla="*/ 2182346 h 2237474"/>
              <a:gd name="connsiteX212" fmla="*/ 550517 w 12192000"/>
              <a:gd name="connsiteY212" fmla="*/ 2182060 h 2237474"/>
              <a:gd name="connsiteX213" fmla="*/ 550309 w 12192000"/>
              <a:gd name="connsiteY213" fmla="*/ 2181825 h 2237474"/>
              <a:gd name="connsiteX214" fmla="*/ 541836 w 12192000"/>
              <a:gd name="connsiteY214" fmla="*/ 2181063 h 2237474"/>
              <a:gd name="connsiteX215" fmla="*/ 536057 w 12192000"/>
              <a:gd name="connsiteY215" fmla="*/ 2181537 h 2237474"/>
              <a:gd name="connsiteX216" fmla="*/ 520671 w 12192000"/>
              <a:gd name="connsiteY216" fmla="*/ 2180980 h 2237474"/>
              <a:gd name="connsiteX217" fmla="*/ 515024 w 12192000"/>
              <a:gd name="connsiteY217" fmla="*/ 2179258 h 2237474"/>
              <a:gd name="connsiteX218" fmla="*/ 512278 w 12192000"/>
              <a:gd name="connsiteY218" fmla="*/ 2176369 h 2237474"/>
              <a:gd name="connsiteX219" fmla="*/ 480419 w 12192000"/>
              <a:gd name="connsiteY219" fmla="*/ 2167807 h 2237474"/>
              <a:gd name="connsiteX220" fmla="*/ 413835 w 12192000"/>
              <a:gd name="connsiteY220" fmla="*/ 2156783 h 2237474"/>
              <a:gd name="connsiteX221" fmla="*/ 376513 w 12192000"/>
              <a:gd name="connsiteY221" fmla="*/ 2154014 h 2237474"/>
              <a:gd name="connsiteX222" fmla="*/ 273386 w 12192000"/>
              <a:gd name="connsiteY222" fmla="*/ 2142551 h 2237474"/>
              <a:gd name="connsiteX223" fmla="*/ 169207 w 12192000"/>
              <a:gd name="connsiteY223" fmla="*/ 2128100 h 2237474"/>
              <a:gd name="connsiteX224" fmla="*/ 93149 w 12192000"/>
              <a:gd name="connsiteY224" fmla="*/ 2105324 h 2237474"/>
              <a:gd name="connsiteX225" fmla="*/ 88109 w 12192000"/>
              <a:gd name="connsiteY225" fmla="*/ 2106704 h 2237474"/>
              <a:gd name="connsiteX226" fmla="*/ 80022 w 12192000"/>
              <a:gd name="connsiteY226" fmla="*/ 2107254 h 2237474"/>
              <a:gd name="connsiteX227" fmla="*/ 79717 w 12192000"/>
              <a:gd name="connsiteY227" fmla="*/ 2107046 h 2237474"/>
              <a:gd name="connsiteX228" fmla="*/ 72352 w 12192000"/>
              <a:gd name="connsiteY228" fmla="*/ 2107991 h 2237474"/>
              <a:gd name="connsiteX229" fmla="*/ 37645 w 12192000"/>
              <a:gd name="connsiteY229" fmla="*/ 2115401 h 2237474"/>
              <a:gd name="connsiteX230" fmla="*/ 4572 w 12192000"/>
              <a:gd name="connsiteY230" fmla="*/ 2111091 h 2237474"/>
              <a:gd name="connsiteX231" fmla="*/ 0 w 12192000"/>
              <a:gd name="connsiteY231" fmla="*/ 2110468 h 2237474"/>
              <a:gd name="connsiteX232" fmla="*/ 0 w 12192000"/>
              <a:gd name="connsiteY23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16595 w 12192000"/>
              <a:gd name="connsiteY98" fmla="*/ 1667475 h 2237474"/>
              <a:gd name="connsiteX99" fmla="*/ 6508541 w 12192000"/>
              <a:gd name="connsiteY99" fmla="*/ 1668757 h 2237474"/>
              <a:gd name="connsiteX100" fmla="*/ 6471012 w 12192000"/>
              <a:gd name="connsiteY100" fmla="*/ 1678604 h 2237474"/>
              <a:gd name="connsiteX101" fmla="*/ 6415265 w 12192000"/>
              <a:gd name="connsiteY101" fmla="*/ 1665317 h 2237474"/>
              <a:gd name="connsiteX102" fmla="*/ 6364035 w 12192000"/>
              <a:gd name="connsiteY102" fmla="*/ 1667683 h 2237474"/>
              <a:gd name="connsiteX103" fmla="*/ 6280959 w 12192000"/>
              <a:gd name="connsiteY103" fmla="*/ 1689329 h 2237474"/>
              <a:gd name="connsiteX104" fmla="*/ 6243319 w 12192000"/>
              <a:gd name="connsiteY104" fmla="*/ 1695560 h 2237474"/>
              <a:gd name="connsiteX105" fmla="*/ 6098321 w 12192000"/>
              <a:gd name="connsiteY105" fmla="*/ 1721646 h 2237474"/>
              <a:gd name="connsiteX106" fmla="*/ 5880652 w 12192000"/>
              <a:gd name="connsiteY106" fmla="*/ 1779643 h 2237474"/>
              <a:gd name="connsiteX107" fmla="*/ 5785959 w 12192000"/>
              <a:gd name="connsiteY107" fmla="*/ 1775307 h 2237474"/>
              <a:gd name="connsiteX108" fmla="*/ 5643534 w 12192000"/>
              <a:gd name="connsiteY108" fmla="*/ 1802919 h 2237474"/>
              <a:gd name="connsiteX109" fmla="*/ 5518799 w 12192000"/>
              <a:gd name="connsiteY109" fmla="*/ 1818312 h 2237474"/>
              <a:gd name="connsiteX110" fmla="*/ 5505014 w 12192000"/>
              <a:gd name="connsiteY110" fmla="*/ 1819259 h 2237474"/>
              <a:gd name="connsiteX111" fmla="*/ 5453307 w 12192000"/>
              <a:gd name="connsiteY111" fmla="*/ 1815450 h 2237474"/>
              <a:gd name="connsiteX112" fmla="*/ 5364192 w 12192000"/>
              <a:gd name="connsiteY112" fmla="*/ 1826074 h 2237474"/>
              <a:gd name="connsiteX113" fmla="*/ 5350380 w 12192000"/>
              <a:gd name="connsiteY113" fmla="*/ 1830891 h 2237474"/>
              <a:gd name="connsiteX114" fmla="*/ 5259633 w 12192000"/>
              <a:gd name="connsiteY114" fmla="*/ 1837160 h 2237474"/>
              <a:gd name="connsiteX115" fmla="*/ 5197513 w 12192000"/>
              <a:gd name="connsiteY115" fmla="*/ 1844718 h 2237474"/>
              <a:gd name="connsiteX116" fmla="*/ 5184170 w 12192000"/>
              <a:gd name="connsiteY116" fmla="*/ 1849402 h 2237474"/>
              <a:gd name="connsiteX117" fmla="*/ 5168852 w 12192000"/>
              <a:gd name="connsiteY117" fmla="*/ 1844846 h 2237474"/>
              <a:gd name="connsiteX118" fmla="*/ 5164370 w 12192000"/>
              <a:gd name="connsiteY118" fmla="*/ 1840597 h 2237474"/>
              <a:gd name="connsiteX119" fmla="*/ 5114927 w 12192000"/>
              <a:gd name="connsiteY119" fmla="*/ 1847827 h 2237474"/>
              <a:gd name="connsiteX120" fmla="*/ 5108970 w 12192000"/>
              <a:gd name="connsiteY120" fmla="*/ 1847935 h 2237474"/>
              <a:gd name="connsiteX121" fmla="*/ 5067961 w 12192000"/>
              <a:gd name="connsiteY121" fmla="*/ 1845917 h 2237474"/>
              <a:gd name="connsiteX122" fmla="*/ 5007075 w 12192000"/>
              <a:gd name="connsiteY122" fmla="*/ 1838626 h 2237474"/>
              <a:gd name="connsiteX123" fmla="*/ 4944087 w 12192000"/>
              <a:gd name="connsiteY123" fmla="*/ 1823332 h 2237474"/>
              <a:gd name="connsiteX124" fmla="*/ 4907662 w 12192000"/>
              <a:gd name="connsiteY124" fmla="*/ 1816900 h 2237474"/>
              <a:gd name="connsiteX125" fmla="*/ 4882386 w 12192000"/>
              <a:gd name="connsiteY125" fmla="*/ 1809844 h 2237474"/>
              <a:gd name="connsiteX126" fmla="*/ 4811440 w 12192000"/>
              <a:gd name="connsiteY126" fmla="*/ 1804655 h 2237474"/>
              <a:gd name="connsiteX127" fmla="*/ 4691075 w 12192000"/>
              <a:gd name="connsiteY127" fmla="*/ 1801389 h 2237474"/>
              <a:gd name="connsiteX128" fmla="*/ 4611738 w 12192000"/>
              <a:gd name="connsiteY128" fmla="*/ 1776964 h 2237474"/>
              <a:gd name="connsiteX129" fmla="*/ 4560070 w 12192000"/>
              <a:gd name="connsiteY129" fmla="*/ 1785640 h 2237474"/>
              <a:gd name="connsiteX130" fmla="*/ 4536503 w 12192000"/>
              <a:gd name="connsiteY130" fmla="*/ 1785334 h 2237474"/>
              <a:gd name="connsiteX131" fmla="*/ 4513724 w 12192000"/>
              <a:gd name="connsiteY131" fmla="*/ 1791996 h 2237474"/>
              <a:gd name="connsiteX132" fmla="*/ 4459810 w 12192000"/>
              <a:gd name="connsiteY132" fmla="*/ 1797886 h 2237474"/>
              <a:gd name="connsiteX133" fmla="*/ 4379064 w 12192000"/>
              <a:gd name="connsiteY133" fmla="*/ 1817177 h 2237474"/>
              <a:gd name="connsiteX134" fmla="*/ 4319209 w 12192000"/>
              <a:gd name="connsiteY134" fmla="*/ 1834833 h 2237474"/>
              <a:gd name="connsiteX135" fmla="*/ 4290981 w 12192000"/>
              <a:gd name="connsiteY135" fmla="*/ 1839677 h 2237474"/>
              <a:gd name="connsiteX136" fmla="*/ 4285792 w 12192000"/>
              <a:gd name="connsiteY136" fmla="*/ 1836231 h 2237474"/>
              <a:gd name="connsiteX137" fmla="*/ 4238372 w 12192000"/>
              <a:gd name="connsiteY137" fmla="*/ 1851480 h 2237474"/>
              <a:gd name="connsiteX138" fmla="*/ 4232517 w 12192000"/>
              <a:gd name="connsiteY138" fmla="*/ 1852567 h 2237474"/>
              <a:gd name="connsiteX139" fmla="*/ 4191732 w 12192000"/>
              <a:gd name="connsiteY139" fmla="*/ 1857328 h 2237474"/>
              <a:gd name="connsiteX140" fmla="*/ 4065532 w 12192000"/>
              <a:gd name="connsiteY140" fmla="*/ 1855477 h 2237474"/>
              <a:gd name="connsiteX141" fmla="*/ 4028460 w 12192000"/>
              <a:gd name="connsiteY141" fmla="*/ 1855137 h 2237474"/>
              <a:gd name="connsiteX142" fmla="*/ 4002267 w 12192000"/>
              <a:gd name="connsiteY142" fmla="*/ 1852352 h 2237474"/>
              <a:gd name="connsiteX143" fmla="*/ 3931396 w 12192000"/>
              <a:gd name="connsiteY143" fmla="*/ 1858915 h 2237474"/>
              <a:gd name="connsiteX144" fmla="*/ 3812162 w 12192000"/>
              <a:gd name="connsiteY144" fmla="*/ 1875501 h 2237474"/>
              <a:gd name="connsiteX145" fmla="*/ 3729530 w 12192000"/>
              <a:gd name="connsiteY145" fmla="*/ 1864513 h 2237474"/>
              <a:gd name="connsiteX146" fmla="*/ 3680177 w 12192000"/>
              <a:gd name="connsiteY146" fmla="*/ 1881552 h 2237474"/>
              <a:gd name="connsiteX147" fmla="*/ 3567259 w 12192000"/>
              <a:gd name="connsiteY147" fmla="*/ 1893482 h 2237474"/>
              <a:gd name="connsiteX148" fmla="*/ 3405770 w 12192000"/>
              <a:gd name="connsiteY148" fmla="*/ 1904591 h 2237474"/>
              <a:gd name="connsiteX149" fmla="*/ 3280097 w 12192000"/>
              <a:gd name="connsiteY149" fmla="*/ 1919610 h 2237474"/>
              <a:gd name="connsiteX150" fmla="*/ 3123424 w 12192000"/>
              <a:gd name="connsiteY150" fmla="*/ 1952930 h 2237474"/>
              <a:gd name="connsiteX151" fmla="*/ 3009910 w 12192000"/>
              <a:gd name="connsiteY151" fmla="*/ 1957866 h 2237474"/>
              <a:gd name="connsiteX152" fmla="*/ 2995934 w 12192000"/>
              <a:gd name="connsiteY152" fmla="*/ 1967085 h 2237474"/>
              <a:gd name="connsiteX153" fmla="*/ 2980071 w 12192000"/>
              <a:gd name="connsiteY153" fmla="*/ 1972988 h 2237474"/>
              <a:gd name="connsiteX154" fmla="*/ 2978094 w 12192000"/>
              <a:gd name="connsiteY154" fmla="*/ 1972369 h 2237474"/>
              <a:gd name="connsiteX155" fmla="*/ 2942858 w 12192000"/>
              <a:gd name="connsiteY155" fmla="*/ 1981367 h 2237474"/>
              <a:gd name="connsiteX156" fmla="*/ 2875436 w 12192000"/>
              <a:gd name="connsiteY156" fmla="*/ 1996977 h 2237474"/>
              <a:gd name="connsiteX157" fmla="*/ 2874892 w 12192000"/>
              <a:gd name="connsiteY157" fmla="*/ 1996085 h 2237474"/>
              <a:gd name="connsiteX158" fmla="*/ 2864145 w 12192000"/>
              <a:gd name="connsiteY158" fmla="*/ 1994061 h 2237474"/>
              <a:gd name="connsiteX159" fmla="*/ 2843662 w 12192000"/>
              <a:gd name="connsiteY159" fmla="*/ 1992498 h 2237474"/>
              <a:gd name="connsiteX160" fmla="*/ 2796128 w 12192000"/>
              <a:gd name="connsiteY160" fmla="*/ 1976403 h 2237474"/>
              <a:gd name="connsiteX161" fmla="*/ 2756784 w 12192000"/>
              <a:gd name="connsiteY161" fmla="*/ 1985116 h 2237474"/>
              <a:gd name="connsiteX162" fmla="*/ 2748833 w 12192000"/>
              <a:gd name="connsiteY162" fmla="*/ 1986323 h 2237474"/>
              <a:gd name="connsiteX163" fmla="*/ 2748661 w 12192000"/>
              <a:gd name="connsiteY163" fmla="*/ 1986122 h 2237474"/>
              <a:gd name="connsiteX164" fmla="*/ 2740251 w 12192000"/>
              <a:gd name="connsiteY164" fmla="*/ 1986946 h 2237474"/>
              <a:gd name="connsiteX165" fmla="*/ 2718916 w 12192000"/>
              <a:gd name="connsiteY165" fmla="*/ 1990867 h 2237474"/>
              <a:gd name="connsiteX166" fmla="*/ 2713522 w 12192000"/>
              <a:gd name="connsiteY166" fmla="*/ 1990173 h 2237474"/>
              <a:gd name="connsiteX167" fmla="*/ 2680597 w 12192000"/>
              <a:gd name="connsiteY167" fmla="*/ 1984996 h 2237474"/>
              <a:gd name="connsiteX168" fmla="*/ 2578178 w 12192000"/>
              <a:gd name="connsiteY168" fmla="*/ 1990531 h 2237474"/>
              <a:gd name="connsiteX169" fmla="*/ 2476147 w 12192000"/>
              <a:gd name="connsiteY169" fmla="*/ 1998305 h 2237474"/>
              <a:gd name="connsiteX170" fmla="*/ 2373568 w 12192000"/>
              <a:gd name="connsiteY170" fmla="*/ 2003219 h 2237474"/>
              <a:gd name="connsiteX171" fmla="*/ 2321399 w 12192000"/>
              <a:gd name="connsiteY171" fmla="*/ 1989467 h 2237474"/>
              <a:gd name="connsiteX172" fmla="*/ 2315525 w 12192000"/>
              <a:gd name="connsiteY172" fmla="*/ 1989708 h 2237474"/>
              <a:gd name="connsiteX173" fmla="*/ 2300792 w 12192000"/>
              <a:gd name="connsiteY173" fmla="*/ 1994290 h 2237474"/>
              <a:gd name="connsiteX174" fmla="*/ 2295469 w 12192000"/>
              <a:gd name="connsiteY174" fmla="*/ 1996659 h 2237474"/>
              <a:gd name="connsiteX175" fmla="*/ 2287219 w 12192000"/>
              <a:gd name="connsiteY175" fmla="*/ 1998750 h 2237474"/>
              <a:gd name="connsiteX176" fmla="*/ 2286948 w 12192000"/>
              <a:gd name="connsiteY176" fmla="*/ 1998596 h 2237474"/>
              <a:gd name="connsiteX177" fmla="*/ 2243069 w 12192000"/>
              <a:gd name="connsiteY177" fmla="*/ 2015111 h 2237474"/>
              <a:gd name="connsiteX178" fmla="*/ 2186609 w 12192000"/>
              <a:gd name="connsiteY178" fmla="*/ 2008263 h 2237474"/>
              <a:gd name="connsiteX179" fmla="*/ 2164831 w 12192000"/>
              <a:gd name="connsiteY179" fmla="*/ 2010143 h 2237474"/>
              <a:gd name="connsiteX180" fmla="*/ 2152836 w 12192000"/>
              <a:gd name="connsiteY180" fmla="*/ 2010048 h 2237474"/>
              <a:gd name="connsiteX181" fmla="*/ 2117102 w 12192000"/>
              <a:gd name="connsiteY181" fmla="*/ 2023004 h 2237474"/>
              <a:gd name="connsiteX182" fmla="*/ 2111935 w 12192000"/>
              <a:gd name="connsiteY182" fmla="*/ 2023163 h 2237474"/>
              <a:gd name="connsiteX183" fmla="*/ 2089991 w 12192000"/>
              <a:gd name="connsiteY183" fmla="*/ 2034193 h 2237474"/>
              <a:gd name="connsiteX184" fmla="*/ 2058061 w 12192000"/>
              <a:gd name="connsiteY184" fmla="*/ 2047942 h 2237474"/>
              <a:gd name="connsiteX185" fmla="*/ 2055737 w 12192000"/>
              <a:gd name="connsiteY185" fmla="*/ 2047704 h 2237474"/>
              <a:gd name="connsiteX186" fmla="*/ 2042244 w 12192000"/>
              <a:gd name="connsiteY186" fmla="*/ 2055560 h 2237474"/>
              <a:gd name="connsiteX187" fmla="*/ 1976224 w 12192000"/>
              <a:gd name="connsiteY187" fmla="*/ 2074257 h 2237474"/>
              <a:gd name="connsiteX188" fmla="*/ 1877728 w 12192000"/>
              <a:gd name="connsiteY188" fmla="*/ 2101004 h 2237474"/>
              <a:gd name="connsiteX189" fmla="*/ 1759056 w 12192000"/>
              <a:gd name="connsiteY189" fmla="*/ 2125608 h 2237474"/>
              <a:gd name="connsiteX190" fmla="*/ 1637948 w 12192000"/>
              <a:gd name="connsiteY190" fmla="*/ 2172597 h 2237474"/>
              <a:gd name="connsiteX191" fmla="*/ 1434549 w 12192000"/>
              <a:gd name="connsiteY191" fmla="*/ 2234522 h 2237474"/>
              <a:gd name="connsiteX192" fmla="*/ 1398481 w 12192000"/>
              <a:gd name="connsiteY192" fmla="*/ 2237074 h 2237474"/>
              <a:gd name="connsiteX193" fmla="*/ 1398407 w 12192000"/>
              <a:gd name="connsiteY193" fmla="*/ 2237095 h 2237474"/>
              <a:gd name="connsiteX194" fmla="*/ 1370962 w 12192000"/>
              <a:gd name="connsiteY194" fmla="*/ 2237474 h 2237474"/>
              <a:gd name="connsiteX195" fmla="*/ 1356367 w 12192000"/>
              <a:gd name="connsiteY195" fmla="*/ 2235089 h 2237474"/>
              <a:gd name="connsiteX196" fmla="*/ 1324828 w 12192000"/>
              <a:gd name="connsiteY196" fmla="*/ 2231968 h 2237474"/>
              <a:gd name="connsiteX197" fmla="*/ 1297744 w 12192000"/>
              <a:gd name="connsiteY197" fmla="*/ 2235849 h 2237474"/>
              <a:gd name="connsiteX198" fmla="*/ 1286236 w 12192000"/>
              <a:gd name="connsiteY198" fmla="*/ 2233135 h 2237474"/>
              <a:gd name="connsiteX199" fmla="*/ 1283504 w 12192000"/>
              <a:gd name="connsiteY199" fmla="*/ 2233797 h 2237474"/>
              <a:gd name="connsiteX200" fmla="*/ 1279765 w 12192000"/>
              <a:gd name="connsiteY200" fmla="*/ 2229639 h 2237474"/>
              <a:gd name="connsiteX201" fmla="*/ 1195347 w 12192000"/>
              <a:gd name="connsiteY201" fmla="*/ 2212354 h 2237474"/>
              <a:gd name="connsiteX202" fmla="*/ 970251 w 12192000"/>
              <a:gd name="connsiteY202" fmla="*/ 2221029 h 2237474"/>
              <a:gd name="connsiteX203" fmla="*/ 812914 w 12192000"/>
              <a:gd name="connsiteY203" fmla="*/ 2202752 h 2237474"/>
              <a:gd name="connsiteX204" fmla="*/ 800195 w 12192000"/>
              <a:gd name="connsiteY204" fmla="*/ 2209407 h 2237474"/>
              <a:gd name="connsiteX205" fmla="*/ 784978 w 12192000"/>
              <a:gd name="connsiteY205" fmla="*/ 2212360 h 2237474"/>
              <a:gd name="connsiteX206" fmla="*/ 681987 w 12192000"/>
              <a:gd name="connsiteY206" fmla="*/ 2216757 h 2237474"/>
              <a:gd name="connsiteX207" fmla="*/ 669923 w 12192000"/>
              <a:gd name="connsiteY207" fmla="*/ 2211682 h 2237474"/>
              <a:gd name="connsiteX208" fmla="*/ 648680 w 12192000"/>
              <a:gd name="connsiteY208" fmla="*/ 2206229 h 2237474"/>
              <a:gd name="connsiteX209" fmla="*/ 597225 w 12192000"/>
              <a:gd name="connsiteY209" fmla="*/ 2180999 h 2237474"/>
              <a:gd name="connsiteX210" fmla="*/ 558449 w 12192000"/>
              <a:gd name="connsiteY210" fmla="*/ 2182346 h 2237474"/>
              <a:gd name="connsiteX211" fmla="*/ 550517 w 12192000"/>
              <a:gd name="connsiteY211" fmla="*/ 2182060 h 2237474"/>
              <a:gd name="connsiteX212" fmla="*/ 550309 w 12192000"/>
              <a:gd name="connsiteY212" fmla="*/ 2181825 h 2237474"/>
              <a:gd name="connsiteX213" fmla="*/ 541836 w 12192000"/>
              <a:gd name="connsiteY213" fmla="*/ 2181063 h 2237474"/>
              <a:gd name="connsiteX214" fmla="*/ 536057 w 12192000"/>
              <a:gd name="connsiteY214" fmla="*/ 2181537 h 2237474"/>
              <a:gd name="connsiteX215" fmla="*/ 520671 w 12192000"/>
              <a:gd name="connsiteY215" fmla="*/ 2180980 h 2237474"/>
              <a:gd name="connsiteX216" fmla="*/ 515024 w 12192000"/>
              <a:gd name="connsiteY216" fmla="*/ 2179258 h 2237474"/>
              <a:gd name="connsiteX217" fmla="*/ 512278 w 12192000"/>
              <a:gd name="connsiteY217" fmla="*/ 2176369 h 2237474"/>
              <a:gd name="connsiteX218" fmla="*/ 480419 w 12192000"/>
              <a:gd name="connsiteY218" fmla="*/ 2167807 h 2237474"/>
              <a:gd name="connsiteX219" fmla="*/ 413835 w 12192000"/>
              <a:gd name="connsiteY219" fmla="*/ 2156783 h 2237474"/>
              <a:gd name="connsiteX220" fmla="*/ 376513 w 12192000"/>
              <a:gd name="connsiteY220" fmla="*/ 2154014 h 2237474"/>
              <a:gd name="connsiteX221" fmla="*/ 273386 w 12192000"/>
              <a:gd name="connsiteY221" fmla="*/ 2142551 h 2237474"/>
              <a:gd name="connsiteX222" fmla="*/ 169207 w 12192000"/>
              <a:gd name="connsiteY222" fmla="*/ 2128100 h 2237474"/>
              <a:gd name="connsiteX223" fmla="*/ 93149 w 12192000"/>
              <a:gd name="connsiteY223" fmla="*/ 2105324 h 2237474"/>
              <a:gd name="connsiteX224" fmla="*/ 88109 w 12192000"/>
              <a:gd name="connsiteY224" fmla="*/ 2106704 h 2237474"/>
              <a:gd name="connsiteX225" fmla="*/ 80022 w 12192000"/>
              <a:gd name="connsiteY225" fmla="*/ 2107254 h 2237474"/>
              <a:gd name="connsiteX226" fmla="*/ 79717 w 12192000"/>
              <a:gd name="connsiteY226" fmla="*/ 2107046 h 2237474"/>
              <a:gd name="connsiteX227" fmla="*/ 72352 w 12192000"/>
              <a:gd name="connsiteY227" fmla="*/ 2107991 h 2237474"/>
              <a:gd name="connsiteX228" fmla="*/ 37645 w 12192000"/>
              <a:gd name="connsiteY228" fmla="*/ 2115401 h 2237474"/>
              <a:gd name="connsiteX229" fmla="*/ 4572 w 12192000"/>
              <a:gd name="connsiteY229" fmla="*/ 2111091 h 2237474"/>
              <a:gd name="connsiteX230" fmla="*/ 0 w 12192000"/>
              <a:gd name="connsiteY230" fmla="*/ 2110468 h 2237474"/>
              <a:gd name="connsiteX231" fmla="*/ 0 w 12192000"/>
              <a:gd name="connsiteY23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16595 w 12192000"/>
              <a:gd name="connsiteY97" fmla="*/ 1667475 h 2237474"/>
              <a:gd name="connsiteX98" fmla="*/ 6508541 w 12192000"/>
              <a:gd name="connsiteY98" fmla="*/ 1668757 h 2237474"/>
              <a:gd name="connsiteX99" fmla="*/ 6471012 w 12192000"/>
              <a:gd name="connsiteY99" fmla="*/ 1678604 h 2237474"/>
              <a:gd name="connsiteX100" fmla="*/ 6415265 w 12192000"/>
              <a:gd name="connsiteY100" fmla="*/ 1665317 h 2237474"/>
              <a:gd name="connsiteX101" fmla="*/ 6364035 w 12192000"/>
              <a:gd name="connsiteY101" fmla="*/ 1667683 h 2237474"/>
              <a:gd name="connsiteX102" fmla="*/ 6280959 w 12192000"/>
              <a:gd name="connsiteY102" fmla="*/ 1689329 h 2237474"/>
              <a:gd name="connsiteX103" fmla="*/ 6243319 w 12192000"/>
              <a:gd name="connsiteY103" fmla="*/ 1695560 h 2237474"/>
              <a:gd name="connsiteX104" fmla="*/ 6098321 w 12192000"/>
              <a:gd name="connsiteY104" fmla="*/ 1721646 h 2237474"/>
              <a:gd name="connsiteX105" fmla="*/ 5880652 w 12192000"/>
              <a:gd name="connsiteY105" fmla="*/ 1779643 h 2237474"/>
              <a:gd name="connsiteX106" fmla="*/ 5785959 w 12192000"/>
              <a:gd name="connsiteY106" fmla="*/ 1775307 h 2237474"/>
              <a:gd name="connsiteX107" fmla="*/ 5643534 w 12192000"/>
              <a:gd name="connsiteY107" fmla="*/ 1802919 h 2237474"/>
              <a:gd name="connsiteX108" fmla="*/ 5518799 w 12192000"/>
              <a:gd name="connsiteY108" fmla="*/ 1818312 h 2237474"/>
              <a:gd name="connsiteX109" fmla="*/ 5505014 w 12192000"/>
              <a:gd name="connsiteY109" fmla="*/ 1819259 h 2237474"/>
              <a:gd name="connsiteX110" fmla="*/ 5453307 w 12192000"/>
              <a:gd name="connsiteY110" fmla="*/ 1815450 h 2237474"/>
              <a:gd name="connsiteX111" fmla="*/ 5364192 w 12192000"/>
              <a:gd name="connsiteY111" fmla="*/ 1826074 h 2237474"/>
              <a:gd name="connsiteX112" fmla="*/ 5350380 w 12192000"/>
              <a:gd name="connsiteY112" fmla="*/ 1830891 h 2237474"/>
              <a:gd name="connsiteX113" fmla="*/ 5259633 w 12192000"/>
              <a:gd name="connsiteY113" fmla="*/ 1837160 h 2237474"/>
              <a:gd name="connsiteX114" fmla="*/ 5197513 w 12192000"/>
              <a:gd name="connsiteY114" fmla="*/ 1844718 h 2237474"/>
              <a:gd name="connsiteX115" fmla="*/ 5184170 w 12192000"/>
              <a:gd name="connsiteY115" fmla="*/ 1849402 h 2237474"/>
              <a:gd name="connsiteX116" fmla="*/ 5168852 w 12192000"/>
              <a:gd name="connsiteY116" fmla="*/ 1844846 h 2237474"/>
              <a:gd name="connsiteX117" fmla="*/ 5164370 w 12192000"/>
              <a:gd name="connsiteY117" fmla="*/ 1840597 h 2237474"/>
              <a:gd name="connsiteX118" fmla="*/ 5114927 w 12192000"/>
              <a:gd name="connsiteY118" fmla="*/ 1847827 h 2237474"/>
              <a:gd name="connsiteX119" fmla="*/ 5108970 w 12192000"/>
              <a:gd name="connsiteY119" fmla="*/ 1847935 h 2237474"/>
              <a:gd name="connsiteX120" fmla="*/ 5067961 w 12192000"/>
              <a:gd name="connsiteY120" fmla="*/ 1845917 h 2237474"/>
              <a:gd name="connsiteX121" fmla="*/ 5007075 w 12192000"/>
              <a:gd name="connsiteY121" fmla="*/ 1838626 h 2237474"/>
              <a:gd name="connsiteX122" fmla="*/ 4944087 w 12192000"/>
              <a:gd name="connsiteY122" fmla="*/ 1823332 h 2237474"/>
              <a:gd name="connsiteX123" fmla="*/ 4907662 w 12192000"/>
              <a:gd name="connsiteY123" fmla="*/ 1816900 h 2237474"/>
              <a:gd name="connsiteX124" fmla="*/ 4882386 w 12192000"/>
              <a:gd name="connsiteY124" fmla="*/ 1809844 h 2237474"/>
              <a:gd name="connsiteX125" fmla="*/ 4811440 w 12192000"/>
              <a:gd name="connsiteY125" fmla="*/ 1804655 h 2237474"/>
              <a:gd name="connsiteX126" fmla="*/ 4691075 w 12192000"/>
              <a:gd name="connsiteY126" fmla="*/ 1801389 h 2237474"/>
              <a:gd name="connsiteX127" fmla="*/ 4611738 w 12192000"/>
              <a:gd name="connsiteY127" fmla="*/ 1776964 h 2237474"/>
              <a:gd name="connsiteX128" fmla="*/ 4560070 w 12192000"/>
              <a:gd name="connsiteY128" fmla="*/ 1785640 h 2237474"/>
              <a:gd name="connsiteX129" fmla="*/ 4536503 w 12192000"/>
              <a:gd name="connsiteY129" fmla="*/ 1785334 h 2237474"/>
              <a:gd name="connsiteX130" fmla="*/ 4513724 w 12192000"/>
              <a:gd name="connsiteY130" fmla="*/ 1791996 h 2237474"/>
              <a:gd name="connsiteX131" fmla="*/ 4459810 w 12192000"/>
              <a:gd name="connsiteY131" fmla="*/ 1797886 h 2237474"/>
              <a:gd name="connsiteX132" fmla="*/ 4379064 w 12192000"/>
              <a:gd name="connsiteY132" fmla="*/ 1817177 h 2237474"/>
              <a:gd name="connsiteX133" fmla="*/ 4319209 w 12192000"/>
              <a:gd name="connsiteY133" fmla="*/ 1834833 h 2237474"/>
              <a:gd name="connsiteX134" fmla="*/ 4290981 w 12192000"/>
              <a:gd name="connsiteY134" fmla="*/ 1839677 h 2237474"/>
              <a:gd name="connsiteX135" fmla="*/ 4285792 w 12192000"/>
              <a:gd name="connsiteY135" fmla="*/ 1836231 h 2237474"/>
              <a:gd name="connsiteX136" fmla="*/ 4238372 w 12192000"/>
              <a:gd name="connsiteY136" fmla="*/ 1851480 h 2237474"/>
              <a:gd name="connsiteX137" fmla="*/ 4232517 w 12192000"/>
              <a:gd name="connsiteY137" fmla="*/ 1852567 h 2237474"/>
              <a:gd name="connsiteX138" fmla="*/ 4191732 w 12192000"/>
              <a:gd name="connsiteY138" fmla="*/ 1857328 h 2237474"/>
              <a:gd name="connsiteX139" fmla="*/ 4065532 w 12192000"/>
              <a:gd name="connsiteY139" fmla="*/ 1855477 h 2237474"/>
              <a:gd name="connsiteX140" fmla="*/ 4028460 w 12192000"/>
              <a:gd name="connsiteY140" fmla="*/ 1855137 h 2237474"/>
              <a:gd name="connsiteX141" fmla="*/ 4002267 w 12192000"/>
              <a:gd name="connsiteY141" fmla="*/ 1852352 h 2237474"/>
              <a:gd name="connsiteX142" fmla="*/ 3931396 w 12192000"/>
              <a:gd name="connsiteY142" fmla="*/ 1858915 h 2237474"/>
              <a:gd name="connsiteX143" fmla="*/ 3812162 w 12192000"/>
              <a:gd name="connsiteY143" fmla="*/ 1875501 h 2237474"/>
              <a:gd name="connsiteX144" fmla="*/ 3729530 w 12192000"/>
              <a:gd name="connsiteY144" fmla="*/ 1864513 h 2237474"/>
              <a:gd name="connsiteX145" fmla="*/ 3680177 w 12192000"/>
              <a:gd name="connsiteY145" fmla="*/ 1881552 h 2237474"/>
              <a:gd name="connsiteX146" fmla="*/ 3567259 w 12192000"/>
              <a:gd name="connsiteY146" fmla="*/ 1893482 h 2237474"/>
              <a:gd name="connsiteX147" fmla="*/ 3405770 w 12192000"/>
              <a:gd name="connsiteY147" fmla="*/ 1904591 h 2237474"/>
              <a:gd name="connsiteX148" fmla="*/ 3280097 w 12192000"/>
              <a:gd name="connsiteY148" fmla="*/ 1919610 h 2237474"/>
              <a:gd name="connsiteX149" fmla="*/ 3123424 w 12192000"/>
              <a:gd name="connsiteY149" fmla="*/ 1952930 h 2237474"/>
              <a:gd name="connsiteX150" fmla="*/ 3009910 w 12192000"/>
              <a:gd name="connsiteY150" fmla="*/ 1957866 h 2237474"/>
              <a:gd name="connsiteX151" fmla="*/ 2995934 w 12192000"/>
              <a:gd name="connsiteY151" fmla="*/ 1967085 h 2237474"/>
              <a:gd name="connsiteX152" fmla="*/ 2980071 w 12192000"/>
              <a:gd name="connsiteY152" fmla="*/ 1972988 h 2237474"/>
              <a:gd name="connsiteX153" fmla="*/ 2978094 w 12192000"/>
              <a:gd name="connsiteY153" fmla="*/ 1972369 h 2237474"/>
              <a:gd name="connsiteX154" fmla="*/ 2942858 w 12192000"/>
              <a:gd name="connsiteY154" fmla="*/ 1981367 h 2237474"/>
              <a:gd name="connsiteX155" fmla="*/ 2875436 w 12192000"/>
              <a:gd name="connsiteY155" fmla="*/ 1996977 h 2237474"/>
              <a:gd name="connsiteX156" fmla="*/ 2874892 w 12192000"/>
              <a:gd name="connsiteY156" fmla="*/ 1996085 h 2237474"/>
              <a:gd name="connsiteX157" fmla="*/ 2864145 w 12192000"/>
              <a:gd name="connsiteY157" fmla="*/ 1994061 h 2237474"/>
              <a:gd name="connsiteX158" fmla="*/ 2843662 w 12192000"/>
              <a:gd name="connsiteY158" fmla="*/ 1992498 h 2237474"/>
              <a:gd name="connsiteX159" fmla="*/ 2796128 w 12192000"/>
              <a:gd name="connsiteY159" fmla="*/ 1976403 h 2237474"/>
              <a:gd name="connsiteX160" fmla="*/ 2756784 w 12192000"/>
              <a:gd name="connsiteY160" fmla="*/ 1985116 h 2237474"/>
              <a:gd name="connsiteX161" fmla="*/ 2748833 w 12192000"/>
              <a:gd name="connsiteY161" fmla="*/ 1986323 h 2237474"/>
              <a:gd name="connsiteX162" fmla="*/ 2748661 w 12192000"/>
              <a:gd name="connsiteY162" fmla="*/ 1986122 h 2237474"/>
              <a:gd name="connsiteX163" fmla="*/ 2740251 w 12192000"/>
              <a:gd name="connsiteY163" fmla="*/ 1986946 h 2237474"/>
              <a:gd name="connsiteX164" fmla="*/ 2718916 w 12192000"/>
              <a:gd name="connsiteY164" fmla="*/ 1990867 h 2237474"/>
              <a:gd name="connsiteX165" fmla="*/ 2713522 w 12192000"/>
              <a:gd name="connsiteY165" fmla="*/ 1990173 h 2237474"/>
              <a:gd name="connsiteX166" fmla="*/ 2680597 w 12192000"/>
              <a:gd name="connsiteY166" fmla="*/ 1984996 h 2237474"/>
              <a:gd name="connsiteX167" fmla="*/ 2578178 w 12192000"/>
              <a:gd name="connsiteY167" fmla="*/ 1990531 h 2237474"/>
              <a:gd name="connsiteX168" fmla="*/ 2476147 w 12192000"/>
              <a:gd name="connsiteY168" fmla="*/ 1998305 h 2237474"/>
              <a:gd name="connsiteX169" fmla="*/ 2373568 w 12192000"/>
              <a:gd name="connsiteY169" fmla="*/ 2003219 h 2237474"/>
              <a:gd name="connsiteX170" fmla="*/ 2321399 w 12192000"/>
              <a:gd name="connsiteY170" fmla="*/ 1989467 h 2237474"/>
              <a:gd name="connsiteX171" fmla="*/ 2315525 w 12192000"/>
              <a:gd name="connsiteY171" fmla="*/ 1989708 h 2237474"/>
              <a:gd name="connsiteX172" fmla="*/ 2300792 w 12192000"/>
              <a:gd name="connsiteY172" fmla="*/ 1994290 h 2237474"/>
              <a:gd name="connsiteX173" fmla="*/ 2295469 w 12192000"/>
              <a:gd name="connsiteY173" fmla="*/ 1996659 h 2237474"/>
              <a:gd name="connsiteX174" fmla="*/ 2287219 w 12192000"/>
              <a:gd name="connsiteY174" fmla="*/ 1998750 h 2237474"/>
              <a:gd name="connsiteX175" fmla="*/ 2286948 w 12192000"/>
              <a:gd name="connsiteY175" fmla="*/ 1998596 h 2237474"/>
              <a:gd name="connsiteX176" fmla="*/ 2243069 w 12192000"/>
              <a:gd name="connsiteY176" fmla="*/ 2015111 h 2237474"/>
              <a:gd name="connsiteX177" fmla="*/ 2186609 w 12192000"/>
              <a:gd name="connsiteY177" fmla="*/ 2008263 h 2237474"/>
              <a:gd name="connsiteX178" fmla="*/ 2164831 w 12192000"/>
              <a:gd name="connsiteY178" fmla="*/ 2010143 h 2237474"/>
              <a:gd name="connsiteX179" fmla="*/ 2152836 w 12192000"/>
              <a:gd name="connsiteY179" fmla="*/ 2010048 h 2237474"/>
              <a:gd name="connsiteX180" fmla="*/ 2117102 w 12192000"/>
              <a:gd name="connsiteY180" fmla="*/ 2023004 h 2237474"/>
              <a:gd name="connsiteX181" fmla="*/ 2111935 w 12192000"/>
              <a:gd name="connsiteY181" fmla="*/ 2023163 h 2237474"/>
              <a:gd name="connsiteX182" fmla="*/ 2089991 w 12192000"/>
              <a:gd name="connsiteY182" fmla="*/ 2034193 h 2237474"/>
              <a:gd name="connsiteX183" fmla="*/ 2058061 w 12192000"/>
              <a:gd name="connsiteY183" fmla="*/ 2047942 h 2237474"/>
              <a:gd name="connsiteX184" fmla="*/ 2055737 w 12192000"/>
              <a:gd name="connsiteY184" fmla="*/ 2047704 h 2237474"/>
              <a:gd name="connsiteX185" fmla="*/ 2042244 w 12192000"/>
              <a:gd name="connsiteY185" fmla="*/ 2055560 h 2237474"/>
              <a:gd name="connsiteX186" fmla="*/ 1976224 w 12192000"/>
              <a:gd name="connsiteY186" fmla="*/ 2074257 h 2237474"/>
              <a:gd name="connsiteX187" fmla="*/ 1877728 w 12192000"/>
              <a:gd name="connsiteY187" fmla="*/ 2101004 h 2237474"/>
              <a:gd name="connsiteX188" fmla="*/ 1759056 w 12192000"/>
              <a:gd name="connsiteY188" fmla="*/ 2125608 h 2237474"/>
              <a:gd name="connsiteX189" fmla="*/ 1637948 w 12192000"/>
              <a:gd name="connsiteY189" fmla="*/ 2172597 h 2237474"/>
              <a:gd name="connsiteX190" fmla="*/ 1434549 w 12192000"/>
              <a:gd name="connsiteY190" fmla="*/ 2234522 h 2237474"/>
              <a:gd name="connsiteX191" fmla="*/ 1398481 w 12192000"/>
              <a:gd name="connsiteY191" fmla="*/ 2237074 h 2237474"/>
              <a:gd name="connsiteX192" fmla="*/ 1398407 w 12192000"/>
              <a:gd name="connsiteY192" fmla="*/ 2237095 h 2237474"/>
              <a:gd name="connsiteX193" fmla="*/ 1370962 w 12192000"/>
              <a:gd name="connsiteY193" fmla="*/ 2237474 h 2237474"/>
              <a:gd name="connsiteX194" fmla="*/ 1356367 w 12192000"/>
              <a:gd name="connsiteY194" fmla="*/ 2235089 h 2237474"/>
              <a:gd name="connsiteX195" fmla="*/ 1324828 w 12192000"/>
              <a:gd name="connsiteY195" fmla="*/ 2231968 h 2237474"/>
              <a:gd name="connsiteX196" fmla="*/ 1297744 w 12192000"/>
              <a:gd name="connsiteY196" fmla="*/ 2235849 h 2237474"/>
              <a:gd name="connsiteX197" fmla="*/ 1286236 w 12192000"/>
              <a:gd name="connsiteY197" fmla="*/ 2233135 h 2237474"/>
              <a:gd name="connsiteX198" fmla="*/ 1283504 w 12192000"/>
              <a:gd name="connsiteY198" fmla="*/ 2233797 h 2237474"/>
              <a:gd name="connsiteX199" fmla="*/ 1279765 w 12192000"/>
              <a:gd name="connsiteY199" fmla="*/ 2229639 h 2237474"/>
              <a:gd name="connsiteX200" fmla="*/ 1195347 w 12192000"/>
              <a:gd name="connsiteY200" fmla="*/ 2212354 h 2237474"/>
              <a:gd name="connsiteX201" fmla="*/ 970251 w 12192000"/>
              <a:gd name="connsiteY201" fmla="*/ 2221029 h 2237474"/>
              <a:gd name="connsiteX202" fmla="*/ 812914 w 12192000"/>
              <a:gd name="connsiteY202" fmla="*/ 2202752 h 2237474"/>
              <a:gd name="connsiteX203" fmla="*/ 800195 w 12192000"/>
              <a:gd name="connsiteY203" fmla="*/ 2209407 h 2237474"/>
              <a:gd name="connsiteX204" fmla="*/ 784978 w 12192000"/>
              <a:gd name="connsiteY204" fmla="*/ 2212360 h 2237474"/>
              <a:gd name="connsiteX205" fmla="*/ 681987 w 12192000"/>
              <a:gd name="connsiteY205" fmla="*/ 2216757 h 2237474"/>
              <a:gd name="connsiteX206" fmla="*/ 669923 w 12192000"/>
              <a:gd name="connsiteY206" fmla="*/ 2211682 h 2237474"/>
              <a:gd name="connsiteX207" fmla="*/ 648680 w 12192000"/>
              <a:gd name="connsiteY207" fmla="*/ 2206229 h 2237474"/>
              <a:gd name="connsiteX208" fmla="*/ 597225 w 12192000"/>
              <a:gd name="connsiteY208" fmla="*/ 2180999 h 2237474"/>
              <a:gd name="connsiteX209" fmla="*/ 558449 w 12192000"/>
              <a:gd name="connsiteY209" fmla="*/ 2182346 h 2237474"/>
              <a:gd name="connsiteX210" fmla="*/ 550517 w 12192000"/>
              <a:gd name="connsiteY210" fmla="*/ 2182060 h 2237474"/>
              <a:gd name="connsiteX211" fmla="*/ 550309 w 12192000"/>
              <a:gd name="connsiteY211" fmla="*/ 2181825 h 2237474"/>
              <a:gd name="connsiteX212" fmla="*/ 541836 w 12192000"/>
              <a:gd name="connsiteY212" fmla="*/ 2181063 h 2237474"/>
              <a:gd name="connsiteX213" fmla="*/ 536057 w 12192000"/>
              <a:gd name="connsiteY213" fmla="*/ 2181537 h 2237474"/>
              <a:gd name="connsiteX214" fmla="*/ 520671 w 12192000"/>
              <a:gd name="connsiteY214" fmla="*/ 2180980 h 2237474"/>
              <a:gd name="connsiteX215" fmla="*/ 515024 w 12192000"/>
              <a:gd name="connsiteY215" fmla="*/ 2179258 h 2237474"/>
              <a:gd name="connsiteX216" fmla="*/ 512278 w 12192000"/>
              <a:gd name="connsiteY216" fmla="*/ 2176369 h 2237474"/>
              <a:gd name="connsiteX217" fmla="*/ 480419 w 12192000"/>
              <a:gd name="connsiteY217" fmla="*/ 2167807 h 2237474"/>
              <a:gd name="connsiteX218" fmla="*/ 413835 w 12192000"/>
              <a:gd name="connsiteY218" fmla="*/ 2156783 h 2237474"/>
              <a:gd name="connsiteX219" fmla="*/ 376513 w 12192000"/>
              <a:gd name="connsiteY219" fmla="*/ 2154014 h 2237474"/>
              <a:gd name="connsiteX220" fmla="*/ 273386 w 12192000"/>
              <a:gd name="connsiteY220" fmla="*/ 2142551 h 2237474"/>
              <a:gd name="connsiteX221" fmla="*/ 169207 w 12192000"/>
              <a:gd name="connsiteY221" fmla="*/ 2128100 h 2237474"/>
              <a:gd name="connsiteX222" fmla="*/ 93149 w 12192000"/>
              <a:gd name="connsiteY222" fmla="*/ 2105324 h 2237474"/>
              <a:gd name="connsiteX223" fmla="*/ 88109 w 12192000"/>
              <a:gd name="connsiteY223" fmla="*/ 2106704 h 2237474"/>
              <a:gd name="connsiteX224" fmla="*/ 80022 w 12192000"/>
              <a:gd name="connsiteY224" fmla="*/ 2107254 h 2237474"/>
              <a:gd name="connsiteX225" fmla="*/ 79717 w 12192000"/>
              <a:gd name="connsiteY225" fmla="*/ 2107046 h 2237474"/>
              <a:gd name="connsiteX226" fmla="*/ 72352 w 12192000"/>
              <a:gd name="connsiteY226" fmla="*/ 2107991 h 2237474"/>
              <a:gd name="connsiteX227" fmla="*/ 37645 w 12192000"/>
              <a:gd name="connsiteY227" fmla="*/ 2115401 h 2237474"/>
              <a:gd name="connsiteX228" fmla="*/ 4572 w 12192000"/>
              <a:gd name="connsiteY228" fmla="*/ 2111091 h 2237474"/>
              <a:gd name="connsiteX229" fmla="*/ 0 w 12192000"/>
              <a:gd name="connsiteY229" fmla="*/ 2110468 h 2237474"/>
              <a:gd name="connsiteX230" fmla="*/ 0 w 12192000"/>
              <a:gd name="connsiteY23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02328 w 12192000"/>
              <a:gd name="connsiteY67" fmla="*/ 1345865 h 2237474"/>
              <a:gd name="connsiteX68" fmla="*/ 7898322 w 12192000"/>
              <a:gd name="connsiteY68" fmla="*/ 1345689 h 2237474"/>
              <a:gd name="connsiteX69" fmla="*/ 7875879 w 12192000"/>
              <a:gd name="connsiteY69" fmla="*/ 1345646 h 2237474"/>
              <a:gd name="connsiteX70" fmla="*/ 7840612 w 12192000"/>
              <a:gd name="connsiteY70" fmla="*/ 1369373 h 2237474"/>
              <a:gd name="connsiteX71" fmla="*/ 7786819 w 12192000"/>
              <a:gd name="connsiteY71" fmla="*/ 1378970 h 2237474"/>
              <a:gd name="connsiteX72" fmla="*/ 7548172 w 12192000"/>
              <a:gd name="connsiteY72" fmla="*/ 1417460 h 2237474"/>
              <a:gd name="connsiteX73" fmla="*/ 7483437 w 12192000"/>
              <a:gd name="connsiteY73" fmla="*/ 1478152 h 2237474"/>
              <a:gd name="connsiteX74" fmla="*/ 7377870 w 12192000"/>
              <a:gd name="connsiteY74" fmla="*/ 1523319 h 2237474"/>
              <a:gd name="connsiteX75" fmla="*/ 7230737 w 12192000"/>
              <a:gd name="connsiteY75" fmla="*/ 1562633 h 2237474"/>
              <a:gd name="connsiteX76" fmla="*/ 7224458 w 12192000"/>
              <a:gd name="connsiteY76" fmla="*/ 1573008 h 2237474"/>
              <a:gd name="connsiteX77" fmla="*/ 7213486 w 12192000"/>
              <a:gd name="connsiteY77" fmla="*/ 1580987 h 2237474"/>
              <a:gd name="connsiteX78" fmla="*/ 7210972 w 12192000"/>
              <a:gd name="connsiteY78" fmla="*/ 1580856 h 2237474"/>
              <a:gd name="connsiteX79" fmla="*/ 7183121 w 12192000"/>
              <a:gd name="connsiteY79" fmla="*/ 1595162 h 2237474"/>
              <a:gd name="connsiteX80" fmla="*/ 7164601 w 12192000"/>
              <a:gd name="connsiteY80" fmla="*/ 1606490 h 2237474"/>
              <a:gd name="connsiteX81" fmla="*/ 7159286 w 12192000"/>
              <a:gd name="connsiteY81" fmla="*/ 1606850 h 2237474"/>
              <a:gd name="connsiteX82" fmla="*/ 7114651 w 12192000"/>
              <a:gd name="connsiteY82" fmla="*/ 1620959 h 2237474"/>
              <a:gd name="connsiteX83" fmla="*/ 7092727 w 12192000"/>
              <a:gd name="connsiteY83" fmla="*/ 1623628 h 2237474"/>
              <a:gd name="connsiteX84" fmla="*/ 7031309 w 12192000"/>
              <a:gd name="connsiteY84" fmla="*/ 1619451 h 2237474"/>
              <a:gd name="connsiteX85" fmla="*/ 6999084 w 12192000"/>
              <a:gd name="connsiteY85" fmla="*/ 1634317 h 2237474"/>
              <a:gd name="connsiteX86" fmla="*/ 6992107 w 12192000"/>
              <a:gd name="connsiteY86" fmla="*/ 1636860 h 2237474"/>
              <a:gd name="connsiteX87" fmla="*/ 6991765 w 12192000"/>
              <a:gd name="connsiteY87" fmla="*/ 1636725 h 2237474"/>
              <a:gd name="connsiteX88" fmla="*/ 6983996 w 12192000"/>
              <a:gd name="connsiteY88" fmla="*/ 1639040 h 2237474"/>
              <a:gd name="connsiteX89" fmla="*/ 6979383 w 12192000"/>
              <a:gd name="connsiteY89" fmla="*/ 1641496 h 2237474"/>
              <a:gd name="connsiteX90" fmla="*/ 6900177 w 12192000"/>
              <a:gd name="connsiteY90" fmla="*/ 1636016 h 2237474"/>
              <a:gd name="connsiteX91" fmla="*/ 6795372 w 12192000"/>
              <a:gd name="connsiteY91" fmla="*/ 1644845 h 2237474"/>
              <a:gd name="connsiteX92" fmla="*/ 6692251 w 12192000"/>
              <a:gd name="connsiteY92" fmla="*/ 1656357 h 2237474"/>
              <a:gd name="connsiteX93" fmla="*/ 6655235 w 12192000"/>
              <a:gd name="connsiteY93" fmla="*/ 1661869 h 2237474"/>
              <a:gd name="connsiteX94" fmla="*/ 6587857 w 12192000"/>
              <a:gd name="connsiteY94" fmla="*/ 1665769 h 2237474"/>
              <a:gd name="connsiteX95" fmla="*/ 6554894 w 12192000"/>
              <a:gd name="connsiteY95" fmla="*/ 1664428 h 2237474"/>
              <a:gd name="connsiteX96" fmla="*/ 6516595 w 12192000"/>
              <a:gd name="connsiteY96" fmla="*/ 1667475 h 2237474"/>
              <a:gd name="connsiteX97" fmla="*/ 6508541 w 12192000"/>
              <a:gd name="connsiteY97" fmla="*/ 1668757 h 2237474"/>
              <a:gd name="connsiteX98" fmla="*/ 6471012 w 12192000"/>
              <a:gd name="connsiteY98" fmla="*/ 1678604 h 2237474"/>
              <a:gd name="connsiteX99" fmla="*/ 6415265 w 12192000"/>
              <a:gd name="connsiteY99" fmla="*/ 1665317 h 2237474"/>
              <a:gd name="connsiteX100" fmla="*/ 6364035 w 12192000"/>
              <a:gd name="connsiteY100" fmla="*/ 1667683 h 2237474"/>
              <a:gd name="connsiteX101" fmla="*/ 6280959 w 12192000"/>
              <a:gd name="connsiteY101" fmla="*/ 1689329 h 2237474"/>
              <a:gd name="connsiteX102" fmla="*/ 6243319 w 12192000"/>
              <a:gd name="connsiteY102" fmla="*/ 1695560 h 2237474"/>
              <a:gd name="connsiteX103" fmla="*/ 6098321 w 12192000"/>
              <a:gd name="connsiteY103" fmla="*/ 1721646 h 2237474"/>
              <a:gd name="connsiteX104" fmla="*/ 5880652 w 12192000"/>
              <a:gd name="connsiteY104" fmla="*/ 1779643 h 2237474"/>
              <a:gd name="connsiteX105" fmla="*/ 5785959 w 12192000"/>
              <a:gd name="connsiteY105" fmla="*/ 1775307 h 2237474"/>
              <a:gd name="connsiteX106" fmla="*/ 5643534 w 12192000"/>
              <a:gd name="connsiteY106" fmla="*/ 1802919 h 2237474"/>
              <a:gd name="connsiteX107" fmla="*/ 5518799 w 12192000"/>
              <a:gd name="connsiteY107" fmla="*/ 1818312 h 2237474"/>
              <a:gd name="connsiteX108" fmla="*/ 5505014 w 12192000"/>
              <a:gd name="connsiteY108" fmla="*/ 1819259 h 2237474"/>
              <a:gd name="connsiteX109" fmla="*/ 5453307 w 12192000"/>
              <a:gd name="connsiteY109" fmla="*/ 1815450 h 2237474"/>
              <a:gd name="connsiteX110" fmla="*/ 5364192 w 12192000"/>
              <a:gd name="connsiteY110" fmla="*/ 1826074 h 2237474"/>
              <a:gd name="connsiteX111" fmla="*/ 5350380 w 12192000"/>
              <a:gd name="connsiteY111" fmla="*/ 1830891 h 2237474"/>
              <a:gd name="connsiteX112" fmla="*/ 5259633 w 12192000"/>
              <a:gd name="connsiteY112" fmla="*/ 1837160 h 2237474"/>
              <a:gd name="connsiteX113" fmla="*/ 5197513 w 12192000"/>
              <a:gd name="connsiteY113" fmla="*/ 1844718 h 2237474"/>
              <a:gd name="connsiteX114" fmla="*/ 5184170 w 12192000"/>
              <a:gd name="connsiteY114" fmla="*/ 1849402 h 2237474"/>
              <a:gd name="connsiteX115" fmla="*/ 5168852 w 12192000"/>
              <a:gd name="connsiteY115" fmla="*/ 1844846 h 2237474"/>
              <a:gd name="connsiteX116" fmla="*/ 5164370 w 12192000"/>
              <a:gd name="connsiteY116" fmla="*/ 1840597 h 2237474"/>
              <a:gd name="connsiteX117" fmla="*/ 5114927 w 12192000"/>
              <a:gd name="connsiteY117" fmla="*/ 1847827 h 2237474"/>
              <a:gd name="connsiteX118" fmla="*/ 5108970 w 12192000"/>
              <a:gd name="connsiteY118" fmla="*/ 1847935 h 2237474"/>
              <a:gd name="connsiteX119" fmla="*/ 5067961 w 12192000"/>
              <a:gd name="connsiteY119" fmla="*/ 1845917 h 2237474"/>
              <a:gd name="connsiteX120" fmla="*/ 5007075 w 12192000"/>
              <a:gd name="connsiteY120" fmla="*/ 1838626 h 2237474"/>
              <a:gd name="connsiteX121" fmla="*/ 4944087 w 12192000"/>
              <a:gd name="connsiteY121" fmla="*/ 1823332 h 2237474"/>
              <a:gd name="connsiteX122" fmla="*/ 4907662 w 12192000"/>
              <a:gd name="connsiteY122" fmla="*/ 1816900 h 2237474"/>
              <a:gd name="connsiteX123" fmla="*/ 4882386 w 12192000"/>
              <a:gd name="connsiteY123" fmla="*/ 1809844 h 2237474"/>
              <a:gd name="connsiteX124" fmla="*/ 4811440 w 12192000"/>
              <a:gd name="connsiteY124" fmla="*/ 1804655 h 2237474"/>
              <a:gd name="connsiteX125" fmla="*/ 4691075 w 12192000"/>
              <a:gd name="connsiteY125" fmla="*/ 1801389 h 2237474"/>
              <a:gd name="connsiteX126" fmla="*/ 4611738 w 12192000"/>
              <a:gd name="connsiteY126" fmla="*/ 1776964 h 2237474"/>
              <a:gd name="connsiteX127" fmla="*/ 4560070 w 12192000"/>
              <a:gd name="connsiteY127" fmla="*/ 1785640 h 2237474"/>
              <a:gd name="connsiteX128" fmla="*/ 4536503 w 12192000"/>
              <a:gd name="connsiteY128" fmla="*/ 1785334 h 2237474"/>
              <a:gd name="connsiteX129" fmla="*/ 4513724 w 12192000"/>
              <a:gd name="connsiteY129" fmla="*/ 1791996 h 2237474"/>
              <a:gd name="connsiteX130" fmla="*/ 4459810 w 12192000"/>
              <a:gd name="connsiteY130" fmla="*/ 1797886 h 2237474"/>
              <a:gd name="connsiteX131" fmla="*/ 4379064 w 12192000"/>
              <a:gd name="connsiteY131" fmla="*/ 1817177 h 2237474"/>
              <a:gd name="connsiteX132" fmla="*/ 4319209 w 12192000"/>
              <a:gd name="connsiteY132" fmla="*/ 1834833 h 2237474"/>
              <a:gd name="connsiteX133" fmla="*/ 4290981 w 12192000"/>
              <a:gd name="connsiteY133" fmla="*/ 1839677 h 2237474"/>
              <a:gd name="connsiteX134" fmla="*/ 4285792 w 12192000"/>
              <a:gd name="connsiteY134" fmla="*/ 1836231 h 2237474"/>
              <a:gd name="connsiteX135" fmla="*/ 4238372 w 12192000"/>
              <a:gd name="connsiteY135" fmla="*/ 1851480 h 2237474"/>
              <a:gd name="connsiteX136" fmla="*/ 4232517 w 12192000"/>
              <a:gd name="connsiteY136" fmla="*/ 1852567 h 2237474"/>
              <a:gd name="connsiteX137" fmla="*/ 4191732 w 12192000"/>
              <a:gd name="connsiteY137" fmla="*/ 1857328 h 2237474"/>
              <a:gd name="connsiteX138" fmla="*/ 4065532 w 12192000"/>
              <a:gd name="connsiteY138" fmla="*/ 1855477 h 2237474"/>
              <a:gd name="connsiteX139" fmla="*/ 4028460 w 12192000"/>
              <a:gd name="connsiteY139" fmla="*/ 1855137 h 2237474"/>
              <a:gd name="connsiteX140" fmla="*/ 4002267 w 12192000"/>
              <a:gd name="connsiteY140" fmla="*/ 1852352 h 2237474"/>
              <a:gd name="connsiteX141" fmla="*/ 3931396 w 12192000"/>
              <a:gd name="connsiteY141" fmla="*/ 1858915 h 2237474"/>
              <a:gd name="connsiteX142" fmla="*/ 3812162 w 12192000"/>
              <a:gd name="connsiteY142" fmla="*/ 1875501 h 2237474"/>
              <a:gd name="connsiteX143" fmla="*/ 3729530 w 12192000"/>
              <a:gd name="connsiteY143" fmla="*/ 1864513 h 2237474"/>
              <a:gd name="connsiteX144" fmla="*/ 3680177 w 12192000"/>
              <a:gd name="connsiteY144" fmla="*/ 1881552 h 2237474"/>
              <a:gd name="connsiteX145" fmla="*/ 3567259 w 12192000"/>
              <a:gd name="connsiteY145" fmla="*/ 1893482 h 2237474"/>
              <a:gd name="connsiteX146" fmla="*/ 3405770 w 12192000"/>
              <a:gd name="connsiteY146" fmla="*/ 1904591 h 2237474"/>
              <a:gd name="connsiteX147" fmla="*/ 3280097 w 12192000"/>
              <a:gd name="connsiteY147" fmla="*/ 1919610 h 2237474"/>
              <a:gd name="connsiteX148" fmla="*/ 3123424 w 12192000"/>
              <a:gd name="connsiteY148" fmla="*/ 1952930 h 2237474"/>
              <a:gd name="connsiteX149" fmla="*/ 3009910 w 12192000"/>
              <a:gd name="connsiteY149" fmla="*/ 1957866 h 2237474"/>
              <a:gd name="connsiteX150" fmla="*/ 2995934 w 12192000"/>
              <a:gd name="connsiteY150" fmla="*/ 1967085 h 2237474"/>
              <a:gd name="connsiteX151" fmla="*/ 2980071 w 12192000"/>
              <a:gd name="connsiteY151" fmla="*/ 1972988 h 2237474"/>
              <a:gd name="connsiteX152" fmla="*/ 2978094 w 12192000"/>
              <a:gd name="connsiteY152" fmla="*/ 1972369 h 2237474"/>
              <a:gd name="connsiteX153" fmla="*/ 2942858 w 12192000"/>
              <a:gd name="connsiteY153" fmla="*/ 1981367 h 2237474"/>
              <a:gd name="connsiteX154" fmla="*/ 2875436 w 12192000"/>
              <a:gd name="connsiteY154" fmla="*/ 1996977 h 2237474"/>
              <a:gd name="connsiteX155" fmla="*/ 2874892 w 12192000"/>
              <a:gd name="connsiteY155" fmla="*/ 1996085 h 2237474"/>
              <a:gd name="connsiteX156" fmla="*/ 2864145 w 12192000"/>
              <a:gd name="connsiteY156" fmla="*/ 1994061 h 2237474"/>
              <a:gd name="connsiteX157" fmla="*/ 2843662 w 12192000"/>
              <a:gd name="connsiteY157" fmla="*/ 1992498 h 2237474"/>
              <a:gd name="connsiteX158" fmla="*/ 2796128 w 12192000"/>
              <a:gd name="connsiteY158" fmla="*/ 1976403 h 2237474"/>
              <a:gd name="connsiteX159" fmla="*/ 2756784 w 12192000"/>
              <a:gd name="connsiteY159" fmla="*/ 1985116 h 2237474"/>
              <a:gd name="connsiteX160" fmla="*/ 2748833 w 12192000"/>
              <a:gd name="connsiteY160" fmla="*/ 1986323 h 2237474"/>
              <a:gd name="connsiteX161" fmla="*/ 2748661 w 12192000"/>
              <a:gd name="connsiteY161" fmla="*/ 1986122 h 2237474"/>
              <a:gd name="connsiteX162" fmla="*/ 2740251 w 12192000"/>
              <a:gd name="connsiteY162" fmla="*/ 1986946 h 2237474"/>
              <a:gd name="connsiteX163" fmla="*/ 2718916 w 12192000"/>
              <a:gd name="connsiteY163" fmla="*/ 1990867 h 2237474"/>
              <a:gd name="connsiteX164" fmla="*/ 2713522 w 12192000"/>
              <a:gd name="connsiteY164" fmla="*/ 1990173 h 2237474"/>
              <a:gd name="connsiteX165" fmla="*/ 2680597 w 12192000"/>
              <a:gd name="connsiteY165" fmla="*/ 1984996 h 2237474"/>
              <a:gd name="connsiteX166" fmla="*/ 2578178 w 12192000"/>
              <a:gd name="connsiteY166" fmla="*/ 1990531 h 2237474"/>
              <a:gd name="connsiteX167" fmla="*/ 2476147 w 12192000"/>
              <a:gd name="connsiteY167" fmla="*/ 1998305 h 2237474"/>
              <a:gd name="connsiteX168" fmla="*/ 2373568 w 12192000"/>
              <a:gd name="connsiteY168" fmla="*/ 2003219 h 2237474"/>
              <a:gd name="connsiteX169" fmla="*/ 2321399 w 12192000"/>
              <a:gd name="connsiteY169" fmla="*/ 1989467 h 2237474"/>
              <a:gd name="connsiteX170" fmla="*/ 2315525 w 12192000"/>
              <a:gd name="connsiteY170" fmla="*/ 1989708 h 2237474"/>
              <a:gd name="connsiteX171" fmla="*/ 2300792 w 12192000"/>
              <a:gd name="connsiteY171" fmla="*/ 1994290 h 2237474"/>
              <a:gd name="connsiteX172" fmla="*/ 2295469 w 12192000"/>
              <a:gd name="connsiteY172" fmla="*/ 1996659 h 2237474"/>
              <a:gd name="connsiteX173" fmla="*/ 2287219 w 12192000"/>
              <a:gd name="connsiteY173" fmla="*/ 1998750 h 2237474"/>
              <a:gd name="connsiteX174" fmla="*/ 2286948 w 12192000"/>
              <a:gd name="connsiteY174" fmla="*/ 1998596 h 2237474"/>
              <a:gd name="connsiteX175" fmla="*/ 2243069 w 12192000"/>
              <a:gd name="connsiteY175" fmla="*/ 2015111 h 2237474"/>
              <a:gd name="connsiteX176" fmla="*/ 2186609 w 12192000"/>
              <a:gd name="connsiteY176" fmla="*/ 2008263 h 2237474"/>
              <a:gd name="connsiteX177" fmla="*/ 2164831 w 12192000"/>
              <a:gd name="connsiteY177" fmla="*/ 2010143 h 2237474"/>
              <a:gd name="connsiteX178" fmla="*/ 2152836 w 12192000"/>
              <a:gd name="connsiteY178" fmla="*/ 2010048 h 2237474"/>
              <a:gd name="connsiteX179" fmla="*/ 2117102 w 12192000"/>
              <a:gd name="connsiteY179" fmla="*/ 2023004 h 2237474"/>
              <a:gd name="connsiteX180" fmla="*/ 2111935 w 12192000"/>
              <a:gd name="connsiteY180" fmla="*/ 2023163 h 2237474"/>
              <a:gd name="connsiteX181" fmla="*/ 2089991 w 12192000"/>
              <a:gd name="connsiteY181" fmla="*/ 2034193 h 2237474"/>
              <a:gd name="connsiteX182" fmla="*/ 2058061 w 12192000"/>
              <a:gd name="connsiteY182" fmla="*/ 2047942 h 2237474"/>
              <a:gd name="connsiteX183" fmla="*/ 2055737 w 12192000"/>
              <a:gd name="connsiteY183" fmla="*/ 2047704 h 2237474"/>
              <a:gd name="connsiteX184" fmla="*/ 2042244 w 12192000"/>
              <a:gd name="connsiteY184" fmla="*/ 2055560 h 2237474"/>
              <a:gd name="connsiteX185" fmla="*/ 1976224 w 12192000"/>
              <a:gd name="connsiteY185" fmla="*/ 2074257 h 2237474"/>
              <a:gd name="connsiteX186" fmla="*/ 1877728 w 12192000"/>
              <a:gd name="connsiteY186" fmla="*/ 2101004 h 2237474"/>
              <a:gd name="connsiteX187" fmla="*/ 1759056 w 12192000"/>
              <a:gd name="connsiteY187" fmla="*/ 2125608 h 2237474"/>
              <a:gd name="connsiteX188" fmla="*/ 1637948 w 12192000"/>
              <a:gd name="connsiteY188" fmla="*/ 2172597 h 2237474"/>
              <a:gd name="connsiteX189" fmla="*/ 1434549 w 12192000"/>
              <a:gd name="connsiteY189" fmla="*/ 2234522 h 2237474"/>
              <a:gd name="connsiteX190" fmla="*/ 1398481 w 12192000"/>
              <a:gd name="connsiteY190" fmla="*/ 2237074 h 2237474"/>
              <a:gd name="connsiteX191" fmla="*/ 1398407 w 12192000"/>
              <a:gd name="connsiteY191" fmla="*/ 2237095 h 2237474"/>
              <a:gd name="connsiteX192" fmla="*/ 1370962 w 12192000"/>
              <a:gd name="connsiteY192" fmla="*/ 2237474 h 2237474"/>
              <a:gd name="connsiteX193" fmla="*/ 1356367 w 12192000"/>
              <a:gd name="connsiteY193" fmla="*/ 2235089 h 2237474"/>
              <a:gd name="connsiteX194" fmla="*/ 1324828 w 12192000"/>
              <a:gd name="connsiteY194" fmla="*/ 2231968 h 2237474"/>
              <a:gd name="connsiteX195" fmla="*/ 1297744 w 12192000"/>
              <a:gd name="connsiteY195" fmla="*/ 2235849 h 2237474"/>
              <a:gd name="connsiteX196" fmla="*/ 1286236 w 12192000"/>
              <a:gd name="connsiteY196" fmla="*/ 2233135 h 2237474"/>
              <a:gd name="connsiteX197" fmla="*/ 1283504 w 12192000"/>
              <a:gd name="connsiteY197" fmla="*/ 2233797 h 2237474"/>
              <a:gd name="connsiteX198" fmla="*/ 1279765 w 12192000"/>
              <a:gd name="connsiteY198" fmla="*/ 2229639 h 2237474"/>
              <a:gd name="connsiteX199" fmla="*/ 1195347 w 12192000"/>
              <a:gd name="connsiteY199" fmla="*/ 2212354 h 2237474"/>
              <a:gd name="connsiteX200" fmla="*/ 970251 w 12192000"/>
              <a:gd name="connsiteY200" fmla="*/ 2221029 h 2237474"/>
              <a:gd name="connsiteX201" fmla="*/ 812914 w 12192000"/>
              <a:gd name="connsiteY201" fmla="*/ 2202752 h 2237474"/>
              <a:gd name="connsiteX202" fmla="*/ 800195 w 12192000"/>
              <a:gd name="connsiteY202" fmla="*/ 2209407 h 2237474"/>
              <a:gd name="connsiteX203" fmla="*/ 784978 w 12192000"/>
              <a:gd name="connsiteY203" fmla="*/ 2212360 h 2237474"/>
              <a:gd name="connsiteX204" fmla="*/ 681987 w 12192000"/>
              <a:gd name="connsiteY204" fmla="*/ 2216757 h 2237474"/>
              <a:gd name="connsiteX205" fmla="*/ 669923 w 12192000"/>
              <a:gd name="connsiteY205" fmla="*/ 2211682 h 2237474"/>
              <a:gd name="connsiteX206" fmla="*/ 648680 w 12192000"/>
              <a:gd name="connsiteY206" fmla="*/ 2206229 h 2237474"/>
              <a:gd name="connsiteX207" fmla="*/ 597225 w 12192000"/>
              <a:gd name="connsiteY207" fmla="*/ 2180999 h 2237474"/>
              <a:gd name="connsiteX208" fmla="*/ 558449 w 12192000"/>
              <a:gd name="connsiteY208" fmla="*/ 2182346 h 2237474"/>
              <a:gd name="connsiteX209" fmla="*/ 550517 w 12192000"/>
              <a:gd name="connsiteY209" fmla="*/ 2182060 h 2237474"/>
              <a:gd name="connsiteX210" fmla="*/ 550309 w 12192000"/>
              <a:gd name="connsiteY210" fmla="*/ 2181825 h 2237474"/>
              <a:gd name="connsiteX211" fmla="*/ 541836 w 12192000"/>
              <a:gd name="connsiteY211" fmla="*/ 2181063 h 2237474"/>
              <a:gd name="connsiteX212" fmla="*/ 536057 w 12192000"/>
              <a:gd name="connsiteY212" fmla="*/ 2181537 h 2237474"/>
              <a:gd name="connsiteX213" fmla="*/ 520671 w 12192000"/>
              <a:gd name="connsiteY213" fmla="*/ 2180980 h 2237474"/>
              <a:gd name="connsiteX214" fmla="*/ 515024 w 12192000"/>
              <a:gd name="connsiteY214" fmla="*/ 2179258 h 2237474"/>
              <a:gd name="connsiteX215" fmla="*/ 512278 w 12192000"/>
              <a:gd name="connsiteY215" fmla="*/ 2176369 h 2237474"/>
              <a:gd name="connsiteX216" fmla="*/ 480419 w 12192000"/>
              <a:gd name="connsiteY216" fmla="*/ 2167807 h 2237474"/>
              <a:gd name="connsiteX217" fmla="*/ 413835 w 12192000"/>
              <a:gd name="connsiteY217" fmla="*/ 2156783 h 2237474"/>
              <a:gd name="connsiteX218" fmla="*/ 376513 w 12192000"/>
              <a:gd name="connsiteY218" fmla="*/ 2154014 h 2237474"/>
              <a:gd name="connsiteX219" fmla="*/ 273386 w 12192000"/>
              <a:gd name="connsiteY219" fmla="*/ 2142551 h 2237474"/>
              <a:gd name="connsiteX220" fmla="*/ 169207 w 12192000"/>
              <a:gd name="connsiteY220" fmla="*/ 2128100 h 2237474"/>
              <a:gd name="connsiteX221" fmla="*/ 93149 w 12192000"/>
              <a:gd name="connsiteY221" fmla="*/ 2105324 h 2237474"/>
              <a:gd name="connsiteX222" fmla="*/ 88109 w 12192000"/>
              <a:gd name="connsiteY222" fmla="*/ 2106704 h 2237474"/>
              <a:gd name="connsiteX223" fmla="*/ 80022 w 12192000"/>
              <a:gd name="connsiteY223" fmla="*/ 2107254 h 2237474"/>
              <a:gd name="connsiteX224" fmla="*/ 79717 w 12192000"/>
              <a:gd name="connsiteY224" fmla="*/ 2107046 h 2237474"/>
              <a:gd name="connsiteX225" fmla="*/ 72352 w 12192000"/>
              <a:gd name="connsiteY225" fmla="*/ 2107991 h 2237474"/>
              <a:gd name="connsiteX226" fmla="*/ 37645 w 12192000"/>
              <a:gd name="connsiteY226" fmla="*/ 2115401 h 2237474"/>
              <a:gd name="connsiteX227" fmla="*/ 4572 w 12192000"/>
              <a:gd name="connsiteY227" fmla="*/ 2111091 h 2237474"/>
              <a:gd name="connsiteX228" fmla="*/ 0 w 12192000"/>
              <a:gd name="connsiteY228" fmla="*/ 2110468 h 2237474"/>
              <a:gd name="connsiteX229" fmla="*/ 0 w 12192000"/>
              <a:gd name="connsiteY22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83996 w 12192000"/>
              <a:gd name="connsiteY87" fmla="*/ 1639040 h 2237474"/>
              <a:gd name="connsiteX88" fmla="*/ 6979383 w 12192000"/>
              <a:gd name="connsiteY88" fmla="*/ 1641496 h 2237474"/>
              <a:gd name="connsiteX89" fmla="*/ 6900177 w 12192000"/>
              <a:gd name="connsiteY89" fmla="*/ 1636016 h 2237474"/>
              <a:gd name="connsiteX90" fmla="*/ 6795372 w 12192000"/>
              <a:gd name="connsiteY90" fmla="*/ 1644845 h 2237474"/>
              <a:gd name="connsiteX91" fmla="*/ 6692251 w 12192000"/>
              <a:gd name="connsiteY91" fmla="*/ 1656357 h 2237474"/>
              <a:gd name="connsiteX92" fmla="*/ 6655235 w 12192000"/>
              <a:gd name="connsiteY92" fmla="*/ 1661869 h 2237474"/>
              <a:gd name="connsiteX93" fmla="*/ 6587857 w 12192000"/>
              <a:gd name="connsiteY93" fmla="*/ 1665769 h 2237474"/>
              <a:gd name="connsiteX94" fmla="*/ 6554894 w 12192000"/>
              <a:gd name="connsiteY94" fmla="*/ 1664428 h 2237474"/>
              <a:gd name="connsiteX95" fmla="*/ 6516595 w 12192000"/>
              <a:gd name="connsiteY95" fmla="*/ 1667475 h 2237474"/>
              <a:gd name="connsiteX96" fmla="*/ 6508541 w 12192000"/>
              <a:gd name="connsiteY96" fmla="*/ 1668757 h 2237474"/>
              <a:gd name="connsiteX97" fmla="*/ 6471012 w 12192000"/>
              <a:gd name="connsiteY97" fmla="*/ 1678604 h 2237474"/>
              <a:gd name="connsiteX98" fmla="*/ 6415265 w 12192000"/>
              <a:gd name="connsiteY98" fmla="*/ 1665317 h 2237474"/>
              <a:gd name="connsiteX99" fmla="*/ 6364035 w 12192000"/>
              <a:gd name="connsiteY99" fmla="*/ 1667683 h 2237474"/>
              <a:gd name="connsiteX100" fmla="*/ 6280959 w 12192000"/>
              <a:gd name="connsiteY100" fmla="*/ 1689329 h 2237474"/>
              <a:gd name="connsiteX101" fmla="*/ 6243319 w 12192000"/>
              <a:gd name="connsiteY101" fmla="*/ 1695560 h 2237474"/>
              <a:gd name="connsiteX102" fmla="*/ 6098321 w 12192000"/>
              <a:gd name="connsiteY102" fmla="*/ 1721646 h 2237474"/>
              <a:gd name="connsiteX103" fmla="*/ 5880652 w 12192000"/>
              <a:gd name="connsiteY103" fmla="*/ 1779643 h 2237474"/>
              <a:gd name="connsiteX104" fmla="*/ 5785959 w 12192000"/>
              <a:gd name="connsiteY104" fmla="*/ 1775307 h 2237474"/>
              <a:gd name="connsiteX105" fmla="*/ 5643534 w 12192000"/>
              <a:gd name="connsiteY105" fmla="*/ 1802919 h 2237474"/>
              <a:gd name="connsiteX106" fmla="*/ 5518799 w 12192000"/>
              <a:gd name="connsiteY106" fmla="*/ 1818312 h 2237474"/>
              <a:gd name="connsiteX107" fmla="*/ 5505014 w 12192000"/>
              <a:gd name="connsiteY107" fmla="*/ 1819259 h 2237474"/>
              <a:gd name="connsiteX108" fmla="*/ 5453307 w 12192000"/>
              <a:gd name="connsiteY108" fmla="*/ 1815450 h 2237474"/>
              <a:gd name="connsiteX109" fmla="*/ 5364192 w 12192000"/>
              <a:gd name="connsiteY109" fmla="*/ 1826074 h 2237474"/>
              <a:gd name="connsiteX110" fmla="*/ 5350380 w 12192000"/>
              <a:gd name="connsiteY110" fmla="*/ 1830891 h 2237474"/>
              <a:gd name="connsiteX111" fmla="*/ 5259633 w 12192000"/>
              <a:gd name="connsiteY111" fmla="*/ 1837160 h 2237474"/>
              <a:gd name="connsiteX112" fmla="*/ 5197513 w 12192000"/>
              <a:gd name="connsiteY112" fmla="*/ 1844718 h 2237474"/>
              <a:gd name="connsiteX113" fmla="*/ 5184170 w 12192000"/>
              <a:gd name="connsiteY113" fmla="*/ 1849402 h 2237474"/>
              <a:gd name="connsiteX114" fmla="*/ 5168852 w 12192000"/>
              <a:gd name="connsiteY114" fmla="*/ 1844846 h 2237474"/>
              <a:gd name="connsiteX115" fmla="*/ 5164370 w 12192000"/>
              <a:gd name="connsiteY115" fmla="*/ 1840597 h 2237474"/>
              <a:gd name="connsiteX116" fmla="*/ 5114927 w 12192000"/>
              <a:gd name="connsiteY116" fmla="*/ 1847827 h 2237474"/>
              <a:gd name="connsiteX117" fmla="*/ 5108970 w 12192000"/>
              <a:gd name="connsiteY117" fmla="*/ 1847935 h 2237474"/>
              <a:gd name="connsiteX118" fmla="*/ 5067961 w 12192000"/>
              <a:gd name="connsiteY118" fmla="*/ 1845917 h 2237474"/>
              <a:gd name="connsiteX119" fmla="*/ 5007075 w 12192000"/>
              <a:gd name="connsiteY119" fmla="*/ 1838626 h 2237474"/>
              <a:gd name="connsiteX120" fmla="*/ 4944087 w 12192000"/>
              <a:gd name="connsiteY120" fmla="*/ 1823332 h 2237474"/>
              <a:gd name="connsiteX121" fmla="*/ 4907662 w 12192000"/>
              <a:gd name="connsiteY121" fmla="*/ 1816900 h 2237474"/>
              <a:gd name="connsiteX122" fmla="*/ 4882386 w 12192000"/>
              <a:gd name="connsiteY122" fmla="*/ 1809844 h 2237474"/>
              <a:gd name="connsiteX123" fmla="*/ 4811440 w 12192000"/>
              <a:gd name="connsiteY123" fmla="*/ 1804655 h 2237474"/>
              <a:gd name="connsiteX124" fmla="*/ 4691075 w 12192000"/>
              <a:gd name="connsiteY124" fmla="*/ 1801389 h 2237474"/>
              <a:gd name="connsiteX125" fmla="*/ 4611738 w 12192000"/>
              <a:gd name="connsiteY125" fmla="*/ 1776964 h 2237474"/>
              <a:gd name="connsiteX126" fmla="*/ 4560070 w 12192000"/>
              <a:gd name="connsiteY126" fmla="*/ 1785640 h 2237474"/>
              <a:gd name="connsiteX127" fmla="*/ 4536503 w 12192000"/>
              <a:gd name="connsiteY127" fmla="*/ 1785334 h 2237474"/>
              <a:gd name="connsiteX128" fmla="*/ 4513724 w 12192000"/>
              <a:gd name="connsiteY128" fmla="*/ 1791996 h 2237474"/>
              <a:gd name="connsiteX129" fmla="*/ 4459810 w 12192000"/>
              <a:gd name="connsiteY129" fmla="*/ 1797886 h 2237474"/>
              <a:gd name="connsiteX130" fmla="*/ 4379064 w 12192000"/>
              <a:gd name="connsiteY130" fmla="*/ 1817177 h 2237474"/>
              <a:gd name="connsiteX131" fmla="*/ 4319209 w 12192000"/>
              <a:gd name="connsiteY131" fmla="*/ 1834833 h 2237474"/>
              <a:gd name="connsiteX132" fmla="*/ 4290981 w 12192000"/>
              <a:gd name="connsiteY132" fmla="*/ 1839677 h 2237474"/>
              <a:gd name="connsiteX133" fmla="*/ 4285792 w 12192000"/>
              <a:gd name="connsiteY133" fmla="*/ 1836231 h 2237474"/>
              <a:gd name="connsiteX134" fmla="*/ 4238372 w 12192000"/>
              <a:gd name="connsiteY134" fmla="*/ 1851480 h 2237474"/>
              <a:gd name="connsiteX135" fmla="*/ 4232517 w 12192000"/>
              <a:gd name="connsiteY135" fmla="*/ 1852567 h 2237474"/>
              <a:gd name="connsiteX136" fmla="*/ 4191732 w 12192000"/>
              <a:gd name="connsiteY136" fmla="*/ 1857328 h 2237474"/>
              <a:gd name="connsiteX137" fmla="*/ 4065532 w 12192000"/>
              <a:gd name="connsiteY137" fmla="*/ 1855477 h 2237474"/>
              <a:gd name="connsiteX138" fmla="*/ 4028460 w 12192000"/>
              <a:gd name="connsiteY138" fmla="*/ 1855137 h 2237474"/>
              <a:gd name="connsiteX139" fmla="*/ 4002267 w 12192000"/>
              <a:gd name="connsiteY139" fmla="*/ 1852352 h 2237474"/>
              <a:gd name="connsiteX140" fmla="*/ 3931396 w 12192000"/>
              <a:gd name="connsiteY140" fmla="*/ 1858915 h 2237474"/>
              <a:gd name="connsiteX141" fmla="*/ 3812162 w 12192000"/>
              <a:gd name="connsiteY141" fmla="*/ 1875501 h 2237474"/>
              <a:gd name="connsiteX142" fmla="*/ 3729530 w 12192000"/>
              <a:gd name="connsiteY142" fmla="*/ 1864513 h 2237474"/>
              <a:gd name="connsiteX143" fmla="*/ 3680177 w 12192000"/>
              <a:gd name="connsiteY143" fmla="*/ 1881552 h 2237474"/>
              <a:gd name="connsiteX144" fmla="*/ 3567259 w 12192000"/>
              <a:gd name="connsiteY144" fmla="*/ 1893482 h 2237474"/>
              <a:gd name="connsiteX145" fmla="*/ 3405770 w 12192000"/>
              <a:gd name="connsiteY145" fmla="*/ 1904591 h 2237474"/>
              <a:gd name="connsiteX146" fmla="*/ 3280097 w 12192000"/>
              <a:gd name="connsiteY146" fmla="*/ 1919610 h 2237474"/>
              <a:gd name="connsiteX147" fmla="*/ 3123424 w 12192000"/>
              <a:gd name="connsiteY147" fmla="*/ 1952930 h 2237474"/>
              <a:gd name="connsiteX148" fmla="*/ 3009910 w 12192000"/>
              <a:gd name="connsiteY148" fmla="*/ 1957866 h 2237474"/>
              <a:gd name="connsiteX149" fmla="*/ 2995934 w 12192000"/>
              <a:gd name="connsiteY149" fmla="*/ 1967085 h 2237474"/>
              <a:gd name="connsiteX150" fmla="*/ 2980071 w 12192000"/>
              <a:gd name="connsiteY150" fmla="*/ 1972988 h 2237474"/>
              <a:gd name="connsiteX151" fmla="*/ 2978094 w 12192000"/>
              <a:gd name="connsiteY151" fmla="*/ 1972369 h 2237474"/>
              <a:gd name="connsiteX152" fmla="*/ 2942858 w 12192000"/>
              <a:gd name="connsiteY152" fmla="*/ 1981367 h 2237474"/>
              <a:gd name="connsiteX153" fmla="*/ 2875436 w 12192000"/>
              <a:gd name="connsiteY153" fmla="*/ 1996977 h 2237474"/>
              <a:gd name="connsiteX154" fmla="*/ 2874892 w 12192000"/>
              <a:gd name="connsiteY154" fmla="*/ 1996085 h 2237474"/>
              <a:gd name="connsiteX155" fmla="*/ 2864145 w 12192000"/>
              <a:gd name="connsiteY155" fmla="*/ 1994061 h 2237474"/>
              <a:gd name="connsiteX156" fmla="*/ 2843662 w 12192000"/>
              <a:gd name="connsiteY156" fmla="*/ 1992498 h 2237474"/>
              <a:gd name="connsiteX157" fmla="*/ 2796128 w 12192000"/>
              <a:gd name="connsiteY157" fmla="*/ 1976403 h 2237474"/>
              <a:gd name="connsiteX158" fmla="*/ 2756784 w 12192000"/>
              <a:gd name="connsiteY158" fmla="*/ 1985116 h 2237474"/>
              <a:gd name="connsiteX159" fmla="*/ 2748833 w 12192000"/>
              <a:gd name="connsiteY159" fmla="*/ 1986323 h 2237474"/>
              <a:gd name="connsiteX160" fmla="*/ 2748661 w 12192000"/>
              <a:gd name="connsiteY160" fmla="*/ 1986122 h 2237474"/>
              <a:gd name="connsiteX161" fmla="*/ 2740251 w 12192000"/>
              <a:gd name="connsiteY161" fmla="*/ 1986946 h 2237474"/>
              <a:gd name="connsiteX162" fmla="*/ 2718916 w 12192000"/>
              <a:gd name="connsiteY162" fmla="*/ 1990867 h 2237474"/>
              <a:gd name="connsiteX163" fmla="*/ 2713522 w 12192000"/>
              <a:gd name="connsiteY163" fmla="*/ 1990173 h 2237474"/>
              <a:gd name="connsiteX164" fmla="*/ 2680597 w 12192000"/>
              <a:gd name="connsiteY164" fmla="*/ 1984996 h 2237474"/>
              <a:gd name="connsiteX165" fmla="*/ 2578178 w 12192000"/>
              <a:gd name="connsiteY165" fmla="*/ 1990531 h 2237474"/>
              <a:gd name="connsiteX166" fmla="*/ 2476147 w 12192000"/>
              <a:gd name="connsiteY166" fmla="*/ 1998305 h 2237474"/>
              <a:gd name="connsiteX167" fmla="*/ 2373568 w 12192000"/>
              <a:gd name="connsiteY167" fmla="*/ 2003219 h 2237474"/>
              <a:gd name="connsiteX168" fmla="*/ 2321399 w 12192000"/>
              <a:gd name="connsiteY168" fmla="*/ 1989467 h 2237474"/>
              <a:gd name="connsiteX169" fmla="*/ 2315525 w 12192000"/>
              <a:gd name="connsiteY169" fmla="*/ 1989708 h 2237474"/>
              <a:gd name="connsiteX170" fmla="*/ 2300792 w 12192000"/>
              <a:gd name="connsiteY170" fmla="*/ 1994290 h 2237474"/>
              <a:gd name="connsiteX171" fmla="*/ 2295469 w 12192000"/>
              <a:gd name="connsiteY171" fmla="*/ 1996659 h 2237474"/>
              <a:gd name="connsiteX172" fmla="*/ 2287219 w 12192000"/>
              <a:gd name="connsiteY172" fmla="*/ 1998750 h 2237474"/>
              <a:gd name="connsiteX173" fmla="*/ 2286948 w 12192000"/>
              <a:gd name="connsiteY173" fmla="*/ 1998596 h 2237474"/>
              <a:gd name="connsiteX174" fmla="*/ 2243069 w 12192000"/>
              <a:gd name="connsiteY174" fmla="*/ 2015111 h 2237474"/>
              <a:gd name="connsiteX175" fmla="*/ 2186609 w 12192000"/>
              <a:gd name="connsiteY175" fmla="*/ 2008263 h 2237474"/>
              <a:gd name="connsiteX176" fmla="*/ 2164831 w 12192000"/>
              <a:gd name="connsiteY176" fmla="*/ 2010143 h 2237474"/>
              <a:gd name="connsiteX177" fmla="*/ 2152836 w 12192000"/>
              <a:gd name="connsiteY177" fmla="*/ 2010048 h 2237474"/>
              <a:gd name="connsiteX178" fmla="*/ 2117102 w 12192000"/>
              <a:gd name="connsiteY178" fmla="*/ 2023004 h 2237474"/>
              <a:gd name="connsiteX179" fmla="*/ 2111935 w 12192000"/>
              <a:gd name="connsiteY179" fmla="*/ 2023163 h 2237474"/>
              <a:gd name="connsiteX180" fmla="*/ 2089991 w 12192000"/>
              <a:gd name="connsiteY180" fmla="*/ 2034193 h 2237474"/>
              <a:gd name="connsiteX181" fmla="*/ 2058061 w 12192000"/>
              <a:gd name="connsiteY181" fmla="*/ 2047942 h 2237474"/>
              <a:gd name="connsiteX182" fmla="*/ 2055737 w 12192000"/>
              <a:gd name="connsiteY182" fmla="*/ 2047704 h 2237474"/>
              <a:gd name="connsiteX183" fmla="*/ 2042244 w 12192000"/>
              <a:gd name="connsiteY183" fmla="*/ 2055560 h 2237474"/>
              <a:gd name="connsiteX184" fmla="*/ 1976224 w 12192000"/>
              <a:gd name="connsiteY184" fmla="*/ 2074257 h 2237474"/>
              <a:gd name="connsiteX185" fmla="*/ 1877728 w 12192000"/>
              <a:gd name="connsiteY185" fmla="*/ 2101004 h 2237474"/>
              <a:gd name="connsiteX186" fmla="*/ 1759056 w 12192000"/>
              <a:gd name="connsiteY186" fmla="*/ 2125608 h 2237474"/>
              <a:gd name="connsiteX187" fmla="*/ 1637948 w 12192000"/>
              <a:gd name="connsiteY187" fmla="*/ 2172597 h 2237474"/>
              <a:gd name="connsiteX188" fmla="*/ 1434549 w 12192000"/>
              <a:gd name="connsiteY188" fmla="*/ 2234522 h 2237474"/>
              <a:gd name="connsiteX189" fmla="*/ 1398481 w 12192000"/>
              <a:gd name="connsiteY189" fmla="*/ 2237074 h 2237474"/>
              <a:gd name="connsiteX190" fmla="*/ 1398407 w 12192000"/>
              <a:gd name="connsiteY190" fmla="*/ 2237095 h 2237474"/>
              <a:gd name="connsiteX191" fmla="*/ 1370962 w 12192000"/>
              <a:gd name="connsiteY191" fmla="*/ 2237474 h 2237474"/>
              <a:gd name="connsiteX192" fmla="*/ 1356367 w 12192000"/>
              <a:gd name="connsiteY192" fmla="*/ 2235089 h 2237474"/>
              <a:gd name="connsiteX193" fmla="*/ 1324828 w 12192000"/>
              <a:gd name="connsiteY193" fmla="*/ 2231968 h 2237474"/>
              <a:gd name="connsiteX194" fmla="*/ 1297744 w 12192000"/>
              <a:gd name="connsiteY194" fmla="*/ 2235849 h 2237474"/>
              <a:gd name="connsiteX195" fmla="*/ 1286236 w 12192000"/>
              <a:gd name="connsiteY195" fmla="*/ 2233135 h 2237474"/>
              <a:gd name="connsiteX196" fmla="*/ 1283504 w 12192000"/>
              <a:gd name="connsiteY196" fmla="*/ 2233797 h 2237474"/>
              <a:gd name="connsiteX197" fmla="*/ 1279765 w 12192000"/>
              <a:gd name="connsiteY197" fmla="*/ 2229639 h 2237474"/>
              <a:gd name="connsiteX198" fmla="*/ 1195347 w 12192000"/>
              <a:gd name="connsiteY198" fmla="*/ 2212354 h 2237474"/>
              <a:gd name="connsiteX199" fmla="*/ 970251 w 12192000"/>
              <a:gd name="connsiteY199" fmla="*/ 2221029 h 2237474"/>
              <a:gd name="connsiteX200" fmla="*/ 812914 w 12192000"/>
              <a:gd name="connsiteY200" fmla="*/ 2202752 h 2237474"/>
              <a:gd name="connsiteX201" fmla="*/ 800195 w 12192000"/>
              <a:gd name="connsiteY201" fmla="*/ 2209407 h 2237474"/>
              <a:gd name="connsiteX202" fmla="*/ 784978 w 12192000"/>
              <a:gd name="connsiteY202" fmla="*/ 2212360 h 2237474"/>
              <a:gd name="connsiteX203" fmla="*/ 681987 w 12192000"/>
              <a:gd name="connsiteY203" fmla="*/ 2216757 h 2237474"/>
              <a:gd name="connsiteX204" fmla="*/ 669923 w 12192000"/>
              <a:gd name="connsiteY204" fmla="*/ 2211682 h 2237474"/>
              <a:gd name="connsiteX205" fmla="*/ 648680 w 12192000"/>
              <a:gd name="connsiteY205" fmla="*/ 2206229 h 2237474"/>
              <a:gd name="connsiteX206" fmla="*/ 597225 w 12192000"/>
              <a:gd name="connsiteY206" fmla="*/ 2180999 h 2237474"/>
              <a:gd name="connsiteX207" fmla="*/ 558449 w 12192000"/>
              <a:gd name="connsiteY207" fmla="*/ 2182346 h 2237474"/>
              <a:gd name="connsiteX208" fmla="*/ 550517 w 12192000"/>
              <a:gd name="connsiteY208" fmla="*/ 2182060 h 2237474"/>
              <a:gd name="connsiteX209" fmla="*/ 550309 w 12192000"/>
              <a:gd name="connsiteY209" fmla="*/ 2181825 h 2237474"/>
              <a:gd name="connsiteX210" fmla="*/ 541836 w 12192000"/>
              <a:gd name="connsiteY210" fmla="*/ 2181063 h 2237474"/>
              <a:gd name="connsiteX211" fmla="*/ 536057 w 12192000"/>
              <a:gd name="connsiteY211" fmla="*/ 2181537 h 2237474"/>
              <a:gd name="connsiteX212" fmla="*/ 520671 w 12192000"/>
              <a:gd name="connsiteY212" fmla="*/ 2180980 h 2237474"/>
              <a:gd name="connsiteX213" fmla="*/ 515024 w 12192000"/>
              <a:gd name="connsiteY213" fmla="*/ 2179258 h 2237474"/>
              <a:gd name="connsiteX214" fmla="*/ 512278 w 12192000"/>
              <a:gd name="connsiteY214" fmla="*/ 2176369 h 2237474"/>
              <a:gd name="connsiteX215" fmla="*/ 480419 w 12192000"/>
              <a:gd name="connsiteY215" fmla="*/ 2167807 h 2237474"/>
              <a:gd name="connsiteX216" fmla="*/ 413835 w 12192000"/>
              <a:gd name="connsiteY216" fmla="*/ 2156783 h 2237474"/>
              <a:gd name="connsiteX217" fmla="*/ 376513 w 12192000"/>
              <a:gd name="connsiteY217" fmla="*/ 2154014 h 2237474"/>
              <a:gd name="connsiteX218" fmla="*/ 273386 w 12192000"/>
              <a:gd name="connsiteY218" fmla="*/ 2142551 h 2237474"/>
              <a:gd name="connsiteX219" fmla="*/ 169207 w 12192000"/>
              <a:gd name="connsiteY219" fmla="*/ 2128100 h 2237474"/>
              <a:gd name="connsiteX220" fmla="*/ 93149 w 12192000"/>
              <a:gd name="connsiteY220" fmla="*/ 2105324 h 2237474"/>
              <a:gd name="connsiteX221" fmla="*/ 88109 w 12192000"/>
              <a:gd name="connsiteY221" fmla="*/ 2106704 h 2237474"/>
              <a:gd name="connsiteX222" fmla="*/ 80022 w 12192000"/>
              <a:gd name="connsiteY222" fmla="*/ 2107254 h 2237474"/>
              <a:gd name="connsiteX223" fmla="*/ 79717 w 12192000"/>
              <a:gd name="connsiteY223" fmla="*/ 2107046 h 2237474"/>
              <a:gd name="connsiteX224" fmla="*/ 72352 w 12192000"/>
              <a:gd name="connsiteY224" fmla="*/ 2107991 h 2237474"/>
              <a:gd name="connsiteX225" fmla="*/ 37645 w 12192000"/>
              <a:gd name="connsiteY225" fmla="*/ 2115401 h 2237474"/>
              <a:gd name="connsiteX226" fmla="*/ 4572 w 12192000"/>
              <a:gd name="connsiteY226" fmla="*/ 2111091 h 2237474"/>
              <a:gd name="connsiteX227" fmla="*/ 0 w 12192000"/>
              <a:gd name="connsiteY227" fmla="*/ 2110468 h 2237474"/>
              <a:gd name="connsiteX228" fmla="*/ 0 w 12192000"/>
              <a:gd name="connsiteY22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83996 w 12192000"/>
              <a:gd name="connsiteY87" fmla="*/ 1639040 h 2237474"/>
              <a:gd name="connsiteX88" fmla="*/ 6900177 w 12192000"/>
              <a:gd name="connsiteY88" fmla="*/ 1636016 h 2237474"/>
              <a:gd name="connsiteX89" fmla="*/ 6795372 w 12192000"/>
              <a:gd name="connsiteY89" fmla="*/ 1644845 h 2237474"/>
              <a:gd name="connsiteX90" fmla="*/ 6692251 w 12192000"/>
              <a:gd name="connsiteY90" fmla="*/ 1656357 h 2237474"/>
              <a:gd name="connsiteX91" fmla="*/ 6655235 w 12192000"/>
              <a:gd name="connsiteY91" fmla="*/ 1661869 h 2237474"/>
              <a:gd name="connsiteX92" fmla="*/ 6587857 w 12192000"/>
              <a:gd name="connsiteY92" fmla="*/ 1665769 h 2237474"/>
              <a:gd name="connsiteX93" fmla="*/ 6554894 w 12192000"/>
              <a:gd name="connsiteY93" fmla="*/ 1664428 h 2237474"/>
              <a:gd name="connsiteX94" fmla="*/ 6516595 w 12192000"/>
              <a:gd name="connsiteY94" fmla="*/ 1667475 h 2237474"/>
              <a:gd name="connsiteX95" fmla="*/ 6508541 w 12192000"/>
              <a:gd name="connsiteY95" fmla="*/ 1668757 h 2237474"/>
              <a:gd name="connsiteX96" fmla="*/ 6471012 w 12192000"/>
              <a:gd name="connsiteY96" fmla="*/ 1678604 h 2237474"/>
              <a:gd name="connsiteX97" fmla="*/ 6415265 w 12192000"/>
              <a:gd name="connsiteY97" fmla="*/ 1665317 h 2237474"/>
              <a:gd name="connsiteX98" fmla="*/ 6364035 w 12192000"/>
              <a:gd name="connsiteY98" fmla="*/ 1667683 h 2237474"/>
              <a:gd name="connsiteX99" fmla="*/ 6280959 w 12192000"/>
              <a:gd name="connsiteY99" fmla="*/ 1689329 h 2237474"/>
              <a:gd name="connsiteX100" fmla="*/ 6243319 w 12192000"/>
              <a:gd name="connsiteY100" fmla="*/ 1695560 h 2237474"/>
              <a:gd name="connsiteX101" fmla="*/ 6098321 w 12192000"/>
              <a:gd name="connsiteY101" fmla="*/ 1721646 h 2237474"/>
              <a:gd name="connsiteX102" fmla="*/ 5880652 w 12192000"/>
              <a:gd name="connsiteY102" fmla="*/ 1779643 h 2237474"/>
              <a:gd name="connsiteX103" fmla="*/ 5785959 w 12192000"/>
              <a:gd name="connsiteY103" fmla="*/ 1775307 h 2237474"/>
              <a:gd name="connsiteX104" fmla="*/ 5643534 w 12192000"/>
              <a:gd name="connsiteY104" fmla="*/ 1802919 h 2237474"/>
              <a:gd name="connsiteX105" fmla="*/ 5518799 w 12192000"/>
              <a:gd name="connsiteY105" fmla="*/ 1818312 h 2237474"/>
              <a:gd name="connsiteX106" fmla="*/ 5505014 w 12192000"/>
              <a:gd name="connsiteY106" fmla="*/ 1819259 h 2237474"/>
              <a:gd name="connsiteX107" fmla="*/ 5453307 w 12192000"/>
              <a:gd name="connsiteY107" fmla="*/ 1815450 h 2237474"/>
              <a:gd name="connsiteX108" fmla="*/ 5364192 w 12192000"/>
              <a:gd name="connsiteY108" fmla="*/ 1826074 h 2237474"/>
              <a:gd name="connsiteX109" fmla="*/ 5350380 w 12192000"/>
              <a:gd name="connsiteY109" fmla="*/ 1830891 h 2237474"/>
              <a:gd name="connsiteX110" fmla="*/ 5259633 w 12192000"/>
              <a:gd name="connsiteY110" fmla="*/ 1837160 h 2237474"/>
              <a:gd name="connsiteX111" fmla="*/ 5197513 w 12192000"/>
              <a:gd name="connsiteY111" fmla="*/ 1844718 h 2237474"/>
              <a:gd name="connsiteX112" fmla="*/ 5184170 w 12192000"/>
              <a:gd name="connsiteY112" fmla="*/ 1849402 h 2237474"/>
              <a:gd name="connsiteX113" fmla="*/ 5168852 w 12192000"/>
              <a:gd name="connsiteY113" fmla="*/ 1844846 h 2237474"/>
              <a:gd name="connsiteX114" fmla="*/ 5164370 w 12192000"/>
              <a:gd name="connsiteY114" fmla="*/ 1840597 h 2237474"/>
              <a:gd name="connsiteX115" fmla="*/ 5114927 w 12192000"/>
              <a:gd name="connsiteY115" fmla="*/ 1847827 h 2237474"/>
              <a:gd name="connsiteX116" fmla="*/ 5108970 w 12192000"/>
              <a:gd name="connsiteY116" fmla="*/ 1847935 h 2237474"/>
              <a:gd name="connsiteX117" fmla="*/ 5067961 w 12192000"/>
              <a:gd name="connsiteY117" fmla="*/ 1845917 h 2237474"/>
              <a:gd name="connsiteX118" fmla="*/ 5007075 w 12192000"/>
              <a:gd name="connsiteY118" fmla="*/ 1838626 h 2237474"/>
              <a:gd name="connsiteX119" fmla="*/ 4944087 w 12192000"/>
              <a:gd name="connsiteY119" fmla="*/ 1823332 h 2237474"/>
              <a:gd name="connsiteX120" fmla="*/ 4907662 w 12192000"/>
              <a:gd name="connsiteY120" fmla="*/ 1816900 h 2237474"/>
              <a:gd name="connsiteX121" fmla="*/ 4882386 w 12192000"/>
              <a:gd name="connsiteY121" fmla="*/ 1809844 h 2237474"/>
              <a:gd name="connsiteX122" fmla="*/ 4811440 w 12192000"/>
              <a:gd name="connsiteY122" fmla="*/ 1804655 h 2237474"/>
              <a:gd name="connsiteX123" fmla="*/ 4691075 w 12192000"/>
              <a:gd name="connsiteY123" fmla="*/ 1801389 h 2237474"/>
              <a:gd name="connsiteX124" fmla="*/ 4611738 w 12192000"/>
              <a:gd name="connsiteY124" fmla="*/ 1776964 h 2237474"/>
              <a:gd name="connsiteX125" fmla="*/ 4560070 w 12192000"/>
              <a:gd name="connsiteY125" fmla="*/ 1785640 h 2237474"/>
              <a:gd name="connsiteX126" fmla="*/ 4536503 w 12192000"/>
              <a:gd name="connsiteY126" fmla="*/ 1785334 h 2237474"/>
              <a:gd name="connsiteX127" fmla="*/ 4513724 w 12192000"/>
              <a:gd name="connsiteY127" fmla="*/ 1791996 h 2237474"/>
              <a:gd name="connsiteX128" fmla="*/ 4459810 w 12192000"/>
              <a:gd name="connsiteY128" fmla="*/ 1797886 h 2237474"/>
              <a:gd name="connsiteX129" fmla="*/ 4379064 w 12192000"/>
              <a:gd name="connsiteY129" fmla="*/ 1817177 h 2237474"/>
              <a:gd name="connsiteX130" fmla="*/ 4319209 w 12192000"/>
              <a:gd name="connsiteY130" fmla="*/ 1834833 h 2237474"/>
              <a:gd name="connsiteX131" fmla="*/ 4290981 w 12192000"/>
              <a:gd name="connsiteY131" fmla="*/ 1839677 h 2237474"/>
              <a:gd name="connsiteX132" fmla="*/ 4285792 w 12192000"/>
              <a:gd name="connsiteY132" fmla="*/ 1836231 h 2237474"/>
              <a:gd name="connsiteX133" fmla="*/ 4238372 w 12192000"/>
              <a:gd name="connsiteY133" fmla="*/ 1851480 h 2237474"/>
              <a:gd name="connsiteX134" fmla="*/ 4232517 w 12192000"/>
              <a:gd name="connsiteY134" fmla="*/ 1852567 h 2237474"/>
              <a:gd name="connsiteX135" fmla="*/ 4191732 w 12192000"/>
              <a:gd name="connsiteY135" fmla="*/ 1857328 h 2237474"/>
              <a:gd name="connsiteX136" fmla="*/ 4065532 w 12192000"/>
              <a:gd name="connsiteY136" fmla="*/ 1855477 h 2237474"/>
              <a:gd name="connsiteX137" fmla="*/ 4028460 w 12192000"/>
              <a:gd name="connsiteY137" fmla="*/ 1855137 h 2237474"/>
              <a:gd name="connsiteX138" fmla="*/ 4002267 w 12192000"/>
              <a:gd name="connsiteY138" fmla="*/ 1852352 h 2237474"/>
              <a:gd name="connsiteX139" fmla="*/ 3931396 w 12192000"/>
              <a:gd name="connsiteY139" fmla="*/ 1858915 h 2237474"/>
              <a:gd name="connsiteX140" fmla="*/ 3812162 w 12192000"/>
              <a:gd name="connsiteY140" fmla="*/ 1875501 h 2237474"/>
              <a:gd name="connsiteX141" fmla="*/ 3729530 w 12192000"/>
              <a:gd name="connsiteY141" fmla="*/ 1864513 h 2237474"/>
              <a:gd name="connsiteX142" fmla="*/ 3680177 w 12192000"/>
              <a:gd name="connsiteY142" fmla="*/ 1881552 h 2237474"/>
              <a:gd name="connsiteX143" fmla="*/ 3567259 w 12192000"/>
              <a:gd name="connsiteY143" fmla="*/ 1893482 h 2237474"/>
              <a:gd name="connsiteX144" fmla="*/ 3405770 w 12192000"/>
              <a:gd name="connsiteY144" fmla="*/ 1904591 h 2237474"/>
              <a:gd name="connsiteX145" fmla="*/ 3280097 w 12192000"/>
              <a:gd name="connsiteY145" fmla="*/ 1919610 h 2237474"/>
              <a:gd name="connsiteX146" fmla="*/ 3123424 w 12192000"/>
              <a:gd name="connsiteY146" fmla="*/ 1952930 h 2237474"/>
              <a:gd name="connsiteX147" fmla="*/ 3009910 w 12192000"/>
              <a:gd name="connsiteY147" fmla="*/ 1957866 h 2237474"/>
              <a:gd name="connsiteX148" fmla="*/ 2995934 w 12192000"/>
              <a:gd name="connsiteY148" fmla="*/ 1967085 h 2237474"/>
              <a:gd name="connsiteX149" fmla="*/ 2980071 w 12192000"/>
              <a:gd name="connsiteY149" fmla="*/ 1972988 h 2237474"/>
              <a:gd name="connsiteX150" fmla="*/ 2978094 w 12192000"/>
              <a:gd name="connsiteY150" fmla="*/ 1972369 h 2237474"/>
              <a:gd name="connsiteX151" fmla="*/ 2942858 w 12192000"/>
              <a:gd name="connsiteY151" fmla="*/ 1981367 h 2237474"/>
              <a:gd name="connsiteX152" fmla="*/ 2875436 w 12192000"/>
              <a:gd name="connsiteY152" fmla="*/ 1996977 h 2237474"/>
              <a:gd name="connsiteX153" fmla="*/ 2874892 w 12192000"/>
              <a:gd name="connsiteY153" fmla="*/ 1996085 h 2237474"/>
              <a:gd name="connsiteX154" fmla="*/ 2864145 w 12192000"/>
              <a:gd name="connsiteY154" fmla="*/ 1994061 h 2237474"/>
              <a:gd name="connsiteX155" fmla="*/ 2843662 w 12192000"/>
              <a:gd name="connsiteY155" fmla="*/ 1992498 h 2237474"/>
              <a:gd name="connsiteX156" fmla="*/ 2796128 w 12192000"/>
              <a:gd name="connsiteY156" fmla="*/ 1976403 h 2237474"/>
              <a:gd name="connsiteX157" fmla="*/ 2756784 w 12192000"/>
              <a:gd name="connsiteY157" fmla="*/ 1985116 h 2237474"/>
              <a:gd name="connsiteX158" fmla="*/ 2748833 w 12192000"/>
              <a:gd name="connsiteY158" fmla="*/ 1986323 h 2237474"/>
              <a:gd name="connsiteX159" fmla="*/ 2748661 w 12192000"/>
              <a:gd name="connsiteY159" fmla="*/ 1986122 h 2237474"/>
              <a:gd name="connsiteX160" fmla="*/ 2740251 w 12192000"/>
              <a:gd name="connsiteY160" fmla="*/ 1986946 h 2237474"/>
              <a:gd name="connsiteX161" fmla="*/ 2718916 w 12192000"/>
              <a:gd name="connsiteY161" fmla="*/ 1990867 h 2237474"/>
              <a:gd name="connsiteX162" fmla="*/ 2713522 w 12192000"/>
              <a:gd name="connsiteY162" fmla="*/ 1990173 h 2237474"/>
              <a:gd name="connsiteX163" fmla="*/ 2680597 w 12192000"/>
              <a:gd name="connsiteY163" fmla="*/ 1984996 h 2237474"/>
              <a:gd name="connsiteX164" fmla="*/ 2578178 w 12192000"/>
              <a:gd name="connsiteY164" fmla="*/ 1990531 h 2237474"/>
              <a:gd name="connsiteX165" fmla="*/ 2476147 w 12192000"/>
              <a:gd name="connsiteY165" fmla="*/ 1998305 h 2237474"/>
              <a:gd name="connsiteX166" fmla="*/ 2373568 w 12192000"/>
              <a:gd name="connsiteY166" fmla="*/ 2003219 h 2237474"/>
              <a:gd name="connsiteX167" fmla="*/ 2321399 w 12192000"/>
              <a:gd name="connsiteY167" fmla="*/ 1989467 h 2237474"/>
              <a:gd name="connsiteX168" fmla="*/ 2315525 w 12192000"/>
              <a:gd name="connsiteY168" fmla="*/ 1989708 h 2237474"/>
              <a:gd name="connsiteX169" fmla="*/ 2300792 w 12192000"/>
              <a:gd name="connsiteY169" fmla="*/ 1994290 h 2237474"/>
              <a:gd name="connsiteX170" fmla="*/ 2295469 w 12192000"/>
              <a:gd name="connsiteY170" fmla="*/ 1996659 h 2237474"/>
              <a:gd name="connsiteX171" fmla="*/ 2287219 w 12192000"/>
              <a:gd name="connsiteY171" fmla="*/ 1998750 h 2237474"/>
              <a:gd name="connsiteX172" fmla="*/ 2286948 w 12192000"/>
              <a:gd name="connsiteY172" fmla="*/ 1998596 h 2237474"/>
              <a:gd name="connsiteX173" fmla="*/ 2243069 w 12192000"/>
              <a:gd name="connsiteY173" fmla="*/ 2015111 h 2237474"/>
              <a:gd name="connsiteX174" fmla="*/ 2186609 w 12192000"/>
              <a:gd name="connsiteY174" fmla="*/ 2008263 h 2237474"/>
              <a:gd name="connsiteX175" fmla="*/ 2164831 w 12192000"/>
              <a:gd name="connsiteY175" fmla="*/ 2010143 h 2237474"/>
              <a:gd name="connsiteX176" fmla="*/ 2152836 w 12192000"/>
              <a:gd name="connsiteY176" fmla="*/ 2010048 h 2237474"/>
              <a:gd name="connsiteX177" fmla="*/ 2117102 w 12192000"/>
              <a:gd name="connsiteY177" fmla="*/ 2023004 h 2237474"/>
              <a:gd name="connsiteX178" fmla="*/ 2111935 w 12192000"/>
              <a:gd name="connsiteY178" fmla="*/ 2023163 h 2237474"/>
              <a:gd name="connsiteX179" fmla="*/ 2089991 w 12192000"/>
              <a:gd name="connsiteY179" fmla="*/ 2034193 h 2237474"/>
              <a:gd name="connsiteX180" fmla="*/ 2058061 w 12192000"/>
              <a:gd name="connsiteY180" fmla="*/ 2047942 h 2237474"/>
              <a:gd name="connsiteX181" fmla="*/ 2055737 w 12192000"/>
              <a:gd name="connsiteY181" fmla="*/ 2047704 h 2237474"/>
              <a:gd name="connsiteX182" fmla="*/ 2042244 w 12192000"/>
              <a:gd name="connsiteY182" fmla="*/ 2055560 h 2237474"/>
              <a:gd name="connsiteX183" fmla="*/ 1976224 w 12192000"/>
              <a:gd name="connsiteY183" fmla="*/ 2074257 h 2237474"/>
              <a:gd name="connsiteX184" fmla="*/ 1877728 w 12192000"/>
              <a:gd name="connsiteY184" fmla="*/ 2101004 h 2237474"/>
              <a:gd name="connsiteX185" fmla="*/ 1759056 w 12192000"/>
              <a:gd name="connsiteY185" fmla="*/ 2125608 h 2237474"/>
              <a:gd name="connsiteX186" fmla="*/ 1637948 w 12192000"/>
              <a:gd name="connsiteY186" fmla="*/ 2172597 h 2237474"/>
              <a:gd name="connsiteX187" fmla="*/ 1434549 w 12192000"/>
              <a:gd name="connsiteY187" fmla="*/ 2234522 h 2237474"/>
              <a:gd name="connsiteX188" fmla="*/ 1398481 w 12192000"/>
              <a:gd name="connsiteY188" fmla="*/ 2237074 h 2237474"/>
              <a:gd name="connsiteX189" fmla="*/ 1398407 w 12192000"/>
              <a:gd name="connsiteY189" fmla="*/ 2237095 h 2237474"/>
              <a:gd name="connsiteX190" fmla="*/ 1370962 w 12192000"/>
              <a:gd name="connsiteY190" fmla="*/ 2237474 h 2237474"/>
              <a:gd name="connsiteX191" fmla="*/ 1356367 w 12192000"/>
              <a:gd name="connsiteY191" fmla="*/ 2235089 h 2237474"/>
              <a:gd name="connsiteX192" fmla="*/ 1324828 w 12192000"/>
              <a:gd name="connsiteY192" fmla="*/ 2231968 h 2237474"/>
              <a:gd name="connsiteX193" fmla="*/ 1297744 w 12192000"/>
              <a:gd name="connsiteY193" fmla="*/ 2235849 h 2237474"/>
              <a:gd name="connsiteX194" fmla="*/ 1286236 w 12192000"/>
              <a:gd name="connsiteY194" fmla="*/ 2233135 h 2237474"/>
              <a:gd name="connsiteX195" fmla="*/ 1283504 w 12192000"/>
              <a:gd name="connsiteY195" fmla="*/ 2233797 h 2237474"/>
              <a:gd name="connsiteX196" fmla="*/ 1279765 w 12192000"/>
              <a:gd name="connsiteY196" fmla="*/ 2229639 h 2237474"/>
              <a:gd name="connsiteX197" fmla="*/ 1195347 w 12192000"/>
              <a:gd name="connsiteY197" fmla="*/ 2212354 h 2237474"/>
              <a:gd name="connsiteX198" fmla="*/ 970251 w 12192000"/>
              <a:gd name="connsiteY198" fmla="*/ 2221029 h 2237474"/>
              <a:gd name="connsiteX199" fmla="*/ 812914 w 12192000"/>
              <a:gd name="connsiteY199" fmla="*/ 2202752 h 2237474"/>
              <a:gd name="connsiteX200" fmla="*/ 800195 w 12192000"/>
              <a:gd name="connsiteY200" fmla="*/ 2209407 h 2237474"/>
              <a:gd name="connsiteX201" fmla="*/ 784978 w 12192000"/>
              <a:gd name="connsiteY201" fmla="*/ 2212360 h 2237474"/>
              <a:gd name="connsiteX202" fmla="*/ 681987 w 12192000"/>
              <a:gd name="connsiteY202" fmla="*/ 2216757 h 2237474"/>
              <a:gd name="connsiteX203" fmla="*/ 669923 w 12192000"/>
              <a:gd name="connsiteY203" fmla="*/ 2211682 h 2237474"/>
              <a:gd name="connsiteX204" fmla="*/ 648680 w 12192000"/>
              <a:gd name="connsiteY204" fmla="*/ 2206229 h 2237474"/>
              <a:gd name="connsiteX205" fmla="*/ 597225 w 12192000"/>
              <a:gd name="connsiteY205" fmla="*/ 2180999 h 2237474"/>
              <a:gd name="connsiteX206" fmla="*/ 558449 w 12192000"/>
              <a:gd name="connsiteY206" fmla="*/ 2182346 h 2237474"/>
              <a:gd name="connsiteX207" fmla="*/ 550517 w 12192000"/>
              <a:gd name="connsiteY207" fmla="*/ 2182060 h 2237474"/>
              <a:gd name="connsiteX208" fmla="*/ 550309 w 12192000"/>
              <a:gd name="connsiteY208" fmla="*/ 2181825 h 2237474"/>
              <a:gd name="connsiteX209" fmla="*/ 541836 w 12192000"/>
              <a:gd name="connsiteY209" fmla="*/ 2181063 h 2237474"/>
              <a:gd name="connsiteX210" fmla="*/ 536057 w 12192000"/>
              <a:gd name="connsiteY210" fmla="*/ 2181537 h 2237474"/>
              <a:gd name="connsiteX211" fmla="*/ 520671 w 12192000"/>
              <a:gd name="connsiteY211" fmla="*/ 2180980 h 2237474"/>
              <a:gd name="connsiteX212" fmla="*/ 515024 w 12192000"/>
              <a:gd name="connsiteY212" fmla="*/ 2179258 h 2237474"/>
              <a:gd name="connsiteX213" fmla="*/ 512278 w 12192000"/>
              <a:gd name="connsiteY213" fmla="*/ 2176369 h 2237474"/>
              <a:gd name="connsiteX214" fmla="*/ 480419 w 12192000"/>
              <a:gd name="connsiteY214" fmla="*/ 2167807 h 2237474"/>
              <a:gd name="connsiteX215" fmla="*/ 413835 w 12192000"/>
              <a:gd name="connsiteY215" fmla="*/ 2156783 h 2237474"/>
              <a:gd name="connsiteX216" fmla="*/ 376513 w 12192000"/>
              <a:gd name="connsiteY216" fmla="*/ 2154014 h 2237474"/>
              <a:gd name="connsiteX217" fmla="*/ 273386 w 12192000"/>
              <a:gd name="connsiteY217" fmla="*/ 2142551 h 2237474"/>
              <a:gd name="connsiteX218" fmla="*/ 169207 w 12192000"/>
              <a:gd name="connsiteY218" fmla="*/ 2128100 h 2237474"/>
              <a:gd name="connsiteX219" fmla="*/ 93149 w 12192000"/>
              <a:gd name="connsiteY219" fmla="*/ 2105324 h 2237474"/>
              <a:gd name="connsiteX220" fmla="*/ 88109 w 12192000"/>
              <a:gd name="connsiteY220" fmla="*/ 2106704 h 2237474"/>
              <a:gd name="connsiteX221" fmla="*/ 80022 w 12192000"/>
              <a:gd name="connsiteY221" fmla="*/ 2107254 h 2237474"/>
              <a:gd name="connsiteX222" fmla="*/ 79717 w 12192000"/>
              <a:gd name="connsiteY222" fmla="*/ 2107046 h 2237474"/>
              <a:gd name="connsiteX223" fmla="*/ 72352 w 12192000"/>
              <a:gd name="connsiteY223" fmla="*/ 2107991 h 2237474"/>
              <a:gd name="connsiteX224" fmla="*/ 37645 w 12192000"/>
              <a:gd name="connsiteY224" fmla="*/ 2115401 h 2237474"/>
              <a:gd name="connsiteX225" fmla="*/ 4572 w 12192000"/>
              <a:gd name="connsiteY225" fmla="*/ 2111091 h 2237474"/>
              <a:gd name="connsiteX226" fmla="*/ 0 w 12192000"/>
              <a:gd name="connsiteY226" fmla="*/ 2110468 h 2237474"/>
              <a:gd name="connsiteX227" fmla="*/ 0 w 12192000"/>
              <a:gd name="connsiteY22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00177 w 12192000"/>
              <a:gd name="connsiteY87" fmla="*/ 1636016 h 2237474"/>
              <a:gd name="connsiteX88" fmla="*/ 6795372 w 12192000"/>
              <a:gd name="connsiteY88" fmla="*/ 1644845 h 2237474"/>
              <a:gd name="connsiteX89" fmla="*/ 6692251 w 12192000"/>
              <a:gd name="connsiteY89" fmla="*/ 1656357 h 2237474"/>
              <a:gd name="connsiteX90" fmla="*/ 6655235 w 12192000"/>
              <a:gd name="connsiteY90" fmla="*/ 1661869 h 2237474"/>
              <a:gd name="connsiteX91" fmla="*/ 6587857 w 12192000"/>
              <a:gd name="connsiteY91" fmla="*/ 1665769 h 2237474"/>
              <a:gd name="connsiteX92" fmla="*/ 6554894 w 12192000"/>
              <a:gd name="connsiteY92" fmla="*/ 1664428 h 2237474"/>
              <a:gd name="connsiteX93" fmla="*/ 6516595 w 12192000"/>
              <a:gd name="connsiteY93" fmla="*/ 1667475 h 2237474"/>
              <a:gd name="connsiteX94" fmla="*/ 6508541 w 12192000"/>
              <a:gd name="connsiteY94" fmla="*/ 1668757 h 2237474"/>
              <a:gd name="connsiteX95" fmla="*/ 6471012 w 12192000"/>
              <a:gd name="connsiteY95" fmla="*/ 1678604 h 2237474"/>
              <a:gd name="connsiteX96" fmla="*/ 6415265 w 12192000"/>
              <a:gd name="connsiteY96" fmla="*/ 1665317 h 2237474"/>
              <a:gd name="connsiteX97" fmla="*/ 6364035 w 12192000"/>
              <a:gd name="connsiteY97" fmla="*/ 1667683 h 2237474"/>
              <a:gd name="connsiteX98" fmla="*/ 6280959 w 12192000"/>
              <a:gd name="connsiteY98" fmla="*/ 1689329 h 2237474"/>
              <a:gd name="connsiteX99" fmla="*/ 6243319 w 12192000"/>
              <a:gd name="connsiteY99" fmla="*/ 1695560 h 2237474"/>
              <a:gd name="connsiteX100" fmla="*/ 6098321 w 12192000"/>
              <a:gd name="connsiteY100" fmla="*/ 1721646 h 2237474"/>
              <a:gd name="connsiteX101" fmla="*/ 5880652 w 12192000"/>
              <a:gd name="connsiteY101" fmla="*/ 1779643 h 2237474"/>
              <a:gd name="connsiteX102" fmla="*/ 5785959 w 12192000"/>
              <a:gd name="connsiteY102" fmla="*/ 1775307 h 2237474"/>
              <a:gd name="connsiteX103" fmla="*/ 5643534 w 12192000"/>
              <a:gd name="connsiteY103" fmla="*/ 1802919 h 2237474"/>
              <a:gd name="connsiteX104" fmla="*/ 5518799 w 12192000"/>
              <a:gd name="connsiteY104" fmla="*/ 1818312 h 2237474"/>
              <a:gd name="connsiteX105" fmla="*/ 5505014 w 12192000"/>
              <a:gd name="connsiteY105" fmla="*/ 1819259 h 2237474"/>
              <a:gd name="connsiteX106" fmla="*/ 5453307 w 12192000"/>
              <a:gd name="connsiteY106" fmla="*/ 1815450 h 2237474"/>
              <a:gd name="connsiteX107" fmla="*/ 5364192 w 12192000"/>
              <a:gd name="connsiteY107" fmla="*/ 1826074 h 2237474"/>
              <a:gd name="connsiteX108" fmla="*/ 5350380 w 12192000"/>
              <a:gd name="connsiteY108" fmla="*/ 1830891 h 2237474"/>
              <a:gd name="connsiteX109" fmla="*/ 5259633 w 12192000"/>
              <a:gd name="connsiteY109" fmla="*/ 1837160 h 2237474"/>
              <a:gd name="connsiteX110" fmla="*/ 5197513 w 12192000"/>
              <a:gd name="connsiteY110" fmla="*/ 1844718 h 2237474"/>
              <a:gd name="connsiteX111" fmla="*/ 5184170 w 12192000"/>
              <a:gd name="connsiteY111" fmla="*/ 1849402 h 2237474"/>
              <a:gd name="connsiteX112" fmla="*/ 5168852 w 12192000"/>
              <a:gd name="connsiteY112" fmla="*/ 1844846 h 2237474"/>
              <a:gd name="connsiteX113" fmla="*/ 5164370 w 12192000"/>
              <a:gd name="connsiteY113" fmla="*/ 1840597 h 2237474"/>
              <a:gd name="connsiteX114" fmla="*/ 5114927 w 12192000"/>
              <a:gd name="connsiteY114" fmla="*/ 1847827 h 2237474"/>
              <a:gd name="connsiteX115" fmla="*/ 5108970 w 12192000"/>
              <a:gd name="connsiteY115" fmla="*/ 1847935 h 2237474"/>
              <a:gd name="connsiteX116" fmla="*/ 5067961 w 12192000"/>
              <a:gd name="connsiteY116" fmla="*/ 1845917 h 2237474"/>
              <a:gd name="connsiteX117" fmla="*/ 5007075 w 12192000"/>
              <a:gd name="connsiteY117" fmla="*/ 1838626 h 2237474"/>
              <a:gd name="connsiteX118" fmla="*/ 4944087 w 12192000"/>
              <a:gd name="connsiteY118" fmla="*/ 1823332 h 2237474"/>
              <a:gd name="connsiteX119" fmla="*/ 4907662 w 12192000"/>
              <a:gd name="connsiteY119" fmla="*/ 1816900 h 2237474"/>
              <a:gd name="connsiteX120" fmla="*/ 4882386 w 12192000"/>
              <a:gd name="connsiteY120" fmla="*/ 1809844 h 2237474"/>
              <a:gd name="connsiteX121" fmla="*/ 4811440 w 12192000"/>
              <a:gd name="connsiteY121" fmla="*/ 1804655 h 2237474"/>
              <a:gd name="connsiteX122" fmla="*/ 4691075 w 12192000"/>
              <a:gd name="connsiteY122" fmla="*/ 1801389 h 2237474"/>
              <a:gd name="connsiteX123" fmla="*/ 4611738 w 12192000"/>
              <a:gd name="connsiteY123" fmla="*/ 1776964 h 2237474"/>
              <a:gd name="connsiteX124" fmla="*/ 4560070 w 12192000"/>
              <a:gd name="connsiteY124" fmla="*/ 1785640 h 2237474"/>
              <a:gd name="connsiteX125" fmla="*/ 4536503 w 12192000"/>
              <a:gd name="connsiteY125" fmla="*/ 1785334 h 2237474"/>
              <a:gd name="connsiteX126" fmla="*/ 4513724 w 12192000"/>
              <a:gd name="connsiteY126" fmla="*/ 1791996 h 2237474"/>
              <a:gd name="connsiteX127" fmla="*/ 4459810 w 12192000"/>
              <a:gd name="connsiteY127" fmla="*/ 1797886 h 2237474"/>
              <a:gd name="connsiteX128" fmla="*/ 4379064 w 12192000"/>
              <a:gd name="connsiteY128" fmla="*/ 1817177 h 2237474"/>
              <a:gd name="connsiteX129" fmla="*/ 4319209 w 12192000"/>
              <a:gd name="connsiteY129" fmla="*/ 1834833 h 2237474"/>
              <a:gd name="connsiteX130" fmla="*/ 4290981 w 12192000"/>
              <a:gd name="connsiteY130" fmla="*/ 1839677 h 2237474"/>
              <a:gd name="connsiteX131" fmla="*/ 4285792 w 12192000"/>
              <a:gd name="connsiteY131" fmla="*/ 1836231 h 2237474"/>
              <a:gd name="connsiteX132" fmla="*/ 4238372 w 12192000"/>
              <a:gd name="connsiteY132" fmla="*/ 1851480 h 2237474"/>
              <a:gd name="connsiteX133" fmla="*/ 4232517 w 12192000"/>
              <a:gd name="connsiteY133" fmla="*/ 1852567 h 2237474"/>
              <a:gd name="connsiteX134" fmla="*/ 4191732 w 12192000"/>
              <a:gd name="connsiteY134" fmla="*/ 1857328 h 2237474"/>
              <a:gd name="connsiteX135" fmla="*/ 4065532 w 12192000"/>
              <a:gd name="connsiteY135" fmla="*/ 1855477 h 2237474"/>
              <a:gd name="connsiteX136" fmla="*/ 4028460 w 12192000"/>
              <a:gd name="connsiteY136" fmla="*/ 1855137 h 2237474"/>
              <a:gd name="connsiteX137" fmla="*/ 4002267 w 12192000"/>
              <a:gd name="connsiteY137" fmla="*/ 1852352 h 2237474"/>
              <a:gd name="connsiteX138" fmla="*/ 3931396 w 12192000"/>
              <a:gd name="connsiteY138" fmla="*/ 1858915 h 2237474"/>
              <a:gd name="connsiteX139" fmla="*/ 3812162 w 12192000"/>
              <a:gd name="connsiteY139" fmla="*/ 1875501 h 2237474"/>
              <a:gd name="connsiteX140" fmla="*/ 3729530 w 12192000"/>
              <a:gd name="connsiteY140" fmla="*/ 1864513 h 2237474"/>
              <a:gd name="connsiteX141" fmla="*/ 3680177 w 12192000"/>
              <a:gd name="connsiteY141" fmla="*/ 1881552 h 2237474"/>
              <a:gd name="connsiteX142" fmla="*/ 3567259 w 12192000"/>
              <a:gd name="connsiteY142" fmla="*/ 1893482 h 2237474"/>
              <a:gd name="connsiteX143" fmla="*/ 3405770 w 12192000"/>
              <a:gd name="connsiteY143" fmla="*/ 1904591 h 2237474"/>
              <a:gd name="connsiteX144" fmla="*/ 3280097 w 12192000"/>
              <a:gd name="connsiteY144" fmla="*/ 1919610 h 2237474"/>
              <a:gd name="connsiteX145" fmla="*/ 3123424 w 12192000"/>
              <a:gd name="connsiteY145" fmla="*/ 1952930 h 2237474"/>
              <a:gd name="connsiteX146" fmla="*/ 3009910 w 12192000"/>
              <a:gd name="connsiteY146" fmla="*/ 1957866 h 2237474"/>
              <a:gd name="connsiteX147" fmla="*/ 2995934 w 12192000"/>
              <a:gd name="connsiteY147" fmla="*/ 1967085 h 2237474"/>
              <a:gd name="connsiteX148" fmla="*/ 2980071 w 12192000"/>
              <a:gd name="connsiteY148" fmla="*/ 1972988 h 2237474"/>
              <a:gd name="connsiteX149" fmla="*/ 2978094 w 12192000"/>
              <a:gd name="connsiteY149" fmla="*/ 1972369 h 2237474"/>
              <a:gd name="connsiteX150" fmla="*/ 2942858 w 12192000"/>
              <a:gd name="connsiteY150" fmla="*/ 1981367 h 2237474"/>
              <a:gd name="connsiteX151" fmla="*/ 2875436 w 12192000"/>
              <a:gd name="connsiteY151" fmla="*/ 1996977 h 2237474"/>
              <a:gd name="connsiteX152" fmla="*/ 2874892 w 12192000"/>
              <a:gd name="connsiteY152" fmla="*/ 1996085 h 2237474"/>
              <a:gd name="connsiteX153" fmla="*/ 2864145 w 12192000"/>
              <a:gd name="connsiteY153" fmla="*/ 1994061 h 2237474"/>
              <a:gd name="connsiteX154" fmla="*/ 2843662 w 12192000"/>
              <a:gd name="connsiteY154" fmla="*/ 1992498 h 2237474"/>
              <a:gd name="connsiteX155" fmla="*/ 2796128 w 12192000"/>
              <a:gd name="connsiteY155" fmla="*/ 1976403 h 2237474"/>
              <a:gd name="connsiteX156" fmla="*/ 2756784 w 12192000"/>
              <a:gd name="connsiteY156" fmla="*/ 1985116 h 2237474"/>
              <a:gd name="connsiteX157" fmla="*/ 2748833 w 12192000"/>
              <a:gd name="connsiteY157" fmla="*/ 1986323 h 2237474"/>
              <a:gd name="connsiteX158" fmla="*/ 2748661 w 12192000"/>
              <a:gd name="connsiteY158" fmla="*/ 1986122 h 2237474"/>
              <a:gd name="connsiteX159" fmla="*/ 2740251 w 12192000"/>
              <a:gd name="connsiteY159" fmla="*/ 1986946 h 2237474"/>
              <a:gd name="connsiteX160" fmla="*/ 2718916 w 12192000"/>
              <a:gd name="connsiteY160" fmla="*/ 1990867 h 2237474"/>
              <a:gd name="connsiteX161" fmla="*/ 2713522 w 12192000"/>
              <a:gd name="connsiteY161" fmla="*/ 1990173 h 2237474"/>
              <a:gd name="connsiteX162" fmla="*/ 2680597 w 12192000"/>
              <a:gd name="connsiteY162" fmla="*/ 1984996 h 2237474"/>
              <a:gd name="connsiteX163" fmla="*/ 2578178 w 12192000"/>
              <a:gd name="connsiteY163" fmla="*/ 1990531 h 2237474"/>
              <a:gd name="connsiteX164" fmla="*/ 2476147 w 12192000"/>
              <a:gd name="connsiteY164" fmla="*/ 1998305 h 2237474"/>
              <a:gd name="connsiteX165" fmla="*/ 2373568 w 12192000"/>
              <a:gd name="connsiteY165" fmla="*/ 2003219 h 2237474"/>
              <a:gd name="connsiteX166" fmla="*/ 2321399 w 12192000"/>
              <a:gd name="connsiteY166" fmla="*/ 1989467 h 2237474"/>
              <a:gd name="connsiteX167" fmla="*/ 2315525 w 12192000"/>
              <a:gd name="connsiteY167" fmla="*/ 1989708 h 2237474"/>
              <a:gd name="connsiteX168" fmla="*/ 2300792 w 12192000"/>
              <a:gd name="connsiteY168" fmla="*/ 1994290 h 2237474"/>
              <a:gd name="connsiteX169" fmla="*/ 2295469 w 12192000"/>
              <a:gd name="connsiteY169" fmla="*/ 1996659 h 2237474"/>
              <a:gd name="connsiteX170" fmla="*/ 2287219 w 12192000"/>
              <a:gd name="connsiteY170" fmla="*/ 1998750 h 2237474"/>
              <a:gd name="connsiteX171" fmla="*/ 2286948 w 12192000"/>
              <a:gd name="connsiteY171" fmla="*/ 1998596 h 2237474"/>
              <a:gd name="connsiteX172" fmla="*/ 2243069 w 12192000"/>
              <a:gd name="connsiteY172" fmla="*/ 2015111 h 2237474"/>
              <a:gd name="connsiteX173" fmla="*/ 2186609 w 12192000"/>
              <a:gd name="connsiteY173" fmla="*/ 2008263 h 2237474"/>
              <a:gd name="connsiteX174" fmla="*/ 2164831 w 12192000"/>
              <a:gd name="connsiteY174" fmla="*/ 2010143 h 2237474"/>
              <a:gd name="connsiteX175" fmla="*/ 2152836 w 12192000"/>
              <a:gd name="connsiteY175" fmla="*/ 2010048 h 2237474"/>
              <a:gd name="connsiteX176" fmla="*/ 2117102 w 12192000"/>
              <a:gd name="connsiteY176" fmla="*/ 2023004 h 2237474"/>
              <a:gd name="connsiteX177" fmla="*/ 2111935 w 12192000"/>
              <a:gd name="connsiteY177" fmla="*/ 2023163 h 2237474"/>
              <a:gd name="connsiteX178" fmla="*/ 2089991 w 12192000"/>
              <a:gd name="connsiteY178" fmla="*/ 2034193 h 2237474"/>
              <a:gd name="connsiteX179" fmla="*/ 2058061 w 12192000"/>
              <a:gd name="connsiteY179" fmla="*/ 2047942 h 2237474"/>
              <a:gd name="connsiteX180" fmla="*/ 2055737 w 12192000"/>
              <a:gd name="connsiteY180" fmla="*/ 2047704 h 2237474"/>
              <a:gd name="connsiteX181" fmla="*/ 2042244 w 12192000"/>
              <a:gd name="connsiteY181" fmla="*/ 2055560 h 2237474"/>
              <a:gd name="connsiteX182" fmla="*/ 1976224 w 12192000"/>
              <a:gd name="connsiteY182" fmla="*/ 2074257 h 2237474"/>
              <a:gd name="connsiteX183" fmla="*/ 1877728 w 12192000"/>
              <a:gd name="connsiteY183" fmla="*/ 2101004 h 2237474"/>
              <a:gd name="connsiteX184" fmla="*/ 1759056 w 12192000"/>
              <a:gd name="connsiteY184" fmla="*/ 2125608 h 2237474"/>
              <a:gd name="connsiteX185" fmla="*/ 1637948 w 12192000"/>
              <a:gd name="connsiteY185" fmla="*/ 2172597 h 2237474"/>
              <a:gd name="connsiteX186" fmla="*/ 1434549 w 12192000"/>
              <a:gd name="connsiteY186" fmla="*/ 2234522 h 2237474"/>
              <a:gd name="connsiteX187" fmla="*/ 1398481 w 12192000"/>
              <a:gd name="connsiteY187" fmla="*/ 2237074 h 2237474"/>
              <a:gd name="connsiteX188" fmla="*/ 1398407 w 12192000"/>
              <a:gd name="connsiteY188" fmla="*/ 2237095 h 2237474"/>
              <a:gd name="connsiteX189" fmla="*/ 1370962 w 12192000"/>
              <a:gd name="connsiteY189" fmla="*/ 2237474 h 2237474"/>
              <a:gd name="connsiteX190" fmla="*/ 1356367 w 12192000"/>
              <a:gd name="connsiteY190" fmla="*/ 2235089 h 2237474"/>
              <a:gd name="connsiteX191" fmla="*/ 1324828 w 12192000"/>
              <a:gd name="connsiteY191" fmla="*/ 2231968 h 2237474"/>
              <a:gd name="connsiteX192" fmla="*/ 1297744 w 12192000"/>
              <a:gd name="connsiteY192" fmla="*/ 2235849 h 2237474"/>
              <a:gd name="connsiteX193" fmla="*/ 1286236 w 12192000"/>
              <a:gd name="connsiteY193" fmla="*/ 2233135 h 2237474"/>
              <a:gd name="connsiteX194" fmla="*/ 1283504 w 12192000"/>
              <a:gd name="connsiteY194" fmla="*/ 2233797 h 2237474"/>
              <a:gd name="connsiteX195" fmla="*/ 1279765 w 12192000"/>
              <a:gd name="connsiteY195" fmla="*/ 2229639 h 2237474"/>
              <a:gd name="connsiteX196" fmla="*/ 1195347 w 12192000"/>
              <a:gd name="connsiteY196" fmla="*/ 2212354 h 2237474"/>
              <a:gd name="connsiteX197" fmla="*/ 970251 w 12192000"/>
              <a:gd name="connsiteY197" fmla="*/ 2221029 h 2237474"/>
              <a:gd name="connsiteX198" fmla="*/ 812914 w 12192000"/>
              <a:gd name="connsiteY198" fmla="*/ 2202752 h 2237474"/>
              <a:gd name="connsiteX199" fmla="*/ 800195 w 12192000"/>
              <a:gd name="connsiteY199" fmla="*/ 2209407 h 2237474"/>
              <a:gd name="connsiteX200" fmla="*/ 784978 w 12192000"/>
              <a:gd name="connsiteY200" fmla="*/ 2212360 h 2237474"/>
              <a:gd name="connsiteX201" fmla="*/ 681987 w 12192000"/>
              <a:gd name="connsiteY201" fmla="*/ 2216757 h 2237474"/>
              <a:gd name="connsiteX202" fmla="*/ 669923 w 12192000"/>
              <a:gd name="connsiteY202" fmla="*/ 2211682 h 2237474"/>
              <a:gd name="connsiteX203" fmla="*/ 648680 w 12192000"/>
              <a:gd name="connsiteY203" fmla="*/ 2206229 h 2237474"/>
              <a:gd name="connsiteX204" fmla="*/ 597225 w 12192000"/>
              <a:gd name="connsiteY204" fmla="*/ 2180999 h 2237474"/>
              <a:gd name="connsiteX205" fmla="*/ 558449 w 12192000"/>
              <a:gd name="connsiteY205" fmla="*/ 2182346 h 2237474"/>
              <a:gd name="connsiteX206" fmla="*/ 550517 w 12192000"/>
              <a:gd name="connsiteY206" fmla="*/ 2182060 h 2237474"/>
              <a:gd name="connsiteX207" fmla="*/ 550309 w 12192000"/>
              <a:gd name="connsiteY207" fmla="*/ 2181825 h 2237474"/>
              <a:gd name="connsiteX208" fmla="*/ 541836 w 12192000"/>
              <a:gd name="connsiteY208" fmla="*/ 2181063 h 2237474"/>
              <a:gd name="connsiteX209" fmla="*/ 536057 w 12192000"/>
              <a:gd name="connsiteY209" fmla="*/ 2181537 h 2237474"/>
              <a:gd name="connsiteX210" fmla="*/ 520671 w 12192000"/>
              <a:gd name="connsiteY210" fmla="*/ 2180980 h 2237474"/>
              <a:gd name="connsiteX211" fmla="*/ 515024 w 12192000"/>
              <a:gd name="connsiteY211" fmla="*/ 2179258 h 2237474"/>
              <a:gd name="connsiteX212" fmla="*/ 512278 w 12192000"/>
              <a:gd name="connsiteY212" fmla="*/ 2176369 h 2237474"/>
              <a:gd name="connsiteX213" fmla="*/ 480419 w 12192000"/>
              <a:gd name="connsiteY213" fmla="*/ 2167807 h 2237474"/>
              <a:gd name="connsiteX214" fmla="*/ 413835 w 12192000"/>
              <a:gd name="connsiteY214" fmla="*/ 2156783 h 2237474"/>
              <a:gd name="connsiteX215" fmla="*/ 376513 w 12192000"/>
              <a:gd name="connsiteY215" fmla="*/ 2154014 h 2237474"/>
              <a:gd name="connsiteX216" fmla="*/ 273386 w 12192000"/>
              <a:gd name="connsiteY216" fmla="*/ 2142551 h 2237474"/>
              <a:gd name="connsiteX217" fmla="*/ 169207 w 12192000"/>
              <a:gd name="connsiteY217" fmla="*/ 2128100 h 2237474"/>
              <a:gd name="connsiteX218" fmla="*/ 93149 w 12192000"/>
              <a:gd name="connsiteY218" fmla="*/ 2105324 h 2237474"/>
              <a:gd name="connsiteX219" fmla="*/ 88109 w 12192000"/>
              <a:gd name="connsiteY219" fmla="*/ 2106704 h 2237474"/>
              <a:gd name="connsiteX220" fmla="*/ 80022 w 12192000"/>
              <a:gd name="connsiteY220" fmla="*/ 2107254 h 2237474"/>
              <a:gd name="connsiteX221" fmla="*/ 79717 w 12192000"/>
              <a:gd name="connsiteY221" fmla="*/ 2107046 h 2237474"/>
              <a:gd name="connsiteX222" fmla="*/ 72352 w 12192000"/>
              <a:gd name="connsiteY222" fmla="*/ 2107991 h 2237474"/>
              <a:gd name="connsiteX223" fmla="*/ 37645 w 12192000"/>
              <a:gd name="connsiteY223" fmla="*/ 2115401 h 2237474"/>
              <a:gd name="connsiteX224" fmla="*/ 4572 w 12192000"/>
              <a:gd name="connsiteY224" fmla="*/ 2111091 h 2237474"/>
              <a:gd name="connsiteX225" fmla="*/ 0 w 12192000"/>
              <a:gd name="connsiteY225" fmla="*/ 2110468 h 2237474"/>
              <a:gd name="connsiteX226" fmla="*/ 0 w 12192000"/>
              <a:gd name="connsiteY22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14651 w 12192000"/>
              <a:gd name="connsiteY80" fmla="*/ 1620959 h 2237474"/>
              <a:gd name="connsiteX81" fmla="*/ 7092727 w 12192000"/>
              <a:gd name="connsiteY81" fmla="*/ 1623628 h 2237474"/>
              <a:gd name="connsiteX82" fmla="*/ 7031309 w 12192000"/>
              <a:gd name="connsiteY82" fmla="*/ 1619451 h 2237474"/>
              <a:gd name="connsiteX83" fmla="*/ 6999084 w 12192000"/>
              <a:gd name="connsiteY83" fmla="*/ 1634317 h 2237474"/>
              <a:gd name="connsiteX84" fmla="*/ 6992107 w 12192000"/>
              <a:gd name="connsiteY84" fmla="*/ 1636860 h 2237474"/>
              <a:gd name="connsiteX85" fmla="*/ 6991765 w 12192000"/>
              <a:gd name="connsiteY85" fmla="*/ 1636725 h 2237474"/>
              <a:gd name="connsiteX86" fmla="*/ 6900177 w 12192000"/>
              <a:gd name="connsiteY86" fmla="*/ 1636016 h 2237474"/>
              <a:gd name="connsiteX87" fmla="*/ 6795372 w 12192000"/>
              <a:gd name="connsiteY87" fmla="*/ 1644845 h 2237474"/>
              <a:gd name="connsiteX88" fmla="*/ 6692251 w 12192000"/>
              <a:gd name="connsiteY88" fmla="*/ 1656357 h 2237474"/>
              <a:gd name="connsiteX89" fmla="*/ 6655235 w 12192000"/>
              <a:gd name="connsiteY89" fmla="*/ 1661869 h 2237474"/>
              <a:gd name="connsiteX90" fmla="*/ 6587857 w 12192000"/>
              <a:gd name="connsiteY90" fmla="*/ 1665769 h 2237474"/>
              <a:gd name="connsiteX91" fmla="*/ 6554894 w 12192000"/>
              <a:gd name="connsiteY91" fmla="*/ 1664428 h 2237474"/>
              <a:gd name="connsiteX92" fmla="*/ 6516595 w 12192000"/>
              <a:gd name="connsiteY92" fmla="*/ 1667475 h 2237474"/>
              <a:gd name="connsiteX93" fmla="*/ 6508541 w 12192000"/>
              <a:gd name="connsiteY93" fmla="*/ 1668757 h 2237474"/>
              <a:gd name="connsiteX94" fmla="*/ 6471012 w 12192000"/>
              <a:gd name="connsiteY94" fmla="*/ 1678604 h 2237474"/>
              <a:gd name="connsiteX95" fmla="*/ 6415265 w 12192000"/>
              <a:gd name="connsiteY95" fmla="*/ 1665317 h 2237474"/>
              <a:gd name="connsiteX96" fmla="*/ 6364035 w 12192000"/>
              <a:gd name="connsiteY96" fmla="*/ 1667683 h 2237474"/>
              <a:gd name="connsiteX97" fmla="*/ 6280959 w 12192000"/>
              <a:gd name="connsiteY97" fmla="*/ 1689329 h 2237474"/>
              <a:gd name="connsiteX98" fmla="*/ 6243319 w 12192000"/>
              <a:gd name="connsiteY98" fmla="*/ 1695560 h 2237474"/>
              <a:gd name="connsiteX99" fmla="*/ 6098321 w 12192000"/>
              <a:gd name="connsiteY99" fmla="*/ 1721646 h 2237474"/>
              <a:gd name="connsiteX100" fmla="*/ 5880652 w 12192000"/>
              <a:gd name="connsiteY100" fmla="*/ 1779643 h 2237474"/>
              <a:gd name="connsiteX101" fmla="*/ 5785959 w 12192000"/>
              <a:gd name="connsiteY101" fmla="*/ 1775307 h 2237474"/>
              <a:gd name="connsiteX102" fmla="*/ 5643534 w 12192000"/>
              <a:gd name="connsiteY102" fmla="*/ 1802919 h 2237474"/>
              <a:gd name="connsiteX103" fmla="*/ 5518799 w 12192000"/>
              <a:gd name="connsiteY103" fmla="*/ 1818312 h 2237474"/>
              <a:gd name="connsiteX104" fmla="*/ 5505014 w 12192000"/>
              <a:gd name="connsiteY104" fmla="*/ 1819259 h 2237474"/>
              <a:gd name="connsiteX105" fmla="*/ 5453307 w 12192000"/>
              <a:gd name="connsiteY105" fmla="*/ 1815450 h 2237474"/>
              <a:gd name="connsiteX106" fmla="*/ 5364192 w 12192000"/>
              <a:gd name="connsiteY106" fmla="*/ 1826074 h 2237474"/>
              <a:gd name="connsiteX107" fmla="*/ 5350380 w 12192000"/>
              <a:gd name="connsiteY107" fmla="*/ 1830891 h 2237474"/>
              <a:gd name="connsiteX108" fmla="*/ 5259633 w 12192000"/>
              <a:gd name="connsiteY108" fmla="*/ 1837160 h 2237474"/>
              <a:gd name="connsiteX109" fmla="*/ 5197513 w 12192000"/>
              <a:gd name="connsiteY109" fmla="*/ 1844718 h 2237474"/>
              <a:gd name="connsiteX110" fmla="*/ 5184170 w 12192000"/>
              <a:gd name="connsiteY110" fmla="*/ 1849402 h 2237474"/>
              <a:gd name="connsiteX111" fmla="*/ 5168852 w 12192000"/>
              <a:gd name="connsiteY111" fmla="*/ 1844846 h 2237474"/>
              <a:gd name="connsiteX112" fmla="*/ 5164370 w 12192000"/>
              <a:gd name="connsiteY112" fmla="*/ 1840597 h 2237474"/>
              <a:gd name="connsiteX113" fmla="*/ 5114927 w 12192000"/>
              <a:gd name="connsiteY113" fmla="*/ 1847827 h 2237474"/>
              <a:gd name="connsiteX114" fmla="*/ 5108970 w 12192000"/>
              <a:gd name="connsiteY114" fmla="*/ 1847935 h 2237474"/>
              <a:gd name="connsiteX115" fmla="*/ 5067961 w 12192000"/>
              <a:gd name="connsiteY115" fmla="*/ 1845917 h 2237474"/>
              <a:gd name="connsiteX116" fmla="*/ 5007075 w 12192000"/>
              <a:gd name="connsiteY116" fmla="*/ 1838626 h 2237474"/>
              <a:gd name="connsiteX117" fmla="*/ 4944087 w 12192000"/>
              <a:gd name="connsiteY117" fmla="*/ 1823332 h 2237474"/>
              <a:gd name="connsiteX118" fmla="*/ 4907662 w 12192000"/>
              <a:gd name="connsiteY118" fmla="*/ 1816900 h 2237474"/>
              <a:gd name="connsiteX119" fmla="*/ 4882386 w 12192000"/>
              <a:gd name="connsiteY119" fmla="*/ 1809844 h 2237474"/>
              <a:gd name="connsiteX120" fmla="*/ 4811440 w 12192000"/>
              <a:gd name="connsiteY120" fmla="*/ 1804655 h 2237474"/>
              <a:gd name="connsiteX121" fmla="*/ 4691075 w 12192000"/>
              <a:gd name="connsiteY121" fmla="*/ 1801389 h 2237474"/>
              <a:gd name="connsiteX122" fmla="*/ 4611738 w 12192000"/>
              <a:gd name="connsiteY122" fmla="*/ 1776964 h 2237474"/>
              <a:gd name="connsiteX123" fmla="*/ 4560070 w 12192000"/>
              <a:gd name="connsiteY123" fmla="*/ 1785640 h 2237474"/>
              <a:gd name="connsiteX124" fmla="*/ 4536503 w 12192000"/>
              <a:gd name="connsiteY124" fmla="*/ 1785334 h 2237474"/>
              <a:gd name="connsiteX125" fmla="*/ 4513724 w 12192000"/>
              <a:gd name="connsiteY125" fmla="*/ 1791996 h 2237474"/>
              <a:gd name="connsiteX126" fmla="*/ 4459810 w 12192000"/>
              <a:gd name="connsiteY126" fmla="*/ 1797886 h 2237474"/>
              <a:gd name="connsiteX127" fmla="*/ 4379064 w 12192000"/>
              <a:gd name="connsiteY127" fmla="*/ 1817177 h 2237474"/>
              <a:gd name="connsiteX128" fmla="*/ 4319209 w 12192000"/>
              <a:gd name="connsiteY128" fmla="*/ 1834833 h 2237474"/>
              <a:gd name="connsiteX129" fmla="*/ 4290981 w 12192000"/>
              <a:gd name="connsiteY129" fmla="*/ 1839677 h 2237474"/>
              <a:gd name="connsiteX130" fmla="*/ 4285792 w 12192000"/>
              <a:gd name="connsiteY130" fmla="*/ 1836231 h 2237474"/>
              <a:gd name="connsiteX131" fmla="*/ 4238372 w 12192000"/>
              <a:gd name="connsiteY131" fmla="*/ 1851480 h 2237474"/>
              <a:gd name="connsiteX132" fmla="*/ 4232517 w 12192000"/>
              <a:gd name="connsiteY132" fmla="*/ 1852567 h 2237474"/>
              <a:gd name="connsiteX133" fmla="*/ 4191732 w 12192000"/>
              <a:gd name="connsiteY133" fmla="*/ 1857328 h 2237474"/>
              <a:gd name="connsiteX134" fmla="*/ 4065532 w 12192000"/>
              <a:gd name="connsiteY134" fmla="*/ 1855477 h 2237474"/>
              <a:gd name="connsiteX135" fmla="*/ 4028460 w 12192000"/>
              <a:gd name="connsiteY135" fmla="*/ 1855137 h 2237474"/>
              <a:gd name="connsiteX136" fmla="*/ 4002267 w 12192000"/>
              <a:gd name="connsiteY136" fmla="*/ 1852352 h 2237474"/>
              <a:gd name="connsiteX137" fmla="*/ 3931396 w 12192000"/>
              <a:gd name="connsiteY137" fmla="*/ 1858915 h 2237474"/>
              <a:gd name="connsiteX138" fmla="*/ 3812162 w 12192000"/>
              <a:gd name="connsiteY138" fmla="*/ 1875501 h 2237474"/>
              <a:gd name="connsiteX139" fmla="*/ 3729530 w 12192000"/>
              <a:gd name="connsiteY139" fmla="*/ 1864513 h 2237474"/>
              <a:gd name="connsiteX140" fmla="*/ 3680177 w 12192000"/>
              <a:gd name="connsiteY140" fmla="*/ 1881552 h 2237474"/>
              <a:gd name="connsiteX141" fmla="*/ 3567259 w 12192000"/>
              <a:gd name="connsiteY141" fmla="*/ 1893482 h 2237474"/>
              <a:gd name="connsiteX142" fmla="*/ 3405770 w 12192000"/>
              <a:gd name="connsiteY142" fmla="*/ 1904591 h 2237474"/>
              <a:gd name="connsiteX143" fmla="*/ 3280097 w 12192000"/>
              <a:gd name="connsiteY143" fmla="*/ 1919610 h 2237474"/>
              <a:gd name="connsiteX144" fmla="*/ 3123424 w 12192000"/>
              <a:gd name="connsiteY144" fmla="*/ 1952930 h 2237474"/>
              <a:gd name="connsiteX145" fmla="*/ 3009910 w 12192000"/>
              <a:gd name="connsiteY145" fmla="*/ 1957866 h 2237474"/>
              <a:gd name="connsiteX146" fmla="*/ 2995934 w 12192000"/>
              <a:gd name="connsiteY146" fmla="*/ 1967085 h 2237474"/>
              <a:gd name="connsiteX147" fmla="*/ 2980071 w 12192000"/>
              <a:gd name="connsiteY147" fmla="*/ 1972988 h 2237474"/>
              <a:gd name="connsiteX148" fmla="*/ 2978094 w 12192000"/>
              <a:gd name="connsiteY148" fmla="*/ 1972369 h 2237474"/>
              <a:gd name="connsiteX149" fmla="*/ 2942858 w 12192000"/>
              <a:gd name="connsiteY149" fmla="*/ 1981367 h 2237474"/>
              <a:gd name="connsiteX150" fmla="*/ 2875436 w 12192000"/>
              <a:gd name="connsiteY150" fmla="*/ 1996977 h 2237474"/>
              <a:gd name="connsiteX151" fmla="*/ 2874892 w 12192000"/>
              <a:gd name="connsiteY151" fmla="*/ 1996085 h 2237474"/>
              <a:gd name="connsiteX152" fmla="*/ 2864145 w 12192000"/>
              <a:gd name="connsiteY152" fmla="*/ 1994061 h 2237474"/>
              <a:gd name="connsiteX153" fmla="*/ 2843662 w 12192000"/>
              <a:gd name="connsiteY153" fmla="*/ 1992498 h 2237474"/>
              <a:gd name="connsiteX154" fmla="*/ 2796128 w 12192000"/>
              <a:gd name="connsiteY154" fmla="*/ 1976403 h 2237474"/>
              <a:gd name="connsiteX155" fmla="*/ 2756784 w 12192000"/>
              <a:gd name="connsiteY155" fmla="*/ 1985116 h 2237474"/>
              <a:gd name="connsiteX156" fmla="*/ 2748833 w 12192000"/>
              <a:gd name="connsiteY156" fmla="*/ 1986323 h 2237474"/>
              <a:gd name="connsiteX157" fmla="*/ 2748661 w 12192000"/>
              <a:gd name="connsiteY157" fmla="*/ 1986122 h 2237474"/>
              <a:gd name="connsiteX158" fmla="*/ 2740251 w 12192000"/>
              <a:gd name="connsiteY158" fmla="*/ 1986946 h 2237474"/>
              <a:gd name="connsiteX159" fmla="*/ 2718916 w 12192000"/>
              <a:gd name="connsiteY159" fmla="*/ 1990867 h 2237474"/>
              <a:gd name="connsiteX160" fmla="*/ 2713522 w 12192000"/>
              <a:gd name="connsiteY160" fmla="*/ 1990173 h 2237474"/>
              <a:gd name="connsiteX161" fmla="*/ 2680597 w 12192000"/>
              <a:gd name="connsiteY161" fmla="*/ 1984996 h 2237474"/>
              <a:gd name="connsiteX162" fmla="*/ 2578178 w 12192000"/>
              <a:gd name="connsiteY162" fmla="*/ 1990531 h 2237474"/>
              <a:gd name="connsiteX163" fmla="*/ 2476147 w 12192000"/>
              <a:gd name="connsiteY163" fmla="*/ 1998305 h 2237474"/>
              <a:gd name="connsiteX164" fmla="*/ 2373568 w 12192000"/>
              <a:gd name="connsiteY164" fmla="*/ 2003219 h 2237474"/>
              <a:gd name="connsiteX165" fmla="*/ 2321399 w 12192000"/>
              <a:gd name="connsiteY165" fmla="*/ 1989467 h 2237474"/>
              <a:gd name="connsiteX166" fmla="*/ 2315525 w 12192000"/>
              <a:gd name="connsiteY166" fmla="*/ 1989708 h 2237474"/>
              <a:gd name="connsiteX167" fmla="*/ 2300792 w 12192000"/>
              <a:gd name="connsiteY167" fmla="*/ 1994290 h 2237474"/>
              <a:gd name="connsiteX168" fmla="*/ 2295469 w 12192000"/>
              <a:gd name="connsiteY168" fmla="*/ 1996659 h 2237474"/>
              <a:gd name="connsiteX169" fmla="*/ 2287219 w 12192000"/>
              <a:gd name="connsiteY169" fmla="*/ 1998750 h 2237474"/>
              <a:gd name="connsiteX170" fmla="*/ 2286948 w 12192000"/>
              <a:gd name="connsiteY170" fmla="*/ 1998596 h 2237474"/>
              <a:gd name="connsiteX171" fmla="*/ 2243069 w 12192000"/>
              <a:gd name="connsiteY171" fmla="*/ 2015111 h 2237474"/>
              <a:gd name="connsiteX172" fmla="*/ 2186609 w 12192000"/>
              <a:gd name="connsiteY172" fmla="*/ 2008263 h 2237474"/>
              <a:gd name="connsiteX173" fmla="*/ 2164831 w 12192000"/>
              <a:gd name="connsiteY173" fmla="*/ 2010143 h 2237474"/>
              <a:gd name="connsiteX174" fmla="*/ 2152836 w 12192000"/>
              <a:gd name="connsiteY174" fmla="*/ 2010048 h 2237474"/>
              <a:gd name="connsiteX175" fmla="*/ 2117102 w 12192000"/>
              <a:gd name="connsiteY175" fmla="*/ 2023004 h 2237474"/>
              <a:gd name="connsiteX176" fmla="*/ 2111935 w 12192000"/>
              <a:gd name="connsiteY176" fmla="*/ 2023163 h 2237474"/>
              <a:gd name="connsiteX177" fmla="*/ 2089991 w 12192000"/>
              <a:gd name="connsiteY177" fmla="*/ 2034193 h 2237474"/>
              <a:gd name="connsiteX178" fmla="*/ 2058061 w 12192000"/>
              <a:gd name="connsiteY178" fmla="*/ 2047942 h 2237474"/>
              <a:gd name="connsiteX179" fmla="*/ 2055737 w 12192000"/>
              <a:gd name="connsiteY179" fmla="*/ 2047704 h 2237474"/>
              <a:gd name="connsiteX180" fmla="*/ 2042244 w 12192000"/>
              <a:gd name="connsiteY180" fmla="*/ 2055560 h 2237474"/>
              <a:gd name="connsiteX181" fmla="*/ 1976224 w 12192000"/>
              <a:gd name="connsiteY181" fmla="*/ 2074257 h 2237474"/>
              <a:gd name="connsiteX182" fmla="*/ 1877728 w 12192000"/>
              <a:gd name="connsiteY182" fmla="*/ 2101004 h 2237474"/>
              <a:gd name="connsiteX183" fmla="*/ 1759056 w 12192000"/>
              <a:gd name="connsiteY183" fmla="*/ 2125608 h 2237474"/>
              <a:gd name="connsiteX184" fmla="*/ 1637948 w 12192000"/>
              <a:gd name="connsiteY184" fmla="*/ 2172597 h 2237474"/>
              <a:gd name="connsiteX185" fmla="*/ 1434549 w 12192000"/>
              <a:gd name="connsiteY185" fmla="*/ 2234522 h 2237474"/>
              <a:gd name="connsiteX186" fmla="*/ 1398481 w 12192000"/>
              <a:gd name="connsiteY186" fmla="*/ 2237074 h 2237474"/>
              <a:gd name="connsiteX187" fmla="*/ 1398407 w 12192000"/>
              <a:gd name="connsiteY187" fmla="*/ 2237095 h 2237474"/>
              <a:gd name="connsiteX188" fmla="*/ 1370962 w 12192000"/>
              <a:gd name="connsiteY188" fmla="*/ 2237474 h 2237474"/>
              <a:gd name="connsiteX189" fmla="*/ 1356367 w 12192000"/>
              <a:gd name="connsiteY189" fmla="*/ 2235089 h 2237474"/>
              <a:gd name="connsiteX190" fmla="*/ 1324828 w 12192000"/>
              <a:gd name="connsiteY190" fmla="*/ 2231968 h 2237474"/>
              <a:gd name="connsiteX191" fmla="*/ 1297744 w 12192000"/>
              <a:gd name="connsiteY191" fmla="*/ 2235849 h 2237474"/>
              <a:gd name="connsiteX192" fmla="*/ 1286236 w 12192000"/>
              <a:gd name="connsiteY192" fmla="*/ 2233135 h 2237474"/>
              <a:gd name="connsiteX193" fmla="*/ 1283504 w 12192000"/>
              <a:gd name="connsiteY193" fmla="*/ 2233797 h 2237474"/>
              <a:gd name="connsiteX194" fmla="*/ 1279765 w 12192000"/>
              <a:gd name="connsiteY194" fmla="*/ 2229639 h 2237474"/>
              <a:gd name="connsiteX195" fmla="*/ 1195347 w 12192000"/>
              <a:gd name="connsiteY195" fmla="*/ 2212354 h 2237474"/>
              <a:gd name="connsiteX196" fmla="*/ 970251 w 12192000"/>
              <a:gd name="connsiteY196" fmla="*/ 2221029 h 2237474"/>
              <a:gd name="connsiteX197" fmla="*/ 812914 w 12192000"/>
              <a:gd name="connsiteY197" fmla="*/ 2202752 h 2237474"/>
              <a:gd name="connsiteX198" fmla="*/ 800195 w 12192000"/>
              <a:gd name="connsiteY198" fmla="*/ 2209407 h 2237474"/>
              <a:gd name="connsiteX199" fmla="*/ 784978 w 12192000"/>
              <a:gd name="connsiteY199" fmla="*/ 2212360 h 2237474"/>
              <a:gd name="connsiteX200" fmla="*/ 681987 w 12192000"/>
              <a:gd name="connsiteY200" fmla="*/ 2216757 h 2237474"/>
              <a:gd name="connsiteX201" fmla="*/ 669923 w 12192000"/>
              <a:gd name="connsiteY201" fmla="*/ 2211682 h 2237474"/>
              <a:gd name="connsiteX202" fmla="*/ 648680 w 12192000"/>
              <a:gd name="connsiteY202" fmla="*/ 2206229 h 2237474"/>
              <a:gd name="connsiteX203" fmla="*/ 597225 w 12192000"/>
              <a:gd name="connsiteY203" fmla="*/ 2180999 h 2237474"/>
              <a:gd name="connsiteX204" fmla="*/ 558449 w 12192000"/>
              <a:gd name="connsiteY204" fmla="*/ 2182346 h 2237474"/>
              <a:gd name="connsiteX205" fmla="*/ 550517 w 12192000"/>
              <a:gd name="connsiteY205" fmla="*/ 2182060 h 2237474"/>
              <a:gd name="connsiteX206" fmla="*/ 550309 w 12192000"/>
              <a:gd name="connsiteY206" fmla="*/ 2181825 h 2237474"/>
              <a:gd name="connsiteX207" fmla="*/ 541836 w 12192000"/>
              <a:gd name="connsiteY207" fmla="*/ 2181063 h 2237474"/>
              <a:gd name="connsiteX208" fmla="*/ 536057 w 12192000"/>
              <a:gd name="connsiteY208" fmla="*/ 2181537 h 2237474"/>
              <a:gd name="connsiteX209" fmla="*/ 520671 w 12192000"/>
              <a:gd name="connsiteY209" fmla="*/ 2180980 h 2237474"/>
              <a:gd name="connsiteX210" fmla="*/ 515024 w 12192000"/>
              <a:gd name="connsiteY210" fmla="*/ 2179258 h 2237474"/>
              <a:gd name="connsiteX211" fmla="*/ 512278 w 12192000"/>
              <a:gd name="connsiteY211" fmla="*/ 2176369 h 2237474"/>
              <a:gd name="connsiteX212" fmla="*/ 480419 w 12192000"/>
              <a:gd name="connsiteY212" fmla="*/ 2167807 h 2237474"/>
              <a:gd name="connsiteX213" fmla="*/ 413835 w 12192000"/>
              <a:gd name="connsiteY213" fmla="*/ 2156783 h 2237474"/>
              <a:gd name="connsiteX214" fmla="*/ 376513 w 12192000"/>
              <a:gd name="connsiteY214" fmla="*/ 2154014 h 2237474"/>
              <a:gd name="connsiteX215" fmla="*/ 273386 w 12192000"/>
              <a:gd name="connsiteY215" fmla="*/ 2142551 h 2237474"/>
              <a:gd name="connsiteX216" fmla="*/ 169207 w 12192000"/>
              <a:gd name="connsiteY216" fmla="*/ 2128100 h 2237474"/>
              <a:gd name="connsiteX217" fmla="*/ 93149 w 12192000"/>
              <a:gd name="connsiteY217" fmla="*/ 2105324 h 2237474"/>
              <a:gd name="connsiteX218" fmla="*/ 88109 w 12192000"/>
              <a:gd name="connsiteY218" fmla="*/ 2106704 h 2237474"/>
              <a:gd name="connsiteX219" fmla="*/ 80022 w 12192000"/>
              <a:gd name="connsiteY219" fmla="*/ 2107254 h 2237474"/>
              <a:gd name="connsiteX220" fmla="*/ 79717 w 12192000"/>
              <a:gd name="connsiteY220" fmla="*/ 2107046 h 2237474"/>
              <a:gd name="connsiteX221" fmla="*/ 72352 w 12192000"/>
              <a:gd name="connsiteY221" fmla="*/ 2107991 h 2237474"/>
              <a:gd name="connsiteX222" fmla="*/ 37645 w 12192000"/>
              <a:gd name="connsiteY222" fmla="*/ 2115401 h 2237474"/>
              <a:gd name="connsiteX223" fmla="*/ 4572 w 12192000"/>
              <a:gd name="connsiteY223" fmla="*/ 2111091 h 2237474"/>
              <a:gd name="connsiteX224" fmla="*/ 0 w 12192000"/>
              <a:gd name="connsiteY224" fmla="*/ 2110468 h 2237474"/>
              <a:gd name="connsiteX225" fmla="*/ 0 w 12192000"/>
              <a:gd name="connsiteY22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84170 w 12192000"/>
              <a:gd name="connsiteY109" fmla="*/ 1849402 h 2237474"/>
              <a:gd name="connsiteX110" fmla="*/ 5168852 w 12192000"/>
              <a:gd name="connsiteY110" fmla="*/ 1844846 h 2237474"/>
              <a:gd name="connsiteX111" fmla="*/ 5164370 w 12192000"/>
              <a:gd name="connsiteY111" fmla="*/ 1840597 h 2237474"/>
              <a:gd name="connsiteX112" fmla="*/ 5114927 w 12192000"/>
              <a:gd name="connsiteY112" fmla="*/ 1847827 h 2237474"/>
              <a:gd name="connsiteX113" fmla="*/ 5108970 w 12192000"/>
              <a:gd name="connsiteY113" fmla="*/ 1847935 h 2237474"/>
              <a:gd name="connsiteX114" fmla="*/ 5067961 w 12192000"/>
              <a:gd name="connsiteY114" fmla="*/ 1845917 h 2237474"/>
              <a:gd name="connsiteX115" fmla="*/ 5007075 w 12192000"/>
              <a:gd name="connsiteY115" fmla="*/ 1838626 h 2237474"/>
              <a:gd name="connsiteX116" fmla="*/ 4944087 w 12192000"/>
              <a:gd name="connsiteY116" fmla="*/ 1823332 h 2237474"/>
              <a:gd name="connsiteX117" fmla="*/ 4907662 w 12192000"/>
              <a:gd name="connsiteY117" fmla="*/ 1816900 h 2237474"/>
              <a:gd name="connsiteX118" fmla="*/ 4882386 w 12192000"/>
              <a:gd name="connsiteY118" fmla="*/ 1809844 h 2237474"/>
              <a:gd name="connsiteX119" fmla="*/ 4811440 w 12192000"/>
              <a:gd name="connsiteY119" fmla="*/ 1804655 h 2237474"/>
              <a:gd name="connsiteX120" fmla="*/ 4691075 w 12192000"/>
              <a:gd name="connsiteY120" fmla="*/ 1801389 h 2237474"/>
              <a:gd name="connsiteX121" fmla="*/ 4611738 w 12192000"/>
              <a:gd name="connsiteY121" fmla="*/ 1776964 h 2237474"/>
              <a:gd name="connsiteX122" fmla="*/ 4560070 w 12192000"/>
              <a:gd name="connsiteY122" fmla="*/ 1785640 h 2237474"/>
              <a:gd name="connsiteX123" fmla="*/ 4536503 w 12192000"/>
              <a:gd name="connsiteY123" fmla="*/ 1785334 h 2237474"/>
              <a:gd name="connsiteX124" fmla="*/ 4513724 w 12192000"/>
              <a:gd name="connsiteY124" fmla="*/ 1791996 h 2237474"/>
              <a:gd name="connsiteX125" fmla="*/ 4459810 w 12192000"/>
              <a:gd name="connsiteY125" fmla="*/ 1797886 h 2237474"/>
              <a:gd name="connsiteX126" fmla="*/ 4379064 w 12192000"/>
              <a:gd name="connsiteY126" fmla="*/ 1817177 h 2237474"/>
              <a:gd name="connsiteX127" fmla="*/ 4319209 w 12192000"/>
              <a:gd name="connsiteY127" fmla="*/ 1834833 h 2237474"/>
              <a:gd name="connsiteX128" fmla="*/ 4290981 w 12192000"/>
              <a:gd name="connsiteY128" fmla="*/ 1839677 h 2237474"/>
              <a:gd name="connsiteX129" fmla="*/ 4285792 w 12192000"/>
              <a:gd name="connsiteY129" fmla="*/ 1836231 h 2237474"/>
              <a:gd name="connsiteX130" fmla="*/ 4238372 w 12192000"/>
              <a:gd name="connsiteY130" fmla="*/ 1851480 h 2237474"/>
              <a:gd name="connsiteX131" fmla="*/ 4232517 w 12192000"/>
              <a:gd name="connsiteY131" fmla="*/ 1852567 h 2237474"/>
              <a:gd name="connsiteX132" fmla="*/ 4191732 w 12192000"/>
              <a:gd name="connsiteY132" fmla="*/ 1857328 h 2237474"/>
              <a:gd name="connsiteX133" fmla="*/ 4065532 w 12192000"/>
              <a:gd name="connsiteY133" fmla="*/ 1855477 h 2237474"/>
              <a:gd name="connsiteX134" fmla="*/ 4028460 w 12192000"/>
              <a:gd name="connsiteY134" fmla="*/ 1855137 h 2237474"/>
              <a:gd name="connsiteX135" fmla="*/ 4002267 w 12192000"/>
              <a:gd name="connsiteY135" fmla="*/ 1852352 h 2237474"/>
              <a:gd name="connsiteX136" fmla="*/ 3931396 w 12192000"/>
              <a:gd name="connsiteY136" fmla="*/ 1858915 h 2237474"/>
              <a:gd name="connsiteX137" fmla="*/ 3812162 w 12192000"/>
              <a:gd name="connsiteY137" fmla="*/ 1875501 h 2237474"/>
              <a:gd name="connsiteX138" fmla="*/ 3729530 w 12192000"/>
              <a:gd name="connsiteY138" fmla="*/ 1864513 h 2237474"/>
              <a:gd name="connsiteX139" fmla="*/ 3680177 w 12192000"/>
              <a:gd name="connsiteY139" fmla="*/ 1881552 h 2237474"/>
              <a:gd name="connsiteX140" fmla="*/ 3567259 w 12192000"/>
              <a:gd name="connsiteY140" fmla="*/ 1893482 h 2237474"/>
              <a:gd name="connsiteX141" fmla="*/ 3405770 w 12192000"/>
              <a:gd name="connsiteY141" fmla="*/ 1904591 h 2237474"/>
              <a:gd name="connsiteX142" fmla="*/ 3280097 w 12192000"/>
              <a:gd name="connsiteY142" fmla="*/ 1919610 h 2237474"/>
              <a:gd name="connsiteX143" fmla="*/ 3123424 w 12192000"/>
              <a:gd name="connsiteY143" fmla="*/ 1952930 h 2237474"/>
              <a:gd name="connsiteX144" fmla="*/ 3009910 w 12192000"/>
              <a:gd name="connsiteY144" fmla="*/ 1957866 h 2237474"/>
              <a:gd name="connsiteX145" fmla="*/ 2995934 w 12192000"/>
              <a:gd name="connsiteY145" fmla="*/ 1967085 h 2237474"/>
              <a:gd name="connsiteX146" fmla="*/ 2980071 w 12192000"/>
              <a:gd name="connsiteY146" fmla="*/ 1972988 h 2237474"/>
              <a:gd name="connsiteX147" fmla="*/ 2978094 w 12192000"/>
              <a:gd name="connsiteY147" fmla="*/ 1972369 h 2237474"/>
              <a:gd name="connsiteX148" fmla="*/ 2942858 w 12192000"/>
              <a:gd name="connsiteY148" fmla="*/ 1981367 h 2237474"/>
              <a:gd name="connsiteX149" fmla="*/ 2875436 w 12192000"/>
              <a:gd name="connsiteY149" fmla="*/ 1996977 h 2237474"/>
              <a:gd name="connsiteX150" fmla="*/ 2874892 w 12192000"/>
              <a:gd name="connsiteY150" fmla="*/ 1996085 h 2237474"/>
              <a:gd name="connsiteX151" fmla="*/ 2864145 w 12192000"/>
              <a:gd name="connsiteY151" fmla="*/ 1994061 h 2237474"/>
              <a:gd name="connsiteX152" fmla="*/ 2843662 w 12192000"/>
              <a:gd name="connsiteY152" fmla="*/ 1992498 h 2237474"/>
              <a:gd name="connsiteX153" fmla="*/ 2796128 w 12192000"/>
              <a:gd name="connsiteY153" fmla="*/ 1976403 h 2237474"/>
              <a:gd name="connsiteX154" fmla="*/ 2756784 w 12192000"/>
              <a:gd name="connsiteY154" fmla="*/ 1985116 h 2237474"/>
              <a:gd name="connsiteX155" fmla="*/ 2748833 w 12192000"/>
              <a:gd name="connsiteY155" fmla="*/ 1986323 h 2237474"/>
              <a:gd name="connsiteX156" fmla="*/ 2748661 w 12192000"/>
              <a:gd name="connsiteY156" fmla="*/ 1986122 h 2237474"/>
              <a:gd name="connsiteX157" fmla="*/ 2740251 w 12192000"/>
              <a:gd name="connsiteY157" fmla="*/ 1986946 h 2237474"/>
              <a:gd name="connsiteX158" fmla="*/ 2718916 w 12192000"/>
              <a:gd name="connsiteY158" fmla="*/ 1990867 h 2237474"/>
              <a:gd name="connsiteX159" fmla="*/ 2713522 w 12192000"/>
              <a:gd name="connsiteY159" fmla="*/ 1990173 h 2237474"/>
              <a:gd name="connsiteX160" fmla="*/ 2680597 w 12192000"/>
              <a:gd name="connsiteY160" fmla="*/ 1984996 h 2237474"/>
              <a:gd name="connsiteX161" fmla="*/ 2578178 w 12192000"/>
              <a:gd name="connsiteY161" fmla="*/ 1990531 h 2237474"/>
              <a:gd name="connsiteX162" fmla="*/ 2476147 w 12192000"/>
              <a:gd name="connsiteY162" fmla="*/ 1998305 h 2237474"/>
              <a:gd name="connsiteX163" fmla="*/ 2373568 w 12192000"/>
              <a:gd name="connsiteY163" fmla="*/ 2003219 h 2237474"/>
              <a:gd name="connsiteX164" fmla="*/ 2321399 w 12192000"/>
              <a:gd name="connsiteY164" fmla="*/ 1989467 h 2237474"/>
              <a:gd name="connsiteX165" fmla="*/ 2315525 w 12192000"/>
              <a:gd name="connsiteY165" fmla="*/ 1989708 h 2237474"/>
              <a:gd name="connsiteX166" fmla="*/ 2300792 w 12192000"/>
              <a:gd name="connsiteY166" fmla="*/ 1994290 h 2237474"/>
              <a:gd name="connsiteX167" fmla="*/ 2295469 w 12192000"/>
              <a:gd name="connsiteY167" fmla="*/ 1996659 h 2237474"/>
              <a:gd name="connsiteX168" fmla="*/ 2287219 w 12192000"/>
              <a:gd name="connsiteY168" fmla="*/ 1998750 h 2237474"/>
              <a:gd name="connsiteX169" fmla="*/ 2286948 w 12192000"/>
              <a:gd name="connsiteY169" fmla="*/ 1998596 h 2237474"/>
              <a:gd name="connsiteX170" fmla="*/ 2243069 w 12192000"/>
              <a:gd name="connsiteY170" fmla="*/ 2015111 h 2237474"/>
              <a:gd name="connsiteX171" fmla="*/ 2186609 w 12192000"/>
              <a:gd name="connsiteY171" fmla="*/ 2008263 h 2237474"/>
              <a:gd name="connsiteX172" fmla="*/ 2164831 w 12192000"/>
              <a:gd name="connsiteY172" fmla="*/ 2010143 h 2237474"/>
              <a:gd name="connsiteX173" fmla="*/ 2152836 w 12192000"/>
              <a:gd name="connsiteY173" fmla="*/ 2010048 h 2237474"/>
              <a:gd name="connsiteX174" fmla="*/ 2117102 w 12192000"/>
              <a:gd name="connsiteY174" fmla="*/ 2023004 h 2237474"/>
              <a:gd name="connsiteX175" fmla="*/ 2111935 w 12192000"/>
              <a:gd name="connsiteY175" fmla="*/ 2023163 h 2237474"/>
              <a:gd name="connsiteX176" fmla="*/ 2089991 w 12192000"/>
              <a:gd name="connsiteY176" fmla="*/ 2034193 h 2237474"/>
              <a:gd name="connsiteX177" fmla="*/ 2058061 w 12192000"/>
              <a:gd name="connsiteY177" fmla="*/ 2047942 h 2237474"/>
              <a:gd name="connsiteX178" fmla="*/ 2055737 w 12192000"/>
              <a:gd name="connsiteY178" fmla="*/ 2047704 h 2237474"/>
              <a:gd name="connsiteX179" fmla="*/ 2042244 w 12192000"/>
              <a:gd name="connsiteY179" fmla="*/ 2055560 h 2237474"/>
              <a:gd name="connsiteX180" fmla="*/ 1976224 w 12192000"/>
              <a:gd name="connsiteY180" fmla="*/ 2074257 h 2237474"/>
              <a:gd name="connsiteX181" fmla="*/ 1877728 w 12192000"/>
              <a:gd name="connsiteY181" fmla="*/ 2101004 h 2237474"/>
              <a:gd name="connsiteX182" fmla="*/ 1759056 w 12192000"/>
              <a:gd name="connsiteY182" fmla="*/ 2125608 h 2237474"/>
              <a:gd name="connsiteX183" fmla="*/ 1637948 w 12192000"/>
              <a:gd name="connsiteY183" fmla="*/ 2172597 h 2237474"/>
              <a:gd name="connsiteX184" fmla="*/ 1434549 w 12192000"/>
              <a:gd name="connsiteY184" fmla="*/ 2234522 h 2237474"/>
              <a:gd name="connsiteX185" fmla="*/ 1398481 w 12192000"/>
              <a:gd name="connsiteY185" fmla="*/ 2237074 h 2237474"/>
              <a:gd name="connsiteX186" fmla="*/ 1398407 w 12192000"/>
              <a:gd name="connsiteY186" fmla="*/ 2237095 h 2237474"/>
              <a:gd name="connsiteX187" fmla="*/ 1370962 w 12192000"/>
              <a:gd name="connsiteY187" fmla="*/ 2237474 h 2237474"/>
              <a:gd name="connsiteX188" fmla="*/ 1356367 w 12192000"/>
              <a:gd name="connsiteY188" fmla="*/ 2235089 h 2237474"/>
              <a:gd name="connsiteX189" fmla="*/ 1324828 w 12192000"/>
              <a:gd name="connsiteY189" fmla="*/ 2231968 h 2237474"/>
              <a:gd name="connsiteX190" fmla="*/ 1297744 w 12192000"/>
              <a:gd name="connsiteY190" fmla="*/ 2235849 h 2237474"/>
              <a:gd name="connsiteX191" fmla="*/ 1286236 w 12192000"/>
              <a:gd name="connsiteY191" fmla="*/ 2233135 h 2237474"/>
              <a:gd name="connsiteX192" fmla="*/ 1283504 w 12192000"/>
              <a:gd name="connsiteY192" fmla="*/ 2233797 h 2237474"/>
              <a:gd name="connsiteX193" fmla="*/ 1279765 w 12192000"/>
              <a:gd name="connsiteY193" fmla="*/ 2229639 h 2237474"/>
              <a:gd name="connsiteX194" fmla="*/ 1195347 w 12192000"/>
              <a:gd name="connsiteY194" fmla="*/ 2212354 h 2237474"/>
              <a:gd name="connsiteX195" fmla="*/ 970251 w 12192000"/>
              <a:gd name="connsiteY195" fmla="*/ 2221029 h 2237474"/>
              <a:gd name="connsiteX196" fmla="*/ 812914 w 12192000"/>
              <a:gd name="connsiteY196" fmla="*/ 2202752 h 2237474"/>
              <a:gd name="connsiteX197" fmla="*/ 800195 w 12192000"/>
              <a:gd name="connsiteY197" fmla="*/ 2209407 h 2237474"/>
              <a:gd name="connsiteX198" fmla="*/ 784978 w 12192000"/>
              <a:gd name="connsiteY198" fmla="*/ 2212360 h 2237474"/>
              <a:gd name="connsiteX199" fmla="*/ 681987 w 12192000"/>
              <a:gd name="connsiteY199" fmla="*/ 2216757 h 2237474"/>
              <a:gd name="connsiteX200" fmla="*/ 669923 w 12192000"/>
              <a:gd name="connsiteY200" fmla="*/ 2211682 h 2237474"/>
              <a:gd name="connsiteX201" fmla="*/ 648680 w 12192000"/>
              <a:gd name="connsiteY201" fmla="*/ 2206229 h 2237474"/>
              <a:gd name="connsiteX202" fmla="*/ 597225 w 12192000"/>
              <a:gd name="connsiteY202" fmla="*/ 2180999 h 2237474"/>
              <a:gd name="connsiteX203" fmla="*/ 558449 w 12192000"/>
              <a:gd name="connsiteY203" fmla="*/ 2182346 h 2237474"/>
              <a:gd name="connsiteX204" fmla="*/ 550517 w 12192000"/>
              <a:gd name="connsiteY204" fmla="*/ 2182060 h 2237474"/>
              <a:gd name="connsiteX205" fmla="*/ 550309 w 12192000"/>
              <a:gd name="connsiteY205" fmla="*/ 2181825 h 2237474"/>
              <a:gd name="connsiteX206" fmla="*/ 541836 w 12192000"/>
              <a:gd name="connsiteY206" fmla="*/ 2181063 h 2237474"/>
              <a:gd name="connsiteX207" fmla="*/ 536057 w 12192000"/>
              <a:gd name="connsiteY207" fmla="*/ 2181537 h 2237474"/>
              <a:gd name="connsiteX208" fmla="*/ 520671 w 12192000"/>
              <a:gd name="connsiteY208" fmla="*/ 2180980 h 2237474"/>
              <a:gd name="connsiteX209" fmla="*/ 515024 w 12192000"/>
              <a:gd name="connsiteY209" fmla="*/ 2179258 h 2237474"/>
              <a:gd name="connsiteX210" fmla="*/ 512278 w 12192000"/>
              <a:gd name="connsiteY210" fmla="*/ 2176369 h 2237474"/>
              <a:gd name="connsiteX211" fmla="*/ 480419 w 12192000"/>
              <a:gd name="connsiteY211" fmla="*/ 2167807 h 2237474"/>
              <a:gd name="connsiteX212" fmla="*/ 413835 w 12192000"/>
              <a:gd name="connsiteY212" fmla="*/ 2156783 h 2237474"/>
              <a:gd name="connsiteX213" fmla="*/ 376513 w 12192000"/>
              <a:gd name="connsiteY213" fmla="*/ 2154014 h 2237474"/>
              <a:gd name="connsiteX214" fmla="*/ 273386 w 12192000"/>
              <a:gd name="connsiteY214" fmla="*/ 2142551 h 2237474"/>
              <a:gd name="connsiteX215" fmla="*/ 169207 w 12192000"/>
              <a:gd name="connsiteY215" fmla="*/ 2128100 h 2237474"/>
              <a:gd name="connsiteX216" fmla="*/ 93149 w 12192000"/>
              <a:gd name="connsiteY216" fmla="*/ 2105324 h 2237474"/>
              <a:gd name="connsiteX217" fmla="*/ 88109 w 12192000"/>
              <a:gd name="connsiteY217" fmla="*/ 2106704 h 2237474"/>
              <a:gd name="connsiteX218" fmla="*/ 80022 w 12192000"/>
              <a:gd name="connsiteY218" fmla="*/ 2107254 h 2237474"/>
              <a:gd name="connsiteX219" fmla="*/ 79717 w 12192000"/>
              <a:gd name="connsiteY219" fmla="*/ 2107046 h 2237474"/>
              <a:gd name="connsiteX220" fmla="*/ 72352 w 12192000"/>
              <a:gd name="connsiteY220" fmla="*/ 2107991 h 2237474"/>
              <a:gd name="connsiteX221" fmla="*/ 37645 w 12192000"/>
              <a:gd name="connsiteY221" fmla="*/ 2115401 h 2237474"/>
              <a:gd name="connsiteX222" fmla="*/ 4572 w 12192000"/>
              <a:gd name="connsiteY222" fmla="*/ 2111091 h 2237474"/>
              <a:gd name="connsiteX223" fmla="*/ 0 w 12192000"/>
              <a:gd name="connsiteY223" fmla="*/ 2110468 h 2237474"/>
              <a:gd name="connsiteX224" fmla="*/ 0 w 12192000"/>
              <a:gd name="connsiteY22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84170 w 12192000"/>
              <a:gd name="connsiteY109" fmla="*/ 1849402 h 2237474"/>
              <a:gd name="connsiteX110" fmla="*/ 5168852 w 12192000"/>
              <a:gd name="connsiteY110" fmla="*/ 1844846 h 2237474"/>
              <a:gd name="connsiteX111" fmla="*/ 5114927 w 12192000"/>
              <a:gd name="connsiteY111" fmla="*/ 1847827 h 2237474"/>
              <a:gd name="connsiteX112" fmla="*/ 5108970 w 12192000"/>
              <a:gd name="connsiteY112" fmla="*/ 1847935 h 2237474"/>
              <a:gd name="connsiteX113" fmla="*/ 5067961 w 12192000"/>
              <a:gd name="connsiteY113" fmla="*/ 1845917 h 2237474"/>
              <a:gd name="connsiteX114" fmla="*/ 5007075 w 12192000"/>
              <a:gd name="connsiteY114" fmla="*/ 1838626 h 2237474"/>
              <a:gd name="connsiteX115" fmla="*/ 4944087 w 12192000"/>
              <a:gd name="connsiteY115" fmla="*/ 1823332 h 2237474"/>
              <a:gd name="connsiteX116" fmla="*/ 4907662 w 12192000"/>
              <a:gd name="connsiteY116" fmla="*/ 1816900 h 2237474"/>
              <a:gd name="connsiteX117" fmla="*/ 4882386 w 12192000"/>
              <a:gd name="connsiteY117" fmla="*/ 1809844 h 2237474"/>
              <a:gd name="connsiteX118" fmla="*/ 4811440 w 12192000"/>
              <a:gd name="connsiteY118" fmla="*/ 1804655 h 2237474"/>
              <a:gd name="connsiteX119" fmla="*/ 4691075 w 12192000"/>
              <a:gd name="connsiteY119" fmla="*/ 1801389 h 2237474"/>
              <a:gd name="connsiteX120" fmla="*/ 4611738 w 12192000"/>
              <a:gd name="connsiteY120" fmla="*/ 1776964 h 2237474"/>
              <a:gd name="connsiteX121" fmla="*/ 4560070 w 12192000"/>
              <a:gd name="connsiteY121" fmla="*/ 1785640 h 2237474"/>
              <a:gd name="connsiteX122" fmla="*/ 4536503 w 12192000"/>
              <a:gd name="connsiteY122" fmla="*/ 1785334 h 2237474"/>
              <a:gd name="connsiteX123" fmla="*/ 4513724 w 12192000"/>
              <a:gd name="connsiteY123" fmla="*/ 1791996 h 2237474"/>
              <a:gd name="connsiteX124" fmla="*/ 4459810 w 12192000"/>
              <a:gd name="connsiteY124" fmla="*/ 1797886 h 2237474"/>
              <a:gd name="connsiteX125" fmla="*/ 4379064 w 12192000"/>
              <a:gd name="connsiteY125" fmla="*/ 1817177 h 2237474"/>
              <a:gd name="connsiteX126" fmla="*/ 4319209 w 12192000"/>
              <a:gd name="connsiteY126" fmla="*/ 1834833 h 2237474"/>
              <a:gd name="connsiteX127" fmla="*/ 4290981 w 12192000"/>
              <a:gd name="connsiteY127" fmla="*/ 1839677 h 2237474"/>
              <a:gd name="connsiteX128" fmla="*/ 4285792 w 12192000"/>
              <a:gd name="connsiteY128" fmla="*/ 1836231 h 2237474"/>
              <a:gd name="connsiteX129" fmla="*/ 4238372 w 12192000"/>
              <a:gd name="connsiteY129" fmla="*/ 1851480 h 2237474"/>
              <a:gd name="connsiteX130" fmla="*/ 4232517 w 12192000"/>
              <a:gd name="connsiteY130" fmla="*/ 1852567 h 2237474"/>
              <a:gd name="connsiteX131" fmla="*/ 4191732 w 12192000"/>
              <a:gd name="connsiteY131" fmla="*/ 1857328 h 2237474"/>
              <a:gd name="connsiteX132" fmla="*/ 4065532 w 12192000"/>
              <a:gd name="connsiteY132" fmla="*/ 1855477 h 2237474"/>
              <a:gd name="connsiteX133" fmla="*/ 4028460 w 12192000"/>
              <a:gd name="connsiteY133" fmla="*/ 1855137 h 2237474"/>
              <a:gd name="connsiteX134" fmla="*/ 4002267 w 12192000"/>
              <a:gd name="connsiteY134" fmla="*/ 1852352 h 2237474"/>
              <a:gd name="connsiteX135" fmla="*/ 3931396 w 12192000"/>
              <a:gd name="connsiteY135" fmla="*/ 1858915 h 2237474"/>
              <a:gd name="connsiteX136" fmla="*/ 3812162 w 12192000"/>
              <a:gd name="connsiteY136" fmla="*/ 1875501 h 2237474"/>
              <a:gd name="connsiteX137" fmla="*/ 3729530 w 12192000"/>
              <a:gd name="connsiteY137" fmla="*/ 1864513 h 2237474"/>
              <a:gd name="connsiteX138" fmla="*/ 3680177 w 12192000"/>
              <a:gd name="connsiteY138" fmla="*/ 1881552 h 2237474"/>
              <a:gd name="connsiteX139" fmla="*/ 3567259 w 12192000"/>
              <a:gd name="connsiteY139" fmla="*/ 1893482 h 2237474"/>
              <a:gd name="connsiteX140" fmla="*/ 3405770 w 12192000"/>
              <a:gd name="connsiteY140" fmla="*/ 1904591 h 2237474"/>
              <a:gd name="connsiteX141" fmla="*/ 3280097 w 12192000"/>
              <a:gd name="connsiteY141" fmla="*/ 1919610 h 2237474"/>
              <a:gd name="connsiteX142" fmla="*/ 3123424 w 12192000"/>
              <a:gd name="connsiteY142" fmla="*/ 1952930 h 2237474"/>
              <a:gd name="connsiteX143" fmla="*/ 3009910 w 12192000"/>
              <a:gd name="connsiteY143" fmla="*/ 1957866 h 2237474"/>
              <a:gd name="connsiteX144" fmla="*/ 2995934 w 12192000"/>
              <a:gd name="connsiteY144" fmla="*/ 1967085 h 2237474"/>
              <a:gd name="connsiteX145" fmla="*/ 2980071 w 12192000"/>
              <a:gd name="connsiteY145" fmla="*/ 1972988 h 2237474"/>
              <a:gd name="connsiteX146" fmla="*/ 2978094 w 12192000"/>
              <a:gd name="connsiteY146" fmla="*/ 1972369 h 2237474"/>
              <a:gd name="connsiteX147" fmla="*/ 2942858 w 12192000"/>
              <a:gd name="connsiteY147" fmla="*/ 1981367 h 2237474"/>
              <a:gd name="connsiteX148" fmla="*/ 2875436 w 12192000"/>
              <a:gd name="connsiteY148" fmla="*/ 1996977 h 2237474"/>
              <a:gd name="connsiteX149" fmla="*/ 2874892 w 12192000"/>
              <a:gd name="connsiteY149" fmla="*/ 1996085 h 2237474"/>
              <a:gd name="connsiteX150" fmla="*/ 2864145 w 12192000"/>
              <a:gd name="connsiteY150" fmla="*/ 1994061 h 2237474"/>
              <a:gd name="connsiteX151" fmla="*/ 2843662 w 12192000"/>
              <a:gd name="connsiteY151" fmla="*/ 1992498 h 2237474"/>
              <a:gd name="connsiteX152" fmla="*/ 2796128 w 12192000"/>
              <a:gd name="connsiteY152" fmla="*/ 1976403 h 2237474"/>
              <a:gd name="connsiteX153" fmla="*/ 2756784 w 12192000"/>
              <a:gd name="connsiteY153" fmla="*/ 1985116 h 2237474"/>
              <a:gd name="connsiteX154" fmla="*/ 2748833 w 12192000"/>
              <a:gd name="connsiteY154" fmla="*/ 1986323 h 2237474"/>
              <a:gd name="connsiteX155" fmla="*/ 2748661 w 12192000"/>
              <a:gd name="connsiteY155" fmla="*/ 1986122 h 2237474"/>
              <a:gd name="connsiteX156" fmla="*/ 2740251 w 12192000"/>
              <a:gd name="connsiteY156" fmla="*/ 1986946 h 2237474"/>
              <a:gd name="connsiteX157" fmla="*/ 2718916 w 12192000"/>
              <a:gd name="connsiteY157" fmla="*/ 1990867 h 2237474"/>
              <a:gd name="connsiteX158" fmla="*/ 2713522 w 12192000"/>
              <a:gd name="connsiteY158" fmla="*/ 1990173 h 2237474"/>
              <a:gd name="connsiteX159" fmla="*/ 2680597 w 12192000"/>
              <a:gd name="connsiteY159" fmla="*/ 1984996 h 2237474"/>
              <a:gd name="connsiteX160" fmla="*/ 2578178 w 12192000"/>
              <a:gd name="connsiteY160" fmla="*/ 1990531 h 2237474"/>
              <a:gd name="connsiteX161" fmla="*/ 2476147 w 12192000"/>
              <a:gd name="connsiteY161" fmla="*/ 1998305 h 2237474"/>
              <a:gd name="connsiteX162" fmla="*/ 2373568 w 12192000"/>
              <a:gd name="connsiteY162" fmla="*/ 2003219 h 2237474"/>
              <a:gd name="connsiteX163" fmla="*/ 2321399 w 12192000"/>
              <a:gd name="connsiteY163" fmla="*/ 1989467 h 2237474"/>
              <a:gd name="connsiteX164" fmla="*/ 2315525 w 12192000"/>
              <a:gd name="connsiteY164" fmla="*/ 1989708 h 2237474"/>
              <a:gd name="connsiteX165" fmla="*/ 2300792 w 12192000"/>
              <a:gd name="connsiteY165" fmla="*/ 1994290 h 2237474"/>
              <a:gd name="connsiteX166" fmla="*/ 2295469 w 12192000"/>
              <a:gd name="connsiteY166" fmla="*/ 1996659 h 2237474"/>
              <a:gd name="connsiteX167" fmla="*/ 2287219 w 12192000"/>
              <a:gd name="connsiteY167" fmla="*/ 1998750 h 2237474"/>
              <a:gd name="connsiteX168" fmla="*/ 2286948 w 12192000"/>
              <a:gd name="connsiteY168" fmla="*/ 1998596 h 2237474"/>
              <a:gd name="connsiteX169" fmla="*/ 2243069 w 12192000"/>
              <a:gd name="connsiteY169" fmla="*/ 2015111 h 2237474"/>
              <a:gd name="connsiteX170" fmla="*/ 2186609 w 12192000"/>
              <a:gd name="connsiteY170" fmla="*/ 2008263 h 2237474"/>
              <a:gd name="connsiteX171" fmla="*/ 2164831 w 12192000"/>
              <a:gd name="connsiteY171" fmla="*/ 2010143 h 2237474"/>
              <a:gd name="connsiteX172" fmla="*/ 2152836 w 12192000"/>
              <a:gd name="connsiteY172" fmla="*/ 2010048 h 2237474"/>
              <a:gd name="connsiteX173" fmla="*/ 2117102 w 12192000"/>
              <a:gd name="connsiteY173" fmla="*/ 2023004 h 2237474"/>
              <a:gd name="connsiteX174" fmla="*/ 2111935 w 12192000"/>
              <a:gd name="connsiteY174" fmla="*/ 2023163 h 2237474"/>
              <a:gd name="connsiteX175" fmla="*/ 2089991 w 12192000"/>
              <a:gd name="connsiteY175" fmla="*/ 2034193 h 2237474"/>
              <a:gd name="connsiteX176" fmla="*/ 2058061 w 12192000"/>
              <a:gd name="connsiteY176" fmla="*/ 2047942 h 2237474"/>
              <a:gd name="connsiteX177" fmla="*/ 2055737 w 12192000"/>
              <a:gd name="connsiteY177" fmla="*/ 2047704 h 2237474"/>
              <a:gd name="connsiteX178" fmla="*/ 2042244 w 12192000"/>
              <a:gd name="connsiteY178" fmla="*/ 2055560 h 2237474"/>
              <a:gd name="connsiteX179" fmla="*/ 1976224 w 12192000"/>
              <a:gd name="connsiteY179" fmla="*/ 2074257 h 2237474"/>
              <a:gd name="connsiteX180" fmla="*/ 1877728 w 12192000"/>
              <a:gd name="connsiteY180" fmla="*/ 2101004 h 2237474"/>
              <a:gd name="connsiteX181" fmla="*/ 1759056 w 12192000"/>
              <a:gd name="connsiteY181" fmla="*/ 2125608 h 2237474"/>
              <a:gd name="connsiteX182" fmla="*/ 1637948 w 12192000"/>
              <a:gd name="connsiteY182" fmla="*/ 2172597 h 2237474"/>
              <a:gd name="connsiteX183" fmla="*/ 1434549 w 12192000"/>
              <a:gd name="connsiteY183" fmla="*/ 2234522 h 2237474"/>
              <a:gd name="connsiteX184" fmla="*/ 1398481 w 12192000"/>
              <a:gd name="connsiteY184" fmla="*/ 2237074 h 2237474"/>
              <a:gd name="connsiteX185" fmla="*/ 1398407 w 12192000"/>
              <a:gd name="connsiteY185" fmla="*/ 2237095 h 2237474"/>
              <a:gd name="connsiteX186" fmla="*/ 1370962 w 12192000"/>
              <a:gd name="connsiteY186" fmla="*/ 2237474 h 2237474"/>
              <a:gd name="connsiteX187" fmla="*/ 1356367 w 12192000"/>
              <a:gd name="connsiteY187" fmla="*/ 2235089 h 2237474"/>
              <a:gd name="connsiteX188" fmla="*/ 1324828 w 12192000"/>
              <a:gd name="connsiteY188" fmla="*/ 2231968 h 2237474"/>
              <a:gd name="connsiteX189" fmla="*/ 1297744 w 12192000"/>
              <a:gd name="connsiteY189" fmla="*/ 2235849 h 2237474"/>
              <a:gd name="connsiteX190" fmla="*/ 1286236 w 12192000"/>
              <a:gd name="connsiteY190" fmla="*/ 2233135 h 2237474"/>
              <a:gd name="connsiteX191" fmla="*/ 1283504 w 12192000"/>
              <a:gd name="connsiteY191" fmla="*/ 2233797 h 2237474"/>
              <a:gd name="connsiteX192" fmla="*/ 1279765 w 12192000"/>
              <a:gd name="connsiteY192" fmla="*/ 2229639 h 2237474"/>
              <a:gd name="connsiteX193" fmla="*/ 1195347 w 12192000"/>
              <a:gd name="connsiteY193" fmla="*/ 2212354 h 2237474"/>
              <a:gd name="connsiteX194" fmla="*/ 970251 w 12192000"/>
              <a:gd name="connsiteY194" fmla="*/ 2221029 h 2237474"/>
              <a:gd name="connsiteX195" fmla="*/ 812914 w 12192000"/>
              <a:gd name="connsiteY195" fmla="*/ 2202752 h 2237474"/>
              <a:gd name="connsiteX196" fmla="*/ 800195 w 12192000"/>
              <a:gd name="connsiteY196" fmla="*/ 2209407 h 2237474"/>
              <a:gd name="connsiteX197" fmla="*/ 784978 w 12192000"/>
              <a:gd name="connsiteY197" fmla="*/ 2212360 h 2237474"/>
              <a:gd name="connsiteX198" fmla="*/ 681987 w 12192000"/>
              <a:gd name="connsiteY198" fmla="*/ 2216757 h 2237474"/>
              <a:gd name="connsiteX199" fmla="*/ 669923 w 12192000"/>
              <a:gd name="connsiteY199" fmla="*/ 2211682 h 2237474"/>
              <a:gd name="connsiteX200" fmla="*/ 648680 w 12192000"/>
              <a:gd name="connsiteY200" fmla="*/ 2206229 h 2237474"/>
              <a:gd name="connsiteX201" fmla="*/ 597225 w 12192000"/>
              <a:gd name="connsiteY201" fmla="*/ 2180999 h 2237474"/>
              <a:gd name="connsiteX202" fmla="*/ 558449 w 12192000"/>
              <a:gd name="connsiteY202" fmla="*/ 2182346 h 2237474"/>
              <a:gd name="connsiteX203" fmla="*/ 550517 w 12192000"/>
              <a:gd name="connsiteY203" fmla="*/ 2182060 h 2237474"/>
              <a:gd name="connsiteX204" fmla="*/ 550309 w 12192000"/>
              <a:gd name="connsiteY204" fmla="*/ 2181825 h 2237474"/>
              <a:gd name="connsiteX205" fmla="*/ 541836 w 12192000"/>
              <a:gd name="connsiteY205" fmla="*/ 2181063 h 2237474"/>
              <a:gd name="connsiteX206" fmla="*/ 536057 w 12192000"/>
              <a:gd name="connsiteY206" fmla="*/ 2181537 h 2237474"/>
              <a:gd name="connsiteX207" fmla="*/ 520671 w 12192000"/>
              <a:gd name="connsiteY207" fmla="*/ 2180980 h 2237474"/>
              <a:gd name="connsiteX208" fmla="*/ 515024 w 12192000"/>
              <a:gd name="connsiteY208" fmla="*/ 2179258 h 2237474"/>
              <a:gd name="connsiteX209" fmla="*/ 512278 w 12192000"/>
              <a:gd name="connsiteY209" fmla="*/ 2176369 h 2237474"/>
              <a:gd name="connsiteX210" fmla="*/ 480419 w 12192000"/>
              <a:gd name="connsiteY210" fmla="*/ 2167807 h 2237474"/>
              <a:gd name="connsiteX211" fmla="*/ 413835 w 12192000"/>
              <a:gd name="connsiteY211" fmla="*/ 2156783 h 2237474"/>
              <a:gd name="connsiteX212" fmla="*/ 376513 w 12192000"/>
              <a:gd name="connsiteY212" fmla="*/ 2154014 h 2237474"/>
              <a:gd name="connsiteX213" fmla="*/ 273386 w 12192000"/>
              <a:gd name="connsiteY213" fmla="*/ 2142551 h 2237474"/>
              <a:gd name="connsiteX214" fmla="*/ 169207 w 12192000"/>
              <a:gd name="connsiteY214" fmla="*/ 2128100 h 2237474"/>
              <a:gd name="connsiteX215" fmla="*/ 93149 w 12192000"/>
              <a:gd name="connsiteY215" fmla="*/ 2105324 h 2237474"/>
              <a:gd name="connsiteX216" fmla="*/ 88109 w 12192000"/>
              <a:gd name="connsiteY216" fmla="*/ 2106704 h 2237474"/>
              <a:gd name="connsiteX217" fmla="*/ 80022 w 12192000"/>
              <a:gd name="connsiteY217" fmla="*/ 2107254 h 2237474"/>
              <a:gd name="connsiteX218" fmla="*/ 79717 w 12192000"/>
              <a:gd name="connsiteY218" fmla="*/ 2107046 h 2237474"/>
              <a:gd name="connsiteX219" fmla="*/ 72352 w 12192000"/>
              <a:gd name="connsiteY219" fmla="*/ 2107991 h 2237474"/>
              <a:gd name="connsiteX220" fmla="*/ 37645 w 12192000"/>
              <a:gd name="connsiteY220" fmla="*/ 2115401 h 2237474"/>
              <a:gd name="connsiteX221" fmla="*/ 4572 w 12192000"/>
              <a:gd name="connsiteY221" fmla="*/ 2111091 h 2237474"/>
              <a:gd name="connsiteX222" fmla="*/ 0 w 12192000"/>
              <a:gd name="connsiteY222" fmla="*/ 2110468 h 2237474"/>
              <a:gd name="connsiteX223" fmla="*/ 0 w 12192000"/>
              <a:gd name="connsiteY22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68852 w 12192000"/>
              <a:gd name="connsiteY109" fmla="*/ 1844846 h 2237474"/>
              <a:gd name="connsiteX110" fmla="*/ 5114927 w 12192000"/>
              <a:gd name="connsiteY110" fmla="*/ 1847827 h 2237474"/>
              <a:gd name="connsiteX111" fmla="*/ 5108970 w 12192000"/>
              <a:gd name="connsiteY111" fmla="*/ 1847935 h 2237474"/>
              <a:gd name="connsiteX112" fmla="*/ 5067961 w 12192000"/>
              <a:gd name="connsiteY112" fmla="*/ 1845917 h 2237474"/>
              <a:gd name="connsiteX113" fmla="*/ 5007075 w 12192000"/>
              <a:gd name="connsiteY113" fmla="*/ 1838626 h 2237474"/>
              <a:gd name="connsiteX114" fmla="*/ 4944087 w 12192000"/>
              <a:gd name="connsiteY114" fmla="*/ 1823332 h 2237474"/>
              <a:gd name="connsiteX115" fmla="*/ 4907662 w 12192000"/>
              <a:gd name="connsiteY115" fmla="*/ 1816900 h 2237474"/>
              <a:gd name="connsiteX116" fmla="*/ 4882386 w 12192000"/>
              <a:gd name="connsiteY116" fmla="*/ 1809844 h 2237474"/>
              <a:gd name="connsiteX117" fmla="*/ 4811440 w 12192000"/>
              <a:gd name="connsiteY117" fmla="*/ 1804655 h 2237474"/>
              <a:gd name="connsiteX118" fmla="*/ 4691075 w 12192000"/>
              <a:gd name="connsiteY118" fmla="*/ 1801389 h 2237474"/>
              <a:gd name="connsiteX119" fmla="*/ 4611738 w 12192000"/>
              <a:gd name="connsiteY119" fmla="*/ 1776964 h 2237474"/>
              <a:gd name="connsiteX120" fmla="*/ 4560070 w 12192000"/>
              <a:gd name="connsiteY120" fmla="*/ 1785640 h 2237474"/>
              <a:gd name="connsiteX121" fmla="*/ 4536503 w 12192000"/>
              <a:gd name="connsiteY121" fmla="*/ 1785334 h 2237474"/>
              <a:gd name="connsiteX122" fmla="*/ 4513724 w 12192000"/>
              <a:gd name="connsiteY122" fmla="*/ 1791996 h 2237474"/>
              <a:gd name="connsiteX123" fmla="*/ 4459810 w 12192000"/>
              <a:gd name="connsiteY123" fmla="*/ 1797886 h 2237474"/>
              <a:gd name="connsiteX124" fmla="*/ 4379064 w 12192000"/>
              <a:gd name="connsiteY124" fmla="*/ 1817177 h 2237474"/>
              <a:gd name="connsiteX125" fmla="*/ 4319209 w 12192000"/>
              <a:gd name="connsiteY125" fmla="*/ 1834833 h 2237474"/>
              <a:gd name="connsiteX126" fmla="*/ 4290981 w 12192000"/>
              <a:gd name="connsiteY126" fmla="*/ 1839677 h 2237474"/>
              <a:gd name="connsiteX127" fmla="*/ 4285792 w 12192000"/>
              <a:gd name="connsiteY127" fmla="*/ 1836231 h 2237474"/>
              <a:gd name="connsiteX128" fmla="*/ 4238372 w 12192000"/>
              <a:gd name="connsiteY128" fmla="*/ 1851480 h 2237474"/>
              <a:gd name="connsiteX129" fmla="*/ 4232517 w 12192000"/>
              <a:gd name="connsiteY129" fmla="*/ 1852567 h 2237474"/>
              <a:gd name="connsiteX130" fmla="*/ 4191732 w 12192000"/>
              <a:gd name="connsiteY130" fmla="*/ 1857328 h 2237474"/>
              <a:gd name="connsiteX131" fmla="*/ 4065532 w 12192000"/>
              <a:gd name="connsiteY131" fmla="*/ 1855477 h 2237474"/>
              <a:gd name="connsiteX132" fmla="*/ 4028460 w 12192000"/>
              <a:gd name="connsiteY132" fmla="*/ 1855137 h 2237474"/>
              <a:gd name="connsiteX133" fmla="*/ 4002267 w 12192000"/>
              <a:gd name="connsiteY133" fmla="*/ 1852352 h 2237474"/>
              <a:gd name="connsiteX134" fmla="*/ 3931396 w 12192000"/>
              <a:gd name="connsiteY134" fmla="*/ 1858915 h 2237474"/>
              <a:gd name="connsiteX135" fmla="*/ 3812162 w 12192000"/>
              <a:gd name="connsiteY135" fmla="*/ 1875501 h 2237474"/>
              <a:gd name="connsiteX136" fmla="*/ 3729530 w 12192000"/>
              <a:gd name="connsiteY136" fmla="*/ 1864513 h 2237474"/>
              <a:gd name="connsiteX137" fmla="*/ 3680177 w 12192000"/>
              <a:gd name="connsiteY137" fmla="*/ 1881552 h 2237474"/>
              <a:gd name="connsiteX138" fmla="*/ 3567259 w 12192000"/>
              <a:gd name="connsiteY138" fmla="*/ 1893482 h 2237474"/>
              <a:gd name="connsiteX139" fmla="*/ 3405770 w 12192000"/>
              <a:gd name="connsiteY139" fmla="*/ 1904591 h 2237474"/>
              <a:gd name="connsiteX140" fmla="*/ 3280097 w 12192000"/>
              <a:gd name="connsiteY140" fmla="*/ 1919610 h 2237474"/>
              <a:gd name="connsiteX141" fmla="*/ 3123424 w 12192000"/>
              <a:gd name="connsiteY141" fmla="*/ 1952930 h 2237474"/>
              <a:gd name="connsiteX142" fmla="*/ 3009910 w 12192000"/>
              <a:gd name="connsiteY142" fmla="*/ 1957866 h 2237474"/>
              <a:gd name="connsiteX143" fmla="*/ 2995934 w 12192000"/>
              <a:gd name="connsiteY143" fmla="*/ 1967085 h 2237474"/>
              <a:gd name="connsiteX144" fmla="*/ 2980071 w 12192000"/>
              <a:gd name="connsiteY144" fmla="*/ 1972988 h 2237474"/>
              <a:gd name="connsiteX145" fmla="*/ 2978094 w 12192000"/>
              <a:gd name="connsiteY145" fmla="*/ 1972369 h 2237474"/>
              <a:gd name="connsiteX146" fmla="*/ 2942858 w 12192000"/>
              <a:gd name="connsiteY146" fmla="*/ 1981367 h 2237474"/>
              <a:gd name="connsiteX147" fmla="*/ 2875436 w 12192000"/>
              <a:gd name="connsiteY147" fmla="*/ 1996977 h 2237474"/>
              <a:gd name="connsiteX148" fmla="*/ 2874892 w 12192000"/>
              <a:gd name="connsiteY148" fmla="*/ 1996085 h 2237474"/>
              <a:gd name="connsiteX149" fmla="*/ 2864145 w 12192000"/>
              <a:gd name="connsiteY149" fmla="*/ 1994061 h 2237474"/>
              <a:gd name="connsiteX150" fmla="*/ 2843662 w 12192000"/>
              <a:gd name="connsiteY150" fmla="*/ 1992498 h 2237474"/>
              <a:gd name="connsiteX151" fmla="*/ 2796128 w 12192000"/>
              <a:gd name="connsiteY151" fmla="*/ 1976403 h 2237474"/>
              <a:gd name="connsiteX152" fmla="*/ 2756784 w 12192000"/>
              <a:gd name="connsiteY152" fmla="*/ 1985116 h 2237474"/>
              <a:gd name="connsiteX153" fmla="*/ 2748833 w 12192000"/>
              <a:gd name="connsiteY153" fmla="*/ 1986323 h 2237474"/>
              <a:gd name="connsiteX154" fmla="*/ 2748661 w 12192000"/>
              <a:gd name="connsiteY154" fmla="*/ 1986122 h 2237474"/>
              <a:gd name="connsiteX155" fmla="*/ 2740251 w 12192000"/>
              <a:gd name="connsiteY155" fmla="*/ 1986946 h 2237474"/>
              <a:gd name="connsiteX156" fmla="*/ 2718916 w 12192000"/>
              <a:gd name="connsiteY156" fmla="*/ 1990867 h 2237474"/>
              <a:gd name="connsiteX157" fmla="*/ 2713522 w 12192000"/>
              <a:gd name="connsiteY157" fmla="*/ 1990173 h 2237474"/>
              <a:gd name="connsiteX158" fmla="*/ 2680597 w 12192000"/>
              <a:gd name="connsiteY158" fmla="*/ 1984996 h 2237474"/>
              <a:gd name="connsiteX159" fmla="*/ 2578178 w 12192000"/>
              <a:gd name="connsiteY159" fmla="*/ 1990531 h 2237474"/>
              <a:gd name="connsiteX160" fmla="*/ 2476147 w 12192000"/>
              <a:gd name="connsiteY160" fmla="*/ 1998305 h 2237474"/>
              <a:gd name="connsiteX161" fmla="*/ 2373568 w 12192000"/>
              <a:gd name="connsiteY161" fmla="*/ 2003219 h 2237474"/>
              <a:gd name="connsiteX162" fmla="*/ 2321399 w 12192000"/>
              <a:gd name="connsiteY162" fmla="*/ 1989467 h 2237474"/>
              <a:gd name="connsiteX163" fmla="*/ 2315525 w 12192000"/>
              <a:gd name="connsiteY163" fmla="*/ 1989708 h 2237474"/>
              <a:gd name="connsiteX164" fmla="*/ 2300792 w 12192000"/>
              <a:gd name="connsiteY164" fmla="*/ 1994290 h 2237474"/>
              <a:gd name="connsiteX165" fmla="*/ 2295469 w 12192000"/>
              <a:gd name="connsiteY165" fmla="*/ 1996659 h 2237474"/>
              <a:gd name="connsiteX166" fmla="*/ 2287219 w 12192000"/>
              <a:gd name="connsiteY166" fmla="*/ 1998750 h 2237474"/>
              <a:gd name="connsiteX167" fmla="*/ 2286948 w 12192000"/>
              <a:gd name="connsiteY167" fmla="*/ 1998596 h 2237474"/>
              <a:gd name="connsiteX168" fmla="*/ 2243069 w 12192000"/>
              <a:gd name="connsiteY168" fmla="*/ 2015111 h 2237474"/>
              <a:gd name="connsiteX169" fmla="*/ 2186609 w 12192000"/>
              <a:gd name="connsiteY169" fmla="*/ 2008263 h 2237474"/>
              <a:gd name="connsiteX170" fmla="*/ 2164831 w 12192000"/>
              <a:gd name="connsiteY170" fmla="*/ 2010143 h 2237474"/>
              <a:gd name="connsiteX171" fmla="*/ 2152836 w 12192000"/>
              <a:gd name="connsiteY171" fmla="*/ 2010048 h 2237474"/>
              <a:gd name="connsiteX172" fmla="*/ 2117102 w 12192000"/>
              <a:gd name="connsiteY172" fmla="*/ 2023004 h 2237474"/>
              <a:gd name="connsiteX173" fmla="*/ 2111935 w 12192000"/>
              <a:gd name="connsiteY173" fmla="*/ 2023163 h 2237474"/>
              <a:gd name="connsiteX174" fmla="*/ 2089991 w 12192000"/>
              <a:gd name="connsiteY174" fmla="*/ 2034193 h 2237474"/>
              <a:gd name="connsiteX175" fmla="*/ 2058061 w 12192000"/>
              <a:gd name="connsiteY175" fmla="*/ 2047942 h 2237474"/>
              <a:gd name="connsiteX176" fmla="*/ 2055737 w 12192000"/>
              <a:gd name="connsiteY176" fmla="*/ 2047704 h 2237474"/>
              <a:gd name="connsiteX177" fmla="*/ 2042244 w 12192000"/>
              <a:gd name="connsiteY177" fmla="*/ 2055560 h 2237474"/>
              <a:gd name="connsiteX178" fmla="*/ 1976224 w 12192000"/>
              <a:gd name="connsiteY178" fmla="*/ 2074257 h 2237474"/>
              <a:gd name="connsiteX179" fmla="*/ 1877728 w 12192000"/>
              <a:gd name="connsiteY179" fmla="*/ 2101004 h 2237474"/>
              <a:gd name="connsiteX180" fmla="*/ 1759056 w 12192000"/>
              <a:gd name="connsiteY180" fmla="*/ 2125608 h 2237474"/>
              <a:gd name="connsiteX181" fmla="*/ 1637948 w 12192000"/>
              <a:gd name="connsiteY181" fmla="*/ 2172597 h 2237474"/>
              <a:gd name="connsiteX182" fmla="*/ 1434549 w 12192000"/>
              <a:gd name="connsiteY182" fmla="*/ 2234522 h 2237474"/>
              <a:gd name="connsiteX183" fmla="*/ 1398481 w 12192000"/>
              <a:gd name="connsiteY183" fmla="*/ 2237074 h 2237474"/>
              <a:gd name="connsiteX184" fmla="*/ 1398407 w 12192000"/>
              <a:gd name="connsiteY184" fmla="*/ 2237095 h 2237474"/>
              <a:gd name="connsiteX185" fmla="*/ 1370962 w 12192000"/>
              <a:gd name="connsiteY185" fmla="*/ 2237474 h 2237474"/>
              <a:gd name="connsiteX186" fmla="*/ 1356367 w 12192000"/>
              <a:gd name="connsiteY186" fmla="*/ 2235089 h 2237474"/>
              <a:gd name="connsiteX187" fmla="*/ 1324828 w 12192000"/>
              <a:gd name="connsiteY187" fmla="*/ 2231968 h 2237474"/>
              <a:gd name="connsiteX188" fmla="*/ 1297744 w 12192000"/>
              <a:gd name="connsiteY188" fmla="*/ 2235849 h 2237474"/>
              <a:gd name="connsiteX189" fmla="*/ 1286236 w 12192000"/>
              <a:gd name="connsiteY189" fmla="*/ 2233135 h 2237474"/>
              <a:gd name="connsiteX190" fmla="*/ 1283504 w 12192000"/>
              <a:gd name="connsiteY190" fmla="*/ 2233797 h 2237474"/>
              <a:gd name="connsiteX191" fmla="*/ 1279765 w 12192000"/>
              <a:gd name="connsiteY191" fmla="*/ 2229639 h 2237474"/>
              <a:gd name="connsiteX192" fmla="*/ 1195347 w 12192000"/>
              <a:gd name="connsiteY192" fmla="*/ 2212354 h 2237474"/>
              <a:gd name="connsiteX193" fmla="*/ 970251 w 12192000"/>
              <a:gd name="connsiteY193" fmla="*/ 2221029 h 2237474"/>
              <a:gd name="connsiteX194" fmla="*/ 812914 w 12192000"/>
              <a:gd name="connsiteY194" fmla="*/ 2202752 h 2237474"/>
              <a:gd name="connsiteX195" fmla="*/ 800195 w 12192000"/>
              <a:gd name="connsiteY195" fmla="*/ 2209407 h 2237474"/>
              <a:gd name="connsiteX196" fmla="*/ 784978 w 12192000"/>
              <a:gd name="connsiteY196" fmla="*/ 2212360 h 2237474"/>
              <a:gd name="connsiteX197" fmla="*/ 681987 w 12192000"/>
              <a:gd name="connsiteY197" fmla="*/ 2216757 h 2237474"/>
              <a:gd name="connsiteX198" fmla="*/ 669923 w 12192000"/>
              <a:gd name="connsiteY198" fmla="*/ 2211682 h 2237474"/>
              <a:gd name="connsiteX199" fmla="*/ 648680 w 12192000"/>
              <a:gd name="connsiteY199" fmla="*/ 2206229 h 2237474"/>
              <a:gd name="connsiteX200" fmla="*/ 597225 w 12192000"/>
              <a:gd name="connsiteY200" fmla="*/ 2180999 h 2237474"/>
              <a:gd name="connsiteX201" fmla="*/ 558449 w 12192000"/>
              <a:gd name="connsiteY201" fmla="*/ 2182346 h 2237474"/>
              <a:gd name="connsiteX202" fmla="*/ 550517 w 12192000"/>
              <a:gd name="connsiteY202" fmla="*/ 2182060 h 2237474"/>
              <a:gd name="connsiteX203" fmla="*/ 550309 w 12192000"/>
              <a:gd name="connsiteY203" fmla="*/ 2181825 h 2237474"/>
              <a:gd name="connsiteX204" fmla="*/ 541836 w 12192000"/>
              <a:gd name="connsiteY204" fmla="*/ 2181063 h 2237474"/>
              <a:gd name="connsiteX205" fmla="*/ 536057 w 12192000"/>
              <a:gd name="connsiteY205" fmla="*/ 2181537 h 2237474"/>
              <a:gd name="connsiteX206" fmla="*/ 520671 w 12192000"/>
              <a:gd name="connsiteY206" fmla="*/ 2180980 h 2237474"/>
              <a:gd name="connsiteX207" fmla="*/ 515024 w 12192000"/>
              <a:gd name="connsiteY207" fmla="*/ 2179258 h 2237474"/>
              <a:gd name="connsiteX208" fmla="*/ 512278 w 12192000"/>
              <a:gd name="connsiteY208" fmla="*/ 2176369 h 2237474"/>
              <a:gd name="connsiteX209" fmla="*/ 480419 w 12192000"/>
              <a:gd name="connsiteY209" fmla="*/ 2167807 h 2237474"/>
              <a:gd name="connsiteX210" fmla="*/ 413835 w 12192000"/>
              <a:gd name="connsiteY210" fmla="*/ 2156783 h 2237474"/>
              <a:gd name="connsiteX211" fmla="*/ 376513 w 12192000"/>
              <a:gd name="connsiteY211" fmla="*/ 2154014 h 2237474"/>
              <a:gd name="connsiteX212" fmla="*/ 273386 w 12192000"/>
              <a:gd name="connsiteY212" fmla="*/ 2142551 h 2237474"/>
              <a:gd name="connsiteX213" fmla="*/ 169207 w 12192000"/>
              <a:gd name="connsiteY213" fmla="*/ 2128100 h 2237474"/>
              <a:gd name="connsiteX214" fmla="*/ 93149 w 12192000"/>
              <a:gd name="connsiteY214" fmla="*/ 2105324 h 2237474"/>
              <a:gd name="connsiteX215" fmla="*/ 88109 w 12192000"/>
              <a:gd name="connsiteY215" fmla="*/ 2106704 h 2237474"/>
              <a:gd name="connsiteX216" fmla="*/ 80022 w 12192000"/>
              <a:gd name="connsiteY216" fmla="*/ 2107254 h 2237474"/>
              <a:gd name="connsiteX217" fmla="*/ 79717 w 12192000"/>
              <a:gd name="connsiteY217" fmla="*/ 2107046 h 2237474"/>
              <a:gd name="connsiteX218" fmla="*/ 72352 w 12192000"/>
              <a:gd name="connsiteY218" fmla="*/ 2107991 h 2237474"/>
              <a:gd name="connsiteX219" fmla="*/ 37645 w 12192000"/>
              <a:gd name="connsiteY219" fmla="*/ 2115401 h 2237474"/>
              <a:gd name="connsiteX220" fmla="*/ 4572 w 12192000"/>
              <a:gd name="connsiteY220" fmla="*/ 2111091 h 2237474"/>
              <a:gd name="connsiteX221" fmla="*/ 0 w 12192000"/>
              <a:gd name="connsiteY221" fmla="*/ 2110468 h 2237474"/>
              <a:gd name="connsiteX222" fmla="*/ 0 w 12192000"/>
              <a:gd name="connsiteY22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75879 w 12192000"/>
              <a:gd name="connsiteY67" fmla="*/ 1345646 h 2237474"/>
              <a:gd name="connsiteX68" fmla="*/ 7840612 w 12192000"/>
              <a:gd name="connsiteY68" fmla="*/ 1369373 h 2237474"/>
              <a:gd name="connsiteX69" fmla="*/ 7786819 w 12192000"/>
              <a:gd name="connsiteY69" fmla="*/ 1378970 h 2237474"/>
              <a:gd name="connsiteX70" fmla="*/ 7548172 w 12192000"/>
              <a:gd name="connsiteY70" fmla="*/ 1417460 h 2237474"/>
              <a:gd name="connsiteX71" fmla="*/ 7483437 w 12192000"/>
              <a:gd name="connsiteY71" fmla="*/ 1478152 h 2237474"/>
              <a:gd name="connsiteX72" fmla="*/ 7377870 w 12192000"/>
              <a:gd name="connsiteY72" fmla="*/ 1523319 h 2237474"/>
              <a:gd name="connsiteX73" fmla="*/ 7230737 w 12192000"/>
              <a:gd name="connsiteY73" fmla="*/ 1562633 h 2237474"/>
              <a:gd name="connsiteX74" fmla="*/ 7224458 w 12192000"/>
              <a:gd name="connsiteY74" fmla="*/ 1573008 h 2237474"/>
              <a:gd name="connsiteX75" fmla="*/ 7213486 w 12192000"/>
              <a:gd name="connsiteY75" fmla="*/ 1580987 h 2237474"/>
              <a:gd name="connsiteX76" fmla="*/ 7183121 w 12192000"/>
              <a:gd name="connsiteY76" fmla="*/ 1595162 h 2237474"/>
              <a:gd name="connsiteX77" fmla="*/ 7164601 w 12192000"/>
              <a:gd name="connsiteY77" fmla="*/ 1606490 h 2237474"/>
              <a:gd name="connsiteX78" fmla="*/ 7114651 w 12192000"/>
              <a:gd name="connsiteY78" fmla="*/ 1620959 h 2237474"/>
              <a:gd name="connsiteX79" fmla="*/ 7092727 w 12192000"/>
              <a:gd name="connsiteY79" fmla="*/ 1623628 h 2237474"/>
              <a:gd name="connsiteX80" fmla="*/ 7031309 w 12192000"/>
              <a:gd name="connsiteY80" fmla="*/ 1619451 h 2237474"/>
              <a:gd name="connsiteX81" fmla="*/ 6999084 w 12192000"/>
              <a:gd name="connsiteY81" fmla="*/ 1634317 h 2237474"/>
              <a:gd name="connsiteX82" fmla="*/ 6992107 w 12192000"/>
              <a:gd name="connsiteY82" fmla="*/ 1636860 h 2237474"/>
              <a:gd name="connsiteX83" fmla="*/ 6991765 w 12192000"/>
              <a:gd name="connsiteY83" fmla="*/ 1636725 h 2237474"/>
              <a:gd name="connsiteX84" fmla="*/ 6900177 w 12192000"/>
              <a:gd name="connsiteY84" fmla="*/ 1636016 h 2237474"/>
              <a:gd name="connsiteX85" fmla="*/ 6795372 w 12192000"/>
              <a:gd name="connsiteY85" fmla="*/ 1644845 h 2237474"/>
              <a:gd name="connsiteX86" fmla="*/ 6692251 w 12192000"/>
              <a:gd name="connsiteY86" fmla="*/ 1656357 h 2237474"/>
              <a:gd name="connsiteX87" fmla="*/ 6655235 w 12192000"/>
              <a:gd name="connsiteY87" fmla="*/ 1661869 h 2237474"/>
              <a:gd name="connsiteX88" fmla="*/ 6587857 w 12192000"/>
              <a:gd name="connsiteY88" fmla="*/ 1665769 h 2237474"/>
              <a:gd name="connsiteX89" fmla="*/ 6554894 w 12192000"/>
              <a:gd name="connsiteY89" fmla="*/ 1664428 h 2237474"/>
              <a:gd name="connsiteX90" fmla="*/ 6516595 w 12192000"/>
              <a:gd name="connsiteY90" fmla="*/ 1667475 h 2237474"/>
              <a:gd name="connsiteX91" fmla="*/ 6508541 w 12192000"/>
              <a:gd name="connsiteY91" fmla="*/ 1668757 h 2237474"/>
              <a:gd name="connsiteX92" fmla="*/ 6471012 w 12192000"/>
              <a:gd name="connsiteY92" fmla="*/ 1678604 h 2237474"/>
              <a:gd name="connsiteX93" fmla="*/ 6415265 w 12192000"/>
              <a:gd name="connsiteY93" fmla="*/ 1665317 h 2237474"/>
              <a:gd name="connsiteX94" fmla="*/ 6364035 w 12192000"/>
              <a:gd name="connsiteY94" fmla="*/ 1667683 h 2237474"/>
              <a:gd name="connsiteX95" fmla="*/ 6280959 w 12192000"/>
              <a:gd name="connsiteY95" fmla="*/ 1689329 h 2237474"/>
              <a:gd name="connsiteX96" fmla="*/ 6243319 w 12192000"/>
              <a:gd name="connsiteY96" fmla="*/ 1695560 h 2237474"/>
              <a:gd name="connsiteX97" fmla="*/ 6098321 w 12192000"/>
              <a:gd name="connsiteY97" fmla="*/ 1721646 h 2237474"/>
              <a:gd name="connsiteX98" fmla="*/ 5880652 w 12192000"/>
              <a:gd name="connsiteY98" fmla="*/ 1779643 h 2237474"/>
              <a:gd name="connsiteX99" fmla="*/ 5785959 w 12192000"/>
              <a:gd name="connsiteY99" fmla="*/ 1775307 h 2237474"/>
              <a:gd name="connsiteX100" fmla="*/ 5643534 w 12192000"/>
              <a:gd name="connsiteY100" fmla="*/ 1802919 h 2237474"/>
              <a:gd name="connsiteX101" fmla="*/ 5518799 w 12192000"/>
              <a:gd name="connsiteY101" fmla="*/ 1818312 h 2237474"/>
              <a:gd name="connsiteX102" fmla="*/ 5505014 w 12192000"/>
              <a:gd name="connsiteY102" fmla="*/ 1819259 h 2237474"/>
              <a:gd name="connsiteX103" fmla="*/ 5453307 w 12192000"/>
              <a:gd name="connsiteY103" fmla="*/ 1815450 h 2237474"/>
              <a:gd name="connsiteX104" fmla="*/ 5364192 w 12192000"/>
              <a:gd name="connsiteY104" fmla="*/ 1826074 h 2237474"/>
              <a:gd name="connsiteX105" fmla="*/ 5350380 w 12192000"/>
              <a:gd name="connsiteY105" fmla="*/ 1830891 h 2237474"/>
              <a:gd name="connsiteX106" fmla="*/ 5259633 w 12192000"/>
              <a:gd name="connsiteY106" fmla="*/ 1837160 h 2237474"/>
              <a:gd name="connsiteX107" fmla="*/ 5197513 w 12192000"/>
              <a:gd name="connsiteY107" fmla="*/ 1844718 h 2237474"/>
              <a:gd name="connsiteX108" fmla="*/ 5168852 w 12192000"/>
              <a:gd name="connsiteY108" fmla="*/ 1844846 h 2237474"/>
              <a:gd name="connsiteX109" fmla="*/ 5114927 w 12192000"/>
              <a:gd name="connsiteY109" fmla="*/ 1847827 h 2237474"/>
              <a:gd name="connsiteX110" fmla="*/ 5108970 w 12192000"/>
              <a:gd name="connsiteY110" fmla="*/ 1847935 h 2237474"/>
              <a:gd name="connsiteX111" fmla="*/ 5067961 w 12192000"/>
              <a:gd name="connsiteY111" fmla="*/ 1845917 h 2237474"/>
              <a:gd name="connsiteX112" fmla="*/ 5007075 w 12192000"/>
              <a:gd name="connsiteY112" fmla="*/ 1838626 h 2237474"/>
              <a:gd name="connsiteX113" fmla="*/ 4944087 w 12192000"/>
              <a:gd name="connsiteY113" fmla="*/ 1823332 h 2237474"/>
              <a:gd name="connsiteX114" fmla="*/ 4907662 w 12192000"/>
              <a:gd name="connsiteY114" fmla="*/ 1816900 h 2237474"/>
              <a:gd name="connsiteX115" fmla="*/ 4882386 w 12192000"/>
              <a:gd name="connsiteY115" fmla="*/ 1809844 h 2237474"/>
              <a:gd name="connsiteX116" fmla="*/ 4811440 w 12192000"/>
              <a:gd name="connsiteY116" fmla="*/ 1804655 h 2237474"/>
              <a:gd name="connsiteX117" fmla="*/ 4691075 w 12192000"/>
              <a:gd name="connsiteY117" fmla="*/ 1801389 h 2237474"/>
              <a:gd name="connsiteX118" fmla="*/ 4611738 w 12192000"/>
              <a:gd name="connsiteY118" fmla="*/ 1776964 h 2237474"/>
              <a:gd name="connsiteX119" fmla="*/ 4560070 w 12192000"/>
              <a:gd name="connsiteY119" fmla="*/ 1785640 h 2237474"/>
              <a:gd name="connsiteX120" fmla="*/ 4536503 w 12192000"/>
              <a:gd name="connsiteY120" fmla="*/ 1785334 h 2237474"/>
              <a:gd name="connsiteX121" fmla="*/ 4513724 w 12192000"/>
              <a:gd name="connsiteY121" fmla="*/ 1791996 h 2237474"/>
              <a:gd name="connsiteX122" fmla="*/ 4459810 w 12192000"/>
              <a:gd name="connsiteY122" fmla="*/ 1797886 h 2237474"/>
              <a:gd name="connsiteX123" fmla="*/ 4379064 w 12192000"/>
              <a:gd name="connsiteY123" fmla="*/ 1817177 h 2237474"/>
              <a:gd name="connsiteX124" fmla="*/ 4319209 w 12192000"/>
              <a:gd name="connsiteY124" fmla="*/ 1834833 h 2237474"/>
              <a:gd name="connsiteX125" fmla="*/ 4290981 w 12192000"/>
              <a:gd name="connsiteY125" fmla="*/ 1839677 h 2237474"/>
              <a:gd name="connsiteX126" fmla="*/ 4285792 w 12192000"/>
              <a:gd name="connsiteY126" fmla="*/ 1836231 h 2237474"/>
              <a:gd name="connsiteX127" fmla="*/ 4238372 w 12192000"/>
              <a:gd name="connsiteY127" fmla="*/ 1851480 h 2237474"/>
              <a:gd name="connsiteX128" fmla="*/ 4232517 w 12192000"/>
              <a:gd name="connsiteY128" fmla="*/ 1852567 h 2237474"/>
              <a:gd name="connsiteX129" fmla="*/ 4191732 w 12192000"/>
              <a:gd name="connsiteY129" fmla="*/ 1857328 h 2237474"/>
              <a:gd name="connsiteX130" fmla="*/ 4065532 w 12192000"/>
              <a:gd name="connsiteY130" fmla="*/ 1855477 h 2237474"/>
              <a:gd name="connsiteX131" fmla="*/ 4028460 w 12192000"/>
              <a:gd name="connsiteY131" fmla="*/ 1855137 h 2237474"/>
              <a:gd name="connsiteX132" fmla="*/ 4002267 w 12192000"/>
              <a:gd name="connsiteY132" fmla="*/ 1852352 h 2237474"/>
              <a:gd name="connsiteX133" fmla="*/ 3931396 w 12192000"/>
              <a:gd name="connsiteY133" fmla="*/ 1858915 h 2237474"/>
              <a:gd name="connsiteX134" fmla="*/ 3812162 w 12192000"/>
              <a:gd name="connsiteY134" fmla="*/ 1875501 h 2237474"/>
              <a:gd name="connsiteX135" fmla="*/ 3729530 w 12192000"/>
              <a:gd name="connsiteY135" fmla="*/ 1864513 h 2237474"/>
              <a:gd name="connsiteX136" fmla="*/ 3680177 w 12192000"/>
              <a:gd name="connsiteY136" fmla="*/ 1881552 h 2237474"/>
              <a:gd name="connsiteX137" fmla="*/ 3567259 w 12192000"/>
              <a:gd name="connsiteY137" fmla="*/ 1893482 h 2237474"/>
              <a:gd name="connsiteX138" fmla="*/ 3405770 w 12192000"/>
              <a:gd name="connsiteY138" fmla="*/ 1904591 h 2237474"/>
              <a:gd name="connsiteX139" fmla="*/ 3280097 w 12192000"/>
              <a:gd name="connsiteY139" fmla="*/ 1919610 h 2237474"/>
              <a:gd name="connsiteX140" fmla="*/ 3123424 w 12192000"/>
              <a:gd name="connsiteY140" fmla="*/ 1952930 h 2237474"/>
              <a:gd name="connsiteX141" fmla="*/ 3009910 w 12192000"/>
              <a:gd name="connsiteY141" fmla="*/ 1957866 h 2237474"/>
              <a:gd name="connsiteX142" fmla="*/ 2995934 w 12192000"/>
              <a:gd name="connsiteY142" fmla="*/ 1967085 h 2237474"/>
              <a:gd name="connsiteX143" fmla="*/ 2980071 w 12192000"/>
              <a:gd name="connsiteY143" fmla="*/ 1972988 h 2237474"/>
              <a:gd name="connsiteX144" fmla="*/ 2978094 w 12192000"/>
              <a:gd name="connsiteY144" fmla="*/ 1972369 h 2237474"/>
              <a:gd name="connsiteX145" fmla="*/ 2942858 w 12192000"/>
              <a:gd name="connsiteY145" fmla="*/ 1981367 h 2237474"/>
              <a:gd name="connsiteX146" fmla="*/ 2875436 w 12192000"/>
              <a:gd name="connsiteY146" fmla="*/ 1996977 h 2237474"/>
              <a:gd name="connsiteX147" fmla="*/ 2874892 w 12192000"/>
              <a:gd name="connsiteY147" fmla="*/ 1996085 h 2237474"/>
              <a:gd name="connsiteX148" fmla="*/ 2864145 w 12192000"/>
              <a:gd name="connsiteY148" fmla="*/ 1994061 h 2237474"/>
              <a:gd name="connsiteX149" fmla="*/ 2843662 w 12192000"/>
              <a:gd name="connsiteY149" fmla="*/ 1992498 h 2237474"/>
              <a:gd name="connsiteX150" fmla="*/ 2796128 w 12192000"/>
              <a:gd name="connsiteY150" fmla="*/ 1976403 h 2237474"/>
              <a:gd name="connsiteX151" fmla="*/ 2756784 w 12192000"/>
              <a:gd name="connsiteY151" fmla="*/ 1985116 h 2237474"/>
              <a:gd name="connsiteX152" fmla="*/ 2748833 w 12192000"/>
              <a:gd name="connsiteY152" fmla="*/ 1986323 h 2237474"/>
              <a:gd name="connsiteX153" fmla="*/ 2748661 w 12192000"/>
              <a:gd name="connsiteY153" fmla="*/ 1986122 h 2237474"/>
              <a:gd name="connsiteX154" fmla="*/ 2740251 w 12192000"/>
              <a:gd name="connsiteY154" fmla="*/ 1986946 h 2237474"/>
              <a:gd name="connsiteX155" fmla="*/ 2718916 w 12192000"/>
              <a:gd name="connsiteY155" fmla="*/ 1990867 h 2237474"/>
              <a:gd name="connsiteX156" fmla="*/ 2713522 w 12192000"/>
              <a:gd name="connsiteY156" fmla="*/ 1990173 h 2237474"/>
              <a:gd name="connsiteX157" fmla="*/ 2680597 w 12192000"/>
              <a:gd name="connsiteY157" fmla="*/ 1984996 h 2237474"/>
              <a:gd name="connsiteX158" fmla="*/ 2578178 w 12192000"/>
              <a:gd name="connsiteY158" fmla="*/ 1990531 h 2237474"/>
              <a:gd name="connsiteX159" fmla="*/ 2476147 w 12192000"/>
              <a:gd name="connsiteY159" fmla="*/ 1998305 h 2237474"/>
              <a:gd name="connsiteX160" fmla="*/ 2373568 w 12192000"/>
              <a:gd name="connsiteY160" fmla="*/ 2003219 h 2237474"/>
              <a:gd name="connsiteX161" fmla="*/ 2321399 w 12192000"/>
              <a:gd name="connsiteY161" fmla="*/ 1989467 h 2237474"/>
              <a:gd name="connsiteX162" fmla="*/ 2315525 w 12192000"/>
              <a:gd name="connsiteY162" fmla="*/ 1989708 h 2237474"/>
              <a:gd name="connsiteX163" fmla="*/ 2300792 w 12192000"/>
              <a:gd name="connsiteY163" fmla="*/ 1994290 h 2237474"/>
              <a:gd name="connsiteX164" fmla="*/ 2295469 w 12192000"/>
              <a:gd name="connsiteY164" fmla="*/ 1996659 h 2237474"/>
              <a:gd name="connsiteX165" fmla="*/ 2287219 w 12192000"/>
              <a:gd name="connsiteY165" fmla="*/ 1998750 h 2237474"/>
              <a:gd name="connsiteX166" fmla="*/ 2286948 w 12192000"/>
              <a:gd name="connsiteY166" fmla="*/ 1998596 h 2237474"/>
              <a:gd name="connsiteX167" fmla="*/ 2243069 w 12192000"/>
              <a:gd name="connsiteY167" fmla="*/ 2015111 h 2237474"/>
              <a:gd name="connsiteX168" fmla="*/ 2186609 w 12192000"/>
              <a:gd name="connsiteY168" fmla="*/ 2008263 h 2237474"/>
              <a:gd name="connsiteX169" fmla="*/ 2164831 w 12192000"/>
              <a:gd name="connsiteY169" fmla="*/ 2010143 h 2237474"/>
              <a:gd name="connsiteX170" fmla="*/ 2152836 w 12192000"/>
              <a:gd name="connsiteY170" fmla="*/ 2010048 h 2237474"/>
              <a:gd name="connsiteX171" fmla="*/ 2117102 w 12192000"/>
              <a:gd name="connsiteY171" fmla="*/ 2023004 h 2237474"/>
              <a:gd name="connsiteX172" fmla="*/ 2111935 w 12192000"/>
              <a:gd name="connsiteY172" fmla="*/ 2023163 h 2237474"/>
              <a:gd name="connsiteX173" fmla="*/ 2089991 w 12192000"/>
              <a:gd name="connsiteY173" fmla="*/ 2034193 h 2237474"/>
              <a:gd name="connsiteX174" fmla="*/ 2058061 w 12192000"/>
              <a:gd name="connsiteY174" fmla="*/ 2047942 h 2237474"/>
              <a:gd name="connsiteX175" fmla="*/ 2055737 w 12192000"/>
              <a:gd name="connsiteY175" fmla="*/ 2047704 h 2237474"/>
              <a:gd name="connsiteX176" fmla="*/ 2042244 w 12192000"/>
              <a:gd name="connsiteY176" fmla="*/ 2055560 h 2237474"/>
              <a:gd name="connsiteX177" fmla="*/ 1976224 w 12192000"/>
              <a:gd name="connsiteY177" fmla="*/ 2074257 h 2237474"/>
              <a:gd name="connsiteX178" fmla="*/ 1877728 w 12192000"/>
              <a:gd name="connsiteY178" fmla="*/ 2101004 h 2237474"/>
              <a:gd name="connsiteX179" fmla="*/ 1759056 w 12192000"/>
              <a:gd name="connsiteY179" fmla="*/ 2125608 h 2237474"/>
              <a:gd name="connsiteX180" fmla="*/ 1637948 w 12192000"/>
              <a:gd name="connsiteY180" fmla="*/ 2172597 h 2237474"/>
              <a:gd name="connsiteX181" fmla="*/ 1434549 w 12192000"/>
              <a:gd name="connsiteY181" fmla="*/ 2234522 h 2237474"/>
              <a:gd name="connsiteX182" fmla="*/ 1398481 w 12192000"/>
              <a:gd name="connsiteY182" fmla="*/ 2237074 h 2237474"/>
              <a:gd name="connsiteX183" fmla="*/ 1398407 w 12192000"/>
              <a:gd name="connsiteY183" fmla="*/ 2237095 h 2237474"/>
              <a:gd name="connsiteX184" fmla="*/ 1370962 w 12192000"/>
              <a:gd name="connsiteY184" fmla="*/ 2237474 h 2237474"/>
              <a:gd name="connsiteX185" fmla="*/ 1356367 w 12192000"/>
              <a:gd name="connsiteY185" fmla="*/ 2235089 h 2237474"/>
              <a:gd name="connsiteX186" fmla="*/ 1324828 w 12192000"/>
              <a:gd name="connsiteY186" fmla="*/ 2231968 h 2237474"/>
              <a:gd name="connsiteX187" fmla="*/ 1297744 w 12192000"/>
              <a:gd name="connsiteY187" fmla="*/ 2235849 h 2237474"/>
              <a:gd name="connsiteX188" fmla="*/ 1286236 w 12192000"/>
              <a:gd name="connsiteY188" fmla="*/ 2233135 h 2237474"/>
              <a:gd name="connsiteX189" fmla="*/ 1283504 w 12192000"/>
              <a:gd name="connsiteY189" fmla="*/ 2233797 h 2237474"/>
              <a:gd name="connsiteX190" fmla="*/ 1279765 w 12192000"/>
              <a:gd name="connsiteY190" fmla="*/ 2229639 h 2237474"/>
              <a:gd name="connsiteX191" fmla="*/ 1195347 w 12192000"/>
              <a:gd name="connsiteY191" fmla="*/ 2212354 h 2237474"/>
              <a:gd name="connsiteX192" fmla="*/ 970251 w 12192000"/>
              <a:gd name="connsiteY192" fmla="*/ 2221029 h 2237474"/>
              <a:gd name="connsiteX193" fmla="*/ 812914 w 12192000"/>
              <a:gd name="connsiteY193" fmla="*/ 2202752 h 2237474"/>
              <a:gd name="connsiteX194" fmla="*/ 800195 w 12192000"/>
              <a:gd name="connsiteY194" fmla="*/ 2209407 h 2237474"/>
              <a:gd name="connsiteX195" fmla="*/ 784978 w 12192000"/>
              <a:gd name="connsiteY195" fmla="*/ 2212360 h 2237474"/>
              <a:gd name="connsiteX196" fmla="*/ 681987 w 12192000"/>
              <a:gd name="connsiteY196" fmla="*/ 2216757 h 2237474"/>
              <a:gd name="connsiteX197" fmla="*/ 669923 w 12192000"/>
              <a:gd name="connsiteY197" fmla="*/ 2211682 h 2237474"/>
              <a:gd name="connsiteX198" fmla="*/ 648680 w 12192000"/>
              <a:gd name="connsiteY198" fmla="*/ 2206229 h 2237474"/>
              <a:gd name="connsiteX199" fmla="*/ 597225 w 12192000"/>
              <a:gd name="connsiteY199" fmla="*/ 2180999 h 2237474"/>
              <a:gd name="connsiteX200" fmla="*/ 558449 w 12192000"/>
              <a:gd name="connsiteY200" fmla="*/ 2182346 h 2237474"/>
              <a:gd name="connsiteX201" fmla="*/ 550517 w 12192000"/>
              <a:gd name="connsiteY201" fmla="*/ 2182060 h 2237474"/>
              <a:gd name="connsiteX202" fmla="*/ 550309 w 12192000"/>
              <a:gd name="connsiteY202" fmla="*/ 2181825 h 2237474"/>
              <a:gd name="connsiteX203" fmla="*/ 541836 w 12192000"/>
              <a:gd name="connsiteY203" fmla="*/ 2181063 h 2237474"/>
              <a:gd name="connsiteX204" fmla="*/ 536057 w 12192000"/>
              <a:gd name="connsiteY204" fmla="*/ 2181537 h 2237474"/>
              <a:gd name="connsiteX205" fmla="*/ 520671 w 12192000"/>
              <a:gd name="connsiteY205" fmla="*/ 2180980 h 2237474"/>
              <a:gd name="connsiteX206" fmla="*/ 515024 w 12192000"/>
              <a:gd name="connsiteY206" fmla="*/ 2179258 h 2237474"/>
              <a:gd name="connsiteX207" fmla="*/ 512278 w 12192000"/>
              <a:gd name="connsiteY207" fmla="*/ 2176369 h 2237474"/>
              <a:gd name="connsiteX208" fmla="*/ 480419 w 12192000"/>
              <a:gd name="connsiteY208" fmla="*/ 2167807 h 2237474"/>
              <a:gd name="connsiteX209" fmla="*/ 413835 w 12192000"/>
              <a:gd name="connsiteY209" fmla="*/ 2156783 h 2237474"/>
              <a:gd name="connsiteX210" fmla="*/ 376513 w 12192000"/>
              <a:gd name="connsiteY210" fmla="*/ 2154014 h 2237474"/>
              <a:gd name="connsiteX211" fmla="*/ 273386 w 12192000"/>
              <a:gd name="connsiteY211" fmla="*/ 2142551 h 2237474"/>
              <a:gd name="connsiteX212" fmla="*/ 169207 w 12192000"/>
              <a:gd name="connsiteY212" fmla="*/ 2128100 h 2237474"/>
              <a:gd name="connsiteX213" fmla="*/ 93149 w 12192000"/>
              <a:gd name="connsiteY213" fmla="*/ 2105324 h 2237474"/>
              <a:gd name="connsiteX214" fmla="*/ 88109 w 12192000"/>
              <a:gd name="connsiteY214" fmla="*/ 2106704 h 2237474"/>
              <a:gd name="connsiteX215" fmla="*/ 80022 w 12192000"/>
              <a:gd name="connsiteY215" fmla="*/ 2107254 h 2237474"/>
              <a:gd name="connsiteX216" fmla="*/ 79717 w 12192000"/>
              <a:gd name="connsiteY216" fmla="*/ 2107046 h 2237474"/>
              <a:gd name="connsiteX217" fmla="*/ 72352 w 12192000"/>
              <a:gd name="connsiteY217" fmla="*/ 2107991 h 2237474"/>
              <a:gd name="connsiteX218" fmla="*/ 37645 w 12192000"/>
              <a:gd name="connsiteY218" fmla="*/ 2115401 h 2237474"/>
              <a:gd name="connsiteX219" fmla="*/ 4572 w 12192000"/>
              <a:gd name="connsiteY219" fmla="*/ 2111091 h 2237474"/>
              <a:gd name="connsiteX220" fmla="*/ 0 w 12192000"/>
              <a:gd name="connsiteY220" fmla="*/ 2110468 h 2237474"/>
              <a:gd name="connsiteX221" fmla="*/ 0 w 12192000"/>
              <a:gd name="connsiteY22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278619 w 12192000"/>
              <a:gd name="connsiteY39" fmla="*/ 1011878 h 2237474"/>
              <a:gd name="connsiteX40" fmla="*/ 9268019 w 12192000"/>
              <a:gd name="connsiteY40" fmla="*/ 1007442 h 2237474"/>
              <a:gd name="connsiteX41" fmla="*/ 9234662 w 12192000"/>
              <a:gd name="connsiteY41" fmla="*/ 1023056 h 2237474"/>
              <a:gd name="connsiteX42" fmla="*/ 9181033 w 12192000"/>
              <a:gd name="connsiteY42" fmla="*/ 1037921 h 2237474"/>
              <a:gd name="connsiteX43" fmla="*/ 9155969 w 12192000"/>
              <a:gd name="connsiteY43" fmla="*/ 1046804 h 2237474"/>
              <a:gd name="connsiteX44" fmla="*/ 9133985 w 12192000"/>
              <a:gd name="connsiteY44" fmla="*/ 1046450 h 2237474"/>
              <a:gd name="connsiteX45" fmla="*/ 9012987 w 12192000"/>
              <a:gd name="connsiteY45" fmla="*/ 1061986 h 2237474"/>
              <a:gd name="connsiteX46" fmla="*/ 8968445 w 12192000"/>
              <a:gd name="connsiteY46" fmla="*/ 1052169 h 2237474"/>
              <a:gd name="connsiteX47" fmla="*/ 8958984 w 12192000"/>
              <a:gd name="connsiteY47" fmla="*/ 1057212 h 2237474"/>
              <a:gd name="connsiteX48" fmla="*/ 8886001 w 12192000"/>
              <a:gd name="connsiteY48" fmla="*/ 1067468 h 2237474"/>
              <a:gd name="connsiteX49" fmla="*/ 8838610 w 12192000"/>
              <a:gd name="connsiteY49" fmla="*/ 1075091 h 2237474"/>
              <a:gd name="connsiteX50" fmla="*/ 8750383 w 12192000"/>
              <a:gd name="connsiteY50" fmla="*/ 1097387 h 2237474"/>
              <a:gd name="connsiteX51" fmla="*/ 8697365 w 12192000"/>
              <a:gd name="connsiteY51" fmla="*/ 1105869 h 2237474"/>
              <a:gd name="connsiteX52" fmla="*/ 8665605 w 12192000"/>
              <a:gd name="connsiteY52" fmla="*/ 1110791 h 2237474"/>
              <a:gd name="connsiteX53" fmla="*/ 8584946 w 12192000"/>
              <a:gd name="connsiteY53" fmla="*/ 1135226 h 2237474"/>
              <a:gd name="connsiteX54" fmla="*/ 8460755 w 12192000"/>
              <a:gd name="connsiteY54" fmla="*/ 1203427 h 2237474"/>
              <a:gd name="connsiteX55" fmla="*/ 8419755 w 12192000"/>
              <a:gd name="connsiteY55" fmla="*/ 1216260 h 2237474"/>
              <a:gd name="connsiteX56" fmla="*/ 8411626 w 12192000"/>
              <a:gd name="connsiteY56" fmla="*/ 1214397 h 2237474"/>
              <a:gd name="connsiteX57" fmla="*/ 8363469 w 12192000"/>
              <a:gd name="connsiteY57" fmla="*/ 1246658 h 2237474"/>
              <a:gd name="connsiteX58" fmla="*/ 8275497 w 12192000"/>
              <a:gd name="connsiteY58" fmla="*/ 1264396 h 2237474"/>
              <a:gd name="connsiteX59" fmla="*/ 8206287 w 12192000"/>
              <a:gd name="connsiteY59" fmla="*/ 1273060 h 2237474"/>
              <a:gd name="connsiteX60" fmla="*/ 8168705 w 12192000"/>
              <a:gd name="connsiteY60" fmla="*/ 1279956 h 2237474"/>
              <a:gd name="connsiteX61" fmla="*/ 8139997 w 12192000"/>
              <a:gd name="connsiteY61" fmla="*/ 1282713 h 2237474"/>
              <a:gd name="connsiteX62" fmla="*/ 8074238 w 12192000"/>
              <a:gd name="connsiteY62" fmla="*/ 1301895 h 2237474"/>
              <a:gd name="connsiteX63" fmla="*/ 7968292 w 12192000"/>
              <a:gd name="connsiteY63" fmla="*/ 1338779 h 2237474"/>
              <a:gd name="connsiteX64" fmla="*/ 7945122 w 12192000"/>
              <a:gd name="connsiteY64" fmla="*/ 1345477 h 2237474"/>
              <a:gd name="connsiteX65" fmla="*/ 7902328 w 12192000"/>
              <a:gd name="connsiteY65" fmla="*/ 1345865 h 2237474"/>
              <a:gd name="connsiteX66" fmla="*/ 7875879 w 12192000"/>
              <a:gd name="connsiteY66" fmla="*/ 1345646 h 2237474"/>
              <a:gd name="connsiteX67" fmla="*/ 7840612 w 12192000"/>
              <a:gd name="connsiteY67" fmla="*/ 1369373 h 2237474"/>
              <a:gd name="connsiteX68" fmla="*/ 7786819 w 12192000"/>
              <a:gd name="connsiteY68" fmla="*/ 1378970 h 2237474"/>
              <a:gd name="connsiteX69" fmla="*/ 7548172 w 12192000"/>
              <a:gd name="connsiteY69" fmla="*/ 1417460 h 2237474"/>
              <a:gd name="connsiteX70" fmla="*/ 7483437 w 12192000"/>
              <a:gd name="connsiteY70" fmla="*/ 1478152 h 2237474"/>
              <a:gd name="connsiteX71" fmla="*/ 7377870 w 12192000"/>
              <a:gd name="connsiteY71" fmla="*/ 1523319 h 2237474"/>
              <a:gd name="connsiteX72" fmla="*/ 7230737 w 12192000"/>
              <a:gd name="connsiteY72" fmla="*/ 1562633 h 2237474"/>
              <a:gd name="connsiteX73" fmla="*/ 7224458 w 12192000"/>
              <a:gd name="connsiteY73" fmla="*/ 1573008 h 2237474"/>
              <a:gd name="connsiteX74" fmla="*/ 7213486 w 12192000"/>
              <a:gd name="connsiteY74" fmla="*/ 1580987 h 2237474"/>
              <a:gd name="connsiteX75" fmla="*/ 7183121 w 12192000"/>
              <a:gd name="connsiteY75" fmla="*/ 1595162 h 2237474"/>
              <a:gd name="connsiteX76" fmla="*/ 7164601 w 12192000"/>
              <a:gd name="connsiteY76" fmla="*/ 1606490 h 2237474"/>
              <a:gd name="connsiteX77" fmla="*/ 7114651 w 12192000"/>
              <a:gd name="connsiteY77" fmla="*/ 1620959 h 2237474"/>
              <a:gd name="connsiteX78" fmla="*/ 7092727 w 12192000"/>
              <a:gd name="connsiteY78" fmla="*/ 1623628 h 2237474"/>
              <a:gd name="connsiteX79" fmla="*/ 7031309 w 12192000"/>
              <a:gd name="connsiteY79" fmla="*/ 1619451 h 2237474"/>
              <a:gd name="connsiteX80" fmla="*/ 6999084 w 12192000"/>
              <a:gd name="connsiteY80" fmla="*/ 1634317 h 2237474"/>
              <a:gd name="connsiteX81" fmla="*/ 6992107 w 12192000"/>
              <a:gd name="connsiteY81" fmla="*/ 1636860 h 2237474"/>
              <a:gd name="connsiteX82" fmla="*/ 6991765 w 12192000"/>
              <a:gd name="connsiteY82" fmla="*/ 1636725 h 2237474"/>
              <a:gd name="connsiteX83" fmla="*/ 6900177 w 12192000"/>
              <a:gd name="connsiteY83" fmla="*/ 1636016 h 2237474"/>
              <a:gd name="connsiteX84" fmla="*/ 6795372 w 12192000"/>
              <a:gd name="connsiteY84" fmla="*/ 1644845 h 2237474"/>
              <a:gd name="connsiteX85" fmla="*/ 6692251 w 12192000"/>
              <a:gd name="connsiteY85" fmla="*/ 1656357 h 2237474"/>
              <a:gd name="connsiteX86" fmla="*/ 6655235 w 12192000"/>
              <a:gd name="connsiteY86" fmla="*/ 1661869 h 2237474"/>
              <a:gd name="connsiteX87" fmla="*/ 6587857 w 12192000"/>
              <a:gd name="connsiteY87" fmla="*/ 1665769 h 2237474"/>
              <a:gd name="connsiteX88" fmla="*/ 6554894 w 12192000"/>
              <a:gd name="connsiteY88" fmla="*/ 1664428 h 2237474"/>
              <a:gd name="connsiteX89" fmla="*/ 6516595 w 12192000"/>
              <a:gd name="connsiteY89" fmla="*/ 1667475 h 2237474"/>
              <a:gd name="connsiteX90" fmla="*/ 6508541 w 12192000"/>
              <a:gd name="connsiteY90" fmla="*/ 1668757 h 2237474"/>
              <a:gd name="connsiteX91" fmla="*/ 6471012 w 12192000"/>
              <a:gd name="connsiteY91" fmla="*/ 1678604 h 2237474"/>
              <a:gd name="connsiteX92" fmla="*/ 6415265 w 12192000"/>
              <a:gd name="connsiteY92" fmla="*/ 1665317 h 2237474"/>
              <a:gd name="connsiteX93" fmla="*/ 6364035 w 12192000"/>
              <a:gd name="connsiteY93" fmla="*/ 1667683 h 2237474"/>
              <a:gd name="connsiteX94" fmla="*/ 6280959 w 12192000"/>
              <a:gd name="connsiteY94" fmla="*/ 1689329 h 2237474"/>
              <a:gd name="connsiteX95" fmla="*/ 6243319 w 12192000"/>
              <a:gd name="connsiteY95" fmla="*/ 1695560 h 2237474"/>
              <a:gd name="connsiteX96" fmla="*/ 6098321 w 12192000"/>
              <a:gd name="connsiteY96" fmla="*/ 1721646 h 2237474"/>
              <a:gd name="connsiteX97" fmla="*/ 5880652 w 12192000"/>
              <a:gd name="connsiteY97" fmla="*/ 1779643 h 2237474"/>
              <a:gd name="connsiteX98" fmla="*/ 5785959 w 12192000"/>
              <a:gd name="connsiteY98" fmla="*/ 1775307 h 2237474"/>
              <a:gd name="connsiteX99" fmla="*/ 5643534 w 12192000"/>
              <a:gd name="connsiteY99" fmla="*/ 1802919 h 2237474"/>
              <a:gd name="connsiteX100" fmla="*/ 5518799 w 12192000"/>
              <a:gd name="connsiteY100" fmla="*/ 1818312 h 2237474"/>
              <a:gd name="connsiteX101" fmla="*/ 5505014 w 12192000"/>
              <a:gd name="connsiteY101" fmla="*/ 1819259 h 2237474"/>
              <a:gd name="connsiteX102" fmla="*/ 5453307 w 12192000"/>
              <a:gd name="connsiteY102" fmla="*/ 1815450 h 2237474"/>
              <a:gd name="connsiteX103" fmla="*/ 5364192 w 12192000"/>
              <a:gd name="connsiteY103" fmla="*/ 1826074 h 2237474"/>
              <a:gd name="connsiteX104" fmla="*/ 5350380 w 12192000"/>
              <a:gd name="connsiteY104" fmla="*/ 1830891 h 2237474"/>
              <a:gd name="connsiteX105" fmla="*/ 5259633 w 12192000"/>
              <a:gd name="connsiteY105" fmla="*/ 1837160 h 2237474"/>
              <a:gd name="connsiteX106" fmla="*/ 5197513 w 12192000"/>
              <a:gd name="connsiteY106" fmla="*/ 1844718 h 2237474"/>
              <a:gd name="connsiteX107" fmla="*/ 5168852 w 12192000"/>
              <a:gd name="connsiteY107" fmla="*/ 1844846 h 2237474"/>
              <a:gd name="connsiteX108" fmla="*/ 5114927 w 12192000"/>
              <a:gd name="connsiteY108" fmla="*/ 1847827 h 2237474"/>
              <a:gd name="connsiteX109" fmla="*/ 5108970 w 12192000"/>
              <a:gd name="connsiteY109" fmla="*/ 1847935 h 2237474"/>
              <a:gd name="connsiteX110" fmla="*/ 5067961 w 12192000"/>
              <a:gd name="connsiteY110" fmla="*/ 1845917 h 2237474"/>
              <a:gd name="connsiteX111" fmla="*/ 5007075 w 12192000"/>
              <a:gd name="connsiteY111" fmla="*/ 1838626 h 2237474"/>
              <a:gd name="connsiteX112" fmla="*/ 4944087 w 12192000"/>
              <a:gd name="connsiteY112" fmla="*/ 1823332 h 2237474"/>
              <a:gd name="connsiteX113" fmla="*/ 4907662 w 12192000"/>
              <a:gd name="connsiteY113" fmla="*/ 1816900 h 2237474"/>
              <a:gd name="connsiteX114" fmla="*/ 4882386 w 12192000"/>
              <a:gd name="connsiteY114" fmla="*/ 1809844 h 2237474"/>
              <a:gd name="connsiteX115" fmla="*/ 4811440 w 12192000"/>
              <a:gd name="connsiteY115" fmla="*/ 1804655 h 2237474"/>
              <a:gd name="connsiteX116" fmla="*/ 4691075 w 12192000"/>
              <a:gd name="connsiteY116" fmla="*/ 1801389 h 2237474"/>
              <a:gd name="connsiteX117" fmla="*/ 4611738 w 12192000"/>
              <a:gd name="connsiteY117" fmla="*/ 1776964 h 2237474"/>
              <a:gd name="connsiteX118" fmla="*/ 4560070 w 12192000"/>
              <a:gd name="connsiteY118" fmla="*/ 1785640 h 2237474"/>
              <a:gd name="connsiteX119" fmla="*/ 4536503 w 12192000"/>
              <a:gd name="connsiteY119" fmla="*/ 1785334 h 2237474"/>
              <a:gd name="connsiteX120" fmla="*/ 4513724 w 12192000"/>
              <a:gd name="connsiteY120" fmla="*/ 1791996 h 2237474"/>
              <a:gd name="connsiteX121" fmla="*/ 4459810 w 12192000"/>
              <a:gd name="connsiteY121" fmla="*/ 1797886 h 2237474"/>
              <a:gd name="connsiteX122" fmla="*/ 4379064 w 12192000"/>
              <a:gd name="connsiteY122" fmla="*/ 1817177 h 2237474"/>
              <a:gd name="connsiteX123" fmla="*/ 4319209 w 12192000"/>
              <a:gd name="connsiteY123" fmla="*/ 1834833 h 2237474"/>
              <a:gd name="connsiteX124" fmla="*/ 4290981 w 12192000"/>
              <a:gd name="connsiteY124" fmla="*/ 1839677 h 2237474"/>
              <a:gd name="connsiteX125" fmla="*/ 4285792 w 12192000"/>
              <a:gd name="connsiteY125" fmla="*/ 1836231 h 2237474"/>
              <a:gd name="connsiteX126" fmla="*/ 4238372 w 12192000"/>
              <a:gd name="connsiteY126" fmla="*/ 1851480 h 2237474"/>
              <a:gd name="connsiteX127" fmla="*/ 4232517 w 12192000"/>
              <a:gd name="connsiteY127" fmla="*/ 1852567 h 2237474"/>
              <a:gd name="connsiteX128" fmla="*/ 4191732 w 12192000"/>
              <a:gd name="connsiteY128" fmla="*/ 1857328 h 2237474"/>
              <a:gd name="connsiteX129" fmla="*/ 4065532 w 12192000"/>
              <a:gd name="connsiteY129" fmla="*/ 1855477 h 2237474"/>
              <a:gd name="connsiteX130" fmla="*/ 4028460 w 12192000"/>
              <a:gd name="connsiteY130" fmla="*/ 1855137 h 2237474"/>
              <a:gd name="connsiteX131" fmla="*/ 4002267 w 12192000"/>
              <a:gd name="connsiteY131" fmla="*/ 1852352 h 2237474"/>
              <a:gd name="connsiteX132" fmla="*/ 3931396 w 12192000"/>
              <a:gd name="connsiteY132" fmla="*/ 1858915 h 2237474"/>
              <a:gd name="connsiteX133" fmla="*/ 3812162 w 12192000"/>
              <a:gd name="connsiteY133" fmla="*/ 1875501 h 2237474"/>
              <a:gd name="connsiteX134" fmla="*/ 3729530 w 12192000"/>
              <a:gd name="connsiteY134" fmla="*/ 1864513 h 2237474"/>
              <a:gd name="connsiteX135" fmla="*/ 3680177 w 12192000"/>
              <a:gd name="connsiteY135" fmla="*/ 1881552 h 2237474"/>
              <a:gd name="connsiteX136" fmla="*/ 3567259 w 12192000"/>
              <a:gd name="connsiteY136" fmla="*/ 1893482 h 2237474"/>
              <a:gd name="connsiteX137" fmla="*/ 3405770 w 12192000"/>
              <a:gd name="connsiteY137" fmla="*/ 1904591 h 2237474"/>
              <a:gd name="connsiteX138" fmla="*/ 3280097 w 12192000"/>
              <a:gd name="connsiteY138" fmla="*/ 1919610 h 2237474"/>
              <a:gd name="connsiteX139" fmla="*/ 3123424 w 12192000"/>
              <a:gd name="connsiteY139" fmla="*/ 1952930 h 2237474"/>
              <a:gd name="connsiteX140" fmla="*/ 3009910 w 12192000"/>
              <a:gd name="connsiteY140" fmla="*/ 1957866 h 2237474"/>
              <a:gd name="connsiteX141" fmla="*/ 2995934 w 12192000"/>
              <a:gd name="connsiteY141" fmla="*/ 1967085 h 2237474"/>
              <a:gd name="connsiteX142" fmla="*/ 2980071 w 12192000"/>
              <a:gd name="connsiteY142" fmla="*/ 1972988 h 2237474"/>
              <a:gd name="connsiteX143" fmla="*/ 2978094 w 12192000"/>
              <a:gd name="connsiteY143" fmla="*/ 1972369 h 2237474"/>
              <a:gd name="connsiteX144" fmla="*/ 2942858 w 12192000"/>
              <a:gd name="connsiteY144" fmla="*/ 1981367 h 2237474"/>
              <a:gd name="connsiteX145" fmla="*/ 2875436 w 12192000"/>
              <a:gd name="connsiteY145" fmla="*/ 1996977 h 2237474"/>
              <a:gd name="connsiteX146" fmla="*/ 2874892 w 12192000"/>
              <a:gd name="connsiteY146" fmla="*/ 1996085 h 2237474"/>
              <a:gd name="connsiteX147" fmla="*/ 2864145 w 12192000"/>
              <a:gd name="connsiteY147" fmla="*/ 1994061 h 2237474"/>
              <a:gd name="connsiteX148" fmla="*/ 2843662 w 12192000"/>
              <a:gd name="connsiteY148" fmla="*/ 1992498 h 2237474"/>
              <a:gd name="connsiteX149" fmla="*/ 2796128 w 12192000"/>
              <a:gd name="connsiteY149" fmla="*/ 1976403 h 2237474"/>
              <a:gd name="connsiteX150" fmla="*/ 2756784 w 12192000"/>
              <a:gd name="connsiteY150" fmla="*/ 1985116 h 2237474"/>
              <a:gd name="connsiteX151" fmla="*/ 2748833 w 12192000"/>
              <a:gd name="connsiteY151" fmla="*/ 1986323 h 2237474"/>
              <a:gd name="connsiteX152" fmla="*/ 2748661 w 12192000"/>
              <a:gd name="connsiteY152" fmla="*/ 1986122 h 2237474"/>
              <a:gd name="connsiteX153" fmla="*/ 2740251 w 12192000"/>
              <a:gd name="connsiteY153" fmla="*/ 1986946 h 2237474"/>
              <a:gd name="connsiteX154" fmla="*/ 2718916 w 12192000"/>
              <a:gd name="connsiteY154" fmla="*/ 1990867 h 2237474"/>
              <a:gd name="connsiteX155" fmla="*/ 2713522 w 12192000"/>
              <a:gd name="connsiteY155" fmla="*/ 1990173 h 2237474"/>
              <a:gd name="connsiteX156" fmla="*/ 2680597 w 12192000"/>
              <a:gd name="connsiteY156" fmla="*/ 1984996 h 2237474"/>
              <a:gd name="connsiteX157" fmla="*/ 2578178 w 12192000"/>
              <a:gd name="connsiteY157" fmla="*/ 1990531 h 2237474"/>
              <a:gd name="connsiteX158" fmla="*/ 2476147 w 12192000"/>
              <a:gd name="connsiteY158" fmla="*/ 1998305 h 2237474"/>
              <a:gd name="connsiteX159" fmla="*/ 2373568 w 12192000"/>
              <a:gd name="connsiteY159" fmla="*/ 2003219 h 2237474"/>
              <a:gd name="connsiteX160" fmla="*/ 2321399 w 12192000"/>
              <a:gd name="connsiteY160" fmla="*/ 1989467 h 2237474"/>
              <a:gd name="connsiteX161" fmla="*/ 2315525 w 12192000"/>
              <a:gd name="connsiteY161" fmla="*/ 1989708 h 2237474"/>
              <a:gd name="connsiteX162" fmla="*/ 2300792 w 12192000"/>
              <a:gd name="connsiteY162" fmla="*/ 1994290 h 2237474"/>
              <a:gd name="connsiteX163" fmla="*/ 2295469 w 12192000"/>
              <a:gd name="connsiteY163" fmla="*/ 1996659 h 2237474"/>
              <a:gd name="connsiteX164" fmla="*/ 2287219 w 12192000"/>
              <a:gd name="connsiteY164" fmla="*/ 1998750 h 2237474"/>
              <a:gd name="connsiteX165" fmla="*/ 2286948 w 12192000"/>
              <a:gd name="connsiteY165" fmla="*/ 1998596 h 2237474"/>
              <a:gd name="connsiteX166" fmla="*/ 2243069 w 12192000"/>
              <a:gd name="connsiteY166" fmla="*/ 2015111 h 2237474"/>
              <a:gd name="connsiteX167" fmla="*/ 2186609 w 12192000"/>
              <a:gd name="connsiteY167" fmla="*/ 2008263 h 2237474"/>
              <a:gd name="connsiteX168" fmla="*/ 2164831 w 12192000"/>
              <a:gd name="connsiteY168" fmla="*/ 2010143 h 2237474"/>
              <a:gd name="connsiteX169" fmla="*/ 2152836 w 12192000"/>
              <a:gd name="connsiteY169" fmla="*/ 2010048 h 2237474"/>
              <a:gd name="connsiteX170" fmla="*/ 2117102 w 12192000"/>
              <a:gd name="connsiteY170" fmla="*/ 2023004 h 2237474"/>
              <a:gd name="connsiteX171" fmla="*/ 2111935 w 12192000"/>
              <a:gd name="connsiteY171" fmla="*/ 2023163 h 2237474"/>
              <a:gd name="connsiteX172" fmla="*/ 2089991 w 12192000"/>
              <a:gd name="connsiteY172" fmla="*/ 2034193 h 2237474"/>
              <a:gd name="connsiteX173" fmla="*/ 2058061 w 12192000"/>
              <a:gd name="connsiteY173" fmla="*/ 2047942 h 2237474"/>
              <a:gd name="connsiteX174" fmla="*/ 2055737 w 12192000"/>
              <a:gd name="connsiteY174" fmla="*/ 2047704 h 2237474"/>
              <a:gd name="connsiteX175" fmla="*/ 2042244 w 12192000"/>
              <a:gd name="connsiteY175" fmla="*/ 2055560 h 2237474"/>
              <a:gd name="connsiteX176" fmla="*/ 1976224 w 12192000"/>
              <a:gd name="connsiteY176" fmla="*/ 2074257 h 2237474"/>
              <a:gd name="connsiteX177" fmla="*/ 1877728 w 12192000"/>
              <a:gd name="connsiteY177" fmla="*/ 2101004 h 2237474"/>
              <a:gd name="connsiteX178" fmla="*/ 1759056 w 12192000"/>
              <a:gd name="connsiteY178" fmla="*/ 2125608 h 2237474"/>
              <a:gd name="connsiteX179" fmla="*/ 1637948 w 12192000"/>
              <a:gd name="connsiteY179" fmla="*/ 2172597 h 2237474"/>
              <a:gd name="connsiteX180" fmla="*/ 1434549 w 12192000"/>
              <a:gd name="connsiteY180" fmla="*/ 2234522 h 2237474"/>
              <a:gd name="connsiteX181" fmla="*/ 1398481 w 12192000"/>
              <a:gd name="connsiteY181" fmla="*/ 2237074 h 2237474"/>
              <a:gd name="connsiteX182" fmla="*/ 1398407 w 12192000"/>
              <a:gd name="connsiteY182" fmla="*/ 2237095 h 2237474"/>
              <a:gd name="connsiteX183" fmla="*/ 1370962 w 12192000"/>
              <a:gd name="connsiteY183" fmla="*/ 2237474 h 2237474"/>
              <a:gd name="connsiteX184" fmla="*/ 1356367 w 12192000"/>
              <a:gd name="connsiteY184" fmla="*/ 2235089 h 2237474"/>
              <a:gd name="connsiteX185" fmla="*/ 1324828 w 12192000"/>
              <a:gd name="connsiteY185" fmla="*/ 2231968 h 2237474"/>
              <a:gd name="connsiteX186" fmla="*/ 1297744 w 12192000"/>
              <a:gd name="connsiteY186" fmla="*/ 2235849 h 2237474"/>
              <a:gd name="connsiteX187" fmla="*/ 1286236 w 12192000"/>
              <a:gd name="connsiteY187" fmla="*/ 2233135 h 2237474"/>
              <a:gd name="connsiteX188" fmla="*/ 1283504 w 12192000"/>
              <a:gd name="connsiteY188" fmla="*/ 2233797 h 2237474"/>
              <a:gd name="connsiteX189" fmla="*/ 1279765 w 12192000"/>
              <a:gd name="connsiteY189" fmla="*/ 2229639 h 2237474"/>
              <a:gd name="connsiteX190" fmla="*/ 1195347 w 12192000"/>
              <a:gd name="connsiteY190" fmla="*/ 2212354 h 2237474"/>
              <a:gd name="connsiteX191" fmla="*/ 970251 w 12192000"/>
              <a:gd name="connsiteY191" fmla="*/ 2221029 h 2237474"/>
              <a:gd name="connsiteX192" fmla="*/ 812914 w 12192000"/>
              <a:gd name="connsiteY192" fmla="*/ 2202752 h 2237474"/>
              <a:gd name="connsiteX193" fmla="*/ 800195 w 12192000"/>
              <a:gd name="connsiteY193" fmla="*/ 2209407 h 2237474"/>
              <a:gd name="connsiteX194" fmla="*/ 784978 w 12192000"/>
              <a:gd name="connsiteY194" fmla="*/ 2212360 h 2237474"/>
              <a:gd name="connsiteX195" fmla="*/ 681987 w 12192000"/>
              <a:gd name="connsiteY195" fmla="*/ 2216757 h 2237474"/>
              <a:gd name="connsiteX196" fmla="*/ 669923 w 12192000"/>
              <a:gd name="connsiteY196" fmla="*/ 2211682 h 2237474"/>
              <a:gd name="connsiteX197" fmla="*/ 648680 w 12192000"/>
              <a:gd name="connsiteY197" fmla="*/ 2206229 h 2237474"/>
              <a:gd name="connsiteX198" fmla="*/ 597225 w 12192000"/>
              <a:gd name="connsiteY198" fmla="*/ 2180999 h 2237474"/>
              <a:gd name="connsiteX199" fmla="*/ 558449 w 12192000"/>
              <a:gd name="connsiteY199" fmla="*/ 2182346 h 2237474"/>
              <a:gd name="connsiteX200" fmla="*/ 550517 w 12192000"/>
              <a:gd name="connsiteY200" fmla="*/ 2182060 h 2237474"/>
              <a:gd name="connsiteX201" fmla="*/ 550309 w 12192000"/>
              <a:gd name="connsiteY201" fmla="*/ 2181825 h 2237474"/>
              <a:gd name="connsiteX202" fmla="*/ 541836 w 12192000"/>
              <a:gd name="connsiteY202" fmla="*/ 2181063 h 2237474"/>
              <a:gd name="connsiteX203" fmla="*/ 536057 w 12192000"/>
              <a:gd name="connsiteY203" fmla="*/ 2181537 h 2237474"/>
              <a:gd name="connsiteX204" fmla="*/ 520671 w 12192000"/>
              <a:gd name="connsiteY204" fmla="*/ 2180980 h 2237474"/>
              <a:gd name="connsiteX205" fmla="*/ 515024 w 12192000"/>
              <a:gd name="connsiteY205" fmla="*/ 2179258 h 2237474"/>
              <a:gd name="connsiteX206" fmla="*/ 512278 w 12192000"/>
              <a:gd name="connsiteY206" fmla="*/ 2176369 h 2237474"/>
              <a:gd name="connsiteX207" fmla="*/ 480419 w 12192000"/>
              <a:gd name="connsiteY207" fmla="*/ 2167807 h 2237474"/>
              <a:gd name="connsiteX208" fmla="*/ 413835 w 12192000"/>
              <a:gd name="connsiteY208" fmla="*/ 2156783 h 2237474"/>
              <a:gd name="connsiteX209" fmla="*/ 376513 w 12192000"/>
              <a:gd name="connsiteY209" fmla="*/ 2154014 h 2237474"/>
              <a:gd name="connsiteX210" fmla="*/ 273386 w 12192000"/>
              <a:gd name="connsiteY210" fmla="*/ 2142551 h 2237474"/>
              <a:gd name="connsiteX211" fmla="*/ 169207 w 12192000"/>
              <a:gd name="connsiteY211" fmla="*/ 2128100 h 2237474"/>
              <a:gd name="connsiteX212" fmla="*/ 93149 w 12192000"/>
              <a:gd name="connsiteY212" fmla="*/ 2105324 h 2237474"/>
              <a:gd name="connsiteX213" fmla="*/ 88109 w 12192000"/>
              <a:gd name="connsiteY213" fmla="*/ 2106704 h 2237474"/>
              <a:gd name="connsiteX214" fmla="*/ 80022 w 12192000"/>
              <a:gd name="connsiteY214" fmla="*/ 2107254 h 2237474"/>
              <a:gd name="connsiteX215" fmla="*/ 79717 w 12192000"/>
              <a:gd name="connsiteY215" fmla="*/ 2107046 h 2237474"/>
              <a:gd name="connsiteX216" fmla="*/ 72352 w 12192000"/>
              <a:gd name="connsiteY216" fmla="*/ 2107991 h 2237474"/>
              <a:gd name="connsiteX217" fmla="*/ 37645 w 12192000"/>
              <a:gd name="connsiteY217" fmla="*/ 2115401 h 2237474"/>
              <a:gd name="connsiteX218" fmla="*/ 4572 w 12192000"/>
              <a:gd name="connsiteY218" fmla="*/ 2111091 h 2237474"/>
              <a:gd name="connsiteX219" fmla="*/ 0 w 12192000"/>
              <a:gd name="connsiteY219" fmla="*/ 2110468 h 2237474"/>
              <a:gd name="connsiteX220" fmla="*/ 0 w 12192000"/>
              <a:gd name="connsiteY22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00499 w 12192000"/>
              <a:gd name="connsiteY34" fmla="*/ 954680 h 2237474"/>
              <a:gd name="connsiteX35" fmla="*/ 9428195 w 12192000"/>
              <a:gd name="connsiteY35" fmla="*/ 986225 h 2237474"/>
              <a:gd name="connsiteX36" fmla="*/ 9410017 w 12192000"/>
              <a:gd name="connsiteY36" fmla="*/ 993931 h 2237474"/>
              <a:gd name="connsiteX37" fmla="*/ 9392919 w 12192000"/>
              <a:gd name="connsiteY37" fmla="*/ 994656 h 2237474"/>
              <a:gd name="connsiteX38" fmla="*/ 9278619 w 12192000"/>
              <a:gd name="connsiteY38" fmla="*/ 1011878 h 2237474"/>
              <a:gd name="connsiteX39" fmla="*/ 9268019 w 12192000"/>
              <a:gd name="connsiteY39" fmla="*/ 1007442 h 2237474"/>
              <a:gd name="connsiteX40" fmla="*/ 9234662 w 12192000"/>
              <a:gd name="connsiteY40" fmla="*/ 1023056 h 2237474"/>
              <a:gd name="connsiteX41" fmla="*/ 9181033 w 12192000"/>
              <a:gd name="connsiteY41" fmla="*/ 1037921 h 2237474"/>
              <a:gd name="connsiteX42" fmla="*/ 9155969 w 12192000"/>
              <a:gd name="connsiteY42" fmla="*/ 1046804 h 2237474"/>
              <a:gd name="connsiteX43" fmla="*/ 9133985 w 12192000"/>
              <a:gd name="connsiteY43" fmla="*/ 1046450 h 2237474"/>
              <a:gd name="connsiteX44" fmla="*/ 9012987 w 12192000"/>
              <a:gd name="connsiteY44" fmla="*/ 1061986 h 2237474"/>
              <a:gd name="connsiteX45" fmla="*/ 8968445 w 12192000"/>
              <a:gd name="connsiteY45" fmla="*/ 1052169 h 2237474"/>
              <a:gd name="connsiteX46" fmla="*/ 8958984 w 12192000"/>
              <a:gd name="connsiteY46" fmla="*/ 1057212 h 2237474"/>
              <a:gd name="connsiteX47" fmla="*/ 8886001 w 12192000"/>
              <a:gd name="connsiteY47" fmla="*/ 1067468 h 2237474"/>
              <a:gd name="connsiteX48" fmla="*/ 8838610 w 12192000"/>
              <a:gd name="connsiteY48" fmla="*/ 1075091 h 2237474"/>
              <a:gd name="connsiteX49" fmla="*/ 8750383 w 12192000"/>
              <a:gd name="connsiteY49" fmla="*/ 1097387 h 2237474"/>
              <a:gd name="connsiteX50" fmla="*/ 8697365 w 12192000"/>
              <a:gd name="connsiteY50" fmla="*/ 1105869 h 2237474"/>
              <a:gd name="connsiteX51" fmla="*/ 8665605 w 12192000"/>
              <a:gd name="connsiteY51" fmla="*/ 1110791 h 2237474"/>
              <a:gd name="connsiteX52" fmla="*/ 8584946 w 12192000"/>
              <a:gd name="connsiteY52" fmla="*/ 1135226 h 2237474"/>
              <a:gd name="connsiteX53" fmla="*/ 8460755 w 12192000"/>
              <a:gd name="connsiteY53" fmla="*/ 1203427 h 2237474"/>
              <a:gd name="connsiteX54" fmla="*/ 8419755 w 12192000"/>
              <a:gd name="connsiteY54" fmla="*/ 1216260 h 2237474"/>
              <a:gd name="connsiteX55" fmla="*/ 8411626 w 12192000"/>
              <a:gd name="connsiteY55" fmla="*/ 1214397 h 2237474"/>
              <a:gd name="connsiteX56" fmla="*/ 8363469 w 12192000"/>
              <a:gd name="connsiteY56" fmla="*/ 1246658 h 2237474"/>
              <a:gd name="connsiteX57" fmla="*/ 8275497 w 12192000"/>
              <a:gd name="connsiteY57" fmla="*/ 1264396 h 2237474"/>
              <a:gd name="connsiteX58" fmla="*/ 8206287 w 12192000"/>
              <a:gd name="connsiteY58" fmla="*/ 1273060 h 2237474"/>
              <a:gd name="connsiteX59" fmla="*/ 8168705 w 12192000"/>
              <a:gd name="connsiteY59" fmla="*/ 1279956 h 2237474"/>
              <a:gd name="connsiteX60" fmla="*/ 8139997 w 12192000"/>
              <a:gd name="connsiteY60" fmla="*/ 1282713 h 2237474"/>
              <a:gd name="connsiteX61" fmla="*/ 8074238 w 12192000"/>
              <a:gd name="connsiteY61" fmla="*/ 1301895 h 2237474"/>
              <a:gd name="connsiteX62" fmla="*/ 7968292 w 12192000"/>
              <a:gd name="connsiteY62" fmla="*/ 1338779 h 2237474"/>
              <a:gd name="connsiteX63" fmla="*/ 7945122 w 12192000"/>
              <a:gd name="connsiteY63" fmla="*/ 1345477 h 2237474"/>
              <a:gd name="connsiteX64" fmla="*/ 7902328 w 12192000"/>
              <a:gd name="connsiteY64" fmla="*/ 1345865 h 2237474"/>
              <a:gd name="connsiteX65" fmla="*/ 7875879 w 12192000"/>
              <a:gd name="connsiteY65" fmla="*/ 1345646 h 2237474"/>
              <a:gd name="connsiteX66" fmla="*/ 7840612 w 12192000"/>
              <a:gd name="connsiteY66" fmla="*/ 1369373 h 2237474"/>
              <a:gd name="connsiteX67" fmla="*/ 7786819 w 12192000"/>
              <a:gd name="connsiteY67" fmla="*/ 1378970 h 2237474"/>
              <a:gd name="connsiteX68" fmla="*/ 7548172 w 12192000"/>
              <a:gd name="connsiteY68" fmla="*/ 1417460 h 2237474"/>
              <a:gd name="connsiteX69" fmla="*/ 7483437 w 12192000"/>
              <a:gd name="connsiteY69" fmla="*/ 1478152 h 2237474"/>
              <a:gd name="connsiteX70" fmla="*/ 7377870 w 12192000"/>
              <a:gd name="connsiteY70" fmla="*/ 1523319 h 2237474"/>
              <a:gd name="connsiteX71" fmla="*/ 7230737 w 12192000"/>
              <a:gd name="connsiteY71" fmla="*/ 1562633 h 2237474"/>
              <a:gd name="connsiteX72" fmla="*/ 7224458 w 12192000"/>
              <a:gd name="connsiteY72" fmla="*/ 1573008 h 2237474"/>
              <a:gd name="connsiteX73" fmla="*/ 7213486 w 12192000"/>
              <a:gd name="connsiteY73" fmla="*/ 1580987 h 2237474"/>
              <a:gd name="connsiteX74" fmla="*/ 7183121 w 12192000"/>
              <a:gd name="connsiteY74" fmla="*/ 1595162 h 2237474"/>
              <a:gd name="connsiteX75" fmla="*/ 7164601 w 12192000"/>
              <a:gd name="connsiteY75" fmla="*/ 1606490 h 2237474"/>
              <a:gd name="connsiteX76" fmla="*/ 7114651 w 12192000"/>
              <a:gd name="connsiteY76" fmla="*/ 1620959 h 2237474"/>
              <a:gd name="connsiteX77" fmla="*/ 7092727 w 12192000"/>
              <a:gd name="connsiteY77" fmla="*/ 1623628 h 2237474"/>
              <a:gd name="connsiteX78" fmla="*/ 7031309 w 12192000"/>
              <a:gd name="connsiteY78" fmla="*/ 1619451 h 2237474"/>
              <a:gd name="connsiteX79" fmla="*/ 6999084 w 12192000"/>
              <a:gd name="connsiteY79" fmla="*/ 1634317 h 2237474"/>
              <a:gd name="connsiteX80" fmla="*/ 6992107 w 12192000"/>
              <a:gd name="connsiteY80" fmla="*/ 1636860 h 2237474"/>
              <a:gd name="connsiteX81" fmla="*/ 6991765 w 12192000"/>
              <a:gd name="connsiteY81" fmla="*/ 1636725 h 2237474"/>
              <a:gd name="connsiteX82" fmla="*/ 6900177 w 12192000"/>
              <a:gd name="connsiteY82" fmla="*/ 1636016 h 2237474"/>
              <a:gd name="connsiteX83" fmla="*/ 6795372 w 12192000"/>
              <a:gd name="connsiteY83" fmla="*/ 1644845 h 2237474"/>
              <a:gd name="connsiteX84" fmla="*/ 6692251 w 12192000"/>
              <a:gd name="connsiteY84" fmla="*/ 1656357 h 2237474"/>
              <a:gd name="connsiteX85" fmla="*/ 6655235 w 12192000"/>
              <a:gd name="connsiteY85" fmla="*/ 1661869 h 2237474"/>
              <a:gd name="connsiteX86" fmla="*/ 6587857 w 12192000"/>
              <a:gd name="connsiteY86" fmla="*/ 1665769 h 2237474"/>
              <a:gd name="connsiteX87" fmla="*/ 6554894 w 12192000"/>
              <a:gd name="connsiteY87" fmla="*/ 1664428 h 2237474"/>
              <a:gd name="connsiteX88" fmla="*/ 6516595 w 12192000"/>
              <a:gd name="connsiteY88" fmla="*/ 1667475 h 2237474"/>
              <a:gd name="connsiteX89" fmla="*/ 6508541 w 12192000"/>
              <a:gd name="connsiteY89" fmla="*/ 1668757 h 2237474"/>
              <a:gd name="connsiteX90" fmla="*/ 6471012 w 12192000"/>
              <a:gd name="connsiteY90" fmla="*/ 1678604 h 2237474"/>
              <a:gd name="connsiteX91" fmla="*/ 6415265 w 12192000"/>
              <a:gd name="connsiteY91" fmla="*/ 1665317 h 2237474"/>
              <a:gd name="connsiteX92" fmla="*/ 6364035 w 12192000"/>
              <a:gd name="connsiteY92" fmla="*/ 1667683 h 2237474"/>
              <a:gd name="connsiteX93" fmla="*/ 6280959 w 12192000"/>
              <a:gd name="connsiteY93" fmla="*/ 1689329 h 2237474"/>
              <a:gd name="connsiteX94" fmla="*/ 6243319 w 12192000"/>
              <a:gd name="connsiteY94" fmla="*/ 1695560 h 2237474"/>
              <a:gd name="connsiteX95" fmla="*/ 6098321 w 12192000"/>
              <a:gd name="connsiteY95" fmla="*/ 1721646 h 2237474"/>
              <a:gd name="connsiteX96" fmla="*/ 5880652 w 12192000"/>
              <a:gd name="connsiteY96" fmla="*/ 1779643 h 2237474"/>
              <a:gd name="connsiteX97" fmla="*/ 5785959 w 12192000"/>
              <a:gd name="connsiteY97" fmla="*/ 1775307 h 2237474"/>
              <a:gd name="connsiteX98" fmla="*/ 5643534 w 12192000"/>
              <a:gd name="connsiteY98" fmla="*/ 1802919 h 2237474"/>
              <a:gd name="connsiteX99" fmla="*/ 5518799 w 12192000"/>
              <a:gd name="connsiteY99" fmla="*/ 1818312 h 2237474"/>
              <a:gd name="connsiteX100" fmla="*/ 5505014 w 12192000"/>
              <a:gd name="connsiteY100" fmla="*/ 1819259 h 2237474"/>
              <a:gd name="connsiteX101" fmla="*/ 5453307 w 12192000"/>
              <a:gd name="connsiteY101" fmla="*/ 1815450 h 2237474"/>
              <a:gd name="connsiteX102" fmla="*/ 5364192 w 12192000"/>
              <a:gd name="connsiteY102" fmla="*/ 1826074 h 2237474"/>
              <a:gd name="connsiteX103" fmla="*/ 5350380 w 12192000"/>
              <a:gd name="connsiteY103" fmla="*/ 1830891 h 2237474"/>
              <a:gd name="connsiteX104" fmla="*/ 5259633 w 12192000"/>
              <a:gd name="connsiteY104" fmla="*/ 1837160 h 2237474"/>
              <a:gd name="connsiteX105" fmla="*/ 5197513 w 12192000"/>
              <a:gd name="connsiteY105" fmla="*/ 1844718 h 2237474"/>
              <a:gd name="connsiteX106" fmla="*/ 5168852 w 12192000"/>
              <a:gd name="connsiteY106" fmla="*/ 1844846 h 2237474"/>
              <a:gd name="connsiteX107" fmla="*/ 5114927 w 12192000"/>
              <a:gd name="connsiteY107" fmla="*/ 1847827 h 2237474"/>
              <a:gd name="connsiteX108" fmla="*/ 5108970 w 12192000"/>
              <a:gd name="connsiteY108" fmla="*/ 1847935 h 2237474"/>
              <a:gd name="connsiteX109" fmla="*/ 5067961 w 12192000"/>
              <a:gd name="connsiteY109" fmla="*/ 1845917 h 2237474"/>
              <a:gd name="connsiteX110" fmla="*/ 5007075 w 12192000"/>
              <a:gd name="connsiteY110" fmla="*/ 1838626 h 2237474"/>
              <a:gd name="connsiteX111" fmla="*/ 4944087 w 12192000"/>
              <a:gd name="connsiteY111" fmla="*/ 1823332 h 2237474"/>
              <a:gd name="connsiteX112" fmla="*/ 4907662 w 12192000"/>
              <a:gd name="connsiteY112" fmla="*/ 1816900 h 2237474"/>
              <a:gd name="connsiteX113" fmla="*/ 4882386 w 12192000"/>
              <a:gd name="connsiteY113" fmla="*/ 1809844 h 2237474"/>
              <a:gd name="connsiteX114" fmla="*/ 4811440 w 12192000"/>
              <a:gd name="connsiteY114" fmla="*/ 1804655 h 2237474"/>
              <a:gd name="connsiteX115" fmla="*/ 4691075 w 12192000"/>
              <a:gd name="connsiteY115" fmla="*/ 1801389 h 2237474"/>
              <a:gd name="connsiteX116" fmla="*/ 4611738 w 12192000"/>
              <a:gd name="connsiteY116" fmla="*/ 1776964 h 2237474"/>
              <a:gd name="connsiteX117" fmla="*/ 4560070 w 12192000"/>
              <a:gd name="connsiteY117" fmla="*/ 1785640 h 2237474"/>
              <a:gd name="connsiteX118" fmla="*/ 4536503 w 12192000"/>
              <a:gd name="connsiteY118" fmla="*/ 1785334 h 2237474"/>
              <a:gd name="connsiteX119" fmla="*/ 4513724 w 12192000"/>
              <a:gd name="connsiteY119" fmla="*/ 1791996 h 2237474"/>
              <a:gd name="connsiteX120" fmla="*/ 4459810 w 12192000"/>
              <a:gd name="connsiteY120" fmla="*/ 1797886 h 2237474"/>
              <a:gd name="connsiteX121" fmla="*/ 4379064 w 12192000"/>
              <a:gd name="connsiteY121" fmla="*/ 1817177 h 2237474"/>
              <a:gd name="connsiteX122" fmla="*/ 4319209 w 12192000"/>
              <a:gd name="connsiteY122" fmla="*/ 1834833 h 2237474"/>
              <a:gd name="connsiteX123" fmla="*/ 4290981 w 12192000"/>
              <a:gd name="connsiteY123" fmla="*/ 1839677 h 2237474"/>
              <a:gd name="connsiteX124" fmla="*/ 4285792 w 12192000"/>
              <a:gd name="connsiteY124" fmla="*/ 1836231 h 2237474"/>
              <a:gd name="connsiteX125" fmla="*/ 4238372 w 12192000"/>
              <a:gd name="connsiteY125" fmla="*/ 1851480 h 2237474"/>
              <a:gd name="connsiteX126" fmla="*/ 4232517 w 12192000"/>
              <a:gd name="connsiteY126" fmla="*/ 1852567 h 2237474"/>
              <a:gd name="connsiteX127" fmla="*/ 4191732 w 12192000"/>
              <a:gd name="connsiteY127" fmla="*/ 1857328 h 2237474"/>
              <a:gd name="connsiteX128" fmla="*/ 4065532 w 12192000"/>
              <a:gd name="connsiteY128" fmla="*/ 1855477 h 2237474"/>
              <a:gd name="connsiteX129" fmla="*/ 4028460 w 12192000"/>
              <a:gd name="connsiteY129" fmla="*/ 1855137 h 2237474"/>
              <a:gd name="connsiteX130" fmla="*/ 4002267 w 12192000"/>
              <a:gd name="connsiteY130" fmla="*/ 1852352 h 2237474"/>
              <a:gd name="connsiteX131" fmla="*/ 3931396 w 12192000"/>
              <a:gd name="connsiteY131" fmla="*/ 1858915 h 2237474"/>
              <a:gd name="connsiteX132" fmla="*/ 3812162 w 12192000"/>
              <a:gd name="connsiteY132" fmla="*/ 1875501 h 2237474"/>
              <a:gd name="connsiteX133" fmla="*/ 3729530 w 12192000"/>
              <a:gd name="connsiteY133" fmla="*/ 1864513 h 2237474"/>
              <a:gd name="connsiteX134" fmla="*/ 3680177 w 12192000"/>
              <a:gd name="connsiteY134" fmla="*/ 1881552 h 2237474"/>
              <a:gd name="connsiteX135" fmla="*/ 3567259 w 12192000"/>
              <a:gd name="connsiteY135" fmla="*/ 1893482 h 2237474"/>
              <a:gd name="connsiteX136" fmla="*/ 3405770 w 12192000"/>
              <a:gd name="connsiteY136" fmla="*/ 1904591 h 2237474"/>
              <a:gd name="connsiteX137" fmla="*/ 3280097 w 12192000"/>
              <a:gd name="connsiteY137" fmla="*/ 1919610 h 2237474"/>
              <a:gd name="connsiteX138" fmla="*/ 3123424 w 12192000"/>
              <a:gd name="connsiteY138" fmla="*/ 1952930 h 2237474"/>
              <a:gd name="connsiteX139" fmla="*/ 3009910 w 12192000"/>
              <a:gd name="connsiteY139" fmla="*/ 1957866 h 2237474"/>
              <a:gd name="connsiteX140" fmla="*/ 2995934 w 12192000"/>
              <a:gd name="connsiteY140" fmla="*/ 1967085 h 2237474"/>
              <a:gd name="connsiteX141" fmla="*/ 2980071 w 12192000"/>
              <a:gd name="connsiteY141" fmla="*/ 1972988 h 2237474"/>
              <a:gd name="connsiteX142" fmla="*/ 2978094 w 12192000"/>
              <a:gd name="connsiteY142" fmla="*/ 1972369 h 2237474"/>
              <a:gd name="connsiteX143" fmla="*/ 2942858 w 12192000"/>
              <a:gd name="connsiteY143" fmla="*/ 1981367 h 2237474"/>
              <a:gd name="connsiteX144" fmla="*/ 2875436 w 12192000"/>
              <a:gd name="connsiteY144" fmla="*/ 1996977 h 2237474"/>
              <a:gd name="connsiteX145" fmla="*/ 2874892 w 12192000"/>
              <a:gd name="connsiteY145" fmla="*/ 1996085 h 2237474"/>
              <a:gd name="connsiteX146" fmla="*/ 2864145 w 12192000"/>
              <a:gd name="connsiteY146" fmla="*/ 1994061 h 2237474"/>
              <a:gd name="connsiteX147" fmla="*/ 2843662 w 12192000"/>
              <a:gd name="connsiteY147" fmla="*/ 1992498 h 2237474"/>
              <a:gd name="connsiteX148" fmla="*/ 2796128 w 12192000"/>
              <a:gd name="connsiteY148" fmla="*/ 1976403 h 2237474"/>
              <a:gd name="connsiteX149" fmla="*/ 2756784 w 12192000"/>
              <a:gd name="connsiteY149" fmla="*/ 1985116 h 2237474"/>
              <a:gd name="connsiteX150" fmla="*/ 2748833 w 12192000"/>
              <a:gd name="connsiteY150" fmla="*/ 1986323 h 2237474"/>
              <a:gd name="connsiteX151" fmla="*/ 2748661 w 12192000"/>
              <a:gd name="connsiteY151" fmla="*/ 1986122 h 2237474"/>
              <a:gd name="connsiteX152" fmla="*/ 2740251 w 12192000"/>
              <a:gd name="connsiteY152" fmla="*/ 1986946 h 2237474"/>
              <a:gd name="connsiteX153" fmla="*/ 2718916 w 12192000"/>
              <a:gd name="connsiteY153" fmla="*/ 1990867 h 2237474"/>
              <a:gd name="connsiteX154" fmla="*/ 2713522 w 12192000"/>
              <a:gd name="connsiteY154" fmla="*/ 1990173 h 2237474"/>
              <a:gd name="connsiteX155" fmla="*/ 2680597 w 12192000"/>
              <a:gd name="connsiteY155" fmla="*/ 1984996 h 2237474"/>
              <a:gd name="connsiteX156" fmla="*/ 2578178 w 12192000"/>
              <a:gd name="connsiteY156" fmla="*/ 1990531 h 2237474"/>
              <a:gd name="connsiteX157" fmla="*/ 2476147 w 12192000"/>
              <a:gd name="connsiteY157" fmla="*/ 1998305 h 2237474"/>
              <a:gd name="connsiteX158" fmla="*/ 2373568 w 12192000"/>
              <a:gd name="connsiteY158" fmla="*/ 2003219 h 2237474"/>
              <a:gd name="connsiteX159" fmla="*/ 2321399 w 12192000"/>
              <a:gd name="connsiteY159" fmla="*/ 1989467 h 2237474"/>
              <a:gd name="connsiteX160" fmla="*/ 2315525 w 12192000"/>
              <a:gd name="connsiteY160" fmla="*/ 1989708 h 2237474"/>
              <a:gd name="connsiteX161" fmla="*/ 2300792 w 12192000"/>
              <a:gd name="connsiteY161" fmla="*/ 1994290 h 2237474"/>
              <a:gd name="connsiteX162" fmla="*/ 2295469 w 12192000"/>
              <a:gd name="connsiteY162" fmla="*/ 1996659 h 2237474"/>
              <a:gd name="connsiteX163" fmla="*/ 2287219 w 12192000"/>
              <a:gd name="connsiteY163" fmla="*/ 1998750 h 2237474"/>
              <a:gd name="connsiteX164" fmla="*/ 2286948 w 12192000"/>
              <a:gd name="connsiteY164" fmla="*/ 1998596 h 2237474"/>
              <a:gd name="connsiteX165" fmla="*/ 2243069 w 12192000"/>
              <a:gd name="connsiteY165" fmla="*/ 2015111 h 2237474"/>
              <a:gd name="connsiteX166" fmla="*/ 2186609 w 12192000"/>
              <a:gd name="connsiteY166" fmla="*/ 2008263 h 2237474"/>
              <a:gd name="connsiteX167" fmla="*/ 2164831 w 12192000"/>
              <a:gd name="connsiteY167" fmla="*/ 2010143 h 2237474"/>
              <a:gd name="connsiteX168" fmla="*/ 2152836 w 12192000"/>
              <a:gd name="connsiteY168" fmla="*/ 2010048 h 2237474"/>
              <a:gd name="connsiteX169" fmla="*/ 2117102 w 12192000"/>
              <a:gd name="connsiteY169" fmla="*/ 2023004 h 2237474"/>
              <a:gd name="connsiteX170" fmla="*/ 2111935 w 12192000"/>
              <a:gd name="connsiteY170" fmla="*/ 2023163 h 2237474"/>
              <a:gd name="connsiteX171" fmla="*/ 2089991 w 12192000"/>
              <a:gd name="connsiteY171" fmla="*/ 2034193 h 2237474"/>
              <a:gd name="connsiteX172" fmla="*/ 2058061 w 12192000"/>
              <a:gd name="connsiteY172" fmla="*/ 2047942 h 2237474"/>
              <a:gd name="connsiteX173" fmla="*/ 2055737 w 12192000"/>
              <a:gd name="connsiteY173" fmla="*/ 2047704 h 2237474"/>
              <a:gd name="connsiteX174" fmla="*/ 2042244 w 12192000"/>
              <a:gd name="connsiteY174" fmla="*/ 2055560 h 2237474"/>
              <a:gd name="connsiteX175" fmla="*/ 1976224 w 12192000"/>
              <a:gd name="connsiteY175" fmla="*/ 2074257 h 2237474"/>
              <a:gd name="connsiteX176" fmla="*/ 1877728 w 12192000"/>
              <a:gd name="connsiteY176" fmla="*/ 2101004 h 2237474"/>
              <a:gd name="connsiteX177" fmla="*/ 1759056 w 12192000"/>
              <a:gd name="connsiteY177" fmla="*/ 2125608 h 2237474"/>
              <a:gd name="connsiteX178" fmla="*/ 1637948 w 12192000"/>
              <a:gd name="connsiteY178" fmla="*/ 2172597 h 2237474"/>
              <a:gd name="connsiteX179" fmla="*/ 1434549 w 12192000"/>
              <a:gd name="connsiteY179" fmla="*/ 2234522 h 2237474"/>
              <a:gd name="connsiteX180" fmla="*/ 1398481 w 12192000"/>
              <a:gd name="connsiteY180" fmla="*/ 2237074 h 2237474"/>
              <a:gd name="connsiteX181" fmla="*/ 1398407 w 12192000"/>
              <a:gd name="connsiteY181" fmla="*/ 2237095 h 2237474"/>
              <a:gd name="connsiteX182" fmla="*/ 1370962 w 12192000"/>
              <a:gd name="connsiteY182" fmla="*/ 2237474 h 2237474"/>
              <a:gd name="connsiteX183" fmla="*/ 1356367 w 12192000"/>
              <a:gd name="connsiteY183" fmla="*/ 2235089 h 2237474"/>
              <a:gd name="connsiteX184" fmla="*/ 1324828 w 12192000"/>
              <a:gd name="connsiteY184" fmla="*/ 2231968 h 2237474"/>
              <a:gd name="connsiteX185" fmla="*/ 1297744 w 12192000"/>
              <a:gd name="connsiteY185" fmla="*/ 2235849 h 2237474"/>
              <a:gd name="connsiteX186" fmla="*/ 1286236 w 12192000"/>
              <a:gd name="connsiteY186" fmla="*/ 2233135 h 2237474"/>
              <a:gd name="connsiteX187" fmla="*/ 1283504 w 12192000"/>
              <a:gd name="connsiteY187" fmla="*/ 2233797 h 2237474"/>
              <a:gd name="connsiteX188" fmla="*/ 1279765 w 12192000"/>
              <a:gd name="connsiteY188" fmla="*/ 2229639 h 2237474"/>
              <a:gd name="connsiteX189" fmla="*/ 1195347 w 12192000"/>
              <a:gd name="connsiteY189" fmla="*/ 2212354 h 2237474"/>
              <a:gd name="connsiteX190" fmla="*/ 970251 w 12192000"/>
              <a:gd name="connsiteY190" fmla="*/ 2221029 h 2237474"/>
              <a:gd name="connsiteX191" fmla="*/ 812914 w 12192000"/>
              <a:gd name="connsiteY191" fmla="*/ 2202752 h 2237474"/>
              <a:gd name="connsiteX192" fmla="*/ 800195 w 12192000"/>
              <a:gd name="connsiteY192" fmla="*/ 2209407 h 2237474"/>
              <a:gd name="connsiteX193" fmla="*/ 784978 w 12192000"/>
              <a:gd name="connsiteY193" fmla="*/ 2212360 h 2237474"/>
              <a:gd name="connsiteX194" fmla="*/ 681987 w 12192000"/>
              <a:gd name="connsiteY194" fmla="*/ 2216757 h 2237474"/>
              <a:gd name="connsiteX195" fmla="*/ 669923 w 12192000"/>
              <a:gd name="connsiteY195" fmla="*/ 2211682 h 2237474"/>
              <a:gd name="connsiteX196" fmla="*/ 648680 w 12192000"/>
              <a:gd name="connsiteY196" fmla="*/ 2206229 h 2237474"/>
              <a:gd name="connsiteX197" fmla="*/ 597225 w 12192000"/>
              <a:gd name="connsiteY197" fmla="*/ 2180999 h 2237474"/>
              <a:gd name="connsiteX198" fmla="*/ 558449 w 12192000"/>
              <a:gd name="connsiteY198" fmla="*/ 2182346 h 2237474"/>
              <a:gd name="connsiteX199" fmla="*/ 550517 w 12192000"/>
              <a:gd name="connsiteY199" fmla="*/ 2182060 h 2237474"/>
              <a:gd name="connsiteX200" fmla="*/ 550309 w 12192000"/>
              <a:gd name="connsiteY200" fmla="*/ 2181825 h 2237474"/>
              <a:gd name="connsiteX201" fmla="*/ 541836 w 12192000"/>
              <a:gd name="connsiteY201" fmla="*/ 2181063 h 2237474"/>
              <a:gd name="connsiteX202" fmla="*/ 536057 w 12192000"/>
              <a:gd name="connsiteY202" fmla="*/ 2181537 h 2237474"/>
              <a:gd name="connsiteX203" fmla="*/ 520671 w 12192000"/>
              <a:gd name="connsiteY203" fmla="*/ 2180980 h 2237474"/>
              <a:gd name="connsiteX204" fmla="*/ 515024 w 12192000"/>
              <a:gd name="connsiteY204" fmla="*/ 2179258 h 2237474"/>
              <a:gd name="connsiteX205" fmla="*/ 512278 w 12192000"/>
              <a:gd name="connsiteY205" fmla="*/ 2176369 h 2237474"/>
              <a:gd name="connsiteX206" fmla="*/ 480419 w 12192000"/>
              <a:gd name="connsiteY206" fmla="*/ 2167807 h 2237474"/>
              <a:gd name="connsiteX207" fmla="*/ 413835 w 12192000"/>
              <a:gd name="connsiteY207" fmla="*/ 2156783 h 2237474"/>
              <a:gd name="connsiteX208" fmla="*/ 376513 w 12192000"/>
              <a:gd name="connsiteY208" fmla="*/ 2154014 h 2237474"/>
              <a:gd name="connsiteX209" fmla="*/ 273386 w 12192000"/>
              <a:gd name="connsiteY209" fmla="*/ 2142551 h 2237474"/>
              <a:gd name="connsiteX210" fmla="*/ 169207 w 12192000"/>
              <a:gd name="connsiteY210" fmla="*/ 2128100 h 2237474"/>
              <a:gd name="connsiteX211" fmla="*/ 93149 w 12192000"/>
              <a:gd name="connsiteY211" fmla="*/ 2105324 h 2237474"/>
              <a:gd name="connsiteX212" fmla="*/ 88109 w 12192000"/>
              <a:gd name="connsiteY212" fmla="*/ 2106704 h 2237474"/>
              <a:gd name="connsiteX213" fmla="*/ 80022 w 12192000"/>
              <a:gd name="connsiteY213" fmla="*/ 2107254 h 2237474"/>
              <a:gd name="connsiteX214" fmla="*/ 79717 w 12192000"/>
              <a:gd name="connsiteY214" fmla="*/ 2107046 h 2237474"/>
              <a:gd name="connsiteX215" fmla="*/ 72352 w 12192000"/>
              <a:gd name="connsiteY215" fmla="*/ 2107991 h 2237474"/>
              <a:gd name="connsiteX216" fmla="*/ 37645 w 12192000"/>
              <a:gd name="connsiteY216" fmla="*/ 2115401 h 2237474"/>
              <a:gd name="connsiteX217" fmla="*/ 4572 w 12192000"/>
              <a:gd name="connsiteY217" fmla="*/ 2111091 h 2237474"/>
              <a:gd name="connsiteX218" fmla="*/ 0 w 12192000"/>
              <a:gd name="connsiteY218" fmla="*/ 2110468 h 2237474"/>
              <a:gd name="connsiteX219" fmla="*/ 0 w 12192000"/>
              <a:gd name="connsiteY21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61459 w 12192000"/>
              <a:gd name="connsiteY27" fmla="*/ 862394 h 2237474"/>
              <a:gd name="connsiteX28" fmla="*/ 9705768 w 12192000"/>
              <a:gd name="connsiteY28" fmla="*/ 894610 h 2237474"/>
              <a:gd name="connsiteX29" fmla="*/ 9683005 w 12192000"/>
              <a:gd name="connsiteY29" fmla="*/ 894128 h 2237474"/>
              <a:gd name="connsiteX30" fmla="*/ 9594438 w 12192000"/>
              <a:gd name="connsiteY30" fmla="*/ 919051 h 2237474"/>
              <a:gd name="connsiteX31" fmla="*/ 9577033 w 12192000"/>
              <a:gd name="connsiteY31" fmla="*/ 922857 h 2237474"/>
              <a:gd name="connsiteX32" fmla="*/ 9544189 w 12192000"/>
              <a:gd name="connsiteY32" fmla="*/ 938966 h 2237474"/>
              <a:gd name="connsiteX33" fmla="*/ 9500499 w 12192000"/>
              <a:gd name="connsiteY33" fmla="*/ 954680 h 2237474"/>
              <a:gd name="connsiteX34" fmla="*/ 9428195 w 12192000"/>
              <a:gd name="connsiteY34" fmla="*/ 986225 h 2237474"/>
              <a:gd name="connsiteX35" fmla="*/ 9410017 w 12192000"/>
              <a:gd name="connsiteY35" fmla="*/ 993931 h 2237474"/>
              <a:gd name="connsiteX36" fmla="*/ 9392919 w 12192000"/>
              <a:gd name="connsiteY36" fmla="*/ 994656 h 2237474"/>
              <a:gd name="connsiteX37" fmla="*/ 9278619 w 12192000"/>
              <a:gd name="connsiteY37" fmla="*/ 1011878 h 2237474"/>
              <a:gd name="connsiteX38" fmla="*/ 9268019 w 12192000"/>
              <a:gd name="connsiteY38" fmla="*/ 1007442 h 2237474"/>
              <a:gd name="connsiteX39" fmla="*/ 9234662 w 12192000"/>
              <a:gd name="connsiteY39" fmla="*/ 1023056 h 2237474"/>
              <a:gd name="connsiteX40" fmla="*/ 9181033 w 12192000"/>
              <a:gd name="connsiteY40" fmla="*/ 1037921 h 2237474"/>
              <a:gd name="connsiteX41" fmla="*/ 9155969 w 12192000"/>
              <a:gd name="connsiteY41" fmla="*/ 1046804 h 2237474"/>
              <a:gd name="connsiteX42" fmla="*/ 9133985 w 12192000"/>
              <a:gd name="connsiteY42" fmla="*/ 1046450 h 2237474"/>
              <a:gd name="connsiteX43" fmla="*/ 9012987 w 12192000"/>
              <a:gd name="connsiteY43" fmla="*/ 1061986 h 2237474"/>
              <a:gd name="connsiteX44" fmla="*/ 8968445 w 12192000"/>
              <a:gd name="connsiteY44" fmla="*/ 1052169 h 2237474"/>
              <a:gd name="connsiteX45" fmla="*/ 8958984 w 12192000"/>
              <a:gd name="connsiteY45" fmla="*/ 1057212 h 2237474"/>
              <a:gd name="connsiteX46" fmla="*/ 8886001 w 12192000"/>
              <a:gd name="connsiteY46" fmla="*/ 1067468 h 2237474"/>
              <a:gd name="connsiteX47" fmla="*/ 8838610 w 12192000"/>
              <a:gd name="connsiteY47" fmla="*/ 1075091 h 2237474"/>
              <a:gd name="connsiteX48" fmla="*/ 8750383 w 12192000"/>
              <a:gd name="connsiteY48" fmla="*/ 1097387 h 2237474"/>
              <a:gd name="connsiteX49" fmla="*/ 8697365 w 12192000"/>
              <a:gd name="connsiteY49" fmla="*/ 1105869 h 2237474"/>
              <a:gd name="connsiteX50" fmla="*/ 8665605 w 12192000"/>
              <a:gd name="connsiteY50" fmla="*/ 1110791 h 2237474"/>
              <a:gd name="connsiteX51" fmla="*/ 8584946 w 12192000"/>
              <a:gd name="connsiteY51" fmla="*/ 1135226 h 2237474"/>
              <a:gd name="connsiteX52" fmla="*/ 8460755 w 12192000"/>
              <a:gd name="connsiteY52" fmla="*/ 1203427 h 2237474"/>
              <a:gd name="connsiteX53" fmla="*/ 8419755 w 12192000"/>
              <a:gd name="connsiteY53" fmla="*/ 1216260 h 2237474"/>
              <a:gd name="connsiteX54" fmla="*/ 8411626 w 12192000"/>
              <a:gd name="connsiteY54" fmla="*/ 1214397 h 2237474"/>
              <a:gd name="connsiteX55" fmla="*/ 8363469 w 12192000"/>
              <a:gd name="connsiteY55" fmla="*/ 1246658 h 2237474"/>
              <a:gd name="connsiteX56" fmla="*/ 8275497 w 12192000"/>
              <a:gd name="connsiteY56" fmla="*/ 1264396 h 2237474"/>
              <a:gd name="connsiteX57" fmla="*/ 8206287 w 12192000"/>
              <a:gd name="connsiteY57" fmla="*/ 1273060 h 2237474"/>
              <a:gd name="connsiteX58" fmla="*/ 8168705 w 12192000"/>
              <a:gd name="connsiteY58" fmla="*/ 1279956 h 2237474"/>
              <a:gd name="connsiteX59" fmla="*/ 8139997 w 12192000"/>
              <a:gd name="connsiteY59" fmla="*/ 1282713 h 2237474"/>
              <a:gd name="connsiteX60" fmla="*/ 8074238 w 12192000"/>
              <a:gd name="connsiteY60" fmla="*/ 1301895 h 2237474"/>
              <a:gd name="connsiteX61" fmla="*/ 7968292 w 12192000"/>
              <a:gd name="connsiteY61" fmla="*/ 1338779 h 2237474"/>
              <a:gd name="connsiteX62" fmla="*/ 7945122 w 12192000"/>
              <a:gd name="connsiteY62" fmla="*/ 1345477 h 2237474"/>
              <a:gd name="connsiteX63" fmla="*/ 7902328 w 12192000"/>
              <a:gd name="connsiteY63" fmla="*/ 1345865 h 2237474"/>
              <a:gd name="connsiteX64" fmla="*/ 7875879 w 12192000"/>
              <a:gd name="connsiteY64" fmla="*/ 1345646 h 2237474"/>
              <a:gd name="connsiteX65" fmla="*/ 7840612 w 12192000"/>
              <a:gd name="connsiteY65" fmla="*/ 1369373 h 2237474"/>
              <a:gd name="connsiteX66" fmla="*/ 7786819 w 12192000"/>
              <a:gd name="connsiteY66" fmla="*/ 1378970 h 2237474"/>
              <a:gd name="connsiteX67" fmla="*/ 7548172 w 12192000"/>
              <a:gd name="connsiteY67" fmla="*/ 1417460 h 2237474"/>
              <a:gd name="connsiteX68" fmla="*/ 7483437 w 12192000"/>
              <a:gd name="connsiteY68" fmla="*/ 1478152 h 2237474"/>
              <a:gd name="connsiteX69" fmla="*/ 7377870 w 12192000"/>
              <a:gd name="connsiteY69" fmla="*/ 1523319 h 2237474"/>
              <a:gd name="connsiteX70" fmla="*/ 7230737 w 12192000"/>
              <a:gd name="connsiteY70" fmla="*/ 1562633 h 2237474"/>
              <a:gd name="connsiteX71" fmla="*/ 7224458 w 12192000"/>
              <a:gd name="connsiteY71" fmla="*/ 1573008 h 2237474"/>
              <a:gd name="connsiteX72" fmla="*/ 7213486 w 12192000"/>
              <a:gd name="connsiteY72" fmla="*/ 1580987 h 2237474"/>
              <a:gd name="connsiteX73" fmla="*/ 7183121 w 12192000"/>
              <a:gd name="connsiteY73" fmla="*/ 1595162 h 2237474"/>
              <a:gd name="connsiteX74" fmla="*/ 7164601 w 12192000"/>
              <a:gd name="connsiteY74" fmla="*/ 1606490 h 2237474"/>
              <a:gd name="connsiteX75" fmla="*/ 7114651 w 12192000"/>
              <a:gd name="connsiteY75" fmla="*/ 1620959 h 2237474"/>
              <a:gd name="connsiteX76" fmla="*/ 7092727 w 12192000"/>
              <a:gd name="connsiteY76" fmla="*/ 1623628 h 2237474"/>
              <a:gd name="connsiteX77" fmla="*/ 7031309 w 12192000"/>
              <a:gd name="connsiteY77" fmla="*/ 1619451 h 2237474"/>
              <a:gd name="connsiteX78" fmla="*/ 6999084 w 12192000"/>
              <a:gd name="connsiteY78" fmla="*/ 1634317 h 2237474"/>
              <a:gd name="connsiteX79" fmla="*/ 6992107 w 12192000"/>
              <a:gd name="connsiteY79" fmla="*/ 1636860 h 2237474"/>
              <a:gd name="connsiteX80" fmla="*/ 6991765 w 12192000"/>
              <a:gd name="connsiteY80" fmla="*/ 1636725 h 2237474"/>
              <a:gd name="connsiteX81" fmla="*/ 6900177 w 12192000"/>
              <a:gd name="connsiteY81" fmla="*/ 1636016 h 2237474"/>
              <a:gd name="connsiteX82" fmla="*/ 6795372 w 12192000"/>
              <a:gd name="connsiteY82" fmla="*/ 1644845 h 2237474"/>
              <a:gd name="connsiteX83" fmla="*/ 6692251 w 12192000"/>
              <a:gd name="connsiteY83" fmla="*/ 1656357 h 2237474"/>
              <a:gd name="connsiteX84" fmla="*/ 6655235 w 12192000"/>
              <a:gd name="connsiteY84" fmla="*/ 1661869 h 2237474"/>
              <a:gd name="connsiteX85" fmla="*/ 6587857 w 12192000"/>
              <a:gd name="connsiteY85" fmla="*/ 1665769 h 2237474"/>
              <a:gd name="connsiteX86" fmla="*/ 6554894 w 12192000"/>
              <a:gd name="connsiteY86" fmla="*/ 1664428 h 2237474"/>
              <a:gd name="connsiteX87" fmla="*/ 6516595 w 12192000"/>
              <a:gd name="connsiteY87" fmla="*/ 1667475 h 2237474"/>
              <a:gd name="connsiteX88" fmla="*/ 6508541 w 12192000"/>
              <a:gd name="connsiteY88" fmla="*/ 1668757 h 2237474"/>
              <a:gd name="connsiteX89" fmla="*/ 6471012 w 12192000"/>
              <a:gd name="connsiteY89" fmla="*/ 1678604 h 2237474"/>
              <a:gd name="connsiteX90" fmla="*/ 6415265 w 12192000"/>
              <a:gd name="connsiteY90" fmla="*/ 1665317 h 2237474"/>
              <a:gd name="connsiteX91" fmla="*/ 6364035 w 12192000"/>
              <a:gd name="connsiteY91" fmla="*/ 1667683 h 2237474"/>
              <a:gd name="connsiteX92" fmla="*/ 6280959 w 12192000"/>
              <a:gd name="connsiteY92" fmla="*/ 1689329 h 2237474"/>
              <a:gd name="connsiteX93" fmla="*/ 6243319 w 12192000"/>
              <a:gd name="connsiteY93" fmla="*/ 1695560 h 2237474"/>
              <a:gd name="connsiteX94" fmla="*/ 6098321 w 12192000"/>
              <a:gd name="connsiteY94" fmla="*/ 1721646 h 2237474"/>
              <a:gd name="connsiteX95" fmla="*/ 5880652 w 12192000"/>
              <a:gd name="connsiteY95" fmla="*/ 1779643 h 2237474"/>
              <a:gd name="connsiteX96" fmla="*/ 5785959 w 12192000"/>
              <a:gd name="connsiteY96" fmla="*/ 1775307 h 2237474"/>
              <a:gd name="connsiteX97" fmla="*/ 5643534 w 12192000"/>
              <a:gd name="connsiteY97" fmla="*/ 1802919 h 2237474"/>
              <a:gd name="connsiteX98" fmla="*/ 5518799 w 12192000"/>
              <a:gd name="connsiteY98" fmla="*/ 1818312 h 2237474"/>
              <a:gd name="connsiteX99" fmla="*/ 5505014 w 12192000"/>
              <a:gd name="connsiteY99" fmla="*/ 1819259 h 2237474"/>
              <a:gd name="connsiteX100" fmla="*/ 5453307 w 12192000"/>
              <a:gd name="connsiteY100" fmla="*/ 1815450 h 2237474"/>
              <a:gd name="connsiteX101" fmla="*/ 5364192 w 12192000"/>
              <a:gd name="connsiteY101" fmla="*/ 1826074 h 2237474"/>
              <a:gd name="connsiteX102" fmla="*/ 5350380 w 12192000"/>
              <a:gd name="connsiteY102" fmla="*/ 1830891 h 2237474"/>
              <a:gd name="connsiteX103" fmla="*/ 5259633 w 12192000"/>
              <a:gd name="connsiteY103" fmla="*/ 1837160 h 2237474"/>
              <a:gd name="connsiteX104" fmla="*/ 5197513 w 12192000"/>
              <a:gd name="connsiteY104" fmla="*/ 1844718 h 2237474"/>
              <a:gd name="connsiteX105" fmla="*/ 5168852 w 12192000"/>
              <a:gd name="connsiteY105" fmla="*/ 1844846 h 2237474"/>
              <a:gd name="connsiteX106" fmla="*/ 5114927 w 12192000"/>
              <a:gd name="connsiteY106" fmla="*/ 1847827 h 2237474"/>
              <a:gd name="connsiteX107" fmla="*/ 5108970 w 12192000"/>
              <a:gd name="connsiteY107" fmla="*/ 1847935 h 2237474"/>
              <a:gd name="connsiteX108" fmla="*/ 5067961 w 12192000"/>
              <a:gd name="connsiteY108" fmla="*/ 1845917 h 2237474"/>
              <a:gd name="connsiteX109" fmla="*/ 5007075 w 12192000"/>
              <a:gd name="connsiteY109" fmla="*/ 1838626 h 2237474"/>
              <a:gd name="connsiteX110" fmla="*/ 4944087 w 12192000"/>
              <a:gd name="connsiteY110" fmla="*/ 1823332 h 2237474"/>
              <a:gd name="connsiteX111" fmla="*/ 4907662 w 12192000"/>
              <a:gd name="connsiteY111" fmla="*/ 1816900 h 2237474"/>
              <a:gd name="connsiteX112" fmla="*/ 4882386 w 12192000"/>
              <a:gd name="connsiteY112" fmla="*/ 1809844 h 2237474"/>
              <a:gd name="connsiteX113" fmla="*/ 4811440 w 12192000"/>
              <a:gd name="connsiteY113" fmla="*/ 1804655 h 2237474"/>
              <a:gd name="connsiteX114" fmla="*/ 4691075 w 12192000"/>
              <a:gd name="connsiteY114" fmla="*/ 1801389 h 2237474"/>
              <a:gd name="connsiteX115" fmla="*/ 4611738 w 12192000"/>
              <a:gd name="connsiteY115" fmla="*/ 1776964 h 2237474"/>
              <a:gd name="connsiteX116" fmla="*/ 4560070 w 12192000"/>
              <a:gd name="connsiteY116" fmla="*/ 1785640 h 2237474"/>
              <a:gd name="connsiteX117" fmla="*/ 4536503 w 12192000"/>
              <a:gd name="connsiteY117" fmla="*/ 1785334 h 2237474"/>
              <a:gd name="connsiteX118" fmla="*/ 4513724 w 12192000"/>
              <a:gd name="connsiteY118" fmla="*/ 1791996 h 2237474"/>
              <a:gd name="connsiteX119" fmla="*/ 4459810 w 12192000"/>
              <a:gd name="connsiteY119" fmla="*/ 1797886 h 2237474"/>
              <a:gd name="connsiteX120" fmla="*/ 4379064 w 12192000"/>
              <a:gd name="connsiteY120" fmla="*/ 1817177 h 2237474"/>
              <a:gd name="connsiteX121" fmla="*/ 4319209 w 12192000"/>
              <a:gd name="connsiteY121" fmla="*/ 1834833 h 2237474"/>
              <a:gd name="connsiteX122" fmla="*/ 4290981 w 12192000"/>
              <a:gd name="connsiteY122" fmla="*/ 1839677 h 2237474"/>
              <a:gd name="connsiteX123" fmla="*/ 4285792 w 12192000"/>
              <a:gd name="connsiteY123" fmla="*/ 1836231 h 2237474"/>
              <a:gd name="connsiteX124" fmla="*/ 4238372 w 12192000"/>
              <a:gd name="connsiteY124" fmla="*/ 1851480 h 2237474"/>
              <a:gd name="connsiteX125" fmla="*/ 4232517 w 12192000"/>
              <a:gd name="connsiteY125" fmla="*/ 1852567 h 2237474"/>
              <a:gd name="connsiteX126" fmla="*/ 4191732 w 12192000"/>
              <a:gd name="connsiteY126" fmla="*/ 1857328 h 2237474"/>
              <a:gd name="connsiteX127" fmla="*/ 4065532 w 12192000"/>
              <a:gd name="connsiteY127" fmla="*/ 1855477 h 2237474"/>
              <a:gd name="connsiteX128" fmla="*/ 4028460 w 12192000"/>
              <a:gd name="connsiteY128" fmla="*/ 1855137 h 2237474"/>
              <a:gd name="connsiteX129" fmla="*/ 4002267 w 12192000"/>
              <a:gd name="connsiteY129" fmla="*/ 1852352 h 2237474"/>
              <a:gd name="connsiteX130" fmla="*/ 3931396 w 12192000"/>
              <a:gd name="connsiteY130" fmla="*/ 1858915 h 2237474"/>
              <a:gd name="connsiteX131" fmla="*/ 3812162 w 12192000"/>
              <a:gd name="connsiteY131" fmla="*/ 1875501 h 2237474"/>
              <a:gd name="connsiteX132" fmla="*/ 3729530 w 12192000"/>
              <a:gd name="connsiteY132" fmla="*/ 1864513 h 2237474"/>
              <a:gd name="connsiteX133" fmla="*/ 3680177 w 12192000"/>
              <a:gd name="connsiteY133" fmla="*/ 1881552 h 2237474"/>
              <a:gd name="connsiteX134" fmla="*/ 3567259 w 12192000"/>
              <a:gd name="connsiteY134" fmla="*/ 1893482 h 2237474"/>
              <a:gd name="connsiteX135" fmla="*/ 3405770 w 12192000"/>
              <a:gd name="connsiteY135" fmla="*/ 1904591 h 2237474"/>
              <a:gd name="connsiteX136" fmla="*/ 3280097 w 12192000"/>
              <a:gd name="connsiteY136" fmla="*/ 1919610 h 2237474"/>
              <a:gd name="connsiteX137" fmla="*/ 3123424 w 12192000"/>
              <a:gd name="connsiteY137" fmla="*/ 1952930 h 2237474"/>
              <a:gd name="connsiteX138" fmla="*/ 3009910 w 12192000"/>
              <a:gd name="connsiteY138" fmla="*/ 1957866 h 2237474"/>
              <a:gd name="connsiteX139" fmla="*/ 2995934 w 12192000"/>
              <a:gd name="connsiteY139" fmla="*/ 1967085 h 2237474"/>
              <a:gd name="connsiteX140" fmla="*/ 2980071 w 12192000"/>
              <a:gd name="connsiteY140" fmla="*/ 1972988 h 2237474"/>
              <a:gd name="connsiteX141" fmla="*/ 2978094 w 12192000"/>
              <a:gd name="connsiteY141" fmla="*/ 1972369 h 2237474"/>
              <a:gd name="connsiteX142" fmla="*/ 2942858 w 12192000"/>
              <a:gd name="connsiteY142" fmla="*/ 1981367 h 2237474"/>
              <a:gd name="connsiteX143" fmla="*/ 2875436 w 12192000"/>
              <a:gd name="connsiteY143" fmla="*/ 1996977 h 2237474"/>
              <a:gd name="connsiteX144" fmla="*/ 2874892 w 12192000"/>
              <a:gd name="connsiteY144" fmla="*/ 1996085 h 2237474"/>
              <a:gd name="connsiteX145" fmla="*/ 2864145 w 12192000"/>
              <a:gd name="connsiteY145" fmla="*/ 1994061 h 2237474"/>
              <a:gd name="connsiteX146" fmla="*/ 2843662 w 12192000"/>
              <a:gd name="connsiteY146" fmla="*/ 1992498 h 2237474"/>
              <a:gd name="connsiteX147" fmla="*/ 2796128 w 12192000"/>
              <a:gd name="connsiteY147" fmla="*/ 1976403 h 2237474"/>
              <a:gd name="connsiteX148" fmla="*/ 2756784 w 12192000"/>
              <a:gd name="connsiteY148" fmla="*/ 1985116 h 2237474"/>
              <a:gd name="connsiteX149" fmla="*/ 2748833 w 12192000"/>
              <a:gd name="connsiteY149" fmla="*/ 1986323 h 2237474"/>
              <a:gd name="connsiteX150" fmla="*/ 2748661 w 12192000"/>
              <a:gd name="connsiteY150" fmla="*/ 1986122 h 2237474"/>
              <a:gd name="connsiteX151" fmla="*/ 2740251 w 12192000"/>
              <a:gd name="connsiteY151" fmla="*/ 1986946 h 2237474"/>
              <a:gd name="connsiteX152" fmla="*/ 2718916 w 12192000"/>
              <a:gd name="connsiteY152" fmla="*/ 1990867 h 2237474"/>
              <a:gd name="connsiteX153" fmla="*/ 2713522 w 12192000"/>
              <a:gd name="connsiteY153" fmla="*/ 1990173 h 2237474"/>
              <a:gd name="connsiteX154" fmla="*/ 2680597 w 12192000"/>
              <a:gd name="connsiteY154" fmla="*/ 1984996 h 2237474"/>
              <a:gd name="connsiteX155" fmla="*/ 2578178 w 12192000"/>
              <a:gd name="connsiteY155" fmla="*/ 1990531 h 2237474"/>
              <a:gd name="connsiteX156" fmla="*/ 2476147 w 12192000"/>
              <a:gd name="connsiteY156" fmla="*/ 1998305 h 2237474"/>
              <a:gd name="connsiteX157" fmla="*/ 2373568 w 12192000"/>
              <a:gd name="connsiteY157" fmla="*/ 2003219 h 2237474"/>
              <a:gd name="connsiteX158" fmla="*/ 2321399 w 12192000"/>
              <a:gd name="connsiteY158" fmla="*/ 1989467 h 2237474"/>
              <a:gd name="connsiteX159" fmla="*/ 2315525 w 12192000"/>
              <a:gd name="connsiteY159" fmla="*/ 1989708 h 2237474"/>
              <a:gd name="connsiteX160" fmla="*/ 2300792 w 12192000"/>
              <a:gd name="connsiteY160" fmla="*/ 1994290 h 2237474"/>
              <a:gd name="connsiteX161" fmla="*/ 2295469 w 12192000"/>
              <a:gd name="connsiteY161" fmla="*/ 1996659 h 2237474"/>
              <a:gd name="connsiteX162" fmla="*/ 2287219 w 12192000"/>
              <a:gd name="connsiteY162" fmla="*/ 1998750 h 2237474"/>
              <a:gd name="connsiteX163" fmla="*/ 2286948 w 12192000"/>
              <a:gd name="connsiteY163" fmla="*/ 1998596 h 2237474"/>
              <a:gd name="connsiteX164" fmla="*/ 2243069 w 12192000"/>
              <a:gd name="connsiteY164" fmla="*/ 2015111 h 2237474"/>
              <a:gd name="connsiteX165" fmla="*/ 2186609 w 12192000"/>
              <a:gd name="connsiteY165" fmla="*/ 2008263 h 2237474"/>
              <a:gd name="connsiteX166" fmla="*/ 2164831 w 12192000"/>
              <a:gd name="connsiteY166" fmla="*/ 2010143 h 2237474"/>
              <a:gd name="connsiteX167" fmla="*/ 2152836 w 12192000"/>
              <a:gd name="connsiteY167" fmla="*/ 2010048 h 2237474"/>
              <a:gd name="connsiteX168" fmla="*/ 2117102 w 12192000"/>
              <a:gd name="connsiteY168" fmla="*/ 2023004 h 2237474"/>
              <a:gd name="connsiteX169" fmla="*/ 2111935 w 12192000"/>
              <a:gd name="connsiteY169" fmla="*/ 2023163 h 2237474"/>
              <a:gd name="connsiteX170" fmla="*/ 2089991 w 12192000"/>
              <a:gd name="connsiteY170" fmla="*/ 2034193 h 2237474"/>
              <a:gd name="connsiteX171" fmla="*/ 2058061 w 12192000"/>
              <a:gd name="connsiteY171" fmla="*/ 2047942 h 2237474"/>
              <a:gd name="connsiteX172" fmla="*/ 2055737 w 12192000"/>
              <a:gd name="connsiteY172" fmla="*/ 2047704 h 2237474"/>
              <a:gd name="connsiteX173" fmla="*/ 2042244 w 12192000"/>
              <a:gd name="connsiteY173" fmla="*/ 2055560 h 2237474"/>
              <a:gd name="connsiteX174" fmla="*/ 1976224 w 12192000"/>
              <a:gd name="connsiteY174" fmla="*/ 2074257 h 2237474"/>
              <a:gd name="connsiteX175" fmla="*/ 1877728 w 12192000"/>
              <a:gd name="connsiteY175" fmla="*/ 2101004 h 2237474"/>
              <a:gd name="connsiteX176" fmla="*/ 1759056 w 12192000"/>
              <a:gd name="connsiteY176" fmla="*/ 2125608 h 2237474"/>
              <a:gd name="connsiteX177" fmla="*/ 1637948 w 12192000"/>
              <a:gd name="connsiteY177" fmla="*/ 2172597 h 2237474"/>
              <a:gd name="connsiteX178" fmla="*/ 1434549 w 12192000"/>
              <a:gd name="connsiteY178" fmla="*/ 2234522 h 2237474"/>
              <a:gd name="connsiteX179" fmla="*/ 1398481 w 12192000"/>
              <a:gd name="connsiteY179" fmla="*/ 2237074 h 2237474"/>
              <a:gd name="connsiteX180" fmla="*/ 1398407 w 12192000"/>
              <a:gd name="connsiteY180" fmla="*/ 2237095 h 2237474"/>
              <a:gd name="connsiteX181" fmla="*/ 1370962 w 12192000"/>
              <a:gd name="connsiteY181" fmla="*/ 2237474 h 2237474"/>
              <a:gd name="connsiteX182" fmla="*/ 1356367 w 12192000"/>
              <a:gd name="connsiteY182" fmla="*/ 2235089 h 2237474"/>
              <a:gd name="connsiteX183" fmla="*/ 1324828 w 12192000"/>
              <a:gd name="connsiteY183" fmla="*/ 2231968 h 2237474"/>
              <a:gd name="connsiteX184" fmla="*/ 1297744 w 12192000"/>
              <a:gd name="connsiteY184" fmla="*/ 2235849 h 2237474"/>
              <a:gd name="connsiteX185" fmla="*/ 1286236 w 12192000"/>
              <a:gd name="connsiteY185" fmla="*/ 2233135 h 2237474"/>
              <a:gd name="connsiteX186" fmla="*/ 1283504 w 12192000"/>
              <a:gd name="connsiteY186" fmla="*/ 2233797 h 2237474"/>
              <a:gd name="connsiteX187" fmla="*/ 1279765 w 12192000"/>
              <a:gd name="connsiteY187" fmla="*/ 2229639 h 2237474"/>
              <a:gd name="connsiteX188" fmla="*/ 1195347 w 12192000"/>
              <a:gd name="connsiteY188" fmla="*/ 2212354 h 2237474"/>
              <a:gd name="connsiteX189" fmla="*/ 970251 w 12192000"/>
              <a:gd name="connsiteY189" fmla="*/ 2221029 h 2237474"/>
              <a:gd name="connsiteX190" fmla="*/ 812914 w 12192000"/>
              <a:gd name="connsiteY190" fmla="*/ 2202752 h 2237474"/>
              <a:gd name="connsiteX191" fmla="*/ 800195 w 12192000"/>
              <a:gd name="connsiteY191" fmla="*/ 2209407 h 2237474"/>
              <a:gd name="connsiteX192" fmla="*/ 784978 w 12192000"/>
              <a:gd name="connsiteY192" fmla="*/ 2212360 h 2237474"/>
              <a:gd name="connsiteX193" fmla="*/ 681987 w 12192000"/>
              <a:gd name="connsiteY193" fmla="*/ 2216757 h 2237474"/>
              <a:gd name="connsiteX194" fmla="*/ 669923 w 12192000"/>
              <a:gd name="connsiteY194" fmla="*/ 2211682 h 2237474"/>
              <a:gd name="connsiteX195" fmla="*/ 648680 w 12192000"/>
              <a:gd name="connsiteY195" fmla="*/ 2206229 h 2237474"/>
              <a:gd name="connsiteX196" fmla="*/ 597225 w 12192000"/>
              <a:gd name="connsiteY196" fmla="*/ 2180999 h 2237474"/>
              <a:gd name="connsiteX197" fmla="*/ 558449 w 12192000"/>
              <a:gd name="connsiteY197" fmla="*/ 2182346 h 2237474"/>
              <a:gd name="connsiteX198" fmla="*/ 550517 w 12192000"/>
              <a:gd name="connsiteY198" fmla="*/ 2182060 h 2237474"/>
              <a:gd name="connsiteX199" fmla="*/ 550309 w 12192000"/>
              <a:gd name="connsiteY199" fmla="*/ 2181825 h 2237474"/>
              <a:gd name="connsiteX200" fmla="*/ 541836 w 12192000"/>
              <a:gd name="connsiteY200" fmla="*/ 2181063 h 2237474"/>
              <a:gd name="connsiteX201" fmla="*/ 536057 w 12192000"/>
              <a:gd name="connsiteY201" fmla="*/ 2181537 h 2237474"/>
              <a:gd name="connsiteX202" fmla="*/ 520671 w 12192000"/>
              <a:gd name="connsiteY202" fmla="*/ 2180980 h 2237474"/>
              <a:gd name="connsiteX203" fmla="*/ 515024 w 12192000"/>
              <a:gd name="connsiteY203" fmla="*/ 2179258 h 2237474"/>
              <a:gd name="connsiteX204" fmla="*/ 512278 w 12192000"/>
              <a:gd name="connsiteY204" fmla="*/ 2176369 h 2237474"/>
              <a:gd name="connsiteX205" fmla="*/ 480419 w 12192000"/>
              <a:gd name="connsiteY205" fmla="*/ 2167807 h 2237474"/>
              <a:gd name="connsiteX206" fmla="*/ 413835 w 12192000"/>
              <a:gd name="connsiteY206" fmla="*/ 2156783 h 2237474"/>
              <a:gd name="connsiteX207" fmla="*/ 376513 w 12192000"/>
              <a:gd name="connsiteY207" fmla="*/ 2154014 h 2237474"/>
              <a:gd name="connsiteX208" fmla="*/ 273386 w 12192000"/>
              <a:gd name="connsiteY208" fmla="*/ 2142551 h 2237474"/>
              <a:gd name="connsiteX209" fmla="*/ 169207 w 12192000"/>
              <a:gd name="connsiteY209" fmla="*/ 2128100 h 2237474"/>
              <a:gd name="connsiteX210" fmla="*/ 93149 w 12192000"/>
              <a:gd name="connsiteY210" fmla="*/ 2105324 h 2237474"/>
              <a:gd name="connsiteX211" fmla="*/ 88109 w 12192000"/>
              <a:gd name="connsiteY211" fmla="*/ 2106704 h 2237474"/>
              <a:gd name="connsiteX212" fmla="*/ 80022 w 12192000"/>
              <a:gd name="connsiteY212" fmla="*/ 2107254 h 2237474"/>
              <a:gd name="connsiteX213" fmla="*/ 79717 w 12192000"/>
              <a:gd name="connsiteY213" fmla="*/ 2107046 h 2237474"/>
              <a:gd name="connsiteX214" fmla="*/ 72352 w 12192000"/>
              <a:gd name="connsiteY214" fmla="*/ 2107991 h 2237474"/>
              <a:gd name="connsiteX215" fmla="*/ 37645 w 12192000"/>
              <a:gd name="connsiteY215" fmla="*/ 2115401 h 2237474"/>
              <a:gd name="connsiteX216" fmla="*/ 4572 w 12192000"/>
              <a:gd name="connsiteY216" fmla="*/ 2111091 h 2237474"/>
              <a:gd name="connsiteX217" fmla="*/ 0 w 12192000"/>
              <a:gd name="connsiteY217" fmla="*/ 2110468 h 2237474"/>
              <a:gd name="connsiteX218" fmla="*/ 0 w 12192000"/>
              <a:gd name="connsiteY21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78288 w 12192000"/>
              <a:gd name="connsiteY25" fmla="*/ 854362 h 2237474"/>
              <a:gd name="connsiteX26" fmla="*/ 9761459 w 12192000"/>
              <a:gd name="connsiteY26" fmla="*/ 862394 h 2237474"/>
              <a:gd name="connsiteX27" fmla="*/ 9705768 w 12192000"/>
              <a:gd name="connsiteY27" fmla="*/ 894610 h 2237474"/>
              <a:gd name="connsiteX28" fmla="*/ 9683005 w 12192000"/>
              <a:gd name="connsiteY28" fmla="*/ 894128 h 2237474"/>
              <a:gd name="connsiteX29" fmla="*/ 9594438 w 12192000"/>
              <a:gd name="connsiteY29" fmla="*/ 919051 h 2237474"/>
              <a:gd name="connsiteX30" fmla="*/ 9577033 w 12192000"/>
              <a:gd name="connsiteY30" fmla="*/ 922857 h 2237474"/>
              <a:gd name="connsiteX31" fmla="*/ 9544189 w 12192000"/>
              <a:gd name="connsiteY31" fmla="*/ 938966 h 2237474"/>
              <a:gd name="connsiteX32" fmla="*/ 9500499 w 12192000"/>
              <a:gd name="connsiteY32" fmla="*/ 954680 h 2237474"/>
              <a:gd name="connsiteX33" fmla="*/ 9428195 w 12192000"/>
              <a:gd name="connsiteY33" fmla="*/ 986225 h 2237474"/>
              <a:gd name="connsiteX34" fmla="*/ 9410017 w 12192000"/>
              <a:gd name="connsiteY34" fmla="*/ 993931 h 2237474"/>
              <a:gd name="connsiteX35" fmla="*/ 9392919 w 12192000"/>
              <a:gd name="connsiteY35" fmla="*/ 994656 h 2237474"/>
              <a:gd name="connsiteX36" fmla="*/ 9278619 w 12192000"/>
              <a:gd name="connsiteY36" fmla="*/ 1011878 h 2237474"/>
              <a:gd name="connsiteX37" fmla="*/ 9268019 w 12192000"/>
              <a:gd name="connsiteY37" fmla="*/ 1007442 h 2237474"/>
              <a:gd name="connsiteX38" fmla="*/ 9234662 w 12192000"/>
              <a:gd name="connsiteY38" fmla="*/ 1023056 h 2237474"/>
              <a:gd name="connsiteX39" fmla="*/ 9181033 w 12192000"/>
              <a:gd name="connsiteY39" fmla="*/ 1037921 h 2237474"/>
              <a:gd name="connsiteX40" fmla="*/ 9155969 w 12192000"/>
              <a:gd name="connsiteY40" fmla="*/ 1046804 h 2237474"/>
              <a:gd name="connsiteX41" fmla="*/ 9133985 w 12192000"/>
              <a:gd name="connsiteY41" fmla="*/ 1046450 h 2237474"/>
              <a:gd name="connsiteX42" fmla="*/ 9012987 w 12192000"/>
              <a:gd name="connsiteY42" fmla="*/ 1061986 h 2237474"/>
              <a:gd name="connsiteX43" fmla="*/ 8968445 w 12192000"/>
              <a:gd name="connsiteY43" fmla="*/ 1052169 h 2237474"/>
              <a:gd name="connsiteX44" fmla="*/ 8958984 w 12192000"/>
              <a:gd name="connsiteY44" fmla="*/ 1057212 h 2237474"/>
              <a:gd name="connsiteX45" fmla="*/ 8886001 w 12192000"/>
              <a:gd name="connsiteY45" fmla="*/ 1067468 h 2237474"/>
              <a:gd name="connsiteX46" fmla="*/ 8838610 w 12192000"/>
              <a:gd name="connsiteY46" fmla="*/ 1075091 h 2237474"/>
              <a:gd name="connsiteX47" fmla="*/ 8750383 w 12192000"/>
              <a:gd name="connsiteY47" fmla="*/ 1097387 h 2237474"/>
              <a:gd name="connsiteX48" fmla="*/ 8697365 w 12192000"/>
              <a:gd name="connsiteY48" fmla="*/ 1105869 h 2237474"/>
              <a:gd name="connsiteX49" fmla="*/ 8665605 w 12192000"/>
              <a:gd name="connsiteY49" fmla="*/ 1110791 h 2237474"/>
              <a:gd name="connsiteX50" fmla="*/ 8584946 w 12192000"/>
              <a:gd name="connsiteY50" fmla="*/ 1135226 h 2237474"/>
              <a:gd name="connsiteX51" fmla="*/ 8460755 w 12192000"/>
              <a:gd name="connsiteY51" fmla="*/ 1203427 h 2237474"/>
              <a:gd name="connsiteX52" fmla="*/ 8419755 w 12192000"/>
              <a:gd name="connsiteY52" fmla="*/ 1216260 h 2237474"/>
              <a:gd name="connsiteX53" fmla="*/ 8411626 w 12192000"/>
              <a:gd name="connsiteY53" fmla="*/ 1214397 h 2237474"/>
              <a:gd name="connsiteX54" fmla="*/ 8363469 w 12192000"/>
              <a:gd name="connsiteY54" fmla="*/ 1246658 h 2237474"/>
              <a:gd name="connsiteX55" fmla="*/ 8275497 w 12192000"/>
              <a:gd name="connsiteY55" fmla="*/ 1264396 h 2237474"/>
              <a:gd name="connsiteX56" fmla="*/ 8206287 w 12192000"/>
              <a:gd name="connsiteY56" fmla="*/ 1273060 h 2237474"/>
              <a:gd name="connsiteX57" fmla="*/ 8168705 w 12192000"/>
              <a:gd name="connsiteY57" fmla="*/ 1279956 h 2237474"/>
              <a:gd name="connsiteX58" fmla="*/ 8139997 w 12192000"/>
              <a:gd name="connsiteY58" fmla="*/ 1282713 h 2237474"/>
              <a:gd name="connsiteX59" fmla="*/ 8074238 w 12192000"/>
              <a:gd name="connsiteY59" fmla="*/ 1301895 h 2237474"/>
              <a:gd name="connsiteX60" fmla="*/ 7968292 w 12192000"/>
              <a:gd name="connsiteY60" fmla="*/ 1338779 h 2237474"/>
              <a:gd name="connsiteX61" fmla="*/ 7945122 w 12192000"/>
              <a:gd name="connsiteY61" fmla="*/ 1345477 h 2237474"/>
              <a:gd name="connsiteX62" fmla="*/ 7902328 w 12192000"/>
              <a:gd name="connsiteY62" fmla="*/ 1345865 h 2237474"/>
              <a:gd name="connsiteX63" fmla="*/ 7875879 w 12192000"/>
              <a:gd name="connsiteY63" fmla="*/ 1345646 h 2237474"/>
              <a:gd name="connsiteX64" fmla="*/ 7840612 w 12192000"/>
              <a:gd name="connsiteY64" fmla="*/ 1369373 h 2237474"/>
              <a:gd name="connsiteX65" fmla="*/ 7786819 w 12192000"/>
              <a:gd name="connsiteY65" fmla="*/ 1378970 h 2237474"/>
              <a:gd name="connsiteX66" fmla="*/ 7548172 w 12192000"/>
              <a:gd name="connsiteY66" fmla="*/ 1417460 h 2237474"/>
              <a:gd name="connsiteX67" fmla="*/ 7483437 w 12192000"/>
              <a:gd name="connsiteY67" fmla="*/ 1478152 h 2237474"/>
              <a:gd name="connsiteX68" fmla="*/ 7377870 w 12192000"/>
              <a:gd name="connsiteY68" fmla="*/ 1523319 h 2237474"/>
              <a:gd name="connsiteX69" fmla="*/ 7230737 w 12192000"/>
              <a:gd name="connsiteY69" fmla="*/ 1562633 h 2237474"/>
              <a:gd name="connsiteX70" fmla="*/ 7224458 w 12192000"/>
              <a:gd name="connsiteY70" fmla="*/ 1573008 h 2237474"/>
              <a:gd name="connsiteX71" fmla="*/ 7213486 w 12192000"/>
              <a:gd name="connsiteY71" fmla="*/ 1580987 h 2237474"/>
              <a:gd name="connsiteX72" fmla="*/ 7183121 w 12192000"/>
              <a:gd name="connsiteY72" fmla="*/ 1595162 h 2237474"/>
              <a:gd name="connsiteX73" fmla="*/ 7164601 w 12192000"/>
              <a:gd name="connsiteY73" fmla="*/ 1606490 h 2237474"/>
              <a:gd name="connsiteX74" fmla="*/ 7114651 w 12192000"/>
              <a:gd name="connsiteY74" fmla="*/ 1620959 h 2237474"/>
              <a:gd name="connsiteX75" fmla="*/ 7092727 w 12192000"/>
              <a:gd name="connsiteY75" fmla="*/ 1623628 h 2237474"/>
              <a:gd name="connsiteX76" fmla="*/ 7031309 w 12192000"/>
              <a:gd name="connsiteY76" fmla="*/ 1619451 h 2237474"/>
              <a:gd name="connsiteX77" fmla="*/ 6999084 w 12192000"/>
              <a:gd name="connsiteY77" fmla="*/ 1634317 h 2237474"/>
              <a:gd name="connsiteX78" fmla="*/ 6992107 w 12192000"/>
              <a:gd name="connsiteY78" fmla="*/ 1636860 h 2237474"/>
              <a:gd name="connsiteX79" fmla="*/ 6991765 w 12192000"/>
              <a:gd name="connsiteY79" fmla="*/ 1636725 h 2237474"/>
              <a:gd name="connsiteX80" fmla="*/ 6900177 w 12192000"/>
              <a:gd name="connsiteY80" fmla="*/ 1636016 h 2237474"/>
              <a:gd name="connsiteX81" fmla="*/ 6795372 w 12192000"/>
              <a:gd name="connsiteY81" fmla="*/ 1644845 h 2237474"/>
              <a:gd name="connsiteX82" fmla="*/ 6692251 w 12192000"/>
              <a:gd name="connsiteY82" fmla="*/ 1656357 h 2237474"/>
              <a:gd name="connsiteX83" fmla="*/ 6655235 w 12192000"/>
              <a:gd name="connsiteY83" fmla="*/ 1661869 h 2237474"/>
              <a:gd name="connsiteX84" fmla="*/ 6587857 w 12192000"/>
              <a:gd name="connsiteY84" fmla="*/ 1665769 h 2237474"/>
              <a:gd name="connsiteX85" fmla="*/ 6554894 w 12192000"/>
              <a:gd name="connsiteY85" fmla="*/ 1664428 h 2237474"/>
              <a:gd name="connsiteX86" fmla="*/ 6516595 w 12192000"/>
              <a:gd name="connsiteY86" fmla="*/ 1667475 h 2237474"/>
              <a:gd name="connsiteX87" fmla="*/ 6508541 w 12192000"/>
              <a:gd name="connsiteY87" fmla="*/ 1668757 h 2237474"/>
              <a:gd name="connsiteX88" fmla="*/ 6471012 w 12192000"/>
              <a:gd name="connsiteY88" fmla="*/ 1678604 h 2237474"/>
              <a:gd name="connsiteX89" fmla="*/ 6415265 w 12192000"/>
              <a:gd name="connsiteY89" fmla="*/ 1665317 h 2237474"/>
              <a:gd name="connsiteX90" fmla="*/ 6364035 w 12192000"/>
              <a:gd name="connsiteY90" fmla="*/ 1667683 h 2237474"/>
              <a:gd name="connsiteX91" fmla="*/ 6280959 w 12192000"/>
              <a:gd name="connsiteY91" fmla="*/ 1689329 h 2237474"/>
              <a:gd name="connsiteX92" fmla="*/ 6243319 w 12192000"/>
              <a:gd name="connsiteY92" fmla="*/ 1695560 h 2237474"/>
              <a:gd name="connsiteX93" fmla="*/ 6098321 w 12192000"/>
              <a:gd name="connsiteY93" fmla="*/ 1721646 h 2237474"/>
              <a:gd name="connsiteX94" fmla="*/ 5880652 w 12192000"/>
              <a:gd name="connsiteY94" fmla="*/ 1779643 h 2237474"/>
              <a:gd name="connsiteX95" fmla="*/ 5785959 w 12192000"/>
              <a:gd name="connsiteY95" fmla="*/ 1775307 h 2237474"/>
              <a:gd name="connsiteX96" fmla="*/ 5643534 w 12192000"/>
              <a:gd name="connsiteY96" fmla="*/ 1802919 h 2237474"/>
              <a:gd name="connsiteX97" fmla="*/ 5518799 w 12192000"/>
              <a:gd name="connsiteY97" fmla="*/ 1818312 h 2237474"/>
              <a:gd name="connsiteX98" fmla="*/ 5505014 w 12192000"/>
              <a:gd name="connsiteY98" fmla="*/ 1819259 h 2237474"/>
              <a:gd name="connsiteX99" fmla="*/ 5453307 w 12192000"/>
              <a:gd name="connsiteY99" fmla="*/ 1815450 h 2237474"/>
              <a:gd name="connsiteX100" fmla="*/ 5364192 w 12192000"/>
              <a:gd name="connsiteY100" fmla="*/ 1826074 h 2237474"/>
              <a:gd name="connsiteX101" fmla="*/ 5350380 w 12192000"/>
              <a:gd name="connsiteY101" fmla="*/ 1830891 h 2237474"/>
              <a:gd name="connsiteX102" fmla="*/ 5259633 w 12192000"/>
              <a:gd name="connsiteY102" fmla="*/ 1837160 h 2237474"/>
              <a:gd name="connsiteX103" fmla="*/ 5197513 w 12192000"/>
              <a:gd name="connsiteY103" fmla="*/ 1844718 h 2237474"/>
              <a:gd name="connsiteX104" fmla="*/ 5168852 w 12192000"/>
              <a:gd name="connsiteY104" fmla="*/ 1844846 h 2237474"/>
              <a:gd name="connsiteX105" fmla="*/ 5114927 w 12192000"/>
              <a:gd name="connsiteY105" fmla="*/ 1847827 h 2237474"/>
              <a:gd name="connsiteX106" fmla="*/ 5108970 w 12192000"/>
              <a:gd name="connsiteY106" fmla="*/ 1847935 h 2237474"/>
              <a:gd name="connsiteX107" fmla="*/ 5067961 w 12192000"/>
              <a:gd name="connsiteY107" fmla="*/ 1845917 h 2237474"/>
              <a:gd name="connsiteX108" fmla="*/ 5007075 w 12192000"/>
              <a:gd name="connsiteY108" fmla="*/ 1838626 h 2237474"/>
              <a:gd name="connsiteX109" fmla="*/ 4944087 w 12192000"/>
              <a:gd name="connsiteY109" fmla="*/ 1823332 h 2237474"/>
              <a:gd name="connsiteX110" fmla="*/ 4907662 w 12192000"/>
              <a:gd name="connsiteY110" fmla="*/ 1816900 h 2237474"/>
              <a:gd name="connsiteX111" fmla="*/ 4882386 w 12192000"/>
              <a:gd name="connsiteY111" fmla="*/ 1809844 h 2237474"/>
              <a:gd name="connsiteX112" fmla="*/ 4811440 w 12192000"/>
              <a:gd name="connsiteY112" fmla="*/ 1804655 h 2237474"/>
              <a:gd name="connsiteX113" fmla="*/ 4691075 w 12192000"/>
              <a:gd name="connsiteY113" fmla="*/ 1801389 h 2237474"/>
              <a:gd name="connsiteX114" fmla="*/ 4611738 w 12192000"/>
              <a:gd name="connsiteY114" fmla="*/ 1776964 h 2237474"/>
              <a:gd name="connsiteX115" fmla="*/ 4560070 w 12192000"/>
              <a:gd name="connsiteY115" fmla="*/ 1785640 h 2237474"/>
              <a:gd name="connsiteX116" fmla="*/ 4536503 w 12192000"/>
              <a:gd name="connsiteY116" fmla="*/ 1785334 h 2237474"/>
              <a:gd name="connsiteX117" fmla="*/ 4513724 w 12192000"/>
              <a:gd name="connsiteY117" fmla="*/ 1791996 h 2237474"/>
              <a:gd name="connsiteX118" fmla="*/ 4459810 w 12192000"/>
              <a:gd name="connsiteY118" fmla="*/ 1797886 h 2237474"/>
              <a:gd name="connsiteX119" fmla="*/ 4379064 w 12192000"/>
              <a:gd name="connsiteY119" fmla="*/ 1817177 h 2237474"/>
              <a:gd name="connsiteX120" fmla="*/ 4319209 w 12192000"/>
              <a:gd name="connsiteY120" fmla="*/ 1834833 h 2237474"/>
              <a:gd name="connsiteX121" fmla="*/ 4290981 w 12192000"/>
              <a:gd name="connsiteY121" fmla="*/ 1839677 h 2237474"/>
              <a:gd name="connsiteX122" fmla="*/ 4285792 w 12192000"/>
              <a:gd name="connsiteY122" fmla="*/ 1836231 h 2237474"/>
              <a:gd name="connsiteX123" fmla="*/ 4238372 w 12192000"/>
              <a:gd name="connsiteY123" fmla="*/ 1851480 h 2237474"/>
              <a:gd name="connsiteX124" fmla="*/ 4232517 w 12192000"/>
              <a:gd name="connsiteY124" fmla="*/ 1852567 h 2237474"/>
              <a:gd name="connsiteX125" fmla="*/ 4191732 w 12192000"/>
              <a:gd name="connsiteY125" fmla="*/ 1857328 h 2237474"/>
              <a:gd name="connsiteX126" fmla="*/ 4065532 w 12192000"/>
              <a:gd name="connsiteY126" fmla="*/ 1855477 h 2237474"/>
              <a:gd name="connsiteX127" fmla="*/ 4028460 w 12192000"/>
              <a:gd name="connsiteY127" fmla="*/ 1855137 h 2237474"/>
              <a:gd name="connsiteX128" fmla="*/ 4002267 w 12192000"/>
              <a:gd name="connsiteY128" fmla="*/ 1852352 h 2237474"/>
              <a:gd name="connsiteX129" fmla="*/ 3931396 w 12192000"/>
              <a:gd name="connsiteY129" fmla="*/ 1858915 h 2237474"/>
              <a:gd name="connsiteX130" fmla="*/ 3812162 w 12192000"/>
              <a:gd name="connsiteY130" fmla="*/ 1875501 h 2237474"/>
              <a:gd name="connsiteX131" fmla="*/ 3729530 w 12192000"/>
              <a:gd name="connsiteY131" fmla="*/ 1864513 h 2237474"/>
              <a:gd name="connsiteX132" fmla="*/ 3680177 w 12192000"/>
              <a:gd name="connsiteY132" fmla="*/ 1881552 h 2237474"/>
              <a:gd name="connsiteX133" fmla="*/ 3567259 w 12192000"/>
              <a:gd name="connsiteY133" fmla="*/ 1893482 h 2237474"/>
              <a:gd name="connsiteX134" fmla="*/ 3405770 w 12192000"/>
              <a:gd name="connsiteY134" fmla="*/ 1904591 h 2237474"/>
              <a:gd name="connsiteX135" fmla="*/ 3280097 w 12192000"/>
              <a:gd name="connsiteY135" fmla="*/ 1919610 h 2237474"/>
              <a:gd name="connsiteX136" fmla="*/ 3123424 w 12192000"/>
              <a:gd name="connsiteY136" fmla="*/ 1952930 h 2237474"/>
              <a:gd name="connsiteX137" fmla="*/ 3009910 w 12192000"/>
              <a:gd name="connsiteY137" fmla="*/ 1957866 h 2237474"/>
              <a:gd name="connsiteX138" fmla="*/ 2995934 w 12192000"/>
              <a:gd name="connsiteY138" fmla="*/ 1967085 h 2237474"/>
              <a:gd name="connsiteX139" fmla="*/ 2980071 w 12192000"/>
              <a:gd name="connsiteY139" fmla="*/ 1972988 h 2237474"/>
              <a:gd name="connsiteX140" fmla="*/ 2978094 w 12192000"/>
              <a:gd name="connsiteY140" fmla="*/ 1972369 h 2237474"/>
              <a:gd name="connsiteX141" fmla="*/ 2942858 w 12192000"/>
              <a:gd name="connsiteY141" fmla="*/ 1981367 h 2237474"/>
              <a:gd name="connsiteX142" fmla="*/ 2875436 w 12192000"/>
              <a:gd name="connsiteY142" fmla="*/ 1996977 h 2237474"/>
              <a:gd name="connsiteX143" fmla="*/ 2874892 w 12192000"/>
              <a:gd name="connsiteY143" fmla="*/ 1996085 h 2237474"/>
              <a:gd name="connsiteX144" fmla="*/ 2864145 w 12192000"/>
              <a:gd name="connsiteY144" fmla="*/ 1994061 h 2237474"/>
              <a:gd name="connsiteX145" fmla="*/ 2843662 w 12192000"/>
              <a:gd name="connsiteY145" fmla="*/ 1992498 h 2237474"/>
              <a:gd name="connsiteX146" fmla="*/ 2796128 w 12192000"/>
              <a:gd name="connsiteY146" fmla="*/ 1976403 h 2237474"/>
              <a:gd name="connsiteX147" fmla="*/ 2756784 w 12192000"/>
              <a:gd name="connsiteY147" fmla="*/ 1985116 h 2237474"/>
              <a:gd name="connsiteX148" fmla="*/ 2748833 w 12192000"/>
              <a:gd name="connsiteY148" fmla="*/ 1986323 h 2237474"/>
              <a:gd name="connsiteX149" fmla="*/ 2748661 w 12192000"/>
              <a:gd name="connsiteY149" fmla="*/ 1986122 h 2237474"/>
              <a:gd name="connsiteX150" fmla="*/ 2740251 w 12192000"/>
              <a:gd name="connsiteY150" fmla="*/ 1986946 h 2237474"/>
              <a:gd name="connsiteX151" fmla="*/ 2718916 w 12192000"/>
              <a:gd name="connsiteY151" fmla="*/ 1990867 h 2237474"/>
              <a:gd name="connsiteX152" fmla="*/ 2713522 w 12192000"/>
              <a:gd name="connsiteY152" fmla="*/ 1990173 h 2237474"/>
              <a:gd name="connsiteX153" fmla="*/ 2680597 w 12192000"/>
              <a:gd name="connsiteY153" fmla="*/ 1984996 h 2237474"/>
              <a:gd name="connsiteX154" fmla="*/ 2578178 w 12192000"/>
              <a:gd name="connsiteY154" fmla="*/ 1990531 h 2237474"/>
              <a:gd name="connsiteX155" fmla="*/ 2476147 w 12192000"/>
              <a:gd name="connsiteY155" fmla="*/ 1998305 h 2237474"/>
              <a:gd name="connsiteX156" fmla="*/ 2373568 w 12192000"/>
              <a:gd name="connsiteY156" fmla="*/ 2003219 h 2237474"/>
              <a:gd name="connsiteX157" fmla="*/ 2321399 w 12192000"/>
              <a:gd name="connsiteY157" fmla="*/ 1989467 h 2237474"/>
              <a:gd name="connsiteX158" fmla="*/ 2315525 w 12192000"/>
              <a:gd name="connsiteY158" fmla="*/ 1989708 h 2237474"/>
              <a:gd name="connsiteX159" fmla="*/ 2300792 w 12192000"/>
              <a:gd name="connsiteY159" fmla="*/ 1994290 h 2237474"/>
              <a:gd name="connsiteX160" fmla="*/ 2295469 w 12192000"/>
              <a:gd name="connsiteY160" fmla="*/ 1996659 h 2237474"/>
              <a:gd name="connsiteX161" fmla="*/ 2287219 w 12192000"/>
              <a:gd name="connsiteY161" fmla="*/ 1998750 h 2237474"/>
              <a:gd name="connsiteX162" fmla="*/ 2286948 w 12192000"/>
              <a:gd name="connsiteY162" fmla="*/ 1998596 h 2237474"/>
              <a:gd name="connsiteX163" fmla="*/ 2243069 w 12192000"/>
              <a:gd name="connsiteY163" fmla="*/ 2015111 h 2237474"/>
              <a:gd name="connsiteX164" fmla="*/ 2186609 w 12192000"/>
              <a:gd name="connsiteY164" fmla="*/ 2008263 h 2237474"/>
              <a:gd name="connsiteX165" fmla="*/ 2164831 w 12192000"/>
              <a:gd name="connsiteY165" fmla="*/ 2010143 h 2237474"/>
              <a:gd name="connsiteX166" fmla="*/ 2152836 w 12192000"/>
              <a:gd name="connsiteY166" fmla="*/ 2010048 h 2237474"/>
              <a:gd name="connsiteX167" fmla="*/ 2117102 w 12192000"/>
              <a:gd name="connsiteY167" fmla="*/ 2023004 h 2237474"/>
              <a:gd name="connsiteX168" fmla="*/ 2111935 w 12192000"/>
              <a:gd name="connsiteY168" fmla="*/ 2023163 h 2237474"/>
              <a:gd name="connsiteX169" fmla="*/ 2089991 w 12192000"/>
              <a:gd name="connsiteY169" fmla="*/ 2034193 h 2237474"/>
              <a:gd name="connsiteX170" fmla="*/ 2058061 w 12192000"/>
              <a:gd name="connsiteY170" fmla="*/ 2047942 h 2237474"/>
              <a:gd name="connsiteX171" fmla="*/ 2055737 w 12192000"/>
              <a:gd name="connsiteY171" fmla="*/ 2047704 h 2237474"/>
              <a:gd name="connsiteX172" fmla="*/ 2042244 w 12192000"/>
              <a:gd name="connsiteY172" fmla="*/ 2055560 h 2237474"/>
              <a:gd name="connsiteX173" fmla="*/ 1976224 w 12192000"/>
              <a:gd name="connsiteY173" fmla="*/ 2074257 h 2237474"/>
              <a:gd name="connsiteX174" fmla="*/ 1877728 w 12192000"/>
              <a:gd name="connsiteY174" fmla="*/ 2101004 h 2237474"/>
              <a:gd name="connsiteX175" fmla="*/ 1759056 w 12192000"/>
              <a:gd name="connsiteY175" fmla="*/ 2125608 h 2237474"/>
              <a:gd name="connsiteX176" fmla="*/ 1637948 w 12192000"/>
              <a:gd name="connsiteY176" fmla="*/ 2172597 h 2237474"/>
              <a:gd name="connsiteX177" fmla="*/ 1434549 w 12192000"/>
              <a:gd name="connsiteY177" fmla="*/ 2234522 h 2237474"/>
              <a:gd name="connsiteX178" fmla="*/ 1398481 w 12192000"/>
              <a:gd name="connsiteY178" fmla="*/ 2237074 h 2237474"/>
              <a:gd name="connsiteX179" fmla="*/ 1398407 w 12192000"/>
              <a:gd name="connsiteY179" fmla="*/ 2237095 h 2237474"/>
              <a:gd name="connsiteX180" fmla="*/ 1370962 w 12192000"/>
              <a:gd name="connsiteY180" fmla="*/ 2237474 h 2237474"/>
              <a:gd name="connsiteX181" fmla="*/ 1356367 w 12192000"/>
              <a:gd name="connsiteY181" fmla="*/ 2235089 h 2237474"/>
              <a:gd name="connsiteX182" fmla="*/ 1324828 w 12192000"/>
              <a:gd name="connsiteY182" fmla="*/ 2231968 h 2237474"/>
              <a:gd name="connsiteX183" fmla="*/ 1297744 w 12192000"/>
              <a:gd name="connsiteY183" fmla="*/ 2235849 h 2237474"/>
              <a:gd name="connsiteX184" fmla="*/ 1286236 w 12192000"/>
              <a:gd name="connsiteY184" fmla="*/ 2233135 h 2237474"/>
              <a:gd name="connsiteX185" fmla="*/ 1283504 w 12192000"/>
              <a:gd name="connsiteY185" fmla="*/ 2233797 h 2237474"/>
              <a:gd name="connsiteX186" fmla="*/ 1279765 w 12192000"/>
              <a:gd name="connsiteY186" fmla="*/ 2229639 h 2237474"/>
              <a:gd name="connsiteX187" fmla="*/ 1195347 w 12192000"/>
              <a:gd name="connsiteY187" fmla="*/ 2212354 h 2237474"/>
              <a:gd name="connsiteX188" fmla="*/ 970251 w 12192000"/>
              <a:gd name="connsiteY188" fmla="*/ 2221029 h 2237474"/>
              <a:gd name="connsiteX189" fmla="*/ 812914 w 12192000"/>
              <a:gd name="connsiteY189" fmla="*/ 2202752 h 2237474"/>
              <a:gd name="connsiteX190" fmla="*/ 800195 w 12192000"/>
              <a:gd name="connsiteY190" fmla="*/ 2209407 h 2237474"/>
              <a:gd name="connsiteX191" fmla="*/ 784978 w 12192000"/>
              <a:gd name="connsiteY191" fmla="*/ 2212360 h 2237474"/>
              <a:gd name="connsiteX192" fmla="*/ 681987 w 12192000"/>
              <a:gd name="connsiteY192" fmla="*/ 2216757 h 2237474"/>
              <a:gd name="connsiteX193" fmla="*/ 669923 w 12192000"/>
              <a:gd name="connsiteY193" fmla="*/ 2211682 h 2237474"/>
              <a:gd name="connsiteX194" fmla="*/ 648680 w 12192000"/>
              <a:gd name="connsiteY194" fmla="*/ 2206229 h 2237474"/>
              <a:gd name="connsiteX195" fmla="*/ 597225 w 12192000"/>
              <a:gd name="connsiteY195" fmla="*/ 2180999 h 2237474"/>
              <a:gd name="connsiteX196" fmla="*/ 558449 w 12192000"/>
              <a:gd name="connsiteY196" fmla="*/ 2182346 h 2237474"/>
              <a:gd name="connsiteX197" fmla="*/ 550517 w 12192000"/>
              <a:gd name="connsiteY197" fmla="*/ 2182060 h 2237474"/>
              <a:gd name="connsiteX198" fmla="*/ 550309 w 12192000"/>
              <a:gd name="connsiteY198" fmla="*/ 2181825 h 2237474"/>
              <a:gd name="connsiteX199" fmla="*/ 541836 w 12192000"/>
              <a:gd name="connsiteY199" fmla="*/ 2181063 h 2237474"/>
              <a:gd name="connsiteX200" fmla="*/ 536057 w 12192000"/>
              <a:gd name="connsiteY200" fmla="*/ 2181537 h 2237474"/>
              <a:gd name="connsiteX201" fmla="*/ 520671 w 12192000"/>
              <a:gd name="connsiteY201" fmla="*/ 2180980 h 2237474"/>
              <a:gd name="connsiteX202" fmla="*/ 515024 w 12192000"/>
              <a:gd name="connsiteY202" fmla="*/ 2179258 h 2237474"/>
              <a:gd name="connsiteX203" fmla="*/ 512278 w 12192000"/>
              <a:gd name="connsiteY203" fmla="*/ 2176369 h 2237474"/>
              <a:gd name="connsiteX204" fmla="*/ 480419 w 12192000"/>
              <a:gd name="connsiteY204" fmla="*/ 2167807 h 2237474"/>
              <a:gd name="connsiteX205" fmla="*/ 413835 w 12192000"/>
              <a:gd name="connsiteY205" fmla="*/ 2156783 h 2237474"/>
              <a:gd name="connsiteX206" fmla="*/ 376513 w 12192000"/>
              <a:gd name="connsiteY206" fmla="*/ 2154014 h 2237474"/>
              <a:gd name="connsiteX207" fmla="*/ 273386 w 12192000"/>
              <a:gd name="connsiteY207" fmla="*/ 2142551 h 2237474"/>
              <a:gd name="connsiteX208" fmla="*/ 169207 w 12192000"/>
              <a:gd name="connsiteY208" fmla="*/ 2128100 h 2237474"/>
              <a:gd name="connsiteX209" fmla="*/ 93149 w 12192000"/>
              <a:gd name="connsiteY209" fmla="*/ 2105324 h 2237474"/>
              <a:gd name="connsiteX210" fmla="*/ 88109 w 12192000"/>
              <a:gd name="connsiteY210" fmla="*/ 2106704 h 2237474"/>
              <a:gd name="connsiteX211" fmla="*/ 80022 w 12192000"/>
              <a:gd name="connsiteY211" fmla="*/ 2107254 h 2237474"/>
              <a:gd name="connsiteX212" fmla="*/ 79717 w 12192000"/>
              <a:gd name="connsiteY212" fmla="*/ 2107046 h 2237474"/>
              <a:gd name="connsiteX213" fmla="*/ 72352 w 12192000"/>
              <a:gd name="connsiteY213" fmla="*/ 2107991 h 2237474"/>
              <a:gd name="connsiteX214" fmla="*/ 37645 w 12192000"/>
              <a:gd name="connsiteY214" fmla="*/ 2115401 h 2237474"/>
              <a:gd name="connsiteX215" fmla="*/ 4572 w 12192000"/>
              <a:gd name="connsiteY215" fmla="*/ 2111091 h 2237474"/>
              <a:gd name="connsiteX216" fmla="*/ 0 w 12192000"/>
              <a:gd name="connsiteY216" fmla="*/ 2110468 h 2237474"/>
              <a:gd name="connsiteX217" fmla="*/ 0 w 12192000"/>
              <a:gd name="connsiteY21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61459 w 12192000"/>
              <a:gd name="connsiteY25" fmla="*/ 862394 h 2237474"/>
              <a:gd name="connsiteX26" fmla="*/ 9705768 w 12192000"/>
              <a:gd name="connsiteY26" fmla="*/ 894610 h 2237474"/>
              <a:gd name="connsiteX27" fmla="*/ 9683005 w 12192000"/>
              <a:gd name="connsiteY27" fmla="*/ 894128 h 2237474"/>
              <a:gd name="connsiteX28" fmla="*/ 9594438 w 12192000"/>
              <a:gd name="connsiteY28" fmla="*/ 919051 h 2237474"/>
              <a:gd name="connsiteX29" fmla="*/ 9577033 w 12192000"/>
              <a:gd name="connsiteY29" fmla="*/ 922857 h 2237474"/>
              <a:gd name="connsiteX30" fmla="*/ 9544189 w 12192000"/>
              <a:gd name="connsiteY30" fmla="*/ 938966 h 2237474"/>
              <a:gd name="connsiteX31" fmla="*/ 9500499 w 12192000"/>
              <a:gd name="connsiteY31" fmla="*/ 954680 h 2237474"/>
              <a:gd name="connsiteX32" fmla="*/ 9428195 w 12192000"/>
              <a:gd name="connsiteY32" fmla="*/ 986225 h 2237474"/>
              <a:gd name="connsiteX33" fmla="*/ 9410017 w 12192000"/>
              <a:gd name="connsiteY33" fmla="*/ 993931 h 2237474"/>
              <a:gd name="connsiteX34" fmla="*/ 9392919 w 12192000"/>
              <a:gd name="connsiteY34" fmla="*/ 994656 h 2237474"/>
              <a:gd name="connsiteX35" fmla="*/ 9278619 w 12192000"/>
              <a:gd name="connsiteY35" fmla="*/ 1011878 h 2237474"/>
              <a:gd name="connsiteX36" fmla="*/ 9268019 w 12192000"/>
              <a:gd name="connsiteY36" fmla="*/ 1007442 h 2237474"/>
              <a:gd name="connsiteX37" fmla="*/ 9234662 w 12192000"/>
              <a:gd name="connsiteY37" fmla="*/ 1023056 h 2237474"/>
              <a:gd name="connsiteX38" fmla="*/ 9181033 w 12192000"/>
              <a:gd name="connsiteY38" fmla="*/ 1037921 h 2237474"/>
              <a:gd name="connsiteX39" fmla="*/ 9155969 w 12192000"/>
              <a:gd name="connsiteY39" fmla="*/ 1046804 h 2237474"/>
              <a:gd name="connsiteX40" fmla="*/ 9133985 w 12192000"/>
              <a:gd name="connsiteY40" fmla="*/ 1046450 h 2237474"/>
              <a:gd name="connsiteX41" fmla="*/ 9012987 w 12192000"/>
              <a:gd name="connsiteY41" fmla="*/ 1061986 h 2237474"/>
              <a:gd name="connsiteX42" fmla="*/ 8968445 w 12192000"/>
              <a:gd name="connsiteY42" fmla="*/ 1052169 h 2237474"/>
              <a:gd name="connsiteX43" fmla="*/ 8958984 w 12192000"/>
              <a:gd name="connsiteY43" fmla="*/ 1057212 h 2237474"/>
              <a:gd name="connsiteX44" fmla="*/ 8886001 w 12192000"/>
              <a:gd name="connsiteY44" fmla="*/ 1067468 h 2237474"/>
              <a:gd name="connsiteX45" fmla="*/ 8838610 w 12192000"/>
              <a:gd name="connsiteY45" fmla="*/ 1075091 h 2237474"/>
              <a:gd name="connsiteX46" fmla="*/ 8750383 w 12192000"/>
              <a:gd name="connsiteY46" fmla="*/ 1097387 h 2237474"/>
              <a:gd name="connsiteX47" fmla="*/ 8697365 w 12192000"/>
              <a:gd name="connsiteY47" fmla="*/ 1105869 h 2237474"/>
              <a:gd name="connsiteX48" fmla="*/ 8665605 w 12192000"/>
              <a:gd name="connsiteY48" fmla="*/ 1110791 h 2237474"/>
              <a:gd name="connsiteX49" fmla="*/ 8584946 w 12192000"/>
              <a:gd name="connsiteY49" fmla="*/ 1135226 h 2237474"/>
              <a:gd name="connsiteX50" fmla="*/ 8460755 w 12192000"/>
              <a:gd name="connsiteY50" fmla="*/ 1203427 h 2237474"/>
              <a:gd name="connsiteX51" fmla="*/ 8419755 w 12192000"/>
              <a:gd name="connsiteY51" fmla="*/ 1216260 h 2237474"/>
              <a:gd name="connsiteX52" fmla="*/ 8411626 w 12192000"/>
              <a:gd name="connsiteY52" fmla="*/ 1214397 h 2237474"/>
              <a:gd name="connsiteX53" fmla="*/ 8363469 w 12192000"/>
              <a:gd name="connsiteY53" fmla="*/ 1246658 h 2237474"/>
              <a:gd name="connsiteX54" fmla="*/ 8275497 w 12192000"/>
              <a:gd name="connsiteY54" fmla="*/ 1264396 h 2237474"/>
              <a:gd name="connsiteX55" fmla="*/ 8206287 w 12192000"/>
              <a:gd name="connsiteY55" fmla="*/ 1273060 h 2237474"/>
              <a:gd name="connsiteX56" fmla="*/ 8168705 w 12192000"/>
              <a:gd name="connsiteY56" fmla="*/ 1279956 h 2237474"/>
              <a:gd name="connsiteX57" fmla="*/ 8139997 w 12192000"/>
              <a:gd name="connsiteY57" fmla="*/ 1282713 h 2237474"/>
              <a:gd name="connsiteX58" fmla="*/ 8074238 w 12192000"/>
              <a:gd name="connsiteY58" fmla="*/ 1301895 h 2237474"/>
              <a:gd name="connsiteX59" fmla="*/ 7968292 w 12192000"/>
              <a:gd name="connsiteY59" fmla="*/ 1338779 h 2237474"/>
              <a:gd name="connsiteX60" fmla="*/ 7945122 w 12192000"/>
              <a:gd name="connsiteY60" fmla="*/ 1345477 h 2237474"/>
              <a:gd name="connsiteX61" fmla="*/ 7902328 w 12192000"/>
              <a:gd name="connsiteY61" fmla="*/ 1345865 h 2237474"/>
              <a:gd name="connsiteX62" fmla="*/ 7875879 w 12192000"/>
              <a:gd name="connsiteY62" fmla="*/ 1345646 h 2237474"/>
              <a:gd name="connsiteX63" fmla="*/ 7840612 w 12192000"/>
              <a:gd name="connsiteY63" fmla="*/ 1369373 h 2237474"/>
              <a:gd name="connsiteX64" fmla="*/ 7786819 w 12192000"/>
              <a:gd name="connsiteY64" fmla="*/ 1378970 h 2237474"/>
              <a:gd name="connsiteX65" fmla="*/ 7548172 w 12192000"/>
              <a:gd name="connsiteY65" fmla="*/ 1417460 h 2237474"/>
              <a:gd name="connsiteX66" fmla="*/ 7483437 w 12192000"/>
              <a:gd name="connsiteY66" fmla="*/ 1478152 h 2237474"/>
              <a:gd name="connsiteX67" fmla="*/ 7377870 w 12192000"/>
              <a:gd name="connsiteY67" fmla="*/ 1523319 h 2237474"/>
              <a:gd name="connsiteX68" fmla="*/ 7230737 w 12192000"/>
              <a:gd name="connsiteY68" fmla="*/ 1562633 h 2237474"/>
              <a:gd name="connsiteX69" fmla="*/ 7224458 w 12192000"/>
              <a:gd name="connsiteY69" fmla="*/ 1573008 h 2237474"/>
              <a:gd name="connsiteX70" fmla="*/ 7213486 w 12192000"/>
              <a:gd name="connsiteY70" fmla="*/ 1580987 h 2237474"/>
              <a:gd name="connsiteX71" fmla="*/ 7183121 w 12192000"/>
              <a:gd name="connsiteY71" fmla="*/ 1595162 h 2237474"/>
              <a:gd name="connsiteX72" fmla="*/ 7164601 w 12192000"/>
              <a:gd name="connsiteY72" fmla="*/ 1606490 h 2237474"/>
              <a:gd name="connsiteX73" fmla="*/ 7114651 w 12192000"/>
              <a:gd name="connsiteY73" fmla="*/ 1620959 h 2237474"/>
              <a:gd name="connsiteX74" fmla="*/ 7092727 w 12192000"/>
              <a:gd name="connsiteY74" fmla="*/ 1623628 h 2237474"/>
              <a:gd name="connsiteX75" fmla="*/ 7031309 w 12192000"/>
              <a:gd name="connsiteY75" fmla="*/ 1619451 h 2237474"/>
              <a:gd name="connsiteX76" fmla="*/ 6999084 w 12192000"/>
              <a:gd name="connsiteY76" fmla="*/ 1634317 h 2237474"/>
              <a:gd name="connsiteX77" fmla="*/ 6992107 w 12192000"/>
              <a:gd name="connsiteY77" fmla="*/ 1636860 h 2237474"/>
              <a:gd name="connsiteX78" fmla="*/ 6991765 w 12192000"/>
              <a:gd name="connsiteY78" fmla="*/ 1636725 h 2237474"/>
              <a:gd name="connsiteX79" fmla="*/ 6900177 w 12192000"/>
              <a:gd name="connsiteY79" fmla="*/ 1636016 h 2237474"/>
              <a:gd name="connsiteX80" fmla="*/ 6795372 w 12192000"/>
              <a:gd name="connsiteY80" fmla="*/ 1644845 h 2237474"/>
              <a:gd name="connsiteX81" fmla="*/ 6692251 w 12192000"/>
              <a:gd name="connsiteY81" fmla="*/ 1656357 h 2237474"/>
              <a:gd name="connsiteX82" fmla="*/ 6655235 w 12192000"/>
              <a:gd name="connsiteY82" fmla="*/ 1661869 h 2237474"/>
              <a:gd name="connsiteX83" fmla="*/ 6587857 w 12192000"/>
              <a:gd name="connsiteY83" fmla="*/ 1665769 h 2237474"/>
              <a:gd name="connsiteX84" fmla="*/ 6554894 w 12192000"/>
              <a:gd name="connsiteY84" fmla="*/ 1664428 h 2237474"/>
              <a:gd name="connsiteX85" fmla="*/ 6516595 w 12192000"/>
              <a:gd name="connsiteY85" fmla="*/ 1667475 h 2237474"/>
              <a:gd name="connsiteX86" fmla="*/ 6508541 w 12192000"/>
              <a:gd name="connsiteY86" fmla="*/ 1668757 h 2237474"/>
              <a:gd name="connsiteX87" fmla="*/ 6471012 w 12192000"/>
              <a:gd name="connsiteY87" fmla="*/ 1678604 h 2237474"/>
              <a:gd name="connsiteX88" fmla="*/ 6415265 w 12192000"/>
              <a:gd name="connsiteY88" fmla="*/ 1665317 h 2237474"/>
              <a:gd name="connsiteX89" fmla="*/ 6364035 w 12192000"/>
              <a:gd name="connsiteY89" fmla="*/ 1667683 h 2237474"/>
              <a:gd name="connsiteX90" fmla="*/ 6280959 w 12192000"/>
              <a:gd name="connsiteY90" fmla="*/ 1689329 h 2237474"/>
              <a:gd name="connsiteX91" fmla="*/ 6243319 w 12192000"/>
              <a:gd name="connsiteY91" fmla="*/ 1695560 h 2237474"/>
              <a:gd name="connsiteX92" fmla="*/ 6098321 w 12192000"/>
              <a:gd name="connsiteY92" fmla="*/ 1721646 h 2237474"/>
              <a:gd name="connsiteX93" fmla="*/ 5880652 w 12192000"/>
              <a:gd name="connsiteY93" fmla="*/ 1779643 h 2237474"/>
              <a:gd name="connsiteX94" fmla="*/ 5785959 w 12192000"/>
              <a:gd name="connsiteY94" fmla="*/ 1775307 h 2237474"/>
              <a:gd name="connsiteX95" fmla="*/ 5643534 w 12192000"/>
              <a:gd name="connsiteY95" fmla="*/ 1802919 h 2237474"/>
              <a:gd name="connsiteX96" fmla="*/ 5518799 w 12192000"/>
              <a:gd name="connsiteY96" fmla="*/ 1818312 h 2237474"/>
              <a:gd name="connsiteX97" fmla="*/ 5505014 w 12192000"/>
              <a:gd name="connsiteY97" fmla="*/ 1819259 h 2237474"/>
              <a:gd name="connsiteX98" fmla="*/ 5453307 w 12192000"/>
              <a:gd name="connsiteY98" fmla="*/ 1815450 h 2237474"/>
              <a:gd name="connsiteX99" fmla="*/ 5364192 w 12192000"/>
              <a:gd name="connsiteY99" fmla="*/ 1826074 h 2237474"/>
              <a:gd name="connsiteX100" fmla="*/ 5350380 w 12192000"/>
              <a:gd name="connsiteY100" fmla="*/ 1830891 h 2237474"/>
              <a:gd name="connsiteX101" fmla="*/ 5259633 w 12192000"/>
              <a:gd name="connsiteY101" fmla="*/ 1837160 h 2237474"/>
              <a:gd name="connsiteX102" fmla="*/ 5197513 w 12192000"/>
              <a:gd name="connsiteY102" fmla="*/ 1844718 h 2237474"/>
              <a:gd name="connsiteX103" fmla="*/ 5168852 w 12192000"/>
              <a:gd name="connsiteY103" fmla="*/ 1844846 h 2237474"/>
              <a:gd name="connsiteX104" fmla="*/ 5114927 w 12192000"/>
              <a:gd name="connsiteY104" fmla="*/ 1847827 h 2237474"/>
              <a:gd name="connsiteX105" fmla="*/ 5108970 w 12192000"/>
              <a:gd name="connsiteY105" fmla="*/ 1847935 h 2237474"/>
              <a:gd name="connsiteX106" fmla="*/ 5067961 w 12192000"/>
              <a:gd name="connsiteY106" fmla="*/ 1845917 h 2237474"/>
              <a:gd name="connsiteX107" fmla="*/ 5007075 w 12192000"/>
              <a:gd name="connsiteY107" fmla="*/ 1838626 h 2237474"/>
              <a:gd name="connsiteX108" fmla="*/ 4944087 w 12192000"/>
              <a:gd name="connsiteY108" fmla="*/ 1823332 h 2237474"/>
              <a:gd name="connsiteX109" fmla="*/ 4907662 w 12192000"/>
              <a:gd name="connsiteY109" fmla="*/ 1816900 h 2237474"/>
              <a:gd name="connsiteX110" fmla="*/ 4882386 w 12192000"/>
              <a:gd name="connsiteY110" fmla="*/ 1809844 h 2237474"/>
              <a:gd name="connsiteX111" fmla="*/ 4811440 w 12192000"/>
              <a:gd name="connsiteY111" fmla="*/ 1804655 h 2237474"/>
              <a:gd name="connsiteX112" fmla="*/ 4691075 w 12192000"/>
              <a:gd name="connsiteY112" fmla="*/ 1801389 h 2237474"/>
              <a:gd name="connsiteX113" fmla="*/ 4611738 w 12192000"/>
              <a:gd name="connsiteY113" fmla="*/ 1776964 h 2237474"/>
              <a:gd name="connsiteX114" fmla="*/ 4560070 w 12192000"/>
              <a:gd name="connsiteY114" fmla="*/ 1785640 h 2237474"/>
              <a:gd name="connsiteX115" fmla="*/ 4536503 w 12192000"/>
              <a:gd name="connsiteY115" fmla="*/ 1785334 h 2237474"/>
              <a:gd name="connsiteX116" fmla="*/ 4513724 w 12192000"/>
              <a:gd name="connsiteY116" fmla="*/ 1791996 h 2237474"/>
              <a:gd name="connsiteX117" fmla="*/ 4459810 w 12192000"/>
              <a:gd name="connsiteY117" fmla="*/ 1797886 h 2237474"/>
              <a:gd name="connsiteX118" fmla="*/ 4379064 w 12192000"/>
              <a:gd name="connsiteY118" fmla="*/ 1817177 h 2237474"/>
              <a:gd name="connsiteX119" fmla="*/ 4319209 w 12192000"/>
              <a:gd name="connsiteY119" fmla="*/ 1834833 h 2237474"/>
              <a:gd name="connsiteX120" fmla="*/ 4290981 w 12192000"/>
              <a:gd name="connsiteY120" fmla="*/ 1839677 h 2237474"/>
              <a:gd name="connsiteX121" fmla="*/ 4285792 w 12192000"/>
              <a:gd name="connsiteY121" fmla="*/ 1836231 h 2237474"/>
              <a:gd name="connsiteX122" fmla="*/ 4238372 w 12192000"/>
              <a:gd name="connsiteY122" fmla="*/ 1851480 h 2237474"/>
              <a:gd name="connsiteX123" fmla="*/ 4232517 w 12192000"/>
              <a:gd name="connsiteY123" fmla="*/ 1852567 h 2237474"/>
              <a:gd name="connsiteX124" fmla="*/ 4191732 w 12192000"/>
              <a:gd name="connsiteY124" fmla="*/ 1857328 h 2237474"/>
              <a:gd name="connsiteX125" fmla="*/ 4065532 w 12192000"/>
              <a:gd name="connsiteY125" fmla="*/ 1855477 h 2237474"/>
              <a:gd name="connsiteX126" fmla="*/ 4028460 w 12192000"/>
              <a:gd name="connsiteY126" fmla="*/ 1855137 h 2237474"/>
              <a:gd name="connsiteX127" fmla="*/ 4002267 w 12192000"/>
              <a:gd name="connsiteY127" fmla="*/ 1852352 h 2237474"/>
              <a:gd name="connsiteX128" fmla="*/ 3931396 w 12192000"/>
              <a:gd name="connsiteY128" fmla="*/ 1858915 h 2237474"/>
              <a:gd name="connsiteX129" fmla="*/ 3812162 w 12192000"/>
              <a:gd name="connsiteY129" fmla="*/ 1875501 h 2237474"/>
              <a:gd name="connsiteX130" fmla="*/ 3729530 w 12192000"/>
              <a:gd name="connsiteY130" fmla="*/ 1864513 h 2237474"/>
              <a:gd name="connsiteX131" fmla="*/ 3680177 w 12192000"/>
              <a:gd name="connsiteY131" fmla="*/ 1881552 h 2237474"/>
              <a:gd name="connsiteX132" fmla="*/ 3567259 w 12192000"/>
              <a:gd name="connsiteY132" fmla="*/ 1893482 h 2237474"/>
              <a:gd name="connsiteX133" fmla="*/ 3405770 w 12192000"/>
              <a:gd name="connsiteY133" fmla="*/ 1904591 h 2237474"/>
              <a:gd name="connsiteX134" fmla="*/ 3280097 w 12192000"/>
              <a:gd name="connsiteY134" fmla="*/ 1919610 h 2237474"/>
              <a:gd name="connsiteX135" fmla="*/ 3123424 w 12192000"/>
              <a:gd name="connsiteY135" fmla="*/ 1952930 h 2237474"/>
              <a:gd name="connsiteX136" fmla="*/ 3009910 w 12192000"/>
              <a:gd name="connsiteY136" fmla="*/ 1957866 h 2237474"/>
              <a:gd name="connsiteX137" fmla="*/ 2995934 w 12192000"/>
              <a:gd name="connsiteY137" fmla="*/ 1967085 h 2237474"/>
              <a:gd name="connsiteX138" fmla="*/ 2980071 w 12192000"/>
              <a:gd name="connsiteY138" fmla="*/ 1972988 h 2237474"/>
              <a:gd name="connsiteX139" fmla="*/ 2978094 w 12192000"/>
              <a:gd name="connsiteY139" fmla="*/ 1972369 h 2237474"/>
              <a:gd name="connsiteX140" fmla="*/ 2942858 w 12192000"/>
              <a:gd name="connsiteY140" fmla="*/ 1981367 h 2237474"/>
              <a:gd name="connsiteX141" fmla="*/ 2875436 w 12192000"/>
              <a:gd name="connsiteY141" fmla="*/ 1996977 h 2237474"/>
              <a:gd name="connsiteX142" fmla="*/ 2874892 w 12192000"/>
              <a:gd name="connsiteY142" fmla="*/ 1996085 h 2237474"/>
              <a:gd name="connsiteX143" fmla="*/ 2864145 w 12192000"/>
              <a:gd name="connsiteY143" fmla="*/ 1994061 h 2237474"/>
              <a:gd name="connsiteX144" fmla="*/ 2843662 w 12192000"/>
              <a:gd name="connsiteY144" fmla="*/ 1992498 h 2237474"/>
              <a:gd name="connsiteX145" fmla="*/ 2796128 w 12192000"/>
              <a:gd name="connsiteY145" fmla="*/ 1976403 h 2237474"/>
              <a:gd name="connsiteX146" fmla="*/ 2756784 w 12192000"/>
              <a:gd name="connsiteY146" fmla="*/ 1985116 h 2237474"/>
              <a:gd name="connsiteX147" fmla="*/ 2748833 w 12192000"/>
              <a:gd name="connsiteY147" fmla="*/ 1986323 h 2237474"/>
              <a:gd name="connsiteX148" fmla="*/ 2748661 w 12192000"/>
              <a:gd name="connsiteY148" fmla="*/ 1986122 h 2237474"/>
              <a:gd name="connsiteX149" fmla="*/ 2740251 w 12192000"/>
              <a:gd name="connsiteY149" fmla="*/ 1986946 h 2237474"/>
              <a:gd name="connsiteX150" fmla="*/ 2718916 w 12192000"/>
              <a:gd name="connsiteY150" fmla="*/ 1990867 h 2237474"/>
              <a:gd name="connsiteX151" fmla="*/ 2713522 w 12192000"/>
              <a:gd name="connsiteY151" fmla="*/ 1990173 h 2237474"/>
              <a:gd name="connsiteX152" fmla="*/ 2680597 w 12192000"/>
              <a:gd name="connsiteY152" fmla="*/ 1984996 h 2237474"/>
              <a:gd name="connsiteX153" fmla="*/ 2578178 w 12192000"/>
              <a:gd name="connsiteY153" fmla="*/ 1990531 h 2237474"/>
              <a:gd name="connsiteX154" fmla="*/ 2476147 w 12192000"/>
              <a:gd name="connsiteY154" fmla="*/ 1998305 h 2237474"/>
              <a:gd name="connsiteX155" fmla="*/ 2373568 w 12192000"/>
              <a:gd name="connsiteY155" fmla="*/ 2003219 h 2237474"/>
              <a:gd name="connsiteX156" fmla="*/ 2321399 w 12192000"/>
              <a:gd name="connsiteY156" fmla="*/ 1989467 h 2237474"/>
              <a:gd name="connsiteX157" fmla="*/ 2315525 w 12192000"/>
              <a:gd name="connsiteY157" fmla="*/ 1989708 h 2237474"/>
              <a:gd name="connsiteX158" fmla="*/ 2300792 w 12192000"/>
              <a:gd name="connsiteY158" fmla="*/ 1994290 h 2237474"/>
              <a:gd name="connsiteX159" fmla="*/ 2295469 w 12192000"/>
              <a:gd name="connsiteY159" fmla="*/ 1996659 h 2237474"/>
              <a:gd name="connsiteX160" fmla="*/ 2287219 w 12192000"/>
              <a:gd name="connsiteY160" fmla="*/ 1998750 h 2237474"/>
              <a:gd name="connsiteX161" fmla="*/ 2286948 w 12192000"/>
              <a:gd name="connsiteY161" fmla="*/ 1998596 h 2237474"/>
              <a:gd name="connsiteX162" fmla="*/ 2243069 w 12192000"/>
              <a:gd name="connsiteY162" fmla="*/ 2015111 h 2237474"/>
              <a:gd name="connsiteX163" fmla="*/ 2186609 w 12192000"/>
              <a:gd name="connsiteY163" fmla="*/ 2008263 h 2237474"/>
              <a:gd name="connsiteX164" fmla="*/ 2164831 w 12192000"/>
              <a:gd name="connsiteY164" fmla="*/ 2010143 h 2237474"/>
              <a:gd name="connsiteX165" fmla="*/ 2152836 w 12192000"/>
              <a:gd name="connsiteY165" fmla="*/ 2010048 h 2237474"/>
              <a:gd name="connsiteX166" fmla="*/ 2117102 w 12192000"/>
              <a:gd name="connsiteY166" fmla="*/ 2023004 h 2237474"/>
              <a:gd name="connsiteX167" fmla="*/ 2111935 w 12192000"/>
              <a:gd name="connsiteY167" fmla="*/ 2023163 h 2237474"/>
              <a:gd name="connsiteX168" fmla="*/ 2089991 w 12192000"/>
              <a:gd name="connsiteY168" fmla="*/ 2034193 h 2237474"/>
              <a:gd name="connsiteX169" fmla="*/ 2058061 w 12192000"/>
              <a:gd name="connsiteY169" fmla="*/ 2047942 h 2237474"/>
              <a:gd name="connsiteX170" fmla="*/ 2055737 w 12192000"/>
              <a:gd name="connsiteY170" fmla="*/ 2047704 h 2237474"/>
              <a:gd name="connsiteX171" fmla="*/ 2042244 w 12192000"/>
              <a:gd name="connsiteY171" fmla="*/ 2055560 h 2237474"/>
              <a:gd name="connsiteX172" fmla="*/ 1976224 w 12192000"/>
              <a:gd name="connsiteY172" fmla="*/ 2074257 h 2237474"/>
              <a:gd name="connsiteX173" fmla="*/ 1877728 w 12192000"/>
              <a:gd name="connsiteY173" fmla="*/ 2101004 h 2237474"/>
              <a:gd name="connsiteX174" fmla="*/ 1759056 w 12192000"/>
              <a:gd name="connsiteY174" fmla="*/ 2125608 h 2237474"/>
              <a:gd name="connsiteX175" fmla="*/ 1637948 w 12192000"/>
              <a:gd name="connsiteY175" fmla="*/ 2172597 h 2237474"/>
              <a:gd name="connsiteX176" fmla="*/ 1434549 w 12192000"/>
              <a:gd name="connsiteY176" fmla="*/ 2234522 h 2237474"/>
              <a:gd name="connsiteX177" fmla="*/ 1398481 w 12192000"/>
              <a:gd name="connsiteY177" fmla="*/ 2237074 h 2237474"/>
              <a:gd name="connsiteX178" fmla="*/ 1398407 w 12192000"/>
              <a:gd name="connsiteY178" fmla="*/ 2237095 h 2237474"/>
              <a:gd name="connsiteX179" fmla="*/ 1370962 w 12192000"/>
              <a:gd name="connsiteY179" fmla="*/ 2237474 h 2237474"/>
              <a:gd name="connsiteX180" fmla="*/ 1356367 w 12192000"/>
              <a:gd name="connsiteY180" fmla="*/ 2235089 h 2237474"/>
              <a:gd name="connsiteX181" fmla="*/ 1324828 w 12192000"/>
              <a:gd name="connsiteY181" fmla="*/ 2231968 h 2237474"/>
              <a:gd name="connsiteX182" fmla="*/ 1297744 w 12192000"/>
              <a:gd name="connsiteY182" fmla="*/ 2235849 h 2237474"/>
              <a:gd name="connsiteX183" fmla="*/ 1286236 w 12192000"/>
              <a:gd name="connsiteY183" fmla="*/ 2233135 h 2237474"/>
              <a:gd name="connsiteX184" fmla="*/ 1283504 w 12192000"/>
              <a:gd name="connsiteY184" fmla="*/ 2233797 h 2237474"/>
              <a:gd name="connsiteX185" fmla="*/ 1279765 w 12192000"/>
              <a:gd name="connsiteY185" fmla="*/ 2229639 h 2237474"/>
              <a:gd name="connsiteX186" fmla="*/ 1195347 w 12192000"/>
              <a:gd name="connsiteY186" fmla="*/ 2212354 h 2237474"/>
              <a:gd name="connsiteX187" fmla="*/ 970251 w 12192000"/>
              <a:gd name="connsiteY187" fmla="*/ 2221029 h 2237474"/>
              <a:gd name="connsiteX188" fmla="*/ 812914 w 12192000"/>
              <a:gd name="connsiteY188" fmla="*/ 2202752 h 2237474"/>
              <a:gd name="connsiteX189" fmla="*/ 800195 w 12192000"/>
              <a:gd name="connsiteY189" fmla="*/ 2209407 h 2237474"/>
              <a:gd name="connsiteX190" fmla="*/ 784978 w 12192000"/>
              <a:gd name="connsiteY190" fmla="*/ 2212360 h 2237474"/>
              <a:gd name="connsiteX191" fmla="*/ 681987 w 12192000"/>
              <a:gd name="connsiteY191" fmla="*/ 2216757 h 2237474"/>
              <a:gd name="connsiteX192" fmla="*/ 669923 w 12192000"/>
              <a:gd name="connsiteY192" fmla="*/ 2211682 h 2237474"/>
              <a:gd name="connsiteX193" fmla="*/ 648680 w 12192000"/>
              <a:gd name="connsiteY193" fmla="*/ 2206229 h 2237474"/>
              <a:gd name="connsiteX194" fmla="*/ 597225 w 12192000"/>
              <a:gd name="connsiteY194" fmla="*/ 2180999 h 2237474"/>
              <a:gd name="connsiteX195" fmla="*/ 558449 w 12192000"/>
              <a:gd name="connsiteY195" fmla="*/ 2182346 h 2237474"/>
              <a:gd name="connsiteX196" fmla="*/ 550517 w 12192000"/>
              <a:gd name="connsiteY196" fmla="*/ 2182060 h 2237474"/>
              <a:gd name="connsiteX197" fmla="*/ 550309 w 12192000"/>
              <a:gd name="connsiteY197" fmla="*/ 2181825 h 2237474"/>
              <a:gd name="connsiteX198" fmla="*/ 541836 w 12192000"/>
              <a:gd name="connsiteY198" fmla="*/ 2181063 h 2237474"/>
              <a:gd name="connsiteX199" fmla="*/ 536057 w 12192000"/>
              <a:gd name="connsiteY199" fmla="*/ 2181537 h 2237474"/>
              <a:gd name="connsiteX200" fmla="*/ 520671 w 12192000"/>
              <a:gd name="connsiteY200" fmla="*/ 2180980 h 2237474"/>
              <a:gd name="connsiteX201" fmla="*/ 515024 w 12192000"/>
              <a:gd name="connsiteY201" fmla="*/ 2179258 h 2237474"/>
              <a:gd name="connsiteX202" fmla="*/ 512278 w 12192000"/>
              <a:gd name="connsiteY202" fmla="*/ 2176369 h 2237474"/>
              <a:gd name="connsiteX203" fmla="*/ 480419 w 12192000"/>
              <a:gd name="connsiteY203" fmla="*/ 2167807 h 2237474"/>
              <a:gd name="connsiteX204" fmla="*/ 413835 w 12192000"/>
              <a:gd name="connsiteY204" fmla="*/ 2156783 h 2237474"/>
              <a:gd name="connsiteX205" fmla="*/ 376513 w 12192000"/>
              <a:gd name="connsiteY205" fmla="*/ 2154014 h 2237474"/>
              <a:gd name="connsiteX206" fmla="*/ 273386 w 12192000"/>
              <a:gd name="connsiteY206" fmla="*/ 2142551 h 2237474"/>
              <a:gd name="connsiteX207" fmla="*/ 169207 w 12192000"/>
              <a:gd name="connsiteY207" fmla="*/ 2128100 h 2237474"/>
              <a:gd name="connsiteX208" fmla="*/ 93149 w 12192000"/>
              <a:gd name="connsiteY208" fmla="*/ 2105324 h 2237474"/>
              <a:gd name="connsiteX209" fmla="*/ 88109 w 12192000"/>
              <a:gd name="connsiteY209" fmla="*/ 2106704 h 2237474"/>
              <a:gd name="connsiteX210" fmla="*/ 80022 w 12192000"/>
              <a:gd name="connsiteY210" fmla="*/ 2107254 h 2237474"/>
              <a:gd name="connsiteX211" fmla="*/ 79717 w 12192000"/>
              <a:gd name="connsiteY211" fmla="*/ 2107046 h 2237474"/>
              <a:gd name="connsiteX212" fmla="*/ 72352 w 12192000"/>
              <a:gd name="connsiteY212" fmla="*/ 2107991 h 2237474"/>
              <a:gd name="connsiteX213" fmla="*/ 37645 w 12192000"/>
              <a:gd name="connsiteY213" fmla="*/ 2115401 h 2237474"/>
              <a:gd name="connsiteX214" fmla="*/ 4572 w 12192000"/>
              <a:gd name="connsiteY214" fmla="*/ 2111091 h 2237474"/>
              <a:gd name="connsiteX215" fmla="*/ 0 w 12192000"/>
              <a:gd name="connsiteY215" fmla="*/ 2110468 h 2237474"/>
              <a:gd name="connsiteX216" fmla="*/ 0 w 12192000"/>
              <a:gd name="connsiteY21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61459 w 12192000"/>
              <a:gd name="connsiteY25" fmla="*/ 862394 h 2237474"/>
              <a:gd name="connsiteX26" fmla="*/ 9705768 w 12192000"/>
              <a:gd name="connsiteY26" fmla="*/ 894610 h 2237474"/>
              <a:gd name="connsiteX27" fmla="*/ 9683005 w 12192000"/>
              <a:gd name="connsiteY27" fmla="*/ 894128 h 2237474"/>
              <a:gd name="connsiteX28" fmla="*/ 9594438 w 12192000"/>
              <a:gd name="connsiteY28" fmla="*/ 919051 h 2237474"/>
              <a:gd name="connsiteX29" fmla="*/ 9577033 w 12192000"/>
              <a:gd name="connsiteY29" fmla="*/ 922857 h 2237474"/>
              <a:gd name="connsiteX30" fmla="*/ 9544189 w 12192000"/>
              <a:gd name="connsiteY30" fmla="*/ 938966 h 2237474"/>
              <a:gd name="connsiteX31" fmla="*/ 9500499 w 12192000"/>
              <a:gd name="connsiteY31" fmla="*/ 954680 h 2237474"/>
              <a:gd name="connsiteX32" fmla="*/ 9428195 w 12192000"/>
              <a:gd name="connsiteY32" fmla="*/ 986225 h 2237474"/>
              <a:gd name="connsiteX33" fmla="*/ 9410017 w 12192000"/>
              <a:gd name="connsiteY33" fmla="*/ 993931 h 2237474"/>
              <a:gd name="connsiteX34" fmla="*/ 9392919 w 12192000"/>
              <a:gd name="connsiteY34" fmla="*/ 994656 h 2237474"/>
              <a:gd name="connsiteX35" fmla="*/ 9278619 w 12192000"/>
              <a:gd name="connsiteY35" fmla="*/ 1011878 h 2237474"/>
              <a:gd name="connsiteX36" fmla="*/ 9268019 w 12192000"/>
              <a:gd name="connsiteY36" fmla="*/ 1007442 h 2237474"/>
              <a:gd name="connsiteX37" fmla="*/ 9234662 w 12192000"/>
              <a:gd name="connsiteY37" fmla="*/ 1023056 h 2237474"/>
              <a:gd name="connsiteX38" fmla="*/ 9181033 w 12192000"/>
              <a:gd name="connsiteY38" fmla="*/ 1037921 h 2237474"/>
              <a:gd name="connsiteX39" fmla="*/ 9155969 w 12192000"/>
              <a:gd name="connsiteY39" fmla="*/ 1046804 h 2237474"/>
              <a:gd name="connsiteX40" fmla="*/ 9133985 w 12192000"/>
              <a:gd name="connsiteY40" fmla="*/ 1046450 h 2237474"/>
              <a:gd name="connsiteX41" fmla="*/ 9012987 w 12192000"/>
              <a:gd name="connsiteY41" fmla="*/ 1061986 h 2237474"/>
              <a:gd name="connsiteX42" fmla="*/ 8968445 w 12192000"/>
              <a:gd name="connsiteY42" fmla="*/ 1052169 h 2237474"/>
              <a:gd name="connsiteX43" fmla="*/ 8958984 w 12192000"/>
              <a:gd name="connsiteY43" fmla="*/ 1057212 h 2237474"/>
              <a:gd name="connsiteX44" fmla="*/ 8886001 w 12192000"/>
              <a:gd name="connsiteY44" fmla="*/ 1067468 h 2237474"/>
              <a:gd name="connsiteX45" fmla="*/ 8838610 w 12192000"/>
              <a:gd name="connsiteY45" fmla="*/ 1075091 h 2237474"/>
              <a:gd name="connsiteX46" fmla="*/ 8750383 w 12192000"/>
              <a:gd name="connsiteY46" fmla="*/ 1097387 h 2237474"/>
              <a:gd name="connsiteX47" fmla="*/ 8697365 w 12192000"/>
              <a:gd name="connsiteY47" fmla="*/ 1105869 h 2237474"/>
              <a:gd name="connsiteX48" fmla="*/ 8665605 w 12192000"/>
              <a:gd name="connsiteY48" fmla="*/ 1110791 h 2237474"/>
              <a:gd name="connsiteX49" fmla="*/ 8584946 w 12192000"/>
              <a:gd name="connsiteY49" fmla="*/ 1135226 h 2237474"/>
              <a:gd name="connsiteX50" fmla="*/ 8460755 w 12192000"/>
              <a:gd name="connsiteY50" fmla="*/ 1203427 h 2237474"/>
              <a:gd name="connsiteX51" fmla="*/ 8419755 w 12192000"/>
              <a:gd name="connsiteY51" fmla="*/ 1216260 h 2237474"/>
              <a:gd name="connsiteX52" fmla="*/ 8411626 w 12192000"/>
              <a:gd name="connsiteY52" fmla="*/ 1214397 h 2237474"/>
              <a:gd name="connsiteX53" fmla="*/ 8363469 w 12192000"/>
              <a:gd name="connsiteY53" fmla="*/ 1246658 h 2237474"/>
              <a:gd name="connsiteX54" fmla="*/ 8275497 w 12192000"/>
              <a:gd name="connsiteY54" fmla="*/ 1264396 h 2237474"/>
              <a:gd name="connsiteX55" fmla="*/ 8206287 w 12192000"/>
              <a:gd name="connsiteY55" fmla="*/ 1273060 h 2237474"/>
              <a:gd name="connsiteX56" fmla="*/ 8168705 w 12192000"/>
              <a:gd name="connsiteY56" fmla="*/ 1279956 h 2237474"/>
              <a:gd name="connsiteX57" fmla="*/ 8139997 w 12192000"/>
              <a:gd name="connsiteY57" fmla="*/ 1282713 h 2237474"/>
              <a:gd name="connsiteX58" fmla="*/ 8074238 w 12192000"/>
              <a:gd name="connsiteY58" fmla="*/ 1301895 h 2237474"/>
              <a:gd name="connsiteX59" fmla="*/ 7968292 w 12192000"/>
              <a:gd name="connsiteY59" fmla="*/ 1338779 h 2237474"/>
              <a:gd name="connsiteX60" fmla="*/ 7945122 w 12192000"/>
              <a:gd name="connsiteY60" fmla="*/ 1345477 h 2237474"/>
              <a:gd name="connsiteX61" fmla="*/ 7902328 w 12192000"/>
              <a:gd name="connsiteY61" fmla="*/ 1345865 h 2237474"/>
              <a:gd name="connsiteX62" fmla="*/ 7875879 w 12192000"/>
              <a:gd name="connsiteY62" fmla="*/ 1345646 h 2237474"/>
              <a:gd name="connsiteX63" fmla="*/ 7840612 w 12192000"/>
              <a:gd name="connsiteY63" fmla="*/ 1369373 h 2237474"/>
              <a:gd name="connsiteX64" fmla="*/ 7786819 w 12192000"/>
              <a:gd name="connsiteY64" fmla="*/ 1378970 h 2237474"/>
              <a:gd name="connsiteX65" fmla="*/ 7548172 w 12192000"/>
              <a:gd name="connsiteY65" fmla="*/ 1417460 h 2237474"/>
              <a:gd name="connsiteX66" fmla="*/ 7483437 w 12192000"/>
              <a:gd name="connsiteY66" fmla="*/ 1478152 h 2237474"/>
              <a:gd name="connsiteX67" fmla="*/ 7377870 w 12192000"/>
              <a:gd name="connsiteY67" fmla="*/ 1523319 h 2237474"/>
              <a:gd name="connsiteX68" fmla="*/ 7230737 w 12192000"/>
              <a:gd name="connsiteY68" fmla="*/ 1562633 h 2237474"/>
              <a:gd name="connsiteX69" fmla="*/ 7224458 w 12192000"/>
              <a:gd name="connsiteY69" fmla="*/ 1573008 h 2237474"/>
              <a:gd name="connsiteX70" fmla="*/ 7213486 w 12192000"/>
              <a:gd name="connsiteY70" fmla="*/ 1580987 h 2237474"/>
              <a:gd name="connsiteX71" fmla="*/ 7183121 w 12192000"/>
              <a:gd name="connsiteY71" fmla="*/ 1595162 h 2237474"/>
              <a:gd name="connsiteX72" fmla="*/ 7164601 w 12192000"/>
              <a:gd name="connsiteY72" fmla="*/ 1606490 h 2237474"/>
              <a:gd name="connsiteX73" fmla="*/ 7114651 w 12192000"/>
              <a:gd name="connsiteY73" fmla="*/ 1620959 h 2237474"/>
              <a:gd name="connsiteX74" fmla="*/ 7092727 w 12192000"/>
              <a:gd name="connsiteY74" fmla="*/ 1623628 h 2237474"/>
              <a:gd name="connsiteX75" fmla="*/ 7031309 w 12192000"/>
              <a:gd name="connsiteY75" fmla="*/ 1619451 h 2237474"/>
              <a:gd name="connsiteX76" fmla="*/ 6999084 w 12192000"/>
              <a:gd name="connsiteY76" fmla="*/ 1634317 h 2237474"/>
              <a:gd name="connsiteX77" fmla="*/ 6992107 w 12192000"/>
              <a:gd name="connsiteY77" fmla="*/ 1636860 h 2237474"/>
              <a:gd name="connsiteX78" fmla="*/ 6991765 w 12192000"/>
              <a:gd name="connsiteY78" fmla="*/ 1636725 h 2237474"/>
              <a:gd name="connsiteX79" fmla="*/ 6900177 w 12192000"/>
              <a:gd name="connsiteY79" fmla="*/ 1636016 h 2237474"/>
              <a:gd name="connsiteX80" fmla="*/ 6795372 w 12192000"/>
              <a:gd name="connsiteY80" fmla="*/ 1644845 h 2237474"/>
              <a:gd name="connsiteX81" fmla="*/ 6692251 w 12192000"/>
              <a:gd name="connsiteY81" fmla="*/ 1656357 h 2237474"/>
              <a:gd name="connsiteX82" fmla="*/ 6655235 w 12192000"/>
              <a:gd name="connsiteY82" fmla="*/ 1661869 h 2237474"/>
              <a:gd name="connsiteX83" fmla="*/ 6587857 w 12192000"/>
              <a:gd name="connsiteY83" fmla="*/ 1665769 h 2237474"/>
              <a:gd name="connsiteX84" fmla="*/ 6554894 w 12192000"/>
              <a:gd name="connsiteY84" fmla="*/ 1664428 h 2237474"/>
              <a:gd name="connsiteX85" fmla="*/ 6516595 w 12192000"/>
              <a:gd name="connsiteY85" fmla="*/ 1667475 h 2237474"/>
              <a:gd name="connsiteX86" fmla="*/ 6508541 w 12192000"/>
              <a:gd name="connsiteY86" fmla="*/ 1668757 h 2237474"/>
              <a:gd name="connsiteX87" fmla="*/ 6471012 w 12192000"/>
              <a:gd name="connsiteY87" fmla="*/ 1678604 h 2237474"/>
              <a:gd name="connsiteX88" fmla="*/ 6415265 w 12192000"/>
              <a:gd name="connsiteY88" fmla="*/ 1665317 h 2237474"/>
              <a:gd name="connsiteX89" fmla="*/ 6364035 w 12192000"/>
              <a:gd name="connsiteY89" fmla="*/ 1667683 h 2237474"/>
              <a:gd name="connsiteX90" fmla="*/ 6280959 w 12192000"/>
              <a:gd name="connsiteY90" fmla="*/ 1689329 h 2237474"/>
              <a:gd name="connsiteX91" fmla="*/ 6243319 w 12192000"/>
              <a:gd name="connsiteY91" fmla="*/ 1695560 h 2237474"/>
              <a:gd name="connsiteX92" fmla="*/ 6098321 w 12192000"/>
              <a:gd name="connsiteY92" fmla="*/ 1721646 h 2237474"/>
              <a:gd name="connsiteX93" fmla="*/ 5880652 w 12192000"/>
              <a:gd name="connsiteY93" fmla="*/ 1779643 h 2237474"/>
              <a:gd name="connsiteX94" fmla="*/ 5785959 w 12192000"/>
              <a:gd name="connsiteY94" fmla="*/ 1775307 h 2237474"/>
              <a:gd name="connsiteX95" fmla="*/ 5643534 w 12192000"/>
              <a:gd name="connsiteY95" fmla="*/ 1802919 h 2237474"/>
              <a:gd name="connsiteX96" fmla="*/ 5518799 w 12192000"/>
              <a:gd name="connsiteY96" fmla="*/ 1818312 h 2237474"/>
              <a:gd name="connsiteX97" fmla="*/ 5505014 w 12192000"/>
              <a:gd name="connsiteY97" fmla="*/ 1819259 h 2237474"/>
              <a:gd name="connsiteX98" fmla="*/ 5453307 w 12192000"/>
              <a:gd name="connsiteY98" fmla="*/ 1815450 h 2237474"/>
              <a:gd name="connsiteX99" fmla="*/ 5364192 w 12192000"/>
              <a:gd name="connsiteY99" fmla="*/ 1826074 h 2237474"/>
              <a:gd name="connsiteX100" fmla="*/ 5350380 w 12192000"/>
              <a:gd name="connsiteY100" fmla="*/ 1830891 h 2237474"/>
              <a:gd name="connsiteX101" fmla="*/ 5259633 w 12192000"/>
              <a:gd name="connsiteY101" fmla="*/ 1837160 h 2237474"/>
              <a:gd name="connsiteX102" fmla="*/ 5197513 w 12192000"/>
              <a:gd name="connsiteY102" fmla="*/ 1844718 h 2237474"/>
              <a:gd name="connsiteX103" fmla="*/ 5168852 w 12192000"/>
              <a:gd name="connsiteY103" fmla="*/ 1844846 h 2237474"/>
              <a:gd name="connsiteX104" fmla="*/ 5114927 w 12192000"/>
              <a:gd name="connsiteY104" fmla="*/ 1847827 h 2237474"/>
              <a:gd name="connsiteX105" fmla="*/ 5108970 w 12192000"/>
              <a:gd name="connsiteY105" fmla="*/ 1847935 h 2237474"/>
              <a:gd name="connsiteX106" fmla="*/ 5067961 w 12192000"/>
              <a:gd name="connsiteY106" fmla="*/ 1845917 h 2237474"/>
              <a:gd name="connsiteX107" fmla="*/ 5007075 w 12192000"/>
              <a:gd name="connsiteY107" fmla="*/ 1838626 h 2237474"/>
              <a:gd name="connsiteX108" fmla="*/ 4944087 w 12192000"/>
              <a:gd name="connsiteY108" fmla="*/ 1823332 h 2237474"/>
              <a:gd name="connsiteX109" fmla="*/ 4907662 w 12192000"/>
              <a:gd name="connsiteY109" fmla="*/ 1816900 h 2237474"/>
              <a:gd name="connsiteX110" fmla="*/ 4882386 w 12192000"/>
              <a:gd name="connsiteY110" fmla="*/ 1809844 h 2237474"/>
              <a:gd name="connsiteX111" fmla="*/ 4811440 w 12192000"/>
              <a:gd name="connsiteY111" fmla="*/ 1804655 h 2237474"/>
              <a:gd name="connsiteX112" fmla="*/ 4691075 w 12192000"/>
              <a:gd name="connsiteY112" fmla="*/ 1801389 h 2237474"/>
              <a:gd name="connsiteX113" fmla="*/ 4611738 w 12192000"/>
              <a:gd name="connsiteY113" fmla="*/ 1776964 h 2237474"/>
              <a:gd name="connsiteX114" fmla="*/ 4560070 w 12192000"/>
              <a:gd name="connsiteY114" fmla="*/ 1785640 h 2237474"/>
              <a:gd name="connsiteX115" fmla="*/ 4536503 w 12192000"/>
              <a:gd name="connsiteY115" fmla="*/ 1785334 h 2237474"/>
              <a:gd name="connsiteX116" fmla="*/ 4513724 w 12192000"/>
              <a:gd name="connsiteY116" fmla="*/ 1791996 h 2237474"/>
              <a:gd name="connsiteX117" fmla="*/ 4459810 w 12192000"/>
              <a:gd name="connsiteY117" fmla="*/ 1797886 h 2237474"/>
              <a:gd name="connsiteX118" fmla="*/ 4379064 w 12192000"/>
              <a:gd name="connsiteY118" fmla="*/ 1817177 h 2237474"/>
              <a:gd name="connsiteX119" fmla="*/ 4319209 w 12192000"/>
              <a:gd name="connsiteY119" fmla="*/ 1834833 h 2237474"/>
              <a:gd name="connsiteX120" fmla="*/ 4290981 w 12192000"/>
              <a:gd name="connsiteY120" fmla="*/ 1839677 h 2237474"/>
              <a:gd name="connsiteX121" fmla="*/ 4285792 w 12192000"/>
              <a:gd name="connsiteY121" fmla="*/ 1836231 h 2237474"/>
              <a:gd name="connsiteX122" fmla="*/ 4238372 w 12192000"/>
              <a:gd name="connsiteY122" fmla="*/ 1851480 h 2237474"/>
              <a:gd name="connsiteX123" fmla="*/ 4232517 w 12192000"/>
              <a:gd name="connsiteY123" fmla="*/ 1852567 h 2237474"/>
              <a:gd name="connsiteX124" fmla="*/ 4191732 w 12192000"/>
              <a:gd name="connsiteY124" fmla="*/ 1857328 h 2237474"/>
              <a:gd name="connsiteX125" fmla="*/ 4065532 w 12192000"/>
              <a:gd name="connsiteY125" fmla="*/ 1855477 h 2237474"/>
              <a:gd name="connsiteX126" fmla="*/ 4028460 w 12192000"/>
              <a:gd name="connsiteY126" fmla="*/ 1855137 h 2237474"/>
              <a:gd name="connsiteX127" fmla="*/ 4002267 w 12192000"/>
              <a:gd name="connsiteY127" fmla="*/ 1852352 h 2237474"/>
              <a:gd name="connsiteX128" fmla="*/ 3931396 w 12192000"/>
              <a:gd name="connsiteY128" fmla="*/ 1858915 h 2237474"/>
              <a:gd name="connsiteX129" fmla="*/ 3812162 w 12192000"/>
              <a:gd name="connsiteY129" fmla="*/ 1875501 h 2237474"/>
              <a:gd name="connsiteX130" fmla="*/ 3729530 w 12192000"/>
              <a:gd name="connsiteY130" fmla="*/ 1864513 h 2237474"/>
              <a:gd name="connsiteX131" fmla="*/ 3680177 w 12192000"/>
              <a:gd name="connsiteY131" fmla="*/ 1881552 h 2237474"/>
              <a:gd name="connsiteX132" fmla="*/ 3567259 w 12192000"/>
              <a:gd name="connsiteY132" fmla="*/ 1893482 h 2237474"/>
              <a:gd name="connsiteX133" fmla="*/ 3405770 w 12192000"/>
              <a:gd name="connsiteY133" fmla="*/ 1904591 h 2237474"/>
              <a:gd name="connsiteX134" fmla="*/ 3280097 w 12192000"/>
              <a:gd name="connsiteY134" fmla="*/ 1919610 h 2237474"/>
              <a:gd name="connsiteX135" fmla="*/ 3123424 w 12192000"/>
              <a:gd name="connsiteY135" fmla="*/ 1952930 h 2237474"/>
              <a:gd name="connsiteX136" fmla="*/ 3009910 w 12192000"/>
              <a:gd name="connsiteY136" fmla="*/ 1957866 h 2237474"/>
              <a:gd name="connsiteX137" fmla="*/ 2995934 w 12192000"/>
              <a:gd name="connsiteY137" fmla="*/ 1967085 h 2237474"/>
              <a:gd name="connsiteX138" fmla="*/ 2980071 w 12192000"/>
              <a:gd name="connsiteY138" fmla="*/ 1972988 h 2237474"/>
              <a:gd name="connsiteX139" fmla="*/ 2978094 w 12192000"/>
              <a:gd name="connsiteY139" fmla="*/ 1972369 h 2237474"/>
              <a:gd name="connsiteX140" fmla="*/ 2942858 w 12192000"/>
              <a:gd name="connsiteY140" fmla="*/ 1981367 h 2237474"/>
              <a:gd name="connsiteX141" fmla="*/ 2875436 w 12192000"/>
              <a:gd name="connsiteY141" fmla="*/ 1996977 h 2237474"/>
              <a:gd name="connsiteX142" fmla="*/ 2874892 w 12192000"/>
              <a:gd name="connsiteY142" fmla="*/ 1996085 h 2237474"/>
              <a:gd name="connsiteX143" fmla="*/ 2864145 w 12192000"/>
              <a:gd name="connsiteY143" fmla="*/ 1994061 h 2237474"/>
              <a:gd name="connsiteX144" fmla="*/ 2843662 w 12192000"/>
              <a:gd name="connsiteY144" fmla="*/ 1992498 h 2237474"/>
              <a:gd name="connsiteX145" fmla="*/ 2796128 w 12192000"/>
              <a:gd name="connsiteY145" fmla="*/ 1976403 h 2237474"/>
              <a:gd name="connsiteX146" fmla="*/ 2756784 w 12192000"/>
              <a:gd name="connsiteY146" fmla="*/ 1985116 h 2237474"/>
              <a:gd name="connsiteX147" fmla="*/ 2748833 w 12192000"/>
              <a:gd name="connsiteY147" fmla="*/ 1986323 h 2237474"/>
              <a:gd name="connsiteX148" fmla="*/ 2748661 w 12192000"/>
              <a:gd name="connsiteY148" fmla="*/ 1986122 h 2237474"/>
              <a:gd name="connsiteX149" fmla="*/ 2740251 w 12192000"/>
              <a:gd name="connsiteY149" fmla="*/ 1986946 h 2237474"/>
              <a:gd name="connsiteX150" fmla="*/ 2718916 w 12192000"/>
              <a:gd name="connsiteY150" fmla="*/ 1990867 h 2237474"/>
              <a:gd name="connsiteX151" fmla="*/ 2713522 w 12192000"/>
              <a:gd name="connsiteY151" fmla="*/ 1990173 h 2237474"/>
              <a:gd name="connsiteX152" fmla="*/ 2680597 w 12192000"/>
              <a:gd name="connsiteY152" fmla="*/ 1984996 h 2237474"/>
              <a:gd name="connsiteX153" fmla="*/ 2578178 w 12192000"/>
              <a:gd name="connsiteY153" fmla="*/ 1990531 h 2237474"/>
              <a:gd name="connsiteX154" fmla="*/ 2476147 w 12192000"/>
              <a:gd name="connsiteY154" fmla="*/ 1998305 h 2237474"/>
              <a:gd name="connsiteX155" fmla="*/ 2373568 w 12192000"/>
              <a:gd name="connsiteY155" fmla="*/ 2003219 h 2237474"/>
              <a:gd name="connsiteX156" fmla="*/ 2321399 w 12192000"/>
              <a:gd name="connsiteY156" fmla="*/ 1989467 h 2237474"/>
              <a:gd name="connsiteX157" fmla="*/ 2315525 w 12192000"/>
              <a:gd name="connsiteY157" fmla="*/ 1989708 h 2237474"/>
              <a:gd name="connsiteX158" fmla="*/ 2300792 w 12192000"/>
              <a:gd name="connsiteY158" fmla="*/ 1994290 h 2237474"/>
              <a:gd name="connsiteX159" fmla="*/ 2295469 w 12192000"/>
              <a:gd name="connsiteY159" fmla="*/ 1996659 h 2237474"/>
              <a:gd name="connsiteX160" fmla="*/ 2287219 w 12192000"/>
              <a:gd name="connsiteY160" fmla="*/ 1998750 h 2237474"/>
              <a:gd name="connsiteX161" fmla="*/ 2286948 w 12192000"/>
              <a:gd name="connsiteY161" fmla="*/ 1998596 h 2237474"/>
              <a:gd name="connsiteX162" fmla="*/ 2243069 w 12192000"/>
              <a:gd name="connsiteY162" fmla="*/ 2015111 h 2237474"/>
              <a:gd name="connsiteX163" fmla="*/ 2186609 w 12192000"/>
              <a:gd name="connsiteY163" fmla="*/ 2008263 h 2237474"/>
              <a:gd name="connsiteX164" fmla="*/ 2164831 w 12192000"/>
              <a:gd name="connsiteY164" fmla="*/ 2010143 h 2237474"/>
              <a:gd name="connsiteX165" fmla="*/ 2152836 w 12192000"/>
              <a:gd name="connsiteY165" fmla="*/ 2010048 h 2237474"/>
              <a:gd name="connsiteX166" fmla="*/ 2117102 w 12192000"/>
              <a:gd name="connsiteY166" fmla="*/ 2023004 h 2237474"/>
              <a:gd name="connsiteX167" fmla="*/ 2111935 w 12192000"/>
              <a:gd name="connsiteY167" fmla="*/ 2023163 h 2237474"/>
              <a:gd name="connsiteX168" fmla="*/ 2089991 w 12192000"/>
              <a:gd name="connsiteY168" fmla="*/ 2034193 h 2237474"/>
              <a:gd name="connsiteX169" fmla="*/ 2058061 w 12192000"/>
              <a:gd name="connsiteY169" fmla="*/ 2047942 h 2237474"/>
              <a:gd name="connsiteX170" fmla="*/ 2055737 w 12192000"/>
              <a:gd name="connsiteY170" fmla="*/ 2047704 h 2237474"/>
              <a:gd name="connsiteX171" fmla="*/ 2042244 w 12192000"/>
              <a:gd name="connsiteY171" fmla="*/ 2055560 h 2237474"/>
              <a:gd name="connsiteX172" fmla="*/ 1976224 w 12192000"/>
              <a:gd name="connsiteY172" fmla="*/ 2074257 h 2237474"/>
              <a:gd name="connsiteX173" fmla="*/ 1877728 w 12192000"/>
              <a:gd name="connsiteY173" fmla="*/ 2101004 h 2237474"/>
              <a:gd name="connsiteX174" fmla="*/ 1759056 w 12192000"/>
              <a:gd name="connsiteY174" fmla="*/ 2125608 h 2237474"/>
              <a:gd name="connsiteX175" fmla="*/ 1637948 w 12192000"/>
              <a:gd name="connsiteY175" fmla="*/ 2172597 h 2237474"/>
              <a:gd name="connsiteX176" fmla="*/ 1434549 w 12192000"/>
              <a:gd name="connsiteY176" fmla="*/ 2234522 h 2237474"/>
              <a:gd name="connsiteX177" fmla="*/ 1398481 w 12192000"/>
              <a:gd name="connsiteY177" fmla="*/ 2237074 h 2237474"/>
              <a:gd name="connsiteX178" fmla="*/ 1398407 w 12192000"/>
              <a:gd name="connsiteY178" fmla="*/ 2237095 h 2237474"/>
              <a:gd name="connsiteX179" fmla="*/ 1370962 w 12192000"/>
              <a:gd name="connsiteY179" fmla="*/ 2237474 h 2237474"/>
              <a:gd name="connsiteX180" fmla="*/ 1356367 w 12192000"/>
              <a:gd name="connsiteY180" fmla="*/ 2235089 h 2237474"/>
              <a:gd name="connsiteX181" fmla="*/ 1324828 w 12192000"/>
              <a:gd name="connsiteY181" fmla="*/ 2231968 h 2237474"/>
              <a:gd name="connsiteX182" fmla="*/ 1297744 w 12192000"/>
              <a:gd name="connsiteY182" fmla="*/ 2235849 h 2237474"/>
              <a:gd name="connsiteX183" fmla="*/ 1286236 w 12192000"/>
              <a:gd name="connsiteY183" fmla="*/ 2233135 h 2237474"/>
              <a:gd name="connsiteX184" fmla="*/ 1283504 w 12192000"/>
              <a:gd name="connsiteY184" fmla="*/ 2233797 h 2237474"/>
              <a:gd name="connsiteX185" fmla="*/ 1279765 w 12192000"/>
              <a:gd name="connsiteY185" fmla="*/ 2229639 h 2237474"/>
              <a:gd name="connsiteX186" fmla="*/ 1195347 w 12192000"/>
              <a:gd name="connsiteY186" fmla="*/ 2212354 h 2237474"/>
              <a:gd name="connsiteX187" fmla="*/ 970251 w 12192000"/>
              <a:gd name="connsiteY187" fmla="*/ 2221029 h 2237474"/>
              <a:gd name="connsiteX188" fmla="*/ 812914 w 12192000"/>
              <a:gd name="connsiteY188" fmla="*/ 2202752 h 2237474"/>
              <a:gd name="connsiteX189" fmla="*/ 800195 w 12192000"/>
              <a:gd name="connsiteY189" fmla="*/ 2209407 h 2237474"/>
              <a:gd name="connsiteX190" fmla="*/ 784978 w 12192000"/>
              <a:gd name="connsiteY190" fmla="*/ 2212360 h 2237474"/>
              <a:gd name="connsiteX191" fmla="*/ 681987 w 12192000"/>
              <a:gd name="connsiteY191" fmla="*/ 2216757 h 2237474"/>
              <a:gd name="connsiteX192" fmla="*/ 669923 w 12192000"/>
              <a:gd name="connsiteY192" fmla="*/ 2211682 h 2237474"/>
              <a:gd name="connsiteX193" fmla="*/ 648680 w 12192000"/>
              <a:gd name="connsiteY193" fmla="*/ 2206229 h 2237474"/>
              <a:gd name="connsiteX194" fmla="*/ 597225 w 12192000"/>
              <a:gd name="connsiteY194" fmla="*/ 2180999 h 2237474"/>
              <a:gd name="connsiteX195" fmla="*/ 558449 w 12192000"/>
              <a:gd name="connsiteY195" fmla="*/ 2182346 h 2237474"/>
              <a:gd name="connsiteX196" fmla="*/ 550517 w 12192000"/>
              <a:gd name="connsiteY196" fmla="*/ 2182060 h 2237474"/>
              <a:gd name="connsiteX197" fmla="*/ 550309 w 12192000"/>
              <a:gd name="connsiteY197" fmla="*/ 2181825 h 2237474"/>
              <a:gd name="connsiteX198" fmla="*/ 541836 w 12192000"/>
              <a:gd name="connsiteY198" fmla="*/ 2181063 h 2237474"/>
              <a:gd name="connsiteX199" fmla="*/ 536057 w 12192000"/>
              <a:gd name="connsiteY199" fmla="*/ 2181537 h 2237474"/>
              <a:gd name="connsiteX200" fmla="*/ 520671 w 12192000"/>
              <a:gd name="connsiteY200" fmla="*/ 2180980 h 2237474"/>
              <a:gd name="connsiteX201" fmla="*/ 515024 w 12192000"/>
              <a:gd name="connsiteY201" fmla="*/ 2179258 h 2237474"/>
              <a:gd name="connsiteX202" fmla="*/ 512278 w 12192000"/>
              <a:gd name="connsiteY202" fmla="*/ 2176369 h 2237474"/>
              <a:gd name="connsiteX203" fmla="*/ 480419 w 12192000"/>
              <a:gd name="connsiteY203" fmla="*/ 2167807 h 2237474"/>
              <a:gd name="connsiteX204" fmla="*/ 413835 w 12192000"/>
              <a:gd name="connsiteY204" fmla="*/ 2156783 h 2237474"/>
              <a:gd name="connsiteX205" fmla="*/ 376513 w 12192000"/>
              <a:gd name="connsiteY205" fmla="*/ 2154014 h 2237474"/>
              <a:gd name="connsiteX206" fmla="*/ 273386 w 12192000"/>
              <a:gd name="connsiteY206" fmla="*/ 2142551 h 2237474"/>
              <a:gd name="connsiteX207" fmla="*/ 169207 w 12192000"/>
              <a:gd name="connsiteY207" fmla="*/ 2128100 h 2237474"/>
              <a:gd name="connsiteX208" fmla="*/ 93149 w 12192000"/>
              <a:gd name="connsiteY208" fmla="*/ 2105324 h 2237474"/>
              <a:gd name="connsiteX209" fmla="*/ 88109 w 12192000"/>
              <a:gd name="connsiteY209" fmla="*/ 2106704 h 2237474"/>
              <a:gd name="connsiteX210" fmla="*/ 80022 w 12192000"/>
              <a:gd name="connsiteY210" fmla="*/ 2107254 h 2237474"/>
              <a:gd name="connsiteX211" fmla="*/ 79717 w 12192000"/>
              <a:gd name="connsiteY211" fmla="*/ 2107046 h 2237474"/>
              <a:gd name="connsiteX212" fmla="*/ 72352 w 12192000"/>
              <a:gd name="connsiteY212" fmla="*/ 2107991 h 2237474"/>
              <a:gd name="connsiteX213" fmla="*/ 37645 w 12192000"/>
              <a:gd name="connsiteY213" fmla="*/ 2115401 h 2237474"/>
              <a:gd name="connsiteX214" fmla="*/ 4572 w 12192000"/>
              <a:gd name="connsiteY214" fmla="*/ 2111091 h 2237474"/>
              <a:gd name="connsiteX215" fmla="*/ 0 w 12192000"/>
              <a:gd name="connsiteY215" fmla="*/ 2110468 h 2237474"/>
              <a:gd name="connsiteX216" fmla="*/ 0 w 12192000"/>
              <a:gd name="connsiteY21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092727 w 12192000"/>
              <a:gd name="connsiteY72" fmla="*/ 1623628 h 2237474"/>
              <a:gd name="connsiteX73" fmla="*/ 7031309 w 12192000"/>
              <a:gd name="connsiteY73" fmla="*/ 1619451 h 2237474"/>
              <a:gd name="connsiteX74" fmla="*/ 6999084 w 12192000"/>
              <a:gd name="connsiteY74" fmla="*/ 1634317 h 2237474"/>
              <a:gd name="connsiteX75" fmla="*/ 6992107 w 12192000"/>
              <a:gd name="connsiteY75" fmla="*/ 1636860 h 2237474"/>
              <a:gd name="connsiteX76" fmla="*/ 6991765 w 12192000"/>
              <a:gd name="connsiteY76" fmla="*/ 1636725 h 2237474"/>
              <a:gd name="connsiteX77" fmla="*/ 6900177 w 12192000"/>
              <a:gd name="connsiteY77" fmla="*/ 1636016 h 2237474"/>
              <a:gd name="connsiteX78" fmla="*/ 6795372 w 12192000"/>
              <a:gd name="connsiteY78" fmla="*/ 1644845 h 2237474"/>
              <a:gd name="connsiteX79" fmla="*/ 6692251 w 12192000"/>
              <a:gd name="connsiteY79" fmla="*/ 1656357 h 2237474"/>
              <a:gd name="connsiteX80" fmla="*/ 6655235 w 12192000"/>
              <a:gd name="connsiteY80" fmla="*/ 1661869 h 2237474"/>
              <a:gd name="connsiteX81" fmla="*/ 6587857 w 12192000"/>
              <a:gd name="connsiteY81" fmla="*/ 1665769 h 2237474"/>
              <a:gd name="connsiteX82" fmla="*/ 6554894 w 12192000"/>
              <a:gd name="connsiteY82" fmla="*/ 1664428 h 2237474"/>
              <a:gd name="connsiteX83" fmla="*/ 6516595 w 12192000"/>
              <a:gd name="connsiteY83" fmla="*/ 1667475 h 2237474"/>
              <a:gd name="connsiteX84" fmla="*/ 6508541 w 12192000"/>
              <a:gd name="connsiteY84" fmla="*/ 1668757 h 2237474"/>
              <a:gd name="connsiteX85" fmla="*/ 6471012 w 12192000"/>
              <a:gd name="connsiteY85" fmla="*/ 1678604 h 2237474"/>
              <a:gd name="connsiteX86" fmla="*/ 6415265 w 12192000"/>
              <a:gd name="connsiteY86" fmla="*/ 1665317 h 2237474"/>
              <a:gd name="connsiteX87" fmla="*/ 6364035 w 12192000"/>
              <a:gd name="connsiteY87" fmla="*/ 1667683 h 2237474"/>
              <a:gd name="connsiteX88" fmla="*/ 6280959 w 12192000"/>
              <a:gd name="connsiteY88" fmla="*/ 1689329 h 2237474"/>
              <a:gd name="connsiteX89" fmla="*/ 6243319 w 12192000"/>
              <a:gd name="connsiteY89" fmla="*/ 1695560 h 2237474"/>
              <a:gd name="connsiteX90" fmla="*/ 6098321 w 12192000"/>
              <a:gd name="connsiteY90" fmla="*/ 1721646 h 2237474"/>
              <a:gd name="connsiteX91" fmla="*/ 5880652 w 12192000"/>
              <a:gd name="connsiteY91" fmla="*/ 1779643 h 2237474"/>
              <a:gd name="connsiteX92" fmla="*/ 5785959 w 12192000"/>
              <a:gd name="connsiteY92" fmla="*/ 1775307 h 2237474"/>
              <a:gd name="connsiteX93" fmla="*/ 5643534 w 12192000"/>
              <a:gd name="connsiteY93" fmla="*/ 1802919 h 2237474"/>
              <a:gd name="connsiteX94" fmla="*/ 5518799 w 12192000"/>
              <a:gd name="connsiteY94" fmla="*/ 1818312 h 2237474"/>
              <a:gd name="connsiteX95" fmla="*/ 5505014 w 12192000"/>
              <a:gd name="connsiteY95" fmla="*/ 1819259 h 2237474"/>
              <a:gd name="connsiteX96" fmla="*/ 5453307 w 12192000"/>
              <a:gd name="connsiteY96" fmla="*/ 1815450 h 2237474"/>
              <a:gd name="connsiteX97" fmla="*/ 5364192 w 12192000"/>
              <a:gd name="connsiteY97" fmla="*/ 1826074 h 2237474"/>
              <a:gd name="connsiteX98" fmla="*/ 5350380 w 12192000"/>
              <a:gd name="connsiteY98" fmla="*/ 1830891 h 2237474"/>
              <a:gd name="connsiteX99" fmla="*/ 5259633 w 12192000"/>
              <a:gd name="connsiteY99" fmla="*/ 1837160 h 2237474"/>
              <a:gd name="connsiteX100" fmla="*/ 5197513 w 12192000"/>
              <a:gd name="connsiteY100" fmla="*/ 1844718 h 2237474"/>
              <a:gd name="connsiteX101" fmla="*/ 5168852 w 12192000"/>
              <a:gd name="connsiteY101" fmla="*/ 1844846 h 2237474"/>
              <a:gd name="connsiteX102" fmla="*/ 5114927 w 12192000"/>
              <a:gd name="connsiteY102" fmla="*/ 1847827 h 2237474"/>
              <a:gd name="connsiteX103" fmla="*/ 5108970 w 12192000"/>
              <a:gd name="connsiteY103" fmla="*/ 1847935 h 2237474"/>
              <a:gd name="connsiteX104" fmla="*/ 5067961 w 12192000"/>
              <a:gd name="connsiteY104" fmla="*/ 1845917 h 2237474"/>
              <a:gd name="connsiteX105" fmla="*/ 5007075 w 12192000"/>
              <a:gd name="connsiteY105" fmla="*/ 1838626 h 2237474"/>
              <a:gd name="connsiteX106" fmla="*/ 4944087 w 12192000"/>
              <a:gd name="connsiteY106" fmla="*/ 1823332 h 2237474"/>
              <a:gd name="connsiteX107" fmla="*/ 4907662 w 12192000"/>
              <a:gd name="connsiteY107" fmla="*/ 1816900 h 2237474"/>
              <a:gd name="connsiteX108" fmla="*/ 4882386 w 12192000"/>
              <a:gd name="connsiteY108" fmla="*/ 1809844 h 2237474"/>
              <a:gd name="connsiteX109" fmla="*/ 4811440 w 12192000"/>
              <a:gd name="connsiteY109" fmla="*/ 1804655 h 2237474"/>
              <a:gd name="connsiteX110" fmla="*/ 4691075 w 12192000"/>
              <a:gd name="connsiteY110" fmla="*/ 1801389 h 2237474"/>
              <a:gd name="connsiteX111" fmla="*/ 4611738 w 12192000"/>
              <a:gd name="connsiteY111" fmla="*/ 1776964 h 2237474"/>
              <a:gd name="connsiteX112" fmla="*/ 4560070 w 12192000"/>
              <a:gd name="connsiteY112" fmla="*/ 1785640 h 2237474"/>
              <a:gd name="connsiteX113" fmla="*/ 4536503 w 12192000"/>
              <a:gd name="connsiteY113" fmla="*/ 1785334 h 2237474"/>
              <a:gd name="connsiteX114" fmla="*/ 4513724 w 12192000"/>
              <a:gd name="connsiteY114" fmla="*/ 1791996 h 2237474"/>
              <a:gd name="connsiteX115" fmla="*/ 4459810 w 12192000"/>
              <a:gd name="connsiteY115" fmla="*/ 1797886 h 2237474"/>
              <a:gd name="connsiteX116" fmla="*/ 4379064 w 12192000"/>
              <a:gd name="connsiteY116" fmla="*/ 1817177 h 2237474"/>
              <a:gd name="connsiteX117" fmla="*/ 4319209 w 12192000"/>
              <a:gd name="connsiteY117" fmla="*/ 1834833 h 2237474"/>
              <a:gd name="connsiteX118" fmla="*/ 4290981 w 12192000"/>
              <a:gd name="connsiteY118" fmla="*/ 1839677 h 2237474"/>
              <a:gd name="connsiteX119" fmla="*/ 4285792 w 12192000"/>
              <a:gd name="connsiteY119" fmla="*/ 1836231 h 2237474"/>
              <a:gd name="connsiteX120" fmla="*/ 4238372 w 12192000"/>
              <a:gd name="connsiteY120" fmla="*/ 1851480 h 2237474"/>
              <a:gd name="connsiteX121" fmla="*/ 4232517 w 12192000"/>
              <a:gd name="connsiteY121" fmla="*/ 1852567 h 2237474"/>
              <a:gd name="connsiteX122" fmla="*/ 4191732 w 12192000"/>
              <a:gd name="connsiteY122" fmla="*/ 1857328 h 2237474"/>
              <a:gd name="connsiteX123" fmla="*/ 4065532 w 12192000"/>
              <a:gd name="connsiteY123" fmla="*/ 1855477 h 2237474"/>
              <a:gd name="connsiteX124" fmla="*/ 4028460 w 12192000"/>
              <a:gd name="connsiteY124" fmla="*/ 1855137 h 2237474"/>
              <a:gd name="connsiteX125" fmla="*/ 4002267 w 12192000"/>
              <a:gd name="connsiteY125" fmla="*/ 1852352 h 2237474"/>
              <a:gd name="connsiteX126" fmla="*/ 3931396 w 12192000"/>
              <a:gd name="connsiteY126" fmla="*/ 1858915 h 2237474"/>
              <a:gd name="connsiteX127" fmla="*/ 3812162 w 12192000"/>
              <a:gd name="connsiteY127" fmla="*/ 1875501 h 2237474"/>
              <a:gd name="connsiteX128" fmla="*/ 3729530 w 12192000"/>
              <a:gd name="connsiteY128" fmla="*/ 1864513 h 2237474"/>
              <a:gd name="connsiteX129" fmla="*/ 3680177 w 12192000"/>
              <a:gd name="connsiteY129" fmla="*/ 1881552 h 2237474"/>
              <a:gd name="connsiteX130" fmla="*/ 3567259 w 12192000"/>
              <a:gd name="connsiteY130" fmla="*/ 1893482 h 2237474"/>
              <a:gd name="connsiteX131" fmla="*/ 3405770 w 12192000"/>
              <a:gd name="connsiteY131" fmla="*/ 1904591 h 2237474"/>
              <a:gd name="connsiteX132" fmla="*/ 3280097 w 12192000"/>
              <a:gd name="connsiteY132" fmla="*/ 1919610 h 2237474"/>
              <a:gd name="connsiteX133" fmla="*/ 3123424 w 12192000"/>
              <a:gd name="connsiteY133" fmla="*/ 1952930 h 2237474"/>
              <a:gd name="connsiteX134" fmla="*/ 3009910 w 12192000"/>
              <a:gd name="connsiteY134" fmla="*/ 1957866 h 2237474"/>
              <a:gd name="connsiteX135" fmla="*/ 2995934 w 12192000"/>
              <a:gd name="connsiteY135" fmla="*/ 1967085 h 2237474"/>
              <a:gd name="connsiteX136" fmla="*/ 2980071 w 12192000"/>
              <a:gd name="connsiteY136" fmla="*/ 1972988 h 2237474"/>
              <a:gd name="connsiteX137" fmla="*/ 2978094 w 12192000"/>
              <a:gd name="connsiteY137" fmla="*/ 1972369 h 2237474"/>
              <a:gd name="connsiteX138" fmla="*/ 2942858 w 12192000"/>
              <a:gd name="connsiteY138" fmla="*/ 1981367 h 2237474"/>
              <a:gd name="connsiteX139" fmla="*/ 2875436 w 12192000"/>
              <a:gd name="connsiteY139" fmla="*/ 1996977 h 2237474"/>
              <a:gd name="connsiteX140" fmla="*/ 2874892 w 12192000"/>
              <a:gd name="connsiteY140" fmla="*/ 1996085 h 2237474"/>
              <a:gd name="connsiteX141" fmla="*/ 2864145 w 12192000"/>
              <a:gd name="connsiteY141" fmla="*/ 1994061 h 2237474"/>
              <a:gd name="connsiteX142" fmla="*/ 2843662 w 12192000"/>
              <a:gd name="connsiteY142" fmla="*/ 1992498 h 2237474"/>
              <a:gd name="connsiteX143" fmla="*/ 2796128 w 12192000"/>
              <a:gd name="connsiteY143" fmla="*/ 1976403 h 2237474"/>
              <a:gd name="connsiteX144" fmla="*/ 2756784 w 12192000"/>
              <a:gd name="connsiteY144" fmla="*/ 1985116 h 2237474"/>
              <a:gd name="connsiteX145" fmla="*/ 2748833 w 12192000"/>
              <a:gd name="connsiteY145" fmla="*/ 1986323 h 2237474"/>
              <a:gd name="connsiteX146" fmla="*/ 2748661 w 12192000"/>
              <a:gd name="connsiteY146" fmla="*/ 1986122 h 2237474"/>
              <a:gd name="connsiteX147" fmla="*/ 2740251 w 12192000"/>
              <a:gd name="connsiteY147" fmla="*/ 1986946 h 2237474"/>
              <a:gd name="connsiteX148" fmla="*/ 2718916 w 12192000"/>
              <a:gd name="connsiteY148" fmla="*/ 1990867 h 2237474"/>
              <a:gd name="connsiteX149" fmla="*/ 2713522 w 12192000"/>
              <a:gd name="connsiteY149" fmla="*/ 1990173 h 2237474"/>
              <a:gd name="connsiteX150" fmla="*/ 2680597 w 12192000"/>
              <a:gd name="connsiteY150" fmla="*/ 1984996 h 2237474"/>
              <a:gd name="connsiteX151" fmla="*/ 2578178 w 12192000"/>
              <a:gd name="connsiteY151" fmla="*/ 1990531 h 2237474"/>
              <a:gd name="connsiteX152" fmla="*/ 2476147 w 12192000"/>
              <a:gd name="connsiteY152" fmla="*/ 1998305 h 2237474"/>
              <a:gd name="connsiteX153" fmla="*/ 2373568 w 12192000"/>
              <a:gd name="connsiteY153" fmla="*/ 2003219 h 2237474"/>
              <a:gd name="connsiteX154" fmla="*/ 2321399 w 12192000"/>
              <a:gd name="connsiteY154" fmla="*/ 1989467 h 2237474"/>
              <a:gd name="connsiteX155" fmla="*/ 2315525 w 12192000"/>
              <a:gd name="connsiteY155" fmla="*/ 1989708 h 2237474"/>
              <a:gd name="connsiteX156" fmla="*/ 2300792 w 12192000"/>
              <a:gd name="connsiteY156" fmla="*/ 1994290 h 2237474"/>
              <a:gd name="connsiteX157" fmla="*/ 2295469 w 12192000"/>
              <a:gd name="connsiteY157" fmla="*/ 1996659 h 2237474"/>
              <a:gd name="connsiteX158" fmla="*/ 2287219 w 12192000"/>
              <a:gd name="connsiteY158" fmla="*/ 1998750 h 2237474"/>
              <a:gd name="connsiteX159" fmla="*/ 2286948 w 12192000"/>
              <a:gd name="connsiteY159" fmla="*/ 1998596 h 2237474"/>
              <a:gd name="connsiteX160" fmla="*/ 2243069 w 12192000"/>
              <a:gd name="connsiteY160" fmla="*/ 2015111 h 2237474"/>
              <a:gd name="connsiteX161" fmla="*/ 2186609 w 12192000"/>
              <a:gd name="connsiteY161" fmla="*/ 2008263 h 2237474"/>
              <a:gd name="connsiteX162" fmla="*/ 2164831 w 12192000"/>
              <a:gd name="connsiteY162" fmla="*/ 2010143 h 2237474"/>
              <a:gd name="connsiteX163" fmla="*/ 2152836 w 12192000"/>
              <a:gd name="connsiteY163" fmla="*/ 2010048 h 2237474"/>
              <a:gd name="connsiteX164" fmla="*/ 2117102 w 12192000"/>
              <a:gd name="connsiteY164" fmla="*/ 2023004 h 2237474"/>
              <a:gd name="connsiteX165" fmla="*/ 2111935 w 12192000"/>
              <a:gd name="connsiteY165" fmla="*/ 2023163 h 2237474"/>
              <a:gd name="connsiteX166" fmla="*/ 2089991 w 12192000"/>
              <a:gd name="connsiteY166" fmla="*/ 2034193 h 2237474"/>
              <a:gd name="connsiteX167" fmla="*/ 2058061 w 12192000"/>
              <a:gd name="connsiteY167" fmla="*/ 2047942 h 2237474"/>
              <a:gd name="connsiteX168" fmla="*/ 2055737 w 12192000"/>
              <a:gd name="connsiteY168" fmla="*/ 2047704 h 2237474"/>
              <a:gd name="connsiteX169" fmla="*/ 2042244 w 12192000"/>
              <a:gd name="connsiteY169" fmla="*/ 2055560 h 2237474"/>
              <a:gd name="connsiteX170" fmla="*/ 1976224 w 12192000"/>
              <a:gd name="connsiteY170" fmla="*/ 2074257 h 2237474"/>
              <a:gd name="connsiteX171" fmla="*/ 1877728 w 12192000"/>
              <a:gd name="connsiteY171" fmla="*/ 2101004 h 2237474"/>
              <a:gd name="connsiteX172" fmla="*/ 1759056 w 12192000"/>
              <a:gd name="connsiteY172" fmla="*/ 2125608 h 2237474"/>
              <a:gd name="connsiteX173" fmla="*/ 1637948 w 12192000"/>
              <a:gd name="connsiteY173" fmla="*/ 2172597 h 2237474"/>
              <a:gd name="connsiteX174" fmla="*/ 1434549 w 12192000"/>
              <a:gd name="connsiteY174" fmla="*/ 2234522 h 2237474"/>
              <a:gd name="connsiteX175" fmla="*/ 1398481 w 12192000"/>
              <a:gd name="connsiteY175" fmla="*/ 2237074 h 2237474"/>
              <a:gd name="connsiteX176" fmla="*/ 1398407 w 12192000"/>
              <a:gd name="connsiteY176" fmla="*/ 2237095 h 2237474"/>
              <a:gd name="connsiteX177" fmla="*/ 1370962 w 12192000"/>
              <a:gd name="connsiteY177" fmla="*/ 2237474 h 2237474"/>
              <a:gd name="connsiteX178" fmla="*/ 1356367 w 12192000"/>
              <a:gd name="connsiteY178" fmla="*/ 2235089 h 2237474"/>
              <a:gd name="connsiteX179" fmla="*/ 1324828 w 12192000"/>
              <a:gd name="connsiteY179" fmla="*/ 2231968 h 2237474"/>
              <a:gd name="connsiteX180" fmla="*/ 1297744 w 12192000"/>
              <a:gd name="connsiteY180" fmla="*/ 2235849 h 2237474"/>
              <a:gd name="connsiteX181" fmla="*/ 1286236 w 12192000"/>
              <a:gd name="connsiteY181" fmla="*/ 2233135 h 2237474"/>
              <a:gd name="connsiteX182" fmla="*/ 1283504 w 12192000"/>
              <a:gd name="connsiteY182" fmla="*/ 2233797 h 2237474"/>
              <a:gd name="connsiteX183" fmla="*/ 1279765 w 12192000"/>
              <a:gd name="connsiteY183" fmla="*/ 2229639 h 2237474"/>
              <a:gd name="connsiteX184" fmla="*/ 1195347 w 12192000"/>
              <a:gd name="connsiteY184" fmla="*/ 2212354 h 2237474"/>
              <a:gd name="connsiteX185" fmla="*/ 970251 w 12192000"/>
              <a:gd name="connsiteY185" fmla="*/ 2221029 h 2237474"/>
              <a:gd name="connsiteX186" fmla="*/ 812914 w 12192000"/>
              <a:gd name="connsiteY186" fmla="*/ 2202752 h 2237474"/>
              <a:gd name="connsiteX187" fmla="*/ 800195 w 12192000"/>
              <a:gd name="connsiteY187" fmla="*/ 2209407 h 2237474"/>
              <a:gd name="connsiteX188" fmla="*/ 784978 w 12192000"/>
              <a:gd name="connsiteY188" fmla="*/ 2212360 h 2237474"/>
              <a:gd name="connsiteX189" fmla="*/ 681987 w 12192000"/>
              <a:gd name="connsiteY189" fmla="*/ 2216757 h 2237474"/>
              <a:gd name="connsiteX190" fmla="*/ 669923 w 12192000"/>
              <a:gd name="connsiteY190" fmla="*/ 2211682 h 2237474"/>
              <a:gd name="connsiteX191" fmla="*/ 648680 w 12192000"/>
              <a:gd name="connsiteY191" fmla="*/ 2206229 h 2237474"/>
              <a:gd name="connsiteX192" fmla="*/ 597225 w 12192000"/>
              <a:gd name="connsiteY192" fmla="*/ 2180999 h 2237474"/>
              <a:gd name="connsiteX193" fmla="*/ 558449 w 12192000"/>
              <a:gd name="connsiteY193" fmla="*/ 2182346 h 2237474"/>
              <a:gd name="connsiteX194" fmla="*/ 550517 w 12192000"/>
              <a:gd name="connsiteY194" fmla="*/ 2182060 h 2237474"/>
              <a:gd name="connsiteX195" fmla="*/ 550309 w 12192000"/>
              <a:gd name="connsiteY195" fmla="*/ 2181825 h 2237474"/>
              <a:gd name="connsiteX196" fmla="*/ 541836 w 12192000"/>
              <a:gd name="connsiteY196" fmla="*/ 2181063 h 2237474"/>
              <a:gd name="connsiteX197" fmla="*/ 536057 w 12192000"/>
              <a:gd name="connsiteY197" fmla="*/ 2181537 h 2237474"/>
              <a:gd name="connsiteX198" fmla="*/ 520671 w 12192000"/>
              <a:gd name="connsiteY198" fmla="*/ 2180980 h 2237474"/>
              <a:gd name="connsiteX199" fmla="*/ 515024 w 12192000"/>
              <a:gd name="connsiteY199" fmla="*/ 2179258 h 2237474"/>
              <a:gd name="connsiteX200" fmla="*/ 512278 w 12192000"/>
              <a:gd name="connsiteY200" fmla="*/ 2176369 h 2237474"/>
              <a:gd name="connsiteX201" fmla="*/ 480419 w 12192000"/>
              <a:gd name="connsiteY201" fmla="*/ 2167807 h 2237474"/>
              <a:gd name="connsiteX202" fmla="*/ 413835 w 12192000"/>
              <a:gd name="connsiteY202" fmla="*/ 2156783 h 2237474"/>
              <a:gd name="connsiteX203" fmla="*/ 376513 w 12192000"/>
              <a:gd name="connsiteY203" fmla="*/ 2154014 h 2237474"/>
              <a:gd name="connsiteX204" fmla="*/ 273386 w 12192000"/>
              <a:gd name="connsiteY204" fmla="*/ 2142551 h 2237474"/>
              <a:gd name="connsiteX205" fmla="*/ 169207 w 12192000"/>
              <a:gd name="connsiteY205" fmla="*/ 2128100 h 2237474"/>
              <a:gd name="connsiteX206" fmla="*/ 93149 w 12192000"/>
              <a:gd name="connsiteY206" fmla="*/ 2105324 h 2237474"/>
              <a:gd name="connsiteX207" fmla="*/ 88109 w 12192000"/>
              <a:gd name="connsiteY207" fmla="*/ 2106704 h 2237474"/>
              <a:gd name="connsiteX208" fmla="*/ 80022 w 12192000"/>
              <a:gd name="connsiteY208" fmla="*/ 2107254 h 2237474"/>
              <a:gd name="connsiteX209" fmla="*/ 79717 w 12192000"/>
              <a:gd name="connsiteY209" fmla="*/ 2107046 h 2237474"/>
              <a:gd name="connsiteX210" fmla="*/ 72352 w 12192000"/>
              <a:gd name="connsiteY210" fmla="*/ 2107991 h 2237474"/>
              <a:gd name="connsiteX211" fmla="*/ 37645 w 12192000"/>
              <a:gd name="connsiteY211" fmla="*/ 2115401 h 2237474"/>
              <a:gd name="connsiteX212" fmla="*/ 4572 w 12192000"/>
              <a:gd name="connsiteY212" fmla="*/ 2111091 h 2237474"/>
              <a:gd name="connsiteX213" fmla="*/ 0 w 12192000"/>
              <a:gd name="connsiteY213" fmla="*/ 2110468 h 2237474"/>
              <a:gd name="connsiteX214" fmla="*/ 0 w 12192000"/>
              <a:gd name="connsiteY21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91765 w 12192000"/>
              <a:gd name="connsiteY75" fmla="*/ 1636725 h 2237474"/>
              <a:gd name="connsiteX76" fmla="*/ 6900177 w 12192000"/>
              <a:gd name="connsiteY76" fmla="*/ 1636016 h 2237474"/>
              <a:gd name="connsiteX77" fmla="*/ 6795372 w 12192000"/>
              <a:gd name="connsiteY77" fmla="*/ 1644845 h 2237474"/>
              <a:gd name="connsiteX78" fmla="*/ 6692251 w 12192000"/>
              <a:gd name="connsiteY78" fmla="*/ 1656357 h 2237474"/>
              <a:gd name="connsiteX79" fmla="*/ 6655235 w 12192000"/>
              <a:gd name="connsiteY79" fmla="*/ 1661869 h 2237474"/>
              <a:gd name="connsiteX80" fmla="*/ 6587857 w 12192000"/>
              <a:gd name="connsiteY80" fmla="*/ 1665769 h 2237474"/>
              <a:gd name="connsiteX81" fmla="*/ 6554894 w 12192000"/>
              <a:gd name="connsiteY81" fmla="*/ 1664428 h 2237474"/>
              <a:gd name="connsiteX82" fmla="*/ 6516595 w 12192000"/>
              <a:gd name="connsiteY82" fmla="*/ 1667475 h 2237474"/>
              <a:gd name="connsiteX83" fmla="*/ 6508541 w 12192000"/>
              <a:gd name="connsiteY83" fmla="*/ 1668757 h 2237474"/>
              <a:gd name="connsiteX84" fmla="*/ 6471012 w 12192000"/>
              <a:gd name="connsiteY84" fmla="*/ 1678604 h 2237474"/>
              <a:gd name="connsiteX85" fmla="*/ 6415265 w 12192000"/>
              <a:gd name="connsiteY85" fmla="*/ 1665317 h 2237474"/>
              <a:gd name="connsiteX86" fmla="*/ 6364035 w 12192000"/>
              <a:gd name="connsiteY86" fmla="*/ 1667683 h 2237474"/>
              <a:gd name="connsiteX87" fmla="*/ 6280959 w 12192000"/>
              <a:gd name="connsiteY87" fmla="*/ 1689329 h 2237474"/>
              <a:gd name="connsiteX88" fmla="*/ 6243319 w 12192000"/>
              <a:gd name="connsiteY88" fmla="*/ 1695560 h 2237474"/>
              <a:gd name="connsiteX89" fmla="*/ 6098321 w 12192000"/>
              <a:gd name="connsiteY89" fmla="*/ 1721646 h 2237474"/>
              <a:gd name="connsiteX90" fmla="*/ 5880652 w 12192000"/>
              <a:gd name="connsiteY90" fmla="*/ 1779643 h 2237474"/>
              <a:gd name="connsiteX91" fmla="*/ 5785959 w 12192000"/>
              <a:gd name="connsiteY91" fmla="*/ 1775307 h 2237474"/>
              <a:gd name="connsiteX92" fmla="*/ 5643534 w 12192000"/>
              <a:gd name="connsiteY92" fmla="*/ 1802919 h 2237474"/>
              <a:gd name="connsiteX93" fmla="*/ 5518799 w 12192000"/>
              <a:gd name="connsiteY93" fmla="*/ 1818312 h 2237474"/>
              <a:gd name="connsiteX94" fmla="*/ 5505014 w 12192000"/>
              <a:gd name="connsiteY94" fmla="*/ 1819259 h 2237474"/>
              <a:gd name="connsiteX95" fmla="*/ 5453307 w 12192000"/>
              <a:gd name="connsiteY95" fmla="*/ 1815450 h 2237474"/>
              <a:gd name="connsiteX96" fmla="*/ 5364192 w 12192000"/>
              <a:gd name="connsiteY96" fmla="*/ 1826074 h 2237474"/>
              <a:gd name="connsiteX97" fmla="*/ 5350380 w 12192000"/>
              <a:gd name="connsiteY97" fmla="*/ 1830891 h 2237474"/>
              <a:gd name="connsiteX98" fmla="*/ 5259633 w 12192000"/>
              <a:gd name="connsiteY98" fmla="*/ 1837160 h 2237474"/>
              <a:gd name="connsiteX99" fmla="*/ 5197513 w 12192000"/>
              <a:gd name="connsiteY99" fmla="*/ 1844718 h 2237474"/>
              <a:gd name="connsiteX100" fmla="*/ 5168852 w 12192000"/>
              <a:gd name="connsiteY100" fmla="*/ 1844846 h 2237474"/>
              <a:gd name="connsiteX101" fmla="*/ 5114927 w 12192000"/>
              <a:gd name="connsiteY101" fmla="*/ 1847827 h 2237474"/>
              <a:gd name="connsiteX102" fmla="*/ 5108970 w 12192000"/>
              <a:gd name="connsiteY102" fmla="*/ 1847935 h 2237474"/>
              <a:gd name="connsiteX103" fmla="*/ 5067961 w 12192000"/>
              <a:gd name="connsiteY103" fmla="*/ 1845917 h 2237474"/>
              <a:gd name="connsiteX104" fmla="*/ 5007075 w 12192000"/>
              <a:gd name="connsiteY104" fmla="*/ 1838626 h 2237474"/>
              <a:gd name="connsiteX105" fmla="*/ 4944087 w 12192000"/>
              <a:gd name="connsiteY105" fmla="*/ 1823332 h 2237474"/>
              <a:gd name="connsiteX106" fmla="*/ 4907662 w 12192000"/>
              <a:gd name="connsiteY106" fmla="*/ 1816900 h 2237474"/>
              <a:gd name="connsiteX107" fmla="*/ 4882386 w 12192000"/>
              <a:gd name="connsiteY107" fmla="*/ 1809844 h 2237474"/>
              <a:gd name="connsiteX108" fmla="*/ 4811440 w 12192000"/>
              <a:gd name="connsiteY108" fmla="*/ 1804655 h 2237474"/>
              <a:gd name="connsiteX109" fmla="*/ 4691075 w 12192000"/>
              <a:gd name="connsiteY109" fmla="*/ 1801389 h 2237474"/>
              <a:gd name="connsiteX110" fmla="*/ 4611738 w 12192000"/>
              <a:gd name="connsiteY110" fmla="*/ 1776964 h 2237474"/>
              <a:gd name="connsiteX111" fmla="*/ 4560070 w 12192000"/>
              <a:gd name="connsiteY111" fmla="*/ 1785640 h 2237474"/>
              <a:gd name="connsiteX112" fmla="*/ 4536503 w 12192000"/>
              <a:gd name="connsiteY112" fmla="*/ 1785334 h 2237474"/>
              <a:gd name="connsiteX113" fmla="*/ 4513724 w 12192000"/>
              <a:gd name="connsiteY113" fmla="*/ 1791996 h 2237474"/>
              <a:gd name="connsiteX114" fmla="*/ 4459810 w 12192000"/>
              <a:gd name="connsiteY114" fmla="*/ 1797886 h 2237474"/>
              <a:gd name="connsiteX115" fmla="*/ 4379064 w 12192000"/>
              <a:gd name="connsiteY115" fmla="*/ 1817177 h 2237474"/>
              <a:gd name="connsiteX116" fmla="*/ 4319209 w 12192000"/>
              <a:gd name="connsiteY116" fmla="*/ 1834833 h 2237474"/>
              <a:gd name="connsiteX117" fmla="*/ 4290981 w 12192000"/>
              <a:gd name="connsiteY117" fmla="*/ 1839677 h 2237474"/>
              <a:gd name="connsiteX118" fmla="*/ 4285792 w 12192000"/>
              <a:gd name="connsiteY118" fmla="*/ 1836231 h 2237474"/>
              <a:gd name="connsiteX119" fmla="*/ 4238372 w 12192000"/>
              <a:gd name="connsiteY119" fmla="*/ 1851480 h 2237474"/>
              <a:gd name="connsiteX120" fmla="*/ 4232517 w 12192000"/>
              <a:gd name="connsiteY120" fmla="*/ 1852567 h 2237474"/>
              <a:gd name="connsiteX121" fmla="*/ 4191732 w 12192000"/>
              <a:gd name="connsiteY121" fmla="*/ 1857328 h 2237474"/>
              <a:gd name="connsiteX122" fmla="*/ 4065532 w 12192000"/>
              <a:gd name="connsiteY122" fmla="*/ 1855477 h 2237474"/>
              <a:gd name="connsiteX123" fmla="*/ 4028460 w 12192000"/>
              <a:gd name="connsiteY123" fmla="*/ 1855137 h 2237474"/>
              <a:gd name="connsiteX124" fmla="*/ 4002267 w 12192000"/>
              <a:gd name="connsiteY124" fmla="*/ 1852352 h 2237474"/>
              <a:gd name="connsiteX125" fmla="*/ 3931396 w 12192000"/>
              <a:gd name="connsiteY125" fmla="*/ 1858915 h 2237474"/>
              <a:gd name="connsiteX126" fmla="*/ 3812162 w 12192000"/>
              <a:gd name="connsiteY126" fmla="*/ 1875501 h 2237474"/>
              <a:gd name="connsiteX127" fmla="*/ 3729530 w 12192000"/>
              <a:gd name="connsiteY127" fmla="*/ 1864513 h 2237474"/>
              <a:gd name="connsiteX128" fmla="*/ 3680177 w 12192000"/>
              <a:gd name="connsiteY128" fmla="*/ 1881552 h 2237474"/>
              <a:gd name="connsiteX129" fmla="*/ 3567259 w 12192000"/>
              <a:gd name="connsiteY129" fmla="*/ 1893482 h 2237474"/>
              <a:gd name="connsiteX130" fmla="*/ 3405770 w 12192000"/>
              <a:gd name="connsiteY130" fmla="*/ 1904591 h 2237474"/>
              <a:gd name="connsiteX131" fmla="*/ 3280097 w 12192000"/>
              <a:gd name="connsiteY131" fmla="*/ 1919610 h 2237474"/>
              <a:gd name="connsiteX132" fmla="*/ 3123424 w 12192000"/>
              <a:gd name="connsiteY132" fmla="*/ 1952930 h 2237474"/>
              <a:gd name="connsiteX133" fmla="*/ 3009910 w 12192000"/>
              <a:gd name="connsiteY133" fmla="*/ 1957866 h 2237474"/>
              <a:gd name="connsiteX134" fmla="*/ 2995934 w 12192000"/>
              <a:gd name="connsiteY134" fmla="*/ 1967085 h 2237474"/>
              <a:gd name="connsiteX135" fmla="*/ 2980071 w 12192000"/>
              <a:gd name="connsiteY135" fmla="*/ 1972988 h 2237474"/>
              <a:gd name="connsiteX136" fmla="*/ 2978094 w 12192000"/>
              <a:gd name="connsiteY136" fmla="*/ 1972369 h 2237474"/>
              <a:gd name="connsiteX137" fmla="*/ 2942858 w 12192000"/>
              <a:gd name="connsiteY137" fmla="*/ 1981367 h 2237474"/>
              <a:gd name="connsiteX138" fmla="*/ 2875436 w 12192000"/>
              <a:gd name="connsiteY138" fmla="*/ 1996977 h 2237474"/>
              <a:gd name="connsiteX139" fmla="*/ 2874892 w 12192000"/>
              <a:gd name="connsiteY139" fmla="*/ 1996085 h 2237474"/>
              <a:gd name="connsiteX140" fmla="*/ 2864145 w 12192000"/>
              <a:gd name="connsiteY140" fmla="*/ 1994061 h 2237474"/>
              <a:gd name="connsiteX141" fmla="*/ 2843662 w 12192000"/>
              <a:gd name="connsiteY141" fmla="*/ 1992498 h 2237474"/>
              <a:gd name="connsiteX142" fmla="*/ 2796128 w 12192000"/>
              <a:gd name="connsiteY142" fmla="*/ 1976403 h 2237474"/>
              <a:gd name="connsiteX143" fmla="*/ 2756784 w 12192000"/>
              <a:gd name="connsiteY143" fmla="*/ 1985116 h 2237474"/>
              <a:gd name="connsiteX144" fmla="*/ 2748833 w 12192000"/>
              <a:gd name="connsiteY144" fmla="*/ 1986323 h 2237474"/>
              <a:gd name="connsiteX145" fmla="*/ 2748661 w 12192000"/>
              <a:gd name="connsiteY145" fmla="*/ 1986122 h 2237474"/>
              <a:gd name="connsiteX146" fmla="*/ 2740251 w 12192000"/>
              <a:gd name="connsiteY146" fmla="*/ 1986946 h 2237474"/>
              <a:gd name="connsiteX147" fmla="*/ 2718916 w 12192000"/>
              <a:gd name="connsiteY147" fmla="*/ 1990867 h 2237474"/>
              <a:gd name="connsiteX148" fmla="*/ 2713522 w 12192000"/>
              <a:gd name="connsiteY148" fmla="*/ 1990173 h 2237474"/>
              <a:gd name="connsiteX149" fmla="*/ 2680597 w 12192000"/>
              <a:gd name="connsiteY149" fmla="*/ 1984996 h 2237474"/>
              <a:gd name="connsiteX150" fmla="*/ 2578178 w 12192000"/>
              <a:gd name="connsiteY150" fmla="*/ 1990531 h 2237474"/>
              <a:gd name="connsiteX151" fmla="*/ 2476147 w 12192000"/>
              <a:gd name="connsiteY151" fmla="*/ 1998305 h 2237474"/>
              <a:gd name="connsiteX152" fmla="*/ 2373568 w 12192000"/>
              <a:gd name="connsiteY152" fmla="*/ 2003219 h 2237474"/>
              <a:gd name="connsiteX153" fmla="*/ 2321399 w 12192000"/>
              <a:gd name="connsiteY153" fmla="*/ 1989467 h 2237474"/>
              <a:gd name="connsiteX154" fmla="*/ 2315525 w 12192000"/>
              <a:gd name="connsiteY154" fmla="*/ 1989708 h 2237474"/>
              <a:gd name="connsiteX155" fmla="*/ 2300792 w 12192000"/>
              <a:gd name="connsiteY155" fmla="*/ 1994290 h 2237474"/>
              <a:gd name="connsiteX156" fmla="*/ 2295469 w 12192000"/>
              <a:gd name="connsiteY156" fmla="*/ 1996659 h 2237474"/>
              <a:gd name="connsiteX157" fmla="*/ 2287219 w 12192000"/>
              <a:gd name="connsiteY157" fmla="*/ 1998750 h 2237474"/>
              <a:gd name="connsiteX158" fmla="*/ 2286948 w 12192000"/>
              <a:gd name="connsiteY158" fmla="*/ 1998596 h 2237474"/>
              <a:gd name="connsiteX159" fmla="*/ 2243069 w 12192000"/>
              <a:gd name="connsiteY159" fmla="*/ 2015111 h 2237474"/>
              <a:gd name="connsiteX160" fmla="*/ 2186609 w 12192000"/>
              <a:gd name="connsiteY160" fmla="*/ 2008263 h 2237474"/>
              <a:gd name="connsiteX161" fmla="*/ 2164831 w 12192000"/>
              <a:gd name="connsiteY161" fmla="*/ 2010143 h 2237474"/>
              <a:gd name="connsiteX162" fmla="*/ 2152836 w 12192000"/>
              <a:gd name="connsiteY162" fmla="*/ 2010048 h 2237474"/>
              <a:gd name="connsiteX163" fmla="*/ 2117102 w 12192000"/>
              <a:gd name="connsiteY163" fmla="*/ 2023004 h 2237474"/>
              <a:gd name="connsiteX164" fmla="*/ 2111935 w 12192000"/>
              <a:gd name="connsiteY164" fmla="*/ 2023163 h 2237474"/>
              <a:gd name="connsiteX165" fmla="*/ 2089991 w 12192000"/>
              <a:gd name="connsiteY165" fmla="*/ 2034193 h 2237474"/>
              <a:gd name="connsiteX166" fmla="*/ 2058061 w 12192000"/>
              <a:gd name="connsiteY166" fmla="*/ 2047942 h 2237474"/>
              <a:gd name="connsiteX167" fmla="*/ 2055737 w 12192000"/>
              <a:gd name="connsiteY167" fmla="*/ 2047704 h 2237474"/>
              <a:gd name="connsiteX168" fmla="*/ 2042244 w 12192000"/>
              <a:gd name="connsiteY168" fmla="*/ 2055560 h 2237474"/>
              <a:gd name="connsiteX169" fmla="*/ 1976224 w 12192000"/>
              <a:gd name="connsiteY169" fmla="*/ 2074257 h 2237474"/>
              <a:gd name="connsiteX170" fmla="*/ 1877728 w 12192000"/>
              <a:gd name="connsiteY170" fmla="*/ 2101004 h 2237474"/>
              <a:gd name="connsiteX171" fmla="*/ 1759056 w 12192000"/>
              <a:gd name="connsiteY171" fmla="*/ 2125608 h 2237474"/>
              <a:gd name="connsiteX172" fmla="*/ 1637948 w 12192000"/>
              <a:gd name="connsiteY172" fmla="*/ 2172597 h 2237474"/>
              <a:gd name="connsiteX173" fmla="*/ 1434549 w 12192000"/>
              <a:gd name="connsiteY173" fmla="*/ 2234522 h 2237474"/>
              <a:gd name="connsiteX174" fmla="*/ 1398481 w 12192000"/>
              <a:gd name="connsiteY174" fmla="*/ 2237074 h 2237474"/>
              <a:gd name="connsiteX175" fmla="*/ 1398407 w 12192000"/>
              <a:gd name="connsiteY175" fmla="*/ 2237095 h 2237474"/>
              <a:gd name="connsiteX176" fmla="*/ 1370962 w 12192000"/>
              <a:gd name="connsiteY176" fmla="*/ 2237474 h 2237474"/>
              <a:gd name="connsiteX177" fmla="*/ 1356367 w 12192000"/>
              <a:gd name="connsiteY177" fmla="*/ 2235089 h 2237474"/>
              <a:gd name="connsiteX178" fmla="*/ 1324828 w 12192000"/>
              <a:gd name="connsiteY178" fmla="*/ 2231968 h 2237474"/>
              <a:gd name="connsiteX179" fmla="*/ 1297744 w 12192000"/>
              <a:gd name="connsiteY179" fmla="*/ 2235849 h 2237474"/>
              <a:gd name="connsiteX180" fmla="*/ 1286236 w 12192000"/>
              <a:gd name="connsiteY180" fmla="*/ 2233135 h 2237474"/>
              <a:gd name="connsiteX181" fmla="*/ 1283504 w 12192000"/>
              <a:gd name="connsiteY181" fmla="*/ 2233797 h 2237474"/>
              <a:gd name="connsiteX182" fmla="*/ 1279765 w 12192000"/>
              <a:gd name="connsiteY182" fmla="*/ 2229639 h 2237474"/>
              <a:gd name="connsiteX183" fmla="*/ 1195347 w 12192000"/>
              <a:gd name="connsiteY183" fmla="*/ 2212354 h 2237474"/>
              <a:gd name="connsiteX184" fmla="*/ 970251 w 12192000"/>
              <a:gd name="connsiteY184" fmla="*/ 2221029 h 2237474"/>
              <a:gd name="connsiteX185" fmla="*/ 812914 w 12192000"/>
              <a:gd name="connsiteY185" fmla="*/ 2202752 h 2237474"/>
              <a:gd name="connsiteX186" fmla="*/ 800195 w 12192000"/>
              <a:gd name="connsiteY186" fmla="*/ 2209407 h 2237474"/>
              <a:gd name="connsiteX187" fmla="*/ 784978 w 12192000"/>
              <a:gd name="connsiteY187" fmla="*/ 2212360 h 2237474"/>
              <a:gd name="connsiteX188" fmla="*/ 681987 w 12192000"/>
              <a:gd name="connsiteY188" fmla="*/ 2216757 h 2237474"/>
              <a:gd name="connsiteX189" fmla="*/ 669923 w 12192000"/>
              <a:gd name="connsiteY189" fmla="*/ 2211682 h 2237474"/>
              <a:gd name="connsiteX190" fmla="*/ 648680 w 12192000"/>
              <a:gd name="connsiteY190" fmla="*/ 2206229 h 2237474"/>
              <a:gd name="connsiteX191" fmla="*/ 597225 w 12192000"/>
              <a:gd name="connsiteY191" fmla="*/ 2180999 h 2237474"/>
              <a:gd name="connsiteX192" fmla="*/ 558449 w 12192000"/>
              <a:gd name="connsiteY192" fmla="*/ 2182346 h 2237474"/>
              <a:gd name="connsiteX193" fmla="*/ 550517 w 12192000"/>
              <a:gd name="connsiteY193" fmla="*/ 2182060 h 2237474"/>
              <a:gd name="connsiteX194" fmla="*/ 550309 w 12192000"/>
              <a:gd name="connsiteY194" fmla="*/ 2181825 h 2237474"/>
              <a:gd name="connsiteX195" fmla="*/ 541836 w 12192000"/>
              <a:gd name="connsiteY195" fmla="*/ 2181063 h 2237474"/>
              <a:gd name="connsiteX196" fmla="*/ 536057 w 12192000"/>
              <a:gd name="connsiteY196" fmla="*/ 2181537 h 2237474"/>
              <a:gd name="connsiteX197" fmla="*/ 520671 w 12192000"/>
              <a:gd name="connsiteY197" fmla="*/ 2180980 h 2237474"/>
              <a:gd name="connsiteX198" fmla="*/ 515024 w 12192000"/>
              <a:gd name="connsiteY198" fmla="*/ 2179258 h 2237474"/>
              <a:gd name="connsiteX199" fmla="*/ 512278 w 12192000"/>
              <a:gd name="connsiteY199" fmla="*/ 2176369 h 2237474"/>
              <a:gd name="connsiteX200" fmla="*/ 480419 w 12192000"/>
              <a:gd name="connsiteY200" fmla="*/ 2167807 h 2237474"/>
              <a:gd name="connsiteX201" fmla="*/ 413835 w 12192000"/>
              <a:gd name="connsiteY201" fmla="*/ 2156783 h 2237474"/>
              <a:gd name="connsiteX202" fmla="*/ 376513 w 12192000"/>
              <a:gd name="connsiteY202" fmla="*/ 2154014 h 2237474"/>
              <a:gd name="connsiteX203" fmla="*/ 273386 w 12192000"/>
              <a:gd name="connsiteY203" fmla="*/ 2142551 h 2237474"/>
              <a:gd name="connsiteX204" fmla="*/ 169207 w 12192000"/>
              <a:gd name="connsiteY204" fmla="*/ 2128100 h 2237474"/>
              <a:gd name="connsiteX205" fmla="*/ 93149 w 12192000"/>
              <a:gd name="connsiteY205" fmla="*/ 2105324 h 2237474"/>
              <a:gd name="connsiteX206" fmla="*/ 88109 w 12192000"/>
              <a:gd name="connsiteY206" fmla="*/ 2106704 h 2237474"/>
              <a:gd name="connsiteX207" fmla="*/ 80022 w 12192000"/>
              <a:gd name="connsiteY207" fmla="*/ 2107254 h 2237474"/>
              <a:gd name="connsiteX208" fmla="*/ 79717 w 12192000"/>
              <a:gd name="connsiteY208" fmla="*/ 2107046 h 2237474"/>
              <a:gd name="connsiteX209" fmla="*/ 72352 w 12192000"/>
              <a:gd name="connsiteY209" fmla="*/ 2107991 h 2237474"/>
              <a:gd name="connsiteX210" fmla="*/ 37645 w 12192000"/>
              <a:gd name="connsiteY210" fmla="*/ 2115401 h 2237474"/>
              <a:gd name="connsiteX211" fmla="*/ 4572 w 12192000"/>
              <a:gd name="connsiteY211" fmla="*/ 2111091 h 2237474"/>
              <a:gd name="connsiteX212" fmla="*/ 0 w 12192000"/>
              <a:gd name="connsiteY212" fmla="*/ 2110468 h 2237474"/>
              <a:gd name="connsiteX213" fmla="*/ 0 w 12192000"/>
              <a:gd name="connsiteY21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91765 w 12192000"/>
              <a:gd name="connsiteY75" fmla="*/ 1636725 h 2237474"/>
              <a:gd name="connsiteX76" fmla="*/ 6900177 w 12192000"/>
              <a:gd name="connsiteY76" fmla="*/ 1636016 h 2237474"/>
              <a:gd name="connsiteX77" fmla="*/ 6795372 w 12192000"/>
              <a:gd name="connsiteY77" fmla="*/ 1644845 h 2237474"/>
              <a:gd name="connsiteX78" fmla="*/ 6692251 w 12192000"/>
              <a:gd name="connsiteY78" fmla="*/ 1656357 h 2237474"/>
              <a:gd name="connsiteX79" fmla="*/ 6655235 w 12192000"/>
              <a:gd name="connsiteY79" fmla="*/ 1661869 h 2237474"/>
              <a:gd name="connsiteX80" fmla="*/ 6554894 w 12192000"/>
              <a:gd name="connsiteY80" fmla="*/ 1664428 h 2237474"/>
              <a:gd name="connsiteX81" fmla="*/ 6516595 w 12192000"/>
              <a:gd name="connsiteY81" fmla="*/ 1667475 h 2237474"/>
              <a:gd name="connsiteX82" fmla="*/ 6508541 w 12192000"/>
              <a:gd name="connsiteY82" fmla="*/ 1668757 h 2237474"/>
              <a:gd name="connsiteX83" fmla="*/ 6471012 w 12192000"/>
              <a:gd name="connsiteY83" fmla="*/ 1678604 h 2237474"/>
              <a:gd name="connsiteX84" fmla="*/ 6415265 w 12192000"/>
              <a:gd name="connsiteY84" fmla="*/ 1665317 h 2237474"/>
              <a:gd name="connsiteX85" fmla="*/ 6364035 w 12192000"/>
              <a:gd name="connsiteY85" fmla="*/ 1667683 h 2237474"/>
              <a:gd name="connsiteX86" fmla="*/ 6280959 w 12192000"/>
              <a:gd name="connsiteY86" fmla="*/ 1689329 h 2237474"/>
              <a:gd name="connsiteX87" fmla="*/ 6243319 w 12192000"/>
              <a:gd name="connsiteY87" fmla="*/ 1695560 h 2237474"/>
              <a:gd name="connsiteX88" fmla="*/ 6098321 w 12192000"/>
              <a:gd name="connsiteY88" fmla="*/ 1721646 h 2237474"/>
              <a:gd name="connsiteX89" fmla="*/ 5880652 w 12192000"/>
              <a:gd name="connsiteY89" fmla="*/ 1779643 h 2237474"/>
              <a:gd name="connsiteX90" fmla="*/ 5785959 w 12192000"/>
              <a:gd name="connsiteY90" fmla="*/ 1775307 h 2237474"/>
              <a:gd name="connsiteX91" fmla="*/ 5643534 w 12192000"/>
              <a:gd name="connsiteY91" fmla="*/ 1802919 h 2237474"/>
              <a:gd name="connsiteX92" fmla="*/ 5518799 w 12192000"/>
              <a:gd name="connsiteY92" fmla="*/ 1818312 h 2237474"/>
              <a:gd name="connsiteX93" fmla="*/ 5505014 w 12192000"/>
              <a:gd name="connsiteY93" fmla="*/ 1819259 h 2237474"/>
              <a:gd name="connsiteX94" fmla="*/ 5453307 w 12192000"/>
              <a:gd name="connsiteY94" fmla="*/ 1815450 h 2237474"/>
              <a:gd name="connsiteX95" fmla="*/ 5364192 w 12192000"/>
              <a:gd name="connsiteY95" fmla="*/ 1826074 h 2237474"/>
              <a:gd name="connsiteX96" fmla="*/ 5350380 w 12192000"/>
              <a:gd name="connsiteY96" fmla="*/ 1830891 h 2237474"/>
              <a:gd name="connsiteX97" fmla="*/ 5259633 w 12192000"/>
              <a:gd name="connsiteY97" fmla="*/ 1837160 h 2237474"/>
              <a:gd name="connsiteX98" fmla="*/ 5197513 w 12192000"/>
              <a:gd name="connsiteY98" fmla="*/ 1844718 h 2237474"/>
              <a:gd name="connsiteX99" fmla="*/ 5168852 w 12192000"/>
              <a:gd name="connsiteY99" fmla="*/ 1844846 h 2237474"/>
              <a:gd name="connsiteX100" fmla="*/ 5114927 w 12192000"/>
              <a:gd name="connsiteY100" fmla="*/ 1847827 h 2237474"/>
              <a:gd name="connsiteX101" fmla="*/ 5108970 w 12192000"/>
              <a:gd name="connsiteY101" fmla="*/ 1847935 h 2237474"/>
              <a:gd name="connsiteX102" fmla="*/ 5067961 w 12192000"/>
              <a:gd name="connsiteY102" fmla="*/ 1845917 h 2237474"/>
              <a:gd name="connsiteX103" fmla="*/ 5007075 w 12192000"/>
              <a:gd name="connsiteY103" fmla="*/ 1838626 h 2237474"/>
              <a:gd name="connsiteX104" fmla="*/ 4944087 w 12192000"/>
              <a:gd name="connsiteY104" fmla="*/ 1823332 h 2237474"/>
              <a:gd name="connsiteX105" fmla="*/ 4907662 w 12192000"/>
              <a:gd name="connsiteY105" fmla="*/ 1816900 h 2237474"/>
              <a:gd name="connsiteX106" fmla="*/ 4882386 w 12192000"/>
              <a:gd name="connsiteY106" fmla="*/ 1809844 h 2237474"/>
              <a:gd name="connsiteX107" fmla="*/ 4811440 w 12192000"/>
              <a:gd name="connsiteY107" fmla="*/ 1804655 h 2237474"/>
              <a:gd name="connsiteX108" fmla="*/ 4691075 w 12192000"/>
              <a:gd name="connsiteY108" fmla="*/ 1801389 h 2237474"/>
              <a:gd name="connsiteX109" fmla="*/ 4611738 w 12192000"/>
              <a:gd name="connsiteY109" fmla="*/ 1776964 h 2237474"/>
              <a:gd name="connsiteX110" fmla="*/ 4560070 w 12192000"/>
              <a:gd name="connsiteY110" fmla="*/ 1785640 h 2237474"/>
              <a:gd name="connsiteX111" fmla="*/ 4536503 w 12192000"/>
              <a:gd name="connsiteY111" fmla="*/ 1785334 h 2237474"/>
              <a:gd name="connsiteX112" fmla="*/ 4513724 w 12192000"/>
              <a:gd name="connsiteY112" fmla="*/ 1791996 h 2237474"/>
              <a:gd name="connsiteX113" fmla="*/ 4459810 w 12192000"/>
              <a:gd name="connsiteY113" fmla="*/ 1797886 h 2237474"/>
              <a:gd name="connsiteX114" fmla="*/ 4379064 w 12192000"/>
              <a:gd name="connsiteY114" fmla="*/ 1817177 h 2237474"/>
              <a:gd name="connsiteX115" fmla="*/ 4319209 w 12192000"/>
              <a:gd name="connsiteY115" fmla="*/ 1834833 h 2237474"/>
              <a:gd name="connsiteX116" fmla="*/ 4290981 w 12192000"/>
              <a:gd name="connsiteY116" fmla="*/ 1839677 h 2237474"/>
              <a:gd name="connsiteX117" fmla="*/ 4285792 w 12192000"/>
              <a:gd name="connsiteY117" fmla="*/ 1836231 h 2237474"/>
              <a:gd name="connsiteX118" fmla="*/ 4238372 w 12192000"/>
              <a:gd name="connsiteY118" fmla="*/ 1851480 h 2237474"/>
              <a:gd name="connsiteX119" fmla="*/ 4232517 w 12192000"/>
              <a:gd name="connsiteY119" fmla="*/ 1852567 h 2237474"/>
              <a:gd name="connsiteX120" fmla="*/ 4191732 w 12192000"/>
              <a:gd name="connsiteY120" fmla="*/ 1857328 h 2237474"/>
              <a:gd name="connsiteX121" fmla="*/ 4065532 w 12192000"/>
              <a:gd name="connsiteY121" fmla="*/ 1855477 h 2237474"/>
              <a:gd name="connsiteX122" fmla="*/ 4028460 w 12192000"/>
              <a:gd name="connsiteY122" fmla="*/ 1855137 h 2237474"/>
              <a:gd name="connsiteX123" fmla="*/ 4002267 w 12192000"/>
              <a:gd name="connsiteY123" fmla="*/ 1852352 h 2237474"/>
              <a:gd name="connsiteX124" fmla="*/ 3931396 w 12192000"/>
              <a:gd name="connsiteY124" fmla="*/ 1858915 h 2237474"/>
              <a:gd name="connsiteX125" fmla="*/ 3812162 w 12192000"/>
              <a:gd name="connsiteY125" fmla="*/ 1875501 h 2237474"/>
              <a:gd name="connsiteX126" fmla="*/ 3729530 w 12192000"/>
              <a:gd name="connsiteY126" fmla="*/ 1864513 h 2237474"/>
              <a:gd name="connsiteX127" fmla="*/ 3680177 w 12192000"/>
              <a:gd name="connsiteY127" fmla="*/ 1881552 h 2237474"/>
              <a:gd name="connsiteX128" fmla="*/ 3567259 w 12192000"/>
              <a:gd name="connsiteY128" fmla="*/ 1893482 h 2237474"/>
              <a:gd name="connsiteX129" fmla="*/ 3405770 w 12192000"/>
              <a:gd name="connsiteY129" fmla="*/ 1904591 h 2237474"/>
              <a:gd name="connsiteX130" fmla="*/ 3280097 w 12192000"/>
              <a:gd name="connsiteY130" fmla="*/ 1919610 h 2237474"/>
              <a:gd name="connsiteX131" fmla="*/ 3123424 w 12192000"/>
              <a:gd name="connsiteY131" fmla="*/ 1952930 h 2237474"/>
              <a:gd name="connsiteX132" fmla="*/ 3009910 w 12192000"/>
              <a:gd name="connsiteY132" fmla="*/ 1957866 h 2237474"/>
              <a:gd name="connsiteX133" fmla="*/ 2995934 w 12192000"/>
              <a:gd name="connsiteY133" fmla="*/ 1967085 h 2237474"/>
              <a:gd name="connsiteX134" fmla="*/ 2980071 w 12192000"/>
              <a:gd name="connsiteY134" fmla="*/ 1972988 h 2237474"/>
              <a:gd name="connsiteX135" fmla="*/ 2978094 w 12192000"/>
              <a:gd name="connsiteY135" fmla="*/ 1972369 h 2237474"/>
              <a:gd name="connsiteX136" fmla="*/ 2942858 w 12192000"/>
              <a:gd name="connsiteY136" fmla="*/ 1981367 h 2237474"/>
              <a:gd name="connsiteX137" fmla="*/ 2875436 w 12192000"/>
              <a:gd name="connsiteY137" fmla="*/ 1996977 h 2237474"/>
              <a:gd name="connsiteX138" fmla="*/ 2874892 w 12192000"/>
              <a:gd name="connsiteY138" fmla="*/ 1996085 h 2237474"/>
              <a:gd name="connsiteX139" fmla="*/ 2864145 w 12192000"/>
              <a:gd name="connsiteY139" fmla="*/ 1994061 h 2237474"/>
              <a:gd name="connsiteX140" fmla="*/ 2843662 w 12192000"/>
              <a:gd name="connsiteY140" fmla="*/ 1992498 h 2237474"/>
              <a:gd name="connsiteX141" fmla="*/ 2796128 w 12192000"/>
              <a:gd name="connsiteY141" fmla="*/ 1976403 h 2237474"/>
              <a:gd name="connsiteX142" fmla="*/ 2756784 w 12192000"/>
              <a:gd name="connsiteY142" fmla="*/ 1985116 h 2237474"/>
              <a:gd name="connsiteX143" fmla="*/ 2748833 w 12192000"/>
              <a:gd name="connsiteY143" fmla="*/ 1986323 h 2237474"/>
              <a:gd name="connsiteX144" fmla="*/ 2748661 w 12192000"/>
              <a:gd name="connsiteY144" fmla="*/ 1986122 h 2237474"/>
              <a:gd name="connsiteX145" fmla="*/ 2740251 w 12192000"/>
              <a:gd name="connsiteY145" fmla="*/ 1986946 h 2237474"/>
              <a:gd name="connsiteX146" fmla="*/ 2718916 w 12192000"/>
              <a:gd name="connsiteY146" fmla="*/ 1990867 h 2237474"/>
              <a:gd name="connsiteX147" fmla="*/ 2713522 w 12192000"/>
              <a:gd name="connsiteY147" fmla="*/ 1990173 h 2237474"/>
              <a:gd name="connsiteX148" fmla="*/ 2680597 w 12192000"/>
              <a:gd name="connsiteY148" fmla="*/ 1984996 h 2237474"/>
              <a:gd name="connsiteX149" fmla="*/ 2578178 w 12192000"/>
              <a:gd name="connsiteY149" fmla="*/ 1990531 h 2237474"/>
              <a:gd name="connsiteX150" fmla="*/ 2476147 w 12192000"/>
              <a:gd name="connsiteY150" fmla="*/ 1998305 h 2237474"/>
              <a:gd name="connsiteX151" fmla="*/ 2373568 w 12192000"/>
              <a:gd name="connsiteY151" fmla="*/ 2003219 h 2237474"/>
              <a:gd name="connsiteX152" fmla="*/ 2321399 w 12192000"/>
              <a:gd name="connsiteY152" fmla="*/ 1989467 h 2237474"/>
              <a:gd name="connsiteX153" fmla="*/ 2315525 w 12192000"/>
              <a:gd name="connsiteY153" fmla="*/ 1989708 h 2237474"/>
              <a:gd name="connsiteX154" fmla="*/ 2300792 w 12192000"/>
              <a:gd name="connsiteY154" fmla="*/ 1994290 h 2237474"/>
              <a:gd name="connsiteX155" fmla="*/ 2295469 w 12192000"/>
              <a:gd name="connsiteY155" fmla="*/ 1996659 h 2237474"/>
              <a:gd name="connsiteX156" fmla="*/ 2287219 w 12192000"/>
              <a:gd name="connsiteY156" fmla="*/ 1998750 h 2237474"/>
              <a:gd name="connsiteX157" fmla="*/ 2286948 w 12192000"/>
              <a:gd name="connsiteY157" fmla="*/ 1998596 h 2237474"/>
              <a:gd name="connsiteX158" fmla="*/ 2243069 w 12192000"/>
              <a:gd name="connsiteY158" fmla="*/ 2015111 h 2237474"/>
              <a:gd name="connsiteX159" fmla="*/ 2186609 w 12192000"/>
              <a:gd name="connsiteY159" fmla="*/ 2008263 h 2237474"/>
              <a:gd name="connsiteX160" fmla="*/ 2164831 w 12192000"/>
              <a:gd name="connsiteY160" fmla="*/ 2010143 h 2237474"/>
              <a:gd name="connsiteX161" fmla="*/ 2152836 w 12192000"/>
              <a:gd name="connsiteY161" fmla="*/ 2010048 h 2237474"/>
              <a:gd name="connsiteX162" fmla="*/ 2117102 w 12192000"/>
              <a:gd name="connsiteY162" fmla="*/ 2023004 h 2237474"/>
              <a:gd name="connsiteX163" fmla="*/ 2111935 w 12192000"/>
              <a:gd name="connsiteY163" fmla="*/ 2023163 h 2237474"/>
              <a:gd name="connsiteX164" fmla="*/ 2089991 w 12192000"/>
              <a:gd name="connsiteY164" fmla="*/ 2034193 h 2237474"/>
              <a:gd name="connsiteX165" fmla="*/ 2058061 w 12192000"/>
              <a:gd name="connsiteY165" fmla="*/ 2047942 h 2237474"/>
              <a:gd name="connsiteX166" fmla="*/ 2055737 w 12192000"/>
              <a:gd name="connsiteY166" fmla="*/ 2047704 h 2237474"/>
              <a:gd name="connsiteX167" fmla="*/ 2042244 w 12192000"/>
              <a:gd name="connsiteY167" fmla="*/ 2055560 h 2237474"/>
              <a:gd name="connsiteX168" fmla="*/ 1976224 w 12192000"/>
              <a:gd name="connsiteY168" fmla="*/ 2074257 h 2237474"/>
              <a:gd name="connsiteX169" fmla="*/ 1877728 w 12192000"/>
              <a:gd name="connsiteY169" fmla="*/ 2101004 h 2237474"/>
              <a:gd name="connsiteX170" fmla="*/ 1759056 w 12192000"/>
              <a:gd name="connsiteY170" fmla="*/ 2125608 h 2237474"/>
              <a:gd name="connsiteX171" fmla="*/ 1637948 w 12192000"/>
              <a:gd name="connsiteY171" fmla="*/ 2172597 h 2237474"/>
              <a:gd name="connsiteX172" fmla="*/ 1434549 w 12192000"/>
              <a:gd name="connsiteY172" fmla="*/ 2234522 h 2237474"/>
              <a:gd name="connsiteX173" fmla="*/ 1398481 w 12192000"/>
              <a:gd name="connsiteY173" fmla="*/ 2237074 h 2237474"/>
              <a:gd name="connsiteX174" fmla="*/ 1398407 w 12192000"/>
              <a:gd name="connsiteY174" fmla="*/ 2237095 h 2237474"/>
              <a:gd name="connsiteX175" fmla="*/ 1370962 w 12192000"/>
              <a:gd name="connsiteY175" fmla="*/ 2237474 h 2237474"/>
              <a:gd name="connsiteX176" fmla="*/ 1356367 w 12192000"/>
              <a:gd name="connsiteY176" fmla="*/ 2235089 h 2237474"/>
              <a:gd name="connsiteX177" fmla="*/ 1324828 w 12192000"/>
              <a:gd name="connsiteY177" fmla="*/ 2231968 h 2237474"/>
              <a:gd name="connsiteX178" fmla="*/ 1297744 w 12192000"/>
              <a:gd name="connsiteY178" fmla="*/ 2235849 h 2237474"/>
              <a:gd name="connsiteX179" fmla="*/ 1286236 w 12192000"/>
              <a:gd name="connsiteY179" fmla="*/ 2233135 h 2237474"/>
              <a:gd name="connsiteX180" fmla="*/ 1283504 w 12192000"/>
              <a:gd name="connsiteY180" fmla="*/ 2233797 h 2237474"/>
              <a:gd name="connsiteX181" fmla="*/ 1279765 w 12192000"/>
              <a:gd name="connsiteY181" fmla="*/ 2229639 h 2237474"/>
              <a:gd name="connsiteX182" fmla="*/ 1195347 w 12192000"/>
              <a:gd name="connsiteY182" fmla="*/ 2212354 h 2237474"/>
              <a:gd name="connsiteX183" fmla="*/ 970251 w 12192000"/>
              <a:gd name="connsiteY183" fmla="*/ 2221029 h 2237474"/>
              <a:gd name="connsiteX184" fmla="*/ 812914 w 12192000"/>
              <a:gd name="connsiteY184" fmla="*/ 2202752 h 2237474"/>
              <a:gd name="connsiteX185" fmla="*/ 800195 w 12192000"/>
              <a:gd name="connsiteY185" fmla="*/ 2209407 h 2237474"/>
              <a:gd name="connsiteX186" fmla="*/ 784978 w 12192000"/>
              <a:gd name="connsiteY186" fmla="*/ 2212360 h 2237474"/>
              <a:gd name="connsiteX187" fmla="*/ 681987 w 12192000"/>
              <a:gd name="connsiteY187" fmla="*/ 2216757 h 2237474"/>
              <a:gd name="connsiteX188" fmla="*/ 669923 w 12192000"/>
              <a:gd name="connsiteY188" fmla="*/ 2211682 h 2237474"/>
              <a:gd name="connsiteX189" fmla="*/ 648680 w 12192000"/>
              <a:gd name="connsiteY189" fmla="*/ 2206229 h 2237474"/>
              <a:gd name="connsiteX190" fmla="*/ 597225 w 12192000"/>
              <a:gd name="connsiteY190" fmla="*/ 2180999 h 2237474"/>
              <a:gd name="connsiteX191" fmla="*/ 558449 w 12192000"/>
              <a:gd name="connsiteY191" fmla="*/ 2182346 h 2237474"/>
              <a:gd name="connsiteX192" fmla="*/ 550517 w 12192000"/>
              <a:gd name="connsiteY192" fmla="*/ 2182060 h 2237474"/>
              <a:gd name="connsiteX193" fmla="*/ 550309 w 12192000"/>
              <a:gd name="connsiteY193" fmla="*/ 2181825 h 2237474"/>
              <a:gd name="connsiteX194" fmla="*/ 541836 w 12192000"/>
              <a:gd name="connsiteY194" fmla="*/ 2181063 h 2237474"/>
              <a:gd name="connsiteX195" fmla="*/ 536057 w 12192000"/>
              <a:gd name="connsiteY195" fmla="*/ 2181537 h 2237474"/>
              <a:gd name="connsiteX196" fmla="*/ 520671 w 12192000"/>
              <a:gd name="connsiteY196" fmla="*/ 2180980 h 2237474"/>
              <a:gd name="connsiteX197" fmla="*/ 515024 w 12192000"/>
              <a:gd name="connsiteY197" fmla="*/ 2179258 h 2237474"/>
              <a:gd name="connsiteX198" fmla="*/ 512278 w 12192000"/>
              <a:gd name="connsiteY198" fmla="*/ 2176369 h 2237474"/>
              <a:gd name="connsiteX199" fmla="*/ 480419 w 12192000"/>
              <a:gd name="connsiteY199" fmla="*/ 2167807 h 2237474"/>
              <a:gd name="connsiteX200" fmla="*/ 413835 w 12192000"/>
              <a:gd name="connsiteY200" fmla="*/ 2156783 h 2237474"/>
              <a:gd name="connsiteX201" fmla="*/ 376513 w 12192000"/>
              <a:gd name="connsiteY201" fmla="*/ 2154014 h 2237474"/>
              <a:gd name="connsiteX202" fmla="*/ 273386 w 12192000"/>
              <a:gd name="connsiteY202" fmla="*/ 2142551 h 2237474"/>
              <a:gd name="connsiteX203" fmla="*/ 169207 w 12192000"/>
              <a:gd name="connsiteY203" fmla="*/ 2128100 h 2237474"/>
              <a:gd name="connsiteX204" fmla="*/ 93149 w 12192000"/>
              <a:gd name="connsiteY204" fmla="*/ 2105324 h 2237474"/>
              <a:gd name="connsiteX205" fmla="*/ 88109 w 12192000"/>
              <a:gd name="connsiteY205" fmla="*/ 2106704 h 2237474"/>
              <a:gd name="connsiteX206" fmla="*/ 80022 w 12192000"/>
              <a:gd name="connsiteY206" fmla="*/ 2107254 h 2237474"/>
              <a:gd name="connsiteX207" fmla="*/ 79717 w 12192000"/>
              <a:gd name="connsiteY207" fmla="*/ 2107046 h 2237474"/>
              <a:gd name="connsiteX208" fmla="*/ 72352 w 12192000"/>
              <a:gd name="connsiteY208" fmla="*/ 2107991 h 2237474"/>
              <a:gd name="connsiteX209" fmla="*/ 37645 w 12192000"/>
              <a:gd name="connsiteY209" fmla="*/ 2115401 h 2237474"/>
              <a:gd name="connsiteX210" fmla="*/ 4572 w 12192000"/>
              <a:gd name="connsiteY210" fmla="*/ 2111091 h 2237474"/>
              <a:gd name="connsiteX211" fmla="*/ 0 w 12192000"/>
              <a:gd name="connsiteY211" fmla="*/ 2110468 h 2237474"/>
              <a:gd name="connsiteX212" fmla="*/ 0 w 12192000"/>
              <a:gd name="connsiteY21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00177 w 12192000"/>
              <a:gd name="connsiteY75" fmla="*/ 1636016 h 2237474"/>
              <a:gd name="connsiteX76" fmla="*/ 6795372 w 12192000"/>
              <a:gd name="connsiteY76" fmla="*/ 1644845 h 2237474"/>
              <a:gd name="connsiteX77" fmla="*/ 6692251 w 12192000"/>
              <a:gd name="connsiteY77" fmla="*/ 1656357 h 2237474"/>
              <a:gd name="connsiteX78" fmla="*/ 6655235 w 12192000"/>
              <a:gd name="connsiteY78" fmla="*/ 1661869 h 2237474"/>
              <a:gd name="connsiteX79" fmla="*/ 6554894 w 12192000"/>
              <a:gd name="connsiteY79" fmla="*/ 1664428 h 2237474"/>
              <a:gd name="connsiteX80" fmla="*/ 6516595 w 12192000"/>
              <a:gd name="connsiteY80" fmla="*/ 1667475 h 2237474"/>
              <a:gd name="connsiteX81" fmla="*/ 6508541 w 12192000"/>
              <a:gd name="connsiteY81" fmla="*/ 1668757 h 2237474"/>
              <a:gd name="connsiteX82" fmla="*/ 6471012 w 12192000"/>
              <a:gd name="connsiteY82" fmla="*/ 1678604 h 2237474"/>
              <a:gd name="connsiteX83" fmla="*/ 6415265 w 12192000"/>
              <a:gd name="connsiteY83" fmla="*/ 1665317 h 2237474"/>
              <a:gd name="connsiteX84" fmla="*/ 6364035 w 12192000"/>
              <a:gd name="connsiteY84" fmla="*/ 1667683 h 2237474"/>
              <a:gd name="connsiteX85" fmla="*/ 6280959 w 12192000"/>
              <a:gd name="connsiteY85" fmla="*/ 1689329 h 2237474"/>
              <a:gd name="connsiteX86" fmla="*/ 6243319 w 12192000"/>
              <a:gd name="connsiteY86" fmla="*/ 1695560 h 2237474"/>
              <a:gd name="connsiteX87" fmla="*/ 6098321 w 12192000"/>
              <a:gd name="connsiteY87" fmla="*/ 1721646 h 2237474"/>
              <a:gd name="connsiteX88" fmla="*/ 5880652 w 12192000"/>
              <a:gd name="connsiteY88" fmla="*/ 1779643 h 2237474"/>
              <a:gd name="connsiteX89" fmla="*/ 5785959 w 12192000"/>
              <a:gd name="connsiteY89" fmla="*/ 1775307 h 2237474"/>
              <a:gd name="connsiteX90" fmla="*/ 5643534 w 12192000"/>
              <a:gd name="connsiteY90" fmla="*/ 1802919 h 2237474"/>
              <a:gd name="connsiteX91" fmla="*/ 5518799 w 12192000"/>
              <a:gd name="connsiteY91" fmla="*/ 1818312 h 2237474"/>
              <a:gd name="connsiteX92" fmla="*/ 5505014 w 12192000"/>
              <a:gd name="connsiteY92" fmla="*/ 1819259 h 2237474"/>
              <a:gd name="connsiteX93" fmla="*/ 5453307 w 12192000"/>
              <a:gd name="connsiteY93" fmla="*/ 1815450 h 2237474"/>
              <a:gd name="connsiteX94" fmla="*/ 5364192 w 12192000"/>
              <a:gd name="connsiteY94" fmla="*/ 1826074 h 2237474"/>
              <a:gd name="connsiteX95" fmla="*/ 5350380 w 12192000"/>
              <a:gd name="connsiteY95" fmla="*/ 1830891 h 2237474"/>
              <a:gd name="connsiteX96" fmla="*/ 5259633 w 12192000"/>
              <a:gd name="connsiteY96" fmla="*/ 1837160 h 2237474"/>
              <a:gd name="connsiteX97" fmla="*/ 5197513 w 12192000"/>
              <a:gd name="connsiteY97" fmla="*/ 1844718 h 2237474"/>
              <a:gd name="connsiteX98" fmla="*/ 5168852 w 12192000"/>
              <a:gd name="connsiteY98" fmla="*/ 1844846 h 2237474"/>
              <a:gd name="connsiteX99" fmla="*/ 5114927 w 12192000"/>
              <a:gd name="connsiteY99" fmla="*/ 1847827 h 2237474"/>
              <a:gd name="connsiteX100" fmla="*/ 5108970 w 12192000"/>
              <a:gd name="connsiteY100" fmla="*/ 1847935 h 2237474"/>
              <a:gd name="connsiteX101" fmla="*/ 5067961 w 12192000"/>
              <a:gd name="connsiteY101" fmla="*/ 1845917 h 2237474"/>
              <a:gd name="connsiteX102" fmla="*/ 5007075 w 12192000"/>
              <a:gd name="connsiteY102" fmla="*/ 1838626 h 2237474"/>
              <a:gd name="connsiteX103" fmla="*/ 4944087 w 12192000"/>
              <a:gd name="connsiteY103" fmla="*/ 1823332 h 2237474"/>
              <a:gd name="connsiteX104" fmla="*/ 4907662 w 12192000"/>
              <a:gd name="connsiteY104" fmla="*/ 1816900 h 2237474"/>
              <a:gd name="connsiteX105" fmla="*/ 4882386 w 12192000"/>
              <a:gd name="connsiteY105" fmla="*/ 1809844 h 2237474"/>
              <a:gd name="connsiteX106" fmla="*/ 4811440 w 12192000"/>
              <a:gd name="connsiteY106" fmla="*/ 1804655 h 2237474"/>
              <a:gd name="connsiteX107" fmla="*/ 4691075 w 12192000"/>
              <a:gd name="connsiteY107" fmla="*/ 1801389 h 2237474"/>
              <a:gd name="connsiteX108" fmla="*/ 4611738 w 12192000"/>
              <a:gd name="connsiteY108" fmla="*/ 1776964 h 2237474"/>
              <a:gd name="connsiteX109" fmla="*/ 4560070 w 12192000"/>
              <a:gd name="connsiteY109" fmla="*/ 1785640 h 2237474"/>
              <a:gd name="connsiteX110" fmla="*/ 4536503 w 12192000"/>
              <a:gd name="connsiteY110" fmla="*/ 1785334 h 2237474"/>
              <a:gd name="connsiteX111" fmla="*/ 4513724 w 12192000"/>
              <a:gd name="connsiteY111" fmla="*/ 1791996 h 2237474"/>
              <a:gd name="connsiteX112" fmla="*/ 4459810 w 12192000"/>
              <a:gd name="connsiteY112" fmla="*/ 1797886 h 2237474"/>
              <a:gd name="connsiteX113" fmla="*/ 4379064 w 12192000"/>
              <a:gd name="connsiteY113" fmla="*/ 1817177 h 2237474"/>
              <a:gd name="connsiteX114" fmla="*/ 4319209 w 12192000"/>
              <a:gd name="connsiteY114" fmla="*/ 1834833 h 2237474"/>
              <a:gd name="connsiteX115" fmla="*/ 4290981 w 12192000"/>
              <a:gd name="connsiteY115" fmla="*/ 1839677 h 2237474"/>
              <a:gd name="connsiteX116" fmla="*/ 4285792 w 12192000"/>
              <a:gd name="connsiteY116" fmla="*/ 1836231 h 2237474"/>
              <a:gd name="connsiteX117" fmla="*/ 4238372 w 12192000"/>
              <a:gd name="connsiteY117" fmla="*/ 1851480 h 2237474"/>
              <a:gd name="connsiteX118" fmla="*/ 4232517 w 12192000"/>
              <a:gd name="connsiteY118" fmla="*/ 1852567 h 2237474"/>
              <a:gd name="connsiteX119" fmla="*/ 4191732 w 12192000"/>
              <a:gd name="connsiteY119" fmla="*/ 1857328 h 2237474"/>
              <a:gd name="connsiteX120" fmla="*/ 4065532 w 12192000"/>
              <a:gd name="connsiteY120" fmla="*/ 1855477 h 2237474"/>
              <a:gd name="connsiteX121" fmla="*/ 4028460 w 12192000"/>
              <a:gd name="connsiteY121" fmla="*/ 1855137 h 2237474"/>
              <a:gd name="connsiteX122" fmla="*/ 4002267 w 12192000"/>
              <a:gd name="connsiteY122" fmla="*/ 1852352 h 2237474"/>
              <a:gd name="connsiteX123" fmla="*/ 3931396 w 12192000"/>
              <a:gd name="connsiteY123" fmla="*/ 1858915 h 2237474"/>
              <a:gd name="connsiteX124" fmla="*/ 3812162 w 12192000"/>
              <a:gd name="connsiteY124" fmla="*/ 1875501 h 2237474"/>
              <a:gd name="connsiteX125" fmla="*/ 3729530 w 12192000"/>
              <a:gd name="connsiteY125" fmla="*/ 1864513 h 2237474"/>
              <a:gd name="connsiteX126" fmla="*/ 3680177 w 12192000"/>
              <a:gd name="connsiteY126" fmla="*/ 1881552 h 2237474"/>
              <a:gd name="connsiteX127" fmla="*/ 3567259 w 12192000"/>
              <a:gd name="connsiteY127" fmla="*/ 1893482 h 2237474"/>
              <a:gd name="connsiteX128" fmla="*/ 3405770 w 12192000"/>
              <a:gd name="connsiteY128" fmla="*/ 1904591 h 2237474"/>
              <a:gd name="connsiteX129" fmla="*/ 3280097 w 12192000"/>
              <a:gd name="connsiteY129" fmla="*/ 1919610 h 2237474"/>
              <a:gd name="connsiteX130" fmla="*/ 3123424 w 12192000"/>
              <a:gd name="connsiteY130" fmla="*/ 1952930 h 2237474"/>
              <a:gd name="connsiteX131" fmla="*/ 3009910 w 12192000"/>
              <a:gd name="connsiteY131" fmla="*/ 1957866 h 2237474"/>
              <a:gd name="connsiteX132" fmla="*/ 2995934 w 12192000"/>
              <a:gd name="connsiteY132" fmla="*/ 1967085 h 2237474"/>
              <a:gd name="connsiteX133" fmla="*/ 2980071 w 12192000"/>
              <a:gd name="connsiteY133" fmla="*/ 1972988 h 2237474"/>
              <a:gd name="connsiteX134" fmla="*/ 2978094 w 12192000"/>
              <a:gd name="connsiteY134" fmla="*/ 1972369 h 2237474"/>
              <a:gd name="connsiteX135" fmla="*/ 2942858 w 12192000"/>
              <a:gd name="connsiteY135" fmla="*/ 1981367 h 2237474"/>
              <a:gd name="connsiteX136" fmla="*/ 2875436 w 12192000"/>
              <a:gd name="connsiteY136" fmla="*/ 1996977 h 2237474"/>
              <a:gd name="connsiteX137" fmla="*/ 2874892 w 12192000"/>
              <a:gd name="connsiteY137" fmla="*/ 1996085 h 2237474"/>
              <a:gd name="connsiteX138" fmla="*/ 2864145 w 12192000"/>
              <a:gd name="connsiteY138" fmla="*/ 1994061 h 2237474"/>
              <a:gd name="connsiteX139" fmla="*/ 2843662 w 12192000"/>
              <a:gd name="connsiteY139" fmla="*/ 1992498 h 2237474"/>
              <a:gd name="connsiteX140" fmla="*/ 2796128 w 12192000"/>
              <a:gd name="connsiteY140" fmla="*/ 1976403 h 2237474"/>
              <a:gd name="connsiteX141" fmla="*/ 2756784 w 12192000"/>
              <a:gd name="connsiteY141" fmla="*/ 1985116 h 2237474"/>
              <a:gd name="connsiteX142" fmla="*/ 2748833 w 12192000"/>
              <a:gd name="connsiteY142" fmla="*/ 1986323 h 2237474"/>
              <a:gd name="connsiteX143" fmla="*/ 2748661 w 12192000"/>
              <a:gd name="connsiteY143" fmla="*/ 1986122 h 2237474"/>
              <a:gd name="connsiteX144" fmla="*/ 2740251 w 12192000"/>
              <a:gd name="connsiteY144" fmla="*/ 1986946 h 2237474"/>
              <a:gd name="connsiteX145" fmla="*/ 2718916 w 12192000"/>
              <a:gd name="connsiteY145" fmla="*/ 1990867 h 2237474"/>
              <a:gd name="connsiteX146" fmla="*/ 2713522 w 12192000"/>
              <a:gd name="connsiteY146" fmla="*/ 1990173 h 2237474"/>
              <a:gd name="connsiteX147" fmla="*/ 2680597 w 12192000"/>
              <a:gd name="connsiteY147" fmla="*/ 1984996 h 2237474"/>
              <a:gd name="connsiteX148" fmla="*/ 2578178 w 12192000"/>
              <a:gd name="connsiteY148" fmla="*/ 1990531 h 2237474"/>
              <a:gd name="connsiteX149" fmla="*/ 2476147 w 12192000"/>
              <a:gd name="connsiteY149" fmla="*/ 1998305 h 2237474"/>
              <a:gd name="connsiteX150" fmla="*/ 2373568 w 12192000"/>
              <a:gd name="connsiteY150" fmla="*/ 2003219 h 2237474"/>
              <a:gd name="connsiteX151" fmla="*/ 2321399 w 12192000"/>
              <a:gd name="connsiteY151" fmla="*/ 1989467 h 2237474"/>
              <a:gd name="connsiteX152" fmla="*/ 2315525 w 12192000"/>
              <a:gd name="connsiteY152" fmla="*/ 1989708 h 2237474"/>
              <a:gd name="connsiteX153" fmla="*/ 2300792 w 12192000"/>
              <a:gd name="connsiteY153" fmla="*/ 1994290 h 2237474"/>
              <a:gd name="connsiteX154" fmla="*/ 2295469 w 12192000"/>
              <a:gd name="connsiteY154" fmla="*/ 1996659 h 2237474"/>
              <a:gd name="connsiteX155" fmla="*/ 2287219 w 12192000"/>
              <a:gd name="connsiteY155" fmla="*/ 1998750 h 2237474"/>
              <a:gd name="connsiteX156" fmla="*/ 2286948 w 12192000"/>
              <a:gd name="connsiteY156" fmla="*/ 1998596 h 2237474"/>
              <a:gd name="connsiteX157" fmla="*/ 2243069 w 12192000"/>
              <a:gd name="connsiteY157" fmla="*/ 2015111 h 2237474"/>
              <a:gd name="connsiteX158" fmla="*/ 2186609 w 12192000"/>
              <a:gd name="connsiteY158" fmla="*/ 2008263 h 2237474"/>
              <a:gd name="connsiteX159" fmla="*/ 2164831 w 12192000"/>
              <a:gd name="connsiteY159" fmla="*/ 2010143 h 2237474"/>
              <a:gd name="connsiteX160" fmla="*/ 2152836 w 12192000"/>
              <a:gd name="connsiteY160" fmla="*/ 2010048 h 2237474"/>
              <a:gd name="connsiteX161" fmla="*/ 2117102 w 12192000"/>
              <a:gd name="connsiteY161" fmla="*/ 2023004 h 2237474"/>
              <a:gd name="connsiteX162" fmla="*/ 2111935 w 12192000"/>
              <a:gd name="connsiteY162" fmla="*/ 2023163 h 2237474"/>
              <a:gd name="connsiteX163" fmla="*/ 2089991 w 12192000"/>
              <a:gd name="connsiteY163" fmla="*/ 2034193 h 2237474"/>
              <a:gd name="connsiteX164" fmla="*/ 2058061 w 12192000"/>
              <a:gd name="connsiteY164" fmla="*/ 2047942 h 2237474"/>
              <a:gd name="connsiteX165" fmla="*/ 2055737 w 12192000"/>
              <a:gd name="connsiteY165" fmla="*/ 2047704 h 2237474"/>
              <a:gd name="connsiteX166" fmla="*/ 2042244 w 12192000"/>
              <a:gd name="connsiteY166" fmla="*/ 2055560 h 2237474"/>
              <a:gd name="connsiteX167" fmla="*/ 1976224 w 12192000"/>
              <a:gd name="connsiteY167" fmla="*/ 2074257 h 2237474"/>
              <a:gd name="connsiteX168" fmla="*/ 1877728 w 12192000"/>
              <a:gd name="connsiteY168" fmla="*/ 2101004 h 2237474"/>
              <a:gd name="connsiteX169" fmla="*/ 1759056 w 12192000"/>
              <a:gd name="connsiteY169" fmla="*/ 2125608 h 2237474"/>
              <a:gd name="connsiteX170" fmla="*/ 1637948 w 12192000"/>
              <a:gd name="connsiteY170" fmla="*/ 2172597 h 2237474"/>
              <a:gd name="connsiteX171" fmla="*/ 1434549 w 12192000"/>
              <a:gd name="connsiteY171" fmla="*/ 2234522 h 2237474"/>
              <a:gd name="connsiteX172" fmla="*/ 1398481 w 12192000"/>
              <a:gd name="connsiteY172" fmla="*/ 2237074 h 2237474"/>
              <a:gd name="connsiteX173" fmla="*/ 1398407 w 12192000"/>
              <a:gd name="connsiteY173" fmla="*/ 2237095 h 2237474"/>
              <a:gd name="connsiteX174" fmla="*/ 1370962 w 12192000"/>
              <a:gd name="connsiteY174" fmla="*/ 2237474 h 2237474"/>
              <a:gd name="connsiteX175" fmla="*/ 1356367 w 12192000"/>
              <a:gd name="connsiteY175" fmla="*/ 2235089 h 2237474"/>
              <a:gd name="connsiteX176" fmla="*/ 1324828 w 12192000"/>
              <a:gd name="connsiteY176" fmla="*/ 2231968 h 2237474"/>
              <a:gd name="connsiteX177" fmla="*/ 1297744 w 12192000"/>
              <a:gd name="connsiteY177" fmla="*/ 2235849 h 2237474"/>
              <a:gd name="connsiteX178" fmla="*/ 1286236 w 12192000"/>
              <a:gd name="connsiteY178" fmla="*/ 2233135 h 2237474"/>
              <a:gd name="connsiteX179" fmla="*/ 1283504 w 12192000"/>
              <a:gd name="connsiteY179" fmla="*/ 2233797 h 2237474"/>
              <a:gd name="connsiteX180" fmla="*/ 1279765 w 12192000"/>
              <a:gd name="connsiteY180" fmla="*/ 2229639 h 2237474"/>
              <a:gd name="connsiteX181" fmla="*/ 1195347 w 12192000"/>
              <a:gd name="connsiteY181" fmla="*/ 2212354 h 2237474"/>
              <a:gd name="connsiteX182" fmla="*/ 970251 w 12192000"/>
              <a:gd name="connsiteY182" fmla="*/ 2221029 h 2237474"/>
              <a:gd name="connsiteX183" fmla="*/ 812914 w 12192000"/>
              <a:gd name="connsiteY183" fmla="*/ 2202752 h 2237474"/>
              <a:gd name="connsiteX184" fmla="*/ 800195 w 12192000"/>
              <a:gd name="connsiteY184" fmla="*/ 2209407 h 2237474"/>
              <a:gd name="connsiteX185" fmla="*/ 784978 w 12192000"/>
              <a:gd name="connsiteY185" fmla="*/ 2212360 h 2237474"/>
              <a:gd name="connsiteX186" fmla="*/ 681987 w 12192000"/>
              <a:gd name="connsiteY186" fmla="*/ 2216757 h 2237474"/>
              <a:gd name="connsiteX187" fmla="*/ 669923 w 12192000"/>
              <a:gd name="connsiteY187" fmla="*/ 2211682 h 2237474"/>
              <a:gd name="connsiteX188" fmla="*/ 648680 w 12192000"/>
              <a:gd name="connsiteY188" fmla="*/ 2206229 h 2237474"/>
              <a:gd name="connsiteX189" fmla="*/ 597225 w 12192000"/>
              <a:gd name="connsiteY189" fmla="*/ 2180999 h 2237474"/>
              <a:gd name="connsiteX190" fmla="*/ 558449 w 12192000"/>
              <a:gd name="connsiteY190" fmla="*/ 2182346 h 2237474"/>
              <a:gd name="connsiteX191" fmla="*/ 550517 w 12192000"/>
              <a:gd name="connsiteY191" fmla="*/ 2182060 h 2237474"/>
              <a:gd name="connsiteX192" fmla="*/ 550309 w 12192000"/>
              <a:gd name="connsiteY192" fmla="*/ 2181825 h 2237474"/>
              <a:gd name="connsiteX193" fmla="*/ 541836 w 12192000"/>
              <a:gd name="connsiteY193" fmla="*/ 2181063 h 2237474"/>
              <a:gd name="connsiteX194" fmla="*/ 536057 w 12192000"/>
              <a:gd name="connsiteY194" fmla="*/ 2181537 h 2237474"/>
              <a:gd name="connsiteX195" fmla="*/ 520671 w 12192000"/>
              <a:gd name="connsiteY195" fmla="*/ 2180980 h 2237474"/>
              <a:gd name="connsiteX196" fmla="*/ 515024 w 12192000"/>
              <a:gd name="connsiteY196" fmla="*/ 2179258 h 2237474"/>
              <a:gd name="connsiteX197" fmla="*/ 512278 w 12192000"/>
              <a:gd name="connsiteY197" fmla="*/ 2176369 h 2237474"/>
              <a:gd name="connsiteX198" fmla="*/ 480419 w 12192000"/>
              <a:gd name="connsiteY198" fmla="*/ 2167807 h 2237474"/>
              <a:gd name="connsiteX199" fmla="*/ 413835 w 12192000"/>
              <a:gd name="connsiteY199" fmla="*/ 2156783 h 2237474"/>
              <a:gd name="connsiteX200" fmla="*/ 376513 w 12192000"/>
              <a:gd name="connsiteY200" fmla="*/ 2154014 h 2237474"/>
              <a:gd name="connsiteX201" fmla="*/ 273386 w 12192000"/>
              <a:gd name="connsiteY201" fmla="*/ 2142551 h 2237474"/>
              <a:gd name="connsiteX202" fmla="*/ 169207 w 12192000"/>
              <a:gd name="connsiteY202" fmla="*/ 2128100 h 2237474"/>
              <a:gd name="connsiteX203" fmla="*/ 93149 w 12192000"/>
              <a:gd name="connsiteY203" fmla="*/ 2105324 h 2237474"/>
              <a:gd name="connsiteX204" fmla="*/ 88109 w 12192000"/>
              <a:gd name="connsiteY204" fmla="*/ 2106704 h 2237474"/>
              <a:gd name="connsiteX205" fmla="*/ 80022 w 12192000"/>
              <a:gd name="connsiteY205" fmla="*/ 2107254 h 2237474"/>
              <a:gd name="connsiteX206" fmla="*/ 79717 w 12192000"/>
              <a:gd name="connsiteY206" fmla="*/ 2107046 h 2237474"/>
              <a:gd name="connsiteX207" fmla="*/ 72352 w 12192000"/>
              <a:gd name="connsiteY207" fmla="*/ 2107991 h 2237474"/>
              <a:gd name="connsiteX208" fmla="*/ 37645 w 12192000"/>
              <a:gd name="connsiteY208" fmla="*/ 2115401 h 2237474"/>
              <a:gd name="connsiteX209" fmla="*/ 4572 w 12192000"/>
              <a:gd name="connsiteY209" fmla="*/ 2111091 h 2237474"/>
              <a:gd name="connsiteX210" fmla="*/ 0 w 12192000"/>
              <a:gd name="connsiteY210" fmla="*/ 2110468 h 2237474"/>
              <a:gd name="connsiteX211" fmla="*/ 0 w 12192000"/>
              <a:gd name="connsiteY21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00177 w 12192000"/>
              <a:gd name="connsiteY75" fmla="*/ 1636016 h 2237474"/>
              <a:gd name="connsiteX76" fmla="*/ 6795372 w 12192000"/>
              <a:gd name="connsiteY76" fmla="*/ 1644845 h 2237474"/>
              <a:gd name="connsiteX77" fmla="*/ 6692251 w 12192000"/>
              <a:gd name="connsiteY77" fmla="*/ 1656357 h 2237474"/>
              <a:gd name="connsiteX78" fmla="*/ 6655235 w 12192000"/>
              <a:gd name="connsiteY78" fmla="*/ 1661869 h 2237474"/>
              <a:gd name="connsiteX79" fmla="*/ 6554894 w 12192000"/>
              <a:gd name="connsiteY79" fmla="*/ 1664428 h 2237474"/>
              <a:gd name="connsiteX80" fmla="*/ 6516595 w 12192000"/>
              <a:gd name="connsiteY80" fmla="*/ 1667475 h 2237474"/>
              <a:gd name="connsiteX81" fmla="*/ 6508541 w 12192000"/>
              <a:gd name="connsiteY81" fmla="*/ 1668757 h 2237474"/>
              <a:gd name="connsiteX82" fmla="*/ 6471012 w 12192000"/>
              <a:gd name="connsiteY82" fmla="*/ 1678604 h 2237474"/>
              <a:gd name="connsiteX83" fmla="*/ 6364035 w 12192000"/>
              <a:gd name="connsiteY83" fmla="*/ 1667683 h 2237474"/>
              <a:gd name="connsiteX84" fmla="*/ 6280959 w 12192000"/>
              <a:gd name="connsiteY84" fmla="*/ 1689329 h 2237474"/>
              <a:gd name="connsiteX85" fmla="*/ 6243319 w 12192000"/>
              <a:gd name="connsiteY85" fmla="*/ 1695560 h 2237474"/>
              <a:gd name="connsiteX86" fmla="*/ 6098321 w 12192000"/>
              <a:gd name="connsiteY86" fmla="*/ 1721646 h 2237474"/>
              <a:gd name="connsiteX87" fmla="*/ 5880652 w 12192000"/>
              <a:gd name="connsiteY87" fmla="*/ 1779643 h 2237474"/>
              <a:gd name="connsiteX88" fmla="*/ 5785959 w 12192000"/>
              <a:gd name="connsiteY88" fmla="*/ 1775307 h 2237474"/>
              <a:gd name="connsiteX89" fmla="*/ 5643534 w 12192000"/>
              <a:gd name="connsiteY89" fmla="*/ 1802919 h 2237474"/>
              <a:gd name="connsiteX90" fmla="*/ 5518799 w 12192000"/>
              <a:gd name="connsiteY90" fmla="*/ 1818312 h 2237474"/>
              <a:gd name="connsiteX91" fmla="*/ 5505014 w 12192000"/>
              <a:gd name="connsiteY91" fmla="*/ 1819259 h 2237474"/>
              <a:gd name="connsiteX92" fmla="*/ 5453307 w 12192000"/>
              <a:gd name="connsiteY92" fmla="*/ 1815450 h 2237474"/>
              <a:gd name="connsiteX93" fmla="*/ 5364192 w 12192000"/>
              <a:gd name="connsiteY93" fmla="*/ 1826074 h 2237474"/>
              <a:gd name="connsiteX94" fmla="*/ 5350380 w 12192000"/>
              <a:gd name="connsiteY94" fmla="*/ 1830891 h 2237474"/>
              <a:gd name="connsiteX95" fmla="*/ 5259633 w 12192000"/>
              <a:gd name="connsiteY95" fmla="*/ 1837160 h 2237474"/>
              <a:gd name="connsiteX96" fmla="*/ 5197513 w 12192000"/>
              <a:gd name="connsiteY96" fmla="*/ 1844718 h 2237474"/>
              <a:gd name="connsiteX97" fmla="*/ 5168852 w 12192000"/>
              <a:gd name="connsiteY97" fmla="*/ 1844846 h 2237474"/>
              <a:gd name="connsiteX98" fmla="*/ 5114927 w 12192000"/>
              <a:gd name="connsiteY98" fmla="*/ 1847827 h 2237474"/>
              <a:gd name="connsiteX99" fmla="*/ 5108970 w 12192000"/>
              <a:gd name="connsiteY99" fmla="*/ 1847935 h 2237474"/>
              <a:gd name="connsiteX100" fmla="*/ 5067961 w 12192000"/>
              <a:gd name="connsiteY100" fmla="*/ 1845917 h 2237474"/>
              <a:gd name="connsiteX101" fmla="*/ 5007075 w 12192000"/>
              <a:gd name="connsiteY101" fmla="*/ 1838626 h 2237474"/>
              <a:gd name="connsiteX102" fmla="*/ 4944087 w 12192000"/>
              <a:gd name="connsiteY102" fmla="*/ 1823332 h 2237474"/>
              <a:gd name="connsiteX103" fmla="*/ 4907662 w 12192000"/>
              <a:gd name="connsiteY103" fmla="*/ 1816900 h 2237474"/>
              <a:gd name="connsiteX104" fmla="*/ 4882386 w 12192000"/>
              <a:gd name="connsiteY104" fmla="*/ 1809844 h 2237474"/>
              <a:gd name="connsiteX105" fmla="*/ 4811440 w 12192000"/>
              <a:gd name="connsiteY105" fmla="*/ 1804655 h 2237474"/>
              <a:gd name="connsiteX106" fmla="*/ 4691075 w 12192000"/>
              <a:gd name="connsiteY106" fmla="*/ 1801389 h 2237474"/>
              <a:gd name="connsiteX107" fmla="*/ 4611738 w 12192000"/>
              <a:gd name="connsiteY107" fmla="*/ 1776964 h 2237474"/>
              <a:gd name="connsiteX108" fmla="*/ 4560070 w 12192000"/>
              <a:gd name="connsiteY108" fmla="*/ 1785640 h 2237474"/>
              <a:gd name="connsiteX109" fmla="*/ 4536503 w 12192000"/>
              <a:gd name="connsiteY109" fmla="*/ 1785334 h 2237474"/>
              <a:gd name="connsiteX110" fmla="*/ 4513724 w 12192000"/>
              <a:gd name="connsiteY110" fmla="*/ 1791996 h 2237474"/>
              <a:gd name="connsiteX111" fmla="*/ 4459810 w 12192000"/>
              <a:gd name="connsiteY111" fmla="*/ 1797886 h 2237474"/>
              <a:gd name="connsiteX112" fmla="*/ 4379064 w 12192000"/>
              <a:gd name="connsiteY112" fmla="*/ 1817177 h 2237474"/>
              <a:gd name="connsiteX113" fmla="*/ 4319209 w 12192000"/>
              <a:gd name="connsiteY113" fmla="*/ 1834833 h 2237474"/>
              <a:gd name="connsiteX114" fmla="*/ 4290981 w 12192000"/>
              <a:gd name="connsiteY114" fmla="*/ 1839677 h 2237474"/>
              <a:gd name="connsiteX115" fmla="*/ 4285792 w 12192000"/>
              <a:gd name="connsiteY115" fmla="*/ 1836231 h 2237474"/>
              <a:gd name="connsiteX116" fmla="*/ 4238372 w 12192000"/>
              <a:gd name="connsiteY116" fmla="*/ 1851480 h 2237474"/>
              <a:gd name="connsiteX117" fmla="*/ 4232517 w 12192000"/>
              <a:gd name="connsiteY117" fmla="*/ 1852567 h 2237474"/>
              <a:gd name="connsiteX118" fmla="*/ 4191732 w 12192000"/>
              <a:gd name="connsiteY118" fmla="*/ 1857328 h 2237474"/>
              <a:gd name="connsiteX119" fmla="*/ 4065532 w 12192000"/>
              <a:gd name="connsiteY119" fmla="*/ 1855477 h 2237474"/>
              <a:gd name="connsiteX120" fmla="*/ 4028460 w 12192000"/>
              <a:gd name="connsiteY120" fmla="*/ 1855137 h 2237474"/>
              <a:gd name="connsiteX121" fmla="*/ 4002267 w 12192000"/>
              <a:gd name="connsiteY121" fmla="*/ 1852352 h 2237474"/>
              <a:gd name="connsiteX122" fmla="*/ 3931396 w 12192000"/>
              <a:gd name="connsiteY122" fmla="*/ 1858915 h 2237474"/>
              <a:gd name="connsiteX123" fmla="*/ 3812162 w 12192000"/>
              <a:gd name="connsiteY123" fmla="*/ 1875501 h 2237474"/>
              <a:gd name="connsiteX124" fmla="*/ 3729530 w 12192000"/>
              <a:gd name="connsiteY124" fmla="*/ 1864513 h 2237474"/>
              <a:gd name="connsiteX125" fmla="*/ 3680177 w 12192000"/>
              <a:gd name="connsiteY125" fmla="*/ 1881552 h 2237474"/>
              <a:gd name="connsiteX126" fmla="*/ 3567259 w 12192000"/>
              <a:gd name="connsiteY126" fmla="*/ 1893482 h 2237474"/>
              <a:gd name="connsiteX127" fmla="*/ 3405770 w 12192000"/>
              <a:gd name="connsiteY127" fmla="*/ 1904591 h 2237474"/>
              <a:gd name="connsiteX128" fmla="*/ 3280097 w 12192000"/>
              <a:gd name="connsiteY128" fmla="*/ 1919610 h 2237474"/>
              <a:gd name="connsiteX129" fmla="*/ 3123424 w 12192000"/>
              <a:gd name="connsiteY129" fmla="*/ 1952930 h 2237474"/>
              <a:gd name="connsiteX130" fmla="*/ 3009910 w 12192000"/>
              <a:gd name="connsiteY130" fmla="*/ 1957866 h 2237474"/>
              <a:gd name="connsiteX131" fmla="*/ 2995934 w 12192000"/>
              <a:gd name="connsiteY131" fmla="*/ 1967085 h 2237474"/>
              <a:gd name="connsiteX132" fmla="*/ 2980071 w 12192000"/>
              <a:gd name="connsiteY132" fmla="*/ 1972988 h 2237474"/>
              <a:gd name="connsiteX133" fmla="*/ 2978094 w 12192000"/>
              <a:gd name="connsiteY133" fmla="*/ 1972369 h 2237474"/>
              <a:gd name="connsiteX134" fmla="*/ 2942858 w 12192000"/>
              <a:gd name="connsiteY134" fmla="*/ 1981367 h 2237474"/>
              <a:gd name="connsiteX135" fmla="*/ 2875436 w 12192000"/>
              <a:gd name="connsiteY135" fmla="*/ 1996977 h 2237474"/>
              <a:gd name="connsiteX136" fmla="*/ 2874892 w 12192000"/>
              <a:gd name="connsiteY136" fmla="*/ 1996085 h 2237474"/>
              <a:gd name="connsiteX137" fmla="*/ 2864145 w 12192000"/>
              <a:gd name="connsiteY137" fmla="*/ 1994061 h 2237474"/>
              <a:gd name="connsiteX138" fmla="*/ 2843662 w 12192000"/>
              <a:gd name="connsiteY138" fmla="*/ 1992498 h 2237474"/>
              <a:gd name="connsiteX139" fmla="*/ 2796128 w 12192000"/>
              <a:gd name="connsiteY139" fmla="*/ 1976403 h 2237474"/>
              <a:gd name="connsiteX140" fmla="*/ 2756784 w 12192000"/>
              <a:gd name="connsiteY140" fmla="*/ 1985116 h 2237474"/>
              <a:gd name="connsiteX141" fmla="*/ 2748833 w 12192000"/>
              <a:gd name="connsiteY141" fmla="*/ 1986323 h 2237474"/>
              <a:gd name="connsiteX142" fmla="*/ 2748661 w 12192000"/>
              <a:gd name="connsiteY142" fmla="*/ 1986122 h 2237474"/>
              <a:gd name="connsiteX143" fmla="*/ 2740251 w 12192000"/>
              <a:gd name="connsiteY143" fmla="*/ 1986946 h 2237474"/>
              <a:gd name="connsiteX144" fmla="*/ 2718916 w 12192000"/>
              <a:gd name="connsiteY144" fmla="*/ 1990867 h 2237474"/>
              <a:gd name="connsiteX145" fmla="*/ 2713522 w 12192000"/>
              <a:gd name="connsiteY145" fmla="*/ 1990173 h 2237474"/>
              <a:gd name="connsiteX146" fmla="*/ 2680597 w 12192000"/>
              <a:gd name="connsiteY146" fmla="*/ 1984996 h 2237474"/>
              <a:gd name="connsiteX147" fmla="*/ 2578178 w 12192000"/>
              <a:gd name="connsiteY147" fmla="*/ 1990531 h 2237474"/>
              <a:gd name="connsiteX148" fmla="*/ 2476147 w 12192000"/>
              <a:gd name="connsiteY148" fmla="*/ 1998305 h 2237474"/>
              <a:gd name="connsiteX149" fmla="*/ 2373568 w 12192000"/>
              <a:gd name="connsiteY149" fmla="*/ 2003219 h 2237474"/>
              <a:gd name="connsiteX150" fmla="*/ 2321399 w 12192000"/>
              <a:gd name="connsiteY150" fmla="*/ 1989467 h 2237474"/>
              <a:gd name="connsiteX151" fmla="*/ 2315525 w 12192000"/>
              <a:gd name="connsiteY151" fmla="*/ 1989708 h 2237474"/>
              <a:gd name="connsiteX152" fmla="*/ 2300792 w 12192000"/>
              <a:gd name="connsiteY152" fmla="*/ 1994290 h 2237474"/>
              <a:gd name="connsiteX153" fmla="*/ 2295469 w 12192000"/>
              <a:gd name="connsiteY153" fmla="*/ 1996659 h 2237474"/>
              <a:gd name="connsiteX154" fmla="*/ 2287219 w 12192000"/>
              <a:gd name="connsiteY154" fmla="*/ 1998750 h 2237474"/>
              <a:gd name="connsiteX155" fmla="*/ 2286948 w 12192000"/>
              <a:gd name="connsiteY155" fmla="*/ 1998596 h 2237474"/>
              <a:gd name="connsiteX156" fmla="*/ 2243069 w 12192000"/>
              <a:gd name="connsiteY156" fmla="*/ 2015111 h 2237474"/>
              <a:gd name="connsiteX157" fmla="*/ 2186609 w 12192000"/>
              <a:gd name="connsiteY157" fmla="*/ 2008263 h 2237474"/>
              <a:gd name="connsiteX158" fmla="*/ 2164831 w 12192000"/>
              <a:gd name="connsiteY158" fmla="*/ 2010143 h 2237474"/>
              <a:gd name="connsiteX159" fmla="*/ 2152836 w 12192000"/>
              <a:gd name="connsiteY159" fmla="*/ 2010048 h 2237474"/>
              <a:gd name="connsiteX160" fmla="*/ 2117102 w 12192000"/>
              <a:gd name="connsiteY160" fmla="*/ 2023004 h 2237474"/>
              <a:gd name="connsiteX161" fmla="*/ 2111935 w 12192000"/>
              <a:gd name="connsiteY161" fmla="*/ 2023163 h 2237474"/>
              <a:gd name="connsiteX162" fmla="*/ 2089991 w 12192000"/>
              <a:gd name="connsiteY162" fmla="*/ 2034193 h 2237474"/>
              <a:gd name="connsiteX163" fmla="*/ 2058061 w 12192000"/>
              <a:gd name="connsiteY163" fmla="*/ 2047942 h 2237474"/>
              <a:gd name="connsiteX164" fmla="*/ 2055737 w 12192000"/>
              <a:gd name="connsiteY164" fmla="*/ 2047704 h 2237474"/>
              <a:gd name="connsiteX165" fmla="*/ 2042244 w 12192000"/>
              <a:gd name="connsiteY165" fmla="*/ 2055560 h 2237474"/>
              <a:gd name="connsiteX166" fmla="*/ 1976224 w 12192000"/>
              <a:gd name="connsiteY166" fmla="*/ 2074257 h 2237474"/>
              <a:gd name="connsiteX167" fmla="*/ 1877728 w 12192000"/>
              <a:gd name="connsiteY167" fmla="*/ 2101004 h 2237474"/>
              <a:gd name="connsiteX168" fmla="*/ 1759056 w 12192000"/>
              <a:gd name="connsiteY168" fmla="*/ 2125608 h 2237474"/>
              <a:gd name="connsiteX169" fmla="*/ 1637948 w 12192000"/>
              <a:gd name="connsiteY169" fmla="*/ 2172597 h 2237474"/>
              <a:gd name="connsiteX170" fmla="*/ 1434549 w 12192000"/>
              <a:gd name="connsiteY170" fmla="*/ 2234522 h 2237474"/>
              <a:gd name="connsiteX171" fmla="*/ 1398481 w 12192000"/>
              <a:gd name="connsiteY171" fmla="*/ 2237074 h 2237474"/>
              <a:gd name="connsiteX172" fmla="*/ 1398407 w 12192000"/>
              <a:gd name="connsiteY172" fmla="*/ 2237095 h 2237474"/>
              <a:gd name="connsiteX173" fmla="*/ 1370962 w 12192000"/>
              <a:gd name="connsiteY173" fmla="*/ 2237474 h 2237474"/>
              <a:gd name="connsiteX174" fmla="*/ 1356367 w 12192000"/>
              <a:gd name="connsiteY174" fmla="*/ 2235089 h 2237474"/>
              <a:gd name="connsiteX175" fmla="*/ 1324828 w 12192000"/>
              <a:gd name="connsiteY175" fmla="*/ 2231968 h 2237474"/>
              <a:gd name="connsiteX176" fmla="*/ 1297744 w 12192000"/>
              <a:gd name="connsiteY176" fmla="*/ 2235849 h 2237474"/>
              <a:gd name="connsiteX177" fmla="*/ 1286236 w 12192000"/>
              <a:gd name="connsiteY177" fmla="*/ 2233135 h 2237474"/>
              <a:gd name="connsiteX178" fmla="*/ 1283504 w 12192000"/>
              <a:gd name="connsiteY178" fmla="*/ 2233797 h 2237474"/>
              <a:gd name="connsiteX179" fmla="*/ 1279765 w 12192000"/>
              <a:gd name="connsiteY179" fmla="*/ 2229639 h 2237474"/>
              <a:gd name="connsiteX180" fmla="*/ 1195347 w 12192000"/>
              <a:gd name="connsiteY180" fmla="*/ 2212354 h 2237474"/>
              <a:gd name="connsiteX181" fmla="*/ 970251 w 12192000"/>
              <a:gd name="connsiteY181" fmla="*/ 2221029 h 2237474"/>
              <a:gd name="connsiteX182" fmla="*/ 812914 w 12192000"/>
              <a:gd name="connsiteY182" fmla="*/ 2202752 h 2237474"/>
              <a:gd name="connsiteX183" fmla="*/ 800195 w 12192000"/>
              <a:gd name="connsiteY183" fmla="*/ 2209407 h 2237474"/>
              <a:gd name="connsiteX184" fmla="*/ 784978 w 12192000"/>
              <a:gd name="connsiteY184" fmla="*/ 2212360 h 2237474"/>
              <a:gd name="connsiteX185" fmla="*/ 681987 w 12192000"/>
              <a:gd name="connsiteY185" fmla="*/ 2216757 h 2237474"/>
              <a:gd name="connsiteX186" fmla="*/ 669923 w 12192000"/>
              <a:gd name="connsiteY186" fmla="*/ 2211682 h 2237474"/>
              <a:gd name="connsiteX187" fmla="*/ 648680 w 12192000"/>
              <a:gd name="connsiteY187" fmla="*/ 2206229 h 2237474"/>
              <a:gd name="connsiteX188" fmla="*/ 597225 w 12192000"/>
              <a:gd name="connsiteY188" fmla="*/ 2180999 h 2237474"/>
              <a:gd name="connsiteX189" fmla="*/ 558449 w 12192000"/>
              <a:gd name="connsiteY189" fmla="*/ 2182346 h 2237474"/>
              <a:gd name="connsiteX190" fmla="*/ 550517 w 12192000"/>
              <a:gd name="connsiteY190" fmla="*/ 2182060 h 2237474"/>
              <a:gd name="connsiteX191" fmla="*/ 550309 w 12192000"/>
              <a:gd name="connsiteY191" fmla="*/ 2181825 h 2237474"/>
              <a:gd name="connsiteX192" fmla="*/ 541836 w 12192000"/>
              <a:gd name="connsiteY192" fmla="*/ 2181063 h 2237474"/>
              <a:gd name="connsiteX193" fmla="*/ 536057 w 12192000"/>
              <a:gd name="connsiteY193" fmla="*/ 2181537 h 2237474"/>
              <a:gd name="connsiteX194" fmla="*/ 520671 w 12192000"/>
              <a:gd name="connsiteY194" fmla="*/ 2180980 h 2237474"/>
              <a:gd name="connsiteX195" fmla="*/ 515024 w 12192000"/>
              <a:gd name="connsiteY195" fmla="*/ 2179258 h 2237474"/>
              <a:gd name="connsiteX196" fmla="*/ 512278 w 12192000"/>
              <a:gd name="connsiteY196" fmla="*/ 2176369 h 2237474"/>
              <a:gd name="connsiteX197" fmla="*/ 480419 w 12192000"/>
              <a:gd name="connsiteY197" fmla="*/ 2167807 h 2237474"/>
              <a:gd name="connsiteX198" fmla="*/ 413835 w 12192000"/>
              <a:gd name="connsiteY198" fmla="*/ 2156783 h 2237474"/>
              <a:gd name="connsiteX199" fmla="*/ 376513 w 12192000"/>
              <a:gd name="connsiteY199" fmla="*/ 2154014 h 2237474"/>
              <a:gd name="connsiteX200" fmla="*/ 273386 w 12192000"/>
              <a:gd name="connsiteY200" fmla="*/ 2142551 h 2237474"/>
              <a:gd name="connsiteX201" fmla="*/ 169207 w 12192000"/>
              <a:gd name="connsiteY201" fmla="*/ 2128100 h 2237474"/>
              <a:gd name="connsiteX202" fmla="*/ 93149 w 12192000"/>
              <a:gd name="connsiteY202" fmla="*/ 2105324 h 2237474"/>
              <a:gd name="connsiteX203" fmla="*/ 88109 w 12192000"/>
              <a:gd name="connsiteY203" fmla="*/ 2106704 h 2237474"/>
              <a:gd name="connsiteX204" fmla="*/ 80022 w 12192000"/>
              <a:gd name="connsiteY204" fmla="*/ 2107254 h 2237474"/>
              <a:gd name="connsiteX205" fmla="*/ 79717 w 12192000"/>
              <a:gd name="connsiteY205" fmla="*/ 2107046 h 2237474"/>
              <a:gd name="connsiteX206" fmla="*/ 72352 w 12192000"/>
              <a:gd name="connsiteY206" fmla="*/ 2107991 h 2237474"/>
              <a:gd name="connsiteX207" fmla="*/ 37645 w 12192000"/>
              <a:gd name="connsiteY207" fmla="*/ 2115401 h 2237474"/>
              <a:gd name="connsiteX208" fmla="*/ 4572 w 12192000"/>
              <a:gd name="connsiteY208" fmla="*/ 2111091 h 2237474"/>
              <a:gd name="connsiteX209" fmla="*/ 0 w 12192000"/>
              <a:gd name="connsiteY209" fmla="*/ 2110468 h 2237474"/>
              <a:gd name="connsiteX210" fmla="*/ 0 w 12192000"/>
              <a:gd name="connsiteY21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65605 w 12192000"/>
              <a:gd name="connsiteY46" fmla="*/ 1110791 h 2237474"/>
              <a:gd name="connsiteX47" fmla="*/ 8584946 w 12192000"/>
              <a:gd name="connsiteY47" fmla="*/ 1135226 h 2237474"/>
              <a:gd name="connsiteX48" fmla="*/ 8460755 w 12192000"/>
              <a:gd name="connsiteY48" fmla="*/ 1203427 h 2237474"/>
              <a:gd name="connsiteX49" fmla="*/ 8419755 w 12192000"/>
              <a:gd name="connsiteY49" fmla="*/ 1216260 h 2237474"/>
              <a:gd name="connsiteX50" fmla="*/ 8411626 w 12192000"/>
              <a:gd name="connsiteY50" fmla="*/ 1214397 h 2237474"/>
              <a:gd name="connsiteX51" fmla="*/ 8363469 w 12192000"/>
              <a:gd name="connsiteY51" fmla="*/ 1246658 h 2237474"/>
              <a:gd name="connsiteX52" fmla="*/ 8275497 w 12192000"/>
              <a:gd name="connsiteY52" fmla="*/ 1264396 h 2237474"/>
              <a:gd name="connsiteX53" fmla="*/ 8206287 w 12192000"/>
              <a:gd name="connsiteY53" fmla="*/ 1273060 h 2237474"/>
              <a:gd name="connsiteX54" fmla="*/ 8168705 w 12192000"/>
              <a:gd name="connsiteY54" fmla="*/ 1279956 h 2237474"/>
              <a:gd name="connsiteX55" fmla="*/ 8139997 w 12192000"/>
              <a:gd name="connsiteY55" fmla="*/ 1282713 h 2237474"/>
              <a:gd name="connsiteX56" fmla="*/ 8074238 w 12192000"/>
              <a:gd name="connsiteY56" fmla="*/ 1301895 h 2237474"/>
              <a:gd name="connsiteX57" fmla="*/ 7968292 w 12192000"/>
              <a:gd name="connsiteY57" fmla="*/ 1338779 h 2237474"/>
              <a:gd name="connsiteX58" fmla="*/ 7945122 w 12192000"/>
              <a:gd name="connsiteY58" fmla="*/ 1345477 h 2237474"/>
              <a:gd name="connsiteX59" fmla="*/ 7902328 w 12192000"/>
              <a:gd name="connsiteY59" fmla="*/ 1345865 h 2237474"/>
              <a:gd name="connsiteX60" fmla="*/ 7875879 w 12192000"/>
              <a:gd name="connsiteY60" fmla="*/ 1345646 h 2237474"/>
              <a:gd name="connsiteX61" fmla="*/ 7840612 w 12192000"/>
              <a:gd name="connsiteY61" fmla="*/ 1369373 h 2237474"/>
              <a:gd name="connsiteX62" fmla="*/ 7786819 w 12192000"/>
              <a:gd name="connsiteY62" fmla="*/ 1378970 h 2237474"/>
              <a:gd name="connsiteX63" fmla="*/ 7548172 w 12192000"/>
              <a:gd name="connsiteY63" fmla="*/ 1417460 h 2237474"/>
              <a:gd name="connsiteX64" fmla="*/ 7483437 w 12192000"/>
              <a:gd name="connsiteY64" fmla="*/ 1478152 h 2237474"/>
              <a:gd name="connsiteX65" fmla="*/ 7377870 w 12192000"/>
              <a:gd name="connsiteY65" fmla="*/ 1523319 h 2237474"/>
              <a:gd name="connsiteX66" fmla="*/ 7230737 w 12192000"/>
              <a:gd name="connsiteY66" fmla="*/ 1562633 h 2237474"/>
              <a:gd name="connsiteX67" fmla="*/ 7224458 w 12192000"/>
              <a:gd name="connsiteY67" fmla="*/ 1573008 h 2237474"/>
              <a:gd name="connsiteX68" fmla="*/ 7183121 w 12192000"/>
              <a:gd name="connsiteY68" fmla="*/ 1595162 h 2237474"/>
              <a:gd name="connsiteX69" fmla="*/ 7164601 w 12192000"/>
              <a:gd name="connsiteY69" fmla="*/ 1606490 h 2237474"/>
              <a:gd name="connsiteX70" fmla="*/ 7092727 w 12192000"/>
              <a:gd name="connsiteY70" fmla="*/ 1623628 h 2237474"/>
              <a:gd name="connsiteX71" fmla="*/ 7031309 w 12192000"/>
              <a:gd name="connsiteY71" fmla="*/ 1619451 h 2237474"/>
              <a:gd name="connsiteX72" fmla="*/ 6999084 w 12192000"/>
              <a:gd name="connsiteY72" fmla="*/ 1634317 h 2237474"/>
              <a:gd name="connsiteX73" fmla="*/ 6992107 w 12192000"/>
              <a:gd name="connsiteY73" fmla="*/ 1636860 h 2237474"/>
              <a:gd name="connsiteX74" fmla="*/ 6900177 w 12192000"/>
              <a:gd name="connsiteY74" fmla="*/ 1636016 h 2237474"/>
              <a:gd name="connsiteX75" fmla="*/ 6795372 w 12192000"/>
              <a:gd name="connsiteY75" fmla="*/ 1644845 h 2237474"/>
              <a:gd name="connsiteX76" fmla="*/ 6692251 w 12192000"/>
              <a:gd name="connsiteY76" fmla="*/ 1656357 h 2237474"/>
              <a:gd name="connsiteX77" fmla="*/ 6655235 w 12192000"/>
              <a:gd name="connsiteY77" fmla="*/ 1661869 h 2237474"/>
              <a:gd name="connsiteX78" fmla="*/ 6554894 w 12192000"/>
              <a:gd name="connsiteY78" fmla="*/ 1664428 h 2237474"/>
              <a:gd name="connsiteX79" fmla="*/ 6516595 w 12192000"/>
              <a:gd name="connsiteY79" fmla="*/ 1667475 h 2237474"/>
              <a:gd name="connsiteX80" fmla="*/ 6508541 w 12192000"/>
              <a:gd name="connsiteY80" fmla="*/ 1668757 h 2237474"/>
              <a:gd name="connsiteX81" fmla="*/ 6471012 w 12192000"/>
              <a:gd name="connsiteY81" fmla="*/ 1678604 h 2237474"/>
              <a:gd name="connsiteX82" fmla="*/ 6364035 w 12192000"/>
              <a:gd name="connsiteY82" fmla="*/ 1667683 h 2237474"/>
              <a:gd name="connsiteX83" fmla="*/ 6280959 w 12192000"/>
              <a:gd name="connsiteY83" fmla="*/ 1689329 h 2237474"/>
              <a:gd name="connsiteX84" fmla="*/ 6243319 w 12192000"/>
              <a:gd name="connsiteY84" fmla="*/ 1695560 h 2237474"/>
              <a:gd name="connsiteX85" fmla="*/ 6098321 w 12192000"/>
              <a:gd name="connsiteY85" fmla="*/ 1721646 h 2237474"/>
              <a:gd name="connsiteX86" fmla="*/ 5880652 w 12192000"/>
              <a:gd name="connsiteY86" fmla="*/ 1779643 h 2237474"/>
              <a:gd name="connsiteX87" fmla="*/ 5785959 w 12192000"/>
              <a:gd name="connsiteY87" fmla="*/ 1775307 h 2237474"/>
              <a:gd name="connsiteX88" fmla="*/ 5643534 w 12192000"/>
              <a:gd name="connsiteY88" fmla="*/ 1802919 h 2237474"/>
              <a:gd name="connsiteX89" fmla="*/ 5518799 w 12192000"/>
              <a:gd name="connsiteY89" fmla="*/ 1818312 h 2237474"/>
              <a:gd name="connsiteX90" fmla="*/ 5505014 w 12192000"/>
              <a:gd name="connsiteY90" fmla="*/ 1819259 h 2237474"/>
              <a:gd name="connsiteX91" fmla="*/ 5453307 w 12192000"/>
              <a:gd name="connsiteY91" fmla="*/ 1815450 h 2237474"/>
              <a:gd name="connsiteX92" fmla="*/ 5364192 w 12192000"/>
              <a:gd name="connsiteY92" fmla="*/ 1826074 h 2237474"/>
              <a:gd name="connsiteX93" fmla="*/ 5350380 w 12192000"/>
              <a:gd name="connsiteY93" fmla="*/ 1830891 h 2237474"/>
              <a:gd name="connsiteX94" fmla="*/ 5259633 w 12192000"/>
              <a:gd name="connsiteY94" fmla="*/ 1837160 h 2237474"/>
              <a:gd name="connsiteX95" fmla="*/ 5197513 w 12192000"/>
              <a:gd name="connsiteY95" fmla="*/ 1844718 h 2237474"/>
              <a:gd name="connsiteX96" fmla="*/ 5168852 w 12192000"/>
              <a:gd name="connsiteY96" fmla="*/ 1844846 h 2237474"/>
              <a:gd name="connsiteX97" fmla="*/ 5114927 w 12192000"/>
              <a:gd name="connsiteY97" fmla="*/ 1847827 h 2237474"/>
              <a:gd name="connsiteX98" fmla="*/ 5108970 w 12192000"/>
              <a:gd name="connsiteY98" fmla="*/ 1847935 h 2237474"/>
              <a:gd name="connsiteX99" fmla="*/ 5067961 w 12192000"/>
              <a:gd name="connsiteY99" fmla="*/ 1845917 h 2237474"/>
              <a:gd name="connsiteX100" fmla="*/ 5007075 w 12192000"/>
              <a:gd name="connsiteY100" fmla="*/ 1838626 h 2237474"/>
              <a:gd name="connsiteX101" fmla="*/ 4944087 w 12192000"/>
              <a:gd name="connsiteY101" fmla="*/ 1823332 h 2237474"/>
              <a:gd name="connsiteX102" fmla="*/ 4907662 w 12192000"/>
              <a:gd name="connsiteY102" fmla="*/ 1816900 h 2237474"/>
              <a:gd name="connsiteX103" fmla="*/ 4882386 w 12192000"/>
              <a:gd name="connsiteY103" fmla="*/ 1809844 h 2237474"/>
              <a:gd name="connsiteX104" fmla="*/ 4811440 w 12192000"/>
              <a:gd name="connsiteY104" fmla="*/ 1804655 h 2237474"/>
              <a:gd name="connsiteX105" fmla="*/ 4691075 w 12192000"/>
              <a:gd name="connsiteY105" fmla="*/ 1801389 h 2237474"/>
              <a:gd name="connsiteX106" fmla="*/ 4611738 w 12192000"/>
              <a:gd name="connsiteY106" fmla="*/ 1776964 h 2237474"/>
              <a:gd name="connsiteX107" fmla="*/ 4560070 w 12192000"/>
              <a:gd name="connsiteY107" fmla="*/ 1785640 h 2237474"/>
              <a:gd name="connsiteX108" fmla="*/ 4536503 w 12192000"/>
              <a:gd name="connsiteY108" fmla="*/ 1785334 h 2237474"/>
              <a:gd name="connsiteX109" fmla="*/ 4513724 w 12192000"/>
              <a:gd name="connsiteY109" fmla="*/ 1791996 h 2237474"/>
              <a:gd name="connsiteX110" fmla="*/ 4459810 w 12192000"/>
              <a:gd name="connsiteY110" fmla="*/ 1797886 h 2237474"/>
              <a:gd name="connsiteX111" fmla="*/ 4379064 w 12192000"/>
              <a:gd name="connsiteY111" fmla="*/ 1817177 h 2237474"/>
              <a:gd name="connsiteX112" fmla="*/ 4319209 w 12192000"/>
              <a:gd name="connsiteY112" fmla="*/ 1834833 h 2237474"/>
              <a:gd name="connsiteX113" fmla="*/ 4290981 w 12192000"/>
              <a:gd name="connsiteY113" fmla="*/ 1839677 h 2237474"/>
              <a:gd name="connsiteX114" fmla="*/ 4285792 w 12192000"/>
              <a:gd name="connsiteY114" fmla="*/ 1836231 h 2237474"/>
              <a:gd name="connsiteX115" fmla="*/ 4238372 w 12192000"/>
              <a:gd name="connsiteY115" fmla="*/ 1851480 h 2237474"/>
              <a:gd name="connsiteX116" fmla="*/ 4232517 w 12192000"/>
              <a:gd name="connsiteY116" fmla="*/ 1852567 h 2237474"/>
              <a:gd name="connsiteX117" fmla="*/ 4191732 w 12192000"/>
              <a:gd name="connsiteY117" fmla="*/ 1857328 h 2237474"/>
              <a:gd name="connsiteX118" fmla="*/ 4065532 w 12192000"/>
              <a:gd name="connsiteY118" fmla="*/ 1855477 h 2237474"/>
              <a:gd name="connsiteX119" fmla="*/ 4028460 w 12192000"/>
              <a:gd name="connsiteY119" fmla="*/ 1855137 h 2237474"/>
              <a:gd name="connsiteX120" fmla="*/ 4002267 w 12192000"/>
              <a:gd name="connsiteY120" fmla="*/ 1852352 h 2237474"/>
              <a:gd name="connsiteX121" fmla="*/ 3931396 w 12192000"/>
              <a:gd name="connsiteY121" fmla="*/ 1858915 h 2237474"/>
              <a:gd name="connsiteX122" fmla="*/ 3812162 w 12192000"/>
              <a:gd name="connsiteY122" fmla="*/ 1875501 h 2237474"/>
              <a:gd name="connsiteX123" fmla="*/ 3729530 w 12192000"/>
              <a:gd name="connsiteY123" fmla="*/ 1864513 h 2237474"/>
              <a:gd name="connsiteX124" fmla="*/ 3680177 w 12192000"/>
              <a:gd name="connsiteY124" fmla="*/ 1881552 h 2237474"/>
              <a:gd name="connsiteX125" fmla="*/ 3567259 w 12192000"/>
              <a:gd name="connsiteY125" fmla="*/ 1893482 h 2237474"/>
              <a:gd name="connsiteX126" fmla="*/ 3405770 w 12192000"/>
              <a:gd name="connsiteY126" fmla="*/ 1904591 h 2237474"/>
              <a:gd name="connsiteX127" fmla="*/ 3280097 w 12192000"/>
              <a:gd name="connsiteY127" fmla="*/ 1919610 h 2237474"/>
              <a:gd name="connsiteX128" fmla="*/ 3123424 w 12192000"/>
              <a:gd name="connsiteY128" fmla="*/ 1952930 h 2237474"/>
              <a:gd name="connsiteX129" fmla="*/ 3009910 w 12192000"/>
              <a:gd name="connsiteY129" fmla="*/ 1957866 h 2237474"/>
              <a:gd name="connsiteX130" fmla="*/ 2995934 w 12192000"/>
              <a:gd name="connsiteY130" fmla="*/ 1967085 h 2237474"/>
              <a:gd name="connsiteX131" fmla="*/ 2980071 w 12192000"/>
              <a:gd name="connsiteY131" fmla="*/ 1972988 h 2237474"/>
              <a:gd name="connsiteX132" fmla="*/ 2978094 w 12192000"/>
              <a:gd name="connsiteY132" fmla="*/ 1972369 h 2237474"/>
              <a:gd name="connsiteX133" fmla="*/ 2942858 w 12192000"/>
              <a:gd name="connsiteY133" fmla="*/ 1981367 h 2237474"/>
              <a:gd name="connsiteX134" fmla="*/ 2875436 w 12192000"/>
              <a:gd name="connsiteY134" fmla="*/ 1996977 h 2237474"/>
              <a:gd name="connsiteX135" fmla="*/ 2874892 w 12192000"/>
              <a:gd name="connsiteY135" fmla="*/ 1996085 h 2237474"/>
              <a:gd name="connsiteX136" fmla="*/ 2864145 w 12192000"/>
              <a:gd name="connsiteY136" fmla="*/ 1994061 h 2237474"/>
              <a:gd name="connsiteX137" fmla="*/ 2843662 w 12192000"/>
              <a:gd name="connsiteY137" fmla="*/ 1992498 h 2237474"/>
              <a:gd name="connsiteX138" fmla="*/ 2796128 w 12192000"/>
              <a:gd name="connsiteY138" fmla="*/ 1976403 h 2237474"/>
              <a:gd name="connsiteX139" fmla="*/ 2756784 w 12192000"/>
              <a:gd name="connsiteY139" fmla="*/ 1985116 h 2237474"/>
              <a:gd name="connsiteX140" fmla="*/ 2748833 w 12192000"/>
              <a:gd name="connsiteY140" fmla="*/ 1986323 h 2237474"/>
              <a:gd name="connsiteX141" fmla="*/ 2748661 w 12192000"/>
              <a:gd name="connsiteY141" fmla="*/ 1986122 h 2237474"/>
              <a:gd name="connsiteX142" fmla="*/ 2740251 w 12192000"/>
              <a:gd name="connsiteY142" fmla="*/ 1986946 h 2237474"/>
              <a:gd name="connsiteX143" fmla="*/ 2718916 w 12192000"/>
              <a:gd name="connsiteY143" fmla="*/ 1990867 h 2237474"/>
              <a:gd name="connsiteX144" fmla="*/ 2713522 w 12192000"/>
              <a:gd name="connsiteY144" fmla="*/ 1990173 h 2237474"/>
              <a:gd name="connsiteX145" fmla="*/ 2680597 w 12192000"/>
              <a:gd name="connsiteY145" fmla="*/ 1984996 h 2237474"/>
              <a:gd name="connsiteX146" fmla="*/ 2578178 w 12192000"/>
              <a:gd name="connsiteY146" fmla="*/ 1990531 h 2237474"/>
              <a:gd name="connsiteX147" fmla="*/ 2476147 w 12192000"/>
              <a:gd name="connsiteY147" fmla="*/ 1998305 h 2237474"/>
              <a:gd name="connsiteX148" fmla="*/ 2373568 w 12192000"/>
              <a:gd name="connsiteY148" fmla="*/ 2003219 h 2237474"/>
              <a:gd name="connsiteX149" fmla="*/ 2321399 w 12192000"/>
              <a:gd name="connsiteY149" fmla="*/ 1989467 h 2237474"/>
              <a:gd name="connsiteX150" fmla="*/ 2315525 w 12192000"/>
              <a:gd name="connsiteY150" fmla="*/ 1989708 h 2237474"/>
              <a:gd name="connsiteX151" fmla="*/ 2300792 w 12192000"/>
              <a:gd name="connsiteY151" fmla="*/ 1994290 h 2237474"/>
              <a:gd name="connsiteX152" fmla="*/ 2295469 w 12192000"/>
              <a:gd name="connsiteY152" fmla="*/ 1996659 h 2237474"/>
              <a:gd name="connsiteX153" fmla="*/ 2287219 w 12192000"/>
              <a:gd name="connsiteY153" fmla="*/ 1998750 h 2237474"/>
              <a:gd name="connsiteX154" fmla="*/ 2286948 w 12192000"/>
              <a:gd name="connsiteY154" fmla="*/ 1998596 h 2237474"/>
              <a:gd name="connsiteX155" fmla="*/ 2243069 w 12192000"/>
              <a:gd name="connsiteY155" fmla="*/ 2015111 h 2237474"/>
              <a:gd name="connsiteX156" fmla="*/ 2186609 w 12192000"/>
              <a:gd name="connsiteY156" fmla="*/ 2008263 h 2237474"/>
              <a:gd name="connsiteX157" fmla="*/ 2164831 w 12192000"/>
              <a:gd name="connsiteY157" fmla="*/ 2010143 h 2237474"/>
              <a:gd name="connsiteX158" fmla="*/ 2152836 w 12192000"/>
              <a:gd name="connsiteY158" fmla="*/ 2010048 h 2237474"/>
              <a:gd name="connsiteX159" fmla="*/ 2117102 w 12192000"/>
              <a:gd name="connsiteY159" fmla="*/ 2023004 h 2237474"/>
              <a:gd name="connsiteX160" fmla="*/ 2111935 w 12192000"/>
              <a:gd name="connsiteY160" fmla="*/ 2023163 h 2237474"/>
              <a:gd name="connsiteX161" fmla="*/ 2089991 w 12192000"/>
              <a:gd name="connsiteY161" fmla="*/ 2034193 h 2237474"/>
              <a:gd name="connsiteX162" fmla="*/ 2058061 w 12192000"/>
              <a:gd name="connsiteY162" fmla="*/ 2047942 h 2237474"/>
              <a:gd name="connsiteX163" fmla="*/ 2055737 w 12192000"/>
              <a:gd name="connsiteY163" fmla="*/ 2047704 h 2237474"/>
              <a:gd name="connsiteX164" fmla="*/ 2042244 w 12192000"/>
              <a:gd name="connsiteY164" fmla="*/ 2055560 h 2237474"/>
              <a:gd name="connsiteX165" fmla="*/ 1976224 w 12192000"/>
              <a:gd name="connsiteY165" fmla="*/ 2074257 h 2237474"/>
              <a:gd name="connsiteX166" fmla="*/ 1877728 w 12192000"/>
              <a:gd name="connsiteY166" fmla="*/ 2101004 h 2237474"/>
              <a:gd name="connsiteX167" fmla="*/ 1759056 w 12192000"/>
              <a:gd name="connsiteY167" fmla="*/ 2125608 h 2237474"/>
              <a:gd name="connsiteX168" fmla="*/ 1637948 w 12192000"/>
              <a:gd name="connsiteY168" fmla="*/ 2172597 h 2237474"/>
              <a:gd name="connsiteX169" fmla="*/ 1434549 w 12192000"/>
              <a:gd name="connsiteY169" fmla="*/ 2234522 h 2237474"/>
              <a:gd name="connsiteX170" fmla="*/ 1398481 w 12192000"/>
              <a:gd name="connsiteY170" fmla="*/ 2237074 h 2237474"/>
              <a:gd name="connsiteX171" fmla="*/ 1398407 w 12192000"/>
              <a:gd name="connsiteY171" fmla="*/ 2237095 h 2237474"/>
              <a:gd name="connsiteX172" fmla="*/ 1370962 w 12192000"/>
              <a:gd name="connsiteY172" fmla="*/ 2237474 h 2237474"/>
              <a:gd name="connsiteX173" fmla="*/ 1356367 w 12192000"/>
              <a:gd name="connsiteY173" fmla="*/ 2235089 h 2237474"/>
              <a:gd name="connsiteX174" fmla="*/ 1324828 w 12192000"/>
              <a:gd name="connsiteY174" fmla="*/ 2231968 h 2237474"/>
              <a:gd name="connsiteX175" fmla="*/ 1297744 w 12192000"/>
              <a:gd name="connsiteY175" fmla="*/ 2235849 h 2237474"/>
              <a:gd name="connsiteX176" fmla="*/ 1286236 w 12192000"/>
              <a:gd name="connsiteY176" fmla="*/ 2233135 h 2237474"/>
              <a:gd name="connsiteX177" fmla="*/ 1283504 w 12192000"/>
              <a:gd name="connsiteY177" fmla="*/ 2233797 h 2237474"/>
              <a:gd name="connsiteX178" fmla="*/ 1279765 w 12192000"/>
              <a:gd name="connsiteY178" fmla="*/ 2229639 h 2237474"/>
              <a:gd name="connsiteX179" fmla="*/ 1195347 w 12192000"/>
              <a:gd name="connsiteY179" fmla="*/ 2212354 h 2237474"/>
              <a:gd name="connsiteX180" fmla="*/ 970251 w 12192000"/>
              <a:gd name="connsiteY180" fmla="*/ 2221029 h 2237474"/>
              <a:gd name="connsiteX181" fmla="*/ 812914 w 12192000"/>
              <a:gd name="connsiteY181" fmla="*/ 2202752 h 2237474"/>
              <a:gd name="connsiteX182" fmla="*/ 800195 w 12192000"/>
              <a:gd name="connsiteY182" fmla="*/ 2209407 h 2237474"/>
              <a:gd name="connsiteX183" fmla="*/ 784978 w 12192000"/>
              <a:gd name="connsiteY183" fmla="*/ 2212360 h 2237474"/>
              <a:gd name="connsiteX184" fmla="*/ 681987 w 12192000"/>
              <a:gd name="connsiteY184" fmla="*/ 2216757 h 2237474"/>
              <a:gd name="connsiteX185" fmla="*/ 669923 w 12192000"/>
              <a:gd name="connsiteY185" fmla="*/ 2211682 h 2237474"/>
              <a:gd name="connsiteX186" fmla="*/ 648680 w 12192000"/>
              <a:gd name="connsiteY186" fmla="*/ 2206229 h 2237474"/>
              <a:gd name="connsiteX187" fmla="*/ 597225 w 12192000"/>
              <a:gd name="connsiteY187" fmla="*/ 2180999 h 2237474"/>
              <a:gd name="connsiteX188" fmla="*/ 558449 w 12192000"/>
              <a:gd name="connsiteY188" fmla="*/ 2182346 h 2237474"/>
              <a:gd name="connsiteX189" fmla="*/ 550517 w 12192000"/>
              <a:gd name="connsiteY189" fmla="*/ 2182060 h 2237474"/>
              <a:gd name="connsiteX190" fmla="*/ 550309 w 12192000"/>
              <a:gd name="connsiteY190" fmla="*/ 2181825 h 2237474"/>
              <a:gd name="connsiteX191" fmla="*/ 541836 w 12192000"/>
              <a:gd name="connsiteY191" fmla="*/ 2181063 h 2237474"/>
              <a:gd name="connsiteX192" fmla="*/ 536057 w 12192000"/>
              <a:gd name="connsiteY192" fmla="*/ 2181537 h 2237474"/>
              <a:gd name="connsiteX193" fmla="*/ 520671 w 12192000"/>
              <a:gd name="connsiteY193" fmla="*/ 2180980 h 2237474"/>
              <a:gd name="connsiteX194" fmla="*/ 515024 w 12192000"/>
              <a:gd name="connsiteY194" fmla="*/ 2179258 h 2237474"/>
              <a:gd name="connsiteX195" fmla="*/ 512278 w 12192000"/>
              <a:gd name="connsiteY195" fmla="*/ 2176369 h 2237474"/>
              <a:gd name="connsiteX196" fmla="*/ 480419 w 12192000"/>
              <a:gd name="connsiteY196" fmla="*/ 2167807 h 2237474"/>
              <a:gd name="connsiteX197" fmla="*/ 413835 w 12192000"/>
              <a:gd name="connsiteY197" fmla="*/ 2156783 h 2237474"/>
              <a:gd name="connsiteX198" fmla="*/ 376513 w 12192000"/>
              <a:gd name="connsiteY198" fmla="*/ 2154014 h 2237474"/>
              <a:gd name="connsiteX199" fmla="*/ 273386 w 12192000"/>
              <a:gd name="connsiteY199" fmla="*/ 2142551 h 2237474"/>
              <a:gd name="connsiteX200" fmla="*/ 169207 w 12192000"/>
              <a:gd name="connsiteY200" fmla="*/ 2128100 h 2237474"/>
              <a:gd name="connsiteX201" fmla="*/ 93149 w 12192000"/>
              <a:gd name="connsiteY201" fmla="*/ 2105324 h 2237474"/>
              <a:gd name="connsiteX202" fmla="*/ 88109 w 12192000"/>
              <a:gd name="connsiteY202" fmla="*/ 2106704 h 2237474"/>
              <a:gd name="connsiteX203" fmla="*/ 80022 w 12192000"/>
              <a:gd name="connsiteY203" fmla="*/ 2107254 h 2237474"/>
              <a:gd name="connsiteX204" fmla="*/ 79717 w 12192000"/>
              <a:gd name="connsiteY204" fmla="*/ 2107046 h 2237474"/>
              <a:gd name="connsiteX205" fmla="*/ 72352 w 12192000"/>
              <a:gd name="connsiteY205" fmla="*/ 2107991 h 2237474"/>
              <a:gd name="connsiteX206" fmla="*/ 37645 w 12192000"/>
              <a:gd name="connsiteY206" fmla="*/ 2115401 h 2237474"/>
              <a:gd name="connsiteX207" fmla="*/ 4572 w 12192000"/>
              <a:gd name="connsiteY207" fmla="*/ 2111091 h 2237474"/>
              <a:gd name="connsiteX208" fmla="*/ 0 w 12192000"/>
              <a:gd name="connsiteY208" fmla="*/ 2110468 h 2237474"/>
              <a:gd name="connsiteX209" fmla="*/ 0 w 12192000"/>
              <a:gd name="connsiteY20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65605 w 12192000"/>
              <a:gd name="connsiteY46" fmla="*/ 1110791 h 2237474"/>
              <a:gd name="connsiteX47" fmla="*/ 8584946 w 12192000"/>
              <a:gd name="connsiteY47" fmla="*/ 1135226 h 2237474"/>
              <a:gd name="connsiteX48" fmla="*/ 8460755 w 12192000"/>
              <a:gd name="connsiteY48" fmla="*/ 1203427 h 2237474"/>
              <a:gd name="connsiteX49" fmla="*/ 8419755 w 12192000"/>
              <a:gd name="connsiteY49" fmla="*/ 1216260 h 2237474"/>
              <a:gd name="connsiteX50" fmla="*/ 8411626 w 12192000"/>
              <a:gd name="connsiteY50" fmla="*/ 1214397 h 2237474"/>
              <a:gd name="connsiteX51" fmla="*/ 8363469 w 12192000"/>
              <a:gd name="connsiteY51" fmla="*/ 1246658 h 2237474"/>
              <a:gd name="connsiteX52" fmla="*/ 8275497 w 12192000"/>
              <a:gd name="connsiteY52" fmla="*/ 1264396 h 2237474"/>
              <a:gd name="connsiteX53" fmla="*/ 8206287 w 12192000"/>
              <a:gd name="connsiteY53" fmla="*/ 1273060 h 2237474"/>
              <a:gd name="connsiteX54" fmla="*/ 8168705 w 12192000"/>
              <a:gd name="connsiteY54" fmla="*/ 1279956 h 2237474"/>
              <a:gd name="connsiteX55" fmla="*/ 8139997 w 12192000"/>
              <a:gd name="connsiteY55" fmla="*/ 1282713 h 2237474"/>
              <a:gd name="connsiteX56" fmla="*/ 8074238 w 12192000"/>
              <a:gd name="connsiteY56" fmla="*/ 1301895 h 2237474"/>
              <a:gd name="connsiteX57" fmla="*/ 7968292 w 12192000"/>
              <a:gd name="connsiteY57" fmla="*/ 1338779 h 2237474"/>
              <a:gd name="connsiteX58" fmla="*/ 7902328 w 12192000"/>
              <a:gd name="connsiteY58" fmla="*/ 1345865 h 2237474"/>
              <a:gd name="connsiteX59" fmla="*/ 7875879 w 12192000"/>
              <a:gd name="connsiteY59" fmla="*/ 1345646 h 2237474"/>
              <a:gd name="connsiteX60" fmla="*/ 7840612 w 12192000"/>
              <a:gd name="connsiteY60" fmla="*/ 1369373 h 2237474"/>
              <a:gd name="connsiteX61" fmla="*/ 7786819 w 12192000"/>
              <a:gd name="connsiteY61" fmla="*/ 1378970 h 2237474"/>
              <a:gd name="connsiteX62" fmla="*/ 7548172 w 12192000"/>
              <a:gd name="connsiteY62" fmla="*/ 1417460 h 2237474"/>
              <a:gd name="connsiteX63" fmla="*/ 7483437 w 12192000"/>
              <a:gd name="connsiteY63" fmla="*/ 1478152 h 2237474"/>
              <a:gd name="connsiteX64" fmla="*/ 7377870 w 12192000"/>
              <a:gd name="connsiteY64" fmla="*/ 1523319 h 2237474"/>
              <a:gd name="connsiteX65" fmla="*/ 7230737 w 12192000"/>
              <a:gd name="connsiteY65" fmla="*/ 1562633 h 2237474"/>
              <a:gd name="connsiteX66" fmla="*/ 7224458 w 12192000"/>
              <a:gd name="connsiteY66" fmla="*/ 1573008 h 2237474"/>
              <a:gd name="connsiteX67" fmla="*/ 7183121 w 12192000"/>
              <a:gd name="connsiteY67" fmla="*/ 1595162 h 2237474"/>
              <a:gd name="connsiteX68" fmla="*/ 7164601 w 12192000"/>
              <a:gd name="connsiteY68" fmla="*/ 1606490 h 2237474"/>
              <a:gd name="connsiteX69" fmla="*/ 7092727 w 12192000"/>
              <a:gd name="connsiteY69" fmla="*/ 1623628 h 2237474"/>
              <a:gd name="connsiteX70" fmla="*/ 7031309 w 12192000"/>
              <a:gd name="connsiteY70" fmla="*/ 1619451 h 2237474"/>
              <a:gd name="connsiteX71" fmla="*/ 6999084 w 12192000"/>
              <a:gd name="connsiteY71" fmla="*/ 1634317 h 2237474"/>
              <a:gd name="connsiteX72" fmla="*/ 6992107 w 12192000"/>
              <a:gd name="connsiteY72" fmla="*/ 1636860 h 2237474"/>
              <a:gd name="connsiteX73" fmla="*/ 6900177 w 12192000"/>
              <a:gd name="connsiteY73" fmla="*/ 1636016 h 2237474"/>
              <a:gd name="connsiteX74" fmla="*/ 6795372 w 12192000"/>
              <a:gd name="connsiteY74" fmla="*/ 1644845 h 2237474"/>
              <a:gd name="connsiteX75" fmla="*/ 6692251 w 12192000"/>
              <a:gd name="connsiteY75" fmla="*/ 1656357 h 2237474"/>
              <a:gd name="connsiteX76" fmla="*/ 6655235 w 12192000"/>
              <a:gd name="connsiteY76" fmla="*/ 1661869 h 2237474"/>
              <a:gd name="connsiteX77" fmla="*/ 6554894 w 12192000"/>
              <a:gd name="connsiteY77" fmla="*/ 1664428 h 2237474"/>
              <a:gd name="connsiteX78" fmla="*/ 6516595 w 12192000"/>
              <a:gd name="connsiteY78" fmla="*/ 1667475 h 2237474"/>
              <a:gd name="connsiteX79" fmla="*/ 6508541 w 12192000"/>
              <a:gd name="connsiteY79" fmla="*/ 1668757 h 2237474"/>
              <a:gd name="connsiteX80" fmla="*/ 6471012 w 12192000"/>
              <a:gd name="connsiteY80" fmla="*/ 1678604 h 2237474"/>
              <a:gd name="connsiteX81" fmla="*/ 6364035 w 12192000"/>
              <a:gd name="connsiteY81" fmla="*/ 1667683 h 2237474"/>
              <a:gd name="connsiteX82" fmla="*/ 6280959 w 12192000"/>
              <a:gd name="connsiteY82" fmla="*/ 1689329 h 2237474"/>
              <a:gd name="connsiteX83" fmla="*/ 6243319 w 12192000"/>
              <a:gd name="connsiteY83" fmla="*/ 1695560 h 2237474"/>
              <a:gd name="connsiteX84" fmla="*/ 6098321 w 12192000"/>
              <a:gd name="connsiteY84" fmla="*/ 1721646 h 2237474"/>
              <a:gd name="connsiteX85" fmla="*/ 5880652 w 12192000"/>
              <a:gd name="connsiteY85" fmla="*/ 1779643 h 2237474"/>
              <a:gd name="connsiteX86" fmla="*/ 5785959 w 12192000"/>
              <a:gd name="connsiteY86" fmla="*/ 1775307 h 2237474"/>
              <a:gd name="connsiteX87" fmla="*/ 5643534 w 12192000"/>
              <a:gd name="connsiteY87" fmla="*/ 1802919 h 2237474"/>
              <a:gd name="connsiteX88" fmla="*/ 5518799 w 12192000"/>
              <a:gd name="connsiteY88" fmla="*/ 1818312 h 2237474"/>
              <a:gd name="connsiteX89" fmla="*/ 5505014 w 12192000"/>
              <a:gd name="connsiteY89" fmla="*/ 1819259 h 2237474"/>
              <a:gd name="connsiteX90" fmla="*/ 5453307 w 12192000"/>
              <a:gd name="connsiteY90" fmla="*/ 1815450 h 2237474"/>
              <a:gd name="connsiteX91" fmla="*/ 5364192 w 12192000"/>
              <a:gd name="connsiteY91" fmla="*/ 1826074 h 2237474"/>
              <a:gd name="connsiteX92" fmla="*/ 5350380 w 12192000"/>
              <a:gd name="connsiteY92" fmla="*/ 1830891 h 2237474"/>
              <a:gd name="connsiteX93" fmla="*/ 5259633 w 12192000"/>
              <a:gd name="connsiteY93" fmla="*/ 1837160 h 2237474"/>
              <a:gd name="connsiteX94" fmla="*/ 5197513 w 12192000"/>
              <a:gd name="connsiteY94" fmla="*/ 1844718 h 2237474"/>
              <a:gd name="connsiteX95" fmla="*/ 5168852 w 12192000"/>
              <a:gd name="connsiteY95" fmla="*/ 1844846 h 2237474"/>
              <a:gd name="connsiteX96" fmla="*/ 5114927 w 12192000"/>
              <a:gd name="connsiteY96" fmla="*/ 1847827 h 2237474"/>
              <a:gd name="connsiteX97" fmla="*/ 5108970 w 12192000"/>
              <a:gd name="connsiteY97" fmla="*/ 1847935 h 2237474"/>
              <a:gd name="connsiteX98" fmla="*/ 5067961 w 12192000"/>
              <a:gd name="connsiteY98" fmla="*/ 1845917 h 2237474"/>
              <a:gd name="connsiteX99" fmla="*/ 5007075 w 12192000"/>
              <a:gd name="connsiteY99" fmla="*/ 1838626 h 2237474"/>
              <a:gd name="connsiteX100" fmla="*/ 4944087 w 12192000"/>
              <a:gd name="connsiteY100" fmla="*/ 1823332 h 2237474"/>
              <a:gd name="connsiteX101" fmla="*/ 4907662 w 12192000"/>
              <a:gd name="connsiteY101" fmla="*/ 1816900 h 2237474"/>
              <a:gd name="connsiteX102" fmla="*/ 4882386 w 12192000"/>
              <a:gd name="connsiteY102" fmla="*/ 1809844 h 2237474"/>
              <a:gd name="connsiteX103" fmla="*/ 4811440 w 12192000"/>
              <a:gd name="connsiteY103" fmla="*/ 1804655 h 2237474"/>
              <a:gd name="connsiteX104" fmla="*/ 4691075 w 12192000"/>
              <a:gd name="connsiteY104" fmla="*/ 1801389 h 2237474"/>
              <a:gd name="connsiteX105" fmla="*/ 4611738 w 12192000"/>
              <a:gd name="connsiteY105" fmla="*/ 1776964 h 2237474"/>
              <a:gd name="connsiteX106" fmla="*/ 4560070 w 12192000"/>
              <a:gd name="connsiteY106" fmla="*/ 1785640 h 2237474"/>
              <a:gd name="connsiteX107" fmla="*/ 4536503 w 12192000"/>
              <a:gd name="connsiteY107" fmla="*/ 1785334 h 2237474"/>
              <a:gd name="connsiteX108" fmla="*/ 4513724 w 12192000"/>
              <a:gd name="connsiteY108" fmla="*/ 1791996 h 2237474"/>
              <a:gd name="connsiteX109" fmla="*/ 4459810 w 12192000"/>
              <a:gd name="connsiteY109" fmla="*/ 1797886 h 2237474"/>
              <a:gd name="connsiteX110" fmla="*/ 4379064 w 12192000"/>
              <a:gd name="connsiteY110" fmla="*/ 1817177 h 2237474"/>
              <a:gd name="connsiteX111" fmla="*/ 4319209 w 12192000"/>
              <a:gd name="connsiteY111" fmla="*/ 1834833 h 2237474"/>
              <a:gd name="connsiteX112" fmla="*/ 4290981 w 12192000"/>
              <a:gd name="connsiteY112" fmla="*/ 1839677 h 2237474"/>
              <a:gd name="connsiteX113" fmla="*/ 4285792 w 12192000"/>
              <a:gd name="connsiteY113" fmla="*/ 1836231 h 2237474"/>
              <a:gd name="connsiteX114" fmla="*/ 4238372 w 12192000"/>
              <a:gd name="connsiteY114" fmla="*/ 1851480 h 2237474"/>
              <a:gd name="connsiteX115" fmla="*/ 4232517 w 12192000"/>
              <a:gd name="connsiteY115" fmla="*/ 1852567 h 2237474"/>
              <a:gd name="connsiteX116" fmla="*/ 4191732 w 12192000"/>
              <a:gd name="connsiteY116" fmla="*/ 1857328 h 2237474"/>
              <a:gd name="connsiteX117" fmla="*/ 4065532 w 12192000"/>
              <a:gd name="connsiteY117" fmla="*/ 1855477 h 2237474"/>
              <a:gd name="connsiteX118" fmla="*/ 4028460 w 12192000"/>
              <a:gd name="connsiteY118" fmla="*/ 1855137 h 2237474"/>
              <a:gd name="connsiteX119" fmla="*/ 4002267 w 12192000"/>
              <a:gd name="connsiteY119" fmla="*/ 1852352 h 2237474"/>
              <a:gd name="connsiteX120" fmla="*/ 3931396 w 12192000"/>
              <a:gd name="connsiteY120" fmla="*/ 1858915 h 2237474"/>
              <a:gd name="connsiteX121" fmla="*/ 3812162 w 12192000"/>
              <a:gd name="connsiteY121" fmla="*/ 1875501 h 2237474"/>
              <a:gd name="connsiteX122" fmla="*/ 3729530 w 12192000"/>
              <a:gd name="connsiteY122" fmla="*/ 1864513 h 2237474"/>
              <a:gd name="connsiteX123" fmla="*/ 3680177 w 12192000"/>
              <a:gd name="connsiteY123" fmla="*/ 1881552 h 2237474"/>
              <a:gd name="connsiteX124" fmla="*/ 3567259 w 12192000"/>
              <a:gd name="connsiteY124" fmla="*/ 1893482 h 2237474"/>
              <a:gd name="connsiteX125" fmla="*/ 3405770 w 12192000"/>
              <a:gd name="connsiteY125" fmla="*/ 1904591 h 2237474"/>
              <a:gd name="connsiteX126" fmla="*/ 3280097 w 12192000"/>
              <a:gd name="connsiteY126" fmla="*/ 1919610 h 2237474"/>
              <a:gd name="connsiteX127" fmla="*/ 3123424 w 12192000"/>
              <a:gd name="connsiteY127" fmla="*/ 1952930 h 2237474"/>
              <a:gd name="connsiteX128" fmla="*/ 3009910 w 12192000"/>
              <a:gd name="connsiteY128" fmla="*/ 1957866 h 2237474"/>
              <a:gd name="connsiteX129" fmla="*/ 2995934 w 12192000"/>
              <a:gd name="connsiteY129" fmla="*/ 1967085 h 2237474"/>
              <a:gd name="connsiteX130" fmla="*/ 2980071 w 12192000"/>
              <a:gd name="connsiteY130" fmla="*/ 1972988 h 2237474"/>
              <a:gd name="connsiteX131" fmla="*/ 2978094 w 12192000"/>
              <a:gd name="connsiteY131" fmla="*/ 1972369 h 2237474"/>
              <a:gd name="connsiteX132" fmla="*/ 2942858 w 12192000"/>
              <a:gd name="connsiteY132" fmla="*/ 1981367 h 2237474"/>
              <a:gd name="connsiteX133" fmla="*/ 2875436 w 12192000"/>
              <a:gd name="connsiteY133" fmla="*/ 1996977 h 2237474"/>
              <a:gd name="connsiteX134" fmla="*/ 2874892 w 12192000"/>
              <a:gd name="connsiteY134" fmla="*/ 1996085 h 2237474"/>
              <a:gd name="connsiteX135" fmla="*/ 2864145 w 12192000"/>
              <a:gd name="connsiteY135" fmla="*/ 1994061 h 2237474"/>
              <a:gd name="connsiteX136" fmla="*/ 2843662 w 12192000"/>
              <a:gd name="connsiteY136" fmla="*/ 1992498 h 2237474"/>
              <a:gd name="connsiteX137" fmla="*/ 2796128 w 12192000"/>
              <a:gd name="connsiteY137" fmla="*/ 1976403 h 2237474"/>
              <a:gd name="connsiteX138" fmla="*/ 2756784 w 12192000"/>
              <a:gd name="connsiteY138" fmla="*/ 1985116 h 2237474"/>
              <a:gd name="connsiteX139" fmla="*/ 2748833 w 12192000"/>
              <a:gd name="connsiteY139" fmla="*/ 1986323 h 2237474"/>
              <a:gd name="connsiteX140" fmla="*/ 2748661 w 12192000"/>
              <a:gd name="connsiteY140" fmla="*/ 1986122 h 2237474"/>
              <a:gd name="connsiteX141" fmla="*/ 2740251 w 12192000"/>
              <a:gd name="connsiteY141" fmla="*/ 1986946 h 2237474"/>
              <a:gd name="connsiteX142" fmla="*/ 2718916 w 12192000"/>
              <a:gd name="connsiteY142" fmla="*/ 1990867 h 2237474"/>
              <a:gd name="connsiteX143" fmla="*/ 2713522 w 12192000"/>
              <a:gd name="connsiteY143" fmla="*/ 1990173 h 2237474"/>
              <a:gd name="connsiteX144" fmla="*/ 2680597 w 12192000"/>
              <a:gd name="connsiteY144" fmla="*/ 1984996 h 2237474"/>
              <a:gd name="connsiteX145" fmla="*/ 2578178 w 12192000"/>
              <a:gd name="connsiteY145" fmla="*/ 1990531 h 2237474"/>
              <a:gd name="connsiteX146" fmla="*/ 2476147 w 12192000"/>
              <a:gd name="connsiteY146" fmla="*/ 1998305 h 2237474"/>
              <a:gd name="connsiteX147" fmla="*/ 2373568 w 12192000"/>
              <a:gd name="connsiteY147" fmla="*/ 2003219 h 2237474"/>
              <a:gd name="connsiteX148" fmla="*/ 2321399 w 12192000"/>
              <a:gd name="connsiteY148" fmla="*/ 1989467 h 2237474"/>
              <a:gd name="connsiteX149" fmla="*/ 2315525 w 12192000"/>
              <a:gd name="connsiteY149" fmla="*/ 1989708 h 2237474"/>
              <a:gd name="connsiteX150" fmla="*/ 2300792 w 12192000"/>
              <a:gd name="connsiteY150" fmla="*/ 1994290 h 2237474"/>
              <a:gd name="connsiteX151" fmla="*/ 2295469 w 12192000"/>
              <a:gd name="connsiteY151" fmla="*/ 1996659 h 2237474"/>
              <a:gd name="connsiteX152" fmla="*/ 2287219 w 12192000"/>
              <a:gd name="connsiteY152" fmla="*/ 1998750 h 2237474"/>
              <a:gd name="connsiteX153" fmla="*/ 2286948 w 12192000"/>
              <a:gd name="connsiteY153" fmla="*/ 1998596 h 2237474"/>
              <a:gd name="connsiteX154" fmla="*/ 2243069 w 12192000"/>
              <a:gd name="connsiteY154" fmla="*/ 2015111 h 2237474"/>
              <a:gd name="connsiteX155" fmla="*/ 2186609 w 12192000"/>
              <a:gd name="connsiteY155" fmla="*/ 2008263 h 2237474"/>
              <a:gd name="connsiteX156" fmla="*/ 2164831 w 12192000"/>
              <a:gd name="connsiteY156" fmla="*/ 2010143 h 2237474"/>
              <a:gd name="connsiteX157" fmla="*/ 2152836 w 12192000"/>
              <a:gd name="connsiteY157" fmla="*/ 2010048 h 2237474"/>
              <a:gd name="connsiteX158" fmla="*/ 2117102 w 12192000"/>
              <a:gd name="connsiteY158" fmla="*/ 2023004 h 2237474"/>
              <a:gd name="connsiteX159" fmla="*/ 2111935 w 12192000"/>
              <a:gd name="connsiteY159" fmla="*/ 2023163 h 2237474"/>
              <a:gd name="connsiteX160" fmla="*/ 2089991 w 12192000"/>
              <a:gd name="connsiteY160" fmla="*/ 2034193 h 2237474"/>
              <a:gd name="connsiteX161" fmla="*/ 2058061 w 12192000"/>
              <a:gd name="connsiteY161" fmla="*/ 2047942 h 2237474"/>
              <a:gd name="connsiteX162" fmla="*/ 2055737 w 12192000"/>
              <a:gd name="connsiteY162" fmla="*/ 2047704 h 2237474"/>
              <a:gd name="connsiteX163" fmla="*/ 2042244 w 12192000"/>
              <a:gd name="connsiteY163" fmla="*/ 2055560 h 2237474"/>
              <a:gd name="connsiteX164" fmla="*/ 1976224 w 12192000"/>
              <a:gd name="connsiteY164" fmla="*/ 2074257 h 2237474"/>
              <a:gd name="connsiteX165" fmla="*/ 1877728 w 12192000"/>
              <a:gd name="connsiteY165" fmla="*/ 2101004 h 2237474"/>
              <a:gd name="connsiteX166" fmla="*/ 1759056 w 12192000"/>
              <a:gd name="connsiteY166" fmla="*/ 2125608 h 2237474"/>
              <a:gd name="connsiteX167" fmla="*/ 1637948 w 12192000"/>
              <a:gd name="connsiteY167" fmla="*/ 2172597 h 2237474"/>
              <a:gd name="connsiteX168" fmla="*/ 1434549 w 12192000"/>
              <a:gd name="connsiteY168" fmla="*/ 2234522 h 2237474"/>
              <a:gd name="connsiteX169" fmla="*/ 1398481 w 12192000"/>
              <a:gd name="connsiteY169" fmla="*/ 2237074 h 2237474"/>
              <a:gd name="connsiteX170" fmla="*/ 1398407 w 12192000"/>
              <a:gd name="connsiteY170" fmla="*/ 2237095 h 2237474"/>
              <a:gd name="connsiteX171" fmla="*/ 1370962 w 12192000"/>
              <a:gd name="connsiteY171" fmla="*/ 2237474 h 2237474"/>
              <a:gd name="connsiteX172" fmla="*/ 1356367 w 12192000"/>
              <a:gd name="connsiteY172" fmla="*/ 2235089 h 2237474"/>
              <a:gd name="connsiteX173" fmla="*/ 1324828 w 12192000"/>
              <a:gd name="connsiteY173" fmla="*/ 2231968 h 2237474"/>
              <a:gd name="connsiteX174" fmla="*/ 1297744 w 12192000"/>
              <a:gd name="connsiteY174" fmla="*/ 2235849 h 2237474"/>
              <a:gd name="connsiteX175" fmla="*/ 1286236 w 12192000"/>
              <a:gd name="connsiteY175" fmla="*/ 2233135 h 2237474"/>
              <a:gd name="connsiteX176" fmla="*/ 1283504 w 12192000"/>
              <a:gd name="connsiteY176" fmla="*/ 2233797 h 2237474"/>
              <a:gd name="connsiteX177" fmla="*/ 1279765 w 12192000"/>
              <a:gd name="connsiteY177" fmla="*/ 2229639 h 2237474"/>
              <a:gd name="connsiteX178" fmla="*/ 1195347 w 12192000"/>
              <a:gd name="connsiteY178" fmla="*/ 2212354 h 2237474"/>
              <a:gd name="connsiteX179" fmla="*/ 970251 w 12192000"/>
              <a:gd name="connsiteY179" fmla="*/ 2221029 h 2237474"/>
              <a:gd name="connsiteX180" fmla="*/ 812914 w 12192000"/>
              <a:gd name="connsiteY180" fmla="*/ 2202752 h 2237474"/>
              <a:gd name="connsiteX181" fmla="*/ 800195 w 12192000"/>
              <a:gd name="connsiteY181" fmla="*/ 2209407 h 2237474"/>
              <a:gd name="connsiteX182" fmla="*/ 784978 w 12192000"/>
              <a:gd name="connsiteY182" fmla="*/ 2212360 h 2237474"/>
              <a:gd name="connsiteX183" fmla="*/ 681987 w 12192000"/>
              <a:gd name="connsiteY183" fmla="*/ 2216757 h 2237474"/>
              <a:gd name="connsiteX184" fmla="*/ 669923 w 12192000"/>
              <a:gd name="connsiteY184" fmla="*/ 2211682 h 2237474"/>
              <a:gd name="connsiteX185" fmla="*/ 648680 w 12192000"/>
              <a:gd name="connsiteY185" fmla="*/ 2206229 h 2237474"/>
              <a:gd name="connsiteX186" fmla="*/ 597225 w 12192000"/>
              <a:gd name="connsiteY186" fmla="*/ 2180999 h 2237474"/>
              <a:gd name="connsiteX187" fmla="*/ 558449 w 12192000"/>
              <a:gd name="connsiteY187" fmla="*/ 2182346 h 2237474"/>
              <a:gd name="connsiteX188" fmla="*/ 550517 w 12192000"/>
              <a:gd name="connsiteY188" fmla="*/ 2182060 h 2237474"/>
              <a:gd name="connsiteX189" fmla="*/ 550309 w 12192000"/>
              <a:gd name="connsiteY189" fmla="*/ 2181825 h 2237474"/>
              <a:gd name="connsiteX190" fmla="*/ 541836 w 12192000"/>
              <a:gd name="connsiteY190" fmla="*/ 2181063 h 2237474"/>
              <a:gd name="connsiteX191" fmla="*/ 536057 w 12192000"/>
              <a:gd name="connsiteY191" fmla="*/ 2181537 h 2237474"/>
              <a:gd name="connsiteX192" fmla="*/ 520671 w 12192000"/>
              <a:gd name="connsiteY192" fmla="*/ 2180980 h 2237474"/>
              <a:gd name="connsiteX193" fmla="*/ 515024 w 12192000"/>
              <a:gd name="connsiteY193" fmla="*/ 2179258 h 2237474"/>
              <a:gd name="connsiteX194" fmla="*/ 512278 w 12192000"/>
              <a:gd name="connsiteY194" fmla="*/ 2176369 h 2237474"/>
              <a:gd name="connsiteX195" fmla="*/ 480419 w 12192000"/>
              <a:gd name="connsiteY195" fmla="*/ 2167807 h 2237474"/>
              <a:gd name="connsiteX196" fmla="*/ 413835 w 12192000"/>
              <a:gd name="connsiteY196" fmla="*/ 2156783 h 2237474"/>
              <a:gd name="connsiteX197" fmla="*/ 376513 w 12192000"/>
              <a:gd name="connsiteY197" fmla="*/ 2154014 h 2237474"/>
              <a:gd name="connsiteX198" fmla="*/ 273386 w 12192000"/>
              <a:gd name="connsiteY198" fmla="*/ 2142551 h 2237474"/>
              <a:gd name="connsiteX199" fmla="*/ 169207 w 12192000"/>
              <a:gd name="connsiteY199" fmla="*/ 2128100 h 2237474"/>
              <a:gd name="connsiteX200" fmla="*/ 93149 w 12192000"/>
              <a:gd name="connsiteY200" fmla="*/ 2105324 h 2237474"/>
              <a:gd name="connsiteX201" fmla="*/ 88109 w 12192000"/>
              <a:gd name="connsiteY201" fmla="*/ 2106704 h 2237474"/>
              <a:gd name="connsiteX202" fmla="*/ 80022 w 12192000"/>
              <a:gd name="connsiteY202" fmla="*/ 2107254 h 2237474"/>
              <a:gd name="connsiteX203" fmla="*/ 79717 w 12192000"/>
              <a:gd name="connsiteY203" fmla="*/ 2107046 h 2237474"/>
              <a:gd name="connsiteX204" fmla="*/ 72352 w 12192000"/>
              <a:gd name="connsiteY204" fmla="*/ 2107991 h 2237474"/>
              <a:gd name="connsiteX205" fmla="*/ 37645 w 12192000"/>
              <a:gd name="connsiteY205" fmla="*/ 2115401 h 2237474"/>
              <a:gd name="connsiteX206" fmla="*/ 4572 w 12192000"/>
              <a:gd name="connsiteY206" fmla="*/ 2111091 h 2237474"/>
              <a:gd name="connsiteX207" fmla="*/ 0 w 12192000"/>
              <a:gd name="connsiteY207" fmla="*/ 2110468 h 2237474"/>
              <a:gd name="connsiteX208" fmla="*/ 0 w 12192000"/>
              <a:gd name="connsiteY20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05768 w 12192000"/>
              <a:gd name="connsiteY24" fmla="*/ 894610 h 2237474"/>
              <a:gd name="connsiteX25" fmla="*/ 9683005 w 12192000"/>
              <a:gd name="connsiteY25" fmla="*/ 894128 h 2237474"/>
              <a:gd name="connsiteX26" fmla="*/ 9594438 w 12192000"/>
              <a:gd name="connsiteY26" fmla="*/ 919051 h 2237474"/>
              <a:gd name="connsiteX27" fmla="*/ 9577033 w 12192000"/>
              <a:gd name="connsiteY27" fmla="*/ 922857 h 2237474"/>
              <a:gd name="connsiteX28" fmla="*/ 9544189 w 12192000"/>
              <a:gd name="connsiteY28" fmla="*/ 938966 h 2237474"/>
              <a:gd name="connsiteX29" fmla="*/ 9500499 w 12192000"/>
              <a:gd name="connsiteY29" fmla="*/ 954680 h 2237474"/>
              <a:gd name="connsiteX30" fmla="*/ 9428195 w 12192000"/>
              <a:gd name="connsiteY30" fmla="*/ 986225 h 2237474"/>
              <a:gd name="connsiteX31" fmla="*/ 9410017 w 12192000"/>
              <a:gd name="connsiteY31" fmla="*/ 993931 h 2237474"/>
              <a:gd name="connsiteX32" fmla="*/ 9392919 w 12192000"/>
              <a:gd name="connsiteY32" fmla="*/ 994656 h 2237474"/>
              <a:gd name="connsiteX33" fmla="*/ 9278619 w 12192000"/>
              <a:gd name="connsiteY33" fmla="*/ 1011878 h 2237474"/>
              <a:gd name="connsiteX34" fmla="*/ 9268019 w 12192000"/>
              <a:gd name="connsiteY34" fmla="*/ 1007442 h 2237474"/>
              <a:gd name="connsiteX35" fmla="*/ 9234662 w 12192000"/>
              <a:gd name="connsiteY35" fmla="*/ 1023056 h 2237474"/>
              <a:gd name="connsiteX36" fmla="*/ 9181033 w 12192000"/>
              <a:gd name="connsiteY36" fmla="*/ 1037921 h 2237474"/>
              <a:gd name="connsiteX37" fmla="*/ 9155969 w 12192000"/>
              <a:gd name="connsiteY37" fmla="*/ 1046804 h 2237474"/>
              <a:gd name="connsiteX38" fmla="*/ 9133985 w 12192000"/>
              <a:gd name="connsiteY38" fmla="*/ 1046450 h 2237474"/>
              <a:gd name="connsiteX39" fmla="*/ 9012987 w 12192000"/>
              <a:gd name="connsiteY39" fmla="*/ 1061986 h 2237474"/>
              <a:gd name="connsiteX40" fmla="*/ 8968445 w 12192000"/>
              <a:gd name="connsiteY40" fmla="*/ 1052169 h 2237474"/>
              <a:gd name="connsiteX41" fmla="*/ 8958984 w 12192000"/>
              <a:gd name="connsiteY41" fmla="*/ 1057212 h 2237474"/>
              <a:gd name="connsiteX42" fmla="*/ 8886001 w 12192000"/>
              <a:gd name="connsiteY42" fmla="*/ 1067468 h 2237474"/>
              <a:gd name="connsiteX43" fmla="*/ 8838610 w 12192000"/>
              <a:gd name="connsiteY43" fmla="*/ 1075091 h 2237474"/>
              <a:gd name="connsiteX44" fmla="*/ 8750383 w 12192000"/>
              <a:gd name="connsiteY44" fmla="*/ 1097387 h 2237474"/>
              <a:gd name="connsiteX45" fmla="*/ 8665605 w 12192000"/>
              <a:gd name="connsiteY45" fmla="*/ 1110791 h 2237474"/>
              <a:gd name="connsiteX46" fmla="*/ 8584946 w 12192000"/>
              <a:gd name="connsiteY46" fmla="*/ 1135226 h 2237474"/>
              <a:gd name="connsiteX47" fmla="*/ 8460755 w 12192000"/>
              <a:gd name="connsiteY47" fmla="*/ 1203427 h 2237474"/>
              <a:gd name="connsiteX48" fmla="*/ 8419755 w 12192000"/>
              <a:gd name="connsiteY48" fmla="*/ 1216260 h 2237474"/>
              <a:gd name="connsiteX49" fmla="*/ 8411626 w 12192000"/>
              <a:gd name="connsiteY49" fmla="*/ 1214397 h 2237474"/>
              <a:gd name="connsiteX50" fmla="*/ 8363469 w 12192000"/>
              <a:gd name="connsiteY50" fmla="*/ 1246658 h 2237474"/>
              <a:gd name="connsiteX51" fmla="*/ 8275497 w 12192000"/>
              <a:gd name="connsiteY51" fmla="*/ 1264396 h 2237474"/>
              <a:gd name="connsiteX52" fmla="*/ 8206287 w 12192000"/>
              <a:gd name="connsiteY52" fmla="*/ 1273060 h 2237474"/>
              <a:gd name="connsiteX53" fmla="*/ 8168705 w 12192000"/>
              <a:gd name="connsiteY53" fmla="*/ 1279956 h 2237474"/>
              <a:gd name="connsiteX54" fmla="*/ 8139997 w 12192000"/>
              <a:gd name="connsiteY54" fmla="*/ 1282713 h 2237474"/>
              <a:gd name="connsiteX55" fmla="*/ 8074238 w 12192000"/>
              <a:gd name="connsiteY55" fmla="*/ 1301895 h 2237474"/>
              <a:gd name="connsiteX56" fmla="*/ 7968292 w 12192000"/>
              <a:gd name="connsiteY56" fmla="*/ 1338779 h 2237474"/>
              <a:gd name="connsiteX57" fmla="*/ 7902328 w 12192000"/>
              <a:gd name="connsiteY57" fmla="*/ 1345865 h 2237474"/>
              <a:gd name="connsiteX58" fmla="*/ 7875879 w 12192000"/>
              <a:gd name="connsiteY58" fmla="*/ 1345646 h 2237474"/>
              <a:gd name="connsiteX59" fmla="*/ 7840612 w 12192000"/>
              <a:gd name="connsiteY59" fmla="*/ 1369373 h 2237474"/>
              <a:gd name="connsiteX60" fmla="*/ 7786819 w 12192000"/>
              <a:gd name="connsiteY60" fmla="*/ 1378970 h 2237474"/>
              <a:gd name="connsiteX61" fmla="*/ 7548172 w 12192000"/>
              <a:gd name="connsiteY61" fmla="*/ 1417460 h 2237474"/>
              <a:gd name="connsiteX62" fmla="*/ 7483437 w 12192000"/>
              <a:gd name="connsiteY62" fmla="*/ 1478152 h 2237474"/>
              <a:gd name="connsiteX63" fmla="*/ 7377870 w 12192000"/>
              <a:gd name="connsiteY63" fmla="*/ 1523319 h 2237474"/>
              <a:gd name="connsiteX64" fmla="*/ 7230737 w 12192000"/>
              <a:gd name="connsiteY64" fmla="*/ 1562633 h 2237474"/>
              <a:gd name="connsiteX65" fmla="*/ 7224458 w 12192000"/>
              <a:gd name="connsiteY65" fmla="*/ 1573008 h 2237474"/>
              <a:gd name="connsiteX66" fmla="*/ 7183121 w 12192000"/>
              <a:gd name="connsiteY66" fmla="*/ 1595162 h 2237474"/>
              <a:gd name="connsiteX67" fmla="*/ 7164601 w 12192000"/>
              <a:gd name="connsiteY67" fmla="*/ 1606490 h 2237474"/>
              <a:gd name="connsiteX68" fmla="*/ 7092727 w 12192000"/>
              <a:gd name="connsiteY68" fmla="*/ 1623628 h 2237474"/>
              <a:gd name="connsiteX69" fmla="*/ 7031309 w 12192000"/>
              <a:gd name="connsiteY69" fmla="*/ 1619451 h 2237474"/>
              <a:gd name="connsiteX70" fmla="*/ 6999084 w 12192000"/>
              <a:gd name="connsiteY70" fmla="*/ 1634317 h 2237474"/>
              <a:gd name="connsiteX71" fmla="*/ 6992107 w 12192000"/>
              <a:gd name="connsiteY71" fmla="*/ 1636860 h 2237474"/>
              <a:gd name="connsiteX72" fmla="*/ 6900177 w 12192000"/>
              <a:gd name="connsiteY72" fmla="*/ 1636016 h 2237474"/>
              <a:gd name="connsiteX73" fmla="*/ 6795372 w 12192000"/>
              <a:gd name="connsiteY73" fmla="*/ 1644845 h 2237474"/>
              <a:gd name="connsiteX74" fmla="*/ 6692251 w 12192000"/>
              <a:gd name="connsiteY74" fmla="*/ 1656357 h 2237474"/>
              <a:gd name="connsiteX75" fmla="*/ 6655235 w 12192000"/>
              <a:gd name="connsiteY75" fmla="*/ 1661869 h 2237474"/>
              <a:gd name="connsiteX76" fmla="*/ 6554894 w 12192000"/>
              <a:gd name="connsiteY76" fmla="*/ 1664428 h 2237474"/>
              <a:gd name="connsiteX77" fmla="*/ 6516595 w 12192000"/>
              <a:gd name="connsiteY77" fmla="*/ 1667475 h 2237474"/>
              <a:gd name="connsiteX78" fmla="*/ 6508541 w 12192000"/>
              <a:gd name="connsiteY78" fmla="*/ 1668757 h 2237474"/>
              <a:gd name="connsiteX79" fmla="*/ 6471012 w 12192000"/>
              <a:gd name="connsiteY79" fmla="*/ 1678604 h 2237474"/>
              <a:gd name="connsiteX80" fmla="*/ 6364035 w 12192000"/>
              <a:gd name="connsiteY80" fmla="*/ 1667683 h 2237474"/>
              <a:gd name="connsiteX81" fmla="*/ 6280959 w 12192000"/>
              <a:gd name="connsiteY81" fmla="*/ 1689329 h 2237474"/>
              <a:gd name="connsiteX82" fmla="*/ 6243319 w 12192000"/>
              <a:gd name="connsiteY82" fmla="*/ 1695560 h 2237474"/>
              <a:gd name="connsiteX83" fmla="*/ 6098321 w 12192000"/>
              <a:gd name="connsiteY83" fmla="*/ 1721646 h 2237474"/>
              <a:gd name="connsiteX84" fmla="*/ 5880652 w 12192000"/>
              <a:gd name="connsiteY84" fmla="*/ 1779643 h 2237474"/>
              <a:gd name="connsiteX85" fmla="*/ 5785959 w 12192000"/>
              <a:gd name="connsiteY85" fmla="*/ 1775307 h 2237474"/>
              <a:gd name="connsiteX86" fmla="*/ 5643534 w 12192000"/>
              <a:gd name="connsiteY86" fmla="*/ 1802919 h 2237474"/>
              <a:gd name="connsiteX87" fmla="*/ 5518799 w 12192000"/>
              <a:gd name="connsiteY87" fmla="*/ 1818312 h 2237474"/>
              <a:gd name="connsiteX88" fmla="*/ 5505014 w 12192000"/>
              <a:gd name="connsiteY88" fmla="*/ 1819259 h 2237474"/>
              <a:gd name="connsiteX89" fmla="*/ 5453307 w 12192000"/>
              <a:gd name="connsiteY89" fmla="*/ 1815450 h 2237474"/>
              <a:gd name="connsiteX90" fmla="*/ 5364192 w 12192000"/>
              <a:gd name="connsiteY90" fmla="*/ 1826074 h 2237474"/>
              <a:gd name="connsiteX91" fmla="*/ 5350380 w 12192000"/>
              <a:gd name="connsiteY91" fmla="*/ 1830891 h 2237474"/>
              <a:gd name="connsiteX92" fmla="*/ 5259633 w 12192000"/>
              <a:gd name="connsiteY92" fmla="*/ 1837160 h 2237474"/>
              <a:gd name="connsiteX93" fmla="*/ 5197513 w 12192000"/>
              <a:gd name="connsiteY93" fmla="*/ 1844718 h 2237474"/>
              <a:gd name="connsiteX94" fmla="*/ 5168852 w 12192000"/>
              <a:gd name="connsiteY94" fmla="*/ 1844846 h 2237474"/>
              <a:gd name="connsiteX95" fmla="*/ 5114927 w 12192000"/>
              <a:gd name="connsiteY95" fmla="*/ 1847827 h 2237474"/>
              <a:gd name="connsiteX96" fmla="*/ 5108970 w 12192000"/>
              <a:gd name="connsiteY96" fmla="*/ 1847935 h 2237474"/>
              <a:gd name="connsiteX97" fmla="*/ 5067961 w 12192000"/>
              <a:gd name="connsiteY97" fmla="*/ 1845917 h 2237474"/>
              <a:gd name="connsiteX98" fmla="*/ 5007075 w 12192000"/>
              <a:gd name="connsiteY98" fmla="*/ 1838626 h 2237474"/>
              <a:gd name="connsiteX99" fmla="*/ 4944087 w 12192000"/>
              <a:gd name="connsiteY99" fmla="*/ 1823332 h 2237474"/>
              <a:gd name="connsiteX100" fmla="*/ 4907662 w 12192000"/>
              <a:gd name="connsiteY100" fmla="*/ 1816900 h 2237474"/>
              <a:gd name="connsiteX101" fmla="*/ 4882386 w 12192000"/>
              <a:gd name="connsiteY101" fmla="*/ 1809844 h 2237474"/>
              <a:gd name="connsiteX102" fmla="*/ 4811440 w 12192000"/>
              <a:gd name="connsiteY102" fmla="*/ 1804655 h 2237474"/>
              <a:gd name="connsiteX103" fmla="*/ 4691075 w 12192000"/>
              <a:gd name="connsiteY103" fmla="*/ 1801389 h 2237474"/>
              <a:gd name="connsiteX104" fmla="*/ 4611738 w 12192000"/>
              <a:gd name="connsiteY104" fmla="*/ 1776964 h 2237474"/>
              <a:gd name="connsiteX105" fmla="*/ 4560070 w 12192000"/>
              <a:gd name="connsiteY105" fmla="*/ 1785640 h 2237474"/>
              <a:gd name="connsiteX106" fmla="*/ 4536503 w 12192000"/>
              <a:gd name="connsiteY106" fmla="*/ 1785334 h 2237474"/>
              <a:gd name="connsiteX107" fmla="*/ 4513724 w 12192000"/>
              <a:gd name="connsiteY107" fmla="*/ 1791996 h 2237474"/>
              <a:gd name="connsiteX108" fmla="*/ 4459810 w 12192000"/>
              <a:gd name="connsiteY108" fmla="*/ 1797886 h 2237474"/>
              <a:gd name="connsiteX109" fmla="*/ 4379064 w 12192000"/>
              <a:gd name="connsiteY109" fmla="*/ 1817177 h 2237474"/>
              <a:gd name="connsiteX110" fmla="*/ 4319209 w 12192000"/>
              <a:gd name="connsiteY110" fmla="*/ 1834833 h 2237474"/>
              <a:gd name="connsiteX111" fmla="*/ 4290981 w 12192000"/>
              <a:gd name="connsiteY111" fmla="*/ 1839677 h 2237474"/>
              <a:gd name="connsiteX112" fmla="*/ 4285792 w 12192000"/>
              <a:gd name="connsiteY112" fmla="*/ 1836231 h 2237474"/>
              <a:gd name="connsiteX113" fmla="*/ 4238372 w 12192000"/>
              <a:gd name="connsiteY113" fmla="*/ 1851480 h 2237474"/>
              <a:gd name="connsiteX114" fmla="*/ 4232517 w 12192000"/>
              <a:gd name="connsiteY114" fmla="*/ 1852567 h 2237474"/>
              <a:gd name="connsiteX115" fmla="*/ 4191732 w 12192000"/>
              <a:gd name="connsiteY115" fmla="*/ 1857328 h 2237474"/>
              <a:gd name="connsiteX116" fmla="*/ 4065532 w 12192000"/>
              <a:gd name="connsiteY116" fmla="*/ 1855477 h 2237474"/>
              <a:gd name="connsiteX117" fmla="*/ 4028460 w 12192000"/>
              <a:gd name="connsiteY117" fmla="*/ 1855137 h 2237474"/>
              <a:gd name="connsiteX118" fmla="*/ 4002267 w 12192000"/>
              <a:gd name="connsiteY118" fmla="*/ 1852352 h 2237474"/>
              <a:gd name="connsiteX119" fmla="*/ 3931396 w 12192000"/>
              <a:gd name="connsiteY119" fmla="*/ 1858915 h 2237474"/>
              <a:gd name="connsiteX120" fmla="*/ 3812162 w 12192000"/>
              <a:gd name="connsiteY120" fmla="*/ 1875501 h 2237474"/>
              <a:gd name="connsiteX121" fmla="*/ 3729530 w 12192000"/>
              <a:gd name="connsiteY121" fmla="*/ 1864513 h 2237474"/>
              <a:gd name="connsiteX122" fmla="*/ 3680177 w 12192000"/>
              <a:gd name="connsiteY122" fmla="*/ 1881552 h 2237474"/>
              <a:gd name="connsiteX123" fmla="*/ 3567259 w 12192000"/>
              <a:gd name="connsiteY123" fmla="*/ 1893482 h 2237474"/>
              <a:gd name="connsiteX124" fmla="*/ 3405770 w 12192000"/>
              <a:gd name="connsiteY124" fmla="*/ 1904591 h 2237474"/>
              <a:gd name="connsiteX125" fmla="*/ 3280097 w 12192000"/>
              <a:gd name="connsiteY125" fmla="*/ 1919610 h 2237474"/>
              <a:gd name="connsiteX126" fmla="*/ 3123424 w 12192000"/>
              <a:gd name="connsiteY126" fmla="*/ 1952930 h 2237474"/>
              <a:gd name="connsiteX127" fmla="*/ 3009910 w 12192000"/>
              <a:gd name="connsiteY127" fmla="*/ 1957866 h 2237474"/>
              <a:gd name="connsiteX128" fmla="*/ 2995934 w 12192000"/>
              <a:gd name="connsiteY128" fmla="*/ 1967085 h 2237474"/>
              <a:gd name="connsiteX129" fmla="*/ 2980071 w 12192000"/>
              <a:gd name="connsiteY129" fmla="*/ 1972988 h 2237474"/>
              <a:gd name="connsiteX130" fmla="*/ 2978094 w 12192000"/>
              <a:gd name="connsiteY130" fmla="*/ 1972369 h 2237474"/>
              <a:gd name="connsiteX131" fmla="*/ 2942858 w 12192000"/>
              <a:gd name="connsiteY131" fmla="*/ 1981367 h 2237474"/>
              <a:gd name="connsiteX132" fmla="*/ 2875436 w 12192000"/>
              <a:gd name="connsiteY132" fmla="*/ 1996977 h 2237474"/>
              <a:gd name="connsiteX133" fmla="*/ 2874892 w 12192000"/>
              <a:gd name="connsiteY133" fmla="*/ 1996085 h 2237474"/>
              <a:gd name="connsiteX134" fmla="*/ 2864145 w 12192000"/>
              <a:gd name="connsiteY134" fmla="*/ 1994061 h 2237474"/>
              <a:gd name="connsiteX135" fmla="*/ 2843662 w 12192000"/>
              <a:gd name="connsiteY135" fmla="*/ 1992498 h 2237474"/>
              <a:gd name="connsiteX136" fmla="*/ 2796128 w 12192000"/>
              <a:gd name="connsiteY136" fmla="*/ 1976403 h 2237474"/>
              <a:gd name="connsiteX137" fmla="*/ 2756784 w 12192000"/>
              <a:gd name="connsiteY137" fmla="*/ 1985116 h 2237474"/>
              <a:gd name="connsiteX138" fmla="*/ 2748833 w 12192000"/>
              <a:gd name="connsiteY138" fmla="*/ 1986323 h 2237474"/>
              <a:gd name="connsiteX139" fmla="*/ 2748661 w 12192000"/>
              <a:gd name="connsiteY139" fmla="*/ 1986122 h 2237474"/>
              <a:gd name="connsiteX140" fmla="*/ 2740251 w 12192000"/>
              <a:gd name="connsiteY140" fmla="*/ 1986946 h 2237474"/>
              <a:gd name="connsiteX141" fmla="*/ 2718916 w 12192000"/>
              <a:gd name="connsiteY141" fmla="*/ 1990867 h 2237474"/>
              <a:gd name="connsiteX142" fmla="*/ 2713522 w 12192000"/>
              <a:gd name="connsiteY142" fmla="*/ 1990173 h 2237474"/>
              <a:gd name="connsiteX143" fmla="*/ 2680597 w 12192000"/>
              <a:gd name="connsiteY143" fmla="*/ 1984996 h 2237474"/>
              <a:gd name="connsiteX144" fmla="*/ 2578178 w 12192000"/>
              <a:gd name="connsiteY144" fmla="*/ 1990531 h 2237474"/>
              <a:gd name="connsiteX145" fmla="*/ 2476147 w 12192000"/>
              <a:gd name="connsiteY145" fmla="*/ 1998305 h 2237474"/>
              <a:gd name="connsiteX146" fmla="*/ 2373568 w 12192000"/>
              <a:gd name="connsiteY146" fmla="*/ 2003219 h 2237474"/>
              <a:gd name="connsiteX147" fmla="*/ 2321399 w 12192000"/>
              <a:gd name="connsiteY147" fmla="*/ 1989467 h 2237474"/>
              <a:gd name="connsiteX148" fmla="*/ 2315525 w 12192000"/>
              <a:gd name="connsiteY148" fmla="*/ 1989708 h 2237474"/>
              <a:gd name="connsiteX149" fmla="*/ 2300792 w 12192000"/>
              <a:gd name="connsiteY149" fmla="*/ 1994290 h 2237474"/>
              <a:gd name="connsiteX150" fmla="*/ 2295469 w 12192000"/>
              <a:gd name="connsiteY150" fmla="*/ 1996659 h 2237474"/>
              <a:gd name="connsiteX151" fmla="*/ 2287219 w 12192000"/>
              <a:gd name="connsiteY151" fmla="*/ 1998750 h 2237474"/>
              <a:gd name="connsiteX152" fmla="*/ 2286948 w 12192000"/>
              <a:gd name="connsiteY152" fmla="*/ 1998596 h 2237474"/>
              <a:gd name="connsiteX153" fmla="*/ 2243069 w 12192000"/>
              <a:gd name="connsiteY153" fmla="*/ 2015111 h 2237474"/>
              <a:gd name="connsiteX154" fmla="*/ 2186609 w 12192000"/>
              <a:gd name="connsiteY154" fmla="*/ 2008263 h 2237474"/>
              <a:gd name="connsiteX155" fmla="*/ 2164831 w 12192000"/>
              <a:gd name="connsiteY155" fmla="*/ 2010143 h 2237474"/>
              <a:gd name="connsiteX156" fmla="*/ 2152836 w 12192000"/>
              <a:gd name="connsiteY156" fmla="*/ 2010048 h 2237474"/>
              <a:gd name="connsiteX157" fmla="*/ 2117102 w 12192000"/>
              <a:gd name="connsiteY157" fmla="*/ 2023004 h 2237474"/>
              <a:gd name="connsiteX158" fmla="*/ 2111935 w 12192000"/>
              <a:gd name="connsiteY158" fmla="*/ 2023163 h 2237474"/>
              <a:gd name="connsiteX159" fmla="*/ 2089991 w 12192000"/>
              <a:gd name="connsiteY159" fmla="*/ 2034193 h 2237474"/>
              <a:gd name="connsiteX160" fmla="*/ 2058061 w 12192000"/>
              <a:gd name="connsiteY160" fmla="*/ 2047942 h 2237474"/>
              <a:gd name="connsiteX161" fmla="*/ 2055737 w 12192000"/>
              <a:gd name="connsiteY161" fmla="*/ 2047704 h 2237474"/>
              <a:gd name="connsiteX162" fmla="*/ 2042244 w 12192000"/>
              <a:gd name="connsiteY162" fmla="*/ 2055560 h 2237474"/>
              <a:gd name="connsiteX163" fmla="*/ 1976224 w 12192000"/>
              <a:gd name="connsiteY163" fmla="*/ 2074257 h 2237474"/>
              <a:gd name="connsiteX164" fmla="*/ 1877728 w 12192000"/>
              <a:gd name="connsiteY164" fmla="*/ 2101004 h 2237474"/>
              <a:gd name="connsiteX165" fmla="*/ 1759056 w 12192000"/>
              <a:gd name="connsiteY165" fmla="*/ 2125608 h 2237474"/>
              <a:gd name="connsiteX166" fmla="*/ 1637948 w 12192000"/>
              <a:gd name="connsiteY166" fmla="*/ 2172597 h 2237474"/>
              <a:gd name="connsiteX167" fmla="*/ 1434549 w 12192000"/>
              <a:gd name="connsiteY167" fmla="*/ 2234522 h 2237474"/>
              <a:gd name="connsiteX168" fmla="*/ 1398481 w 12192000"/>
              <a:gd name="connsiteY168" fmla="*/ 2237074 h 2237474"/>
              <a:gd name="connsiteX169" fmla="*/ 1398407 w 12192000"/>
              <a:gd name="connsiteY169" fmla="*/ 2237095 h 2237474"/>
              <a:gd name="connsiteX170" fmla="*/ 1370962 w 12192000"/>
              <a:gd name="connsiteY170" fmla="*/ 2237474 h 2237474"/>
              <a:gd name="connsiteX171" fmla="*/ 1356367 w 12192000"/>
              <a:gd name="connsiteY171" fmla="*/ 2235089 h 2237474"/>
              <a:gd name="connsiteX172" fmla="*/ 1324828 w 12192000"/>
              <a:gd name="connsiteY172" fmla="*/ 2231968 h 2237474"/>
              <a:gd name="connsiteX173" fmla="*/ 1297744 w 12192000"/>
              <a:gd name="connsiteY173" fmla="*/ 2235849 h 2237474"/>
              <a:gd name="connsiteX174" fmla="*/ 1286236 w 12192000"/>
              <a:gd name="connsiteY174" fmla="*/ 2233135 h 2237474"/>
              <a:gd name="connsiteX175" fmla="*/ 1283504 w 12192000"/>
              <a:gd name="connsiteY175" fmla="*/ 2233797 h 2237474"/>
              <a:gd name="connsiteX176" fmla="*/ 1279765 w 12192000"/>
              <a:gd name="connsiteY176" fmla="*/ 2229639 h 2237474"/>
              <a:gd name="connsiteX177" fmla="*/ 1195347 w 12192000"/>
              <a:gd name="connsiteY177" fmla="*/ 2212354 h 2237474"/>
              <a:gd name="connsiteX178" fmla="*/ 970251 w 12192000"/>
              <a:gd name="connsiteY178" fmla="*/ 2221029 h 2237474"/>
              <a:gd name="connsiteX179" fmla="*/ 812914 w 12192000"/>
              <a:gd name="connsiteY179" fmla="*/ 2202752 h 2237474"/>
              <a:gd name="connsiteX180" fmla="*/ 800195 w 12192000"/>
              <a:gd name="connsiteY180" fmla="*/ 2209407 h 2237474"/>
              <a:gd name="connsiteX181" fmla="*/ 784978 w 12192000"/>
              <a:gd name="connsiteY181" fmla="*/ 2212360 h 2237474"/>
              <a:gd name="connsiteX182" fmla="*/ 681987 w 12192000"/>
              <a:gd name="connsiteY182" fmla="*/ 2216757 h 2237474"/>
              <a:gd name="connsiteX183" fmla="*/ 669923 w 12192000"/>
              <a:gd name="connsiteY183" fmla="*/ 2211682 h 2237474"/>
              <a:gd name="connsiteX184" fmla="*/ 648680 w 12192000"/>
              <a:gd name="connsiteY184" fmla="*/ 2206229 h 2237474"/>
              <a:gd name="connsiteX185" fmla="*/ 597225 w 12192000"/>
              <a:gd name="connsiteY185" fmla="*/ 2180999 h 2237474"/>
              <a:gd name="connsiteX186" fmla="*/ 558449 w 12192000"/>
              <a:gd name="connsiteY186" fmla="*/ 2182346 h 2237474"/>
              <a:gd name="connsiteX187" fmla="*/ 550517 w 12192000"/>
              <a:gd name="connsiteY187" fmla="*/ 2182060 h 2237474"/>
              <a:gd name="connsiteX188" fmla="*/ 550309 w 12192000"/>
              <a:gd name="connsiteY188" fmla="*/ 2181825 h 2237474"/>
              <a:gd name="connsiteX189" fmla="*/ 541836 w 12192000"/>
              <a:gd name="connsiteY189" fmla="*/ 2181063 h 2237474"/>
              <a:gd name="connsiteX190" fmla="*/ 536057 w 12192000"/>
              <a:gd name="connsiteY190" fmla="*/ 2181537 h 2237474"/>
              <a:gd name="connsiteX191" fmla="*/ 520671 w 12192000"/>
              <a:gd name="connsiteY191" fmla="*/ 2180980 h 2237474"/>
              <a:gd name="connsiteX192" fmla="*/ 515024 w 12192000"/>
              <a:gd name="connsiteY192" fmla="*/ 2179258 h 2237474"/>
              <a:gd name="connsiteX193" fmla="*/ 512278 w 12192000"/>
              <a:gd name="connsiteY193" fmla="*/ 2176369 h 2237474"/>
              <a:gd name="connsiteX194" fmla="*/ 480419 w 12192000"/>
              <a:gd name="connsiteY194" fmla="*/ 2167807 h 2237474"/>
              <a:gd name="connsiteX195" fmla="*/ 413835 w 12192000"/>
              <a:gd name="connsiteY195" fmla="*/ 2156783 h 2237474"/>
              <a:gd name="connsiteX196" fmla="*/ 376513 w 12192000"/>
              <a:gd name="connsiteY196" fmla="*/ 2154014 h 2237474"/>
              <a:gd name="connsiteX197" fmla="*/ 273386 w 12192000"/>
              <a:gd name="connsiteY197" fmla="*/ 2142551 h 2237474"/>
              <a:gd name="connsiteX198" fmla="*/ 169207 w 12192000"/>
              <a:gd name="connsiteY198" fmla="*/ 2128100 h 2237474"/>
              <a:gd name="connsiteX199" fmla="*/ 93149 w 12192000"/>
              <a:gd name="connsiteY199" fmla="*/ 2105324 h 2237474"/>
              <a:gd name="connsiteX200" fmla="*/ 88109 w 12192000"/>
              <a:gd name="connsiteY200" fmla="*/ 2106704 h 2237474"/>
              <a:gd name="connsiteX201" fmla="*/ 80022 w 12192000"/>
              <a:gd name="connsiteY201" fmla="*/ 2107254 h 2237474"/>
              <a:gd name="connsiteX202" fmla="*/ 79717 w 12192000"/>
              <a:gd name="connsiteY202" fmla="*/ 2107046 h 2237474"/>
              <a:gd name="connsiteX203" fmla="*/ 72352 w 12192000"/>
              <a:gd name="connsiteY203" fmla="*/ 2107991 h 2237474"/>
              <a:gd name="connsiteX204" fmla="*/ 37645 w 12192000"/>
              <a:gd name="connsiteY204" fmla="*/ 2115401 h 2237474"/>
              <a:gd name="connsiteX205" fmla="*/ 4572 w 12192000"/>
              <a:gd name="connsiteY205" fmla="*/ 2111091 h 2237474"/>
              <a:gd name="connsiteX206" fmla="*/ 0 w 12192000"/>
              <a:gd name="connsiteY206" fmla="*/ 2110468 h 2237474"/>
              <a:gd name="connsiteX207" fmla="*/ 0 w 12192000"/>
              <a:gd name="connsiteY20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67091 w 12192000"/>
              <a:gd name="connsiteY23" fmla="*/ 870550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834800 w 12192000"/>
              <a:gd name="connsiteY7" fmla="*/ 747840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99084 w 12192000"/>
              <a:gd name="connsiteY67" fmla="*/ 1634317 h 2237474"/>
              <a:gd name="connsiteX68" fmla="*/ 6992107 w 12192000"/>
              <a:gd name="connsiteY68" fmla="*/ 1636860 h 2237474"/>
              <a:gd name="connsiteX69" fmla="*/ 6900177 w 12192000"/>
              <a:gd name="connsiteY69" fmla="*/ 1636016 h 2237474"/>
              <a:gd name="connsiteX70" fmla="*/ 6795372 w 12192000"/>
              <a:gd name="connsiteY70" fmla="*/ 1644845 h 2237474"/>
              <a:gd name="connsiteX71" fmla="*/ 6692251 w 12192000"/>
              <a:gd name="connsiteY71" fmla="*/ 1656357 h 2237474"/>
              <a:gd name="connsiteX72" fmla="*/ 6655235 w 12192000"/>
              <a:gd name="connsiteY72" fmla="*/ 1661869 h 2237474"/>
              <a:gd name="connsiteX73" fmla="*/ 6554894 w 12192000"/>
              <a:gd name="connsiteY73" fmla="*/ 1664428 h 2237474"/>
              <a:gd name="connsiteX74" fmla="*/ 6516595 w 12192000"/>
              <a:gd name="connsiteY74" fmla="*/ 1667475 h 2237474"/>
              <a:gd name="connsiteX75" fmla="*/ 6508541 w 12192000"/>
              <a:gd name="connsiteY75" fmla="*/ 1668757 h 2237474"/>
              <a:gd name="connsiteX76" fmla="*/ 6471012 w 12192000"/>
              <a:gd name="connsiteY76" fmla="*/ 1678604 h 2237474"/>
              <a:gd name="connsiteX77" fmla="*/ 6364035 w 12192000"/>
              <a:gd name="connsiteY77" fmla="*/ 1667683 h 2237474"/>
              <a:gd name="connsiteX78" fmla="*/ 6280959 w 12192000"/>
              <a:gd name="connsiteY78" fmla="*/ 1689329 h 2237474"/>
              <a:gd name="connsiteX79" fmla="*/ 6243319 w 12192000"/>
              <a:gd name="connsiteY79" fmla="*/ 1695560 h 2237474"/>
              <a:gd name="connsiteX80" fmla="*/ 6098321 w 12192000"/>
              <a:gd name="connsiteY80" fmla="*/ 1721646 h 2237474"/>
              <a:gd name="connsiteX81" fmla="*/ 5880652 w 12192000"/>
              <a:gd name="connsiteY81" fmla="*/ 1779643 h 2237474"/>
              <a:gd name="connsiteX82" fmla="*/ 5785959 w 12192000"/>
              <a:gd name="connsiteY82" fmla="*/ 1775307 h 2237474"/>
              <a:gd name="connsiteX83" fmla="*/ 5643534 w 12192000"/>
              <a:gd name="connsiteY83" fmla="*/ 1802919 h 2237474"/>
              <a:gd name="connsiteX84" fmla="*/ 5518799 w 12192000"/>
              <a:gd name="connsiteY84" fmla="*/ 1818312 h 2237474"/>
              <a:gd name="connsiteX85" fmla="*/ 5505014 w 12192000"/>
              <a:gd name="connsiteY85" fmla="*/ 1819259 h 2237474"/>
              <a:gd name="connsiteX86" fmla="*/ 5453307 w 12192000"/>
              <a:gd name="connsiteY86" fmla="*/ 1815450 h 2237474"/>
              <a:gd name="connsiteX87" fmla="*/ 5364192 w 12192000"/>
              <a:gd name="connsiteY87" fmla="*/ 1826074 h 2237474"/>
              <a:gd name="connsiteX88" fmla="*/ 5350380 w 12192000"/>
              <a:gd name="connsiteY88" fmla="*/ 1830891 h 2237474"/>
              <a:gd name="connsiteX89" fmla="*/ 5259633 w 12192000"/>
              <a:gd name="connsiteY89" fmla="*/ 1837160 h 2237474"/>
              <a:gd name="connsiteX90" fmla="*/ 5197513 w 12192000"/>
              <a:gd name="connsiteY90" fmla="*/ 1844718 h 2237474"/>
              <a:gd name="connsiteX91" fmla="*/ 5168852 w 12192000"/>
              <a:gd name="connsiteY91" fmla="*/ 1844846 h 2237474"/>
              <a:gd name="connsiteX92" fmla="*/ 5114927 w 12192000"/>
              <a:gd name="connsiteY92" fmla="*/ 1847827 h 2237474"/>
              <a:gd name="connsiteX93" fmla="*/ 5108970 w 12192000"/>
              <a:gd name="connsiteY93" fmla="*/ 1847935 h 2237474"/>
              <a:gd name="connsiteX94" fmla="*/ 5067961 w 12192000"/>
              <a:gd name="connsiteY94" fmla="*/ 1845917 h 2237474"/>
              <a:gd name="connsiteX95" fmla="*/ 5007075 w 12192000"/>
              <a:gd name="connsiteY95" fmla="*/ 1838626 h 2237474"/>
              <a:gd name="connsiteX96" fmla="*/ 4944087 w 12192000"/>
              <a:gd name="connsiteY96" fmla="*/ 1823332 h 2237474"/>
              <a:gd name="connsiteX97" fmla="*/ 4907662 w 12192000"/>
              <a:gd name="connsiteY97" fmla="*/ 1816900 h 2237474"/>
              <a:gd name="connsiteX98" fmla="*/ 4882386 w 12192000"/>
              <a:gd name="connsiteY98" fmla="*/ 1809844 h 2237474"/>
              <a:gd name="connsiteX99" fmla="*/ 4811440 w 12192000"/>
              <a:gd name="connsiteY99" fmla="*/ 1804655 h 2237474"/>
              <a:gd name="connsiteX100" fmla="*/ 4691075 w 12192000"/>
              <a:gd name="connsiteY100" fmla="*/ 1801389 h 2237474"/>
              <a:gd name="connsiteX101" fmla="*/ 4611738 w 12192000"/>
              <a:gd name="connsiteY101" fmla="*/ 1776964 h 2237474"/>
              <a:gd name="connsiteX102" fmla="*/ 4560070 w 12192000"/>
              <a:gd name="connsiteY102" fmla="*/ 1785640 h 2237474"/>
              <a:gd name="connsiteX103" fmla="*/ 4536503 w 12192000"/>
              <a:gd name="connsiteY103" fmla="*/ 1785334 h 2237474"/>
              <a:gd name="connsiteX104" fmla="*/ 4513724 w 12192000"/>
              <a:gd name="connsiteY104" fmla="*/ 1791996 h 2237474"/>
              <a:gd name="connsiteX105" fmla="*/ 4459810 w 12192000"/>
              <a:gd name="connsiteY105" fmla="*/ 1797886 h 2237474"/>
              <a:gd name="connsiteX106" fmla="*/ 4379064 w 12192000"/>
              <a:gd name="connsiteY106" fmla="*/ 1817177 h 2237474"/>
              <a:gd name="connsiteX107" fmla="*/ 4319209 w 12192000"/>
              <a:gd name="connsiteY107" fmla="*/ 1834833 h 2237474"/>
              <a:gd name="connsiteX108" fmla="*/ 4290981 w 12192000"/>
              <a:gd name="connsiteY108" fmla="*/ 1839677 h 2237474"/>
              <a:gd name="connsiteX109" fmla="*/ 4285792 w 12192000"/>
              <a:gd name="connsiteY109" fmla="*/ 1836231 h 2237474"/>
              <a:gd name="connsiteX110" fmla="*/ 4238372 w 12192000"/>
              <a:gd name="connsiteY110" fmla="*/ 1851480 h 2237474"/>
              <a:gd name="connsiteX111" fmla="*/ 4232517 w 12192000"/>
              <a:gd name="connsiteY111" fmla="*/ 1852567 h 2237474"/>
              <a:gd name="connsiteX112" fmla="*/ 4191732 w 12192000"/>
              <a:gd name="connsiteY112" fmla="*/ 1857328 h 2237474"/>
              <a:gd name="connsiteX113" fmla="*/ 4065532 w 12192000"/>
              <a:gd name="connsiteY113" fmla="*/ 1855477 h 2237474"/>
              <a:gd name="connsiteX114" fmla="*/ 4028460 w 12192000"/>
              <a:gd name="connsiteY114" fmla="*/ 1855137 h 2237474"/>
              <a:gd name="connsiteX115" fmla="*/ 4002267 w 12192000"/>
              <a:gd name="connsiteY115" fmla="*/ 1852352 h 2237474"/>
              <a:gd name="connsiteX116" fmla="*/ 3931396 w 12192000"/>
              <a:gd name="connsiteY116" fmla="*/ 1858915 h 2237474"/>
              <a:gd name="connsiteX117" fmla="*/ 3812162 w 12192000"/>
              <a:gd name="connsiteY117" fmla="*/ 1875501 h 2237474"/>
              <a:gd name="connsiteX118" fmla="*/ 3729530 w 12192000"/>
              <a:gd name="connsiteY118" fmla="*/ 1864513 h 2237474"/>
              <a:gd name="connsiteX119" fmla="*/ 3680177 w 12192000"/>
              <a:gd name="connsiteY119" fmla="*/ 1881552 h 2237474"/>
              <a:gd name="connsiteX120" fmla="*/ 3567259 w 12192000"/>
              <a:gd name="connsiteY120" fmla="*/ 1893482 h 2237474"/>
              <a:gd name="connsiteX121" fmla="*/ 3405770 w 12192000"/>
              <a:gd name="connsiteY121" fmla="*/ 1904591 h 2237474"/>
              <a:gd name="connsiteX122" fmla="*/ 3280097 w 12192000"/>
              <a:gd name="connsiteY122" fmla="*/ 1919610 h 2237474"/>
              <a:gd name="connsiteX123" fmla="*/ 3123424 w 12192000"/>
              <a:gd name="connsiteY123" fmla="*/ 1952930 h 2237474"/>
              <a:gd name="connsiteX124" fmla="*/ 3009910 w 12192000"/>
              <a:gd name="connsiteY124" fmla="*/ 1957866 h 2237474"/>
              <a:gd name="connsiteX125" fmla="*/ 2995934 w 12192000"/>
              <a:gd name="connsiteY125" fmla="*/ 1967085 h 2237474"/>
              <a:gd name="connsiteX126" fmla="*/ 2980071 w 12192000"/>
              <a:gd name="connsiteY126" fmla="*/ 1972988 h 2237474"/>
              <a:gd name="connsiteX127" fmla="*/ 2978094 w 12192000"/>
              <a:gd name="connsiteY127" fmla="*/ 1972369 h 2237474"/>
              <a:gd name="connsiteX128" fmla="*/ 2942858 w 12192000"/>
              <a:gd name="connsiteY128" fmla="*/ 1981367 h 2237474"/>
              <a:gd name="connsiteX129" fmla="*/ 2875436 w 12192000"/>
              <a:gd name="connsiteY129" fmla="*/ 1996977 h 2237474"/>
              <a:gd name="connsiteX130" fmla="*/ 2874892 w 12192000"/>
              <a:gd name="connsiteY130" fmla="*/ 1996085 h 2237474"/>
              <a:gd name="connsiteX131" fmla="*/ 2864145 w 12192000"/>
              <a:gd name="connsiteY131" fmla="*/ 1994061 h 2237474"/>
              <a:gd name="connsiteX132" fmla="*/ 2843662 w 12192000"/>
              <a:gd name="connsiteY132" fmla="*/ 1992498 h 2237474"/>
              <a:gd name="connsiteX133" fmla="*/ 2796128 w 12192000"/>
              <a:gd name="connsiteY133" fmla="*/ 1976403 h 2237474"/>
              <a:gd name="connsiteX134" fmla="*/ 2756784 w 12192000"/>
              <a:gd name="connsiteY134" fmla="*/ 1985116 h 2237474"/>
              <a:gd name="connsiteX135" fmla="*/ 2748833 w 12192000"/>
              <a:gd name="connsiteY135" fmla="*/ 1986323 h 2237474"/>
              <a:gd name="connsiteX136" fmla="*/ 2748661 w 12192000"/>
              <a:gd name="connsiteY136" fmla="*/ 1986122 h 2237474"/>
              <a:gd name="connsiteX137" fmla="*/ 2740251 w 12192000"/>
              <a:gd name="connsiteY137" fmla="*/ 1986946 h 2237474"/>
              <a:gd name="connsiteX138" fmla="*/ 2718916 w 12192000"/>
              <a:gd name="connsiteY138" fmla="*/ 1990867 h 2237474"/>
              <a:gd name="connsiteX139" fmla="*/ 2713522 w 12192000"/>
              <a:gd name="connsiteY139" fmla="*/ 1990173 h 2237474"/>
              <a:gd name="connsiteX140" fmla="*/ 2680597 w 12192000"/>
              <a:gd name="connsiteY140" fmla="*/ 1984996 h 2237474"/>
              <a:gd name="connsiteX141" fmla="*/ 2578178 w 12192000"/>
              <a:gd name="connsiteY141" fmla="*/ 1990531 h 2237474"/>
              <a:gd name="connsiteX142" fmla="*/ 2476147 w 12192000"/>
              <a:gd name="connsiteY142" fmla="*/ 1998305 h 2237474"/>
              <a:gd name="connsiteX143" fmla="*/ 2373568 w 12192000"/>
              <a:gd name="connsiteY143" fmla="*/ 2003219 h 2237474"/>
              <a:gd name="connsiteX144" fmla="*/ 2321399 w 12192000"/>
              <a:gd name="connsiteY144" fmla="*/ 1989467 h 2237474"/>
              <a:gd name="connsiteX145" fmla="*/ 2315525 w 12192000"/>
              <a:gd name="connsiteY145" fmla="*/ 1989708 h 2237474"/>
              <a:gd name="connsiteX146" fmla="*/ 2300792 w 12192000"/>
              <a:gd name="connsiteY146" fmla="*/ 1994290 h 2237474"/>
              <a:gd name="connsiteX147" fmla="*/ 2295469 w 12192000"/>
              <a:gd name="connsiteY147" fmla="*/ 1996659 h 2237474"/>
              <a:gd name="connsiteX148" fmla="*/ 2287219 w 12192000"/>
              <a:gd name="connsiteY148" fmla="*/ 1998750 h 2237474"/>
              <a:gd name="connsiteX149" fmla="*/ 2286948 w 12192000"/>
              <a:gd name="connsiteY149" fmla="*/ 1998596 h 2237474"/>
              <a:gd name="connsiteX150" fmla="*/ 2243069 w 12192000"/>
              <a:gd name="connsiteY150" fmla="*/ 2015111 h 2237474"/>
              <a:gd name="connsiteX151" fmla="*/ 2186609 w 12192000"/>
              <a:gd name="connsiteY151" fmla="*/ 2008263 h 2237474"/>
              <a:gd name="connsiteX152" fmla="*/ 2164831 w 12192000"/>
              <a:gd name="connsiteY152" fmla="*/ 2010143 h 2237474"/>
              <a:gd name="connsiteX153" fmla="*/ 2152836 w 12192000"/>
              <a:gd name="connsiteY153" fmla="*/ 2010048 h 2237474"/>
              <a:gd name="connsiteX154" fmla="*/ 2117102 w 12192000"/>
              <a:gd name="connsiteY154" fmla="*/ 2023004 h 2237474"/>
              <a:gd name="connsiteX155" fmla="*/ 2111935 w 12192000"/>
              <a:gd name="connsiteY155" fmla="*/ 2023163 h 2237474"/>
              <a:gd name="connsiteX156" fmla="*/ 2089991 w 12192000"/>
              <a:gd name="connsiteY156" fmla="*/ 2034193 h 2237474"/>
              <a:gd name="connsiteX157" fmla="*/ 2058061 w 12192000"/>
              <a:gd name="connsiteY157" fmla="*/ 2047942 h 2237474"/>
              <a:gd name="connsiteX158" fmla="*/ 2055737 w 12192000"/>
              <a:gd name="connsiteY158" fmla="*/ 2047704 h 2237474"/>
              <a:gd name="connsiteX159" fmla="*/ 2042244 w 12192000"/>
              <a:gd name="connsiteY159" fmla="*/ 2055560 h 2237474"/>
              <a:gd name="connsiteX160" fmla="*/ 1976224 w 12192000"/>
              <a:gd name="connsiteY160" fmla="*/ 2074257 h 2237474"/>
              <a:gd name="connsiteX161" fmla="*/ 1877728 w 12192000"/>
              <a:gd name="connsiteY161" fmla="*/ 2101004 h 2237474"/>
              <a:gd name="connsiteX162" fmla="*/ 1759056 w 12192000"/>
              <a:gd name="connsiteY162" fmla="*/ 2125608 h 2237474"/>
              <a:gd name="connsiteX163" fmla="*/ 1637948 w 12192000"/>
              <a:gd name="connsiteY163" fmla="*/ 2172597 h 2237474"/>
              <a:gd name="connsiteX164" fmla="*/ 1434549 w 12192000"/>
              <a:gd name="connsiteY164" fmla="*/ 2234522 h 2237474"/>
              <a:gd name="connsiteX165" fmla="*/ 1398481 w 12192000"/>
              <a:gd name="connsiteY165" fmla="*/ 2237074 h 2237474"/>
              <a:gd name="connsiteX166" fmla="*/ 1398407 w 12192000"/>
              <a:gd name="connsiteY166" fmla="*/ 2237095 h 2237474"/>
              <a:gd name="connsiteX167" fmla="*/ 1370962 w 12192000"/>
              <a:gd name="connsiteY167" fmla="*/ 2237474 h 2237474"/>
              <a:gd name="connsiteX168" fmla="*/ 1356367 w 12192000"/>
              <a:gd name="connsiteY168" fmla="*/ 2235089 h 2237474"/>
              <a:gd name="connsiteX169" fmla="*/ 1324828 w 12192000"/>
              <a:gd name="connsiteY169" fmla="*/ 2231968 h 2237474"/>
              <a:gd name="connsiteX170" fmla="*/ 1297744 w 12192000"/>
              <a:gd name="connsiteY170" fmla="*/ 2235849 h 2237474"/>
              <a:gd name="connsiteX171" fmla="*/ 1286236 w 12192000"/>
              <a:gd name="connsiteY171" fmla="*/ 2233135 h 2237474"/>
              <a:gd name="connsiteX172" fmla="*/ 1283504 w 12192000"/>
              <a:gd name="connsiteY172" fmla="*/ 2233797 h 2237474"/>
              <a:gd name="connsiteX173" fmla="*/ 1279765 w 12192000"/>
              <a:gd name="connsiteY173" fmla="*/ 2229639 h 2237474"/>
              <a:gd name="connsiteX174" fmla="*/ 1195347 w 12192000"/>
              <a:gd name="connsiteY174" fmla="*/ 2212354 h 2237474"/>
              <a:gd name="connsiteX175" fmla="*/ 970251 w 12192000"/>
              <a:gd name="connsiteY175" fmla="*/ 2221029 h 2237474"/>
              <a:gd name="connsiteX176" fmla="*/ 812914 w 12192000"/>
              <a:gd name="connsiteY176" fmla="*/ 2202752 h 2237474"/>
              <a:gd name="connsiteX177" fmla="*/ 800195 w 12192000"/>
              <a:gd name="connsiteY177" fmla="*/ 2209407 h 2237474"/>
              <a:gd name="connsiteX178" fmla="*/ 784978 w 12192000"/>
              <a:gd name="connsiteY178" fmla="*/ 2212360 h 2237474"/>
              <a:gd name="connsiteX179" fmla="*/ 681987 w 12192000"/>
              <a:gd name="connsiteY179" fmla="*/ 2216757 h 2237474"/>
              <a:gd name="connsiteX180" fmla="*/ 669923 w 12192000"/>
              <a:gd name="connsiteY180" fmla="*/ 2211682 h 2237474"/>
              <a:gd name="connsiteX181" fmla="*/ 648680 w 12192000"/>
              <a:gd name="connsiteY181" fmla="*/ 2206229 h 2237474"/>
              <a:gd name="connsiteX182" fmla="*/ 597225 w 12192000"/>
              <a:gd name="connsiteY182" fmla="*/ 2180999 h 2237474"/>
              <a:gd name="connsiteX183" fmla="*/ 558449 w 12192000"/>
              <a:gd name="connsiteY183" fmla="*/ 2182346 h 2237474"/>
              <a:gd name="connsiteX184" fmla="*/ 550517 w 12192000"/>
              <a:gd name="connsiteY184" fmla="*/ 2182060 h 2237474"/>
              <a:gd name="connsiteX185" fmla="*/ 550309 w 12192000"/>
              <a:gd name="connsiteY185" fmla="*/ 2181825 h 2237474"/>
              <a:gd name="connsiteX186" fmla="*/ 541836 w 12192000"/>
              <a:gd name="connsiteY186" fmla="*/ 2181063 h 2237474"/>
              <a:gd name="connsiteX187" fmla="*/ 536057 w 12192000"/>
              <a:gd name="connsiteY187" fmla="*/ 2181537 h 2237474"/>
              <a:gd name="connsiteX188" fmla="*/ 520671 w 12192000"/>
              <a:gd name="connsiteY188" fmla="*/ 2180980 h 2237474"/>
              <a:gd name="connsiteX189" fmla="*/ 515024 w 12192000"/>
              <a:gd name="connsiteY189" fmla="*/ 2179258 h 2237474"/>
              <a:gd name="connsiteX190" fmla="*/ 512278 w 12192000"/>
              <a:gd name="connsiteY190" fmla="*/ 2176369 h 2237474"/>
              <a:gd name="connsiteX191" fmla="*/ 480419 w 12192000"/>
              <a:gd name="connsiteY191" fmla="*/ 2167807 h 2237474"/>
              <a:gd name="connsiteX192" fmla="*/ 413835 w 12192000"/>
              <a:gd name="connsiteY192" fmla="*/ 2156783 h 2237474"/>
              <a:gd name="connsiteX193" fmla="*/ 376513 w 12192000"/>
              <a:gd name="connsiteY193" fmla="*/ 2154014 h 2237474"/>
              <a:gd name="connsiteX194" fmla="*/ 273386 w 12192000"/>
              <a:gd name="connsiteY194" fmla="*/ 2142551 h 2237474"/>
              <a:gd name="connsiteX195" fmla="*/ 169207 w 12192000"/>
              <a:gd name="connsiteY195" fmla="*/ 2128100 h 2237474"/>
              <a:gd name="connsiteX196" fmla="*/ 93149 w 12192000"/>
              <a:gd name="connsiteY196" fmla="*/ 2105324 h 2237474"/>
              <a:gd name="connsiteX197" fmla="*/ 88109 w 12192000"/>
              <a:gd name="connsiteY197" fmla="*/ 2106704 h 2237474"/>
              <a:gd name="connsiteX198" fmla="*/ 80022 w 12192000"/>
              <a:gd name="connsiteY198" fmla="*/ 2107254 h 2237474"/>
              <a:gd name="connsiteX199" fmla="*/ 79717 w 12192000"/>
              <a:gd name="connsiteY199" fmla="*/ 2107046 h 2237474"/>
              <a:gd name="connsiteX200" fmla="*/ 72352 w 12192000"/>
              <a:gd name="connsiteY200" fmla="*/ 2107991 h 2237474"/>
              <a:gd name="connsiteX201" fmla="*/ 37645 w 12192000"/>
              <a:gd name="connsiteY201" fmla="*/ 2115401 h 2237474"/>
              <a:gd name="connsiteX202" fmla="*/ 4572 w 12192000"/>
              <a:gd name="connsiteY202" fmla="*/ 2111091 h 2237474"/>
              <a:gd name="connsiteX203" fmla="*/ 0 w 12192000"/>
              <a:gd name="connsiteY203" fmla="*/ 2110468 h 2237474"/>
              <a:gd name="connsiteX204" fmla="*/ 0 w 12192000"/>
              <a:gd name="connsiteY20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99084 w 12192000"/>
              <a:gd name="connsiteY67" fmla="*/ 1634317 h 2237474"/>
              <a:gd name="connsiteX68" fmla="*/ 6900177 w 12192000"/>
              <a:gd name="connsiteY68" fmla="*/ 1636016 h 2237474"/>
              <a:gd name="connsiteX69" fmla="*/ 6795372 w 12192000"/>
              <a:gd name="connsiteY69" fmla="*/ 1644845 h 2237474"/>
              <a:gd name="connsiteX70" fmla="*/ 6692251 w 12192000"/>
              <a:gd name="connsiteY70" fmla="*/ 1656357 h 2237474"/>
              <a:gd name="connsiteX71" fmla="*/ 6655235 w 12192000"/>
              <a:gd name="connsiteY71" fmla="*/ 1661869 h 2237474"/>
              <a:gd name="connsiteX72" fmla="*/ 6554894 w 12192000"/>
              <a:gd name="connsiteY72" fmla="*/ 1664428 h 2237474"/>
              <a:gd name="connsiteX73" fmla="*/ 6516595 w 12192000"/>
              <a:gd name="connsiteY73" fmla="*/ 1667475 h 2237474"/>
              <a:gd name="connsiteX74" fmla="*/ 6508541 w 12192000"/>
              <a:gd name="connsiteY74" fmla="*/ 1668757 h 2237474"/>
              <a:gd name="connsiteX75" fmla="*/ 6471012 w 12192000"/>
              <a:gd name="connsiteY75" fmla="*/ 1678604 h 2237474"/>
              <a:gd name="connsiteX76" fmla="*/ 6364035 w 12192000"/>
              <a:gd name="connsiteY76" fmla="*/ 1667683 h 2237474"/>
              <a:gd name="connsiteX77" fmla="*/ 6280959 w 12192000"/>
              <a:gd name="connsiteY77" fmla="*/ 1689329 h 2237474"/>
              <a:gd name="connsiteX78" fmla="*/ 6243319 w 12192000"/>
              <a:gd name="connsiteY78" fmla="*/ 1695560 h 2237474"/>
              <a:gd name="connsiteX79" fmla="*/ 6098321 w 12192000"/>
              <a:gd name="connsiteY79" fmla="*/ 1721646 h 2237474"/>
              <a:gd name="connsiteX80" fmla="*/ 5880652 w 12192000"/>
              <a:gd name="connsiteY80" fmla="*/ 1779643 h 2237474"/>
              <a:gd name="connsiteX81" fmla="*/ 5785959 w 12192000"/>
              <a:gd name="connsiteY81" fmla="*/ 1775307 h 2237474"/>
              <a:gd name="connsiteX82" fmla="*/ 5643534 w 12192000"/>
              <a:gd name="connsiteY82" fmla="*/ 1802919 h 2237474"/>
              <a:gd name="connsiteX83" fmla="*/ 5518799 w 12192000"/>
              <a:gd name="connsiteY83" fmla="*/ 1818312 h 2237474"/>
              <a:gd name="connsiteX84" fmla="*/ 5505014 w 12192000"/>
              <a:gd name="connsiteY84" fmla="*/ 1819259 h 2237474"/>
              <a:gd name="connsiteX85" fmla="*/ 5453307 w 12192000"/>
              <a:gd name="connsiteY85" fmla="*/ 1815450 h 2237474"/>
              <a:gd name="connsiteX86" fmla="*/ 5364192 w 12192000"/>
              <a:gd name="connsiteY86" fmla="*/ 1826074 h 2237474"/>
              <a:gd name="connsiteX87" fmla="*/ 5350380 w 12192000"/>
              <a:gd name="connsiteY87" fmla="*/ 1830891 h 2237474"/>
              <a:gd name="connsiteX88" fmla="*/ 5259633 w 12192000"/>
              <a:gd name="connsiteY88" fmla="*/ 1837160 h 2237474"/>
              <a:gd name="connsiteX89" fmla="*/ 5197513 w 12192000"/>
              <a:gd name="connsiteY89" fmla="*/ 1844718 h 2237474"/>
              <a:gd name="connsiteX90" fmla="*/ 5168852 w 12192000"/>
              <a:gd name="connsiteY90" fmla="*/ 1844846 h 2237474"/>
              <a:gd name="connsiteX91" fmla="*/ 5114927 w 12192000"/>
              <a:gd name="connsiteY91" fmla="*/ 1847827 h 2237474"/>
              <a:gd name="connsiteX92" fmla="*/ 5108970 w 12192000"/>
              <a:gd name="connsiteY92" fmla="*/ 1847935 h 2237474"/>
              <a:gd name="connsiteX93" fmla="*/ 5067961 w 12192000"/>
              <a:gd name="connsiteY93" fmla="*/ 1845917 h 2237474"/>
              <a:gd name="connsiteX94" fmla="*/ 5007075 w 12192000"/>
              <a:gd name="connsiteY94" fmla="*/ 1838626 h 2237474"/>
              <a:gd name="connsiteX95" fmla="*/ 4944087 w 12192000"/>
              <a:gd name="connsiteY95" fmla="*/ 1823332 h 2237474"/>
              <a:gd name="connsiteX96" fmla="*/ 4907662 w 12192000"/>
              <a:gd name="connsiteY96" fmla="*/ 1816900 h 2237474"/>
              <a:gd name="connsiteX97" fmla="*/ 4882386 w 12192000"/>
              <a:gd name="connsiteY97" fmla="*/ 1809844 h 2237474"/>
              <a:gd name="connsiteX98" fmla="*/ 4811440 w 12192000"/>
              <a:gd name="connsiteY98" fmla="*/ 1804655 h 2237474"/>
              <a:gd name="connsiteX99" fmla="*/ 4691075 w 12192000"/>
              <a:gd name="connsiteY99" fmla="*/ 1801389 h 2237474"/>
              <a:gd name="connsiteX100" fmla="*/ 4611738 w 12192000"/>
              <a:gd name="connsiteY100" fmla="*/ 1776964 h 2237474"/>
              <a:gd name="connsiteX101" fmla="*/ 4560070 w 12192000"/>
              <a:gd name="connsiteY101" fmla="*/ 1785640 h 2237474"/>
              <a:gd name="connsiteX102" fmla="*/ 4536503 w 12192000"/>
              <a:gd name="connsiteY102" fmla="*/ 1785334 h 2237474"/>
              <a:gd name="connsiteX103" fmla="*/ 4513724 w 12192000"/>
              <a:gd name="connsiteY103" fmla="*/ 1791996 h 2237474"/>
              <a:gd name="connsiteX104" fmla="*/ 4459810 w 12192000"/>
              <a:gd name="connsiteY104" fmla="*/ 1797886 h 2237474"/>
              <a:gd name="connsiteX105" fmla="*/ 4379064 w 12192000"/>
              <a:gd name="connsiteY105" fmla="*/ 1817177 h 2237474"/>
              <a:gd name="connsiteX106" fmla="*/ 4319209 w 12192000"/>
              <a:gd name="connsiteY106" fmla="*/ 1834833 h 2237474"/>
              <a:gd name="connsiteX107" fmla="*/ 4290981 w 12192000"/>
              <a:gd name="connsiteY107" fmla="*/ 1839677 h 2237474"/>
              <a:gd name="connsiteX108" fmla="*/ 4285792 w 12192000"/>
              <a:gd name="connsiteY108" fmla="*/ 1836231 h 2237474"/>
              <a:gd name="connsiteX109" fmla="*/ 4238372 w 12192000"/>
              <a:gd name="connsiteY109" fmla="*/ 1851480 h 2237474"/>
              <a:gd name="connsiteX110" fmla="*/ 4232517 w 12192000"/>
              <a:gd name="connsiteY110" fmla="*/ 1852567 h 2237474"/>
              <a:gd name="connsiteX111" fmla="*/ 4191732 w 12192000"/>
              <a:gd name="connsiteY111" fmla="*/ 1857328 h 2237474"/>
              <a:gd name="connsiteX112" fmla="*/ 4065532 w 12192000"/>
              <a:gd name="connsiteY112" fmla="*/ 1855477 h 2237474"/>
              <a:gd name="connsiteX113" fmla="*/ 4028460 w 12192000"/>
              <a:gd name="connsiteY113" fmla="*/ 1855137 h 2237474"/>
              <a:gd name="connsiteX114" fmla="*/ 4002267 w 12192000"/>
              <a:gd name="connsiteY114" fmla="*/ 1852352 h 2237474"/>
              <a:gd name="connsiteX115" fmla="*/ 3931396 w 12192000"/>
              <a:gd name="connsiteY115" fmla="*/ 1858915 h 2237474"/>
              <a:gd name="connsiteX116" fmla="*/ 3812162 w 12192000"/>
              <a:gd name="connsiteY116" fmla="*/ 1875501 h 2237474"/>
              <a:gd name="connsiteX117" fmla="*/ 3729530 w 12192000"/>
              <a:gd name="connsiteY117" fmla="*/ 1864513 h 2237474"/>
              <a:gd name="connsiteX118" fmla="*/ 3680177 w 12192000"/>
              <a:gd name="connsiteY118" fmla="*/ 1881552 h 2237474"/>
              <a:gd name="connsiteX119" fmla="*/ 3567259 w 12192000"/>
              <a:gd name="connsiteY119" fmla="*/ 1893482 h 2237474"/>
              <a:gd name="connsiteX120" fmla="*/ 3405770 w 12192000"/>
              <a:gd name="connsiteY120" fmla="*/ 1904591 h 2237474"/>
              <a:gd name="connsiteX121" fmla="*/ 3280097 w 12192000"/>
              <a:gd name="connsiteY121" fmla="*/ 1919610 h 2237474"/>
              <a:gd name="connsiteX122" fmla="*/ 3123424 w 12192000"/>
              <a:gd name="connsiteY122" fmla="*/ 1952930 h 2237474"/>
              <a:gd name="connsiteX123" fmla="*/ 3009910 w 12192000"/>
              <a:gd name="connsiteY123" fmla="*/ 1957866 h 2237474"/>
              <a:gd name="connsiteX124" fmla="*/ 2995934 w 12192000"/>
              <a:gd name="connsiteY124" fmla="*/ 1967085 h 2237474"/>
              <a:gd name="connsiteX125" fmla="*/ 2980071 w 12192000"/>
              <a:gd name="connsiteY125" fmla="*/ 1972988 h 2237474"/>
              <a:gd name="connsiteX126" fmla="*/ 2978094 w 12192000"/>
              <a:gd name="connsiteY126" fmla="*/ 1972369 h 2237474"/>
              <a:gd name="connsiteX127" fmla="*/ 2942858 w 12192000"/>
              <a:gd name="connsiteY127" fmla="*/ 1981367 h 2237474"/>
              <a:gd name="connsiteX128" fmla="*/ 2875436 w 12192000"/>
              <a:gd name="connsiteY128" fmla="*/ 1996977 h 2237474"/>
              <a:gd name="connsiteX129" fmla="*/ 2874892 w 12192000"/>
              <a:gd name="connsiteY129" fmla="*/ 1996085 h 2237474"/>
              <a:gd name="connsiteX130" fmla="*/ 2864145 w 12192000"/>
              <a:gd name="connsiteY130" fmla="*/ 1994061 h 2237474"/>
              <a:gd name="connsiteX131" fmla="*/ 2843662 w 12192000"/>
              <a:gd name="connsiteY131" fmla="*/ 1992498 h 2237474"/>
              <a:gd name="connsiteX132" fmla="*/ 2796128 w 12192000"/>
              <a:gd name="connsiteY132" fmla="*/ 1976403 h 2237474"/>
              <a:gd name="connsiteX133" fmla="*/ 2756784 w 12192000"/>
              <a:gd name="connsiteY133" fmla="*/ 1985116 h 2237474"/>
              <a:gd name="connsiteX134" fmla="*/ 2748833 w 12192000"/>
              <a:gd name="connsiteY134" fmla="*/ 1986323 h 2237474"/>
              <a:gd name="connsiteX135" fmla="*/ 2748661 w 12192000"/>
              <a:gd name="connsiteY135" fmla="*/ 1986122 h 2237474"/>
              <a:gd name="connsiteX136" fmla="*/ 2740251 w 12192000"/>
              <a:gd name="connsiteY136" fmla="*/ 1986946 h 2237474"/>
              <a:gd name="connsiteX137" fmla="*/ 2718916 w 12192000"/>
              <a:gd name="connsiteY137" fmla="*/ 1990867 h 2237474"/>
              <a:gd name="connsiteX138" fmla="*/ 2713522 w 12192000"/>
              <a:gd name="connsiteY138" fmla="*/ 1990173 h 2237474"/>
              <a:gd name="connsiteX139" fmla="*/ 2680597 w 12192000"/>
              <a:gd name="connsiteY139" fmla="*/ 1984996 h 2237474"/>
              <a:gd name="connsiteX140" fmla="*/ 2578178 w 12192000"/>
              <a:gd name="connsiteY140" fmla="*/ 1990531 h 2237474"/>
              <a:gd name="connsiteX141" fmla="*/ 2476147 w 12192000"/>
              <a:gd name="connsiteY141" fmla="*/ 1998305 h 2237474"/>
              <a:gd name="connsiteX142" fmla="*/ 2373568 w 12192000"/>
              <a:gd name="connsiteY142" fmla="*/ 2003219 h 2237474"/>
              <a:gd name="connsiteX143" fmla="*/ 2321399 w 12192000"/>
              <a:gd name="connsiteY143" fmla="*/ 1989467 h 2237474"/>
              <a:gd name="connsiteX144" fmla="*/ 2315525 w 12192000"/>
              <a:gd name="connsiteY144" fmla="*/ 1989708 h 2237474"/>
              <a:gd name="connsiteX145" fmla="*/ 2300792 w 12192000"/>
              <a:gd name="connsiteY145" fmla="*/ 1994290 h 2237474"/>
              <a:gd name="connsiteX146" fmla="*/ 2295469 w 12192000"/>
              <a:gd name="connsiteY146" fmla="*/ 1996659 h 2237474"/>
              <a:gd name="connsiteX147" fmla="*/ 2287219 w 12192000"/>
              <a:gd name="connsiteY147" fmla="*/ 1998750 h 2237474"/>
              <a:gd name="connsiteX148" fmla="*/ 2286948 w 12192000"/>
              <a:gd name="connsiteY148" fmla="*/ 1998596 h 2237474"/>
              <a:gd name="connsiteX149" fmla="*/ 2243069 w 12192000"/>
              <a:gd name="connsiteY149" fmla="*/ 2015111 h 2237474"/>
              <a:gd name="connsiteX150" fmla="*/ 2186609 w 12192000"/>
              <a:gd name="connsiteY150" fmla="*/ 2008263 h 2237474"/>
              <a:gd name="connsiteX151" fmla="*/ 2164831 w 12192000"/>
              <a:gd name="connsiteY151" fmla="*/ 2010143 h 2237474"/>
              <a:gd name="connsiteX152" fmla="*/ 2152836 w 12192000"/>
              <a:gd name="connsiteY152" fmla="*/ 2010048 h 2237474"/>
              <a:gd name="connsiteX153" fmla="*/ 2117102 w 12192000"/>
              <a:gd name="connsiteY153" fmla="*/ 2023004 h 2237474"/>
              <a:gd name="connsiteX154" fmla="*/ 2111935 w 12192000"/>
              <a:gd name="connsiteY154" fmla="*/ 2023163 h 2237474"/>
              <a:gd name="connsiteX155" fmla="*/ 2089991 w 12192000"/>
              <a:gd name="connsiteY155" fmla="*/ 2034193 h 2237474"/>
              <a:gd name="connsiteX156" fmla="*/ 2058061 w 12192000"/>
              <a:gd name="connsiteY156" fmla="*/ 2047942 h 2237474"/>
              <a:gd name="connsiteX157" fmla="*/ 2055737 w 12192000"/>
              <a:gd name="connsiteY157" fmla="*/ 2047704 h 2237474"/>
              <a:gd name="connsiteX158" fmla="*/ 2042244 w 12192000"/>
              <a:gd name="connsiteY158" fmla="*/ 2055560 h 2237474"/>
              <a:gd name="connsiteX159" fmla="*/ 1976224 w 12192000"/>
              <a:gd name="connsiteY159" fmla="*/ 2074257 h 2237474"/>
              <a:gd name="connsiteX160" fmla="*/ 1877728 w 12192000"/>
              <a:gd name="connsiteY160" fmla="*/ 2101004 h 2237474"/>
              <a:gd name="connsiteX161" fmla="*/ 1759056 w 12192000"/>
              <a:gd name="connsiteY161" fmla="*/ 2125608 h 2237474"/>
              <a:gd name="connsiteX162" fmla="*/ 1637948 w 12192000"/>
              <a:gd name="connsiteY162" fmla="*/ 2172597 h 2237474"/>
              <a:gd name="connsiteX163" fmla="*/ 1434549 w 12192000"/>
              <a:gd name="connsiteY163" fmla="*/ 2234522 h 2237474"/>
              <a:gd name="connsiteX164" fmla="*/ 1398481 w 12192000"/>
              <a:gd name="connsiteY164" fmla="*/ 2237074 h 2237474"/>
              <a:gd name="connsiteX165" fmla="*/ 1398407 w 12192000"/>
              <a:gd name="connsiteY165" fmla="*/ 2237095 h 2237474"/>
              <a:gd name="connsiteX166" fmla="*/ 1370962 w 12192000"/>
              <a:gd name="connsiteY166" fmla="*/ 2237474 h 2237474"/>
              <a:gd name="connsiteX167" fmla="*/ 1356367 w 12192000"/>
              <a:gd name="connsiteY167" fmla="*/ 2235089 h 2237474"/>
              <a:gd name="connsiteX168" fmla="*/ 1324828 w 12192000"/>
              <a:gd name="connsiteY168" fmla="*/ 2231968 h 2237474"/>
              <a:gd name="connsiteX169" fmla="*/ 1297744 w 12192000"/>
              <a:gd name="connsiteY169" fmla="*/ 2235849 h 2237474"/>
              <a:gd name="connsiteX170" fmla="*/ 1286236 w 12192000"/>
              <a:gd name="connsiteY170" fmla="*/ 2233135 h 2237474"/>
              <a:gd name="connsiteX171" fmla="*/ 1283504 w 12192000"/>
              <a:gd name="connsiteY171" fmla="*/ 2233797 h 2237474"/>
              <a:gd name="connsiteX172" fmla="*/ 1279765 w 12192000"/>
              <a:gd name="connsiteY172" fmla="*/ 2229639 h 2237474"/>
              <a:gd name="connsiteX173" fmla="*/ 1195347 w 12192000"/>
              <a:gd name="connsiteY173" fmla="*/ 2212354 h 2237474"/>
              <a:gd name="connsiteX174" fmla="*/ 970251 w 12192000"/>
              <a:gd name="connsiteY174" fmla="*/ 2221029 h 2237474"/>
              <a:gd name="connsiteX175" fmla="*/ 812914 w 12192000"/>
              <a:gd name="connsiteY175" fmla="*/ 2202752 h 2237474"/>
              <a:gd name="connsiteX176" fmla="*/ 800195 w 12192000"/>
              <a:gd name="connsiteY176" fmla="*/ 2209407 h 2237474"/>
              <a:gd name="connsiteX177" fmla="*/ 784978 w 12192000"/>
              <a:gd name="connsiteY177" fmla="*/ 2212360 h 2237474"/>
              <a:gd name="connsiteX178" fmla="*/ 681987 w 12192000"/>
              <a:gd name="connsiteY178" fmla="*/ 2216757 h 2237474"/>
              <a:gd name="connsiteX179" fmla="*/ 669923 w 12192000"/>
              <a:gd name="connsiteY179" fmla="*/ 2211682 h 2237474"/>
              <a:gd name="connsiteX180" fmla="*/ 648680 w 12192000"/>
              <a:gd name="connsiteY180" fmla="*/ 2206229 h 2237474"/>
              <a:gd name="connsiteX181" fmla="*/ 597225 w 12192000"/>
              <a:gd name="connsiteY181" fmla="*/ 2180999 h 2237474"/>
              <a:gd name="connsiteX182" fmla="*/ 558449 w 12192000"/>
              <a:gd name="connsiteY182" fmla="*/ 2182346 h 2237474"/>
              <a:gd name="connsiteX183" fmla="*/ 550517 w 12192000"/>
              <a:gd name="connsiteY183" fmla="*/ 2182060 h 2237474"/>
              <a:gd name="connsiteX184" fmla="*/ 550309 w 12192000"/>
              <a:gd name="connsiteY184" fmla="*/ 2181825 h 2237474"/>
              <a:gd name="connsiteX185" fmla="*/ 541836 w 12192000"/>
              <a:gd name="connsiteY185" fmla="*/ 2181063 h 2237474"/>
              <a:gd name="connsiteX186" fmla="*/ 536057 w 12192000"/>
              <a:gd name="connsiteY186" fmla="*/ 2181537 h 2237474"/>
              <a:gd name="connsiteX187" fmla="*/ 520671 w 12192000"/>
              <a:gd name="connsiteY187" fmla="*/ 2180980 h 2237474"/>
              <a:gd name="connsiteX188" fmla="*/ 515024 w 12192000"/>
              <a:gd name="connsiteY188" fmla="*/ 2179258 h 2237474"/>
              <a:gd name="connsiteX189" fmla="*/ 512278 w 12192000"/>
              <a:gd name="connsiteY189" fmla="*/ 2176369 h 2237474"/>
              <a:gd name="connsiteX190" fmla="*/ 480419 w 12192000"/>
              <a:gd name="connsiteY190" fmla="*/ 2167807 h 2237474"/>
              <a:gd name="connsiteX191" fmla="*/ 413835 w 12192000"/>
              <a:gd name="connsiteY191" fmla="*/ 2156783 h 2237474"/>
              <a:gd name="connsiteX192" fmla="*/ 376513 w 12192000"/>
              <a:gd name="connsiteY192" fmla="*/ 2154014 h 2237474"/>
              <a:gd name="connsiteX193" fmla="*/ 273386 w 12192000"/>
              <a:gd name="connsiteY193" fmla="*/ 2142551 h 2237474"/>
              <a:gd name="connsiteX194" fmla="*/ 169207 w 12192000"/>
              <a:gd name="connsiteY194" fmla="*/ 2128100 h 2237474"/>
              <a:gd name="connsiteX195" fmla="*/ 93149 w 12192000"/>
              <a:gd name="connsiteY195" fmla="*/ 2105324 h 2237474"/>
              <a:gd name="connsiteX196" fmla="*/ 88109 w 12192000"/>
              <a:gd name="connsiteY196" fmla="*/ 2106704 h 2237474"/>
              <a:gd name="connsiteX197" fmla="*/ 80022 w 12192000"/>
              <a:gd name="connsiteY197" fmla="*/ 2107254 h 2237474"/>
              <a:gd name="connsiteX198" fmla="*/ 79717 w 12192000"/>
              <a:gd name="connsiteY198" fmla="*/ 2107046 h 2237474"/>
              <a:gd name="connsiteX199" fmla="*/ 72352 w 12192000"/>
              <a:gd name="connsiteY199" fmla="*/ 2107991 h 2237474"/>
              <a:gd name="connsiteX200" fmla="*/ 37645 w 12192000"/>
              <a:gd name="connsiteY200" fmla="*/ 2115401 h 2237474"/>
              <a:gd name="connsiteX201" fmla="*/ 4572 w 12192000"/>
              <a:gd name="connsiteY201" fmla="*/ 2111091 h 2237474"/>
              <a:gd name="connsiteX202" fmla="*/ 0 w 12192000"/>
              <a:gd name="connsiteY202" fmla="*/ 2110468 h 2237474"/>
              <a:gd name="connsiteX203" fmla="*/ 0 w 12192000"/>
              <a:gd name="connsiteY20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350380 w 12192000"/>
              <a:gd name="connsiteY86" fmla="*/ 1830891 h 2237474"/>
              <a:gd name="connsiteX87" fmla="*/ 5259633 w 12192000"/>
              <a:gd name="connsiteY87" fmla="*/ 1837160 h 2237474"/>
              <a:gd name="connsiteX88" fmla="*/ 5197513 w 12192000"/>
              <a:gd name="connsiteY88" fmla="*/ 1844718 h 2237474"/>
              <a:gd name="connsiteX89" fmla="*/ 5168852 w 12192000"/>
              <a:gd name="connsiteY89" fmla="*/ 1844846 h 2237474"/>
              <a:gd name="connsiteX90" fmla="*/ 5114927 w 12192000"/>
              <a:gd name="connsiteY90" fmla="*/ 1847827 h 2237474"/>
              <a:gd name="connsiteX91" fmla="*/ 5108970 w 12192000"/>
              <a:gd name="connsiteY91" fmla="*/ 1847935 h 2237474"/>
              <a:gd name="connsiteX92" fmla="*/ 5067961 w 12192000"/>
              <a:gd name="connsiteY92" fmla="*/ 1845917 h 2237474"/>
              <a:gd name="connsiteX93" fmla="*/ 5007075 w 12192000"/>
              <a:gd name="connsiteY93" fmla="*/ 1838626 h 2237474"/>
              <a:gd name="connsiteX94" fmla="*/ 4944087 w 12192000"/>
              <a:gd name="connsiteY94" fmla="*/ 1823332 h 2237474"/>
              <a:gd name="connsiteX95" fmla="*/ 4907662 w 12192000"/>
              <a:gd name="connsiteY95" fmla="*/ 1816900 h 2237474"/>
              <a:gd name="connsiteX96" fmla="*/ 4882386 w 12192000"/>
              <a:gd name="connsiteY96" fmla="*/ 1809844 h 2237474"/>
              <a:gd name="connsiteX97" fmla="*/ 4811440 w 12192000"/>
              <a:gd name="connsiteY97" fmla="*/ 1804655 h 2237474"/>
              <a:gd name="connsiteX98" fmla="*/ 4691075 w 12192000"/>
              <a:gd name="connsiteY98" fmla="*/ 1801389 h 2237474"/>
              <a:gd name="connsiteX99" fmla="*/ 4611738 w 12192000"/>
              <a:gd name="connsiteY99" fmla="*/ 1776964 h 2237474"/>
              <a:gd name="connsiteX100" fmla="*/ 4560070 w 12192000"/>
              <a:gd name="connsiteY100" fmla="*/ 1785640 h 2237474"/>
              <a:gd name="connsiteX101" fmla="*/ 4536503 w 12192000"/>
              <a:gd name="connsiteY101" fmla="*/ 1785334 h 2237474"/>
              <a:gd name="connsiteX102" fmla="*/ 4513724 w 12192000"/>
              <a:gd name="connsiteY102" fmla="*/ 1791996 h 2237474"/>
              <a:gd name="connsiteX103" fmla="*/ 4459810 w 12192000"/>
              <a:gd name="connsiteY103" fmla="*/ 1797886 h 2237474"/>
              <a:gd name="connsiteX104" fmla="*/ 4379064 w 12192000"/>
              <a:gd name="connsiteY104" fmla="*/ 1817177 h 2237474"/>
              <a:gd name="connsiteX105" fmla="*/ 4319209 w 12192000"/>
              <a:gd name="connsiteY105" fmla="*/ 1834833 h 2237474"/>
              <a:gd name="connsiteX106" fmla="*/ 4290981 w 12192000"/>
              <a:gd name="connsiteY106" fmla="*/ 1839677 h 2237474"/>
              <a:gd name="connsiteX107" fmla="*/ 4285792 w 12192000"/>
              <a:gd name="connsiteY107" fmla="*/ 1836231 h 2237474"/>
              <a:gd name="connsiteX108" fmla="*/ 4238372 w 12192000"/>
              <a:gd name="connsiteY108" fmla="*/ 1851480 h 2237474"/>
              <a:gd name="connsiteX109" fmla="*/ 4232517 w 12192000"/>
              <a:gd name="connsiteY109" fmla="*/ 1852567 h 2237474"/>
              <a:gd name="connsiteX110" fmla="*/ 4191732 w 12192000"/>
              <a:gd name="connsiteY110" fmla="*/ 1857328 h 2237474"/>
              <a:gd name="connsiteX111" fmla="*/ 4065532 w 12192000"/>
              <a:gd name="connsiteY111" fmla="*/ 1855477 h 2237474"/>
              <a:gd name="connsiteX112" fmla="*/ 4028460 w 12192000"/>
              <a:gd name="connsiteY112" fmla="*/ 1855137 h 2237474"/>
              <a:gd name="connsiteX113" fmla="*/ 4002267 w 12192000"/>
              <a:gd name="connsiteY113" fmla="*/ 1852352 h 2237474"/>
              <a:gd name="connsiteX114" fmla="*/ 3931396 w 12192000"/>
              <a:gd name="connsiteY114" fmla="*/ 1858915 h 2237474"/>
              <a:gd name="connsiteX115" fmla="*/ 3812162 w 12192000"/>
              <a:gd name="connsiteY115" fmla="*/ 1875501 h 2237474"/>
              <a:gd name="connsiteX116" fmla="*/ 3729530 w 12192000"/>
              <a:gd name="connsiteY116" fmla="*/ 1864513 h 2237474"/>
              <a:gd name="connsiteX117" fmla="*/ 3680177 w 12192000"/>
              <a:gd name="connsiteY117" fmla="*/ 1881552 h 2237474"/>
              <a:gd name="connsiteX118" fmla="*/ 3567259 w 12192000"/>
              <a:gd name="connsiteY118" fmla="*/ 1893482 h 2237474"/>
              <a:gd name="connsiteX119" fmla="*/ 3405770 w 12192000"/>
              <a:gd name="connsiteY119" fmla="*/ 1904591 h 2237474"/>
              <a:gd name="connsiteX120" fmla="*/ 3280097 w 12192000"/>
              <a:gd name="connsiteY120" fmla="*/ 1919610 h 2237474"/>
              <a:gd name="connsiteX121" fmla="*/ 3123424 w 12192000"/>
              <a:gd name="connsiteY121" fmla="*/ 1952930 h 2237474"/>
              <a:gd name="connsiteX122" fmla="*/ 3009910 w 12192000"/>
              <a:gd name="connsiteY122" fmla="*/ 1957866 h 2237474"/>
              <a:gd name="connsiteX123" fmla="*/ 2995934 w 12192000"/>
              <a:gd name="connsiteY123" fmla="*/ 1967085 h 2237474"/>
              <a:gd name="connsiteX124" fmla="*/ 2980071 w 12192000"/>
              <a:gd name="connsiteY124" fmla="*/ 1972988 h 2237474"/>
              <a:gd name="connsiteX125" fmla="*/ 2978094 w 12192000"/>
              <a:gd name="connsiteY125" fmla="*/ 1972369 h 2237474"/>
              <a:gd name="connsiteX126" fmla="*/ 2942858 w 12192000"/>
              <a:gd name="connsiteY126" fmla="*/ 1981367 h 2237474"/>
              <a:gd name="connsiteX127" fmla="*/ 2875436 w 12192000"/>
              <a:gd name="connsiteY127" fmla="*/ 1996977 h 2237474"/>
              <a:gd name="connsiteX128" fmla="*/ 2874892 w 12192000"/>
              <a:gd name="connsiteY128" fmla="*/ 1996085 h 2237474"/>
              <a:gd name="connsiteX129" fmla="*/ 2864145 w 12192000"/>
              <a:gd name="connsiteY129" fmla="*/ 1994061 h 2237474"/>
              <a:gd name="connsiteX130" fmla="*/ 2843662 w 12192000"/>
              <a:gd name="connsiteY130" fmla="*/ 1992498 h 2237474"/>
              <a:gd name="connsiteX131" fmla="*/ 2796128 w 12192000"/>
              <a:gd name="connsiteY131" fmla="*/ 1976403 h 2237474"/>
              <a:gd name="connsiteX132" fmla="*/ 2756784 w 12192000"/>
              <a:gd name="connsiteY132" fmla="*/ 1985116 h 2237474"/>
              <a:gd name="connsiteX133" fmla="*/ 2748833 w 12192000"/>
              <a:gd name="connsiteY133" fmla="*/ 1986323 h 2237474"/>
              <a:gd name="connsiteX134" fmla="*/ 2748661 w 12192000"/>
              <a:gd name="connsiteY134" fmla="*/ 1986122 h 2237474"/>
              <a:gd name="connsiteX135" fmla="*/ 2740251 w 12192000"/>
              <a:gd name="connsiteY135" fmla="*/ 1986946 h 2237474"/>
              <a:gd name="connsiteX136" fmla="*/ 2718916 w 12192000"/>
              <a:gd name="connsiteY136" fmla="*/ 1990867 h 2237474"/>
              <a:gd name="connsiteX137" fmla="*/ 2713522 w 12192000"/>
              <a:gd name="connsiteY137" fmla="*/ 1990173 h 2237474"/>
              <a:gd name="connsiteX138" fmla="*/ 2680597 w 12192000"/>
              <a:gd name="connsiteY138" fmla="*/ 1984996 h 2237474"/>
              <a:gd name="connsiteX139" fmla="*/ 2578178 w 12192000"/>
              <a:gd name="connsiteY139" fmla="*/ 1990531 h 2237474"/>
              <a:gd name="connsiteX140" fmla="*/ 2476147 w 12192000"/>
              <a:gd name="connsiteY140" fmla="*/ 1998305 h 2237474"/>
              <a:gd name="connsiteX141" fmla="*/ 2373568 w 12192000"/>
              <a:gd name="connsiteY141" fmla="*/ 2003219 h 2237474"/>
              <a:gd name="connsiteX142" fmla="*/ 2321399 w 12192000"/>
              <a:gd name="connsiteY142" fmla="*/ 1989467 h 2237474"/>
              <a:gd name="connsiteX143" fmla="*/ 2315525 w 12192000"/>
              <a:gd name="connsiteY143" fmla="*/ 1989708 h 2237474"/>
              <a:gd name="connsiteX144" fmla="*/ 2300792 w 12192000"/>
              <a:gd name="connsiteY144" fmla="*/ 1994290 h 2237474"/>
              <a:gd name="connsiteX145" fmla="*/ 2295469 w 12192000"/>
              <a:gd name="connsiteY145" fmla="*/ 1996659 h 2237474"/>
              <a:gd name="connsiteX146" fmla="*/ 2287219 w 12192000"/>
              <a:gd name="connsiteY146" fmla="*/ 1998750 h 2237474"/>
              <a:gd name="connsiteX147" fmla="*/ 2286948 w 12192000"/>
              <a:gd name="connsiteY147" fmla="*/ 1998596 h 2237474"/>
              <a:gd name="connsiteX148" fmla="*/ 2243069 w 12192000"/>
              <a:gd name="connsiteY148" fmla="*/ 2015111 h 2237474"/>
              <a:gd name="connsiteX149" fmla="*/ 2186609 w 12192000"/>
              <a:gd name="connsiteY149" fmla="*/ 2008263 h 2237474"/>
              <a:gd name="connsiteX150" fmla="*/ 2164831 w 12192000"/>
              <a:gd name="connsiteY150" fmla="*/ 2010143 h 2237474"/>
              <a:gd name="connsiteX151" fmla="*/ 2152836 w 12192000"/>
              <a:gd name="connsiteY151" fmla="*/ 2010048 h 2237474"/>
              <a:gd name="connsiteX152" fmla="*/ 2117102 w 12192000"/>
              <a:gd name="connsiteY152" fmla="*/ 2023004 h 2237474"/>
              <a:gd name="connsiteX153" fmla="*/ 2111935 w 12192000"/>
              <a:gd name="connsiteY153" fmla="*/ 2023163 h 2237474"/>
              <a:gd name="connsiteX154" fmla="*/ 2089991 w 12192000"/>
              <a:gd name="connsiteY154" fmla="*/ 2034193 h 2237474"/>
              <a:gd name="connsiteX155" fmla="*/ 2058061 w 12192000"/>
              <a:gd name="connsiteY155" fmla="*/ 2047942 h 2237474"/>
              <a:gd name="connsiteX156" fmla="*/ 2055737 w 12192000"/>
              <a:gd name="connsiteY156" fmla="*/ 2047704 h 2237474"/>
              <a:gd name="connsiteX157" fmla="*/ 2042244 w 12192000"/>
              <a:gd name="connsiteY157" fmla="*/ 2055560 h 2237474"/>
              <a:gd name="connsiteX158" fmla="*/ 1976224 w 12192000"/>
              <a:gd name="connsiteY158" fmla="*/ 2074257 h 2237474"/>
              <a:gd name="connsiteX159" fmla="*/ 1877728 w 12192000"/>
              <a:gd name="connsiteY159" fmla="*/ 2101004 h 2237474"/>
              <a:gd name="connsiteX160" fmla="*/ 1759056 w 12192000"/>
              <a:gd name="connsiteY160" fmla="*/ 2125608 h 2237474"/>
              <a:gd name="connsiteX161" fmla="*/ 1637948 w 12192000"/>
              <a:gd name="connsiteY161" fmla="*/ 2172597 h 2237474"/>
              <a:gd name="connsiteX162" fmla="*/ 1434549 w 12192000"/>
              <a:gd name="connsiteY162" fmla="*/ 2234522 h 2237474"/>
              <a:gd name="connsiteX163" fmla="*/ 1398481 w 12192000"/>
              <a:gd name="connsiteY163" fmla="*/ 2237074 h 2237474"/>
              <a:gd name="connsiteX164" fmla="*/ 1398407 w 12192000"/>
              <a:gd name="connsiteY164" fmla="*/ 2237095 h 2237474"/>
              <a:gd name="connsiteX165" fmla="*/ 1370962 w 12192000"/>
              <a:gd name="connsiteY165" fmla="*/ 2237474 h 2237474"/>
              <a:gd name="connsiteX166" fmla="*/ 1356367 w 12192000"/>
              <a:gd name="connsiteY166" fmla="*/ 2235089 h 2237474"/>
              <a:gd name="connsiteX167" fmla="*/ 1324828 w 12192000"/>
              <a:gd name="connsiteY167" fmla="*/ 2231968 h 2237474"/>
              <a:gd name="connsiteX168" fmla="*/ 1297744 w 12192000"/>
              <a:gd name="connsiteY168" fmla="*/ 2235849 h 2237474"/>
              <a:gd name="connsiteX169" fmla="*/ 1286236 w 12192000"/>
              <a:gd name="connsiteY169" fmla="*/ 2233135 h 2237474"/>
              <a:gd name="connsiteX170" fmla="*/ 1283504 w 12192000"/>
              <a:gd name="connsiteY170" fmla="*/ 2233797 h 2237474"/>
              <a:gd name="connsiteX171" fmla="*/ 1279765 w 12192000"/>
              <a:gd name="connsiteY171" fmla="*/ 2229639 h 2237474"/>
              <a:gd name="connsiteX172" fmla="*/ 1195347 w 12192000"/>
              <a:gd name="connsiteY172" fmla="*/ 2212354 h 2237474"/>
              <a:gd name="connsiteX173" fmla="*/ 970251 w 12192000"/>
              <a:gd name="connsiteY173" fmla="*/ 2221029 h 2237474"/>
              <a:gd name="connsiteX174" fmla="*/ 812914 w 12192000"/>
              <a:gd name="connsiteY174" fmla="*/ 2202752 h 2237474"/>
              <a:gd name="connsiteX175" fmla="*/ 800195 w 12192000"/>
              <a:gd name="connsiteY175" fmla="*/ 2209407 h 2237474"/>
              <a:gd name="connsiteX176" fmla="*/ 784978 w 12192000"/>
              <a:gd name="connsiteY176" fmla="*/ 2212360 h 2237474"/>
              <a:gd name="connsiteX177" fmla="*/ 681987 w 12192000"/>
              <a:gd name="connsiteY177" fmla="*/ 2216757 h 2237474"/>
              <a:gd name="connsiteX178" fmla="*/ 669923 w 12192000"/>
              <a:gd name="connsiteY178" fmla="*/ 2211682 h 2237474"/>
              <a:gd name="connsiteX179" fmla="*/ 648680 w 12192000"/>
              <a:gd name="connsiteY179" fmla="*/ 2206229 h 2237474"/>
              <a:gd name="connsiteX180" fmla="*/ 597225 w 12192000"/>
              <a:gd name="connsiteY180" fmla="*/ 2180999 h 2237474"/>
              <a:gd name="connsiteX181" fmla="*/ 558449 w 12192000"/>
              <a:gd name="connsiteY181" fmla="*/ 2182346 h 2237474"/>
              <a:gd name="connsiteX182" fmla="*/ 550517 w 12192000"/>
              <a:gd name="connsiteY182" fmla="*/ 2182060 h 2237474"/>
              <a:gd name="connsiteX183" fmla="*/ 550309 w 12192000"/>
              <a:gd name="connsiteY183" fmla="*/ 2181825 h 2237474"/>
              <a:gd name="connsiteX184" fmla="*/ 541836 w 12192000"/>
              <a:gd name="connsiteY184" fmla="*/ 2181063 h 2237474"/>
              <a:gd name="connsiteX185" fmla="*/ 536057 w 12192000"/>
              <a:gd name="connsiteY185" fmla="*/ 2181537 h 2237474"/>
              <a:gd name="connsiteX186" fmla="*/ 520671 w 12192000"/>
              <a:gd name="connsiteY186" fmla="*/ 2180980 h 2237474"/>
              <a:gd name="connsiteX187" fmla="*/ 515024 w 12192000"/>
              <a:gd name="connsiteY187" fmla="*/ 2179258 h 2237474"/>
              <a:gd name="connsiteX188" fmla="*/ 512278 w 12192000"/>
              <a:gd name="connsiteY188" fmla="*/ 2176369 h 2237474"/>
              <a:gd name="connsiteX189" fmla="*/ 480419 w 12192000"/>
              <a:gd name="connsiteY189" fmla="*/ 2167807 h 2237474"/>
              <a:gd name="connsiteX190" fmla="*/ 413835 w 12192000"/>
              <a:gd name="connsiteY190" fmla="*/ 2156783 h 2237474"/>
              <a:gd name="connsiteX191" fmla="*/ 376513 w 12192000"/>
              <a:gd name="connsiteY191" fmla="*/ 2154014 h 2237474"/>
              <a:gd name="connsiteX192" fmla="*/ 273386 w 12192000"/>
              <a:gd name="connsiteY192" fmla="*/ 2142551 h 2237474"/>
              <a:gd name="connsiteX193" fmla="*/ 169207 w 12192000"/>
              <a:gd name="connsiteY193" fmla="*/ 2128100 h 2237474"/>
              <a:gd name="connsiteX194" fmla="*/ 93149 w 12192000"/>
              <a:gd name="connsiteY194" fmla="*/ 2105324 h 2237474"/>
              <a:gd name="connsiteX195" fmla="*/ 88109 w 12192000"/>
              <a:gd name="connsiteY195" fmla="*/ 2106704 h 2237474"/>
              <a:gd name="connsiteX196" fmla="*/ 80022 w 12192000"/>
              <a:gd name="connsiteY196" fmla="*/ 2107254 h 2237474"/>
              <a:gd name="connsiteX197" fmla="*/ 79717 w 12192000"/>
              <a:gd name="connsiteY197" fmla="*/ 2107046 h 2237474"/>
              <a:gd name="connsiteX198" fmla="*/ 72352 w 12192000"/>
              <a:gd name="connsiteY198" fmla="*/ 2107991 h 2237474"/>
              <a:gd name="connsiteX199" fmla="*/ 37645 w 12192000"/>
              <a:gd name="connsiteY199" fmla="*/ 2115401 h 2237474"/>
              <a:gd name="connsiteX200" fmla="*/ 4572 w 12192000"/>
              <a:gd name="connsiteY200" fmla="*/ 2111091 h 2237474"/>
              <a:gd name="connsiteX201" fmla="*/ 0 w 12192000"/>
              <a:gd name="connsiteY201" fmla="*/ 2110468 h 2237474"/>
              <a:gd name="connsiteX202" fmla="*/ 0 w 12192000"/>
              <a:gd name="connsiteY20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350380 w 12192000"/>
              <a:gd name="connsiteY86" fmla="*/ 1830891 h 2237474"/>
              <a:gd name="connsiteX87" fmla="*/ 5259633 w 12192000"/>
              <a:gd name="connsiteY87" fmla="*/ 1837160 h 2237474"/>
              <a:gd name="connsiteX88" fmla="*/ 5197513 w 12192000"/>
              <a:gd name="connsiteY88" fmla="*/ 1844718 h 2237474"/>
              <a:gd name="connsiteX89" fmla="*/ 5168852 w 12192000"/>
              <a:gd name="connsiteY89" fmla="*/ 1844846 h 2237474"/>
              <a:gd name="connsiteX90" fmla="*/ 5114927 w 12192000"/>
              <a:gd name="connsiteY90" fmla="*/ 1847827 h 2237474"/>
              <a:gd name="connsiteX91" fmla="*/ 5108970 w 12192000"/>
              <a:gd name="connsiteY91" fmla="*/ 1847935 h 2237474"/>
              <a:gd name="connsiteX92" fmla="*/ 5067961 w 12192000"/>
              <a:gd name="connsiteY92" fmla="*/ 1845917 h 2237474"/>
              <a:gd name="connsiteX93" fmla="*/ 5007075 w 12192000"/>
              <a:gd name="connsiteY93" fmla="*/ 1838626 h 2237474"/>
              <a:gd name="connsiteX94" fmla="*/ 4944087 w 12192000"/>
              <a:gd name="connsiteY94" fmla="*/ 1823332 h 2237474"/>
              <a:gd name="connsiteX95" fmla="*/ 4907662 w 12192000"/>
              <a:gd name="connsiteY95" fmla="*/ 1816900 h 2237474"/>
              <a:gd name="connsiteX96" fmla="*/ 4882386 w 12192000"/>
              <a:gd name="connsiteY96" fmla="*/ 1809844 h 2237474"/>
              <a:gd name="connsiteX97" fmla="*/ 4811440 w 12192000"/>
              <a:gd name="connsiteY97" fmla="*/ 1804655 h 2237474"/>
              <a:gd name="connsiteX98" fmla="*/ 4691075 w 12192000"/>
              <a:gd name="connsiteY98" fmla="*/ 1801389 h 2237474"/>
              <a:gd name="connsiteX99" fmla="*/ 4611738 w 12192000"/>
              <a:gd name="connsiteY99" fmla="*/ 1776964 h 2237474"/>
              <a:gd name="connsiteX100" fmla="*/ 4560070 w 12192000"/>
              <a:gd name="connsiteY100" fmla="*/ 1785640 h 2237474"/>
              <a:gd name="connsiteX101" fmla="*/ 4536503 w 12192000"/>
              <a:gd name="connsiteY101" fmla="*/ 1785334 h 2237474"/>
              <a:gd name="connsiteX102" fmla="*/ 4513724 w 12192000"/>
              <a:gd name="connsiteY102" fmla="*/ 1791996 h 2237474"/>
              <a:gd name="connsiteX103" fmla="*/ 4459810 w 12192000"/>
              <a:gd name="connsiteY103" fmla="*/ 1797886 h 2237474"/>
              <a:gd name="connsiteX104" fmla="*/ 4379064 w 12192000"/>
              <a:gd name="connsiteY104" fmla="*/ 1817177 h 2237474"/>
              <a:gd name="connsiteX105" fmla="*/ 4319209 w 12192000"/>
              <a:gd name="connsiteY105" fmla="*/ 1834833 h 2237474"/>
              <a:gd name="connsiteX106" fmla="*/ 4290981 w 12192000"/>
              <a:gd name="connsiteY106" fmla="*/ 1839677 h 2237474"/>
              <a:gd name="connsiteX107" fmla="*/ 4285792 w 12192000"/>
              <a:gd name="connsiteY107" fmla="*/ 1836231 h 2237474"/>
              <a:gd name="connsiteX108" fmla="*/ 4238372 w 12192000"/>
              <a:gd name="connsiteY108" fmla="*/ 1851480 h 2237474"/>
              <a:gd name="connsiteX109" fmla="*/ 4232517 w 12192000"/>
              <a:gd name="connsiteY109" fmla="*/ 1852567 h 2237474"/>
              <a:gd name="connsiteX110" fmla="*/ 4191732 w 12192000"/>
              <a:gd name="connsiteY110" fmla="*/ 1857328 h 2237474"/>
              <a:gd name="connsiteX111" fmla="*/ 4065532 w 12192000"/>
              <a:gd name="connsiteY111" fmla="*/ 1855477 h 2237474"/>
              <a:gd name="connsiteX112" fmla="*/ 4028460 w 12192000"/>
              <a:gd name="connsiteY112" fmla="*/ 1855137 h 2237474"/>
              <a:gd name="connsiteX113" fmla="*/ 4002267 w 12192000"/>
              <a:gd name="connsiteY113" fmla="*/ 1852352 h 2237474"/>
              <a:gd name="connsiteX114" fmla="*/ 3931396 w 12192000"/>
              <a:gd name="connsiteY114" fmla="*/ 1858915 h 2237474"/>
              <a:gd name="connsiteX115" fmla="*/ 3812162 w 12192000"/>
              <a:gd name="connsiteY115" fmla="*/ 1875501 h 2237474"/>
              <a:gd name="connsiteX116" fmla="*/ 3729530 w 12192000"/>
              <a:gd name="connsiteY116" fmla="*/ 1864513 h 2237474"/>
              <a:gd name="connsiteX117" fmla="*/ 3680177 w 12192000"/>
              <a:gd name="connsiteY117" fmla="*/ 1881552 h 2237474"/>
              <a:gd name="connsiteX118" fmla="*/ 3567259 w 12192000"/>
              <a:gd name="connsiteY118" fmla="*/ 1893482 h 2237474"/>
              <a:gd name="connsiteX119" fmla="*/ 3405770 w 12192000"/>
              <a:gd name="connsiteY119" fmla="*/ 1904591 h 2237474"/>
              <a:gd name="connsiteX120" fmla="*/ 3280097 w 12192000"/>
              <a:gd name="connsiteY120" fmla="*/ 1919610 h 2237474"/>
              <a:gd name="connsiteX121" fmla="*/ 3123424 w 12192000"/>
              <a:gd name="connsiteY121" fmla="*/ 1952930 h 2237474"/>
              <a:gd name="connsiteX122" fmla="*/ 3009910 w 12192000"/>
              <a:gd name="connsiteY122" fmla="*/ 1957866 h 2237474"/>
              <a:gd name="connsiteX123" fmla="*/ 2995934 w 12192000"/>
              <a:gd name="connsiteY123" fmla="*/ 1967085 h 2237474"/>
              <a:gd name="connsiteX124" fmla="*/ 2980071 w 12192000"/>
              <a:gd name="connsiteY124" fmla="*/ 1972988 h 2237474"/>
              <a:gd name="connsiteX125" fmla="*/ 2978094 w 12192000"/>
              <a:gd name="connsiteY125" fmla="*/ 1972369 h 2237474"/>
              <a:gd name="connsiteX126" fmla="*/ 2942858 w 12192000"/>
              <a:gd name="connsiteY126" fmla="*/ 1981367 h 2237474"/>
              <a:gd name="connsiteX127" fmla="*/ 2875436 w 12192000"/>
              <a:gd name="connsiteY127" fmla="*/ 1996977 h 2237474"/>
              <a:gd name="connsiteX128" fmla="*/ 2874892 w 12192000"/>
              <a:gd name="connsiteY128" fmla="*/ 1996085 h 2237474"/>
              <a:gd name="connsiteX129" fmla="*/ 2864145 w 12192000"/>
              <a:gd name="connsiteY129" fmla="*/ 1994061 h 2237474"/>
              <a:gd name="connsiteX130" fmla="*/ 2843662 w 12192000"/>
              <a:gd name="connsiteY130" fmla="*/ 1992498 h 2237474"/>
              <a:gd name="connsiteX131" fmla="*/ 2796128 w 12192000"/>
              <a:gd name="connsiteY131" fmla="*/ 1976403 h 2237474"/>
              <a:gd name="connsiteX132" fmla="*/ 2756784 w 12192000"/>
              <a:gd name="connsiteY132" fmla="*/ 1985116 h 2237474"/>
              <a:gd name="connsiteX133" fmla="*/ 2748833 w 12192000"/>
              <a:gd name="connsiteY133" fmla="*/ 1986323 h 2237474"/>
              <a:gd name="connsiteX134" fmla="*/ 2748661 w 12192000"/>
              <a:gd name="connsiteY134" fmla="*/ 1986122 h 2237474"/>
              <a:gd name="connsiteX135" fmla="*/ 2740251 w 12192000"/>
              <a:gd name="connsiteY135" fmla="*/ 1986946 h 2237474"/>
              <a:gd name="connsiteX136" fmla="*/ 2718916 w 12192000"/>
              <a:gd name="connsiteY136" fmla="*/ 1990867 h 2237474"/>
              <a:gd name="connsiteX137" fmla="*/ 2713522 w 12192000"/>
              <a:gd name="connsiteY137" fmla="*/ 1990173 h 2237474"/>
              <a:gd name="connsiteX138" fmla="*/ 2680597 w 12192000"/>
              <a:gd name="connsiteY138" fmla="*/ 1984996 h 2237474"/>
              <a:gd name="connsiteX139" fmla="*/ 2578178 w 12192000"/>
              <a:gd name="connsiteY139" fmla="*/ 1990531 h 2237474"/>
              <a:gd name="connsiteX140" fmla="*/ 2476147 w 12192000"/>
              <a:gd name="connsiteY140" fmla="*/ 1998305 h 2237474"/>
              <a:gd name="connsiteX141" fmla="*/ 2373568 w 12192000"/>
              <a:gd name="connsiteY141" fmla="*/ 2003219 h 2237474"/>
              <a:gd name="connsiteX142" fmla="*/ 2321399 w 12192000"/>
              <a:gd name="connsiteY142" fmla="*/ 1989467 h 2237474"/>
              <a:gd name="connsiteX143" fmla="*/ 2315525 w 12192000"/>
              <a:gd name="connsiteY143" fmla="*/ 1989708 h 2237474"/>
              <a:gd name="connsiteX144" fmla="*/ 2300792 w 12192000"/>
              <a:gd name="connsiteY144" fmla="*/ 1994290 h 2237474"/>
              <a:gd name="connsiteX145" fmla="*/ 2295469 w 12192000"/>
              <a:gd name="connsiteY145" fmla="*/ 1996659 h 2237474"/>
              <a:gd name="connsiteX146" fmla="*/ 2287219 w 12192000"/>
              <a:gd name="connsiteY146" fmla="*/ 1998750 h 2237474"/>
              <a:gd name="connsiteX147" fmla="*/ 2286948 w 12192000"/>
              <a:gd name="connsiteY147" fmla="*/ 1998596 h 2237474"/>
              <a:gd name="connsiteX148" fmla="*/ 2243069 w 12192000"/>
              <a:gd name="connsiteY148" fmla="*/ 2015111 h 2237474"/>
              <a:gd name="connsiteX149" fmla="*/ 2186609 w 12192000"/>
              <a:gd name="connsiteY149" fmla="*/ 2008263 h 2237474"/>
              <a:gd name="connsiteX150" fmla="*/ 2164831 w 12192000"/>
              <a:gd name="connsiteY150" fmla="*/ 2010143 h 2237474"/>
              <a:gd name="connsiteX151" fmla="*/ 2152836 w 12192000"/>
              <a:gd name="connsiteY151" fmla="*/ 2010048 h 2237474"/>
              <a:gd name="connsiteX152" fmla="*/ 2117102 w 12192000"/>
              <a:gd name="connsiteY152" fmla="*/ 2023004 h 2237474"/>
              <a:gd name="connsiteX153" fmla="*/ 2111935 w 12192000"/>
              <a:gd name="connsiteY153" fmla="*/ 2023163 h 2237474"/>
              <a:gd name="connsiteX154" fmla="*/ 2089991 w 12192000"/>
              <a:gd name="connsiteY154" fmla="*/ 2034193 h 2237474"/>
              <a:gd name="connsiteX155" fmla="*/ 2058061 w 12192000"/>
              <a:gd name="connsiteY155" fmla="*/ 2047942 h 2237474"/>
              <a:gd name="connsiteX156" fmla="*/ 2055737 w 12192000"/>
              <a:gd name="connsiteY156" fmla="*/ 2047704 h 2237474"/>
              <a:gd name="connsiteX157" fmla="*/ 2042244 w 12192000"/>
              <a:gd name="connsiteY157" fmla="*/ 2055560 h 2237474"/>
              <a:gd name="connsiteX158" fmla="*/ 1976224 w 12192000"/>
              <a:gd name="connsiteY158" fmla="*/ 2074257 h 2237474"/>
              <a:gd name="connsiteX159" fmla="*/ 1877728 w 12192000"/>
              <a:gd name="connsiteY159" fmla="*/ 2101004 h 2237474"/>
              <a:gd name="connsiteX160" fmla="*/ 1759056 w 12192000"/>
              <a:gd name="connsiteY160" fmla="*/ 2125608 h 2237474"/>
              <a:gd name="connsiteX161" fmla="*/ 1637948 w 12192000"/>
              <a:gd name="connsiteY161" fmla="*/ 2172597 h 2237474"/>
              <a:gd name="connsiteX162" fmla="*/ 1434549 w 12192000"/>
              <a:gd name="connsiteY162" fmla="*/ 2234522 h 2237474"/>
              <a:gd name="connsiteX163" fmla="*/ 1398481 w 12192000"/>
              <a:gd name="connsiteY163" fmla="*/ 2237074 h 2237474"/>
              <a:gd name="connsiteX164" fmla="*/ 1398407 w 12192000"/>
              <a:gd name="connsiteY164" fmla="*/ 2237095 h 2237474"/>
              <a:gd name="connsiteX165" fmla="*/ 1370962 w 12192000"/>
              <a:gd name="connsiteY165" fmla="*/ 2237474 h 2237474"/>
              <a:gd name="connsiteX166" fmla="*/ 1356367 w 12192000"/>
              <a:gd name="connsiteY166" fmla="*/ 2235089 h 2237474"/>
              <a:gd name="connsiteX167" fmla="*/ 1324828 w 12192000"/>
              <a:gd name="connsiteY167" fmla="*/ 2231968 h 2237474"/>
              <a:gd name="connsiteX168" fmla="*/ 1297744 w 12192000"/>
              <a:gd name="connsiteY168" fmla="*/ 2235849 h 2237474"/>
              <a:gd name="connsiteX169" fmla="*/ 1286236 w 12192000"/>
              <a:gd name="connsiteY169" fmla="*/ 2233135 h 2237474"/>
              <a:gd name="connsiteX170" fmla="*/ 1283504 w 12192000"/>
              <a:gd name="connsiteY170" fmla="*/ 2233797 h 2237474"/>
              <a:gd name="connsiteX171" fmla="*/ 1279765 w 12192000"/>
              <a:gd name="connsiteY171" fmla="*/ 2229639 h 2237474"/>
              <a:gd name="connsiteX172" fmla="*/ 1195347 w 12192000"/>
              <a:gd name="connsiteY172" fmla="*/ 2212354 h 2237474"/>
              <a:gd name="connsiteX173" fmla="*/ 970251 w 12192000"/>
              <a:gd name="connsiteY173" fmla="*/ 2221029 h 2237474"/>
              <a:gd name="connsiteX174" fmla="*/ 812914 w 12192000"/>
              <a:gd name="connsiteY174" fmla="*/ 2202752 h 2237474"/>
              <a:gd name="connsiteX175" fmla="*/ 800195 w 12192000"/>
              <a:gd name="connsiteY175" fmla="*/ 2209407 h 2237474"/>
              <a:gd name="connsiteX176" fmla="*/ 784978 w 12192000"/>
              <a:gd name="connsiteY176" fmla="*/ 2212360 h 2237474"/>
              <a:gd name="connsiteX177" fmla="*/ 681987 w 12192000"/>
              <a:gd name="connsiteY177" fmla="*/ 2216757 h 2237474"/>
              <a:gd name="connsiteX178" fmla="*/ 669923 w 12192000"/>
              <a:gd name="connsiteY178" fmla="*/ 2211682 h 2237474"/>
              <a:gd name="connsiteX179" fmla="*/ 648680 w 12192000"/>
              <a:gd name="connsiteY179" fmla="*/ 2206229 h 2237474"/>
              <a:gd name="connsiteX180" fmla="*/ 597225 w 12192000"/>
              <a:gd name="connsiteY180" fmla="*/ 2180999 h 2237474"/>
              <a:gd name="connsiteX181" fmla="*/ 558449 w 12192000"/>
              <a:gd name="connsiteY181" fmla="*/ 2182346 h 2237474"/>
              <a:gd name="connsiteX182" fmla="*/ 550517 w 12192000"/>
              <a:gd name="connsiteY182" fmla="*/ 2182060 h 2237474"/>
              <a:gd name="connsiteX183" fmla="*/ 550309 w 12192000"/>
              <a:gd name="connsiteY183" fmla="*/ 2181825 h 2237474"/>
              <a:gd name="connsiteX184" fmla="*/ 541836 w 12192000"/>
              <a:gd name="connsiteY184" fmla="*/ 2181063 h 2237474"/>
              <a:gd name="connsiteX185" fmla="*/ 536057 w 12192000"/>
              <a:gd name="connsiteY185" fmla="*/ 2181537 h 2237474"/>
              <a:gd name="connsiteX186" fmla="*/ 520671 w 12192000"/>
              <a:gd name="connsiteY186" fmla="*/ 2180980 h 2237474"/>
              <a:gd name="connsiteX187" fmla="*/ 515024 w 12192000"/>
              <a:gd name="connsiteY187" fmla="*/ 2179258 h 2237474"/>
              <a:gd name="connsiteX188" fmla="*/ 512278 w 12192000"/>
              <a:gd name="connsiteY188" fmla="*/ 2176369 h 2237474"/>
              <a:gd name="connsiteX189" fmla="*/ 480419 w 12192000"/>
              <a:gd name="connsiteY189" fmla="*/ 2167807 h 2237474"/>
              <a:gd name="connsiteX190" fmla="*/ 413835 w 12192000"/>
              <a:gd name="connsiteY190" fmla="*/ 2156783 h 2237474"/>
              <a:gd name="connsiteX191" fmla="*/ 376513 w 12192000"/>
              <a:gd name="connsiteY191" fmla="*/ 2154014 h 2237474"/>
              <a:gd name="connsiteX192" fmla="*/ 273386 w 12192000"/>
              <a:gd name="connsiteY192" fmla="*/ 2142551 h 2237474"/>
              <a:gd name="connsiteX193" fmla="*/ 169207 w 12192000"/>
              <a:gd name="connsiteY193" fmla="*/ 2128100 h 2237474"/>
              <a:gd name="connsiteX194" fmla="*/ 93149 w 12192000"/>
              <a:gd name="connsiteY194" fmla="*/ 2105324 h 2237474"/>
              <a:gd name="connsiteX195" fmla="*/ 88109 w 12192000"/>
              <a:gd name="connsiteY195" fmla="*/ 2106704 h 2237474"/>
              <a:gd name="connsiteX196" fmla="*/ 80022 w 12192000"/>
              <a:gd name="connsiteY196" fmla="*/ 2107254 h 2237474"/>
              <a:gd name="connsiteX197" fmla="*/ 79717 w 12192000"/>
              <a:gd name="connsiteY197" fmla="*/ 2107046 h 2237474"/>
              <a:gd name="connsiteX198" fmla="*/ 72352 w 12192000"/>
              <a:gd name="connsiteY198" fmla="*/ 2107991 h 2237474"/>
              <a:gd name="connsiteX199" fmla="*/ 37645 w 12192000"/>
              <a:gd name="connsiteY199" fmla="*/ 2115401 h 2237474"/>
              <a:gd name="connsiteX200" fmla="*/ 4572 w 12192000"/>
              <a:gd name="connsiteY200" fmla="*/ 2111091 h 2237474"/>
              <a:gd name="connsiteX201" fmla="*/ 0 w 12192000"/>
              <a:gd name="connsiteY201" fmla="*/ 2110468 h 2237474"/>
              <a:gd name="connsiteX202" fmla="*/ 0 w 12192000"/>
              <a:gd name="connsiteY20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97513 w 12192000"/>
              <a:gd name="connsiteY87" fmla="*/ 1844718 h 2237474"/>
              <a:gd name="connsiteX88" fmla="*/ 5168852 w 12192000"/>
              <a:gd name="connsiteY88" fmla="*/ 1844846 h 2237474"/>
              <a:gd name="connsiteX89" fmla="*/ 5114927 w 12192000"/>
              <a:gd name="connsiteY89" fmla="*/ 1847827 h 2237474"/>
              <a:gd name="connsiteX90" fmla="*/ 5108970 w 12192000"/>
              <a:gd name="connsiteY90" fmla="*/ 1847935 h 2237474"/>
              <a:gd name="connsiteX91" fmla="*/ 5067961 w 12192000"/>
              <a:gd name="connsiteY91" fmla="*/ 1845917 h 2237474"/>
              <a:gd name="connsiteX92" fmla="*/ 5007075 w 12192000"/>
              <a:gd name="connsiteY92" fmla="*/ 1838626 h 2237474"/>
              <a:gd name="connsiteX93" fmla="*/ 4944087 w 12192000"/>
              <a:gd name="connsiteY93" fmla="*/ 1823332 h 2237474"/>
              <a:gd name="connsiteX94" fmla="*/ 4907662 w 12192000"/>
              <a:gd name="connsiteY94" fmla="*/ 1816900 h 2237474"/>
              <a:gd name="connsiteX95" fmla="*/ 4882386 w 12192000"/>
              <a:gd name="connsiteY95" fmla="*/ 1809844 h 2237474"/>
              <a:gd name="connsiteX96" fmla="*/ 4811440 w 12192000"/>
              <a:gd name="connsiteY96" fmla="*/ 1804655 h 2237474"/>
              <a:gd name="connsiteX97" fmla="*/ 4691075 w 12192000"/>
              <a:gd name="connsiteY97" fmla="*/ 1801389 h 2237474"/>
              <a:gd name="connsiteX98" fmla="*/ 4611738 w 12192000"/>
              <a:gd name="connsiteY98" fmla="*/ 1776964 h 2237474"/>
              <a:gd name="connsiteX99" fmla="*/ 4560070 w 12192000"/>
              <a:gd name="connsiteY99" fmla="*/ 1785640 h 2237474"/>
              <a:gd name="connsiteX100" fmla="*/ 4536503 w 12192000"/>
              <a:gd name="connsiteY100" fmla="*/ 1785334 h 2237474"/>
              <a:gd name="connsiteX101" fmla="*/ 4513724 w 12192000"/>
              <a:gd name="connsiteY101" fmla="*/ 1791996 h 2237474"/>
              <a:gd name="connsiteX102" fmla="*/ 4459810 w 12192000"/>
              <a:gd name="connsiteY102" fmla="*/ 1797886 h 2237474"/>
              <a:gd name="connsiteX103" fmla="*/ 4379064 w 12192000"/>
              <a:gd name="connsiteY103" fmla="*/ 1817177 h 2237474"/>
              <a:gd name="connsiteX104" fmla="*/ 4319209 w 12192000"/>
              <a:gd name="connsiteY104" fmla="*/ 1834833 h 2237474"/>
              <a:gd name="connsiteX105" fmla="*/ 4290981 w 12192000"/>
              <a:gd name="connsiteY105" fmla="*/ 1839677 h 2237474"/>
              <a:gd name="connsiteX106" fmla="*/ 4285792 w 12192000"/>
              <a:gd name="connsiteY106" fmla="*/ 1836231 h 2237474"/>
              <a:gd name="connsiteX107" fmla="*/ 4238372 w 12192000"/>
              <a:gd name="connsiteY107" fmla="*/ 1851480 h 2237474"/>
              <a:gd name="connsiteX108" fmla="*/ 4232517 w 12192000"/>
              <a:gd name="connsiteY108" fmla="*/ 1852567 h 2237474"/>
              <a:gd name="connsiteX109" fmla="*/ 4191732 w 12192000"/>
              <a:gd name="connsiteY109" fmla="*/ 1857328 h 2237474"/>
              <a:gd name="connsiteX110" fmla="*/ 4065532 w 12192000"/>
              <a:gd name="connsiteY110" fmla="*/ 1855477 h 2237474"/>
              <a:gd name="connsiteX111" fmla="*/ 4028460 w 12192000"/>
              <a:gd name="connsiteY111" fmla="*/ 1855137 h 2237474"/>
              <a:gd name="connsiteX112" fmla="*/ 4002267 w 12192000"/>
              <a:gd name="connsiteY112" fmla="*/ 1852352 h 2237474"/>
              <a:gd name="connsiteX113" fmla="*/ 3931396 w 12192000"/>
              <a:gd name="connsiteY113" fmla="*/ 1858915 h 2237474"/>
              <a:gd name="connsiteX114" fmla="*/ 3812162 w 12192000"/>
              <a:gd name="connsiteY114" fmla="*/ 1875501 h 2237474"/>
              <a:gd name="connsiteX115" fmla="*/ 3729530 w 12192000"/>
              <a:gd name="connsiteY115" fmla="*/ 1864513 h 2237474"/>
              <a:gd name="connsiteX116" fmla="*/ 3680177 w 12192000"/>
              <a:gd name="connsiteY116" fmla="*/ 1881552 h 2237474"/>
              <a:gd name="connsiteX117" fmla="*/ 3567259 w 12192000"/>
              <a:gd name="connsiteY117" fmla="*/ 1893482 h 2237474"/>
              <a:gd name="connsiteX118" fmla="*/ 3405770 w 12192000"/>
              <a:gd name="connsiteY118" fmla="*/ 1904591 h 2237474"/>
              <a:gd name="connsiteX119" fmla="*/ 3280097 w 12192000"/>
              <a:gd name="connsiteY119" fmla="*/ 1919610 h 2237474"/>
              <a:gd name="connsiteX120" fmla="*/ 3123424 w 12192000"/>
              <a:gd name="connsiteY120" fmla="*/ 1952930 h 2237474"/>
              <a:gd name="connsiteX121" fmla="*/ 3009910 w 12192000"/>
              <a:gd name="connsiteY121" fmla="*/ 1957866 h 2237474"/>
              <a:gd name="connsiteX122" fmla="*/ 2995934 w 12192000"/>
              <a:gd name="connsiteY122" fmla="*/ 1967085 h 2237474"/>
              <a:gd name="connsiteX123" fmla="*/ 2980071 w 12192000"/>
              <a:gd name="connsiteY123" fmla="*/ 1972988 h 2237474"/>
              <a:gd name="connsiteX124" fmla="*/ 2978094 w 12192000"/>
              <a:gd name="connsiteY124" fmla="*/ 1972369 h 2237474"/>
              <a:gd name="connsiteX125" fmla="*/ 2942858 w 12192000"/>
              <a:gd name="connsiteY125" fmla="*/ 1981367 h 2237474"/>
              <a:gd name="connsiteX126" fmla="*/ 2875436 w 12192000"/>
              <a:gd name="connsiteY126" fmla="*/ 1996977 h 2237474"/>
              <a:gd name="connsiteX127" fmla="*/ 2874892 w 12192000"/>
              <a:gd name="connsiteY127" fmla="*/ 1996085 h 2237474"/>
              <a:gd name="connsiteX128" fmla="*/ 2864145 w 12192000"/>
              <a:gd name="connsiteY128" fmla="*/ 1994061 h 2237474"/>
              <a:gd name="connsiteX129" fmla="*/ 2843662 w 12192000"/>
              <a:gd name="connsiteY129" fmla="*/ 1992498 h 2237474"/>
              <a:gd name="connsiteX130" fmla="*/ 2796128 w 12192000"/>
              <a:gd name="connsiteY130" fmla="*/ 1976403 h 2237474"/>
              <a:gd name="connsiteX131" fmla="*/ 2756784 w 12192000"/>
              <a:gd name="connsiteY131" fmla="*/ 1985116 h 2237474"/>
              <a:gd name="connsiteX132" fmla="*/ 2748833 w 12192000"/>
              <a:gd name="connsiteY132" fmla="*/ 1986323 h 2237474"/>
              <a:gd name="connsiteX133" fmla="*/ 2748661 w 12192000"/>
              <a:gd name="connsiteY133" fmla="*/ 1986122 h 2237474"/>
              <a:gd name="connsiteX134" fmla="*/ 2740251 w 12192000"/>
              <a:gd name="connsiteY134" fmla="*/ 1986946 h 2237474"/>
              <a:gd name="connsiteX135" fmla="*/ 2718916 w 12192000"/>
              <a:gd name="connsiteY135" fmla="*/ 1990867 h 2237474"/>
              <a:gd name="connsiteX136" fmla="*/ 2713522 w 12192000"/>
              <a:gd name="connsiteY136" fmla="*/ 1990173 h 2237474"/>
              <a:gd name="connsiteX137" fmla="*/ 2680597 w 12192000"/>
              <a:gd name="connsiteY137" fmla="*/ 1984996 h 2237474"/>
              <a:gd name="connsiteX138" fmla="*/ 2578178 w 12192000"/>
              <a:gd name="connsiteY138" fmla="*/ 1990531 h 2237474"/>
              <a:gd name="connsiteX139" fmla="*/ 2476147 w 12192000"/>
              <a:gd name="connsiteY139" fmla="*/ 1998305 h 2237474"/>
              <a:gd name="connsiteX140" fmla="*/ 2373568 w 12192000"/>
              <a:gd name="connsiteY140" fmla="*/ 2003219 h 2237474"/>
              <a:gd name="connsiteX141" fmla="*/ 2321399 w 12192000"/>
              <a:gd name="connsiteY141" fmla="*/ 1989467 h 2237474"/>
              <a:gd name="connsiteX142" fmla="*/ 2315525 w 12192000"/>
              <a:gd name="connsiteY142" fmla="*/ 1989708 h 2237474"/>
              <a:gd name="connsiteX143" fmla="*/ 2300792 w 12192000"/>
              <a:gd name="connsiteY143" fmla="*/ 1994290 h 2237474"/>
              <a:gd name="connsiteX144" fmla="*/ 2295469 w 12192000"/>
              <a:gd name="connsiteY144" fmla="*/ 1996659 h 2237474"/>
              <a:gd name="connsiteX145" fmla="*/ 2287219 w 12192000"/>
              <a:gd name="connsiteY145" fmla="*/ 1998750 h 2237474"/>
              <a:gd name="connsiteX146" fmla="*/ 2286948 w 12192000"/>
              <a:gd name="connsiteY146" fmla="*/ 1998596 h 2237474"/>
              <a:gd name="connsiteX147" fmla="*/ 2243069 w 12192000"/>
              <a:gd name="connsiteY147" fmla="*/ 2015111 h 2237474"/>
              <a:gd name="connsiteX148" fmla="*/ 2186609 w 12192000"/>
              <a:gd name="connsiteY148" fmla="*/ 2008263 h 2237474"/>
              <a:gd name="connsiteX149" fmla="*/ 2164831 w 12192000"/>
              <a:gd name="connsiteY149" fmla="*/ 2010143 h 2237474"/>
              <a:gd name="connsiteX150" fmla="*/ 2152836 w 12192000"/>
              <a:gd name="connsiteY150" fmla="*/ 2010048 h 2237474"/>
              <a:gd name="connsiteX151" fmla="*/ 2117102 w 12192000"/>
              <a:gd name="connsiteY151" fmla="*/ 2023004 h 2237474"/>
              <a:gd name="connsiteX152" fmla="*/ 2111935 w 12192000"/>
              <a:gd name="connsiteY152" fmla="*/ 2023163 h 2237474"/>
              <a:gd name="connsiteX153" fmla="*/ 2089991 w 12192000"/>
              <a:gd name="connsiteY153" fmla="*/ 2034193 h 2237474"/>
              <a:gd name="connsiteX154" fmla="*/ 2058061 w 12192000"/>
              <a:gd name="connsiteY154" fmla="*/ 2047942 h 2237474"/>
              <a:gd name="connsiteX155" fmla="*/ 2055737 w 12192000"/>
              <a:gd name="connsiteY155" fmla="*/ 2047704 h 2237474"/>
              <a:gd name="connsiteX156" fmla="*/ 2042244 w 12192000"/>
              <a:gd name="connsiteY156" fmla="*/ 2055560 h 2237474"/>
              <a:gd name="connsiteX157" fmla="*/ 1976224 w 12192000"/>
              <a:gd name="connsiteY157" fmla="*/ 2074257 h 2237474"/>
              <a:gd name="connsiteX158" fmla="*/ 1877728 w 12192000"/>
              <a:gd name="connsiteY158" fmla="*/ 2101004 h 2237474"/>
              <a:gd name="connsiteX159" fmla="*/ 1759056 w 12192000"/>
              <a:gd name="connsiteY159" fmla="*/ 2125608 h 2237474"/>
              <a:gd name="connsiteX160" fmla="*/ 1637948 w 12192000"/>
              <a:gd name="connsiteY160" fmla="*/ 2172597 h 2237474"/>
              <a:gd name="connsiteX161" fmla="*/ 1434549 w 12192000"/>
              <a:gd name="connsiteY161" fmla="*/ 2234522 h 2237474"/>
              <a:gd name="connsiteX162" fmla="*/ 1398481 w 12192000"/>
              <a:gd name="connsiteY162" fmla="*/ 2237074 h 2237474"/>
              <a:gd name="connsiteX163" fmla="*/ 1398407 w 12192000"/>
              <a:gd name="connsiteY163" fmla="*/ 2237095 h 2237474"/>
              <a:gd name="connsiteX164" fmla="*/ 1370962 w 12192000"/>
              <a:gd name="connsiteY164" fmla="*/ 2237474 h 2237474"/>
              <a:gd name="connsiteX165" fmla="*/ 1356367 w 12192000"/>
              <a:gd name="connsiteY165" fmla="*/ 2235089 h 2237474"/>
              <a:gd name="connsiteX166" fmla="*/ 1324828 w 12192000"/>
              <a:gd name="connsiteY166" fmla="*/ 2231968 h 2237474"/>
              <a:gd name="connsiteX167" fmla="*/ 1297744 w 12192000"/>
              <a:gd name="connsiteY167" fmla="*/ 2235849 h 2237474"/>
              <a:gd name="connsiteX168" fmla="*/ 1286236 w 12192000"/>
              <a:gd name="connsiteY168" fmla="*/ 2233135 h 2237474"/>
              <a:gd name="connsiteX169" fmla="*/ 1283504 w 12192000"/>
              <a:gd name="connsiteY169" fmla="*/ 2233797 h 2237474"/>
              <a:gd name="connsiteX170" fmla="*/ 1279765 w 12192000"/>
              <a:gd name="connsiteY170" fmla="*/ 2229639 h 2237474"/>
              <a:gd name="connsiteX171" fmla="*/ 1195347 w 12192000"/>
              <a:gd name="connsiteY171" fmla="*/ 2212354 h 2237474"/>
              <a:gd name="connsiteX172" fmla="*/ 970251 w 12192000"/>
              <a:gd name="connsiteY172" fmla="*/ 2221029 h 2237474"/>
              <a:gd name="connsiteX173" fmla="*/ 812914 w 12192000"/>
              <a:gd name="connsiteY173" fmla="*/ 2202752 h 2237474"/>
              <a:gd name="connsiteX174" fmla="*/ 800195 w 12192000"/>
              <a:gd name="connsiteY174" fmla="*/ 2209407 h 2237474"/>
              <a:gd name="connsiteX175" fmla="*/ 784978 w 12192000"/>
              <a:gd name="connsiteY175" fmla="*/ 2212360 h 2237474"/>
              <a:gd name="connsiteX176" fmla="*/ 681987 w 12192000"/>
              <a:gd name="connsiteY176" fmla="*/ 2216757 h 2237474"/>
              <a:gd name="connsiteX177" fmla="*/ 669923 w 12192000"/>
              <a:gd name="connsiteY177" fmla="*/ 2211682 h 2237474"/>
              <a:gd name="connsiteX178" fmla="*/ 648680 w 12192000"/>
              <a:gd name="connsiteY178" fmla="*/ 2206229 h 2237474"/>
              <a:gd name="connsiteX179" fmla="*/ 597225 w 12192000"/>
              <a:gd name="connsiteY179" fmla="*/ 2180999 h 2237474"/>
              <a:gd name="connsiteX180" fmla="*/ 558449 w 12192000"/>
              <a:gd name="connsiteY180" fmla="*/ 2182346 h 2237474"/>
              <a:gd name="connsiteX181" fmla="*/ 550517 w 12192000"/>
              <a:gd name="connsiteY181" fmla="*/ 2182060 h 2237474"/>
              <a:gd name="connsiteX182" fmla="*/ 550309 w 12192000"/>
              <a:gd name="connsiteY182" fmla="*/ 2181825 h 2237474"/>
              <a:gd name="connsiteX183" fmla="*/ 541836 w 12192000"/>
              <a:gd name="connsiteY183" fmla="*/ 2181063 h 2237474"/>
              <a:gd name="connsiteX184" fmla="*/ 536057 w 12192000"/>
              <a:gd name="connsiteY184" fmla="*/ 2181537 h 2237474"/>
              <a:gd name="connsiteX185" fmla="*/ 520671 w 12192000"/>
              <a:gd name="connsiteY185" fmla="*/ 2180980 h 2237474"/>
              <a:gd name="connsiteX186" fmla="*/ 515024 w 12192000"/>
              <a:gd name="connsiteY186" fmla="*/ 2179258 h 2237474"/>
              <a:gd name="connsiteX187" fmla="*/ 512278 w 12192000"/>
              <a:gd name="connsiteY187" fmla="*/ 2176369 h 2237474"/>
              <a:gd name="connsiteX188" fmla="*/ 480419 w 12192000"/>
              <a:gd name="connsiteY188" fmla="*/ 2167807 h 2237474"/>
              <a:gd name="connsiteX189" fmla="*/ 413835 w 12192000"/>
              <a:gd name="connsiteY189" fmla="*/ 2156783 h 2237474"/>
              <a:gd name="connsiteX190" fmla="*/ 376513 w 12192000"/>
              <a:gd name="connsiteY190" fmla="*/ 2154014 h 2237474"/>
              <a:gd name="connsiteX191" fmla="*/ 273386 w 12192000"/>
              <a:gd name="connsiteY191" fmla="*/ 2142551 h 2237474"/>
              <a:gd name="connsiteX192" fmla="*/ 169207 w 12192000"/>
              <a:gd name="connsiteY192" fmla="*/ 2128100 h 2237474"/>
              <a:gd name="connsiteX193" fmla="*/ 93149 w 12192000"/>
              <a:gd name="connsiteY193" fmla="*/ 2105324 h 2237474"/>
              <a:gd name="connsiteX194" fmla="*/ 88109 w 12192000"/>
              <a:gd name="connsiteY194" fmla="*/ 2106704 h 2237474"/>
              <a:gd name="connsiteX195" fmla="*/ 80022 w 12192000"/>
              <a:gd name="connsiteY195" fmla="*/ 2107254 h 2237474"/>
              <a:gd name="connsiteX196" fmla="*/ 79717 w 12192000"/>
              <a:gd name="connsiteY196" fmla="*/ 2107046 h 2237474"/>
              <a:gd name="connsiteX197" fmla="*/ 72352 w 12192000"/>
              <a:gd name="connsiteY197" fmla="*/ 2107991 h 2237474"/>
              <a:gd name="connsiteX198" fmla="*/ 37645 w 12192000"/>
              <a:gd name="connsiteY198" fmla="*/ 2115401 h 2237474"/>
              <a:gd name="connsiteX199" fmla="*/ 4572 w 12192000"/>
              <a:gd name="connsiteY199" fmla="*/ 2111091 h 2237474"/>
              <a:gd name="connsiteX200" fmla="*/ 0 w 12192000"/>
              <a:gd name="connsiteY200" fmla="*/ 2110468 h 2237474"/>
              <a:gd name="connsiteX201" fmla="*/ 0 w 12192000"/>
              <a:gd name="connsiteY20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68852 w 12192000"/>
              <a:gd name="connsiteY87" fmla="*/ 1844846 h 2237474"/>
              <a:gd name="connsiteX88" fmla="*/ 5114927 w 12192000"/>
              <a:gd name="connsiteY88" fmla="*/ 1847827 h 2237474"/>
              <a:gd name="connsiteX89" fmla="*/ 5108970 w 12192000"/>
              <a:gd name="connsiteY89" fmla="*/ 1847935 h 2237474"/>
              <a:gd name="connsiteX90" fmla="*/ 5067961 w 12192000"/>
              <a:gd name="connsiteY90" fmla="*/ 1845917 h 2237474"/>
              <a:gd name="connsiteX91" fmla="*/ 5007075 w 12192000"/>
              <a:gd name="connsiteY91" fmla="*/ 1838626 h 2237474"/>
              <a:gd name="connsiteX92" fmla="*/ 4944087 w 12192000"/>
              <a:gd name="connsiteY92" fmla="*/ 1823332 h 2237474"/>
              <a:gd name="connsiteX93" fmla="*/ 4907662 w 12192000"/>
              <a:gd name="connsiteY93" fmla="*/ 1816900 h 2237474"/>
              <a:gd name="connsiteX94" fmla="*/ 4882386 w 12192000"/>
              <a:gd name="connsiteY94" fmla="*/ 1809844 h 2237474"/>
              <a:gd name="connsiteX95" fmla="*/ 4811440 w 12192000"/>
              <a:gd name="connsiteY95" fmla="*/ 1804655 h 2237474"/>
              <a:gd name="connsiteX96" fmla="*/ 4691075 w 12192000"/>
              <a:gd name="connsiteY96" fmla="*/ 1801389 h 2237474"/>
              <a:gd name="connsiteX97" fmla="*/ 4611738 w 12192000"/>
              <a:gd name="connsiteY97" fmla="*/ 1776964 h 2237474"/>
              <a:gd name="connsiteX98" fmla="*/ 4560070 w 12192000"/>
              <a:gd name="connsiteY98" fmla="*/ 1785640 h 2237474"/>
              <a:gd name="connsiteX99" fmla="*/ 4536503 w 12192000"/>
              <a:gd name="connsiteY99" fmla="*/ 1785334 h 2237474"/>
              <a:gd name="connsiteX100" fmla="*/ 4513724 w 12192000"/>
              <a:gd name="connsiteY100" fmla="*/ 1791996 h 2237474"/>
              <a:gd name="connsiteX101" fmla="*/ 4459810 w 12192000"/>
              <a:gd name="connsiteY101" fmla="*/ 1797886 h 2237474"/>
              <a:gd name="connsiteX102" fmla="*/ 4379064 w 12192000"/>
              <a:gd name="connsiteY102" fmla="*/ 1817177 h 2237474"/>
              <a:gd name="connsiteX103" fmla="*/ 4319209 w 12192000"/>
              <a:gd name="connsiteY103" fmla="*/ 1834833 h 2237474"/>
              <a:gd name="connsiteX104" fmla="*/ 4290981 w 12192000"/>
              <a:gd name="connsiteY104" fmla="*/ 1839677 h 2237474"/>
              <a:gd name="connsiteX105" fmla="*/ 4285792 w 12192000"/>
              <a:gd name="connsiteY105" fmla="*/ 1836231 h 2237474"/>
              <a:gd name="connsiteX106" fmla="*/ 4238372 w 12192000"/>
              <a:gd name="connsiteY106" fmla="*/ 1851480 h 2237474"/>
              <a:gd name="connsiteX107" fmla="*/ 4232517 w 12192000"/>
              <a:gd name="connsiteY107" fmla="*/ 1852567 h 2237474"/>
              <a:gd name="connsiteX108" fmla="*/ 4191732 w 12192000"/>
              <a:gd name="connsiteY108" fmla="*/ 1857328 h 2237474"/>
              <a:gd name="connsiteX109" fmla="*/ 4065532 w 12192000"/>
              <a:gd name="connsiteY109" fmla="*/ 1855477 h 2237474"/>
              <a:gd name="connsiteX110" fmla="*/ 4028460 w 12192000"/>
              <a:gd name="connsiteY110" fmla="*/ 1855137 h 2237474"/>
              <a:gd name="connsiteX111" fmla="*/ 4002267 w 12192000"/>
              <a:gd name="connsiteY111" fmla="*/ 1852352 h 2237474"/>
              <a:gd name="connsiteX112" fmla="*/ 3931396 w 12192000"/>
              <a:gd name="connsiteY112" fmla="*/ 1858915 h 2237474"/>
              <a:gd name="connsiteX113" fmla="*/ 3812162 w 12192000"/>
              <a:gd name="connsiteY113" fmla="*/ 1875501 h 2237474"/>
              <a:gd name="connsiteX114" fmla="*/ 3729530 w 12192000"/>
              <a:gd name="connsiteY114" fmla="*/ 1864513 h 2237474"/>
              <a:gd name="connsiteX115" fmla="*/ 3680177 w 12192000"/>
              <a:gd name="connsiteY115" fmla="*/ 1881552 h 2237474"/>
              <a:gd name="connsiteX116" fmla="*/ 3567259 w 12192000"/>
              <a:gd name="connsiteY116" fmla="*/ 1893482 h 2237474"/>
              <a:gd name="connsiteX117" fmla="*/ 3405770 w 12192000"/>
              <a:gd name="connsiteY117" fmla="*/ 1904591 h 2237474"/>
              <a:gd name="connsiteX118" fmla="*/ 3280097 w 12192000"/>
              <a:gd name="connsiteY118" fmla="*/ 1919610 h 2237474"/>
              <a:gd name="connsiteX119" fmla="*/ 3123424 w 12192000"/>
              <a:gd name="connsiteY119" fmla="*/ 1952930 h 2237474"/>
              <a:gd name="connsiteX120" fmla="*/ 3009910 w 12192000"/>
              <a:gd name="connsiteY120" fmla="*/ 1957866 h 2237474"/>
              <a:gd name="connsiteX121" fmla="*/ 2995934 w 12192000"/>
              <a:gd name="connsiteY121" fmla="*/ 1967085 h 2237474"/>
              <a:gd name="connsiteX122" fmla="*/ 2980071 w 12192000"/>
              <a:gd name="connsiteY122" fmla="*/ 1972988 h 2237474"/>
              <a:gd name="connsiteX123" fmla="*/ 2978094 w 12192000"/>
              <a:gd name="connsiteY123" fmla="*/ 1972369 h 2237474"/>
              <a:gd name="connsiteX124" fmla="*/ 2942858 w 12192000"/>
              <a:gd name="connsiteY124" fmla="*/ 1981367 h 2237474"/>
              <a:gd name="connsiteX125" fmla="*/ 2875436 w 12192000"/>
              <a:gd name="connsiteY125" fmla="*/ 1996977 h 2237474"/>
              <a:gd name="connsiteX126" fmla="*/ 2874892 w 12192000"/>
              <a:gd name="connsiteY126" fmla="*/ 1996085 h 2237474"/>
              <a:gd name="connsiteX127" fmla="*/ 2864145 w 12192000"/>
              <a:gd name="connsiteY127" fmla="*/ 1994061 h 2237474"/>
              <a:gd name="connsiteX128" fmla="*/ 2843662 w 12192000"/>
              <a:gd name="connsiteY128" fmla="*/ 1992498 h 2237474"/>
              <a:gd name="connsiteX129" fmla="*/ 2796128 w 12192000"/>
              <a:gd name="connsiteY129" fmla="*/ 1976403 h 2237474"/>
              <a:gd name="connsiteX130" fmla="*/ 2756784 w 12192000"/>
              <a:gd name="connsiteY130" fmla="*/ 1985116 h 2237474"/>
              <a:gd name="connsiteX131" fmla="*/ 2748833 w 12192000"/>
              <a:gd name="connsiteY131" fmla="*/ 1986323 h 2237474"/>
              <a:gd name="connsiteX132" fmla="*/ 2748661 w 12192000"/>
              <a:gd name="connsiteY132" fmla="*/ 1986122 h 2237474"/>
              <a:gd name="connsiteX133" fmla="*/ 2740251 w 12192000"/>
              <a:gd name="connsiteY133" fmla="*/ 1986946 h 2237474"/>
              <a:gd name="connsiteX134" fmla="*/ 2718916 w 12192000"/>
              <a:gd name="connsiteY134" fmla="*/ 1990867 h 2237474"/>
              <a:gd name="connsiteX135" fmla="*/ 2713522 w 12192000"/>
              <a:gd name="connsiteY135" fmla="*/ 1990173 h 2237474"/>
              <a:gd name="connsiteX136" fmla="*/ 2680597 w 12192000"/>
              <a:gd name="connsiteY136" fmla="*/ 1984996 h 2237474"/>
              <a:gd name="connsiteX137" fmla="*/ 2578178 w 12192000"/>
              <a:gd name="connsiteY137" fmla="*/ 1990531 h 2237474"/>
              <a:gd name="connsiteX138" fmla="*/ 2476147 w 12192000"/>
              <a:gd name="connsiteY138" fmla="*/ 1998305 h 2237474"/>
              <a:gd name="connsiteX139" fmla="*/ 2373568 w 12192000"/>
              <a:gd name="connsiteY139" fmla="*/ 2003219 h 2237474"/>
              <a:gd name="connsiteX140" fmla="*/ 2321399 w 12192000"/>
              <a:gd name="connsiteY140" fmla="*/ 1989467 h 2237474"/>
              <a:gd name="connsiteX141" fmla="*/ 2315525 w 12192000"/>
              <a:gd name="connsiteY141" fmla="*/ 1989708 h 2237474"/>
              <a:gd name="connsiteX142" fmla="*/ 2300792 w 12192000"/>
              <a:gd name="connsiteY142" fmla="*/ 1994290 h 2237474"/>
              <a:gd name="connsiteX143" fmla="*/ 2295469 w 12192000"/>
              <a:gd name="connsiteY143" fmla="*/ 1996659 h 2237474"/>
              <a:gd name="connsiteX144" fmla="*/ 2287219 w 12192000"/>
              <a:gd name="connsiteY144" fmla="*/ 1998750 h 2237474"/>
              <a:gd name="connsiteX145" fmla="*/ 2286948 w 12192000"/>
              <a:gd name="connsiteY145" fmla="*/ 1998596 h 2237474"/>
              <a:gd name="connsiteX146" fmla="*/ 2243069 w 12192000"/>
              <a:gd name="connsiteY146" fmla="*/ 2015111 h 2237474"/>
              <a:gd name="connsiteX147" fmla="*/ 2186609 w 12192000"/>
              <a:gd name="connsiteY147" fmla="*/ 2008263 h 2237474"/>
              <a:gd name="connsiteX148" fmla="*/ 2164831 w 12192000"/>
              <a:gd name="connsiteY148" fmla="*/ 2010143 h 2237474"/>
              <a:gd name="connsiteX149" fmla="*/ 2152836 w 12192000"/>
              <a:gd name="connsiteY149" fmla="*/ 2010048 h 2237474"/>
              <a:gd name="connsiteX150" fmla="*/ 2117102 w 12192000"/>
              <a:gd name="connsiteY150" fmla="*/ 2023004 h 2237474"/>
              <a:gd name="connsiteX151" fmla="*/ 2111935 w 12192000"/>
              <a:gd name="connsiteY151" fmla="*/ 2023163 h 2237474"/>
              <a:gd name="connsiteX152" fmla="*/ 2089991 w 12192000"/>
              <a:gd name="connsiteY152" fmla="*/ 2034193 h 2237474"/>
              <a:gd name="connsiteX153" fmla="*/ 2058061 w 12192000"/>
              <a:gd name="connsiteY153" fmla="*/ 2047942 h 2237474"/>
              <a:gd name="connsiteX154" fmla="*/ 2055737 w 12192000"/>
              <a:gd name="connsiteY154" fmla="*/ 2047704 h 2237474"/>
              <a:gd name="connsiteX155" fmla="*/ 2042244 w 12192000"/>
              <a:gd name="connsiteY155" fmla="*/ 2055560 h 2237474"/>
              <a:gd name="connsiteX156" fmla="*/ 1976224 w 12192000"/>
              <a:gd name="connsiteY156" fmla="*/ 2074257 h 2237474"/>
              <a:gd name="connsiteX157" fmla="*/ 1877728 w 12192000"/>
              <a:gd name="connsiteY157" fmla="*/ 2101004 h 2237474"/>
              <a:gd name="connsiteX158" fmla="*/ 1759056 w 12192000"/>
              <a:gd name="connsiteY158" fmla="*/ 2125608 h 2237474"/>
              <a:gd name="connsiteX159" fmla="*/ 1637948 w 12192000"/>
              <a:gd name="connsiteY159" fmla="*/ 2172597 h 2237474"/>
              <a:gd name="connsiteX160" fmla="*/ 1434549 w 12192000"/>
              <a:gd name="connsiteY160" fmla="*/ 2234522 h 2237474"/>
              <a:gd name="connsiteX161" fmla="*/ 1398481 w 12192000"/>
              <a:gd name="connsiteY161" fmla="*/ 2237074 h 2237474"/>
              <a:gd name="connsiteX162" fmla="*/ 1398407 w 12192000"/>
              <a:gd name="connsiteY162" fmla="*/ 2237095 h 2237474"/>
              <a:gd name="connsiteX163" fmla="*/ 1370962 w 12192000"/>
              <a:gd name="connsiteY163" fmla="*/ 2237474 h 2237474"/>
              <a:gd name="connsiteX164" fmla="*/ 1356367 w 12192000"/>
              <a:gd name="connsiteY164" fmla="*/ 2235089 h 2237474"/>
              <a:gd name="connsiteX165" fmla="*/ 1324828 w 12192000"/>
              <a:gd name="connsiteY165" fmla="*/ 2231968 h 2237474"/>
              <a:gd name="connsiteX166" fmla="*/ 1297744 w 12192000"/>
              <a:gd name="connsiteY166" fmla="*/ 2235849 h 2237474"/>
              <a:gd name="connsiteX167" fmla="*/ 1286236 w 12192000"/>
              <a:gd name="connsiteY167" fmla="*/ 2233135 h 2237474"/>
              <a:gd name="connsiteX168" fmla="*/ 1283504 w 12192000"/>
              <a:gd name="connsiteY168" fmla="*/ 2233797 h 2237474"/>
              <a:gd name="connsiteX169" fmla="*/ 1279765 w 12192000"/>
              <a:gd name="connsiteY169" fmla="*/ 2229639 h 2237474"/>
              <a:gd name="connsiteX170" fmla="*/ 1195347 w 12192000"/>
              <a:gd name="connsiteY170" fmla="*/ 2212354 h 2237474"/>
              <a:gd name="connsiteX171" fmla="*/ 970251 w 12192000"/>
              <a:gd name="connsiteY171" fmla="*/ 2221029 h 2237474"/>
              <a:gd name="connsiteX172" fmla="*/ 812914 w 12192000"/>
              <a:gd name="connsiteY172" fmla="*/ 2202752 h 2237474"/>
              <a:gd name="connsiteX173" fmla="*/ 800195 w 12192000"/>
              <a:gd name="connsiteY173" fmla="*/ 2209407 h 2237474"/>
              <a:gd name="connsiteX174" fmla="*/ 784978 w 12192000"/>
              <a:gd name="connsiteY174" fmla="*/ 2212360 h 2237474"/>
              <a:gd name="connsiteX175" fmla="*/ 681987 w 12192000"/>
              <a:gd name="connsiteY175" fmla="*/ 2216757 h 2237474"/>
              <a:gd name="connsiteX176" fmla="*/ 669923 w 12192000"/>
              <a:gd name="connsiteY176" fmla="*/ 2211682 h 2237474"/>
              <a:gd name="connsiteX177" fmla="*/ 648680 w 12192000"/>
              <a:gd name="connsiteY177" fmla="*/ 2206229 h 2237474"/>
              <a:gd name="connsiteX178" fmla="*/ 597225 w 12192000"/>
              <a:gd name="connsiteY178" fmla="*/ 2180999 h 2237474"/>
              <a:gd name="connsiteX179" fmla="*/ 558449 w 12192000"/>
              <a:gd name="connsiteY179" fmla="*/ 2182346 h 2237474"/>
              <a:gd name="connsiteX180" fmla="*/ 550517 w 12192000"/>
              <a:gd name="connsiteY180" fmla="*/ 2182060 h 2237474"/>
              <a:gd name="connsiteX181" fmla="*/ 550309 w 12192000"/>
              <a:gd name="connsiteY181" fmla="*/ 2181825 h 2237474"/>
              <a:gd name="connsiteX182" fmla="*/ 541836 w 12192000"/>
              <a:gd name="connsiteY182" fmla="*/ 2181063 h 2237474"/>
              <a:gd name="connsiteX183" fmla="*/ 536057 w 12192000"/>
              <a:gd name="connsiteY183" fmla="*/ 2181537 h 2237474"/>
              <a:gd name="connsiteX184" fmla="*/ 520671 w 12192000"/>
              <a:gd name="connsiteY184" fmla="*/ 2180980 h 2237474"/>
              <a:gd name="connsiteX185" fmla="*/ 515024 w 12192000"/>
              <a:gd name="connsiteY185" fmla="*/ 2179258 h 2237474"/>
              <a:gd name="connsiteX186" fmla="*/ 512278 w 12192000"/>
              <a:gd name="connsiteY186" fmla="*/ 2176369 h 2237474"/>
              <a:gd name="connsiteX187" fmla="*/ 480419 w 12192000"/>
              <a:gd name="connsiteY187" fmla="*/ 2167807 h 2237474"/>
              <a:gd name="connsiteX188" fmla="*/ 413835 w 12192000"/>
              <a:gd name="connsiteY188" fmla="*/ 2156783 h 2237474"/>
              <a:gd name="connsiteX189" fmla="*/ 376513 w 12192000"/>
              <a:gd name="connsiteY189" fmla="*/ 2154014 h 2237474"/>
              <a:gd name="connsiteX190" fmla="*/ 273386 w 12192000"/>
              <a:gd name="connsiteY190" fmla="*/ 2142551 h 2237474"/>
              <a:gd name="connsiteX191" fmla="*/ 169207 w 12192000"/>
              <a:gd name="connsiteY191" fmla="*/ 2128100 h 2237474"/>
              <a:gd name="connsiteX192" fmla="*/ 93149 w 12192000"/>
              <a:gd name="connsiteY192" fmla="*/ 2105324 h 2237474"/>
              <a:gd name="connsiteX193" fmla="*/ 88109 w 12192000"/>
              <a:gd name="connsiteY193" fmla="*/ 2106704 h 2237474"/>
              <a:gd name="connsiteX194" fmla="*/ 80022 w 12192000"/>
              <a:gd name="connsiteY194" fmla="*/ 2107254 h 2237474"/>
              <a:gd name="connsiteX195" fmla="*/ 79717 w 12192000"/>
              <a:gd name="connsiteY195" fmla="*/ 2107046 h 2237474"/>
              <a:gd name="connsiteX196" fmla="*/ 72352 w 12192000"/>
              <a:gd name="connsiteY196" fmla="*/ 2107991 h 2237474"/>
              <a:gd name="connsiteX197" fmla="*/ 37645 w 12192000"/>
              <a:gd name="connsiteY197" fmla="*/ 2115401 h 2237474"/>
              <a:gd name="connsiteX198" fmla="*/ 4572 w 12192000"/>
              <a:gd name="connsiteY198" fmla="*/ 2111091 h 2237474"/>
              <a:gd name="connsiteX199" fmla="*/ 0 w 12192000"/>
              <a:gd name="connsiteY199" fmla="*/ 2110468 h 2237474"/>
              <a:gd name="connsiteX200" fmla="*/ 0 w 12192000"/>
              <a:gd name="connsiteY20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49802 w 12192000"/>
              <a:gd name="connsiteY87" fmla="*/ 1844846 h 2237474"/>
              <a:gd name="connsiteX88" fmla="*/ 5114927 w 12192000"/>
              <a:gd name="connsiteY88" fmla="*/ 1847827 h 2237474"/>
              <a:gd name="connsiteX89" fmla="*/ 5108970 w 12192000"/>
              <a:gd name="connsiteY89" fmla="*/ 1847935 h 2237474"/>
              <a:gd name="connsiteX90" fmla="*/ 5067961 w 12192000"/>
              <a:gd name="connsiteY90" fmla="*/ 1845917 h 2237474"/>
              <a:gd name="connsiteX91" fmla="*/ 5007075 w 12192000"/>
              <a:gd name="connsiteY91" fmla="*/ 1838626 h 2237474"/>
              <a:gd name="connsiteX92" fmla="*/ 4944087 w 12192000"/>
              <a:gd name="connsiteY92" fmla="*/ 1823332 h 2237474"/>
              <a:gd name="connsiteX93" fmla="*/ 4907662 w 12192000"/>
              <a:gd name="connsiteY93" fmla="*/ 1816900 h 2237474"/>
              <a:gd name="connsiteX94" fmla="*/ 4882386 w 12192000"/>
              <a:gd name="connsiteY94" fmla="*/ 1809844 h 2237474"/>
              <a:gd name="connsiteX95" fmla="*/ 4811440 w 12192000"/>
              <a:gd name="connsiteY95" fmla="*/ 1804655 h 2237474"/>
              <a:gd name="connsiteX96" fmla="*/ 4691075 w 12192000"/>
              <a:gd name="connsiteY96" fmla="*/ 1801389 h 2237474"/>
              <a:gd name="connsiteX97" fmla="*/ 4611738 w 12192000"/>
              <a:gd name="connsiteY97" fmla="*/ 1776964 h 2237474"/>
              <a:gd name="connsiteX98" fmla="*/ 4560070 w 12192000"/>
              <a:gd name="connsiteY98" fmla="*/ 1785640 h 2237474"/>
              <a:gd name="connsiteX99" fmla="*/ 4536503 w 12192000"/>
              <a:gd name="connsiteY99" fmla="*/ 1785334 h 2237474"/>
              <a:gd name="connsiteX100" fmla="*/ 4513724 w 12192000"/>
              <a:gd name="connsiteY100" fmla="*/ 1791996 h 2237474"/>
              <a:gd name="connsiteX101" fmla="*/ 4459810 w 12192000"/>
              <a:gd name="connsiteY101" fmla="*/ 1797886 h 2237474"/>
              <a:gd name="connsiteX102" fmla="*/ 4379064 w 12192000"/>
              <a:gd name="connsiteY102" fmla="*/ 1817177 h 2237474"/>
              <a:gd name="connsiteX103" fmla="*/ 4319209 w 12192000"/>
              <a:gd name="connsiteY103" fmla="*/ 1834833 h 2237474"/>
              <a:gd name="connsiteX104" fmla="*/ 4290981 w 12192000"/>
              <a:gd name="connsiteY104" fmla="*/ 1839677 h 2237474"/>
              <a:gd name="connsiteX105" fmla="*/ 4285792 w 12192000"/>
              <a:gd name="connsiteY105" fmla="*/ 1836231 h 2237474"/>
              <a:gd name="connsiteX106" fmla="*/ 4238372 w 12192000"/>
              <a:gd name="connsiteY106" fmla="*/ 1851480 h 2237474"/>
              <a:gd name="connsiteX107" fmla="*/ 4232517 w 12192000"/>
              <a:gd name="connsiteY107" fmla="*/ 1852567 h 2237474"/>
              <a:gd name="connsiteX108" fmla="*/ 4191732 w 12192000"/>
              <a:gd name="connsiteY108" fmla="*/ 1857328 h 2237474"/>
              <a:gd name="connsiteX109" fmla="*/ 4065532 w 12192000"/>
              <a:gd name="connsiteY109" fmla="*/ 1855477 h 2237474"/>
              <a:gd name="connsiteX110" fmla="*/ 4028460 w 12192000"/>
              <a:gd name="connsiteY110" fmla="*/ 1855137 h 2237474"/>
              <a:gd name="connsiteX111" fmla="*/ 4002267 w 12192000"/>
              <a:gd name="connsiteY111" fmla="*/ 1852352 h 2237474"/>
              <a:gd name="connsiteX112" fmla="*/ 3931396 w 12192000"/>
              <a:gd name="connsiteY112" fmla="*/ 1858915 h 2237474"/>
              <a:gd name="connsiteX113" fmla="*/ 3812162 w 12192000"/>
              <a:gd name="connsiteY113" fmla="*/ 1875501 h 2237474"/>
              <a:gd name="connsiteX114" fmla="*/ 3729530 w 12192000"/>
              <a:gd name="connsiteY114" fmla="*/ 1864513 h 2237474"/>
              <a:gd name="connsiteX115" fmla="*/ 3680177 w 12192000"/>
              <a:gd name="connsiteY115" fmla="*/ 1881552 h 2237474"/>
              <a:gd name="connsiteX116" fmla="*/ 3567259 w 12192000"/>
              <a:gd name="connsiteY116" fmla="*/ 1893482 h 2237474"/>
              <a:gd name="connsiteX117" fmla="*/ 3405770 w 12192000"/>
              <a:gd name="connsiteY117" fmla="*/ 1904591 h 2237474"/>
              <a:gd name="connsiteX118" fmla="*/ 3280097 w 12192000"/>
              <a:gd name="connsiteY118" fmla="*/ 1919610 h 2237474"/>
              <a:gd name="connsiteX119" fmla="*/ 3123424 w 12192000"/>
              <a:gd name="connsiteY119" fmla="*/ 1952930 h 2237474"/>
              <a:gd name="connsiteX120" fmla="*/ 3009910 w 12192000"/>
              <a:gd name="connsiteY120" fmla="*/ 1957866 h 2237474"/>
              <a:gd name="connsiteX121" fmla="*/ 2995934 w 12192000"/>
              <a:gd name="connsiteY121" fmla="*/ 1967085 h 2237474"/>
              <a:gd name="connsiteX122" fmla="*/ 2980071 w 12192000"/>
              <a:gd name="connsiteY122" fmla="*/ 1972988 h 2237474"/>
              <a:gd name="connsiteX123" fmla="*/ 2978094 w 12192000"/>
              <a:gd name="connsiteY123" fmla="*/ 1972369 h 2237474"/>
              <a:gd name="connsiteX124" fmla="*/ 2942858 w 12192000"/>
              <a:gd name="connsiteY124" fmla="*/ 1981367 h 2237474"/>
              <a:gd name="connsiteX125" fmla="*/ 2875436 w 12192000"/>
              <a:gd name="connsiteY125" fmla="*/ 1996977 h 2237474"/>
              <a:gd name="connsiteX126" fmla="*/ 2874892 w 12192000"/>
              <a:gd name="connsiteY126" fmla="*/ 1996085 h 2237474"/>
              <a:gd name="connsiteX127" fmla="*/ 2864145 w 12192000"/>
              <a:gd name="connsiteY127" fmla="*/ 1994061 h 2237474"/>
              <a:gd name="connsiteX128" fmla="*/ 2843662 w 12192000"/>
              <a:gd name="connsiteY128" fmla="*/ 1992498 h 2237474"/>
              <a:gd name="connsiteX129" fmla="*/ 2796128 w 12192000"/>
              <a:gd name="connsiteY129" fmla="*/ 1976403 h 2237474"/>
              <a:gd name="connsiteX130" fmla="*/ 2756784 w 12192000"/>
              <a:gd name="connsiteY130" fmla="*/ 1985116 h 2237474"/>
              <a:gd name="connsiteX131" fmla="*/ 2748833 w 12192000"/>
              <a:gd name="connsiteY131" fmla="*/ 1986323 h 2237474"/>
              <a:gd name="connsiteX132" fmla="*/ 2748661 w 12192000"/>
              <a:gd name="connsiteY132" fmla="*/ 1986122 h 2237474"/>
              <a:gd name="connsiteX133" fmla="*/ 2740251 w 12192000"/>
              <a:gd name="connsiteY133" fmla="*/ 1986946 h 2237474"/>
              <a:gd name="connsiteX134" fmla="*/ 2718916 w 12192000"/>
              <a:gd name="connsiteY134" fmla="*/ 1990867 h 2237474"/>
              <a:gd name="connsiteX135" fmla="*/ 2713522 w 12192000"/>
              <a:gd name="connsiteY135" fmla="*/ 1990173 h 2237474"/>
              <a:gd name="connsiteX136" fmla="*/ 2680597 w 12192000"/>
              <a:gd name="connsiteY136" fmla="*/ 1984996 h 2237474"/>
              <a:gd name="connsiteX137" fmla="*/ 2578178 w 12192000"/>
              <a:gd name="connsiteY137" fmla="*/ 1990531 h 2237474"/>
              <a:gd name="connsiteX138" fmla="*/ 2476147 w 12192000"/>
              <a:gd name="connsiteY138" fmla="*/ 1998305 h 2237474"/>
              <a:gd name="connsiteX139" fmla="*/ 2373568 w 12192000"/>
              <a:gd name="connsiteY139" fmla="*/ 2003219 h 2237474"/>
              <a:gd name="connsiteX140" fmla="*/ 2321399 w 12192000"/>
              <a:gd name="connsiteY140" fmla="*/ 1989467 h 2237474"/>
              <a:gd name="connsiteX141" fmla="*/ 2315525 w 12192000"/>
              <a:gd name="connsiteY141" fmla="*/ 1989708 h 2237474"/>
              <a:gd name="connsiteX142" fmla="*/ 2300792 w 12192000"/>
              <a:gd name="connsiteY142" fmla="*/ 1994290 h 2237474"/>
              <a:gd name="connsiteX143" fmla="*/ 2295469 w 12192000"/>
              <a:gd name="connsiteY143" fmla="*/ 1996659 h 2237474"/>
              <a:gd name="connsiteX144" fmla="*/ 2287219 w 12192000"/>
              <a:gd name="connsiteY144" fmla="*/ 1998750 h 2237474"/>
              <a:gd name="connsiteX145" fmla="*/ 2286948 w 12192000"/>
              <a:gd name="connsiteY145" fmla="*/ 1998596 h 2237474"/>
              <a:gd name="connsiteX146" fmla="*/ 2243069 w 12192000"/>
              <a:gd name="connsiteY146" fmla="*/ 2015111 h 2237474"/>
              <a:gd name="connsiteX147" fmla="*/ 2186609 w 12192000"/>
              <a:gd name="connsiteY147" fmla="*/ 2008263 h 2237474"/>
              <a:gd name="connsiteX148" fmla="*/ 2164831 w 12192000"/>
              <a:gd name="connsiteY148" fmla="*/ 2010143 h 2237474"/>
              <a:gd name="connsiteX149" fmla="*/ 2152836 w 12192000"/>
              <a:gd name="connsiteY149" fmla="*/ 2010048 h 2237474"/>
              <a:gd name="connsiteX150" fmla="*/ 2117102 w 12192000"/>
              <a:gd name="connsiteY150" fmla="*/ 2023004 h 2237474"/>
              <a:gd name="connsiteX151" fmla="*/ 2111935 w 12192000"/>
              <a:gd name="connsiteY151" fmla="*/ 2023163 h 2237474"/>
              <a:gd name="connsiteX152" fmla="*/ 2089991 w 12192000"/>
              <a:gd name="connsiteY152" fmla="*/ 2034193 h 2237474"/>
              <a:gd name="connsiteX153" fmla="*/ 2058061 w 12192000"/>
              <a:gd name="connsiteY153" fmla="*/ 2047942 h 2237474"/>
              <a:gd name="connsiteX154" fmla="*/ 2055737 w 12192000"/>
              <a:gd name="connsiteY154" fmla="*/ 2047704 h 2237474"/>
              <a:gd name="connsiteX155" fmla="*/ 2042244 w 12192000"/>
              <a:gd name="connsiteY155" fmla="*/ 2055560 h 2237474"/>
              <a:gd name="connsiteX156" fmla="*/ 1976224 w 12192000"/>
              <a:gd name="connsiteY156" fmla="*/ 2074257 h 2237474"/>
              <a:gd name="connsiteX157" fmla="*/ 1877728 w 12192000"/>
              <a:gd name="connsiteY157" fmla="*/ 2101004 h 2237474"/>
              <a:gd name="connsiteX158" fmla="*/ 1759056 w 12192000"/>
              <a:gd name="connsiteY158" fmla="*/ 2125608 h 2237474"/>
              <a:gd name="connsiteX159" fmla="*/ 1637948 w 12192000"/>
              <a:gd name="connsiteY159" fmla="*/ 2172597 h 2237474"/>
              <a:gd name="connsiteX160" fmla="*/ 1434549 w 12192000"/>
              <a:gd name="connsiteY160" fmla="*/ 2234522 h 2237474"/>
              <a:gd name="connsiteX161" fmla="*/ 1398481 w 12192000"/>
              <a:gd name="connsiteY161" fmla="*/ 2237074 h 2237474"/>
              <a:gd name="connsiteX162" fmla="*/ 1398407 w 12192000"/>
              <a:gd name="connsiteY162" fmla="*/ 2237095 h 2237474"/>
              <a:gd name="connsiteX163" fmla="*/ 1370962 w 12192000"/>
              <a:gd name="connsiteY163" fmla="*/ 2237474 h 2237474"/>
              <a:gd name="connsiteX164" fmla="*/ 1356367 w 12192000"/>
              <a:gd name="connsiteY164" fmla="*/ 2235089 h 2237474"/>
              <a:gd name="connsiteX165" fmla="*/ 1324828 w 12192000"/>
              <a:gd name="connsiteY165" fmla="*/ 2231968 h 2237474"/>
              <a:gd name="connsiteX166" fmla="*/ 1297744 w 12192000"/>
              <a:gd name="connsiteY166" fmla="*/ 2235849 h 2237474"/>
              <a:gd name="connsiteX167" fmla="*/ 1286236 w 12192000"/>
              <a:gd name="connsiteY167" fmla="*/ 2233135 h 2237474"/>
              <a:gd name="connsiteX168" fmla="*/ 1283504 w 12192000"/>
              <a:gd name="connsiteY168" fmla="*/ 2233797 h 2237474"/>
              <a:gd name="connsiteX169" fmla="*/ 1279765 w 12192000"/>
              <a:gd name="connsiteY169" fmla="*/ 2229639 h 2237474"/>
              <a:gd name="connsiteX170" fmla="*/ 1195347 w 12192000"/>
              <a:gd name="connsiteY170" fmla="*/ 2212354 h 2237474"/>
              <a:gd name="connsiteX171" fmla="*/ 970251 w 12192000"/>
              <a:gd name="connsiteY171" fmla="*/ 2221029 h 2237474"/>
              <a:gd name="connsiteX172" fmla="*/ 812914 w 12192000"/>
              <a:gd name="connsiteY172" fmla="*/ 2202752 h 2237474"/>
              <a:gd name="connsiteX173" fmla="*/ 800195 w 12192000"/>
              <a:gd name="connsiteY173" fmla="*/ 2209407 h 2237474"/>
              <a:gd name="connsiteX174" fmla="*/ 784978 w 12192000"/>
              <a:gd name="connsiteY174" fmla="*/ 2212360 h 2237474"/>
              <a:gd name="connsiteX175" fmla="*/ 681987 w 12192000"/>
              <a:gd name="connsiteY175" fmla="*/ 2216757 h 2237474"/>
              <a:gd name="connsiteX176" fmla="*/ 669923 w 12192000"/>
              <a:gd name="connsiteY176" fmla="*/ 2211682 h 2237474"/>
              <a:gd name="connsiteX177" fmla="*/ 648680 w 12192000"/>
              <a:gd name="connsiteY177" fmla="*/ 2206229 h 2237474"/>
              <a:gd name="connsiteX178" fmla="*/ 597225 w 12192000"/>
              <a:gd name="connsiteY178" fmla="*/ 2180999 h 2237474"/>
              <a:gd name="connsiteX179" fmla="*/ 558449 w 12192000"/>
              <a:gd name="connsiteY179" fmla="*/ 2182346 h 2237474"/>
              <a:gd name="connsiteX180" fmla="*/ 550517 w 12192000"/>
              <a:gd name="connsiteY180" fmla="*/ 2182060 h 2237474"/>
              <a:gd name="connsiteX181" fmla="*/ 550309 w 12192000"/>
              <a:gd name="connsiteY181" fmla="*/ 2181825 h 2237474"/>
              <a:gd name="connsiteX182" fmla="*/ 541836 w 12192000"/>
              <a:gd name="connsiteY182" fmla="*/ 2181063 h 2237474"/>
              <a:gd name="connsiteX183" fmla="*/ 536057 w 12192000"/>
              <a:gd name="connsiteY183" fmla="*/ 2181537 h 2237474"/>
              <a:gd name="connsiteX184" fmla="*/ 520671 w 12192000"/>
              <a:gd name="connsiteY184" fmla="*/ 2180980 h 2237474"/>
              <a:gd name="connsiteX185" fmla="*/ 515024 w 12192000"/>
              <a:gd name="connsiteY185" fmla="*/ 2179258 h 2237474"/>
              <a:gd name="connsiteX186" fmla="*/ 512278 w 12192000"/>
              <a:gd name="connsiteY186" fmla="*/ 2176369 h 2237474"/>
              <a:gd name="connsiteX187" fmla="*/ 480419 w 12192000"/>
              <a:gd name="connsiteY187" fmla="*/ 2167807 h 2237474"/>
              <a:gd name="connsiteX188" fmla="*/ 413835 w 12192000"/>
              <a:gd name="connsiteY188" fmla="*/ 2156783 h 2237474"/>
              <a:gd name="connsiteX189" fmla="*/ 376513 w 12192000"/>
              <a:gd name="connsiteY189" fmla="*/ 2154014 h 2237474"/>
              <a:gd name="connsiteX190" fmla="*/ 273386 w 12192000"/>
              <a:gd name="connsiteY190" fmla="*/ 2142551 h 2237474"/>
              <a:gd name="connsiteX191" fmla="*/ 169207 w 12192000"/>
              <a:gd name="connsiteY191" fmla="*/ 2128100 h 2237474"/>
              <a:gd name="connsiteX192" fmla="*/ 93149 w 12192000"/>
              <a:gd name="connsiteY192" fmla="*/ 2105324 h 2237474"/>
              <a:gd name="connsiteX193" fmla="*/ 88109 w 12192000"/>
              <a:gd name="connsiteY193" fmla="*/ 2106704 h 2237474"/>
              <a:gd name="connsiteX194" fmla="*/ 80022 w 12192000"/>
              <a:gd name="connsiteY194" fmla="*/ 2107254 h 2237474"/>
              <a:gd name="connsiteX195" fmla="*/ 79717 w 12192000"/>
              <a:gd name="connsiteY195" fmla="*/ 2107046 h 2237474"/>
              <a:gd name="connsiteX196" fmla="*/ 72352 w 12192000"/>
              <a:gd name="connsiteY196" fmla="*/ 2107991 h 2237474"/>
              <a:gd name="connsiteX197" fmla="*/ 37645 w 12192000"/>
              <a:gd name="connsiteY197" fmla="*/ 2115401 h 2237474"/>
              <a:gd name="connsiteX198" fmla="*/ 4572 w 12192000"/>
              <a:gd name="connsiteY198" fmla="*/ 2111091 h 2237474"/>
              <a:gd name="connsiteX199" fmla="*/ 0 w 12192000"/>
              <a:gd name="connsiteY199" fmla="*/ 2110468 h 2237474"/>
              <a:gd name="connsiteX200" fmla="*/ 0 w 12192000"/>
              <a:gd name="connsiteY20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59633 w 12192000"/>
              <a:gd name="connsiteY85" fmla="*/ 183716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59633 w 12192000"/>
              <a:gd name="connsiteY85" fmla="*/ 183716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38372 w 12192000"/>
              <a:gd name="connsiteY104" fmla="*/ 1851480 h 2237474"/>
              <a:gd name="connsiteX105" fmla="*/ 4232517 w 12192000"/>
              <a:gd name="connsiteY105" fmla="*/ 1852567 h 2237474"/>
              <a:gd name="connsiteX106" fmla="*/ 4191732 w 12192000"/>
              <a:gd name="connsiteY106" fmla="*/ 1857328 h 2237474"/>
              <a:gd name="connsiteX107" fmla="*/ 4065532 w 12192000"/>
              <a:gd name="connsiteY107" fmla="*/ 1855477 h 2237474"/>
              <a:gd name="connsiteX108" fmla="*/ 4028460 w 12192000"/>
              <a:gd name="connsiteY108" fmla="*/ 1855137 h 2237474"/>
              <a:gd name="connsiteX109" fmla="*/ 4002267 w 12192000"/>
              <a:gd name="connsiteY109" fmla="*/ 1852352 h 2237474"/>
              <a:gd name="connsiteX110" fmla="*/ 3931396 w 12192000"/>
              <a:gd name="connsiteY110" fmla="*/ 1858915 h 2237474"/>
              <a:gd name="connsiteX111" fmla="*/ 3812162 w 12192000"/>
              <a:gd name="connsiteY111" fmla="*/ 1875501 h 2237474"/>
              <a:gd name="connsiteX112" fmla="*/ 3729530 w 12192000"/>
              <a:gd name="connsiteY112" fmla="*/ 1864513 h 2237474"/>
              <a:gd name="connsiteX113" fmla="*/ 3680177 w 12192000"/>
              <a:gd name="connsiteY113" fmla="*/ 1881552 h 2237474"/>
              <a:gd name="connsiteX114" fmla="*/ 3567259 w 12192000"/>
              <a:gd name="connsiteY114" fmla="*/ 1893482 h 2237474"/>
              <a:gd name="connsiteX115" fmla="*/ 3405770 w 12192000"/>
              <a:gd name="connsiteY115" fmla="*/ 1904591 h 2237474"/>
              <a:gd name="connsiteX116" fmla="*/ 3280097 w 12192000"/>
              <a:gd name="connsiteY116" fmla="*/ 1919610 h 2237474"/>
              <a:gd name="connsiteX117" fmla="*/ 3123424 w 12192000"/>
              <a:gd name="connsiteY117" fmla="*/ 1952930 h 2237474"/>
              <a:gd name="connsiteX118" fmla="*/ 3009910 w 12192000"/>
              <a:gd name="connsiteY118" fmla="*/ 1957866 h 2237474"/>
              <a:gd name="connsiteX119" fmla="*/ 2995934 w 12192000"/>
              <a:gd name="connsiteY119" fmla="*/ 1967085 h 2237474"/>
              <a:gd name="connsiteX120" fmla="*/ 2980071 w 12192000"/>
              <a:gd name="connsiteY120" fmla="*/ 1972988 h 2237474"/>
              <a:gd name="connsiteX121" fmla="*/ 2978094 w 12192000"/>
              <a:gd name="connsiteY121" fmla="*/ 1972369 h 2237474"/>
              <a:gd name="connsiteX122" fmla="*/ 2942858 w 12192000"/>
              <a:gd name="connsiteY122" fmla="*/ 1981367 h 2237474"/>
              <a:gd name="connsiteX123" fmla="*/ 2875436 w 12192000"/>
              <a:gd name="connsiteY123" fmla="*/ 1996977 h 2237474"/>
              <a:gd name="connsiteX124" fmla="*/ 2874892 w 12192000"/>
              <a:gd name="connsiteY124" fmla="*/ 1996085 h 2237474"/>
              <a:gd name="connsiteX125" fmla="*/ 2864145 w 12192000"/>
              <a:gd name="connsiteY125" fmla="*/ 1994061 h 2237474"/>
              <a:gd name="connsiteX126" fmla="*/ 2843662 w 12192000"/>
              <a:gd name="connsiteY126" fmla="*/ 1992498 h 2237474"/>
              <a:gd name="connsiteX127" fmla="*/ 2796128 w 12192000"/>
              <a:gd name="connsiteY127" fmla="*/ 1976403 h 2237474"/>
              <a:gd name="connsiteX128" fmla="*/ 2756784 w 12192000"/>
              <a:gd name="connsiteY128" fmla="*/ 1985116 h 2237474"/>
              <a:gd name="connsiteX129" fmla="*/ 2748833 w 12192000"/>
              <a:gd name="connsiteY129" fmla="*/ 1986323 h 2237474"/>
              <a:gd name="connsiteX130" fmla="*/ 2748661 w 12192000"/>
              <a:gd name="connsiteY130" fmla="*/ 1986122 h 2237474"/>
              <a:gd name="connsiteX131" fmla="*/ 2740251 w 12192000"/>
              <a:gd name="connsiteY131" fmla="*/ 1986946 h 2237474"/>
              <a:gd name="connsiteX132" fmla="*/ 2718916 w 12192000"/>
              <a:gd name="connsiteY132" fmla="*/ 1990867 h 2237474"/>
              <a:gd name="connsiteX133" fmla="*/ 2713522 w 12192000"/>
              <a:gd name="connsiteY133" fmla="*/ 1990173 h 2237474"/>
              <a:gd name="connsiteX134" fmla="*/ 2680597 w 12192000"/>
              <a:gd name="connsiteY134" fmla="*/ 1984996 h 2237474"/>
              <a:gd name="connsiteX135" fmla="*/ 2578178 w 12192000"/>
              <a:gd name="connsiteY135" fmla="*/ 1990531 h 2237474"/>
              <a:gd name="connsiteX136" fmla="*/ 2476147 w 12192000"/>
              <a:gd name="connsiteY136" fmla="*/ 1998305 h 2237474"/>
              <a:gd name="connsiteX137" fmla="*/ 2373568 w 12192000"/>
              <a:gd name="connsiteY137" fmla="*/ 2003219 h 2237474"/>
              <a:gd name="connsiteX138" fmla="*/ 2321399 w 12192000"/>
              <a:gd name="connsiteY138" fmla="*/ 1989467 h 2237474"/>
              <a:gd name="connsiteX139" fmla="*/ 2315525 w 12192000"/>
              <a:gd name="connsiteY139" fmla="*/ 1989708 h 2237474"/>
              <a:gd name="connsiteX140" fmla="*/ 2300792 w 12192000"/>
              <a:gd name="connsiteY140" fmla="*/ 1994290 h 2237474"/>
              <a:gd name="connsiteX141" fmla="*/ 2295469 w 12192000"/>
              <a:gd name="connsiteY141" fmla="*/ 1996659 h 2237474"/>
              <a:gd name="connsiteX142" fmla="*/ 2287219 w 12192000"/>
              <a:gd name="connsiteY142" fmla="*/ 1998750 h 2237474"/>
              <a:gd name="connsiteX143" fmla="*/ 2286948 w 12192000"/>
              <a:gd name="connsiteY143" fmla="*/ 1998596 h 2237474"/>
              <a:gd name="connsiteX144" fmla="*/ 2243069 w 12192000"/>
              <a:gd name="connsiteY144" fmla="*/ 2015111 h 2237474"/>
              <a:gd name="connsiteX145" fmla="*/ 2186609 w 12192000"/>
              <a:gd name="connsiteY145" fmla="*/ 2008263 h 2237474"/>
              <a:gd name="connsiteX146" fmla="*/ 2164831 w 12192000"/>
              <a:gd name="connsiteY146" fmla="*/ 2010143 h 2237474"/>
              <a:gd name="connsiteX147" fmla="*/ 2152836 w 12192000"/>
              <a:gd name="connsiteY147" fmla="*/ 2010048 h 2237474"/>
              <a:gd name="connsiteX148" fmla="*/ 2117102 w 12192000"/>
              <a:gd name="connsiteY148" fmla="*/ 2023004 h 2237474"/>
              <a:gd name="connsiteX149" fmla="*/ 2111935 w 12192000"/>
              <a:gd name="connsiteY149" fmla="*/ 2023163 h 2237474"/>
              <a:gd name="connsiteX150" fmla="*/ 2089991 w 12192000"/>
              <a:gd name="connsiteY150" fmla="*/ 2034193 h 2237474"/>
              <a:gd name="connsiteX151" fmla="*/ 2058061 w 12192000"/>
              <a:gd name="connsiteY151" fmla="*/ 2047942 h 2237474"/>
              <a:gd name="connsiteX152" fmla="*/ 2055737 w 12192000"/>
              <a:gd name="connsiteY152" fmla="*/ 2047704 h 2237474"/>
              <a:gd name="connsiteX153" fmla="*/ 2042244 w 12192000"/>
              <a:gd name="connsiteY153" fmla="*/ 2055560 h 2237474"/>
              <a:gd name="connsiteX154" fmla="*/ 1976224 w 12192000"/>
              <a:gd name="connsiteY154" fmla="*/ 2074257 h 2237474"/>
              <a:gd name="connsiteX155" fmla="*/ 1877728 w 12192000"/>
              <a:gd name="connsiteY155" fmla="*/ 2101004 h 2237474"/>
              <a:gd name="connsiteX156" fmla="*/ 1759056 w 12192000"/>
              <a:gd name="connsiteY156" fmla="*/ 2125608 h 2237474"/>
              <a:gd name="connsiteX157" fmla="*/ 1637948 w 12192000"/>
              <a:gd name="connsiteY157" fmla="*/ 2172597 h 2237474"/>
              <a:gd name="connsiteX158" fmla="*/ 1434549 w 12192000"/>
              <a:gd name="connsiteY158" fmla="*/ 2234522 h 2237474"/>
              <a:gd name="connsiteX159" fmla="*/ 1398481 w 12192000"/>
              <a:gd name="connsiteY159" fmla="*/ 2237074 h 2237474"/>
              <a:gd name="connsiteX160" fmla="*/ 1398407 w 12192000"/>
              <a:gd name="connsiteY160" fmla="*/ 2237095 h 2237474"/>
              <a:gd name="connsiteX161" fmla="*/ 1370962 w 12192000"/>
              <a:gd name="connsiteY161" fmla="*/ 2237474 h 2237474"/>
              <a:gd name="connsiteX162" fmla="*/ 1356367 w 12192000"/>
              <a:gd name="connsiteY162" fmla="*/ 2235089 h 2237474"/>
              <a:gd name="connsiteX163" fmla="*/ 1324828 w 12192000"/>
              <a:gd name="connsiteY163" fmla="*/ 2231968 h 2237474"/>
              <a:gd name="connsiteX164" fmla="*/ 1297744 w 12192000"/>
              <a:gd name="connsiteY164" fmla="*/ 2235849 h 2237474"/>
              <a:gd name="connsiteX165" fmla="*/ 1286236 w 12192000"/>
              <a:gd name="connsiteY165" fmla="*/ 2233135 h 2237474"/>
              <a:gd name="connsiteX166" fmla="*/ 1283504 w 12192000"/>
              <a:gd name="connsiteY166" fmla="*/ 2233797 h 2237474"/>
              <a:gd name="connsiteX167" fmla="*/ 1279765 w 12192000"/>
              <a:gd name="connsiteY167" fmla="*/ 2229639 h 2237474"/>
              <a:gd name="connsiteX168" fmla="*/ 1195347 w 12192000"/>
              <a:gd name="connsiteY168" fmla="*/ 2212354 h 2237474"/>
              <a:gd name="connsiteX169" fmla="*/ 970251 w 12192000"/>
              <a:gd name="connsiteY169" fmla="*/ 2221029 h 2237474"/>
              <a:gd name="connsiteX170" fmla="*/ 812914 w 12192000"/>
              <a:gd name="connsiteY170" fmla="*/ 2202752 h 2237474"/>
              <a:gd name="connsiteX171" fmla="*/ 800195 w 12192000"/>
              <a:gd name="connsiteY171" fmla="*/ 2209407 h 2237474"/>
              <a:gd name="connsiteX172" fmla="*/ 784978 w 12192000"/>
              <a:gd name="connsiteY172" fmla="*/ 2212360 h 2237474"/>
              <a:gd name="connsiteX173" fmla="*/ 681987 w 12192000"/>
              <a:gd name="connsiteY173" fmla="*/ 2216757 h 2237474"/>
              <a:gd name="connsiteX174" fmla="*/ 669923 w 12192000"/>
              <a:gd name="connsiteY174" fmla="*/ 2211682 h 2237474"/>
              <a:gd name="connsiteX175" fmla="*/ 648680 w 12192000"/>
              <a:gd name="connsiteY175" fmla="*/ 2206229 h 2237474"/>
              <a:gd name="connsiteX176" fmla="*/ 597225 w 12192000"/>
              <a:gd name="connsiteY176" fmla="*/ 2180999 h 2237474"/>
              <a:gd name="connsiteX177" fmla="*/ 558449 w 12192000"/>
              <a:gd name="connsiteY177" fmla="*/ 2182346 h 2237474"/>
              <a:gd name="connsiteX178" fmla="*/ 550517 w 12192000"/>
              <a:gd name="connsiteY178" fmla="*/ 2182060 h 2237474"/>
              <a:gd name="connsiteX179" fmla="*/ 550309 w 12192000"/>
              <a:gd name="connsiteY179" fmla="*/ 2181825 h 2237474"/>
              <a:gd name="connsiteX180" fmla="*/ 541836 w 12192000"/>
              <a:gd name="connsiteY180" fmla="*/ 2181063 h 2237474"/>
              <a:gd name="connsiteX181" fmla="*/ 536057 w 12192000"/>
              <a:gd name="connsiteY181" fmla="*/ 2181537 h 2237474"/>
              <a:gd name="connsiteX182" fmla="*/ 520671 w 12192000"/>
              <a:gd name="connsiteY182" fmla="*/ 2180980 h 2237474"/>
              <a:gd name="connsiteX183" fmla="*/ 515024 w 12192000"/>
              <a:gd name="connsiteY183" fmla="*/ 2179258 h 2237474"/>
              <a:gd name="connsiteX184" fmla="*/ 512278 w 12192000"/>
              <a:gd name="connsiteY184" fmla="*/ 2176369 h 2237474"/>
              <a:gd name="connsiteX185" fmla="*/ 480419 w 12192000"/>
              <a:gd name="connsiteY185" fmla="*/ 2167807 h 2237474"/>
              <a:gd name="connsiteX186" fmla="*/ 413835 w 12192000"/>
              <a:gd name="connsiteY186" fmla="*/ 2156783 h 2237474"/>
              <a:gd name="connsiteX187" fmla="*/ 376513 w 12192000"/>
              <a:gd name="connsiteY187" fmla="*/ 2154014 h 2237474"/>
              <a:gd name="connsiteX188" fmla="*/ 273386 w 12192000"/>
              <a:gd name="connsiteY188" fmla="*/ 2142551 h 2237474"/>
              <a:gd name="connsiteX189" fmla="*/ 169207 w 12192000"/>
              <a:gd name="connsiteY189" fmla="*/ 2128100 h 2237474"/>
              <a:gd name="connsiteX190" fmla="*/ 93149 w 12192000"/>
              <a:gd name="connsiteY190" fmla="*/ 2105324 h 2237474"/>
              <a:gd name="connsiteX191" fmla="*/ 88109 w 12192000"/>
              <a:gd name="connsiteY191" fmla="*/ 2106704 h 2237474"/>
              <a:gd name="connsiteX192" fmla="*/ 80022 w 12192000"/>
              <a:gd name="connsiteY192" fmla="*/ 2107254 h 2237474"/>
              <a:gd name="connsiteX193" fmla="*/ 79717 w 12192000"/>
              <a:gd name="connsiteY193" fmla="*/ 2107046 h 2237474"/>
              <a:gd name="connsiteX194" fmla="*/ 72352 w 12192000"/>
              <a:gd name="connsiteY194" fmla="*/ 2107991 h 2237474"/>
              <a:gd name="connsiteX195" fmla="*/ 37645 w 12192000"/>
              <a:gd name="connsiteY195" fmla="*/ 2115401 h 2237474"/>
              <a:gd name="connsiteX196" fmla="*/ 4572 w 12192000"/>
              <a:gd name="connsiteY196" fmla="*/ 2111091 h 2237474"/>
              <a:gd name="connsiteX197" fmla="*/ 0 w 12192000"/>
              <a:gd name="connsiteY197" fmla="*/ 2110468 h 2237474"/>
              <a:gd name="connsiteX198" fmla="*/ 0 w 12192000"/>
              <a:gd name="connsiteY19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290981 w 12192000"/>
              <a:gd name="connsiteY102" fmla="*/ 1839677 h 2237474"/>
              <a:gd name="connsiteX103" fmla="*/ 4238372 w 12192000"/>
              <a:gd name="connsiteY103" fmla="*/ 1851480 h 2237474"/>
              <a:gd name="connsiteX104" fmla="*/ 4232517 w 12192000"/>
              <a:gd name="connsiteY104" fmla="*/ 1852567 h 2237474"/>
              <a:gd name="connsiteX105" fmla="*/ 4191732 w 12192000"/>
              <a:gd name="connsiteY105" fmla="*/ 1857328 h 2237474"/>
              <a:gd name="connsiteX106" fmla="*/ 4065532 w 12192000"/>
              <a:gd name="connsiteY106" fmla="*/ 1855477 h 2237474"/>
              <a:gd name="connsiteX107" fmla="*/ 4028460 w 12192000"/>
              <a:gd name="connsiteY107" fmla="*/ 1855137 h 2237474"/>
              <a:gd name="connsiteX108" fmla="*/ 4002267 w 12192000"/>
              <a:gd name="connsiteY108" fmla="*/ 1852352 h 2237474"/>
              <a:gd name="connsiteX109" fmla="*/ 3931396 w 12192000"/>
              <a:gd name="connsiteY109" fmla="*/ 1858915 h 2237474"/>
              <a:gd name="connsiteX110" fmla="*/ 3812162 w 12192000"/>
              <a:gd name="connsiteY110" fmla="*/ 1875501 h 2237474"/>
              <a:gd name="connsiteX111" fmla="*/ 3729530 w 12192000"/>
              <a:gd name="connsiteY111" fmla="*/ 1864513 h 2237474"/>
              <a:gd name="connsiteX112" fmla="*/ 3680177 w 12192000"/>
              <a:gd name="connsiteY112" fmla="*/ 1881552 h 2237474"/>
              <a:gd name="connsiteX113" fmla="*/ 3567259 w 12192000"/>
              <a:gd name="connsiteY113" fmla="*/ 1893482 h 2237474"/>
              <a:gd name="connsiteX114" fmla="*/ 3405770 w 12192000"/>
              <a:gd name="connsiteY114" fmla="*/ 1904591 h 2237474"/>
              <a:gd name="connsiteX115" fmla="*/ 3280097 w 12192000"/>
              <a:gd name="connsiteY115" fmla="*/ 1919610 h 2237474"/>
              <a:gd name="connsiteX116" fmla="*/ 3123424 w 12192000"/>
              <a:gd name="connsiteY116" fmla="*/ 1952930 h 2237474"/>
              <a:gd name="connsiteX117" fmla="*/ 3009910 w 12192000"/>
              <a:gd name="connsiteY117" fmla="*/ 1957866 h 2237474"/>
              <a:gd name="connsiteX118" fmla="*/ 2995934 w 12192000"/>
              <a:gd name="connsiteY118" fmla="*/ 1967085 h 2237474"/>
              <a:gd name="connsiteX119" fmla="*/ 2980071 w 12192000"/>
              <a:gd name="connsiteY119" fmla="*/ 1972988 h 2237474"/>
              <a:gd name="connsiteX120" fmla="*/ 2978094 w 12192000"/>
              <a:gd name="connsiteY120" fmla="*/ 1972369 h 2237474"/>
              <a:gd name="connsiteX121" fmla="*/ 2942858 w 12192000"/>
              <a:gd name="connsiteY121" fmla="*/ 1981367 h 2237474"/>
              <a:gd name="connsiteX122" fmla="*/ 2875436 w 12192000"/>
              <a:gd name="connsiteY122" fmla="*/ 1996977 h 2237474"/>
              <a:gd name="connsiteX123" fmla="*/ 2874892 w 12192000"/>
              <a:gd name="connsiteY123" fmla="*/ 1996085 h 2237474"/>
              <a:gd name="connsiteX124" fmla="*/ 2864145 w 12192000"/>
              <a:gd name="connsiteY124" fmla="*/ 1994061 h 2237474"/>
              <a:gd name="connsiteX125" fmla="*/ 2843662 w 12192000"/>
              <a:gd name="connsiteY125" fmla="*/ 1992498 h 2237474"/>
              <a:gd name="connsiteX126" fmla="*/ 2796128 w 12192000"/>
              <a:gd name="connsiteY126" fmla="*/ 1976403 h 2237474"/>
              <a:gd name="connsiteX127" fmla="*/ 2756784 w 12192000"/>
              <a:gd name="connsiteY127" fmla="*/ 1985116 h 2237474"/>
              <a:gd name="connsiteX128" fmla="*/ 2748833 w 12192000"/>
              <a:gd name="connsiteY128" fmla="*/ 1986323 h 2237474"/>
              <a:gd name="connsiteX129" fmla="*/ 2748661 w 12192000"/>
              <a:gd name="connsiteY129" fmla="*/ 1986122 h 2237474"/>
              <a:gd name="connsiteX130" fmla="*/ 2740251 w 12192000"/>
              <a:gd name="connsiteY130" fmla="*/ 1986946 h 2237474"/>
              <a:gd name="connsiteX131" fmla="*/ 2718916 w 12192000"/>
              <a:gd name="connsiteY131" fmla="*/ 1990867 h 2237474"/>
              <a:gd name="connsiteX132" fmla="*/ 2713522 w 12192000"/>
              <a:gd name="connsiteY132" fmla="*/ 1990173 h 2237474"/>
              <a:gd name="connsiteX133" fmla="*/ 2680597 w 12192000"/>
              <a:gd name="connsiteY133" fmla="*/ 1984996 h 2237474"/>
              <a:gd name="connsiteX134" fmla="*/ 2578178 w 12192000"/>
              <a:gd name="connsiteY134" fmla="*/ 1990531 h 2237474"/>
              <a:gd name="connsiteX135" fmla="*/ 2476147 w 12192000"/>
              <a:gd name="connsiteY135" fmla="*/ 1998305 h 2237474"/>
              <a:gd name="connsiteX136" fmla="*/ 2373568 w 12192000"/>
              <a:gd name="connsiteY136" fmla="*/ 2003219 h 2237474"/>
              <a:gd name="connsiteX137" fmla="*/ 2321399 w 12192000"/>
              <a:gd name="connsiteY137" fmla="*/ 1989467 h 2237474"/>
              <a:gd name="connsiteX138" fmla="*/ 2315525 w 12192000"/>
              <a:gd name="connsiteY138" fmla="*/ 1989708 h 2237474"/>
              <a:gd name="connsiteX139" fmla="*/ 2300792 w 12192000"/>
              <a:gd name="connsiteY139" fmla="*/ 1994290 h 2237474"/>
              <a:gd name="connsiteX140" fmla="*/ 2295469 w 12192000"/>
              <a:gd name="connsiteY140" fmla="*/ 1996659 h 2237474"/>
              <a:gd name="connsiteX141" fmla="*/ 2287219 w 12192000"/>
              <a:gd name="connsiteY141" fmla="*/ 1998750 h 2237474"/>
              <a:gd name="connsiteX142" fmla="*/ 2286948 w 12192000"/>
              <a:gd name="connsiteY142" fmla="*/ 1998596 h 2237474"/>
              <a:gd name="connsiteX143" fmla="*/ 2243069 w 12192000"/>
              <a:gd name="connsiteY143" fmla="*/ 2015111 h 2237474"/>
              <a:gd name="connsiteX144" fmla="*/ 2186609 w 12192000"/>
              <a:gd name="connsiteY144" fmla="*/ 2008263 h 2237474"/>
              <a:gd name="connsiteX145" fmla="*/ 2164831 w 12192000"/>
              <a:gd name="connsiteY145" fmla="*/ 2010143 h 2237474"/>
              <a:gd name="connsiteX146" fmla="*/ 2152836 w 12192000"/>
              <a:gd name="connsiteY146" fmla="*/ 2010048 h 2237474"/>
              <a:gd name="connsiteX147" fmla="*/ 2117102 w 12192000"/>
              <a:gd name="connsiteY147" fmla="*/ 2023004 h 2237474"/>
              <a:gd name="connsiteX148" fmla="*/ 2111935 w 12192000"/>
              <a:gd name="connsiteY148" fmla="*/ 2023163 h 2237474"/>
              <a:gd name="connsiteX149" fmla="*/ 2089991 w 12192000"/>
              <a:gd name="connsiteY149" fmla="*/ 2034193 h 2237474"/>
              <a:gd name="connsiteX150" fmla="*/ 2058061 w 12192000"/>
              <a:gd name="connsiteY150" fmla="*/ 2047942 h 2237474"/>
              <a:gd name="connsiteX151" fmla="*/ 2055737 w 12192000"/>
              <a:gd name="connsiteY151" fmla="*/ 2047704 h 2237474"/>
              <a:gd name="connsiteX152" fmla="*/ 2042244 w 12192000"/>
              <a:gd name="connsiteY152" fmla="*/ 2055560 h 2237474"/>
              <a:gd name="connsiteX153" fmla="*/ 1976224 w 12192000"/>
              <a:gd name="connsiteY153" fmla="*/ 2074257 h 2237474"/>
              <a:gd name="connsiteX154" fmla="*/ 1877728 w 12192000"/>
              <a:gd name="connsiteY154" fmla="*/ 2101004 h 2237474"/>
              <a:gd name="connsiteX155" fmla="*/ 1759056 w 12192000"/>
              <a:gd name="connsiteY155" fmla="*/ 2125608 h 2237474"/>
              <a:gd name="connsiteX156" fmla="*/ 1637948 w 12192000"/>
              <a:gd name="connsiteY156" fmla="*/ 2172597 h 2237474"/>
              <a:gd name="connsiteX157" fmla="*/ 1434549 w 12192000"/>
              <a:gd name="connsiteY157" fmla="*/ 2234522 h 2237474"/>
              <a:gd name="connsiteX158" fmla="*/ 1398481 w 12192000"/>
              <a:gd name="connsiteY158" fmla="*/ 2237074 h 2237474"/>
              <a:gd name="connsiteX159" fmla="*/ 1398407 w 12192000"/>
              <a:gd name="connsiteY159" fmla="*/ 2237095 h 2237474"/>
              <a:gd name="connsiteX160" fmla="*/ 1370962 w 12192000"/>
              <a:gd name="connsiteY160" fmla="*/ 2237474 h 2237474"/>
              <a:gd name="connsiteX161" fmla="*/ 1356367 w 12192000"/>
              <a:gd name="connsiteY161" fmla="*/ 2235089 h 2237474"/>
              <a:gd name="connsiteX162" fmla="*/ 1324828 w 12192000"/>
              <a:gd name="connsiteY162" fmla="*/ 2231968 h 2237474"/>
              <a:gd name="connsiteX163" fmla="*/ 1297744 w 12192000"/>
              <a:gd name="connsiteY163" fmla="*/ 2235849 h 2237474"/>
              <a:gd name="connsiteX164" fmla="*/ 1286236 w 12192000"/>
              <a:gd name="connsiteY164" fmla="*/ 2233135 h 2237474"/>
              <a:gd name="connsiteX165" fmla="*/ 1283504 w 12192000"/>
              <a:gd name="connsiteY165" fmla="*/ 2233797 h 2237474"/>
              <a:gd name="connsiteX166" fmla="*/ 1279765 w 12192000"/>
              <a:gd name="connsiteY166" fmla="*/ 2229639 h 2237474"/>
              <a:gd name="connsiteX167" fmla="*/ 1195347 w 12192000"/>
              <a:gd name="connsiteY167" fmla="*/ 2212354 h 2237474"/>
              <a:gd name="connsiteX168" fmla="*/ 970251 w 12192000"/>
              <a:gd name="connsiteY168" fmla="*/ 2221029 h 2237474"/>
              <a:gd name="connsiteX169" fmla="*/ 812914 w 12192000"/>
              <a:gd name="connsiteY169" fmla="*/ 2202752 h 2237474"/>
              <a:gd name="connsiteX170" fmla="*/ 800195 w 12192000"/>
              <a:gd name="connsiteY170" fmla="*/ 2209407 h 2237474"/>
              <a:gd name="connsiteX171" fmla="*/ 784978 w 12192000"/>
              <a:gd name="connsiteY171" fmla="*/ 2212360 h 2237474"/>
              <a:gd name="connsiteX172" fmla="*/ 681987 w 12192000"/>
              <a:gd name="connsiteY172" fmla="*/ 2216757 h 2237474"/>
              <a:gd name="connsiteX173" fmla="*/ 669923 w 12192000"/>
              <a:gd name="connsiteY173" fmla="*/ 2211682 h 2237474"/>
              <a:gd name="connsiteX174" fmla="*/ 648680 w 12192000"/>
              <a:gd name="connsiteY174" fmla="*/ 2206229 h 2237474"/>
              <a:gd name="connsiteX175" fmla="*/ 597225 w 12192000"/>
              <a:gd name="connsiteY175" fmla="*/ 2180999 h 2237474"/>
              <a:gd name="connsiteX176" fmla="*/ 558449 w 12192000"/>
              <a:gd name="connsiteY176" fmla="*/ 2182346 h 2237474"/>
              <a:gd name="connsiteX177" fmla="*/ 550517 w 12192000"/>
              <a:gd name="connsiteY177" fmla="*/ 2182060 h 2237474"/>
              <a:gd name="connsiteX178" fmla="*/ 550309 w 12192000"/>
              <a:gd name="connsiteY178" fmla="*/ 2181825 h 2237474"/>
              <a:gd name="connsiteX179" fmla="*/ 541836 w 12192000"/>
              <a:gd name="connsiteY179" fmla="*/ 2181063 h 2237474"/>
              <a:gd name="connsiteX180" fmla="*/ 536057 w 12192000"/>
              <a:gd name="connsiteY180" fmla="*/ 2181537 h 2237474"/>
              <a:gd name="connsiteX181" fmla="*/ 520671 w 12192000"/>
              <a:gd name="connsiteY181" fmla="*/ 2180980 h 2237474"/>
              <a:gd name="connsiteX182" fmla="*/ 515024 w 12192000"/>
              <a:gd name="connsiteY182" fmla="*/ 2179258 h 2237474"/>
              <a:gd name="connsiteX183" fmla="*/ 512278 w 12192000"/>
              <a:gd name="connsiteY183" fmla="*/ 2176369 h 2237474"/>
              <a:gd name="connsiteX184" fmla="*/ 480419 w 12192000"/>
              <a:gd name="connsiteY184" fmla="*/ 2167807 h 2237474"/>
              <a:gd name="connsiteX185" fmla="*/ 413835 w 12192000"/>
              <a:gd name="connsiteY185" fmla="*/ 2156783 h 2237474"/>
              <a:gd name="connsiteX186" fmla="*/ 376513 w 12192000"/>
              <a:gd name="connsiteY186" fmla="*/ 2154014 h 2237474"/>
              <a:gd name="connsiteX187" fmla="*/ 273386 w 12192000"/>
              <a:gd name="connsiteY187" fmla="*/ 2142551 h 2237474"/>
              <a:gd name="connsiteX188" fmla="*/ 169207 w 12192000"/>
              <a:gd name="connsiteY188" fmla="*/ 2128100 h 2237474"/>
              <a:gd name="connsiteX189" fmla="*/ 93149 w 12192000"/>
              <a:gd name="connsiteY189" fmla="*/ 2105324 h 2237474"/>
              <a:gd name="connsiteX190" fmla="*/ 88109 w 12192000"/>
              <a:gd name="connsiteY190" fmla="*/ 2106704 h 2237474"/>
              <a:gd name="connsiteX191" fmla="*/ 80022 w 12192000"/>
              <a:gd name="connsiteY191" fmla="*/ 2107254 h 2237474"/>
              <a:gd name="connsiteX192" fmla="*/ 79717 w 12192000"/>
              <a:gd name="connsiteY192" fmla="*/ 2107046 h 2237474"/>
              <a:gd name="connsiteX193" fmla="*/ 72352 w 12192000"/>
              <a:gd name="connsiteY193" fmla="*/ 2107991 h 2237474"/>
              <a:gd name="connsiteX194" fmla="*/ 37645 w 12192000"/>
              <a:gd name="connsiteY194" fmla="*/ 2115401 h 2237474"/>
              <a:gd name="connsiteX195" fmla="*/ 4572 w 12192000"/>
              <a:gd name="connsiteY195" fmla="*/ 2111091 h 2237474"/>
              <a:gd name="connsiteX196" fmla="*/ 0 w 12192000"/>
              <a:gd name="connsiteY196" fmla="*/ 2110468 h 2237474"/>
              <a:gd name="connsiteX197" fmla="*/ 0 w 12192000"/>
              <a:gd name="connsiteY19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290981 w 12192000"/>
              <a:gd name="connsiteY102" fmla="*/ 1839677 h 2237474"/>
              <a:gd name="connsiteX103" fmla="*/ 4238372 w 12192000"/>
              <a:gd name="connsiteY103" fmla="*/ 1851480 h 2237474"/>
              <a:gd name="connsiteX104" fmla="*/ 4232517 w 12192000"/>
              <a:gd name="connsiteY104" fmla="*/ 1852567 h 2237474"/>
              <a:gd name="connsiteX105" fmla="*/ 4191732 w 12192000"/>
              <a:gd name="connsiteY105" fmla="*/ 1857328 h 2237474"/>
              <a:gd name="connsiteX106" fmla="*/ 4065532 w 12192000"/>
              <a:gd name="connsiteY106" fmla="*/ 1855477 h 2237474"/>
              <a:gd name="connsiteX107" fmla="*/ 4028460 w 12192000"/>
              <a:gd name="connsiteY107" fmla="*/ 1855137 h 2237474"/>
              <a:gd name="connsiteX108" fmla="*/ 4002267 w 12192000"/>
              <a:gd name="connsiteY108" fmla="*/ 1852352 h 2237474"/>
              <a:gd name="connsiteX109" fmla="*/ 3931396 w 12192000"/>
              <a:gd name="connsiteY109" fmla="*/ 1858915 h 2237474"/>
              <a:gd name="connsiteX110" fmla="*/ 3812162 w 12192000"/>
              <a:gd name="connsiteY110" fmla="*/ 1875501 h 2237474"/>
              <a:gd name="connsiteX111" fmla="*/ 3729530 w 12192000"/>
              <a:gd name="connsiteY111" fmla="*/ 1864513 h 2237474"/>
              <a:gd name="connsiteX112" fmla="*/ 3680177 w 12192000"/>
              <a:gd name="connsiteY112" fmla="*/ 1881552 h 2237474"/>
              <a:gd name="connsiteX113" fmla="*/ 3567259 w 12192000"/>
              <a:gd name="connsiteY113" fmla="*/ 1893482 h 2237474"/>
              <a:gd name="connsiteX114" fmla="*/ 3405770 w 12192000"/>
              <a:gd name="connsiteY114" fmla="*/ 1904591 h 2237474"/>
              <a:gd name="connsiteX115" fmla="*/ 3280097 w 12192000"/>
              <a:gd name="connsiteY115" fmla="*/ 1919610 h 2237474"/>
              <a:gd name="connsiteX116" fmla="*/ 3123424 w 12192000"/>
              <a:gd name="connsiteY116" fmla="*/ 1952930 h 2237474"/>
              <a:gd name="connsiteX117" fmla="*/ 3009910 w 12192000"/>
              <a:gd name="connsiteY117" fmla="*/ 1957866 h 2237474"/>
              <a:gd name="connsiteX118" fmla="*/ 2995934 w 12192000"/>
              <a:gd name="connsiteY118" fmla="*/ 1967085 h 2237474"/>
              <a:gd name="connsiteX119" fmla="*/ 2980071 w 12192000"/>
              <a:gd name="connsiteY119" fmla="*/ 1972988 h 2237474"/>
              <a:gd name="connsiteX120" fmla="*/ 2978094 w 12192000"/>
              <a:gd name="connsiteY120" fmla="*/ 1972369 h 2237474"/>
              <a:gd name="connsiteX121" fmla="*/ 2942858 w 12192000"/>
              <a:gd name="connsiteY121" fmla="*/ 1981367 h 2237474"/>
              <a:gd name="connsiteX122" fmla="*/ 2875436 w 12192000"/>
              <a:gd name="connsiteY122" fmla="*/ 1996977 h 2237474"/>
              <a:gd name="connsiteX123" fmla="*/ 2874892 w 12192000"/>
              <a:gd name="connsiteY123" fmla="*/ 1996085 h 2237474"/>
              <a:gd name="connsiteX124" fmla="*/ 2864145 w 12192000"/>
              <a:gd name="connsiteY124" fmla="*/ 1994061 h 2237474"/>
              <a:gd name="connsiteX125" fmla="*/ 2843662 w 12192000"/>
              <a:gd name="connsiteY125" fmla="*/ 1992498 h 2237474"/>
              <a:gd name="connsiteX126" fmla="*/ 2796128 w 12192000"/>
              <a:gd name="connsiteY126" fmla="*/ 1976403 h 2237474"/>
              <a:gd name="connsiteX127" fmla="*/ 2756784 w 12192000"/>
              <a:gd name="connsiteY127" fmla="*/ 1985116 h 2237474"/>
              <a:gd name="connsiteX128" fmla="*/ 2748833 w 12192000"/>
              <a:gd name="connsiteY128" fmla="*/ 1986323 h 2237474"/>
              <a:gd name="connsiteX129" fmla="*/ 2748661 w 12192000"/>
              <a:gd name="connsiteY129" fmla="*/ 1986122 h 2237474"/>
              <a:gd name="connsiteX130" fmla="*/ 2740251 w 12192000"/>
              <a:gd name="connsiteY130" fmla="*/ 1986946 h 2237474"/>
              <a:gd name="connsiteX131" fmla="*/ 2718916 w 12192000"/>
              <a:gd name="connsiteY131" fmla="*/ 1990867 h 2237474"/>
              <a:gd name="connsiteX132" fmla="*/ 2713522 w 12192000"/>
              <a:gd name="connsiteY132" fmla="*/ 1990173 h 2237474"/>
              <a:gd name="connsiteX133" fmla="*/ 2680597 w 12192000"/>
              <a:gd name="connsiteY133" fmla="*/ 1984996 h 2237474"/>
              <a:gd name="connsiteX134" fmla="*/ 2578178 w 12192000"/>
              <a:gd name="connsiteY134" fmla="*/ 1990531 h 2237474"/>
              <a:gd name="connsiteX135" fmla="*/ 2476147 w 12192000"/>
              <a:gd name="connsiteY135" fmla="*/ 1998305 h 2237474"/>
              <a:gd name="connsiteX136" fmla="*/ 2373568 w 12192000"/>
              <a:gd name="connsiteY136" fmla="*/ 2003219 h 2237474"/>
              <a:gd name="connsiteX137" fmla="*/ 2321399 w 12192000"/>
              <a:gd name="connsiteY137" fmla="*/ 1989467 h 2237474"/>
              <a:gd name="connsiteX138" fmla="*/ 2315525 w 12192000"/>
              <a:gd name="connsiteY138" fmla="*/ 1989708 h 2237474"/>
              <a:gd name="connsiteX139" fmla="*/ 2300792 w 12192000"/>
              <a:gd name="connsiteY139" fmla="*/ 1994290 h 2237474"/>
              <a:gd name="connsiteX140" fmla="*/ 2295469 w 12192000"/>
              <a:gd name="connsiteY140" fmla="*/ 1996659 h 2237474"/>
              <a:gd name="connsiteX141" fmla="*/ 2287219 w 12192000"/>
              <a:gd name="connsiteY141" fmla="*/ 1998750 h 2237474"/>
              <a:gd name="connsiteX142" fmla="*/ 2286948 w 12192000"/>
              <a:gd name="connsiteY142" fmla="*/ 1998596 h 2237474"/>
              <a:gd name="connsiteX143" fmla="*/ 2243069 w 12192000"/>
              <a:gd name="connsiteY143" fmla="*/ 2015111 h 2237474"/>
              <a:gd name="connsiteX144" fmla="*/ 2186609 w 12192000"/>
              <a:gd name="connsiteY144" fmla="*/ 2008263 h 2237474"/>
              <a:gd name="connsiteX145" fmla="*/ 2164831 w 12192000"/>
              <a:gd name="connsiteY145" fmla="*/ 2010143 h 2237474"/>
              <a:gd name="connsiteX146" fmla="*/ 2152836 w 12192000"/>
              <a:gd name="connsiteY146" fmla="*/ 2010048 h 2237474"/>
              <a:gd name="connsiteX147" fmla="*/ 2117102 w 12192000"/>
              <a:gd name="connsiteY147" fmla="*/ 2023004 h 2237474"/>
              <a:gd name="connsiteX148" fmla="*/ 2111935 w 12192000"/>
              <a:gd name="connsiteY148" fmla="*/ 2023163 h 2237474"/>
              <a:gd name="connsiteX149" fmla="*/ 2089991 w 12192000"/>
              <a:gd name="connsiteY149" fmla="*/ 2034193 h 2237474"/>
              <a:gd name="connsiteX150" fmla="*/ 2058061 w 12192000"/>
              <a:gd name="connsiteY150" fmla="*/ 2047942 h 2237474"/>
              <a:gd name="connsiteX151" fmla="*/ 2055737 w 12192000"/>
              <a:gd name="connsiteY151" fmla="*/ 2047704 h 2237474"/>
              <a:gd name="connsiteX152" fmla="*/ 2042244 w 12192000"/>
              <a:gd name="connsiteY152" fmla="*/ 2055560 h 2237474"/>
              <a:gd name="connsiteX153" fmla="*/ 1976224 w 12192000"/>
              <a:gd name="connsiteY153" fmla="*/ 2074257 h 2237474"/>
              <a:gd name="connsiteX154" fmla="*/ 1877728 w 12192000"/>
              <a:gd name="connsiteY154" fmla="*/ 2101004 h 2237474"/>
              <a:gd name="connsiteX155" fmla="*/ 1759056 w 12192000"/>
              <a:gd name="connsiteY155" fmla="*/ 2125608 h 2237474"/>
              <a:gd name="connsiteX156" fmla="*/ 1637948 w 12192000"/>
              <a:gd name="connsiteY156" fmla="*/ 2172597 h 2237474"/>
              <a:gd name="connsiteX157" fmla="*/ 1434549 w 12192000"/>
              <a:gd name="connsiteY157" fmla="*/ 2234522 h 2237474"/>
              <a:gd name="connsiteX158" fmla="*/ 1398481 w 12192000"/>
              <a:gd name="connsiteY158" fmla="*/ 2237074 h 2237474"/>
              <a:gd name="connsiteX159" fmla="*/ 1398407 w 12192000"/>
              <a:gd name="connsiteY159" fmla="*/ 2237095 h 2237474"/>
              <a:gd name="connsiteX160" fmla="*/ 1370962 w 12192000"/>
              <a:gd name="connsiteY160" fmla="*/ 2237474 h 2237474"/>
              <a:gd name="connsiteX161" fmla="*/ 1356367 w 12192000"/>
              <a:gd name="connsiteY161" fmla="*/ 2235089 h 2237474"/>
              <a:gd name="connsiteX162" fmla="*/ 1324828 w 12192000"/>
              <a:gd name="connsiteY162" fmla="*/ 2231968 h 2237474"/>
              <a:gd name="connsiteX163" fmla="*/ 1297744 w 12192000"/>
              <a:gd name="connsiteY163" fmla="*/ 2235849 h 2237474"/>
              <a:gd name="connsiteX164" fmla="*/ 1286236 w 12192000"/>
              <a:gd name="connsiteY164" fmla="*/ 2233135 h 2237474"/>
              <a:gd name="connsiteX165" fmla="*/ 1283504 w 12192000"/>
              <a:gd name="connsiteY165" fmla="*/ 2233797 h 2237474"/>
              <a:gd name="connsiteX166" fmla="*/ 1279765 w 12192000"/>
              <a:gd name="connsiteY166" fmla="*/ 2229639 h 2237474"/>
              <a:gd name="connsiteX167" fmla="*/ 1195347 w 12192000"/>
              <a:gd name="connsiteY167" fmla="*/ 2212354 h 2237474"/>
              <a:gd name="connsiteX168" fmla="*/ 970251 w 12192000"/>
              <a:gd name="connsiteY168" fmla="*/ 2221029 h 2237474"/>
              <a:gd name="connsiteX169" fmla="*/ 812914 w 12192000"/>
              <a:gd name="connsiteY169" fmla="*/ 2202752 h 2237474"/>
              <a:gd name="connsiteX170" fmla="*/ 800195 w 12192000"/>
              <a:gd name="connsiteY170" fmla="*/ 2209407 h 2237474"/>
              <a:gd name="connsiteX171" fmla="*/ 784978 w 12192000"/>
              <a:gd name="connsiteY171" fmla="*/ 2212360 h 2237474"/>
              <a:gd name="connsiteX172" fmla="*/ 681987 w 12192000"/>
              <a:gd name="connsiteY172" fmla="*/ 2216757 h 2237474"/>
              <a:gd name="connsiteX173" fmla="*/ 669923 w 12192000"/>
              <a:gd name="connsiteY173" fmla="*/ 2211682 h 2237474"/>
              <a:gd name="connsiteX174" fmla="*/ 648680 w 12192000"/>
              <a:gd name="connsiteY174" fmla="*/ 2206229 h 2237474"/>
              <a:gd name="connsiteX175" fmla="*/ 597225 w 12192000"/>
              <a:gd name="connsiteY175" fmla="*/ 2180999 h 2237474"/>
              <a:gd name="connsiteX176" fmla="*/ 558449 w 12192000"/>
              <a:gd name="connsiteY176" fmla="*/ 2182346 h 2237474"/>
              <a:gd name="connsiteX177" fmla="*/ 550517 w 12192000"/>
              <a:gd name="connsiteY177" fmla="*/ 2182060 h 2237474"/>
              <a:gd name="connsiteX178" fmla="*/ 550309 w 12192000"/>
              <a:gd name="connsiteY178" fmla="*/ 2181825 h 2237474"/>
              <a:gd name="connsiteX179" fmla="*/ 541836 w 12192000"/>
              <a:gd name="connsiteY179" fmla="*/ 2181063 h 2237474"/>
              <a:gd name="connsiteX180" fmla="*/ 536057 w 12192000"/>
              <a:gd name="connsiteY180" fmla="*/ 2181537 h 2237474"/>
              <a:gd name="connsiteX181" fmla="*/ 520671 w 12192000"/>
              <a:gd name="connsiteY181" fmla="*/ 2180980 h 2237474"/>
              <a:gd name="connsiteX182" fmla="*/ 515024 w 12192000"/>
              <a:gd name="connsiteY182" fmla="*/ 2179258 h 2237474"/>
              <a:gd name="connsiteX183" fmla="*/ 512278 w 12192000"/>
              <a:gd name="connsiteY183" fmla="*/ 2176369 h 2237474"/>
              <a:gd name="connsiteX184" fmla="*/ 480419 w 12192000"/>
              <a:gd name="connsiteY184" fmla="*/ 2167807 h 2237474"/>
              <a:gd name="connsiteX185" fmla="*/ 413835 w 12192000"/>
              <a:gd name="connsiteY185" fmla="*/ 2156783 h 2237474"/>
              <a:gd name="connsiteX186" fmla="*/ 376513 w 12192000"/>
              <a:gd name="connsiteY186" fmla="*/ 2154014 h 2237474"/>
              <a:gd name="connsiteX187" fmla="*/ 273386 w 12192000"/>
              <a:gd name="connsiteY187" fmla="*/ 2142551 h 2237474"/>
              <a:gd name="connsiteX188" fmla="*/ 169207 w 12192000"/>
              <a:gd name="connsiteY188" fmla="*/ 2128100 h 2237474"/>
              <a:gd name="connsiteX189" fmla="*/ 93149 w 12192000"/>
              <a:gd name="connsiteY189" fmla="*/ 2105324 h 2237474"/>
              <a:gd name="connsiteX190" fmla="*/ 88109 w 12192000"/>
              <a:gd name="connsiteY190" fmla="*/ 2106704 h 2237474"/>
              <a:gd name="connsiteX191" fmla="*/ 80022 w 12192000"/>
              <a:gd name="connsiteY191" fmla="*/ 2107254 h 2237474"/>
              <a:gd name="connsiteX192" fmla="*/ 79717 w 12192000"/>
              <a:gd name="connsiteY192" fmla="*/ 2107046 h 2237474"/>
              <a:gd name="connsiteX193" fmla="*/ 72352 w 12192000"/>
              <a:gd name="connsiteY193" fmla="*/ 2107991 h 2237474"/>
              <a:gd name="connsiteX194" fmla="*/ 37645 w 12192000"/>
              <a:gd name="connsiteY194" fmla="*/ 2115401 h 2237474"/>
              <a:gd name="connsiteX195" fmla="*/ 4572 w 12192000"/>
              <a:gd name="connsiteY195" fmla="*/ 2111091 h 2237474"/>
              <a:gd name="connsiteX196" fmla="*/ 0 w 12192000"/>
              <a:gd name="connsiteY196" fmla="*/ 2110468 h 2237474"/>
              <a:gd name="connsiteX197" fmla="*/ 0 w 12192000"/>
              <a:gd name="connsiteY19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42099 w 12192000"/>
              <a:gd name="connsiteY53" fmla="*/ 1336332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39997 w 12192000"/>
              <a:gd name="connsiteY50" fmla="*/ 1282713 h 2237474"/>
              <a:gd name="connsiteX51" fmla="*/ 8074238 w 12192000"/>
              <a:gd name="connsiteY51" fmla="*/ 1301895 h 2237474"/>
              <a:gd name="connsiteX52" fmla="*/ 7942099 w 12192000"/>
              <a:gd name="connsiteY52" fmla="*/ 1336332 h 2237474"/>
              <a:gd name="connsiteX53" fmla="*/ 7902328 w 12192000"/>
              <a:gd name="connsiteY53" fmla="*/ 1345865 h 2237474"/>
              <a:gd name="connsiteX54" fmla="*/ 7840612 w 12192000"/>
              <a:gd name="connsiteY54" fmla="*/ 1369373 h 2237474"/>
              <a:gd name="connsiteX55" fmla="*/ 7786819 w 12192000"/>
              <a:gd name="connsiteY55" fmla="*/ 1378970 h 2237474"/>
              <a:gd name="connsiteX56" fmla="*/ 7548172 w 12192000"/>
              <a:gd name="connsiteY56" fmla="*/ 1417460 h 2237474"/>
              <a:gd name="connsiteX57" fmla="*/ 7483437 w 12192000"/>
              <a:gd name="connsiteY57" fmla="*/ 1478152 h 2237474"/>
              <a:gd name="connsiteX58" fmla="*/ 7377870 w 12192000"/>
              <a:gd name="connsiteY58" fmla="*/ 1523319 h 2237474"/>
              <a:gd name="connsiteX59" fmla="*/ 7230737 w 12192000"/>
              <a:gd name="connsiteY59" fmla="*/ 1562633 h 2237474"/>
              <a:gd name="connsiteX60" fmla="*/ 7224458 w 12192000"/>
              <a:gd name="connsiteY60" fmla="*/ 1573008 h 2237474"/>
              <a:gd name="connsiteX61" fmla="*/ 7183121 w 12192000"/>
              <a:gd name="connsiteY61" fmla="*/ 1595162 h 2237474"/>
              <a:gd name="connsiteX62" fmla="*/ 7164601 w 12192000"/>
              <a:gd name="connsiteY62" fmla="*/ 1606490 h 2237474"/>
              <a:gd name="connsiteX63" fmla="*/ 7031309 w 12192000"/>
              <a:gd name="connsiteY63" fmla="*/ 1619451 h 2237474"/>
              <a:gd name="connsiteX64" fmla="*/ 6900177 w 12192000"/>
              <a:gd name="connsiteY64" fmla="*/ 1636016 h 2237474"/>
              <a:gd name="connsiteX65" fmla="*/ 6795372 w 12192000"/>
              <a:gd name="connsiteY65" fmla="*/ 1644845 h 2237474"/>
              <a:gd name="connsiteX66" fmla="*/ 6692251 w 12192000"/>
              <a:gd name="connsiteY66" fmla="*/ 1656357 h 2237474"/>
              <a:gd name="connsiteX67" fmla="*/ 6655235 w 12192000"/>
              <a:gd name="connsiteY67" fmla="*/ 1661869 h 2237474"/>
              <a:gd name="connsiteX68" fmla="*/ 6554894 w 12192000"/>
              <a:gd name="connsiteY68" fmla="*/ 1664428 h 2237474"/>
              <a:gd name="connsiteX69" fmla="*/ 6516595 w 12192000"/>
              <a:gd name="connsiteY69" fmla="*/ 1667475 h 2237474"/>
              <a:gd name="connsiteX70" fmla="*/ 6508541 w 12192000"/>
              <a:gd name="connsiteY70" fmla="*/ 1668757 h 2237474"/>
              <a:gd name="connsiteX71" fmla="*/ 6471012 w 12192000"/>
              <a:gd name="connsiteY71" fmla="*/ 1678604 h 2237474"/>
              <a:gd name="connsiteX72" fmla="*/ 6364035 w 12192000"/>
              <a:gd name="connsiteY72" fmla="*/ 1667683 h 2237474"/>
              <a:gd name="connsiteX73" fmla="*/ 6280959 w 12192000"/>
              <a:gd name="connsiteY73" fmla="*/ 1689329 h 2237474"/>
              <a:gd name="connsiteX74" fmla="*/ 6243319 w 12192000"/>
              <a:gd name="connsiteY74" fmla="*/ 1695560 h 2237474"/>
              <a:gd name="connsiteX75" fmla="*/ 6098321 w 12192000"/>
              <a:gd name="connsiteY75" fmla="*/ 1721646 h 2237474"/>
              <a:gd name="connsiteX76" fmla="*/ 5880652 w 12192000"/>
              <a:gd name="connsiteY76" fmla="*/ 1779643 h 2237474"/>
              <a:gd name="connsiteX77" fmla="*/ 5785959 w 12192000"/>
              <a:gd name="connsiteY77" fmla="*/ 1775307 h 2237474"/>
              <a:gd name="connsiteX78" fmla="*/ 5643534 w 12192000"/>
              <a:gd name="connsiteY78" fmla="*/ 1802919 h 2237474"/>
              <a:gd name="connsiteX79" fmla="*/ 5518799 w 12192000"/>
              <a:gd name="connsiteY79" fmla="*/ 1818312 h 2237474"/>
              <a:gd name="connsiteX80" fmla="*/ 5505014 w 12192000"/>
              <a:gd name="connsiteY80" fmla="*/ 1819259 h 2237474"/>
              <a:gd name="connsiteX81" fmla="*/ 5453307 w 12192000"/>
              <a:gd name="connsiteY81" fmla="*/ 1815450 h 2237474"/>
              <a:gd name="connsiteX82" fmla="*/ 5221533 w 12192000"/>
              <a:gd name="connsiteY82" fmla="*/ 1846950 h 2237474"/>
              <a:gd name="connsiteX83" fmla="*/ 5149802 w 12192000"/>
              <a:gd name="connsiteY83" fmla="*/ 1844846 h 2237474"/>
              <a:gd name="connsiteX84" fmla="*/ 5114927 w 12192000"/>
              <a:gd name="connsiteY84" fmla="*/ 1847827 h 2237474"/>
              <a:gd name="connsiteX85" fmla="*/ 5108970 w 12192000"/>
              <a:gd name="connsiteY85" fmla="*/ 1847935 h 2237474"/>
              <a:gd name="connsiteX86" fmla="*/ 5067961 w 12192000"/>
              <a:gd name="connsiteY86" fmla="*/ 1845917 h 2237474"/>
              <a:gd name="connsiteX87" fmla="*/ 5007075 w 12192000"/>
              <a:gd name="connsiteY87" fmla="*/ 1838626 h 2237474"/>
              <a:gd name="connsiteX88" fmla="*/ 4944087 w 12192000"/>
              <a:gd name="connsiteY88" fmla="*/ 1823332 h 2237474"/>
              <a:gd name="connsiteX89" fmla="*/ 4907662 w 12192000"/>
              <a:gd name="connsiteY89" fmla="*/ 1816900 h 2237474"/>
              <a:gd name="connsiteX90" fmla="*/ 4882386 w 12192000"/>
              <a:gd name="connsiteY90" fmla="*/ 1809844 h 2237474"/>
              <a:gd name="connsiteX91" fmla="*/ 4811440 w 12192000"/>
              <a:gd name="connsiteY91" fmla="*/ 1804655 h 2237474"/>
              <a:gd name="connsiteX92" fmla="*/ 4691075 w 12192000"/>
              <a:gd name="connsiteY92" fmla="*/ 1801389 h 2237474"/>
              <a:gd name="connsiteX93" fmla="*/ 4611738 w 12192000"/>
              <a:gd name="connsiteY93" fmla="*/ 1776964 h 2237474"/>
              <a:gd name="connsiteX94" fmla="*/ 4560070 w 12192000"/>
              <a:gd name="connsiteY94" fmla="*/ 1785640 h 2237474"/>
              <a:gd name="connsiteX95" fmla="*/ 4536503 w 12192000"/>
              <a:gd name="connsiteY95" fmla="*/ 1785334 h 2237474"/>
              <a:gd name="connsiteX96" fmla="*/ 4513724 w 12192000"/>
              <a:gd name="connsiteY96" fmla="*/ 1791996 h 2237474"/>
              <a:gd name="connsiteX97" fmla="*/ 4459810 w 12192000"/>
              <a:gd name="connsiteY97" fmla="*/ 1797886 h 2237474"/>
              <a:gd name="connsiteX98" fmla="*/ 4379064 w 12192000"/>
              <a:gd name="connsiteY98" fmla="*/ 1817177 h 2237474"/>
              <a:gd name="connsiteX99" fmla="*/ 4290981 w 12192000"/>
              <a:gd name="connsiteY99" fmla="*/ 1839677 h 2237474"/>
              <a:gd name="connsiteX100" fmla="*/ 4238372 w 12192000"/>
              <a:gd name="connsiteY100" fmla="*/ 1851480 h 2237474"/>
              <a:gd name="connsiteX101" fmla="*/ 4232517 w 12192000"/>
              <a:gd name="connsiteY101" fmla="*/ 1852567 h 2237474"/>
              <a:gd name="connsiteX102" fmla="*/ 4191732 w 12192000"/>
              <a:gd name="connsiteY102" fmla="*/ 1857328 h 2237474"/>
              <a:gd name="connsiteX103" fmla="*/ 4065532 w 12192000"/>
              <a:gd name="connsiteY103" fmla="*/ 1855477 h 2237474"/>
              <a:gd name="connsiteX104" fmla="*/ 4028460 w 12192000"/>
              <a:gd name="connsiteY104" fmla="*/ 1855137 h 2237474"/>
              <a:gd name="connsiteX105" fmla="*/ 4002267 w 12192000"/>
              <a:gd name="connsiteY105" fmla="*/ 1852352 h 2237474"/>
              <a:gd name="connsiteX106" fmla="*/ 3931396 w 12192000"/>
              <a:gd name="connsiteY106" fmla="*/ 1858915 h 2237474"/>
              <a:gd name="connsiteX107" fmla="*/ 3812162 w 12192000"/>
              <a:gd name="connsiteY107" fmla="*/ 1875501 h 2237474"/>
              <a:gd name="connsiteX108" fmla="*/ 3729530 w 12192000"/>
              <a:gd name="connsiteY108" fmla="*/ 1864513 h 2237474"/>
              <a:gd name="connsiteX109" fmla="*/ 3680177 w 12192000"/>
              <a:gd name="connsiteY109" fmla="*/ 1881552 h 2237474"/>
              <a:gd name="connsiteX110" fmla="*/ 3567259 w 12192000"/>
              <a:gd name="connsiteY110" fmla="*/ 1893482 h 2237474"/>
              <a:gd name="connsiteX111" fmla="*/ 3405770 w 12192000"/>
              <a:gd name="connsiteY111" fmla="*/ 1904591 h 2237474"/>
              <a:gd name="connsiteX112" fmla="*/ 3280097 w 12192000"/>
              <a:gd name="connsiteY112" fmla="*/ 1919610 h 2237474"/>
              <a:gd name="connsiteX113" fmla="*/ 3123424 w 12192000"/>
              <a:gd name="connsiteY113" fmla="*/ 1952930 h 2237474"/>
              <a:gd name="connsiteX114" fmla="*/ 3009910 w 12192000"/>
              <a:gd name="connsiteY114" fmla="*/ 1957866 h 2237474"/>
              <a:gd name="connsiteX115" fmla="*/ 2995934 w 12192000"/>
              <a:gd name="connsiteY115" fmla="*/ 1967085 h 2237474"/>
              <a:gd name="connsiteX116" fmla="*/ 2980071 w 12192000"/>
              <a:gd name="connsiteY116" fmla="*/ 1972988 h 2237474"/>
              <a:gd name="connsiteX117" fmla="*/ 2978094 w 12192000"/>
              <a:gd name="connsiteY117" fmla="*/ 1972369 h 2237474"/>
              <a:gd name="connsiteX118" fmla="*/ 2942858 w 12192000"/>
              <a:gd name="connsiteY118" fmla="*/ 1981367 h 2237474"/>
              <a:gd name="connsiteX119" fmla="*/ 2875436 w 12192000"/>
              <a:gd name="connsiteY119" fmla="*/ 1996977 h 2237474"/>
              <a:gd name="connsiteX120" fmla="*/ 2874892 w 12192000"/>
              <a:gd name="connsiteY120" fmla="*/ 1996085 h 2237474"/>
              <a:gd name="connsiteX121" fmla="*/ 2864145 w 12192000"/>
              <a:gd name="connsiteY121" fmla="*/ 1994061 h 2237474"/>
              <a:gd name="connsiteX122" fmla="*/ 2843662 w 12192000"/>
              <a:gd name="connsiteY122" fmla="*/ 1992498 h 2237474"/>
              <a:gd name="connsiteX123" fmla="*/ 2796128 w 12192000"/>
              <a:gd name="connsiteY123" fmla="*/ 1976403 h 2237474"/>
              <a:gd name="connsiteX124" fmla="*/ 2756784 w 12192000"/>
              <a:gd name="connsiteY124" fmla="*/ 1985116 h 2237474"/>
              <a:gd name="connsiteX125" fmla="*/ 2748833 w 12192000"/>
              <a:gd name="connsiteY125" fmla="*/ 1986323 h 2237474"/>
              <a:gd name="connsiteX126" fmla="*/ 2748661 w 12192000"/>
              <a:gd name="connsiteY126" fmla="*/ 1986122 h 2237474"/>
              <a:gd name="connsiteX127" fmla="*/ 2740251 w 12192000"/>
              <a:gd name="connsiteY127" fmla="*/ 1986946 h 2237474"/>
              <a:gd name="connsiteX128" fmla="*/ 2718916 w 12192000"/>
              <a:gd name="connsiteY128" fmla="*/ 1990867 h 2237474"/>
              <a:gd name="connsiteX129" fmla="*/ 2713522 w 12192000"/>
              <a:gd name="connsiteY129" fmla="*/ 1990173 h 2237474"/>
              <a:gd name="connsiteX130" fmla="*/ 2680597 w 12192000"/>
              <a:gd name="connsiteY130" fmla="*/ 1984996 h 2237474"/>
              <a:gd name="connsiteX131" fmla="*/ 2578178 w 12192000"/>
              <a:gd name="connsiteY131" fmla="*/ 1990531 h 2237474"/>
              <a:gd name="connsiteX132" fmla="*/ 2476147 w 12192000"/>
              <a:gd name="connsiteY132" fmla="*/ 1998305 h 2237474"/>
              <a:gd name="connsiteX133" fmla="*/ 2373568 w 12192000"/>
              <a:gd name="connsiteY133" fmla="*/ 2003219 h 2237474"/>
              <a:gd name="connsiteX134" fmla="*/ 2321399 w 12192000"/>
              <a:gd name="connsiteY134" fmla="*/ 1989467 h 2237474"/>
              <a:gd name="connsiteX135" fmla="*/ 2315525 w 12192000"/>
              <a:gd name="connsiteY135" fmla="*/ 1989708 h 2237474"/>
              <a:gd name="connsiteX136" fmla="*/ 2300792 w 12192000"/>
              <a:gd name="connsiteY136" fmla="*/ 1994290 h 2237474"/>
              <a:gd name="connsiteX137" fmla="*/ 2295469 w 12192000"/>
              <a:gd name="connsiteY137" fmla="*/ 1996659 h 2237474"/>
              <a:gd name="connsiteX138" fmla="*/ 2287219 w 12192000"/>
              <a:gd name="connsiteY138" fmla="*/ 1998750 h 2237474"/>
              <a:gd name="connsiteX139" fmla="*/ 2286948 w 12192000"/>
              <a:gd name="connsiteY139" fmla="*/ 1998596 h 2237474"/>
              <a:gd name="connsiteX140" fmla="*/ 2243069 w 12192000"/>
              <a:gd name="connsiteY140" fmla="*/ 2015111 h 2237474"/>
              <a:gd name="connsiteX141" fmla="*/ 2186609 w 12192000"/>
              <a:gd name="connsiteY141" fmla="*/ 2008263 h 2237474"/>
              <a:gd name="connsiteX142" fmla="*/ 2164831 w 12192000"/>
              <a:gd name="connsiteY142" fmla="*/ 2010143 h 2237474"/>
              <a:gd name="connsiteX143" fmla="*/ 2152836 w 12192000"/>
              <a:gd name="connsiteY143" fmla="*/ 2010048 h 2237474"/>
              <a:gd name="connsiteX144" fmla="*/ 2117102 w 12192000"/>
              <a:gd name="connsiteY144" fmla="*/ 2023004 h 2237474"/>
              <a:gd name="connsiteX145" fmla="*/ 2111935 w 12192000"/>
              <a:gd name="connsiteY145" fmla="*/ 2023163 h 2237474"/>
              <a:gd name="connsiteX146" fmla="*/ 2089991 w 12192000"/>
              <a:gd name="connsiteY146" fmla="*/ 2034193 h 2237474"/>
              <a:gd name="connsiteX147" fmla="*/ 2058061 w 12192000"/>
              <a:gd name="connsiteY147" fmla="*/ 2047942 h 2237474"/>
              <a:gd name="connsiteX148" fmla="*/ 2055737 w 12192000"/>
              <a:gd name="connsiteY148" fmla="*/ 2047704 h 2237474"/>
              <a:gd name="connsiteX149" fmla="*/ 2042244 w 12192000"/>
              <a:gd name="connsiteY149" fmla="*/ 2055560 h 2237474"/>
              <a:gd name="connsiteX150" fmla="*/ 1976224 w 12192000"/>
              <a:gd name="connsiteY150" fmla="*/ 2074257 h 2237474"/>
              <a:gd name="connsiteX151" fmla="*/ 1877728 w 12192000"/>
              <a:gd name="connsiteY151" fmla="*/ 2101004 h 2237474"/>
              <a:gd name="connsiteX152" fmla="*/ 1759056 w 12192000"/>
              <a:gd name="connsiteY152" fmla="*/ 2125608 h 2237474"/>
              <a:gd name="connsiteX153" fmla="*/ 1637948 w 12192000"/>
              <a:gd name="connsiteY153" fmla="*/ 2172597 h 2237474"/>
              <a:gd name="connsiteX154" fmla="*/ 1434549 w 12192000"/>
              <a:gd name="connsiteY154" fmla="*/ 2234522 h 2237474"/>
              <a:gd name="connsiteX155" fmla="*/ 1398481 w 12192000"/>
              <a:gd name="connsiteY155" fmla="*/ 2237074 h 2237474"/>
              <a:gd name="connsiteX156" fmla="*/ 1398407 w 12192000"/>
              <a:gd name="connsiteY156" fmla="*/ 2237095 h 2237474"/>
              <a:gd name="connsiteX157" fmla="*/ 1370962 w 12192000"/>
              <a:gd name="connsiteY157" fmla="*/ 2237474 h 2237474"/>
              <a:gd name="connsiteX158" fmla="*/ 1356367 w 12192000"/>
              <a:gd name="connsiteY158" fmla="*/ 2235089 h 2237474"/>
              <a:gd name="connsiteX159" fmla="*/ 1324828 w 12192000"/>
              <a:gd name="connsiteY159" fmla="*/ 2231968 h 2237474"/>
              <a:gd name="connsiteX160" fmla="*/ 1297744 w 12192000"/>
              <a:gd name="connsiteY160" fmla="*/ 2235849 h 2237474"/>
              <a:gd name="connsiteX161" fmla="*/ 1286236 w 12192000"/>
              <a:gd name="connsiteY161" fmla="*/ 2233135 h 2237474"/>
              <a:gd name="connsiteX162" fmla="*/ 1283504 w 12192000"/>
              <a:gd name="connsiteY162" fmla="*/ 2233797 h 2237474"/>
              <a:gd name="connsiteX163" fmla="*/ 1279765 w 12192000"/>
              <a:gd name="connsiteY163" fmla="*/ 2229639 h 2237474"/>
              <a:gd name="connsiteX164" fmla="*/ 1195347 w 12192000"/>
              <a:gd name="connsiteY164" fmla="*/ 2212354 h 2237474"/>
              <a:gd name="connsiteX165" fmla="*/ 970251 w 12192000"/>
              <a:gd name="connsiteY165" fmla="*/ 2221029 h 2237474"/>
              <a:gd name="connsiteX166" fmla="*/ 812914 w 12192000"/>
              <a:gd name="connsiteY166" fmla="*/ 2202752 h 2237474"/>
              <a:gd name="connsiteX167" fmla="*/ 800195 w 12192000"/>
              <a:gd name="connsiteY167" fmla="*/ 2209407 h 2237474"/>
              <a:gd name="connsiteX168" fmla="*/ 784978 w 12192000"/>
              <a:gd name="connsiteY168" fmla="*/ 2212360 h 2237474"/>
              <a:gd name="connsiteX169" fmla="*/ 681987 w 12192000"/>
              <a:gd name="connsiteY169" fmla="*/ 2216757 h 2237474"/>
              <a:gd name="connsiteX170" fmla="*/ 669923 w 12192000"/>
              <a:gd name="connsiteY170" fmla="*/ 2211682 h 2237474"/>
              <a:gd name="connsiteX171" fmla="*/ 648680 w 12192000"/>
              <a:gd name="connsiteY171" fmla="*/ 2206229 h 2237474"/>
              <a:gd name="connsiteX172" fmla="*/ 597225 w 12192000"/>
              <a:gd name="connsiteY172" fmla="*/ 2180999 h 2237474"/>
              <a:gd name="connsiteX173" fmla="*/ 558449 w 12192000"/>
              <a:gd name="connsiteY173" fmla="*/ 2182346 h 2237474"/>
              <a:gd name="connsiteX174" fmla="*/ 550517 w 12192000"/>
              <a:gd name="connsiteY174" fmla="*/ 2182060 h 2237474"/>
              <a:gd name="connsiteX175" fmla="*/ 550309 w 12192000"/>
              <a:gd name="connsiteY175" fmla="*/ 2181825 h 2237474"/>
              <a:gd name="connsiteX176" fmla="*/ 541836 w 12192000"/>
              <a:gd name="connsiteY176" fmla="*/ 2181063 h 2237474"/>
              <a:gd name="connsiteX177" fmla="*/ 536057 w 12192000"/>
              <a:gd name="connsiteY177" fmla="*/ 2181537 h 2237474"/>
              <a:gd name="connsiteX178" fmla="*/ 520671 w 12192000"/>
              <a:gd name="connsiteY178" fmla="*/ 2180980 h 2237474"/>
              <a:gd name="connsiteX179" fmla="*/ 515024 w 12192000"/>
              <a:gd name="connsiteY179" fmla="*/ 2179258 h 2237474"/>
              <a:gd name="connsiteX180" fmla="*/ 512278 w 12192000"/>
              <a:gd name="connsiteY180" fmla="*/ 2176369 h 2237474"/>
              <a:gd name="connsiteX181" fmla="*/ 480419 w 12192000"/>
              <a:gd name="connsiteY181" fmla="*/ 2167807 h 2237474"/>
              <a:gd name="connsiteX182" fmla="*/ 413835 w 12192000"/>
              <a:gd name="connsiteY182" fmla="*/ 2156783 h 2237474"/>
              <a:gd name="connsiteX183" fmla="*/ 376513 w 12192000"/>
              <a:gd name="connsiteY183" fmla="*/ 2154014 h 2237474"/>
              <a:gd name="connsiteX184" fmla="*/ 273386 w 12192000"/>
              <a:gd name="connsiteY184" fmla="*/ 2142551 h 2237474"/>
              <a:gd name="connsiteX185" fmla="*/ 169207 w 12192000"/>
              <a:gd name="connsiteY185" fmla="*/ 2128100 h 2237474"/>
              <a:gd name="connsiteX186" fmla="*/ 93149 w 12192000"/>
              <a:gd name="connsiteY186" fmla="*/ 2105324 h 2237474"/>
              <a:gd name="connsiteX187" fmla="*/ 88109 w 12192000"/>
              <a:gd name="connsiteY187" fmla="*/ 2106704 h 2237474"/>
              <a:gd name="connsiteX188" fmla="*/ 80022 w 12192000"/>
              <a:gd name="connsiteY188" fmla="*/ 2107254 h 2237474"/>
              <a:gd name="connsiteX189" fmla="*/ 79717 w 12192000"/>
              <a:gd name="connsiteY189" fmla="*/ 2107046 h 2237474"/>
              <a:gd name="connsiteX190" fmla="*/ 72352 w 12192000"/>
              <a:gd name="connsiteY190" fmla="*/ 2107991 h 2237474"/>
              <a:gd name="connsiteX191" fmla="*/ 37645 w 12192000"/>
              <a:gd name="connsiteY191" fmla="*/ 2115401 h 2237474"/>
              <a:gd name="connsiteX192" fmla="*/ 4572 w 12192000"/>
              <a:gd name="connsiteY192" fmla="*/ 2111091 h 2237474"/>
              <a:gd name="connsiteX193" fmla="*/ 0 w 12192000"/>
              <a:gd name="connsiteY193" fmla="*/ 2110468 h 2237474"/>
              <a:gd name="connsiteX194" fmla="*/ 0 w 12192000"/>
              <a:gd name="connsiteY19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8975 w 12192000"/>
              <a:gd name="connsiteY12" fmla="*/ 75527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78094 w 12192000"/>
              <a:gd name="connsiteY114" fmla="*/ 1972369 h 2237474"/>
              <a:gd name="connsiteX115" fmla="*/ 2942858 w 12192000"/>
              <a:gd name="connsiteY115" fmla="*/ 1981367 h 2237474"/>
              <a:gd name="connsiteX116" fmla="*/ 2875436 w 12192000"/>
              <a:gd name="connsiteY116" fmla="*/ 1996977 h 2237474"/>
              <a:gd name="connsiteX117" fmla="*/ 2874892 w 12192000"/>
              <a:gd name="connsiteY117" fmla="*/ 1996085 h 2237474"/>
              <a:gd name="connsiteX118" fmla="*/ 2864145 w 12192000"/>
              <a:gd name="connsiteY118" fmla="*/ 1994061 h 2237474"/>
              <a:gd name="connsiteX119" fmla="*/ 2843662 w 12192000"/>
              <a:gd name="connsiteY119" fmla="*/ 1992498 h 2237474"/>
              <a:gd name="connsiteX120" fmla="*/ 2796128 w 12192000"/>
              <a:gd name="connsiteY120" fmla="*/ 1976403 h 2237474"/>
              <a:gd name="connsiteX121" fmla="*/ 2756784 w 12192000"/>
              <a:gd name="connsiteY121" fmla="*/ 1985116 h 2237474"/>
              <a:gd name="connsiteX122" fmla="*/ 2748833 w 12192000"/>
              <a:gd name="connsiteY122" fmla="*/ 1986323 h 2237474"/>
              <a:gd name="connsiteX123" fmla="*/ 2748661 w 12192000"/>
              <a:gd name="connsiteY123" fmla="*/ 1986122 h 2237474"/>
              <a:gd name="connsiteX124" fmla="*/ 2740251 w 12192000"/>
              <a:gd name="connsiteY124" fmla="*/ 1986946 h 2237474"/>
              <a:gd name="connsiteX125" fmla="*/ 2718916 w 12192000"/>
              <a:gd name="connsiteY125" fmla="*/ 1990867 h 2237474"/>
              <a:gd name="connsiteX126" fmla="*/ 2713522 w 12192000"/>
              <a:gd name="connsiteY126" fmla="*/ 1990173 h 2237474"/>
              <a:gd name="connsiteX127" fmla="*/ 2680597 w 12192000"/>
              <a:gd name="connsiteY127" fmla="*/ 1984996 h 2237474"/>
              <a:gd name="connsiteX128" fmla="*/ 2578178 w 12192000"/>
              <a:gd name="connsiteY128" fmla="*/ 1990531 h 2237474"/>
              <a:gd name="connsiteX129" fmla="*/ 2476147 w 12192000"/>
              <a:gd name="connsiteY129" fmla="*/ 1998305 h 2237474"/>
              <a:gd name="connsiteX130" fmla="*/ 2373568 w 12192000"/>
              <a:gd name="connsiteY130" fmla="*/ 2003219 h 2237474"/>
              <a:gd name="connsiteX131" fmla="*/ 2321399 w 12192000"/>
              <a:gd name="connsiteY131" fmla="*/ 1989467 h 2237474"/>
              <a:gd name="connsiteX132" fmla="*/ 2315525 w 12192000"/>
              <a:gd name="connsiteY132" fmla="*/ 1989708 h 2237474"/>
              <a:gd name="connsiteX133" fmla="*/ 2300792 w 12192000"/>
              <a:gd name="connsiteY133" fmla="*/ 1994290 h 2237474"/>
              <a:gd name="connsiteX134" fmla="*/ 2295469 w 12192000"/>
              <a:gd name="connsiteY134" fmla="*/ 1996659 h 2237474"/>
              <a:gd name="connsiteX135" fmla="*/ 2287219 w 12192000"/>
              <a:gd name="connsiteY135" fmla="*/ 1998750 h 2237474"/>
              <a:gd name="connsiteX136" fmla="*/ 2286948 w 12192000"/>
              <a:gd name="connsiteY136" fmla="*/ 1998596 h 2237474"/>
              <a:gd name="connsiteX137" fmla="*/ 2243069 w 12192000"/>
              <a:gd name="connsiteY137" fmla="*/ 2015111 h 2237474"/>
              <a:gd name="connsiteX138" fmla="*/ 2186609 w 12192000"/>
              <a:gd name="connsiteY138" fmla="*/ 2008263 h 2237474"/>
              <a:gd name="connsiteX139" fmla="*/ 2164831 w 12192000"/>
              <a:gd name="connsiteY139" fmla="*/ 2010143 h 2237474"/>
              <a:gd name="connsiteX140" fmla="*/ 2152836 w 12192000"/>
              <a:gd name="connsiteY140" fmla="*/ 2010048 h 2237474"/>
              <a:gd name="connsiteX141" fmla="*/ 2117102 w 12192000"/>
              <a:gd name="connsiteY141" fmla="*/ 2023004 h 2237474"/>
              <a:gd name="connsiteX142" fmla="*/ 2111935 w 12192000"/>
              <a:gd name="connsiteY142" fmla="*/ 2023163 h 2237474"/>
              <a:gd name="connsiteX143" fmla="*/ 2089991 w 12192000"/>
              <a:gd name="connsiteY143" fmla="*/ 2034193 h 2237474"/>
              <a:gd name="connsiteX144" fmla="*/ 2058061 w 12192000"/>
              <a:gd name="connsiteY144" fmla="*/ 2047942 h 2237474"/>
              <a:gd name="connsiteX145" fmla="*/ 2055737 w 12192000"/>
              <a:gd name="connsiteY145" fmla="*/ 2047704 h 2237474"/>
              <a:gd name="connsiteX146" fmla="*/ 2042244 w 12192000"/>
              <a:gd name="connsiteY146" fmla="*/ 2055560 h 2237474"/>
              <a:gd name="connsiteX147" fmla="*/ 1976224 w 12192000"/>
              <a:gd name="connsiteY147" fmla="*/ 2074257 h 2237474"/>
              <a:gd name="connsiteX148" fmla="*/ 1877728 w 12192000"/>
              <a:gd name="connsiteY148" fmla="*/ 2101004 h 2237474"/>
              <a:gd name="connsiteX149" fmla="*/ 1759056 w 12192000"/>
              <a:gd name="connsiteY149" fmla="*/ 2125608 h 2237474"/>
              <a:gd name="connsiteX150" fmla="*/ 1637948 w 12192000"/>
              <a:gd name="connsiteY150" fmla="*/ 2172597 h 2237474"/>
              <a:gd name="connsiteX151" fmla="*/ 1434549 w 12192000"/>
              <a:gd name="connsiteY151" fmla="*/ 2234522 h 2237474"/>
              <a:gd name="connsiteX152" fmla="*/ 1398481 w 12192000"/>
              <a:gd name="connsiteY152" fmla="*/ 2237074 h 2237474"/>
              <a:gd name="connsiteX153" fmla="*/ 1398407 w 12192000"/>
              <a:gd name="connsiteY153" fmla="*/ 2237095 h 2237474"/>
              <a:gd name="connsiteX154" fmla="*/ 1370962 w 12192000"/>
              <a:gd name="connsiteY154" fmla="*/ 2237474 h 2237474"/>
              <a:gd name="connsiteX155" fmla="*/ 1356367 w 12192000"/>
              <a:gd name="connsiteY155" fmla="*/ 2235089 h 2237474"/>
              <a:gd name="connsiteX156" fmla="*/ 1324828 w 12192000"/>
              <a:gd name="connsiteY156" fmla="*/ 2231968 h 2237474"/>
              <a:gd name="connsiteX157" fmla="*/ 1297744 w 12192000"/>
              <a:gd name="connsiteY157" fmla="*/ 2235849 h 2237474"/>
              <a:gd name="connsiteX158" fmla="*/ 1286236 w 12192000"/>
              <a:gd name="connsiteY158" fmla="*/ 2233135 h 2237474"/>
              <a:gd name="connsiteX159" fmla="*/ 1283504 w 12192000"/>
              <a:gd name="connsiteY159" fmla="*/ 2233797 h 2237474"/>
              <a:gd name="connsiteX160" fmla="*/ 1279765 w 12192000"/>
              <a:gd name="connsiteY160" fmla="*/ 2229639 h 2237474"/>
              <a:gd name="connsiteX161" fmla="*/ 1195347 w 12192000"/>
              <a:gd name="connsiteY161" fmla="*/ 2212354 h 2237474"/>
              <a:gd name="connsiteX162" fmla="*/ 970251 w 12192000"/>
              <a:gd name="connsiteY162" fmla="*/ 2221029 h 2237474"/>
              <a:gd name="connsiteX163" fmla="*/ 812914 w 12192000"/>
              <a:gd name="connsiteY163" fmla="*/ 2202752 h 2237474"/>
              <a:gd name="connsiteX164" fmla="*/ 800195 w 12192000"/>
              <a:gd name="connsiteY164" fmla="*/ 2209407 h 2237474"/>
              <a:gd name="connsiteX165" fmla="*/ 784978 w 12192000"/>
              <a:gd name="connsiteY165" fmla="*/ 2212360 h 2237474"/>
              <a:gd name="connsiteX166" fmla="*/ 681987 w 12192000"/>
              <a:gd name="connsiteY166" fmla="*/ 2216757 h 2237474"/>
              <a:gd name="connsiteX167" fmla="*/ 669923 w 12192000"/>
              <a:gd name="connsiteY167" fmla="*/ 2211682 h 2237474"/>
              <a:gd name="connsiteX168" fmla="*/ 648680 w 12192000"/>
              <a:gd name="connsiteY168" fmla="*/ 2206229 h 2237474"/>
              <a:gd name="connsiteX169" fmla="*/ 597225 w 12192000"/>
              <a:gd name="connsiteY169" fmla="*/ 2180999 h 2237474"/>
              <a:gd name="connsiteX170" fmla="*/ 558449 w 12192000"/>
              <a:gd name="connsiteY170" fmla="*/ 2182346 h 2237474"/>
              <a:gd name="connsiteX171" fmla="*/ 550517 w 12192000"/>
              <a:gd name="connsiteY171" fmla="*/ 2182060 h 2237474"/>
              <a:gd name="connsiteX172" fmla="*/ 550309 w 12192000"/>
              <a:gd name="connsiteY172" fmla="*/ 2181825 h 2237474"/>
              <a:gd name="connsiteX173" fmla="*/ 541836 w 12192000"/>
              <a:gd name="connsiteY173" fmla="*/ 2181063 h 2237474"/>
              <a:gd name="connsiteX174" fmla="*/ 536057 w 12192000"/>
              <a:gd name="connsiteY174" fmla="*/ 2181537 h 2237474"/>
              <a:gd name="connsiteX175" fmla="*/ 520671 w 12192000"/>
              <a:gd name="connsiteY175" fmla="*/ 2180980 h 2237474"/>
              <a:gd name="connsiteX176" fmla="*/ 515024 w 12192000"/>
              <a:gd name="connsiteY176" fmla="*/ 2179258 h 2237474"/>
              <a:gd name="connsiteX177" fmla="*/ 512278 w 12192000"/>
              <a:gd name="connsiteY177" fmla="*/ 2176369 h 2237474"/>
              <a:gd name="connsiteX178" fmla="*/ 480419 w 12192000"/>
              <a:gd name="connsiteY178" fmla="*/ 2167807 h 2237474"/>
              <a:gd name="connsiteX179" fmla="*/ 413835 w 12192000"/>
              <a:gd name="connsiteY179" fmla="*/ 2156783 h 2237474"/>
              <a:gd name="connsiteX180" fmla="*/ 376513 w 12192000"/>
              <a:gd name="connsiteY180" fmla="*/ 2154014 h 2237474"/>
              <a:gd name="connsiteX181" fmla="*/ 273386 w 12192000"/>
              <a:gd name="connsiteY181" fmla="*/ 2142551 h 2237474"/>
              <a:gd name="connsiteX182" fmla="*/ 169207 w 12192000"/>
              <a:gd name="connsiteY182" fmla="*/ 2128100 h 2237474"/>
              <a:gd name="connsiteX183" fmla="*/ 93149 w 12192000"/>
              <a:gd name="connsiteY183" fmla="*/ 2105324 h 2237474"/>
              <a:gd name="connsiteX184" fmla="*/ 88109 w 12192000"/>
              <a:gd name="connsiteY184" fmla="*/ 2106704 h 2237474"/>
              <a:gd name="connsiteX185" fmla="*/ 80022 w 12192000"/>
              <a:gd name="connsiteY185" fmla="*/ 2107254 h 2237474"/>
              <a:gd name="connsiteX186" fmla="*/ 79717 w 12192000"/>
              <a:gd name="connsiteY186" fmla="*/ 2107046 h 2237474"/>
              <a:gd name="connsiteX187" fmla="*/ 72352 w 12192000"/>
              <a:gd name="connsiteY187" fmla="*/ 2107991 h 2237474"/>
              <a:gd name="connsiteX188" fmla="*/ 37645 w 12192000"/>
              <a:gd name="connsiteY188" fmla="*/ 2115401 h 2237474"/>
              <a:gd name="connsiteX189" fmla="*/ 4572 w 12192000"/>
              <a:gd name="connsiteY189" fmla="*/ 2111091 h 2237474"/>
              <a:gd name="connsiteX190" fmla="*/ 0 w 12192000"/>
              <a:gd name="connsiteY190" fmla="*/ 2110468 h 2237474"/>
              <a:gd name="connsiteX191" fmla="*/ 0 w 12192000"/>
              <a:gd name="connsiteY19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78094 w 12192000"/>
              <a:gd name="connsiteY114" fmla="*/ 1972369 h 2237474"/>
              <a:gd name="connsiteX115" fmla="*/ 2942858 w 12192000"/>
              <a:gd name="connsiteY115" fmla="*/ 1981367 h 2237474"/>
              <a:gd name="connsiteX116" fmla="*/ 2875436 w 12192000"/>
              <a:gd name="connsiteY116" fmla="*/ 1996977 h 2237474"/>
              <a:gd name="connsiteX117" fmla="*/ 2874892 w 12192000"/>
              <a:gd name="connsiteY117" fmla="*/ 1996085 h 2237474"/>
              <a:gd name="connsiteX118" fmla="*/ 2864145 w 12192000"/>
              <a:gd name="connsiteY118" fmla="*/ 1994061 h 2237474"/>
              <a:gd name="connsiteX119" fmla="*/ 2843662 w 12192000"/>
              <a:gd name="connsiteY119" fmla="*/ 1992498 h 2237474"/>
              <a:gd name="connsiteX120" fmla="*/ 2796128 w 12192000"/>
              <a:gd name="connsiteY120" fmla="*/ 1976403 h 2237474"/>
              <a:gd name="connsiteX121" fmla="*/ 2756784 w 12192000"/>
              <a:gd name="connsiteY121" fmla="*/ 1985116 h 2237474"/>
              <a:gd name="connsiteX122" fmla="*/ 2748833 w 12192000"/>
              <a:gd name="connsiteY122" fmla="*/ 1986323 h 2237474"/>
              <a:gd name="connsiteX123" fmla="*/ 2748661 w 12192000"/>
              <a:gd name="connsiteY123" fmla="*/ 1986122 h 2237474"/>
              <a:gd name="connsiteX124" fmla="*/ 2740251 w 12192000"/>
              <a:gd name="connsiteY124" fmla="*/ 1986946 h 2237474"/>
              <a:gd name="connsiteX125" fmla="*/ 2718916 w 12192000"/>
              <a:gd name="connsiteY125" fmla="*/ 1990867 h 2237474"/>
              <a:gd name="connsiteX126" fmla="*/ 2713522 w 12192000"/>
              <a:gd name="connsiteY126" fmla="*/ 1990173 h 2237474"/>
              <a:gd name="connsiteX127" fmla="*/ 2680597 w 12192000"/>
              <a:gd name="connsiteY127" fmla="*/ 1984996 h 2237474"/>
              <a:gd name="connsiteX128" fmla="*/ 2578178 w 12192000"/>
              <a:gd name="connsiteY128" fmla="*/ 1990531 h 2237474"/>
              <a:gd name="connsiteX129" fmla="*/ 2476147 w 12192000"/>
              <a:gd name="connsiteY129" fmla="*/ 1998305 h 2237474"/>
              <a:gd name="connsiteX130" fmla="*/ 2373568 w 12192000"/>
              <a:gd name="connsiteY130" fmla="*/ 2003219 h 2237474"/>
              <a:gd name="connsiteX131" fmla="*/ 2321399 w 12192000"/>
              <a:gd name="connsiteY131" fmla="*/ 1989467 h 2237474"/>
              <a:gd name="connsiteX132" fmla="*/ 2315525 w 12192000"/>
              <a:gd name="connsiteY132" fmla="*/ 1989708 h 2237474"/>
              <a:gd name="connsiteX133" fmla="*/ 2300792 w 12192000"/>
              <a:gd name="connsiteY133" fmla="*/ 1994290 h 2237474"/>
              <a:gd name="connsiteX134" fmla="*/ 2295469 w 12192000"/>
              <a:gd name="connsiteY134" fmla="*/ 1996659 h 2237474"/>
              <a:gd name="connsiteX135" fmla="*/ 2287219 w 12192000"/>
              <a:gd name="connsiteY135" fmla="*/ 1998750 h 2237474"/>
              <a:gd name="connsiteX136" fmla="*/ 2286948 w 12192000"/>
              <a:gd name="connsiteY136" fmla="*/ 1998596 h 2237474"/>
              <a:gd name="connsiteX137" fmla="*/ 2243069 w 12192000"/>
              <a:gd name="connsiteY137" fmla="*/ 2015111 h 2237474"/>
              <a:gd name="connsiteX138" fmla="*/ 2186609 w 12192000"/>
              <a:gd name="connsiteY138" fmla="*/ 2008263 h 2237474"/>
              <a:gd name="connsiteX139" fmla="*/ 2164831 w 12192000"/>
              <a:gd name="connsiteY139" fmla="*/ 2010143 h 2237474"/>
              <a:gd name="connsiteX140" fmla="*/ 2152836 w 12192000"/>
              <a:gd name="connsiteY140" fmla="*/ 2010048 h 2237474"/>
              <a:gd name="connsiteX141" fmla="*/ 2117102 w 12192000"/>
              <a:gd name="connsiteY141" fmla="*/ 2023004 h 2237474"/>
              <a:gd name="connsiteX142" fmla="*/ 2111935 w 12192000"/>
              <a:gd name="connsiteY142" fmla="*/ 2023163 h 2237474"/>
              <a:gd name="connsiteX143" fmla="*/ 2089991 w 12192000"/>
              <a:gd name="connsiteY143" fmla="*/ 2034193 h 2237474"/>
              <a:gd name="connsiteX144" fmla="*/ 2058061 w 12192000"/>
              <a:gd name="connsiteY144" fmla="*/ 2047942 h 2237474"/>
              <a:gd name="connsiteX145" fmla="*/ 2055737 w 12192000"/>
              <a:gd name="connsiteY145" fmla="*/ 2047704 h 2237474"/>
              <a:gd name="connsiteX146" fmla="*/ 2042244 w 12192000"/>
              <a:gd name="connsiteY146" fmla="*/ 2055560 h 2237474"/>
              <a:gd name="connsiteX147" fmla="*/ 1976224 w 12192000"/>
              <a:gd name="connsiteY147" fmla="*/ 2074257 h 2237474"/>
              <a:gd name="connsiteX148" fmla="*/ 1877728 w 12192000"/>
              <a:gd name="connsiteY148" fmla="*/ 2101004 h 2237474"/>
              <a:gd name="connsiteX149" fmla="*/ 1759056 w 12192000"/>
              <a:gd name="connsiteY149" fmla="*/ 2125608 h 2237474"/>
              <a:gd name="connsiteX150" fmla="*/ 1637948 w 12192000"/>
              <a:gd name="connsiteY150" fmla="*/ 2172597 h 2237474"/>
              <a:gd name="connsiteX151" fmla="*/ 1434549 w 12192000"/>
              <a:gd name="connsiteY151" fmla="*/ 2234522 h 2237474"/>
              <a:gd name="connsiteX152" fmla="*/ 1398481 w 12192000"/>
              <a:gd name="connsiteY152" fmla="*/ 2237074 h 2237474"/>
              <a:gd name="connsiteX153" fmla="*/ 1398407 w 12192000"/>
              <a:gd name="connsiteY153" fmla="*/ 2237095 h 2237474"/>
              <a:gd name="connsiteX154" fmla="*/ 1370962 w 12192000"/>
              <a:gd name="connsiteY154" fmla="*/ 2237474 h 2237474"/>
              <a:gd name="connsiteX155" fmla="*/ 1356367 w 12192000"/>
              <a:gd name="connsiteY155" fmla="*/ 2235089 h 2237474"/>
              <a:gd name="connsiteX156" fmla="*/ 1324828 w 12192000"/>
              <a:gd name="connsiteY156" fmla="*/ 2231968 h 2237474"/>
              <a:gd name="connsiteX157" fmla="*/ 1297744 w 12192000"/>
              <a:gd name="connsiteY157" fmla="*/ 2235849 h 2237474"/>
              <a:gd name="connsiteX158" fmla="*/ 1286236 w 12192000"/>
              <a:gd name="connsiteY158" fmla="*/ 2233135 h 2237474"/>
              <a:gd name="connsiteX159" fmla="*/ 1283504 w 12192000"/>
              <a:gd name="connsiteY159" fmla="*/ 2233797 h 2237474"/>
              <a:gd name="connsiteX160" fmla="*/ 1279765 w 12192000"/>
              <a:gd name="connsiteY160" fmla="*/ 2229639 h 2237474"/>
              <a:gd name="connsiteX161" fmla="*/ 1195347 w 12192000"/>
              <a:gd name="connsiteY161" fmla="*/ 2212354 h 2237474"/>
              <a:gd name="connsiteX162" fmla="*/ 970251 w 12192000"/>
              <a:gd name="connsiteY162" fmla="*/ 2221029 h 2237474"/>
              <a:gd name="connsiteX163" fmla="*/ 812914 w 12192000"/>
              <a:gd name="connsiteY163" fmla="*/ 2202752 h 2237474"/>
              <a:gd name="connsiteX164" fmla="*/ 800195 w 12192000"/>
              <a:gd name="connsiteY164" fmla="*/ 2209407 h 2237474"/>
              <a:gd name="connsiteX165" fmla="*/ 784978 w 12192000"/>
              <a:gd name="connsiteY165" fmla="*/ 2212360 h 2237474"/>
              <a:gd name="connsiteX166" fmla="*/ 681987 w 12192000"/>
              <a:gd name="connsiteY166" fmla="*/ 2216757 h 2237474"/>
              <a:gd name="connsiteX167" fmla="*/ 669923 w 12192000"/>
              <a:gd name="connsiteY167" fmla="*/ 2211682 h 2237474"/>
              <a:gd name="connsiteX168" fmla="*/ 648680 w 12192000"/>
              <a:gd name="connsiteY168" fmla="*/ 2206229 h 2237474"/>
              <a:gd name="connsiteX169" fmla="*/ 597225 w 12192000"/>
              <a:gd name="connsiteY169" fmla="*/ 2180999 h 2237474"/>
              <a:gd name="connsiteX170" fmla="*/ 558449 w 12192000"/>
              <a:gd name="connsiteY170" fmla="*/ 2182346 h 2237474"/>
              <a:gd name="connsiteX171" fmla="*/ 550517 w 12192000"/>
              <a:gd name="connsiteY171" fmla="*/ 2182060 h 2237474"/>
              <a:gd name="connsiteX172" fmla="*/ 550309 w 12192000"/>
              <a:gd name="connsiteY172" fmla="*/ 2181825 h 2237474"/>
              <a:gd name="connsiteX173" fmla="*/ 541836 w 12192000"/>
              <a:gd name="connsiteY173" fmla="*/ 2181063 h 2237474"/>
              <a:gd name="connsiteX174" fmla="*/ 536057 w 12192000"/>
              <a:gd name="connsiteY174" fmla="*/ 2181537 h 2237474"/>
              <a:gd name="connsiteX175" fmla="*/ 520671 w 12192000"/>
              <a:gd name="connsiteY175" fmla="*/ 2180980 h 2237474"/>
              <a:gd name="connsiteX176" fmla="*/ 515024 w 12192000"/>
              <a:gd name="connsiteY176" fmla="*/ 2179258 h 2237474"/>
              <a:gd name="connsiteX177" fmla="*/ 512278 w 12192000"/>
              <a:gd name="connsiteY177" fmla="*/ 2176369 h 2237474"/>
              <a:gd name="connsiteX178" fmla="*/ 480419 w 12192000"/>
              <a:gd name="connsiteY178" fmla="*/ 2167807 h 2237474"/>
              <a:gd name="connsiteX179" fmla="*/ 413835 w 12192000"/>
              <a:gd name="connsiteY179" fmla="*/ 2156783 h 2237474"/>
              <a:gd name="connsiteX180" fmla="*/ 376513 w 12192000"/>
              <a:gd name="connsiteY180" fmla="*/ 2154014 h 2237474"/>
              <a:gd name="connsiteX181" fmla="*/ 273386 w 12192000"/>
              <a:gd name="connsiteY181" fmla="*/ 2142551 h 2237474"/>
              <a:gd name="connsiteX182" fmla="*/ 169207 w 12192000"/>
              <a:gd name="connsiteY182" fmla="*/ 2128100 h 2237474"/>
              <a:gd name="connsiteX183" fmla="*/ 93149 w 12192000"/>
              <a:gd name="connsiteY183" fmla="*/ 2105324 h 2237474"/>
              <a:gd name="connsiteX184" fmla="*/ 88109 w 12192000"/>
              <a:gd name="connsiteY184" fmla="*/ 2106704 h 2237474"/>
              <a:gd name="connsiteX185" fmla="*/ 80022 w 12192000"/>
              <a:gd name="connsiteY185" fmla="*/ 2107254 h 2237474"/>
              <a:gd name="connsiteX186" fmla="*/ 79717 w 12192000"/>
              <a:gd name="connsiteY186" fmla="*/ 2107046 h 2237474"/>
              <a:gd name="connsiteX187" fmla="*/ 72352 w 12192000"/>
              <a:gd name="connsiteY187" fmla="*/ 2107991 h 2237474"/>
              <a:gd name="connsiteX188" fmla="*/ 37645 w 12192000"/>
              <a:gd name="connsiteY188" fmla="*/ 2115401 h 2237474"/>
              <a:gd name="connsiteX189" fmla="*/ 4572 w 12192000"/>
              <a:gd name="connsiteY189" fmla="*/ 2111091 h 2237474"/>
              <a:gd name="connsiteX190" fmla="*/ 0 w 12192000"/>
              <a:gd name="connsiteY190" fmla="*/ 2110468 h 2237474"/>
              <a:gd name="connsiteX191" fmla="*/ 0 w 12192000"/>
              <a:gd name="connsiteY19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715896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78619 w 12192000"/>
              <a:gd name="connsiteY28" fmla="*/ 1011878 h 2237474"/>
              <a:gd name="connsiteX29" fmla="*/ 9268019 w 12192000"/>
              <a:gd name="connsiteY29" fmla="*/ 1007442 h 2237474"/>
              <a:gd name="connsiteX30" fmla="*/ 9234662 w 12192000"/>
              <a:gd name="connsiteY30" fmla="*/ 1023056 h 2237474"/>
              <a:gd name="connsiteX31" fmla="*/ 9181033 w 12192000"/>
              <a:gd name="connsiteY31" fmla="*/ 1037921 h 2237474"/>
              <a:gd name="connsiteX32" fmla="*/ 9155969 w 12192000"/>
              <a:gd name="connsiteY32" fmla="*/ 1046804 h 2237474"/>
              <a:gd name="connsiteX33" fmla="*/ 9133985 w 12192000"/>
              <a:gd name="connsiteY33" fmla="*/ 1046450 h 2237474"/>
              <a:gd name="connsiteX34" fmla="*/ 9003462 w 12192000"/>
              <a:gd name="connsiteY34" fmla="*/ 1042406 h 2237474"/>
              <a:gd name="connsiteX35" fmla="*/ 8968445 w 12192000"/>
              <a:gd name="connsiteY35" fmla="*/ 1052169 h 2237474"/>
              <a:gd name="connsiteX36" fmla="*/ 8886001 w 12192000"/>
              <a:gd name="connsiteY36" fmla="*/ 1067468 h 2237474"/>
              <a:gd name="connsiteX37" fmla="*/ 8838610 w 12192000"/>
              <a:gd name="connsiteY37" fmla="*/ 1075091 h 2237474"/>
              <a:gd name="connsiteX38" fmla="*/ 8750383 w 12192000"/>
              <a:gd name="connsiteY38" fmla="*/ 1097387 h 2237474"/>
              <a:gd name="connsiteX39" fmla="*/ 8665605 w 12192000"/>
              <a:gd name="connsiteY39" fmla="*/ 1110791 h 2237474"/>
              <a:gd name="connsiteX40" fmla="*/ 8584946 w 12192000"/>
              <a:gd name="connsiteY40" fmla="*/ 1135226 h 2237474"/>
              <a:gd name="connsiteX41" fmla="*/ 8460755 w 12192000"/>
              <a:gd name="connsiteY41" fmla="*/ 1203427 h 2237474"/>
              <a:gd name="connsiteX42" fmla="*/ 8419755 w 12192000"/>
              <a:gd name="connsiteY42" fmla="*/ 1216260 h 2237474"/>
              <a:gd name="connsiteX43" fmla="*/ 8411626 w 12192000"/>
              <a:gd name="connsiteY43" fmla="*/ 1214397 h 2237474"/>
              <a:gd name="connsiteX44" fmla="*/ 8363469 w 12192000"/>
              <a:gd name="connsiteY44" fmla="*/ 1246658 h 2237474"/>
              <a:gd name="connsiteX45" fmla="*/ 8275497 w 12192000"/>
              <a:gd name="connsiteY45" fmla="*/ 1264396 h 2237474"/>
              <a:gd name="connsiteX46" fmla="*/ 8206287 w 12192000"/>
              <a:gd name="connsiteY46" fmla="*/ 1273060 h 2237474"/>
              <a:gd name="connsiteX47" fmla="*/ 8139997 w 12192000"/>
              <a:gd name="connsiteY47" fmla="*/ 1282713 h 2237474"/>
              <a:gd name="connsiteX48" fmla="*/ 8074238 w 12192000"/>
              <a:gd name="connsiteY48" fmla="*/ 1301895 h 2237474"/>
              <a:gd name="connsiteX49" fmla="*/ 7942099 w 12192000"/>
              <a:gd name="connsiteY49" fmla="*/ 1336332 h 2237474"/>
              <a:gd name="connsiteX50" fmla="*/ 7902328 w 12192000"/>
              <a:gd name="connsiteY50" fmla="*/ 1345865 h 2237474"/>
              <a:gd name="connsiteX51" fmla="*/ 7840612 w 12192000"/>
              <a:gd name="connsiteY51" fmla="*/ 1369373 h 2237474"/>
              <a:gd name="connsiteX52" fmla="*/ 7786819 w 12192000"/>
              <a:gd name="connsiteY52" fmla="*/ 1378970 h 2237474"/>
              <a:gd name="connsiteX53" fmla="*/ 7548172 w 12192000"/>
              <a:gd name="connsiteY53" fmla="*/ 1417460 h 2237474"/>
              <a:gd name="connsiteX54" fmla="*/ 7483437 w 12192000"/>
              <a:gd name="connsiteY54" fmla="*/ 1478152 h 2237474"/>
              <a:gd name="connsiteX55" fmla="*/ 7377870 w 12192000"/>
              <a:gd name="connsiteY55" fmla="*/ 1523319 h 2237474"/>
              <a:gd name="connsiteX56" fmla="*/ 7230737 w 12192000"/>
              <a:gd name="connsiteY56" fmla="*/ 1562633 h 2237474"/>
              <a:gd name="connsiteX57" fmla="*/ 7224458 w 12192000"/>
              <a:gd name="connsiteY57" fmla="*/ 1573008 h 2237474"/>
              <a:gd name="connsiteX58" fmla="*/ 7183121 w 12192000"/>
              <a:gd name="connsiteY58" fmla="*/ 1595162 h 2237474"/>
              <a:gd name="connsiteX59" fmla="*/ 7164601 w 12192000"/>
              <a:gd name="connsiteY59" fmla="*/ 1606490 h 2237474"/>
              <a:gd name="connsiteX60" fmla="*/ 7031309 w 12192000"/>
              <a:gd name="connsiteY60" fmla="*/ 1619451 h 2237474"/>
              <a:gd name="connsiteX61" fmla="*/ 6900177 w 12192000"/>
              <a:gd name="connsiteY61" fmla="*/ 1636016 h 2237474"/>
              <a:gd name="connsiteX62" fmla="*/ 6795372 w 12192000"/>
              <a:gd name="connsiteY62" fmla="*/ 1644845 h 2237474"/>
              <a:gd name="connsiteX63" fmla="*/ 6692251 w 12192000"/>
              <a:gd name="connsiteY63" fmla="*/ 1656357 h 2237474"/>
              <a:gd name="connsiteX64" fmla="*/ 6655235 w 12192000"/>
              <a:gd name="connsiteY64" fmla="*/ 1661869 h 2237474"/>
              <a:gd name="connsiteX65" fmla="*/ 6554894 w 12192000"/>
              <a:gd name="connsiteY65" fmla="*/ 1664428 h 2237474"/>
              <a:gd name="connsiteX66" fmla="*/ 6516595 w 12192000"/>
              <a:gd name="connsiteY66" fmla="*/ 1667475 h 2237474"/>
              <a:gd name="connsiteX67" fmla="*/ 6508541 w 12192000"/>
              <a:gd name="connsiteY67" fmla="*/ 1668757 h 2237474"/>
              <a:gd name="connsiteX68" fmla="*/ 6471012 w 12192000"/>
              <a:gd name="connsiteY68" fmla="*/ 1678604 h 2237474"/>
              <a:gd name="connsiteX69" fmla="*/ 6364035 w 12192000"/>
              <a:gd name="connsiteY69" fmla="*/ 1667683 h 2237474"/>
              <a:gd name="connsiteX70" fmla="*/ 6280959 w 12192000"/>
              <a:gd name="connsiteY70" fmla="*/ 1689329 h 2237474"/>
              <a:gd name="connsiteX71" fmla="*/ 6243319 w 12192000"/>
              <a:gd name="connsiteY71" fmla="*/ 1695560 h 2237474"/>
              <a:gd name="connsiteX72" fmla="*/ 6098321 w 12192000"/>
              <a:gd name="connsiteY72" fmla="*/ 1721646 h 2237474"/>
              <a:gd name="connsiteX73" fmla="*/ 5880652 w 12192000"/>
              <a:gd name="connsiteY73" fmla="*/ 1779643 h 2237474"/>
              <a:gd name="connsiteX74" fmla="*/ 5785959 w 12192000"/>
              <a:gd name="connsiteY74" fmla="*/ 1775307 h 2237474"/>
              <a:gd name="connsiteX75" fmla="*/ 5643534 w 12192000"/>
              <a:gd name="connsiteY75" fmla="*/ 1802919 h 2237474"/>
              <a:gd name="connsiteX76" fmla="*/ 5518799 w 12192000"/>
              <a:gd name="connsiteY76" fmla="*/ 1818312 h 2237474"/>
              <a:gd name="connsiteX77" fmla="*/ 5505014 w 12192000"/>
              <a:gd name="connsiteY77" fmla="*/ 1819259 h 2237474"/>
              <a:gd name="connsiteX78" fmla="*/ 5453307 w 12192000"/>
              <a:gd name="connsiteY78" fmla="*/ 1815450 h 2237474"/>
              <a:gd name="connsiteX79" fmla="*/ 5221533 w 12192000"/>
              <a:gd name="connsiteY79" fmla="*/ 1846950 h 2237474"/>
              <a:gd name="connsiteX80" fmla="*/ 5149802 w 12192000"/>
              <a:gd name="connsiteY80" fmla="*/ 1844846 h 2237474"/>
              <a:gd name="connsiteX81" fmla="*/ 5114927 w 12192000"/>
              <a:gd name="connsiteY81" fmla="*/ 1847827 h 2237474"/>
              <a:gd name="connsiteX82" fmla="*/ 5108970 w 12192000"/>
              <a:gd name="connsiteY82" fmla="*/ 1847935 h 2237474"/>
              <a:gd name="connsiteX83" fmla="*/ 5067961 w 12192000"/>
              <a:gd name="connsiteY83" fmla="*/ 1845917 h 2237474"/>
              <a:gd name="connsiteX84" fmla="*/ 5007075 w 12192000"/>
              <a:gd name="connsiteY84" fmla="*/ 1838626 h 2237474"/>
              <a:gd name="connsiteX85" fmla="*/ 4944087 w 12192000"/>
              <a:gd name="connsiteY85" fmla="*/ 1823332 h 2237474"/>
              <a:gd name="connsiteX86" fmla="*/ 4907662 w 12192000"/>
              <a:gd name="connsiteY86" fmla="*/ 1816900 h 2237474"/>
              <a:gd name="connsiteX87" fmla="*/ 4882386 w 12192000"/>
              <a:gd name="connsiteY87" fmla="*/ 1809844 h 2237474"/>
              <a:gd name="connsiteX88" fmla="*/ 4811440 w 12192000"/>
              <a:gd name="connsiteY88" fmla="*/ 1804655 h 2237474"/>
              <a:gd name="connsiteX89" fmla="*/ 4691075 w 12192000"/>
              <a:gd name="connsiteY89" fmla="*/ 1801389 h 2237474"/>
              <a:gd name="connsiteX90" fmla="*/ 4640313 w 12192000"/>
              <a:gd name="connsiteY90" fmla="*/ 1784307 h 2237474"/>
              <a:gd name="connsiteX91" fmla="*/ 4536503 w 12192000"/>
              <a:gd name="connsiteY91" fmla="*/ 1785334 h 2237474"/>
              <a:gd name="connsiteX92" fmla="*/ 4513724 w 12192000"/>
              <a:gd name="connsiteY92" fmla="*/ 1791996 h 2237474"/>
              <a:gd name="connsiteX93" fmla="*/ 4459810 w 12192000"/>
              <a:gd name="connsiteY93" fmla="*/ 1797886 h 2237474"/>
              <a:gd name="connsiteX94" fmla="*/ 4379064 w 12192000"/>
              <a:gd name="connsiteY94" fmla="*/ 1817177 h 2237474"/>
              <a:gd name="connsiteX95" fmla="*/ 4290981 w 12192000"/>
              <a:gd name="connsiteY95" fmla="*/ 1839677 h 2237474"/>
              <a:gd name="connsiteX96" fmla="*/ 4238372 w 12192000"/>
              <a:gd name="connsiteY96" fmla="*/ 1851480 h 2237474"/>
              <a:gd name="connsiteX97" fmla="*/ 4232517 w 12192000"/>
              <a:gd name="connsiteY97" fmla="*/ 1852567 h 2237474"/>
              <a:gd name="connsiteX98" fmla="*/ 4191732 w 12192000"/>
              <a:gd name="connsiteY98" fmla="*/ 1857328 h 2237474"/>
              <a:gd name="connsiteX99" fmla="*/ 4065532 w 12192000"/>
              <a:gd name="connsiteY99" fmla="*/ 1855477 h 2237474"/>
              <a:gd name="connsiteX100" fmla="*/ 4028460 w 12192000"/>
              <a:gd name="connsiteY100" fmla="*/ 1855137 h 2237474"/>
              <a:gd name="connsiteX101" fmla="*/ 4002267 w 12192000"/>
              <a:gd name="connsiteY101" fmla="*/ 1852352 h 2237474"/>
              <a:gd name="connsiteX102" fmla="*/ 3931396 w 12192000"/>
              <a:gd name="connsiteY102" fmla="*/ 1858915 h 2237474"/>
              <a:gd name="connsiteX103" fmla="*/ 3812162 w 12192000"/>
              <a:gd name="connsiteY103" fmla="*/ 1875501 h 2237474"/>
              <a:gd name="connsiteX104" fmla="*/ 3758105 w 12192000"/>
              <a:gd name="connsiteY104" fmla="*/ 1871856 h 2237474"/>
              <a:gd name="connsiteX105" fmla="*/ 3715896 w 12192000"/>
              <a:gd name="connsiteY105" fmla="*/ 1881552 h 2237474"/>
              <a:gd name="connsiteX106" fmla="*/ 3567259 w 12192000"/>
              <a:gd name="connsiteY106" fmla="*/ 1893482 h 2237474"/>
              <a:gd name="connsiteX107" fmla="*/ 3405770 w 12192000"/>
              <a:gd name="connsiteY107" fmla="*/ 1904591 h 2237474"/>
              <a:gd name="connsiteX108" fmla="*/ 3280097 w 12192000"/>
              <a:gd name="connsiteY108" fmla="*/ 1919610 h 2237474"/>
              <a:gd name="connsiteX109" fmla="*/ 3123424 w 12192000"/>
              <a:gd name="connsiteY109" fmla="*/ 1952930 h 2237474"/>
              <a:gd name="connsiteX110" fmla="*/ 3009910 w 12192000"/>
              <a:gd name="connsiteY110" fmla="*/ 1957866 h 2237474"/>
              <a:gd name="connsiteX111" fmla="*/ 2995934 w 12192000"/>
              <a:gd name="connsiteY111" fmla="*/ 1967085 h 2237474"/>
              <a:gd name="connsiteX112" fmla="*/ 2980071 w 12192000"/>
              <a:gd name="connsiteY112" fmla="*/ 1972988 h 2237474"/>
              <a:gd name="connsiteX113" fmla="*/ 2942858 w 12192000"/>
              <a:gd name="connsiteY113" fmla="*/ 1981367 h 2237474"/>
              <a:gd name="connsiteX114" fmla="*/ 2875436 w 12192000"/>
              <a:gd name="connsiteY114" fmla="*/ 1996977 h 2237474"/>
              <a:gd name="connsiteX115" fmla="*/ 2874892 w 12192000"/>
              <a:gd name="connsiteY115" fmla="*/ 1996085 h 2237474"/>
              <a:gd name="connsiteX116" fmla="*/ 2864145 w 12192000"/>
              <a:gd name="connsiteY116" fmla="*/ 1994061 h 2237474"/>
              <a:gd name="connsiteX117" fmla="*/ 2843662 w 12192000"/>
              <a:gd name="connsiteY117" fmla="*/ 1992498 h 2237474"/>
              <a:gd name="connsiteX118" fmla="*/ 2796128 w 12192000"/>
              <a:gd name="connsiteY118" fmla="*/ 1976403 h 2237474"/>
              <a:gd name="connsiteX119" fmla="*/ 2756784 w 12192000"/>
              <a:gd name="connsiteY119" fmla="*/ 1985116 h 2237474"/>
              <a:gd name="connsiteX120" fmla="*/ 2748833 w 12192000"/>
              <a:gd name="connsiteY120" fmla="*/ 1986323 h 2237474"/>
              <a:gd name="connsiteX121" fmla="*/ 2748661 w 12192000"/>
              <a:gd name="connsiteY121" fmla="*/ 1986122 h 2237474"/>
              <a:gd name="connsiteX122" fmla="*/ 2740251 w 12192000"/>
              <a:gd name="connsiteY122" fmla="*/ 1986946 h 2237474"/>
              <a:gd name="connsiteX123" fmla="*/ 2718916 w 12192000"/>
              <a:gd name="connsiteY123" fmla="*/ 1990867 h 2237474"/>
              <a:gd name="connsiteX124" fmla="*/ 2713522 w 12192000"/>
              <a:gd name="connsiteY124" fmla="*/ 1990173 h 2237474"/>
              <a:gd name="connsiteX125" fmla="*/ 2680597 w 12192000"/>
              <a:gd name="connsiteY125" fmla="*/ 1984996 h 2237474"/>
              <a:gd name="connsiteX126" fmla="*/ 2578178 w 12192000"/>
              <a:gd name="connsiteY126" fmla="*/ 1990531 h 2237474"/>
              <a:gd name="connsiteX127" fmla="*/ 2476147 w 12192000"/>
              <a:gd name="connsiteY127" fmla="*/ 1998305 h 2237474"/>
              <a:gd name="connsiteX128" fmla="*/ 2373568 w 12192000"/>
              <a:gd name="connsiteY128" fmla="*/ 2003219 h 2237474"/>
              <a:gd name="connsiteX129" fmla="*/ 2321399 w 12192000"/>
              <a:gd name="connsiteY129" fmla="*/ 1989467 h 2237474"/>
              <a:gd name="connsiteX130" fmla="*/ 2315525 w 12192000"/>
              <a:gd name="connsiteY130" fmla="*/ 1989708 h 2237474"/>
              <a:gd name="connsiteX131" fmla="*/ 2300792 w 12192000"/>
              <a:gd name="connsiteY131" fmla="*/ 1994290 h 2237474"/>
              <a:gd name="connsiteX132" fmla="*/ 2295469 w 12192000"/>
              <a:gd name="connsiteY132" fmla="*/ 1996659 h 2237474"/>
              <a:gd name="connsiteX133" fmla="*/ 2287219 w 12192000"/>
              <a:gd name="connsiteY133" fmla="*/ 1998750 h 2237474"/>
              <a:gd name="connsiteX134" fmla="*/ 2286948 w 12192000"/>
              <a:gd name="connsiteY134" fmla="*/ 1998596 h 2237474"/>
              <a:gd name="connsiteX135" fmla="*/ 2243069 w 12192000"/>
              <a:gd name="connsiteY135" fmla="*/ 2015111 h 2237474"/>
              <a:gd name="connsiteX136" fmla="*/ 2186609 w 12192000"/>
              <a:gd name="connsiteY136" fmla="*/ 2008263 h 2237474"/>
              <a:gd name="connsiteX137" fmla="*/ 2164831 w 12192000"/>
              <a:gd name="connsiteY137" fmla="*/ 2010143 h 2237474"/>
              <a:gd name="connsiteX138" fmla="*/ 2152836 w 12192000"/>
              <a:gd name="connsiteY138" fmla="*/ 2010048 h 2237474"/>
              <a:gd name="connsiteX139" fmla="*/ 2117102 w 12192000"/>
              <a:gd name="connsiteY139" fmla="*/ 2023004 h 2237474"/>
              <a:gd name="connsiteX140" fmla="*/ 2111935 w 12192000"/>
              <a:gd name="connsiteY140" fmla="*/ 2023163 h 2237474"/>
              <a:gd name="connsiteX141" fmla="*/ 2089991 w 12192000"/>
              <a:gd name="connsiteY141" fmla="*/ 2034193 h 2237474"/>
              <a:gd name="connsiteX142" fmla="*/ 2058061 w 12192000"/>
              <a:gd name="connsiteY142" fmla="*/ 2047942 h 2237474"/>
              <a:gd name="connsiteX143" fmla="*/ 2055737 w 12192000"/>
              <a:gd name="connsiteY143" fmla="*/ 2047704 h 2237474"/>
              <a:gd name="connsiteX144" fmla="*/ 2042244 w 12192000"/>
              <a:gd name="connsiteY144" fmla="*/ 2055560 h 2237474"/>
              <a:gd name="connsiteX145" fmla="*/ 1976224 w 12192000"/>
              <a:gd name="connsiteY145" fmla="*/ 2074257 h 2237474"/>
              <a:gd name="connsiteX146" fmla="*/ 1877728 w 12192000"/>
              <a:gd name="connsiteY146" fmla="*/ 2101004 h 2237474"/>
              <a:gd name="connsiteX147" fmla="*/ 1759056 w 12192000"/>
              <a:gd name="connsiteY147" fmla="*/ 2125608 h 2237474"/>
              <a:gd name="connsiteX148" fmla="*/ 1637948 w 12192000"/>
              <a:gd name="connsiteY148" fmla="*/ 2172597 h 2237474"/>
              <a:gd name="connsiteX149" fmla="*/ 1434549 w 12192000"/>
              <a:gd name="connsiteY149" fmla="*/ 2234522 h 2237474"/>
              <a:gd name="connsiteX150" fmla="*/ 1398481 w 12192000"/>
              <a:gd name="connsiteY150" fmla="*/ 2237074 h 2237474"/>
              <a:gd name="connsiteX151" fmla="*/ 1398407 w 12192000"/>
              <a:gd name="connsiteY151" fmla="*/ 2237095 h 2237474"/>
              <a:gd name="connsiteX152" fmla="*/ 1370962 w 12192000"/>
              <a:gd name="connsiteY152" fmla="*/ 2237474 h 2237474"/>
              <a:gd name="connsiteX153" fmla="*/ 1356367 w 12192000"/>
              <a:gd name="connsiteY153" fmla="*/ 2235089 h 2237474"/>
              <a:gd name="connsiteX154" fmla="*/ 1324828 w 12192000"/>
              <a:gd name="connsiteY154" fmla="*/ 2231968 h 2237474"/>
              <a:gd name="connsiteX155" fmla="*/ 1297744 w 12192000"/>
              <a:gd name="connsiteY155" fmla="*/ 2235849 h 2237474"/>
              <a:gd name="connsiteX156" fmla="*/ 1286236 w 12192000"/>
              <a:gd name="connsiteY156" fmla="*/ 2233135 h 2237474"/>
              <a:gd name="connsiteX157" fmla="*/ 1283504 w 12192000"/>
              <a:gd name="connsiteY157" fmla="*/ 2233797 h 2237474"/>
              <a:gd name="connsiteX158" fmla="*/ 1279765 w 12192000"/>
              <a:gd name="connsiteY158" fmla="*/ 2229639 h 2237474"/>
              <a:gd name="connsiteX159" fmla="*/ 1195347 w 12192000"/>
              <a:gd name="connsiteY159" fmla="*/ 2212354 h 2237474"/>
              <a:gd name="connsiteX160" fmla="*/ 970251 w 12192000"/>
              <a:gd name="connsiteY160" fmla="*/ 2221029 h 2237474"/>
              <a:gd name="connsiteX161" fmla="*/ 812914 w 12192000"/>
              <a:gd name="connsiteY161" fmla="*/ 2202752 h 2237474"/>
              <a:gd name="connsiteX162" fmla="*/ 800195 w 12192000"/>
              <a:gd name="connsiteY162" fmla="*/ 2209407 h 2237474"/>
              <a:gd name="connsiteX163" fmla="*/ 784978 w 12192000"/>
              <a:gd name="connsiteY163" fmla="*/ 2212360 h 2237474"/>
              <a:gd name="connsiteX164" fmla="*/ 681987 w 12192000"/>
              <a:gd name="connsiteY164" fmla="*/ 2216757 h 2237474"/>
              <a:gd name="connsiteX165" fmla="*/ 669923 w 12192000"/>
              <a:gd name="connsiteY165" fmla="*/ 2211682 h 2237474"/>
              <a:gd name="connsiteX166" fmla="*/ 648680 w 12192000"/>
              <a:gd name="connsiteY166" fmla="*/ 2206229 h 2237474"/>
              <a:gd name="connsiteX167" fmla="*/ 597225 w 12192000"/>
              <a:gd name="connsiteY167" fmla="*/ 2180999 h 2237474"/>
              <a:gd name="connsiteX168" fmla="*/ 558449 w 12192000"/>
              <a:gd name="connsiteY168" fmla="*/ 2182346 h 2237474"/>
              <a:gd name="connsiteX169" fmla="*/ 550517 w 12192000"/>
              <a:gd name="connsiteY169" fmla="*/ 2182060 h 2237474"/>
              <a:gd name="connsiteX170" fmla="*/ 550309 w 12192000"/>
              <a:gd name="connsiteY170" fmla="*/ 2181825 h 2237474"/>
              <a:gd name="connsiteX171" fmla="*/ 541836 w 12192000"/>
              <a:gd name="connsiteY171" fmla="*/ 2181063 h 2237474"/>
              <a:gd name="connsiteX172" fmla="*/ 536057 w 12192000"/>
              <a:gd name="connsiteY172" fmla="*/ 2181537 h 2237474"/>
              <a:gd name="connsiteX173" fmla="*/ 520671 w 12192000"/>
              <a:gd name="connsiteY173" fmla="*/ 2180980 h 2237474"/>
              <a:gd name="connsiteX174" fmla="*/ 515024 w 12192000"/>
              <a:gd name="connsiteY174" fmla="*/ 2179258 h 2237474"/>
              <a:gd name="connsiteX175" fmla="*/ 512278 w 12192000"/>
              <a:gd name="connsiteY175" fmla="*/ 2176369 h 2237474"/>
              <a:gd name="connsiteX176" fmla="*/ 480419 w 12192000"/>
              <a:gd name="connsiteY176" fmla="*/ 2167807 h 2237474"/>
              <a:gd name="connsiteX177" fmla="*/ 413835 w 12192000"/>
              <a:gd name="connsiteY177" fmla="*/ 2156783 h 2237474"/>
              <a:gd name="connsiteX178" fmla="*/ 376513 w 12192000"/>
              <a:gd name="connsiteY178" fmla="*/ 2154014 h 2237474"/>
              <a:gd name="connsiteX179" fmla="*/ 273386 w 12192000"/>
              <a:gd name="connsiteY179" fmla="*/ 2142551 h 2237474"/>
              <a:gd name="connsiteX180" fmla="*/ 169207 w 12192000"/>
              <a:gd name="connsiteY180" fmla="*/ 2128100 h 2237474"/>
              <a:gd name="connsiteX181" fmla="*/ 93149 w 12192000"/>
              <a:gd name="connsiteY181" fmla="*/ 2105324 h 2237474"/>
              <a:gd name="connsiteX182" fmla="*/ 88109 w 12192000"/>
              <a:gd name="connsiteY182" fmla="*/ 2106704 h 2237474"/>
              <a:gd name="connsiteX183" fmla="*/ 80022 w 12192000"/>
              <a:gd name="connsiteY183" fmla="*/ 2107254 h 2237474"/>
              <a:gd name="connsiteX184" fmla="*/ 79717 w 12192000"/>
              <a:gd name="connsiteY184" fmla="*/ 2107046 h 2237474"/>
              <a:gd name="connsiteX185" fmla="*/ 72352 w 12192000"/>
              <a:gd name="connsiteY185" fmla="*/ 2107991 h 2237474"/>
              <a:gd name="connsiteX186" fmla="*/ 37645 w 12192000"/>
              <a:gd name="connsiteY186" fmla="*/ 2115401 h 2237474"/>
              <a:gd name="connsiteX187" fmla="*/ 4572 w 12192000"/>
              <a:gd name="connsiteY187" fmla="*/ 2111091 h 2237474"/>
              <a:gd name="connsiteX188" fmla="*/ 0 w 12192000"/>
              <a:gd name="connsiteY188" fmla="*/ 2110468 h 2237474"/>
              <a:gd name="connsiteX189" fmla="*/ 0 w 12192000"/>
              <a:gd name="connsiteY18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60755 w 12192000"/>
              <a:gd name="connsiteY40" fmla="*/ 1203427 h 2237474"/>
              <a:gd name="connsiteX41" fmla="*/ 8419755 w 12192000"/>
              <a:gd name="connsiteY41" fmla="*/ 1216260 h 2237474"/>
              <a:gd name="connsiteX42" fmla="*/ 8411626 w 12192000"/>
              <a:gd name="connsiteY42" fmla="*/ 1214397 h 2237474"/>
              <a:gd name="connsiteX43" fmla="*/ 8363469 w 12192000"/>
              <a:gd name="connsiteY43" fmla="*/ 1246658 h 2237474"/>
              <a:gd name="connsiteX44" fmla="*/ 8275497 w 12192000"/>
              <a:gd name="connsiteY44" fmla="*/ 1264396 h 2237474"/>
              <a:gd name="connsiteX45" fmla="*/ 8206287 w 12192000"/>
              <a:gd name="connsiteY45" fmla="*/ 1273060 h 2237474"/>
              <a:gd name="connsiteX46" fmla="*/ 8139997 w 12192000"/>
              <a:gd name="connsiteY46" fmla="*/ 1282713 h 2237474"/>
              <a:gd name="connsiteX47" fmla="*/ 8074238 w 12192000"/>
              <a:gd name="connsiteY47" fmla="*/ 1301895 h 2237474"/>
              <a:gd name="connsiteX48" fmla="*/ 7942099 w 12192000"/>
              <a:gd name="connsiteY48" fmla="*/ 1336332 h 2237474"/>
              <a:gd name="connsiteX49" fmla="*/ 7902328 w 12192000"/>
              <a:gd name="connsiteY49" fmla="*/ 1345865 h 2237474"/>
              <a:gd name="connsiteX50" fmla="*/ 7840612 w 12192000"/>
              <a:gd name="connsiteY50" fmla="*/ 1369373 h 2237474"/>
              <a:gd name="connsiteX51" fmla="*/ 7786819 w 12192000"/>
              <a:gd name="connsiteY51" fmla="*/ 1378970 h 2237474"/>
              <a:gd name="connsiteX52" fmla="*/ 7548172 w 12192000"/>
              <a:gd name="connsiteY52" fmla="*/ 1417460 h 2237474"/>
              <a:gd name="connsiteX53" fmla="*/ 7483437 w 12192000"/>
              <a:gd name="connsiteY53" fmla="*/ 1478152 h 2237474"/>
              <a:gd name="connsiteX54" fmla="*/ 7377870 w 12192000"/>
              <a:gd name="connsiteY54" fmla="*/ 1523319 h 2237474"/>
              <a:gd name="connsiteX55" fmla="*/ 7230737 w 12192000"/>
              <a:gd name="connsiteY55" fmla="*/ 1562633 h 2237474"/>
              <a:gd name="connsiteX56" fmla="*/ 7224458 w 12192000"/>
              <a:gd name="connsiteY56" fmla="*/ 1573008 h 2237474"/>
              <a:gd name="connsiteX57" fmla="*/ 7183121 w 12192000"/>
              <a:gd name="connsiteY57" fmla="*/ 1595162 h 2237474"/>
              <a:gd name="connsiteX58" fmla="*/ 7164601 w 12192000"/>
              <a:gd name="connsiteY58" fmla="*/ 1606490 h 2237474"/>
              <a:gd name="connsiteX59" fmla="*/ 7031309 w 12192000"/>
              <a:gd name="connsiteY59" fmla="*/ 1619451 h 2237474"/>
              <a:gd name="connsiteX60" fmla="*/ 6900177 w 12192000"/>
              <a:gd name="connsiteY60" fmla="*/ 1636016 h 2237474"/>
              <a:gd name="connsiteX61" fmla="*/ 6795372 w 12192000"/>
              <a:gd name="connsiteY61" fmla="*/ 1644845 h 2237474"/>
              <a:gd name="connsiteX62" fmla="*/ 6692251 w 12192000"/>
              <a:gd name="connsiteY62" fmla="*/ 1656357 h 2237474"/>
              <a:gd name="connsiteX63" fmla="*/ 6655235 w 12192000"/>
              <a:gd name="connsiteY63" fmla="*/ 1661869 h 2237474"/>
              <a:gd name="connsiteX64" fmla="*/ 6554894 w 12192000"/>
              <a:gd name="connsiteY64" fmla="*/ 1664428 h 2237474"/>
              <a:gd name="connsiteX65" fmla="*/ 6516595 w 12192000"/>
              <a:gd name="connsiteY65" fmla="*/ 1667475 h 2237474"/>
              <a:gd name="connsiteX66" fmla="*/ 6508541 w 12192000"/>
              <a:gd name="connsiteY66" fmla="*/ 1668757 h 2237474"/>
              <a:gd name="connsiteX67" fmla="*/ 6471012 w 12192000"/>
              <a:gd name="connsiteY67" fmla="*/ 1678604 h 2237474"/>
              <a:gd name="connsiteX68" fmla="*/ 6364035 w 12192000"/>
              <a:gd name="connsiteY68" fmla="*/ 1667683 h 2237474"/>
              <a:gd name="connsiteX69" fmla="*/ 6280959 w 12192000"/>
              <a:gd name="connsiteY69" fmla="*/ 1689329 h 2237474"/>
              <a:gd name="connsiteX70" fmla="*/ 6243319 w 12192000"/>
              <a:gd name="connsiteY70" fmla="*/ 1695560 h 2237474"/>
              <a:gd name="connsiteX71" fmla="*/ 6098321 w 12192000"/>
              <a:gd name="connsiteY71" fmla="*/ 1721646 h 2237474"/>
              <a:gd name="connsiteX72" fmla="*/ 5880652 w 12192000"/>
              <a:gd name="connsiteY72" fmla="*/ 1779643 h 2237474"/>
              <a:gd name="connsiteX73" fmla="*/ 5785959 w 12192000"/>
              <a:gd name="connsiteY73" fmla="*/ 1775307 h 2237474"/>
              <a:gd name="connsiteX74" fmla="*/ 5643534 w 12192000"/>
              <a:gd name="connsiteY74" fmla="*/ 1802919 h 2237474"/>
              <a:gd name="connsiteX75" fmla="*/ 5518799 w 12192000"/>
              <a:gd name="connsiteY75" fmla="*/ 1818312 h 2237474"/>
              <a:gd name="connsiteX76" fmla="*/ 5505014 w 12192000"/>
              <a:gd name="connsiteY76" fmla="*/ 1819259 h 2237474"/>
              <a:gd name="connsiteX77" fmla="*/ 5453307 w 12192000"/>
              <a:gd name="connsiteY77" fmla="*/ 1815450 h 2237474"/>
              <a:gd name="connsiteX78" fmla="*/ 5221533 w 12192000"/>
              <a:gd name="connsiteY78" fmla="*/ 1846950 h 2237474"/>
              <a:gd name="connsiteX79" fmla="*/ 5149802 w 12192000"/>
              <a:gd name="connsiteY79" fmla="*/ 1844846 h 2237474"/>
              <a:gd name="connsiteX80" fmla="*/ 5114927 w 12192000"/>
              <a:gd name="connsiteY80" fmla="*/ 1847827 h 2237474"/>
              <a:gd name="connsiteX81" fmla="*/ 5108970 w 12192000"/>
              <a:gd name="connsiteY81" fmla="*/ 1847935 h 2237474"/>
              <a:gd name="connsiteX82" fmla="*/ 5067961 w 12192000"/>
              <a:gd name="connsiteY82" fmla="*/ 1845917 h 2237474"/>
              <a:gd name="connsiteX83" fmla="*/ 5007075 w 12192000"/>
              <a:gd name="connsiteY83" fmla="*/ 1838626 h 2237474"/>
              <a:gd name="connsiteX84" fmla="*/ 4944087 w 12192000"/>
              <a:gd name="connsiteY84" fmla="*/ 1823332 h 2237474"/>
              <a:gd name="connsiteX85" fmla="*/ 4907662 w 12192000"/>
              <a:gd name="connsiteY85" fmla="*/ 1816900 h 2237474"/>
              <a:gd name="connsiteX86" fmla="*/ 4882386 w 12192000"/>
              <a:gd name="connsiteY86" fmla="*/ 1809844 h 2237474"/>
              <a:gd name="connsiteX87" fmla="*/ 4811440 w 12192000"/>
              <a:gd name="connsiteY87" fmla="*/ 1804655 h 2237474"/>
              <a:gd name="connsiteX88" fmla="*/ 4691075 w 12192000"/>
              <a:gd name="connsiteY88" fmla="*/ 1801389 h 2237474"/>
              <a:gd name="connsiteX89" fmla="*/ 4640313 w 12192000"/>
              <a:gd name="connsiteY89" fmla="*/ 1784307 h 2237474"/>
              <a:gd name="connsiteX90" fmla="*/ 4536503 w 12192000"/>
              <a:gd name="connsiteY90" fmla="*/ 1785334 h 2237474"/>
              <a:gd name="connsiteX91" fmla="*/ 4513724 w 12192000"/>
              <a:gd name="connsiteY91" fmla="*/ 1791996 h 2237474"/>
              <a:gd name="connsiteX92" fmla="*/ 4459810 w 12192000"/>
              <a:gd name="connsiteY92" fmla="*/ 1797886 h 2237474"/>
              <a:gd name="connsiteX93" fmla="*/ 4379064 w 12192000"/>
              <a:gd name="connsiteY93" fmla="*/ 1817177 h 2237474"/>
              <a:gd name="connsiteX94" fmla="*/ 4290981 w 12192000"/>
              <a:gd name="connsiteY94" fmla="*/ 1839677 h 2237474"/>
              <a:gd name="connsiteX95" fmla="*/ 4238372 w 12192000"/>
              <a:gd name="connsiteY95" fmla="*/ 1851480 h 2237474"/>
              <a:gd name="connsiteX96" fmla="*/ 4232517 w 12192000"/>
              <a:gd name="connsiteY96" fmla="*/ 1852567 h 2237474"/>
              <a:gd name="connsiteX97" fmla="*/ 4191732 w 12192000"/>
              <a:gd name="connsiteY97" fmla="*/ 1857328 h 2237474"/>
              <a:gd name="connsiteX98" fmla="*/ 4065532 w 12192000"/>
              <a:gd name="connsiteY98" fmla="*/ 1855477 h 2237474"/>
              <a:gd name="connsiteX99" fmla="*/ 4028460 w 12192000"/>
              <a:gd name="connsiteY99" fmla="*/ 1855137 h 2237474"/>
              <a:gd name="connsiteX100" fmla="*/ 4002267 w 12192000"/>
              <a:gd name="connsiteY100" fmla="*/ 1852352 h 2237474"/>
              <a:gd name="connsiteX101" fmla="*/ 3931396 w 12192000"/>
              <a:gd name="connsiteY101" fmla="*/ 1858915 h 2237474"/>
              <a:gd name="connsiteX102" fmla="*/ 3812162 w 12192000"/>
              <a:gd name="connsiteY102" fmla="*/ 1875501 h 2237474"/>
              <a:gd name="connsiteX103" fmla="*/ 3758105 w 12192000"/>
              <a:gd name="connsiteY103" fmla="*/ 1871856 h 2237474"/>
              <a:gd name="connsiteX104" fmla="*/ 3715896 w 12192000"/>
              <a:gd name="connsiteY104" fmla="*/ 1881552 h 2237474"/>
              <a:gd name="connsiteX105" fmla="*/ 3567259 w 12192000"/>
              <a:gd name="connsiteY105" fmla="*/ 1893482 h 2237474"/>
              <a:gd name="connsiteX106" fmla="*/ 3405770 w 12192000"/>
              <a:gd name="connsiteY106" fmla="*/ 1904591 h 2237474"/>
              <a:gd name="connsiteX107" fmla="*/ 3280097 w 12192000"/>
              <a:gd name="connsiteY107" fmla="*/ 1919610 h 2237474"/>
              <a:gd name="connsiteX108" fmla="*/ 3123424 w 12192000"/>
              <a:gd name="connsiteY108" fmla="*/ 1952930 h 2237474"/>
              <a:gd name="connsiteX109" fmla="*/ 3009910 w 12192000"/>
              <a:gd name="connsiteY109" fmla="*/ 1957866 h 2237474"/>
              <a:gd name="connsiteX110" fmla="*/ 2995934 w 12192000"/>
              <a:gd name="connsiteY110" fmla="*/ 1967085 h 2237474"/>
              <a:gd name="connsiteX111" fmla="*/ 2980071 w 12192000"/>
              <a:gd name="connsiteY111" fmla="*/ 1972988 h 2237474"/>
              <a:gd name="connsiteX112" fmla="*/ 2942858 w 12192000"/>
              <a:gd name="connsiteY112" fmla="*/ 1981367 h 2237474"/>
              <a:gd name="connsiteX113" fmla="*/ 2875436 w 12192000"/>
              <a:gd name="connsiteY113" fmla="*/ 1996977 h 2237474"/>
              <a:gd name="connsiteX114" fmla="*/ 2874892 w 12192000"/>
              <a:gd name="connsiteY114" fmla="*/ 1996085 h 2237474"/>
              <a:gd name="connsiteX115" fmla="*/ 2864145 w 12192000"/>
              <a:gd name="connsiteY115" fmla="*/ 1994061 h 2237474"/>
              <a:gd name="connsiteX116" fmla="*/ 2843662 w 12192000"/>
              <a:gd name="connsiteY116" fmla="*/ 1992498 h 2237474"/>
              <a:gd name="connsiteX117" fmla="*/ 2796128 w 12192000"/>
              <a:gd name="connsiteY117" fmla="*/ 1976403 h 2237474"/>
              <a:gd name="connsiteX118" fmla="*/ 2756784 w 12192000"/>
              <a:gd name="connsiteY118" fmla="*/ 1985116 h 2237474"/>
              <a:gd name="connsiteX119" fmla="*/ 2748833 w 12192000"/>
              <a:gd name="connsiteY119" fmla="*/ 1986323 h 2237474"/>
              <a:gd name="connsiteX120" fmla="*/ 2748661 w 12192000"/>
              <a:gd name="connsiteY120" fmla="*/ 1986122 h 2237474"/>
              <a:gd name="connsiteX121" fmla="*/ 2740251 w 12192000"/>
              <a:gd name="connsiteY121" fmla="*/ 1986946 h 2237474"/>
              <a:gd name="connsiteX122" fmla="*/ 2718916 w 12192000"/>
              <a:gd name="connsiteY122" fmla="*/ 1990867 h 2237474"/>
              <a:gd name="connsiteX123" fmla="*/ 2713522 w 12192000"/>
              <a:gd name="connsiteY123" fmla="*/ 1990173 h 2237474"/>
              <a:gd name="connsiteX124" fmla="*/ 2680597 w 12192000"/>
              <a:gd name="connsiteY124" fmla="*/ 1984996 h 2237474"/>
              <a:gd name="connsiteX125" fmla="*/ 2578178 w 12192000"/>
              <a:gd name="connsiteY125" fmla="*/ 1990531 h 2237474"/>
              <a:gd name="connsiteX126" fmla="*/ 2476147 w 12192000"/>
              <a:gd name="connsiteY126" fmla="*/ 1998305 h 2237474"/>
              <a:gd name="connsiteX127" fmla="*/ 2373568 w 12192000"/>
              <a:gd name="connsiteY127" fmla="*/ 2003219 h 2237474"/>
              <a:gd name="connsiteX128" fmla="*/ 2321399 w 12192000"/>
              <a:gd name="connsiteY128" fmla="*/ 1989467 h 2237474"/>
              <a:gd name="connsiteX129" fmla="*/ 2315525 w 12192000"/>
              <a:gd name="connsiteY129" fmla="*/ 1989708 h 2237474"/>
              <a:gd name="connsiteX130" fmla="*/ 2300792 w 12192000"/>
              <a:gd name="connsiteY130" fmla="*/ 1994290 h 2237474"/>
              <a:gd name="connsiteX131" fmla="*/ 2295469 w 12192000"/>
              <a:gd name="connsiteY131" fmla="*/ 1996659 h 2237474"/>
              <a:gd name="connsiteX132" fmla="*/ 2287219 w 12192000"/>
              <a:gd name="connsiteY132" fmla="*/ 1998750 h 2237474"/>
              <a:gd name="connsiteX133" fmla="*/ 2286948 w 12192000"/>
              <a:gd name="connsiteY133" fmla="*/ 1998596 h 2237474"/>
              <a:gd name="connsiteX134" fmla="*/ 2243069 w 12192000"/>
              <a:gd name="connsiteY134" fmla="*/ 2015111 h 2237474"/>
              <a:gd name="connsiteX135" fmla="*/ 2186609 w 12192000"/>
              <a:gd name="connsiteY135" fmla="*/ 2008263 h 2237474"/>
              <a:gd name="connsiteX136" fmla="*/ 2164831 w 12192000"/>
              <a:gd name="connsiteY136" fmla="*/ 2010143 h 2237474"/>
              <a:gd name="connsiteX137" fmla="*/ 2152836 w 12192000"/>
              <a:gd name="connsiteY137" fmla="*/ 2010048 h 2237474"/>
              <a:gd name="connsiteX138" fmla="*/ 2117102 w 12192000"/>
              <a:gd name="connsiteY138" fmla="*/ 2023004 h 2237474"/>
              <a:gd name="connsiteX139" fmla="*/ 2111935 w 12192000"/>
              <a:gd name="connsiteY139" fmla="*/ 2023163 h 2237474"/>
              <a:gd name="connsiteX140" fmla="*/ 2089991 w 12192000"/>
              <a:gd name="connsiteY140" fmla="*/ 2034193 h 2237474"/>
              <a:gd name="connsiteX141" fmla="*/ 2058061 w 12192000"/>
              <a:gd name="connsiteY141" fmla="*/ 2047942 h 2237474"/>
              <a:gd name="connsiteX142" fmla="*/ 2055737 w 12192000"/>
              <a:gd name="connsiteY142" fmla="*/ 2047704 h 2237474"/>
              <a:gd name="connsiteX143" fmla="*/ 2042244 w 12192000"/>
              <a:gd name="connsiteY143" fmla="*/ 2055560 h 2237474"/>
              <a:gd name="connsiteX144" fmla="*/ 1976224 w 12192000"/>
              <a:gd name="connsiteY144" fmla="*/ 2074257 h 2237474"/>
              <a:gd name="connsiteX145" fmla="*/ 1877728 w 12192000"/>
              <a:gd name="connsiteY145" fmla="*/ 2101004 h 2237474"/>
              <a:gd name="connsiteX146" fmla="*/ 1759056 w 12192000"/>
              <a:gd name="connsiteY146" fmla="*/ 2125608 h 2237474"/>
              <a:gd name="connsiteX147" fmla="*/ 1637948 w 12192000"/>
              <a:gd name="connsiteY147" fmla="*/ 2172597 h 2237474"/>
              <a:gd name="connsiteX148" fmla="*/ 1434549 w 12192000"/>
              <a:gd name="connsiteY148" fmla="*/ 2234522 h 2237474"/>
              <a:gd name="connsiteX149" fmla="*/ 1398481 w 12192000"/>
              <a:gd name="connsiteY149" fmla="*/ 2237074 h 2237474"/>
              <a:gd name="connsiteX150" fmla="*/ 1398407 w 12192000"/>
              <a:gd name="connsiteY150" fmla="*/ 2237095 h 2237474"/>
              <a:gd name="connsiteX151" fmla="*/ 1370962 w 12192000"/>
              <a:gd name="connsiteY151" fmla="*/ 2237474 h 2237474"/>
              <a:gd name="connsiteX152" fmla="*/ 1356367 w 12192000"/>
              <a:gd name="connsiteY152" fmla="*/ 2235089 h 2237474"/>
              <a:gd name="connsiteX153" fmla="*/ 1324828 w 12192000"/>
              <a:gd name="connsiteY153" fmla="*/ 2231968 h 2237474"/>
              <a:gd name="connsiteX154" fmla="*/ 1297744 w 12192000"/>
              <a:gd name="connsiteY154" fmla="*/ 2235849 h 2237474"/>
              <a:gd name="connsiteX155" fmla="*/ 1286236 w 12192000"/>
              <a:gd name="connsiteY155" fmla="*/ 2233135 h 2237474"/>
              <a:gd name="connsiteX156" fmla="*/ 1283504 w 12192000"/>
              <a:gd name="connsiteY156" fmla="*/ 2233797 h 2237474"/>
              <a:gd name="connsiteX157" fmla="*/ 1279765 w 12192000"/>
              <a:gd name="connsiteY157" fmla="*/ 2229639 h 2237474"/>
              <a:gd name="connsiteX158" fmla="*/ 1195347 w 12192000"/>
              <a:gd name="connsiteY158" fmla="*/ 2212354 h 2237474"/>
              <a:gd name="connsiteX159" fmla="*/ 970251 w 12192000"/>
              <a:gd name="connsiteY159" fmla="*/ 2221029 h 2237474"/>
              <a:gd name="connsiteX160" fmla="*/ 812914 w 12192000"/>
              <a:gd name="connsiteY160" fmla="*/ 2202752 h 2237474"/>
              <a:gd name="connsiteX161" fmla="*/ 800195 w 12192000"/>
              <a:gd name="connsiteY161" fmla="*/ 2209407 h 2237474"/>
              <a:gd name="connsiteX162" fmla="*/ 784978 w 12192000"/>
              <a:gd name="connsiteY162" fmla="*/ 2212360 h 2237474"/>
              <a:gd name="connsiteX163" fmla="*/ 681987 w 12192000"/>
              <a:gd name="connsiteY163" fmla="*/ 2216757 h 2237474"/>
              <a:gd name="connsiteX164" fmla="*/ 669923 w 12192000"/>
              <a:gd name="connsiteY164" fmla="*/ 2211682 h 2237474"/>
              <a:gd name="connsiteX165" fmla="*/ 648680 w 12192000"/>
              <a:gd name="connsiteY165" fmla="*/ 2206229 h 2237474"/>
              <a:gd name="connsiteX166" fmla="*/ 597225 w 12192000"/>
              <a:gd name="connsiteY166" fmla="*/ 2180999 h 2237474"/>
              <a:gd name="connsiteX167" fmla="*/ 558449 w 12192000"/>
              <a:gd name="connsiteY167" fmla="*/ 2182346 h 2237474"/>
              <a:gd name="connsiteX168" fmla="*/ 550517 w 12192000"/>
              <a:gd name="connsiteY168" fmla="*/ 2182060 h 2237474"/>
              <a:gd name="connsiteX169" fmla="*/ 550309 w 12192000"/>
              <a:gd name="connsiteY169" fmla="*/ 2181825 h 2237474"/>
              <a:gd name="connsiteX170" fmla="*/ 541836 w 12192000"/>
              <a:gd name="connsiteY170" fmla="*/ 2181063 h 2237474"/>
              <a:gd name="connsiteX171" fmla="*/ 536057 w 12192000"/>
              <a:gd name="connsiteY171" fmla="*/ 2181537 h 2237474"/>
              <a:gd name="connsiteX172" fmla="*/ 520671 w 12192000"/>
              <a:gd name="connsiteY172" fmla="*/ 2180980 h 2237474"/>
              <a:gd name="connsiteX173" fmla="*/ 515024 w 12192000"/>
              <a:gd name="connsiteY173" fmla="*/ 2179258 h 2237474"/>
              <a:gd name="connsiteX174" fmla="*/ 512278 w 12192000"/>
              <a:gd name="connsiteY174" fmla="*/ 2176369 h 2237474"/>
              <a:gd name="connsiteX175" fmla="*/ 480419 w 12192000"/>
              <a:gd name="connsiteY175" fmla="*/ 2167807 h 2237474"/>
              <a:gd name="connsiteX176" fmla="*/ 413835 w 12192000"/>
              <a:gd name="connsiteY176" fmla="*/ 2156783 h 2237474"/>
              <a:gd name="connsiteX177" fmla="*/ 376513 w 12192000"/>
              <a:gd name="connsiteY177" fmla="*/ 2154014 h 2237474"/>
              <a:gd name="connsiteX178" fmla="*/ 273386 w 12192000"/>
              <a:gd name="connsiteY178" fmla="*/ 2142551 h 2237474"/>
              <a:gd name="connsiteX179" fmla="*/ 169207 w 12192000"/>
              <a:gd name="connsiteY179" fmla="*/ 2128100 h 2237474"/>
              <a:gd name="connsiteX180" fmla="*/ 93149 w 12192000"/>
              <a:gd name="connsiteY180" fmla="*/ 2105324 h 2237474"/>
              <a:gd name="connsiteX181" fmla="*/ 88109 w 12192000"/>
              <a:gd name="connsiteY181" fmla="*/ 2106704 h 2237474"/>
              <a:gd name="connsiteX182" fmla="*/ 80022 w 12192000"/>
              <a:gd name="connsiteY182" fmla="*/ 2107254 h 2237474"/>
              <a:gd name="connsiteX183" fmla="*/ 79717 w 12192000"/>
              <a:gd name="connsiteY183" fmla="*/ 2107046 h 2237474"/>
              <a:gd name="connsiteX184" fmla="*/ 72352 w 12192000"/>
              <a:gd name="connsiteY184" fmla="*/ 2107991 h 2237474"/>
              <a:gd name="connsiteX185" fmla="*/ 37645 w 12192000"/>
              <a:gd name="connsiteY185" fmla="*/ 2115401 h 2237474"/>
              <a:gd name="connsiteX186" fmla="*/ 4572 w 12192000"/>
              <a:gd name="connsiteY186" fmla="*/ 2111091 h 2237474"/>
              <a:gd name="connsiteX187" fmla="*/ 0 w 12192000"/>
              <a:gd name="connsiteY187" fmla="*/ 2110468 h 2237474"/>
              <a:gd name="connsiteX188" fmla="*/ 0 w 12192000"/>
              <a:gd name="connsiteY18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80071 w 12192000"/>
              <a:gd name="connsiteY110" fmla="*/ 1972988 h 2237474"/>
              <a:gd name="connsiteX111" fmla="*/ 2942858 w 12192000"/>
              <a:gd name="connsiteY111" fmla="*/ 1981367 h 2237474"/>
              <a:gd name="connsiteX112" fmla="*/ 2875436 w 12192000"/>
              <a:gd name="connsiteY112" fmla="*/ 1996977 h 2237474"/>
              <a:gd name="connsiteX113" fmla="*/ 2874892 w 12192000"/>
              <a:gd name="connsiteY113" fmla="*/ 1996085 h 2237474"/>
              <a:gd name="connsiteX114" fmla="*/ 2864145 w 12192000"/>
              <a:gd name="connsiteY114" fmla="*/ 1994061 h 2237474"/>
              <a:gd name="connsiteX115" fmla="*/ 2843662 w 12192000"/>
              <a:gd name="connsiteY115" fmla="*/ 1992498 h 2237474"/>
              <a:gd name="connsiteX116" fmla="*/ 2796128 w 12192000"/>
              <a:gd name="connsiteY116" fmla="*/ 1976403 h 2237474"/>
              <a:gd name="connsiteX117" fmla="*/ 2756784 w 12192000"/>
              <a:gd name="connsiteY117" fmla="*/ 1985116 h 2237474"/>
              <a:gd name="connsiteX118" fmla="*/ 2748833 w 12192000"/>
              <a:gd name="connsiteY118" fmla="*/ 1986323 h 2237474"/>
              <a:gd name="connsiteX119" fmla="*/ 2748661 w 12192000"/>
              <a:gd name="connsiteY119" fmla="*/ 1986122 h 2237474"/>
              <a:gd name="connsiteX120" fmla="*/ 2740251 w 12192000"/>
              <a:gd name="connsiteY120" fmla="*/ 1986946 h 2237474"/>
              <a:gd name="connsiteX121" fmla="*/ 2718916 w 12192000"/>
              <a:gd name="connsiteY121" fmla="*/ 1990867 h 2237474"/>
              <a:gd name="connsiteX122" fmla="*/ 2713522 w 12192000"/>
              <a:gd name="connsiteY122" fmla="*/ 1990173 h 2237474"/>
              <a:gd name="connsiteX123" fmla="*/ 2680597 w 12192000"/>
              <a:gd name="connsiteY123" fmla="*/ 1984996 h 2237474"/>
              <a:gd name="connsiteX124" fmla="*/ 2578178 w 12192000"/>
              <a:gd name="connsiteY124" fmla="*/ 1990531 h 2237474"/>
              <a:gd name="connsiteX125" fmla="*/ 2476147 w 12192000"/>
              <a:gd name="connsiteY125" fmla="*/ 1998305 h 2237474"/>
              <a:gd name="connsiteX126" fmla="*/ 2373568 w 12192000"/>
              <a:gd name="connsiteY126" fmla="*/ 2003219 h 2237474"/>
              <a:gd name="connsiteX127" fmla="*/ 2321399 w 12192000"/>
              <a:gd name="connsiteY127" fmla="*/ 1989467 h 2237474"/>
              <a:gd name="connsiteX128" fmla="*/ 2315525 w 12192000"/>
              <a:gd name="connsiteY128" fmla="*/ 1989708 h 2237474"/>
              <a:gd name="connsiteX129" fmla="*/ 2300792 w 12192000"/>
              <a:gd name="connsiteY129" fmla="*/ 1994290 h 2237474"/>
              <a:gd name="connsiteX130" fmla="*/ 2295469 w 12192000"/>
              <a:gd name="connsiteY130" fmla="*/ 1996659 h 2237474"/>
              <a:gd name="connsiteX131" fmla="*/ 2287219 w 12192000"/>
              <a:gd name="connsiteY131" fmla="*/ 1998750 h 2237474"/>
              <a:gd name="connsiteX132" fmla="*/ 2286948 w 12192000"/>
              <a:gd name="connsiteY132" fmla="*/ 1998596 h 2237474"/>
              <a:gd name="connsiteX133" fmla="*/ 2243069 w 12192000"/>
              <a:gd name="connsiteY133" fmla="*/ 2015111 h 2237474"/>
              <a:gd name="connsiteX134" fmla="*/ 2186609 w 12192000"/>
              <a:gd name="connsiteY134" fmla="*/ 2008263 h 2237474"/>
              <a:gd name="connsiteX135" fmla="*/ 2164831 w 12192000"/>
              <a:gd name="connsiteY135" fmla="*/ 2010143 h 2237474"/>
              <a:gd name="connsiteX136" fmla="*/ 2152836 w 12192000"/>
              <a:gd name="connsiteY136" fmla="*/ 2010048 h 2237474"/>
              <a:gd name="connsiteX137" fmla="*/ 2117102 w 12192000"/>
              <a:gd name="connsiteY137" fmla="*/ 2023004 h 2237474"/>
              <a:gd name="connsiteX138" fmla="*/ 2111935 w 12192000"/>
              <a:gd name="connsiteY138" fmla="*/ 2023163 h 2237474"/>
              <a:gd name="connsiteX139" fmla="*/ 2089991 w 12192000"/>
              <a:gd name="connsiteY139" fmla="*/ 2034193 h 2237474"/>
              <a:gd name="connsiteX140" fmla="*/ 2058061 w 12192000"/>
              <a:gd name="connsiteY140" fmla="*/ 2047942 h 2237474"/>
              <a:gd name="connsiteX141" fmla="*/ 2055737 w 12192000"/>
              <a:gd name="connsiteY141" fmla="*/ 2047704 h 2237474"/>
              <a:gd name="connsiteX142" fmla="*/ 2042244 w 12192000"/>
              <a:gd name="connsiteY142" fmla="*/ 2055560 h 2237474"/>
              <a:gd name="connsiteX143" fmla="*/ 1976224 w 12192000"/>
              <a:gd name="connsiteY143" fmla="*/ 2074257 h 2237474"/>
              <a:gd name="connsiteX144" fmla="*/ 1877728 w 12192000"/>
              <a:gd name="connsiteY144" fmla="*/ 2101004 h 2237474"/>
              <a:gd name="connsiteX145" fmla="*/ 1759056 w 12192000"/>
              <a:gd name="connsiteY145" fmla="*/ 2125608 h 2237474"/>
              <a:gd name="connsiteX146" fmla="*/ 1637948 w 12192000"/>
              <a:gd name="connsiteY146" fmla="*/ 2172597 h 2237474"/>
              <a:gd name="connsiteX147" fmla="*/ 1434549 w 12192000"/>
              <a:gd name="connsiteY147" fmla="*/ 2234522 h 2237474"/>
              <a:gd name="connsiteX148" fmla="*/ 1398481 w 12192000"/>
              <a:gd name="connsiteY148" fmla="*/ 2237074 h 2237474"/>
              <a:gd name="connsiteX149" fmla="*/ 1398407 w 12192000"/>
              <a:gd name="connsiteY149" fmla="*/ 2237095 h 2237474"/>
              <a:gd name="connsiteX150" fmla="*/ 1370962 w 12192000"/>
              <a:gd name="connsiteY150" fmla="*/ 2237474 h 2237474"/>
              <a:gd name="connsiteX151" fmla="*/ 1356367 w 12192000"/>
              <a:gd name="connsiteY151" fmla="*/ 2235089 h 2237474"/>
              <a:gd name="connsiteX152" fmla="*/ 1324828 w 12192000"/>
              <a:gd name="connsiteY152" fmla="*/ 2231968 h 2237474"/>
              <a:gd name="connsiteX153" fmla="*/ 1297744 w 12192000"/>
              <a:gd name="connsiteY153" fmla="*/ 2235849 h 2237474"/>
              <a:gd name="connsiteX154" fmla="*/ 1286236 w 12192000"/>
              <a:gd name="connsiteY154" fmla="*/ 2233135 h 2237474"/>
              <a:gd name="connsiteX155" fmla="*/ 1283504 w 12192000"/>
              <a:gd name="connsiteY155" fmla="*/ 2233797 h 2237474"/>
              <a:gd name="connsiteX156" fmla="*/ 1279765 w 12192000"/>
              <a:gd name="connsiteY156" fmla="*/ 2229639 h 2237474"/>
              <a:gd name="connsiteX157" fmla="*/ 1195347 w 12192000"/>
              <a:gd name="connsiteY157" fmla="*/ 2212354 h 2237474"/>
              <a:gd name="connsiteX158" fmla="*/ 970251 w 12192000"/>
              <a:gd name="connsiteY158" fmla="*/ 2221029 h 2237474"/>
              <a:gd name="connsiteX159" fmla="*/ 812914 w 12192000"/>
              <a:gd name="connsiteY159" fmla="*/ 2202752 h 2237474"/>
              <a:gd name="connsiteX160" fmla="*/ 800195 w 12192000"/>
              <a:gd name="connsiteY160" fmla="*/ 2209407 h 2237474"/>
              <a:gd name="connsiteX161" fmla="*/ 784978 w 12192000"/>
              <a:gd name="connsiteY161" fmla="*/ 2212360 h 2237474"/>
              <a:gd name="connsiteX162" fmla="*/ 681987 w 12192000"/>
              <a:gd name="connsiteY162" fmla="*/ 2216757 h 2237474"/>
              <a:gd name="connsiteX163" fmla="*/ 669923 w 12192000"/>
              <a:gd name="connsiteY163" fmla="*/ 2211682 h 2237474"/>
              <a:gd name="connsiteX164" fmla="*/ 648680 w 12192000"/>
              <a:gd name="connsiteY164" fmla="*/ 2206229 h 2237474"/>
              <a:gd name="connsiteX165" fmla="*/ 597225 w 12192000"/>
              <a:gd name="connsiteY165" fmla="*/ 2180999 h 2237474"/>
              <a:gd name="connsiteX166" fmla="*/ 558449 w 12192000"/>
              <a:gd name="connsiteY166" fmla="*/ 2182346 h 2237474"/>
              <a:gd name="connsiteX167" fmla="*/ 550517 w 12192000"/>
              <a:gd name="connsiteY167" fmla="*/ 2182060 h 2237474"/>
              <a:gd name="connsiteX168" fmla="*/ 550309 w 12192000"/>
              <a:gd name="connsiteY168" fmla="*/ 2181825 h 2237474"/>
              <a:gd name="connsiteX169" fmla="*/ 541836 w 12192000"/>
              <a:gd name="connsiteY169" fmla="*/ 2181063 h 2237474"/>
              <a:gd name="connsiteX170" fmla="*/ 536057 w 12192000"/>
              <a:gd name="connsiteY170" fmla="*/ 2181537 h 2237474"/>
              <a:gd name="connsiteX171" fmla="*/ 520671 w 12192000"/>
              <a:gd name="connsiteY171" fmla="*/ 2180980 h 2237474"/>
              <a:gd name="connsiteX172" fmla="*/ 515024 w 12192000"/>
              <a:gd name="connsiteY172" fmla="*/ 2179258 h 2237474"/>
              <a:gd name="connsiteX173" fmla="*/ 512278 w 12192000"/>
              <a:gd name="connsiteY173" fmla="*/ 2176369 h 2237474"/>
              <a:gd name="connsiteX174" fmla="*/ 480419 w 12192000"/>
              <a:gd name="connsiteY174" fmla="*/ 2167807 h 2237474"/>
              <a:gd name="connsiteX175" fmla="*/ 413835 w 12192000"/>
              <a:gd name="connsiteY175" fmla="*/ 2156783 h 2237474"/>
              <a:gd name="connsiteX176" fmla="*/ 376513 w 12192000"/>
              <a:gd name="connsiteY176" fmla="*/ 2154014 h 2237474"/>
              <a:gd name="connsiteX177" fmla="*/ 273386 w 12192000"/>
              <a:gd name="connsiteY177" fmla="*/ 2142551 h 2237474"/>
              <a:gd name="connsiteX178" fmla="*/ 169207 w 12192000"/>
              <a:gd name="connsiteY178" fmla="*/ 2128100 h 2237474"/>
              <a:gd name="connsiteX179" fmla="*/ 93149 w 12192000"/>
              <a:gd name="connsiteY179" fmla="*/ 2105324 h 2237474"/>
              <a:gd name="connsiteX180" fmla="*/ 88109 w 12192000"/>
              <a:gd name="connsiteY180" fmla="*/ 2106704 h 2237474"/>
              <a:gd name="connsiteX181" fmla="*/ 80022 w 12192000"/>
              <a:gd name="connsiteY181" fmla="*/ 2107254 h 2237474"/>
              <a:gd name="connsiteX182" fmla="*/ 79717 w 12192000"/>
              <a:gd name="connsiteY182" fmla="*/ 2107046 h 2237474"/>
              <a:gd name="connsiteX183" fmla="*/ 72352 w 12192000"/>
              <a:gd name="connsiteY183" fmla="*/ 2107991 h 2237474"/>
              <a:gd name="connsiteX184" fmla="*/ 37645 w 12192000"/>
              <a:gd name="connsiteY184" fmla="*/ 2115401 h 2237474"/>
              <a:gd name="connsiteX185" fmla="*/ 4572 w 12192000"/>
              <a:gd name="connsiteY185" fmla="*/ 2111091 h 2237474"/>
              <a:gd name="connsiteX186" fmla="*/ 0 w 12192000"/>
              <a:gd name="connsiteY186" fmla="*/ 2110468 h 2237474"/>
              <a:gd name="connsiteX187" fmla="*/ 0 w 12192000"/>
              <a:gd name="connsiteY18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64145 w 12192000"/>
              <a:gd name="connsiteY113" fmla="*/ 1994061 h 2237474"/>
              <a:gd name="connsiteX114" fmla="*/ 2843662 w 12192000"/>
              <a:gd name="connsiteY114" fmla="*/ 1992498 h 2237474"/>
              <a:gd name="connsiteX115" fmla="*/ 2796128 w 12192000"/>
              <a:gd name="connsiteY115" fmla="*/ 1976403 h 2237474"/>
              <a:gd name="connsiteX116" fmla="*/ 2756784 w 12192000"/>
              <a:gd name="connsiteY116" fmla="*/ 1985116 h 2237474"/>
              <a:gd name="connsiteX117" fmla="*/ 2748833 w 12192000"/>
              <a:gd name="connsiteY117" fmla="*/ 1986323 h 2237474"/>
              <a:gd name="connsiteX118" fmla="*/ 2748661 w 12192000"/>
              <a:gd name="connsiteY118" fmla="*/ 1986122 h 2237474"/>
              <a:gd name="connsiteX119" fmla="*/ 2740251 w 12192000"/>
              <a:gd name="connsiteY119" fmla="*/ 1986946 h 2237474"/>
              <a:gd name="connsiteX120" fmla="*/ 2718916 w 12192000"/>
              <a:gd name="connsiteY120" fmla="*/ 1990867 h 2237474"/>
              <a:gd name="connsiteX121" fmla="*/ 2713522 w 12192000"/>
              <a:gd name="connsiteY121" fmla="*/ 1990173 h 2237474"/>
              <a:gd name="connsiteX122" fmla="*/ 2680597 w 12192000"/>
              <a:gd name="connsiteY122" fmla="*/ 1984996 h 2237474"/>
              <a:gd name="connsiteX123" fmla="*/ 2578178 w 12192000"/>
              <a:gd name="connsiteY123" fmla="*/ 1990531 h 2237474"/>
              <a:gd name="connsiteX124" fmla="*/ 2476147 w 12192000"/>
              <a:gd name="connsiteY124" fmla="*/ 1998305 h 2237474"/>
              <a:gd name="connsiteX125" fmla="*/ 2373568 w 12192000"/>
              <a:gd name="connsiteY125" fmla="*/ 2003219 h 2237474"/>
              <a:gd name="connsiteX126" fmla="*/ 2321399 w 12192000"/>
              <a:gd name="connsiteY126" fmla="*/ 1989467 h 2237474"/>
              <a:gd name="connsiteX127" fmla="*/ 2315525 w 12192000"/>
              <a:gd name="connsiteY127" fmla="*/ 1989708 h 2237474"/>
              <a:gd name="connsiteX128" fmla="*/ 2300792 w 12192000"/>
              <a:gd name="connsiteY128" fmla="*/ 1994290 h 2237474"/>
              <a:gd name="connsiteX129" fmla="*/ 2295469 w 12192000"/>
              <a:gd name="connsiteY129" fmla="*/ 1996659 h 2237474"/>
              <a:gd name="connsiteX130" fmla="*/ 2287219 w 12192000"/>
              <a:gd name="connsiteY130" fmla="*/ 1998750 h 2237474"/>
              <a:gd name="connsiteX131" fmla="*/ 2286948 w 12192000"/>
              <a:gd name="connsiteY131" fmla="*/ 1998596 h 2237474"/>
              <a:gd name="connsiteX132" fmla="*/ 2243069 w 12192000"/>
              <a:gd name="connsiteY132" fmla="*/ 2015111 h 2237474"/>
              <a:gd name="connsiteX133" fmla="*/ 2186609 w 12192000"/>
              <a:gd name="connsiteY133" fmla="*/ 2008263 h 2237474"/>
              <a:gd name="connsiteX134" fmla="*/ 2164831 w 12192000"/>
              <a:gd name="connsiteY134" fmla="*/ 2010143 h 2237474"/>
              <a:gd name="connsiteX135" fmla="*/ 2152836 w 12192000"/>
              <a:gd name="connsiteY135" fmla="*/ 2010048 h 2237474"/>
              <a:gd name="connsiteX136" fmla="*/ 2117102 w 12192000"/>
              <a:gd name="connsiteY136" fmla="*/ 2023004 h 2237474"/>
              <a:gd name="connsiteX137" fmla="*/ 2111935 w 12192000"/>
              <a:gd name="connsiteY137" fmla="*/ 2023163 h 2237474"/>
              <a:gd name="connsiteX138" fmla="*/ 2089991 w 12192000"/>
              <a:gd name="connsiteY138" fmla="*/ 2034193 h 2237474"/>
              <a:gd name="connsiteX139" fmla="*/ 2058061 w 12192000"/>
              <a:gd name="connsiteY139" fmla="*/ 2047942 h 2237474"/>
              <a:gd name="connsiteX140" fmla="*/ 2055737 w 12192000"/>
              <a:gd name="connsiteY140" fmla="*/ 2047704 h 2237474"/>
              <a:gd name="connsiteX141" fmla="*/ 2042244 w 12192000"/>
              <a:gd name="connsiteY141" fmla="*/ 2055560 h 2237474"/>
              <a:gd name="connsiteX142" fmla="*/ 1976224 w 12192000"/>
              <a:gd name="connsiteY142" fmla="*/ 2074257 h 2237474"/>
              <a:gd name="connsiteX143" fmla="*/ 1877728 w 12192000"/>
              <a:gd name="connsiteY143" fmla="*/ 2101004 h 2237474"/>
              <a:gd name="connsiteX144" fmla="*/ 1759056 w 12192000"/>
              <a:gd name="connsiteY144" fmla="*/ 2125608 h 2237474"/>
              <a:gd name="connsiteX145" fmla="*/ 1637948 w 12192000"/>
              <a:gd name="connsiteY145" fmla="*/ 2172597 h 2237474"/>
              <a:gd name="connsiteX146" fmla="*/ 1434549 w 12192000"/>
              <a:gd name="connsiteY146" fmla="*/ 2234522 h 2237474"/>
              <a:gd name="connsiteX147" fmla="*/ 1398481 w 12192000"/>
              <a:gd name="connsiteY147" fmla="*/ 2237074 h 2237474"/>
              <a:gd name="connsiteX148" fmla="*/ 1398407 w 12192000"/>
              <a:gd name="connsiteY148" fmla="*/ 2237095 h 2237474"/>
              <a:gd name="connsiteX149" fmla="*/ 1370962 w 12192000"/>
              <a:gd name="connsiteY149" fmla="*/ 2237474 h 2237474"/>
              <a:gd name="connsiteX150" fmla="*/ 1356367 w 12192000"/>
              <a:gd name="connsiteY150" fmla="*/ 2235089 h 2237474"/>
              <a:gd name="connsiteX151" fmla="*/ 1324828 w 12192000"/>
              <a:gd name="connsiteY151" fmla="*/ 2231968 h 2237474"/>
              <a:gd name="connsiteX152" fmla="*/ 1297744 w 12192000"/>
              <a:gd name="connsiteY152" fmla="*/ 2235849 h 2237474"/>
              <a:gd name="connsiteX153" fmla="*/ 1286236 w 12192000"/>
              <a:gd name="connsiteY153" fmla="*/ 2233135 h 2237474"/>
              <a:gd name="connsiteX154" fmla="*/ 1283504 w 12192000"/>
              <a:gd name="connsiteY154" fmla="*/ 2233797 h 2237474"/>
              <a:gd name="connsiteX155" fmla="*/ 1279765 w 12192000"/>
              <a:gd name="connsiteY155" fmla="*/ 2229639 h 2237474"/>
              <a:gd name="connsiteX156" fmla="*/ 1195347 w 12192000"/>
              <a:gd name="connsiteY156" fmla="*/ 2212354 h 2237474"/>
              <a:gd name="connsiteX157" fmla="*/ 970251 w 12192000"/>
              <a:gd name="connsiteY157" fmla="*/ 2221029 h 2237474"/>
              <a:gd name="connsiteX158" fmla="*/ 812914 w 12192000"/>
              <a:gd name="connsiteY158" fmla="*/ 2202752 h 2237474"/>
              <a:gd name="connsiteX159" fmla="*/ 800195 w 12192000"/>
              <a:gd name="connsiteY159" fmla="*/ 2209407 h 2237474"/>
              <a:gd name="connsiteX160" fmla="*/ 784978 w 12192000"/>
              <a:gd name="connsiteY160" fmla="*/ 2212360 h 2237474"/>
              <a:gd name="connsiteX161" fmla="*/ 681987 w 12192000"/>
              <a:gd name="connsiteY161" fmla="*/ 2216757 h 2237474"/>
              <a:gd name="connsiteX162" fmla="*/ 669923 w 12192000"/>
              <a:gd name="connsiteY162" fmla="*/ 2211682 h 2237474"/>
              <a:gd name="connsiteX163" fmla="*/ 648680 w 12192000"/>
              <a:gd name="connsiteY163" fmla="*/ 2206229 h 2237474"/>
              <a:gd name="connsiteX164" fmla="*/ 597225 w 12192000"/>
              <a:gd name="connsiteY164" fmla="*/ 2180999 h 2237474"/>
              <a:gd name="connsiteX165" fmla="*/ 558449 w 12192000"/>
              <a:gd name="connsiteY165" fmla="*/ 2182346 h 2237474"/>
              <a:gd name="connsiteX166" fmla="*/ 550517 w 12192000"/>
              <a:gd name="connsiteY166" fmla="*/ 2182060 h 2237474"/>
              <a:gd name="connsiteX167" fmla="*/ 550309 w 12192000"/>
              <a:gd name="connsiteY167" fmla="*/ 2181825 h 2237474"/>
              <a:gd name="connsiteX168" fmla="*/ 541836 w 12192000"/>
              <a:gd name="connsiteY168" fmla="*/ 2181063 h 2237474"/>
              <a:gd name="connsiteX169" fmla="*/ 536057 w 12192000"/>
              <a:gd name="connsiteY169" fmla="*/ 2181537 h 2237474"/>
              <a:gd name="connsiteX170" fmla="*/ 520671 w 12192000"/>
              <a:gd name="connsiteY170" fmla="*/ 2180980 h 2237474"/>
              <a:gd name="connsiteX171" fmla="*/ 515024 w 12192000"/>
              <a:gd name="connsiteY171" fmla="*/ 2179258 h 2237474"/>
              <a:gd name="connsiteX172" fmla="*/ 512278 w 12192000"/>
              <a:gd name="connsiteY172" fmla="*/ 2176369 h 2237474"/>
              <a:gd name="connsiteX173" fmla="*/ 480419 w 12192000"/>
              <a:gd name="connsiteY173" fmla="*/ 2167807 h 2237474"/>
              <a:gd name="connsiteX174" fmla="*/ 413835 w 12192000"/>
              <a:gd name="connsiteY174" fmla="*/ 2156783 h 2237474"/>
              <a:gd name="connsiteX175" fmla="*/ 376513 w 12192000"/>
              <a:gd name="connsiteY175" fmla="*/ 2154014 h 2237474"/>
              <a:gd name="connsiteX176" fmla="*/ 273386 w 12192000"/>
              <a:gd name="connsiteY176" fmla="*/ 2142551 h 2237474"/>
              <a:gd name="connsiteX177" fmla="*/ 169207 w 12192000"/>
              <a:gd name="connsiteY177" fmla="*/ 2128100 h 2237474"/>
              <a:gd name="connsiteX178" fmla="*/ 93149 w 12192000"/>
              <a:gd name="connsiteY178" fmla="*/ 2105324 h 2237474"/>
              <a:gd name="connsiteX179" fmla="*/ 88109 w 12192000"/>
              <a:gd name="connsiteY179" fmla="*/ 2106704 h 2237474"/>
              <a:gd name="connsiteX180" fmla="*/ 80022 w 12192000"/>
              <a:gd name="connsiteY180" fmla="*/ 2107254 h 2237474"/>
              <a:gd name="connsiteX181" fmla="*/ 79717 w 12192000"/>
              <a:gd name="connsiteY181" fmla="*/ 2107046 h 2237474"/>
              <a:gd name="connsiteX182" fmla="*/ 72352 w 12192000"/>
              <a:gd name="connsiteY182" fmla="*/ 2107991 h 2237474"/>
              <a:gd name="connsiteX183" fmla="*/ 37645 w 12192000"/>
              <a:gd name="connsiteY183" fmla="*/ 2115401 h 2237474"/>
              <a:gd name="connsiteX184" fmla="*/ 4572 w 12192000"/>
              <a:gd name="connsiteY184" fmla="*/ 2111091 h 2237474"/>
              <a:gd name="connsiteX185" fmla="*/ 0 w 12192000"/>
              <a:gd name="connsiteY185" fmla="*/ 2110468 h 2237474"/>
              <a:gd name="connsiteX186" fmla="*/ 0 w 12192000"/>
              <a:gd name="connsiteY18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64145 w 12192000"/>
              <a:gd name="connsiteY113" fmla="*/ 1994061 h 2237474"/>
              <a:gd name="connsiteX114" fmla="*/ 2843662 w 12192000"/>
              <a:gd name="connsiteY114" fmla="*/ 1992498 h 2237474"/>
              <a:gd name="connsiteX115" fmla="*/ 2796128 w 12192000"/>
              <a:gd name="connsiteY115" fmla="*/ 1976403 h 2237474"/>
              <a:gd name="connsiteX116" fmla="*/ 2756784 w 12192000"/>
              <a:gd name="connsiteY116" fmla="*/ 1985116 h 2237474"/>
              <a:gd name="connsiteX117" fmla="*/ 2748833 w 12192000"/>
              <a:gd name="connsiteY117" fmla="*/ 1986323 h 2237474"/>
              <a:gd name="connsiteX118" fmla="*/ 2748661 w 12192000"/>
              <a:gd name="connsiteY118" fmla="*/ 1986122 h 2237474"/>
              <a:gd name="connsiteX119" fmla="*/ 2718916 w 12192000"/>
              <a:gd name="connsiteY119" fmla="*/ 1990867 h 2237474"/>
              <a:gd name="connsiteX120" fmla="*/ 2713522 w 12192000"/>
              <a:gd name="connsiteY120" fmla="*/ 1990173 h 2237474"/>
              <a:gd name="connsiteX121" fmla="*/ 2680597 w 12192000"/>
              <a:gd name="connsiteY121" fmla="*/ 1984996 h 2237474"/>
              <a:gd name="connsiteX122" fmla="*/ 2578178 w 12192000"/>
              <a:gd name="connsiteY122" fmla="*/ 1990531 h 2237474"/>
              <a:gd name="connsiteX123" fmla="*/ 2476147 w 12192000"/>
              <a:gd name="connsiteY123" fmla="*/ 1998305 h 2237474"/>
              <a:gd name="connsiteX124" fmla="*/ 2373568 w 12192000"/>
              <a:gd name="connsiteY124" fmla="*/ 2003219 h 2237474"/>
              <a:gd name="connsiteX125" fmla="*/ 2321399 w 12192000"/>
              <a:gd name="connsiteY125" fmla="*/ 1989467 h 2237474"/>
              <a:gd name="connsiteX126" fmla="*/ 2315525 w 12192000"/>
              <a:gd name="connsiteY126" fmla="*/ 1989708 h 2237474"/>
              <a:gd name="connsiteX127" fmla="*/ 2300792 w 12192000"/>
              <a:gd name="connsiteY127" fmla="*/ 1994290 h 2237474"/>
              <a:gd name="connsiteX128" fmla="*/ 2295469 w 12192000"/>
              <a:gd name="connsiteY128" fmla="*/ 1996659 h 2237474"/>
              <a:gd name="connsiteX129" fmla="*/ 2287219 w 12192000"/>
              <a:gd name="connsiteY129" fmla="*/ 1998750 h 2237474"/>
              <a:gd name="connsiteX130" fmla="*/ 2286948 w 12192000"/>
              <a:gd name="connsiteY130" fmla="*/ 1998596 h 2237474"/>
              <a:gd name="connsiteX131" fmla="*/ 2243069 w 12192000"/>
              <a:gd name="connsiteY131" fmla="*/ 2015111 h 2237474"/>
              <a:gd name="connsiteX132" fmla="*/ 2186609 w 12192000"/>
              <a:gd name="connsiteY132" fmla="*/ 2008263 h 2237474"/>
              <a:gd name="connsiteX133" fmla="*/ 2164831 w 12192000"/>
              <a:gd name="connsiteY133" fmla="*/ 2010143 h 2237474"/>
              <a:gd name="connsiteX134" fmla="*/ 2152836 w 12192000"/>
              <a:gd name="connsiteY134" fmla="*/ 2010048 h 2237474"/>
              <a:gd name="connsiteX135" fmla="*/ 2117102 w 12192000"/>
              <a:gd name="connsiteY135" fmla="*/ 2023004 h 2237474"/>
              <a:gd name="connsiteX136" fmla="*/ 2111935 w 12192000"/>
              <a:gd name="connsiteY136" fmla="*/ 2023163 h 2237474"/>
              <a:gd name="connsiteX137" fmla="*/ 2089991 w 12192000"/>
              <a:gd name="connsiteY137" fmla="*/ 2034193 h 2237474"/>
              <a:gd name="connsiteX138" fmla="*/ 2058061 w 12192000"/>
              <a:gd name="connsiteY138" fmla="*/ 2047942 h 2237474"/>
              <a:gd name="connsiteX139" fmla="*/ 2055737 w 12192000"/>
              <a:gd name="connsiteY139" fmla="*/ 2047704 h 2237474"/>
              <a:gd name="connsiteX140" fmla="*/ 2042244 w 12192000"/>
              <a:gd name="connsiteY140" fmla="*/ 2055560 h 2237474"/>
              <a:gd name="connsiteX141" fmla="*/ 1976224 w 12192000"/>
              <a:gd name="connsiteY141" fmla="*/ 2074257 h 2237474"/>
              <a:gd name="connsiteX142" fmla="*/ 1877728 w 12192000"/>
              <a:gd name="connsiteY142" fmla="*/ 2101004 h 2237474"/>
              <a:gd name="connsiteX143" fmla="*/ 1759056 w 12192000"/>
              <a:gd name="connsiteY143" fmla="*/ 2125608 h 2237474"/>
              <a:gd name="connsiteX144" fmla="*/ 1637948 w 12192000"/>
              <a:gd name="connsiteY144" fmla="*/ 2172597 h 2237474"/>
              <a:gd name="connsiteX145" fmla="*/ 1434549 w 12192000"/>
              <a:gd name="connsiteY145" fmla="*/ 2234522 h 2237474"/>
              <a:gd name="connsiteX146" fmla="*/ 1398481 w 12192000"/>
              <a:gd name="connsiteY146" fmla="*/ 2237074 h 2237474"/>
              <a:gd name="connsiteX147" fmla="*/ 1398407 w 12192000"/>
              <a:gd name="connsiteY147" fmla="*/ 2237095 h 2237474"/>
              <a:gd name="connsiteX148" fmla="*/ 1370962 w 12192000"/>
              <a:gd name="connsiteY148" fmla="*/ 2237474 h 2237474"/>
              <a:gd name="connsiteX149" fmla="*/ 1356367 w 12192000"/>
              <a:gd name="connsiteY149" fmla="*/ 2235089 h 2237474"/>
              <a:gd name="connsiteX150" fmla="*/ 1324828 w 12192000"/>
              <a:gd name="connsiteY150" fmla="*/ 2231968 h 2237474"/>
              <a:gd name="connsiteX151" fmla="*/ 1297744 w 12192000"/>
              <a:gd name="connsiteY151" fmla="*/ 2235849 h 2237474"/>
              <a:gd name="connsiteX152" fmla="*/ 1286236 w 12192000"/>
              <a:gd name="connsiteY152" fmla="*/ 2233135 h 2237474"/>
              <a:gd name="connsiteX153" fmla="*/ 1283504 w 12192000"/>
              <a:gd name="connsiteY153" fmla="*/ 2233797 h 2237474"/>
              <a:gd name="connsiteX154" fmla="*/ 1279765 w 12192000"/>
              <a:gd name="connsiteY154" fmla="*/ 2229639 h 2237474"/>
              <a:gd name="connsiteX155" fmla="*/ 1195347 w 12192000"/>
              <a:gd name="connsiteY155" fmla="*/ 2212354 h 2237474"/>
              <a:gd name="connsiteX156" fmla="*/ 970251 w 12192000"/>
              <a:gd name="connsiteY156" fmla="*/ 2221029 h 2237474"/>
              <a:gd name="connsiteX157" fmla="*/ 812914 w 12192000"/>
              <a:gd name="connsiteY157" fmla="*/ 2202752 h 2237474"/>
              <a:gd name="connsiteX158" fmla="*/ 800195 w 12192000"/>
              <a:gd name="connsiteY158" fmla="*/ 2209407 h 2237474"/>
              <a:gd name="connsiteX159" fmla="*/ 784978 w 12192000"/>
              <a:gd name="connsiteY159" fmla="*/ 2212360 h 2237474"/>
              <a:gd name="connsiteX160" fmla="*/ 681987 w 12192000"/>
              <a:gd name="connsiteY160" fmla="*/ 2216757 h 2237474"/>
              <a:gd name="connsiteX161" fmla="*/ 669923 w 12192000"/>
              <a:gd name="connsiteY161" fmla="*/ 2211682 h 2237474"/>
              <a:gd name="connsiteX162" fmla="*/ 648680 w 12192000"/>
              <a:gd name="connsiteY162" fmla="*/ 2206229 h 2237474"/>
              <a:gd name="connsiteX163" fmla="*/ 597225 w 12192000"/>
              <a:gd name="connsiteY163" fmla="*/ 2180999 h 2237474"/>
              <a:gd name="connsiteX164" fmla="*/ 558449 w 12192000"/>
              <a:gd name="connsiteY164" fmla="*/ 2182346 h 2237474"/>
              <a:gd name="connsiteX165" fmla="*/ 550517 w 12192000"/>
              <a:gd name="connsiteY165" fmla="*/ 2182060 h 2237474"/>
              <a:gd name="connsiteX166" fmla="*/ 550309 w 12192000"/>
              <a:gd name="connsiteY166" fmla="*/ 2181825 h 2237474"/>
              <a:gd name="connsiteX167" fmla="*/ 541836 w 12192000"/>
              <a:gd name="connsiteY167" fmla="*/ 2181063 h 2237474"/>
              <a:gd name="connsiteX168" fmla="*/ 536057 w 12192000"/>
              <a:gd name="connsiteY168" fmla="*/ 2181537 h 2237474"/>
              <a:gd name="connsiteX169" fmla="*/ 520671 w 12192000"/>
              <a:gd name="connsiteY169" fmla="*/ 2180980 h 2237474"/>
              <a:gd name="connsiteX170" fmla="*/ 515024 w 12192000"/>
              <a:gd name="connsiteY170" fmla="*/ 2179258 h 2237474"/>
              <a:gd name="connsiteX171" fmla="*/ 512278 w 12192000"/>
              <a:gd name="connsiteY171" fmla="*/ 2176369 h 2237474"/>
              <a:gd name="connsiteX172" fmla="*/ 480419 w 12192000"/>
              <a:gd name="connsiteY172" fmla="*/ 2167807 h 2237474"/>
              <a:gd name="connsiteX173" fmla="*/ 413835 w 12192000"/>
              <a:gd name="connsiteY173" fmla="*/ 2156783 h 2237474"/>
              <a:gd name="connsiteX174" fmla="*/ 376513 w 12192000"/>
              <a:gd name="connsiteY174" fmla="*/ 2154014 h 2237474"/>
              <a:gd name="connsiteX175" fmla="*/ 273386 w 12192000"/>
              <a:gd name="connsiteY175" fmla="*/ 2142551 h 2237474"/>
              <a:gd name="connsiteX176" fmla="*/ 169207 w 12192000"/>
              <a:gd name="connsiteY176" fmla="*/ 2128100 h 2237474"/>
              <a:gd name="connsiteX177" fmla="*/ 93149 w 12192000"/>
              <a:gd name="connsiteY177" fmla="*/ 2105324 h 2237474"/>
              <a:gd name="connsiteX178" fmla="*/ 88109 w 12192000"/>
              <a:gd name="connsiteY178" fmla="*/ 2106704 h 2237474"/>
              <a:gd name="connsiteX179" fmla="*/ 80022 w 12192000"/>
              <a:gd name="connsiteY179" fmla="*/ 2107254 h 2237474"/>
              <a:gd name="connsiteX180" fmla="*/ 79717 w 12192000"/>
              <a:gd name="connsiteY180" fmla="*/ 2107046 h 2237474"/>
              <a:gd name="connsiteX181" fmla="*/ 72352 w 12192000"/>
              <a:gd name="connsiteY181" fmla="*/ 2107991 h 2237474"/>
              <a:gd name="connsiteX182" fmla="*/ 37645 w 12192000"/>
              <a:gd name="connsiteY182" fmla="*/ 2115401 h 2237474"/>
              <a:gd name="connsiteX183" fmla="*/ 4572 w 12192000"/>
              <a:gd name="connsiteY183" fmla="*/ 2111091 h 2237474"/>
              <a:gd name="connsiteX184" fmla="*/ 0 w 12192000"/>
              <a:gd name="connsiteY184" fmla="*/ 2110468 h 2237474"/>
              <a:gd name="connsiteX185" fmla="*/ 0 w 12192000"/>
              <a:gd name="connsiteY18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95469 w 12192000"/>
              <a:gd name="connsiteY127" fmla="*/ 1996659 h 2237474"/>
              <a:gd name="connsiteX128" fmla="*/ 2287219 w 12192000"/>
              <a:gd name="connsiteY128" fmla="*/ 1998750 h 2237474"/>
              <a:gd name="connsiteX129" fmla="*/ 2286948 w 12192000"/>
              <a:gd name="connsiteY129" fmla="*/ 1998596 h 2237474"/>
              <a:gd name="connsiteX130" fmla="*/ 2243069 w 12192000"/>
              <a:gd name="connsiteY130" fmla="*/ 2015111 h 2237474"/>
              <a:gd name="connsiteX131" fmla="*/ 2186609 w 12192000"/>
              <a:gd name="connsiteY131" fmla="*/ 2008263 h 2237474"/>
              <a:gd name="connsiteX132" fmla="*/ 2164831 w 12192000"/>
              <a:gd name="connsiteY132" fmla="*/ 2010143 h 2237474"/>
              <a:gd name="connsiteX133" fmla="*/ 2152836 w 12192000"/>
              <a:gd name="connsiteY133" fmla="*/ 2010048 h 2237474"/>
              <a:gd name="connsiteX134" fmla="*/ 2117102 w 12192000"/>
              <a:gd name="connsiteY134" fmla="*/ 2023004 h 2237474"/>
              <a:gd name="connsiteX135" fmla="*/ 2111935 w 12192000"/>
              <a:gd name="connsiteY135" fmla="*/ 2023163 h 2237474"/>
              <a:gd name="connsiteX136" fmla="*/ 2089991 w 12192000"/>
              <a:gd name="connsiteY136" fmla="*/ 2034193 h 2237474"/>
              <a:gd name="connsiteX137" fmla="*/ 2058061 w 12192000"/>
              <a:gd name="connsiteY137" fmla="*/ 2047942 h 2237474"/>
              <a:gd name="connsiteX138" fmla="*/ 2055737 w 12192000"/>
              <a:gd name="connsiteY138" fmla="*/ 2047704 h 2237474"/>
              <a:gd name="connsiteX139" fmla="*/ 2042244 w 12192000"/>
              <a:gd name="connsiteY139" fmla="*/ 2055560 h 2237474"/>
              <a:gd name="connsiteX140" fmla="*/ 1976224 w 12192000"/>
              <a:gd name="connsiteY140" fmla="*/ 2074257 h 2237474"/>
              <a:gd name="connsiteX141" fmla="*/ 1877728 w 12192000"/>
              <a:gd name="connsiteY141" fmla="*/ 2101004 h 2237474"/>
              <a:gd name="connsiteX142" fmla="*/ 1759056 w 12192000"/>
              <a:gd name="connsiteY142" fmla="*/ 2125608 h 2237474"/>
              <a:gd name="connsiteX143" fmla="*/ 1637948 w 12192000"/>
              <a:gd name="connsiteY143" fmla="*/ 2172597 h 2237474"/>
              <a:gd name="connsiteX144" fmla="*/ 1434549 w 12192000"/>
              <a:gd name="connsiteY144" fmla="*/ 2234522 h 2237474"/>
              <a:gd name="connsiteX145" fmla="*/ 1398481 w 12192000"/>
              <a:gd name="connsiteY145" fmla="*/ 2237074 h 2237474"/>
              <a:gd name="connsiteX146" fmla="*/ 1398407 w 12192000"/>
              <a:gd name="connsiteY146" fmla="*/ 2237095 h 2237474"/>
              <a:gd name="connsiteX147" fmla="*/ 1370962 w 12192000"/>
              <a:gd name="connsiteY147" fmla="*/ 2237474 h 2237474"/>
              <a:gd name="connsiteX148" fmla="*/ 1356367 w 12192000"/>
              <a:gd name="connsiteY148" fmla="*/ 2235089 h 2237474"/>
              <a:gd name="connsiteX149" fmla="*/ 1324828 w 12192000"/>
              <a:gd name="connsiteY149" fmla="*/ 2231968 h 2237474"/>
              <a:gd name="connsiteX150" fmla="*/ 1297744 w 12192000"/>
              <a:gd name="connsiteY150" fmla="*/ 2235849 h 2237474"/>
              <a:gd name="connsiteX151" fmla="*/ 1286236 w 12192000"/>
              <a:gd name="connsiteY151" fmla="*/ 2233135 h 2237474"/>
              <a:gd name="connsiteX152" fmla="*/ 1283504 w 12192000"/>
              <a:gd name="connsiteY152" fmla="*/ 2233797 h 2237474"/>
              <a:gd name="connsiteX153" fmla="*/ 1279765 w 12192000"/>
              <a:gd name="connsiteY153" fmla="*/ 2229639 h 2237474"/>
              <a:gd name="connsiteX154" fmla="*/ 1195347 w 12192000"/>
              <a:gd name="connsiteY154" fmla="*/ 2212354 h 2237474"/>
              <a:gd name="connsiteX155" fmla="*/ 970251 w 12192000"/>
              <a:gd name="connsiteY155" fmla="*/ 2221029 h 2237474"/>
              <a:gd name="connsiteX156" fmla="*/ 812914 w 12192000"/>
              <a:gd name="connsiteY156" fmla="*/ 2202752 h 2237474"/>
              <a:gd name="connsiteX157" fmla="*/ 800195 w 12192000"/>
              <a:gd name="connsiteY157" fmla="*/ 2209407 h 2237474"/>
              <a:gd name="connsiteX158" fmla="*/ 784978 w 12192000"/>
              <a:gd name="connsiteY158" fmla="*/ 2212360 h 2237474"/>
              <a:gd name="connsiteX159" fmla="*/ 681987 w 12192000"/>
              <a:gd name="connsiteY159" fmla="*/ 2216757 h 2237474"/>
              <a:gd name="connsiteX160" fmla="*/ 669923 w 12192000"/>
              <a:gd name="connsiteY160" fmla="*/ 2211682 h 2237474"/>
              <a:gd name="connsiteX161" fmla="*/ 648680 w 12192000"/>
              <a:gd name="connsiteY161" fmla="*/ 2206229 h 2237474"/>
              <a:gd name="connsiteX162" fmla="*/ 597225 w 12192000"/>
              <a:gd name="connsiteY162" fmla="*/ 2180999 h 2237474"/>
              <a:gd name="connsiteX163" fmla="*/ 558449 w 12192000"/>
              <a:gd name="connsiteY163" fmla="*/ 2182346 h 2237474"/>
              <a:gd name="connsiteX164" fmla="*/ 550517 w 12192000"/>
              <a:gd name="connsiteY164" fmla="*/ 2182060 h 2237474"/>
              <a:gd name="connsiteX165" fmla="*/ 550309 w 12192000"/>
              <a:gd name="connsiteY165" fmla="*/ 2181825 h 2237474"/>
              <a:gd name="connsiteX166" fmla="*/ 541836 w 12192000"/>
              <a:gd name="connsiteY166" fmla="*/ 2181063 h 2237474"/>
              <a:gd name="connsiteX167" fmla="*/ 536057 w 12192000"/>
              <a:gd name="connsiteY167" fmla="*/ 2181537 h 2237474"/>
              <a:gd name="connsiteX168" fmla="*/ 520671 w 12192000"/>
              <a:gd name="connsiteY168" fmla="*/ 2180980 h 2237474"/>
              <a:gd name="connsiteX169" fmla="*/ 515024 w 12192000"/>
              <a:gd name="connsiteY169" fmla="*/ 2179258 h 2237474"/>
              <a:gd name="connsiteX170" fmla="*/ 512278 w 12192000"/>
              <a:gd name="connsiteY170" fmla="*/ 2176369 h 2237474"/>
              <a:gd name="connsiteX171" fmla="*/ 480419 w 12192000"/>
              <a:gd name="connsiteY171" fmla="*/ 2167807 h 2237474"/>
              <a:gd name="connsiteX172" fmla="*/ 413835 w 12192000"/>
              <a:gd name="connsiteY172" fmla="*/ 2156783 h 2237474"/>
              <a:gd name="connsiteX173" fmla="*/ 376513 w 12192000"/>
              <a:gd name="connsiteY173" fmla="*/ 2154014 h 2237474"/>
              <a:gd name="connsiteX174" fmla="*/ 273386 w 12192000"/>
              <a:gd name="connsiteY174" fmla="*/ 2142551 h 2237474"/>
              <a:gd name="connsiteX175" fmla="*/ 169207 w 12192000"/>
              <a:gd name="connsiteY175" fmla="*/ 2128100 h 2237474"/>
              <a:gd name="connsiteX176" fmla="*/ 93149 w 12192000"/>
              <a:gd name="connsiteY176" fmla="*/ 2105324 h 2237474"/>
              <a:gd name="connsiteX177" fmla="*/ 88109 w 12192000"/>
              <a:gd name="connsiteY177" fmla="*/ 2106704 h 2237474"/>
              <a:gd name="connsiteX178" fmla="*/ 80022 w 12192000"/>
              <a:gd name="connsiteY178" fmla="*/ 2107254 h 2237474"/>
              <a:gd name="connsiteX179" fmla="*/ 79717 w 12192000"/>
              <a:gd name="connsiteY179" fmla="*/ 2107046 h 2237474"/>
              <a:gd name="connsiteX180" fmla="*/ 72352 w 12192000"/>
              <a:gd name="connsiteY180" fmla="*/ 2107991 h 2237474"/>
              <a:gd name="connsiteX181" fmla="*/ 37645 w 12192000"/>
              <a:gd name="connsiteY181" fmla="*/ 2115401 h 2237474"/>
              <a:gd name="connsiteX182" fmla="*/ 4572 w 12192000"/>
              <a:gd name="connsiteY182" fmla="*/ 2111091 h 2237474"/>
              <a:gd name="connsiteX183" fmla="*/ 0 w 12192000"/>
              <a:gd name="connsiteY183" fmla="*/ 2110468 h 2237474"/>
              <a:gd name="connsiteX184" fmla="*/ 0 w 12192000"/>
              <a:gd name="connsiteY18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95469 w 12192000"/>
              <a:gd name="connsiteY127" fmla="*/ 1996659 h 2237474"/>
              <a:gd name="connsiteX128" fmla="*/ 2287219 w 12192000"/>
              <a:gd name="connsiteY128" fmla="*/ 1998750 h 2237474"/>
              <a:gd name="connsiteX129" fmla="*/ 2243069 w 12192000"/>
              <a:gd name="connsiteY129" fmla="*/ 2015111 h 2237474"/>
              <a:gd name="connsiteX130" fmla="*/ 2186609 w 12192000"/>
              <a:gd name="connsiteY130" fmla="*/ 2008263 h 2237474"/>
              <a:gd name="connsiteX131" fmla="*/ 2164831 w 12192000"/>
              <a:gd name="connsiteY131" fmla="*/ 2010143 h 2237474"/>
              <a:gd name="connsiteX132" fmla="*/ 2152836 w 12192000"/>
              <a:gd name="connsiteY132" fmla="*/ 2010048 h 2237474"/>
              <a:gd name="connsiteX133" fmla="*/ 2117102 w 12192000"/>
              <a:gd name="connsiteY133" fmla="*/ 2023004 h 2237474"/>
              <a:gd name="connsiteX134" fmla="*/ 2111935 w 12192000"/>
              <a:gd name="connsiteY134" fmla="*/ 2023163 h 2237474"/>
              <a:gd name="connsiteX135" fmla="*/ 2089991 w 12192000"/>
              <a:gd name="connsiteY135" fmla="*/ 2034193 h 2237474"/>
              <a:gd name="connsiteX136" fmla="*/ 2058061 w 12192000"/>
              <a:gd name="connsiteY136" fmla="*/ 2047942 h 2237474"/>
              <a:gd name="connsiteX137" fmla="*/ 2055737 w 12192000"/>
              <a:gd name="connsiteY137" fmla="*/ 2047704 h 2237474"/>
              <a:gd name="connsiteX138" fmla="*/ 2042244 w 12192000"/>
              <a:gd name="connsiteY138" fmla="*/ 2055560 h 2237474"/>
              <a:gd name="connsiteX139" fmla="*/ 1976224 w 12192000"/>
              <a:gd name="connsiteY139" fmla="*/ 2074257 h 2237474"/>
              <a:gd name="connsiteX140" fmla="*/ 1877728 w 12192000"/>
              <a:gd name="connsiteY140" fmla="*/ 2101004 h 2237474"/>
              <a:gd name="connsiteX141" fmla="*/ 1759056 w 12192000"/>
              <a:gd name="connsiteY141" fmla="*/ 2125608 h 2237474"/>
              <a:gd name="connsiteX142" fmla="*/ 1637948 w 12192000"/>
              <a:gd name="connsiteY142" fmla="*/ 2172597 h 2237474"/>
              <a:gd name="connsiteX143" fmla="*/ 1434549 w 12192000"/>
              <a:gd name="connsiteY143" fmla="*/ 2234522 h 2237474"/>
              <a:gd name="connsiteX144" fmla="*/ 1398481 w 12192000"/>
              <a:gd name="connsiteY144" fmla="*/ 2237074 h 2237474"/>
              <a:gd name="connsiteX145" fmla="*/ 1398407 w 12192000"/>
              <a:gd name="connsiteY145" fmla="*/ 2237095 h 2237474"/>
              <a:gd name="connsiteX146" fmla="*/ 1370962 w 12192000"/>
              <a:gd name="connsiteY146" fmla="*/ 2237474 h 2237474"/>
              <a:gd name="connsiteX147" fmla="*/ 1356367 w 12192000"/>
              <a:gd name="connsiteY147" fmla="*/ 2235089 h 2237474"/>
              <a:gd name="connsiteX148" fmla="*/ 1324828 w 12192000"/>
              <a:gd name="connsiteY148" fmla="*/ 2231968 h 2237474"/>
              <a:gd name="connsiteX149" fmla="*/ 1297744 w 12192000"/>
              <a:gd name="connsiteY149" fmla="*/ 2235849 h 2237474"/>
              <a:gd name="connsiteX150" fmla="*/ 1286236 w 12192000"/>
              <a:gd name="connsiteY150" fmla="*/ 2233135 h 2237474"/>
              <a:gd name="connsiteX151" fmla="*/ 1283504 w 12192000"/>
              <a:gd name="connsiteY151" fmla="*/ 2233797 h 2237474"/>
              <a:gd name="connsiteX152" fmla="*/ 1279765 w 12192000"/>
              <a:gd name="connsiteY152" fmla="*/ 2229639 h 2237474"/>
              <a:gd name="connsiteX153" fmla="*/ 1195347 w 12192000"/>
              <a:gd name="connsiteY153" fmla="*/ 2212354 h 2237474"/>
              <a:gd name="connsiteX154" fmla="*/ 970251 w 12192000"/>
              <a:gd name="connsiteY154" fmla="*/ 2221029 h 2237474"/>
              <a:gd name="connsiteX155" fmla="*/ 812914 w 12192000"/>
              <a:gd name="connsiteY155" fmla="*/ 2202752 h 2237474"/>
              <a:gd name="connsiteX156" fmla="*/ 800195 w 12192000"/>
              <a:gd name="connsiteY156" fmla="*/ 2209407 h 2237474"/>
              <a:gd name="connsiteX157" fmla="*/ 784978 w 12192000"/>
              <a:gd name="connsiteY157" fmla="*/ 2212360 h 2237474"/>
              <a:gd name="connsiteX158" fmla="*/ 681987 w 12192000"/>
              <a:gd name="connsiteY158" fmla="*/ 2216757 h 2237474"/>
              <a:gd name="connsiteX159" fmla="*/ 669923 w 12192000"/>
              <a:gd name="connsiteY159" fmla="*/ 2211682 h 2237474"/>
              <a:gd name="connsiteX160" fmla="*/ 648680 w 12192000"/>
              <a:gd name="connsiteY160" fmla="*/ 2206229 h 2237474"/>
              <a:gd name="connsiteX161" fmla="*/ 597225 w 12192000"/>
              <a:gd name="connsiteY161" fmla="*/ 2180999 h 2237474"/>
              <a:gd name="connsiteX162" fmla="*/ 558449 w 12192000"/>
              <a:gd name="connsiteY162" fmla="*/ 2182346 h 2237474"/>
              <a:gd name="connsiteX163" fmla="*/ 550517 w 12192000"/>
              <a:gd name="connsiteY163" fmla="*/ 2182060 h 2237474"/>
              <a:gd name="connsiteX164" fmla="*/ 550309 w 12192000"/>
              <a:gd name="connsiteY164" fmla="*/ 2181825 h 2237474"/>
              <a:gd name="connsiteX165" fmla="*/ 541836 w 12192000"/>
              <a:gd name="connsiteY165" fmla="*/ 2181063 h 2237474"/>
              <a:gd name="connsiteX166" fmla="*/ 536057 w 12192000"/>
              <a:gd name="connsiteY166" fmla="*/ 2181537 h 2237474"/>
              <a:gd name="connsiteX167" fmla="*/ 520671 w 12192000"/>
              <a:gd name="connsiteY167" fmla="*/ 2180980 h 2237474"/>
              <a:gd name="connsiteX168" fmla="*/ 515024 w 12192000"/>
              <a:gd name="connsiteY168" fmla="*/ 2179258 h 2237474"/>
              <a:gd name="connsiteX169" fmla="*/ 512278 w 12192000"/>
              <a:gd name="connsiteY169" fmla="*/ 2176369 h 2237474"/>
              <a:gd name="connsiteX170" fmla="*/ 480419 w 12192000"/>
              <a:gd name="connsiteY170" fmla="*/ 2167807 h 2237474"/>
              <a:gd name="connsiteX171" fmla="*/ 413835 w 12192000"/>
              <a:gd name="connsiteY171" fmla="*/ 2156783 h 2237474"/>
              <a:gd name="connsiteX172" fmla="*/ 376513 w 12192000"/>
              <a:gd name="connsiteY172" fmla="*/ 2154014 h 2237474"/>
              <a:gd name="connsiteX173" fmla="*/ 273386 w 12192000"/>
              <a:gd name="connsiteY173" fmla="*/ 2142551 h 2237474"/>
              <a:gd name="connsiteX174" fmla="*/ 169207 w 12192000"/>
              <a:gd name="connsiteY174" fmla="*/ 2128100 h 2237474"/>
              <a:gd name="connsiteX175" fmla="*/ 93149 w 12192000"/>
              <a:gd name="connsiteY175" fmla="*/ 2105324 h 2237474"/>
              <a:gd name="connsiteX176" fmla="*/ 88109 w 12192000"/>
              <a:gd name="connsiteY176" fmla="*/ 2106704 h 2237474"/>
              <a:gd name="connsiteX177" fmla="*/ 80022 w 12192000"/>
              <a:gd name="connsiteY177" fmla="*/ 2107254 h 2237474"/>
              <a:gd name="connsiteX178" fmla="*/ 79717 w 12192000"/>
              <a:gd name="connsiteY178" fmla="*/ 2107046 h 2237474"/>
              <a:gd name="connsiteX179" fmla="*/ 72352 w 12192000"/>
              <a:gd name="connsiteY179" fmla="*/ 2107991 h 2237474"/>
              <a:gd name="connsiteX180" fmla="*/ 37645 w 12192000"/>
              <a:gd name="connsiteY180" fmla="*/ 2115401 h 2237474"/>
              <a:gd name="connsiteX181" fmla="*/ 4572 w 12192000"/>
              <a:gd name="connsiteY181" fmla="*/ 2111091 h 2237474"/>
              <a:gd name="connsiteX182" fmla="*/ 0 w 12192000"/>
              <a:gd name="connsiteY182" fmla="*/ 2110468 h 2237474"/>
              <a:gd name="connsiteX183" fmla="*/ 0 w 12192000"/>
              <a:gd name="connsiteY18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87219 w 12192000"/>
              <a:gd name="connsiteY127" fmla="*/ 1998750 h 2237474"/>
              <a:gd name="connsiteX128" fmla="*/ 2243069 w 12192000"/>
              <a:gd name="connsiteY128" fmla="*/ 2015111 h 2237474"/>
              <a:gd name="connsiteX129" fmla="*/ 2186609 w 12192000"/>
              <a:gd name="connsiteY129" fmla="*/ 2008263 h 2237474"/>
              <a:gd name="connsiteX130" fmla="*/ 2164831 w 12192000"/>
              <a:gd name="connsiteY130" fmla="*/ 2010143 h 2237474"/>
              <a:gd name="connsiteX131" fmla="*/ 2152836 w 12192000"/>
              <a:gd name="connsiteY131" fmla="*/ 2010048 h 2237474"/>
              <a:gd name="connsiteX132" fmla="*/ 2117102 w 12192000"/>
              <a:gd name="connsiteY132" fmla="*/ 2023004 h 2237474"/>
              <a:gd name="connsiteX133" fmla="*/ 2111935 w 12192000"/>
              <a:gd name="connsiteY133" fmla="*/ 2023163 h 2237474"/>
              <a:gd name="connsiteX134" fmla="*/ 2089991 w 12192000"/>
              <a:gd name="connsiteY134" fmla="*/ 2034193 h 2237474"/>
              <a:gd name="connsiteX135" fmla="*/ 2058061 w 12192000"/>
              <a:gd name="connsiteY135" fmla="*/ 2047942 h 2237474"/>
              <a:gd name="connsiteX136" fmla="*/ 2055737 w 12192000"/>
              <a:gd name="connsiteY136" fmla="*/ 2047704 h 2237474"/>
              <a:gd name="connsiteX137" fmla="*/ 2042244 w 12192000"/>
              <a:gd name="connsiteY137" fmla="*/ 2055560 h 2237474"/>
              <a:gd name="connsiteX138" fmla="*/ 1976224 w 12192000"/>
              <a:gd name="connsiteY138" fmla="*/ 2074257 h 2237474"/>
              <a:gd name="connsiteX139" fmla="*/ 1877728 w 12192000"/>
              <a:gd name="connsiteY139" fmla="*/ 2101004 h 2237474"/>
              <a:gd name="connsiteX140" fmla="*/ 1759056 w 12192000"/>
              <a:gd name="connsiteY140" fmla="*/ 2125608 h 2237474"/>
              <a:gd name="connsiteX141" fmla="*/ 1637948 w 12192000"/>
              <a:gd name="connsiteY141" fmla="*/ 2172597 h 2237474"/>
              <a:gd name="connsiteX142" fmla="*/ 1434549 w 12192000"/>
              <a:gd name="connsiteY142" fmla="*/ 2234522 h 2237474"/>
              <a:gd name="connsiteX143" fmla="*/ 1398481 w 12192000"/>
              <a:gd name="connsiteY143" fmla="*/ 2237074 h 2237474"/>
              <a:gd name="connsiteX144" fmla="*/ 1398407 w 12192000"/>
              <a:gd name="connsiteY144" fmla="*/ 2237095 h 2237474"/>
              <a:gd name="connsiteX145" fmla="*/ 1370962 w 12192000"/>
              <a:gd name="connsiteY145" fmla="*/ 2237474 h 2237474"/>
              <a:gd name="connsiteX146" fmla="*/ 1356367 w 12192000"/>
              <a:gd name="connsiteY146" fmla="*/ 2235089 h 2237474"/>
              <a:gd name="connsiteX147" fmla="*/ 1324828 w 12192000"/>
              <a:gd name="connsiteY147" fmla="*/ 2231968 h 2237474"/>
              <a:gd name="connsiteX148" fmla="*/ 1297744 w 12192000"/>
              <a:gd name="connsiteY148" fmla="*/ 2235849 h 2237474"/>
              <a:gd name="connsiteX149" fmla="*/ 1286236 w 12192000"/>
              <a:gd name="connsiteY149" fmla="*/ 2233135 h 2237474"/>
              <a:gd name="connsiteX150" fmla="*/ 1283504 w 12192000"/>
              <a:gd name="connsiteY150" fmla="*/ 2233797 h 2237474"/>
              <a:gd name="connsiteX151" fmla="*/ 1279765 w 12192000"/>
              <a:gd name="connsiteY151" fmla="*/ 2229639 h 2237474"/>
              <a:gd name="connsiteX152" fmla="*/ 1195347 w 12192000"/>
              <a:gd name="connsiteY152" fmla="*/ 2212354 h 2237474"/>
              <a:gd name="connsiteX153" fmla="*/ 970251 w 12192000"/>
              <a:gd name="connsiteY153" fmla="*/ 2221029 h 2237474"/>
              <a:gd name="connsiteX154" fmla="*/ 812914 w 12192000"/>
              <a:gd name="connsiteY154" fmla="*/ 2202752 h 2237474"/>
              <a:gd name="connsiteX155" fmla="*/ 800195 w 12192000"/>
              <a:gd name="connsiteY155" fmla="*/ 2209407 h 2237474"/>
              <a:gd name="connsiteX156" fmla="*/ 784978 w 12192000"/>
              <a:gd name="connsiteY156" fmla="*/ 2212360 h 2237474"/>
              <a:gd name="connsiteX157" fmla="*/ 681987 w 12192000"/>
              <a:gd name="connsiteY157" fmla="*/ 2216757 h 2237474"/>
              <a:gd name="connsiteX158" fmla="*/ 669923 w 12192000"/>
              <a:gd name="connsiteY158" fmla="*/ 2211682 h 2237474"/>
              <a:gd name="connsiteX159" fmla="*/ 648680 w 12192000"/>
              <a:gd name="connsiteY159" fmla="*/ 2206229 h 2237474"/>
              <a:gd name="connsiteX160" fmla="*/ 597225 w 12192000"/>
              <a:gd name="connsiteY160" fmla="*/ 2180999 h 2237474"/>
              <a:gd name="connsiteX161" fmla="*/ 558449 w 12192000"/>
              <a:gd name="connsiteY161" fmla="*/ 2182346 h 2237474"/>
              <a:gd name="connsiteX162" fmla="*/ 550517 w 12192000"/>
              <a:gd name="connsiteY162" fmla="*/ 2182060 h 2237474"/>
              <a:gd name="connsiteX163" fmla="*/ 550309 w 12192000"/>
              <a:gd name="connsiteY163" fmla="*/ 2181825 h 2237474"/>
              <a:gd name="connsiteX164" fmla="*/ 541836 w 12192000"/>
              <a:gd name="connsiteY164" fmla="*/ 2181063 h 2237474"/>
              <a:gd name="connsiteX165" fmla="*/ 536057 w 12192000"/>
              <a:gd name="connsiteY165" fmla="*/ 2181537 h 2237474"/>
              <a:gd name="connsiteX166" fmla="*/ 520671 w 12192000"/>
              <a:gd name="connsiteY166" fmla="*/ 2180980 h 2237474"/>
              <a:gd name="connsiteX167" fmla="*/ 515024 w 12192000"/>
              <a:gd name="connsiteY167" fmla="*/ 2179258 h 2237474"/>
              <a:gd name="connsiteX168" fmla="*/ 512278 w 12192000"/>
              <a:gd name="connsiteY168" fmla="*/ 2176369 h 2237474"/>
              <a:gd name="connsiteX169" fmla="*/ 480419 w 12192000"/>
              <a:gd name="connsiteY169" fmla="*/ 2167807 h 2237474"/>
              <a:gd name="connsiteX170" fmla="*/ 413835 w 12192000"/>
              <a:gd name="connsiteY170" fmla="*/ 2156783 h 2237474"/>
              <a:gd name="connsiteX171" fmla="*/ 376513 w 12192000"/>
              <a:gd name="connsiteY171" fmla="*/ 2154014 h 2237474"/>
              <a:gd name="connsiteX172" fmla="*/ 273386 w 12192000"/>
              <a:gd name="connsiteY172" fmla="*/ 2142551 h 2237474"/>
              <a:gd name="connsiteX173" fmla="*/ 169207 w 12192000"/>
              <a:gd name="connsiteY173" fmla="*/ 2128100 h 2237474"/>
              <a:gd name="connsiteX174" fmla="*/ 93149 w 12192000"/>
              <a:gd name="connsiteY174" fmla="*/ 2105324 h 2237474"/>
              <a:gd name="connsiteX175" fmla="*/ 88109 w 12192000"/>
              <a:gd name="connsiteY175" fmla="*/ 2106704 h 2237474"/>
              <a:gd name="connsiteX176" fmla="*/ 80022 w 12192000"/>
              <a:gd name="connsiteY176" fmla="*/ 2107254 h 2237474"/>
              <a:gd name="connsiteX177" fmla="*/ 79717 w 12192000"/>
              <a:gd name="connsiteY177" fmla="*/ 2107046 h 2237474"/>
              <a:gd name="connsiteX178" fmla="*/ 72352 w 12192000"/>
              <a:gd name="connsiteY178" fmla="*/ 2107991 h 2237474"/>
              <a:gd name="connsiteX179" fmla="*/ 37645 w 12192000"/>
              <a:gd name="connsiteY179" fmla="*/ 2115401 h 2237474"/>
              <a:gd name="connsiteX180" fmla="*/ 4572 w 12192000"/>
              <a:gd name="connsiteY180" fmla="*/ 2111091 h 2237474"/>
              <a:gd name="connsiteX181" fmla="*/ 0 w 12192000"/>
              <a:gd name="connsiteY181" fmla="*/ 2110468 h 2237474"/>
              <a:gd name="connsiteX182" fmla="*/ 0 w 12192000"/>
              <a:gd name="connsiteY18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15525 w 12192000"/>
              <a:gd name="connsiteY124" fmla="*/ 1989708 h 2237474"/>
              <a:gd name="connsiteX125" fmla="*/ 2300792 w 12192000"/>
              <a:gd name="connsiteY125" fmla="*/ 1994290 h 2237474"/>
              <a:gd name="connsiteX126" fmla="*/ 2287219 w 12192000"/>
              <a:gd name="connsiteY126" fmla="*/ 1998750 h 2237474"/>
              <a:gd name="connsiteX127" fmla="*/ 2243069 w 12192000"/>
              <a:gd name="connsiteY127" fmla="*/ 2015111 h 2237474"/>
              <a:gd name="connsiteX128" fmla="*/ 2186609 w 12192000"/>
              <a:gd name="connsiteY128" fmla="*/ 2008263 h 2237474"/>
              <a:gd name="connsiteX129" fmla="*/ 2164831 w 12192000"/>
              <a:gd name="connsiteY129" fmla="*/ 2010143 h 2237474"/>
              <a:gd name="connsiteX130" fmla="*/ 2152836 w 12192000"/>
              <a:gd name="connsiteY130" fmla="*/ 2010048 h 2237474"/>
              <a:gd name="connsiteX131" fmla="*/ 2117102 w 12192000"/>
              <a:gd name="connsiteY131" fmla="*/ 2023004 h 2237474"/>
              <a:gd name="connsiteX132" fmla="*/ 2111935 w 12192000"/>
              <a:gd name="connsiteY132" fmla="*/ 2023163 h 2237474"/>
              <a:gd name="connsiteX133" fmla="*/ 2089991 w 12192000"/>
              <a:gd name="connsiteY133" fmla="*/ 2034193 h 2237474"/>
              <a:gd name="connsiteX134" fmla="*/ 2058061 w 12192000"/>
              <a:gd name="connsiteY134" fmla="*/ 2047942 h 2237474"/>
              <a:gd name="connsiteX135" fmla="*/ 2055737 w 12192000"/>
              <a:gd name="connsiteY135" fmla="*/ 2047704 h 2237474"/>
              <a:gd name="connsiteX136" fmla="*/ 2042244 w 12192000"/>
              <a:gd name="connsiteY136" fmla="*/ 2055560 h 2237474"/>
              <a:gd name="connsiteX137" fmla="*/ 1976224 w 12192000"/>
              <a:gd name="connsiteY137" fmla="*/ 2074257 h 2237474"/>
              <a:gd name="connsiteX138" fmla="*/ 1877728 w 12192000"/>
              <a:gd name="connsiteY138" fmla="*/ 2101004 h 2237474"/>
              <a:gd name="connsiteX139" fmla="*/ 1759056 w 12192000"/>
              <a:gd name="connsiteY139" fmla="*/ 2125608 h 2237474"/>
              <a:gd name="connsiteX140" fmla="*/ 1637948 w 12192000"/>
              <a:gd name="connsiteY140" fmla="*/ 2172597 h 2237474"/>
              <a:gd name="connsiteX141" fmla="*/ 1434549 w 12192000"/>
              <a:gd name="connsiteY141" fmla="*/ 2234522 h 2237474"/>
              <a:gd name="connsiteX142" fmla="*/ 1398481 w 12192000"/>
              <a:gd name="connsiteY142" fmla="*/ 2237074 h 2237474"/>
              <a:gd name="connsiteX143" fmla="*/ 1398407 w 12192000"/>
              <a:gd name="connsiteY143" fmla="*/ 2237095 h 2237474"/>
              <a:gd name="connsiteX144" fmla="*/ 1370962 w 12192000"/>
              <a:gd name="connsiteY144" fmla="*/ 2237474 h 2237474"/>
              <a:gd name="connsiteX145" fmla="*/ 1356367 w 12192000"/>
              <a:gd name="connsiteY145" fmla="*/ 2235089 h 2237474"/>
              <a:gd name="connsiteX146" fmla="*/ 1324828 w 12192000"/>
              <a:gd name="connsiteY146" fmla="*/ 2231968 h 2237474"/>
              <a:gd name="connsiteX147" fmla="*/ 1297744 w 12192000"/>
              <a:gd name="connsiteY147" fmla="*/ 2235849 h 2237474"/>
              <a:gd name="connsiteX148" fmla="*/ 1286236 w 12192000"/>
              <a:gd name="connsiteY148" fmla="*/ 2233135 h 2237474"/>
              <a:gd name="connsiteX149" fmla="*/ 1283504 w 12192000"/>
              <a:gd name="connsiteY149" fmla="*/ 2233797 h 2237474"/>
              <a:gd name="connsiteX150" fmla="*/ 1279765 w 12192000"/>
              <a:gd name="connsiteY150" fmla="*/ 2229639 h 2237474"/>
              <a:gd name="connsiteX151" fmla="*/ 1195347 w 12192000"/>
              <a:gd name="connsiteY151" fmla="*/ 2212354 h 2237474"/>
              <a:gd name="connsiteX152" fmla="*/ 970251 w 12192000"/>
              <a:gd name="connsiteY152" fmla="*/ 2221029 h 2237474"/>
              <a:gd name="connsiteX153" fmla="*/ 812914 w 12192000"/>
              <a:gd name="connsiteY153" fmla="*/ 2202752 h 2237474"/>
              <a:gd name="connsiteX154" fmla="*/ 800195 w 12192000"/>
              <a:gd name="connsiteY154" fmla="*/ 2209407 h 2237474"/>
              <a:gd name="connsiteX155" fmla="*/ 784978 w 12192000"/>
              <a:gd name="connsiteY155" fmla="*/ 2212360 h 2237474"/>
              <a:gd name="connsiteX156" fmla="*/ 681987 w 12192000"/>
              <a:gd name="connsiteY156" fmla="*/ 2216757 h 2237474"/>
              <a:gd name="connsiteX157" fmla="*/ 669923 w 12192000"/>
              <a:gd name="connsiteY157" fmla="*/ 2211682 h 2237474"/>
              <a:gd name="connsiteX158" fmla="*/ 648680 w 12192000"/>
              <a:gd name="connsiteY158" fmla="*/ 2206229 h 2237474"/>
              <a:gd name="connsiteX159" fmla="*/ 597225 w 12192000"/>
              <a:gd name="connsiteY159" fmla="*/ 2180999 h 2237474"/>
              <a:gd name="connsiteX160" fmla="*/ 558449 w 12192000"/>
              <a:gd name="connsiteY160" fmla="*/ 2182346 h 2237474"/>
              <a:gd name="connsiteX161" fmla="*/ 550517 w 12192000"/>
              <a:gd name="connsiteY161" fmla="*/ 2182060 h 2237474"/>
              <a:gd name="connsiteX162" fmla="*/ 550309 w 12192000"/>
              <a:gd name="connsiteY162" fmla="*/ 2181825 h 2237474"/>
              <a:gd name="connsiteX163" fmla="*/ 541836 w 12192000"/>
              <a:gd name="connsiteY163" fmla="*/ 2181063 h 2237474"/>
              <a:gd name="connsiteX164" fmla="*/ 536057 w 12192000"/>
              <a:gd name="connsiteY164" fmla="*/ 2181537 h 2237474"/>
              <a:gd name="connsiteX165" fmla="*/ 520671 w 12192000"/>
              <a:gd name="connsiteY165" fmla="*/ 2180980 h 2237474"/>
              <a:gd name="connsiteX166" fmla="*/ 515024 w 12192000"/>
              <a:gd name="connsiteY166" fmla="*/ 2179258 h 2237474"/>
              <a:gd name="connsiteX167" fmla="*/ 512278 w 12192000"/>
              <a:gd name="connsiteY167" fmla="*/ 2176369 h 2237474"/>
              <a:gd name="connsiteX168" fmla="*/ 480419 w 12192000"/>
              <a:gd name="connsiteY168" fmla="*/ 2167807 h 2237474"/>
              <a:gd name="connsiteX169" fmla="*/ 413835 w 12192000"/>
              <a:gd name="connsiteY169" fmla="*/ 2156783 h 2237474"/>
              <a:gd name="connsiteX170" fmla="*/ 376513 w 12192000"/>
              <a:gd name="connsiteY170" fmla="*/ 2154014 h 2237474"/>
              <a:gd name="connsiteX171" fmla="*/ 273386 w 12192000"/>
              <a:gd name="connsiteY171" fmla="*/ 2142551 h 2237474"/>
              <a:gd name="connsiteX172" fmla="*/ 169207 w 12192000"/>
              <a:gd name="connsiteY172" fmla="*/ 2128100 h 2237474"/>
              <a:gd name="connsiteX173" fmla="*/ 93149 w 12192000"/>
              <a:gd name="connsiteY173" fmla="*/ 2105324 h 2237474"/>
              <a:gd name="connsiteX174" fmla="*/ 88109 w 12192000"/>
              <a:gd name="connsiteY174" fmla="*/ 2106704 h 2237474"/>
              <a:gd name="connsiteX175" fmla="*/ 80022 w 12192000"/>
              <a:gd name="connsiteY175" fmla="*/ 2107254 h 2237474"/>
              <a:gd name="connsiteX176" fmla="*/ 79717 w 12192000"/>
              <a:gd name="connsiteY176" fmla="*/ 2107046 h 2237474"/>
              <a:gd name="connsiteX177" fmla="*/ 72352 w 12192000"/>
              <a:gd name="connsiteY177" fmla="*/ 2107991 h 2237474"/>
              <a:gd name="connsiteX178" fmla="*/ 37645 w 12192000"/>
              <a:gd name="connsiteY178" fmla="*/ 2115401 h 2237474"/>
              <a:gd name="connsiteX179" fmla="*/ 4572 w 12192000"/>
              <a:gd name="connsiteY179" fmla="*/ 2111091 h 2237474"/>
              <a:gd name="connsiteX180" fmla="*/ 0 w 12192000"/>
              <a:gd name="connsiteY180" fmla="*/ 2110468 h 2237474"/>
              <a:gd name="connsiteX181" fmla="*/ 0 w 12192000"/>
              <a:gd name="connsiteY18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00792 w 12192000"/>
              <a:gd name="connsiteY124" fmla="*/ 1994290 h 2237474"/>
              <a:gd name="connsiteX125" fmla="*/ 2287219 w 12192000"/>
              <a:gd name="connsiteY125" fmla="*/ 1998750 h 2237474"/>
              <a:gd name="connsiteX126" fmla="*/ 2243069 w 12192000"/>
              <a:gd name="connsiteY126" fmla="*/ 2015111 h 2237474"/>
              <a:gd name="connsiteX127" fmla="*/ 2186609 w 12192000"/>
              <a:gd name="connsiteY127" fmla="*/ 2008263 h 2237474"/>
              <a:gd name="connsiteX128" fmla="*/ 2164831 w 12192000"/>
              <a:gd name="connsiteY128" fmla="*/ 2010143 h 2237474"/>
              <a:gd name="connsiteX129" fmla="*/ 2152836 w 12192000"/>
              <a:gd name="connsiteY129" fmla="*/ 2010048 h 2237474"/>
              <a:gd name="connsiteX130" fmla="*/ 2117102 w 12192000"/>
              <a:gd name="connsiteY130" fmla="*/ 2023004 h 2237474"/>
              <a:gd name="connsiteX131" fmla="*/ 2111935 w 12192000"/>
              <a:gd name="connsiteY131" fmla="*/ 2023163 h 2237474"/>
              <a:gd name="connsiteX132" fmla="*/ 2089991 w 12192000"/>
              <a:gd name="connsiteY132" fmla="*/ 2034193 h 2237474"/>
              <a:gd name="connsiteX133" fmla="*/ 2058061 w 12192000"/>
              <a:gd name="connsiteY133" fmla="*/ 2047942 h 2237474"/>
              <a:gd name="connsiteX134" fmla="*/ 2055737 w 12192000"/>
              <a:gd name="connsiteY134" fmla="*/ 2047704 h 2237474"/>
              <a:gd name="connsiteX135" fmla="*/ 2042244 w 12192000"/>
              <a:gd name="connsiteY135" fmla="*/ 2055560 h 2237474"/>
              <a:gd name="connsiteX136" fmla="*/ 1976224 w 12192000"/>
              <a:gd name="connsiteY136" fmla="*/ 2074257 h 2237474"/>
              <a:gd name="connsiteX137" fmla="*/ 1877728 w 12192000"/>
              <a:gd name="connsiteY137" fmla="*/ 2101004 h 2237474"/>
              <a:gd name="connsiteX138" fmla="*/ 1759056 w 12192000"/>
              <a:gd name="connsiteY138" fmla="*/ 2125608 h 2237474"/>
              <a:gd name="connsiteX139" fmla="*/ 1637948 w 12192000"/>
              <a:gd name="connsiteY139" fmla="*/ 2172597 h 2237474"/>
              <a:gd name="connsiteX140" fmla="*/ 1434549 w 12192000"/>
              <a:gd name="connsiteY140" fmla="*/ 2234522 h 2237474"/>
              <a:gd name="connsiteX141" fmla="*/ 1398481 w 12192000"/>
              <a:gd name="connsiteY141" fmla="*/ 2237074 h 2237474"/>
              <a:gd name="connsiteX142" fmla="*/ 1398407 w 12192000"/>
              <a:gd name="connsiteY142" fmla="*/ 2237095 h 2237474"/>
              <a:gd name="connsiteX143" fmla="*/ 1370962 w 12192000"/>
              <a:gd name="connsiteY143" fmla="*/ 2237474 h 2237474"/>
              <a:gd name="connsiteX144" fmla="*/ 1356367 w 12192000"/>
              <a:gd name="connsiteY144" fmla="*/ 2235089 h 2237474"/>
              <a:gd name="connsiteX145" fmla="*/ 1324828 w 12192000"/>
              <a:gd name="connsiteY145" fmla="*/ 2231968 h 2237474"/>
              <a:gd name="connsiteX146" fmla="*/ 1297744 w 12192000"/>
              <a:gd name="connsiteY146" fmla="*/ 2235849 h 2237474"/>
              <a:gd name="connsiteX147" fmla="*/ 1286236 w 12192000"/>
              <a:gd name="connsiteY147" fmla="*/ 2233135 h 2237474"/>
              <a:gd name="connsiteX148" fmla="*/ 1283504 w 12192000"/>
              <a:gd name="connsiteY148" fmla="*/ 2233797 h 2237474"/>
              <a:gd name="connsiteX149" fmla="*/ 1279765 w 12192000"/>
              <a:gd name="connsiteY149" fmla="*/ 2229639 h 2237474"/>
              <a:gd name="connsiteX150" fmla="*/ 1195347 w 12192000"/>
              <a:gd name="connsiteY150" fmla="*/ 2212354 h 2237474"/>
              <a:gd name="connsiteX151" fmla="*/ 970251 w 12192000"/>
              <a:gd name="connsiteY151" fmla="*/ 2221029 h 2237474"/>
              <a:gd name="connsiteX152" fmla="*/ 812914 w 12192000"/>
              <a:gd name="connsiteY152" fmla="*/ 2202752 h 2237474"/>
              <a:gd name="connsiteX153" fmla="*/ 800195 w 12192000"/>
              <a:gd name="connsiteY153" fmla="*/ 2209407 h 2237474"/>
              <a:gd name="connsiteX154" fmla="*/ 784978 w 12192000"/>
              <a:gd name="connsiteY154" fmla="*/ 2212360 h 2237474"/>
              <a:gd name="connsiteX155" fmla="*/ 681987 w 12192000"/>
              <a:gd name="connsiteY155" fmla="*/ 2216757 h 2237474"/>
              <a:gd name="connsiteX156" fmla="*/ 669923 w 12192000"/>
              <a:gd name="connsiteY156" fmla="*/ 2211682 h 2237474"/>
              <a:gd name="connsiteX157" fmla="*/ 648680 w 12192000"/>
              <a:gd name="connsiteY157" fmla="*/ 2206229 h 2237474"/>
              <a:gd name="connsiteX158" fmla="*/ 597225 w 12192000"/>
              <a:gd name="connsiteY158" fmla="*/ 2180999 h 2237474"/>
              <a:gd name="connsiteX159" fmla="*/ 558449 w 12192000"/>
              <a:gd name="connsiteY159" fmla="*/ 2182346 h 2237474"/>
              <a:gd name="connsiteX160" fmla="*/ 550517 w 12192000"/>
              <a:gd name="connsiteY160" fmla="*/ 2182060 h 2237474"/>
              <a:gd name="connsiteX161" fmla="*/ 550309 w 12192000"/>
              <a:gd name="connsiteY161" fmla="*/ 2181825 h 2237474"/>
              <a:gd name="connsiteX162" fmla="*/ 541836 w 12192000"/>
              <a:gd name="connsiteY162" fmla="*/ 2181063 h 2237474"/>
              <a:gd name="connsiteX163" fmla="*/ 536057 w 12192000"/>
              <a:gd name="connsiteY163" fmla="*/ 2181537 h 2237474"/>
              <a:gd name="connsiteX164" fmla="*/ 520671 w 12192000"/>
              <a:gd name="connsiteY164" fmla="*/ 2180980 h 2237474"/>
              <a:gd name="connsiteX165" fmla="*/ 515024 w 12192000"/>
              <a:gd name="connsiteY165" fmla="*/ 2179258 h 2237474"/>
              <a:gd name="connsiteX166" fmla="*/ 512278 w 12192000"/>
              <a:gd name="connsiteY166" fmla="*/ 2176369 h 2237474"/>
              <a:gd name="connsiteX167" fmla="*/ 480419 w 12192000"/>
              <a:gd name="connsiteY167" fmla="*/ 2167807 h 2237474"/>
              <a:gd name="connsiteX168" fmla="*/ 413835 w 12192000"/>
              <a:gd name="connsiteY168" fmla="*/ 2156783 h 2237474"/>
              <a:gd name="connsiteX169" fmla="*/ 376513 w 12192000"/>
              <a:gd name="connsiteY169" fmla="*/ 2154014 h 2237474"/>
              <a:gd name="connsiteX170" fmla="*/ 273386 w 12192000"/>
              <a:gd name="connsiteY170" fmla="*/ 2142551 h 2237474"/>
              <a:gd name="connsiteX171" fmla="*/ 169207 w 12192000"/>
              <a:gd name="connsiteY171" fmla="*/ 2128100 h 2237474"/>
              <a:gd name="connsiteX172" fmla="*/ 93149 w 12192000"/>
              <a:gd name="connsiteY172" fmla="*/ 2105324 h 2237474"/>
              <a:gd name="connsiteX173" fmla="*/ 88109 w 12192000"/>
              <a:gd name="connsiteY173" fmla="*/ 2106704 h 2237474"/>
              <a:gd name="connsiteX174" fmla="*/ 80022 w 12192000"/>
              <a:gd name="connsiteY174" fmla="*/ 2107254 h 2237474"/>
              <a:gd name="connsiteX175" fmla="*/ 79717 w 12192000"/>
              <a:gd name="connsiteY175" fmla="*/ 2107046 h 2237474"/>
              <a:gd name="connsiteX176" fmla="*/ 72352 w 12192000"/>
              <a:gd name="connsiteY176" fmla="*/ 2107991 h 2237474"/>
              <a:gd name="connsiteX177" fmla="*/ 37645 w 12192000"/>
              <a:gd name="connsiteY177" fmla="*/ 2115401 h 2237474"/>
              <a:gd name="connsiteX178" fmla="*/ 4572 w 12192000"/>
              <a:gd name="connsiteY178" fmla="*/ 2111091 h 2237474"/>
              <a:gd name="connsiteX179" fmla="*/ 0 w 12192000"/>
              <a:gd name="connsiteY179" fmla="*/ 2110468 h 2237474"/>
              <a:gd name="connsiteX180" fmla="*/ 0 w 12192000"/>
              <a:gd name="connsiteY18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287219 w 12192000"/>
              <a:gd name="connsiteY124" fmla="*/ 1998750 h 2237474"/>
              <a:gd name="connsiteX125" fmla="*/ 2243069 w 12192000"/>
              <a:gd name="connsiteY125" fmla="*/ 2015111 h 2237474"/>
              <a:gd name="connsiteX126" fmla="*/ 2186609 w 12192000"/>
              <a:gd name="connsiteY126" fmla="*/ 2008263 h 2237474"/>
              <a:gd name="connsiteX127" fmla="*/ 2164831 w 12192000"/>
              <a:gd name="connsiteY127" fmla="*/ 2010143 h 2237474"/>
              <a:gd name="connsiteX128" fmla="*/ 2152836 w 12192000"/>
              <a:gd name="connsiteY128" fmla="*/ 2010048 h 2237474"/>
              <a:gd name="connsiteX129" fmla="*/ 2117102 w 12192000"/>
              <a:gd name="connsiteY129" fmla="*/ 2023004 h 2237474"/>
              <a:gd name="connsiteX130" fmla="*/ 2111935 w 12192000"/>
              <a:gd name="connsiteY130" fmla="*/ 2023163 h 2237474"/>
              <a:gd name="connsiteX131" fmla="*/ 2089991 w 12192000"/>
              <a:gd name="connsiteY131" fmla="*/ 2034193 h 2237474"/>
              <a:gd name="connsiteX132" fmla="*/ 2058061 w 12192000"/>
              <a:gd name="connsiteY132" fmla="*/ 2047942 h 2237474"/>
              <a:gd name="connsiteX133" fmla="*/ 2055737 w 12192000"/>
              <a:gd name="connsiteY133" fmla="*/ 2047704 h 2237474"/>
              <a:gd name="connsiteX134" fmla="*/ 2042244 w 12192000"/>
              <a:gd name="connsiteY134" fmla="*/ 2055560 h 2237474"/>
              <a:gd name="connsiteX135" fmla="*/ 1976224 w 12192000"/>
              <a:gd name="connsiteY135" fmla="*/ 2074257 h 2237474"/>
              <a:gd name="connsiteX136" fmla="*/ 1877728 w 12192000"/>
              <a:gd name="connsiteY136" fmla="*/ 2101004 h 2237474"/>
              <a:gd name="connsiteX137" fmla="*/ 1759056 w 12192000"/>
              <a:gd name="connsiteY137" fmla="*/ 2125608 h 2237474"/>
              <a:gd name="connsiteX138" fmla="*/ 1637948 w 12192000"/>
              <a:gd name="connsiteY138" fmla="*/ 2172597 h 2237474"/>
              <a:gd name="connsiteX139" fmla="*/ 1434549 w 12192000"/>
              <a:gd name="connsiteY139" fmla="*/ 2234522 h 2237474"/>
              <a:gd name="connsiteX140" fmla="*/ 1398481 w 12192000"/>
              <a:gd name="connsiteY140" fmla="*/ 2237074 h 2237474"/>
              <a:gd name="connsiteX141" fmla="*/ 1398407 w 12192000"/>
              <a:gd name="connsiteY141" fmla="*/ 2237095 h 2237474"/>
              <a:gd name="connsiteX142" fmla="*/ 1370962 w 12192000"/>
              <a:gd name="connsiteY142" fmla="*/ 2237474 h 2237474"/>
              <a:gd name="connsiteX143" fmla="*/ 1356367 w 12192000"/>
              <a:gd name="connsiteY143" fmla="*/ 2235089 h 2237474"/>
              <a:gd name="connsiteX144" fmla="*/ 1324828 w 12192000"/>
              <a:gd name="connsiteY144" fmla="*/ 2231968 h 2237474"/>
              <a:gd name="connsiteX145" fmla="*/ 1297744 w 12192000"/>
              <a:gd name="connsiteY145" fmla="*/ 2235849 h 2237474"/>
              <a:gd name="connsiteX146" fmla="*/ 1286236 w 12192000"/>
              <a:gd name="connsiteY146" fmla="*/ 2233135 h 2237474"/>
              <a:gd name="connsiteX147" fmla="*/ 1283504 w 12192000"/>
              <a:gd name="connsiteY147" fmla="*/ 2233797 h 2237474"/>
              <a:gd name="connsiteX148" fmla="*/ 1279765 w 12192000"/>
              <a:gd name="connsiteY148" fmla="*/ 2229639 h 2237474"/>
              <a:gd name="connsiteX149" fmla="*/ 1195347 w 12192000"/>
              <a:gd name="connsiteY149" fmla="*/ 2212354 h 2237474"/>
              <a:gd name="connsiteX150" fmla="*/ 970251 w 12192000"/>
              <a:gd name="connsiteY150" fmla="*/ 2221029 h 2237474"/>
              <a:gd name="connsiteX151" fmla="*/ 812914 w 12192000"/>
              <a:gd name="connsiteY151" fmla="*/ 2202752 h 2237474"/>
              <a:gd name="connsiteX152" fmla="*/ 800195 w 12192000"/>
              <a:gd name="connsiteY152" fmla="*/ 2209407 h 2237474"/>
              <a:gd name="connsiteX153" fmla="*/ 784978 w 12192000"/>
              <a:gd name="connsiteY153" fmla="*/ 2212360 h 2237474"/>
              <a:gd name="connsiteX154" fmla="*/ 681987 w 12192000"/>
              <a:gd name="connsiteY154" fmla="*/ 2216757 h 2237474"/>
              <a:gd name="connsiteX155" fmla="*/ 669923 w 12192000"/>
              <a:gd name="connsiteY155" fmla="*/ 2211682 h 2237474"/>
              <a:gd name="connsiteX156" fmla="*/ 648680 w 12192000"/>
              <a:gd name="connsiteY156" fmla="*/ 2206229 h 2237474"/>
              <a:gd name="connsiteX157" fmla="*/ 597225 w 12192000"/>
              <a:gd name="connsiteY157" fmla="*/ 2180999 h 2237474"/>
              <a:gd name="connsiteX158" fmla="*/ 558449 w 12192000"/>
              <a:gd name="connsiteY158" fmla="*/ 2182346 h 2237474"/>
              <a:gd name="connsiteX159" fmla="*/ 550517 w 12192000"/>
              <a:gd name="connsiteY159" fmla="*/ 2182060 h 2237474"/>
              <a:gd name="connsiteX160" fmla="*/ 550309 w 12192000"/>
              <a:gd name="connsiteY160" fmla="*/ 2181825 h 2237474"/>
              <a:gd name="connsiteX161" fmla="*/ 541836 w 12192000"/>
              <a:gd name="connsiteY161" fmla="*/ 2181063 h 2237474"/>
              <a:gd name="connsiteX162" fmla="*/ 536057 w 12192000"/>
              <a:gd name="connsiteY162" fmla="*/ 2181537 h 2237474"/>
              <a:gd name="connsiteX163" fmla="*/ 520671 w 12192000"/>
              <a:gd name="connsiteY163" fmla="*/ 2180980 h 2237474"/>
              <a:gd name="connsiteX164" fmla="*/ 515024 w 12192000"/>
              <a:gd name="connsiteY164" fmla="*/ 2179258 h 2237474"/>
              <a:gd name="connsiteX165" fmla="*/ 512278 w 12192000"/>
              <a:gd name="connsiteY165" fmla="*/ 2176369 h 2237474"/>
              <a:gd name="connsiteX166" fmla="*/ 480419 w 12192000"/>
              <a:gd name="connsiteY166" fmla="*/ 2167807 h 2237474"/>
              <a:gd name="connsiteX167" fmla="*/ 413835 w 12192000"/>
              <a:gd name="connsiteY167" fmla="*/ 2156783 h 2237474"/>
              <a:gd name="connsiteX168" fmla="*/ 376513 w 12192000"/>
              <a:gd name="connsiteY168" fmla="*/ 2154014 h 2237474"/>
              <a:gd name="connsiteX169" fmla="*/ 273386 w 12192000"/>
              <a:gd name="connsiteY169" fmla="*/ 2142551 h 2237474"/>
              <a:gd name="connsiteX170" fmla="*/ 169207 w 12192000"/>
              <a:gd name="connsiteY170" fmla="*/ 2128100 h 2237474"/>
              <a:gd name="connsiteX171" fmla="*/ 93149 w 12192000"/>
              <a:gd name="connsiteY171" fmla="*/ 2105324 h 2237474"/>
              <a:gd name="connsiteX172" fmla="*/ 88109 w 12192000"/>
              <a:gd name="connsiteY172" fmla="*/ 2106704 h 2237474"/>
              <a:gd name="connsiteX173" fmla="*/ 80022 w 12192000"/>
              <a:gd name="connsiteY173" fmla="*/ 2107254 h 2237474"/>
              <a:gd name="connsiteX174" fmla="*/ 79717 w 12192000"/>
              <a:gd name="connsiteY174" fmla="*/ 2107046 h 2237474"/>
              <a:gd name="connsiteX175" fmla="*/ 72352 w 12192000"/>
              <a:gd name="connsiteY175" fmla="*/ 2107991 h 2237474"/>
              <a:gd name="connsiteX176" fmla="*/ 37645 w 12192000"/>
              <a:gd name="connsiteY176" fmla="*/ 2115401 h 2237474"/>
              <a:gd name="connsiteX177" fmla="*/ 4572 w 12192000"/>
              <a:gd name="connsiteY177" fmla="*/ 2111091 h 2237474"/>
              <a:gd name="connsiteX178" fmla="*/ 0 w 12192000"/>
              <a:gd name="connsiteY178" fmla="*/ 2110468 h 2237474"/>
              <a:gd name="connsiteX179" fmla="*/ 0 w 12192000"/>
              <a:gd name="connsiteY17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578178 w 12192000"/>
              <a:gd name="connsiteY120" fmla="*/ 1990531 h 2237474"/>
              <a:gd name="connsiteX121" fmla="*/ 2476147 w 12192000"/>
              <a:gd name="connsiteY121" fmla="*/ 1998305 h 2237474"/>
              <a:gd name="connsiteX122" fmla="*/ 2373568 w 12192000"/>
              <a:gd name="connsiteY122" fmla="*/ 2003219 h 2237474"/>
              <a:gd name="connsiteX123" fmla="*/ 2287219 w 12192000"/>
              <a:gd name="connsiteY123" fmla="*/ 1998750 h 2237474"/>
              <a:gd name="connsiteX124" fmla="*/ 2243069 w 12192000"/>
              <a:gd name="connsiteY124" fmla="*/ 2015111 h 2237474"/>
              <a:gd name="connsiteX125" fmla="*/ 2186609 w 12192000"/>
              <a:gd name="connsiteY125" fmla="*/ 2008263 h 2237474"/>
              <a:gd name="connsiteX126" fmla="*/ 2164831 w 12192000"/>
              <a:gd name="connsiteY126" fmla="*/ 2010143 h 2237474"/>
              <a:gd name="connsiteX127" fmla="*/ 2152836 w 12192000"/>
              <a:gd name="connsiteY127" fmla="*/ 2010048 h 2237474"/>
              <a:gd name="connsiteX128" fmla="*/ 2117102 w 12192000"/>
              <a:gd name="connsiteY128" fmla="*/ 2023004 h 2237474"/>
              <a:gd name="connsiteX129" fmla="*/ 2111935 w 12192000"/>
              <a:gd name="connsiteY129" fmla="*/ 2023163 h 2237474"/>
              <a:gd name="connsiteX130" fmla="*/ 2089991 w 12192000"/>
              <a:gd name="connsiteY130" fmla="*/ 2034193 h 2237474"/>
              <a:gd name="connsiteX131" fmla="*/ 2058061 w 12192000"/>
              <a:gd name="connsiteY131" fmla="*/ 2047942 h 2237474"/>
              <a:gd name="connsiteX132" fmla="*/ 2055737 w 12192000"/>
              <a:gd name="connsiteY132" fmla="*/ 2047704 h 2237474"/>
              <a:gd name="connsiteX133" fmla="*/ 2042244 w 12192000"/>
              <a:gd name="connsiteY133" fmla="*/ 2055560 h 2237474"/>
              <a:gd name="connsiteX134" fmla="*/ 1976224 w 12192000"/>
              <a:gd name="connsiteY134" fmla="*/ 2074257 h 2237474"/>
              <a:gd name="connsiteX135" fmla="*/ 1877728 w 12192000"/>
              <a:gd name="connsiteY135" fmla="*/ 2101004 h 2237474"/>
              <a:gd name="connsiteX136" fmla="*/ 1759056 w 12192000"/>
              <a:gd name="connsiteY136" fmla="*/ 2125608 h 2237474"/>
              <a:gd name="connsiteX137" fmla="*/ 1637948 w 12192000"/>
              <a:gd name="connsiteY137" fmla="*/ 2172597 h 2237474"/>
              <a:gd name="connsiteX138" fmla="*/ 1434549 w 12192000"/>
              <a:gd name="connsiteY138" fmla="*/ 2234522 h 2237474"/>
              <a:gd name="connsiteX139" fmla="*/ 1398481 w 12192000"/>
              <a:gd name="connsiteY139" fmla="*/ 2237074 h 2237474"/>
              <a:gd name="connsiteX140" fmla="*/ 1398407 w 12192000"/>
              <a:gd name="connsiteY140" fmla="*/ 2237095 h 2237474"/>
              <a:gd name="connsiteX141" fmla="*/ 1370962 w 12192000"/>
              <a:gd name="connsiteY141" fmla="*/ 2237474 h 2237474"/>
              <a:gd name="connsiteX142" fmla="*/ 1356367 w 12192000"/>
              <a:gd name="connsiteY142" fmla="*/ 2235089 h 2237474"/>
              <a:gd name="connsiteX143" fmla="*/ 1324828 w 12192000"/>
              <a:gd name="connsiteY143" fmla="*/ 2231968 h 2237474"/>
              <a:gd name="connsiteX144" fmla="*/ 1297744 w 12192000"/>
              <a:gd name="connsiteY144" fmla="*/ 2235849 h 2237474"/>
              <a:gd name="connsiteX145" fmla="*/ 1286236 w 12192000"/>
              <a:gd name="connsiteY145" fmla="*/ 2233135 h 2237474"/>
              <a:gd name="connsiteX146" fmla="*/ 1283504 w 12192000"/>
              <a:gd name="connsiteY146" fmla="*/ 2233797 h 2237474"/>
              <a:gd name="connsiteX147" fmla="*/ 1279765 w 12192000"/>
              <a:gd name="connsiteY147" fmla="*/ 2229639 h 2237474"/>
              <a:gd name="connsiteX148" fmla="*/ 1195347 w 12192000"/>
              <a:gd name="connsiteY148" fmla="*/ 2212354 h 2237474"/>
              <a:gd name="connsiteX149" fmla="*/ 970251 w 12192000"/>
              <a:gd name="connsiteY149" fmla="*/ 2221029 h 2237474"/>
              <a:gd name="connsiteX150" fmla="*/ 812914 w 12192000"/>
              <a:gd name="connsiteY150" fmla="*/ 2202752 h 2237474"/>
              <a:gd name="connsiteX151" fmla="*/ 800195 w 12192000"/>
              <a:gd name="connsiteY151" fmla="*/ 2209407 h 2237474"/>
              <a:gd name="connsiteX152" fmla="*/ 784978 w 12192000"/>
              <a:gd name="connsiteY152" fmla="*/ 2212360 h 2237474"/>
              <a:gd name="connsiteX153" fmla="*/ 681987 w 12192000"/>
              <a:gd name="connsiteY153" fmla="*/ 2216757 h 2237474"/>
              <a:gd name="connsiteX154" fmla="*/ 669923 w 12192000"/>
              <a:gd name="connsiteY154" fmla="*/ 2211682 h 2237474"/>
              <a:gd name="connsiteX155" fmla="*/ 648680 w 12192000"/>
              <a:gd name="connsiteY155" fmla="*/ 2206229 h 2237474"/>
              <a:gd name="connsiteX156" fmla="*/ 597225 w 12192000"/>
              <a:gd name="connsiteY156" fmla="*/ 2180999 h 2237474"/>
              <a:gd name="connsiteX157" fmla="*/ 558449 w 12192000"/>
              <a:gd name="connsiteY157" fmla="*/ 2182346 h 2237474"/>
              <a:gd name="connsiteX158" fmla="*/ 550517 w 12192000"/>
              <a:gd name="connsiteY158" fmla="*/ 2182060 h 2237474"/>
              <a:gd name="connsiteX159" fmla="*/ 550309 w 12192000"/>
              <a:gd name="connsiteY159" fmla="*/ 2181825 h 2237474"/>
              <a:gd name="connsiteX160" fmla="*/ 541836 w 12192000"/>
              <a:gd name="connsiteY160" fmla="*/ 2181063 h 2237474"/>
              <a:gd name="connsiteX161" fmla="*/ 536057 w 12192000"/>
              <a:gd name="connsiteY161" fmla="*/ 2181537 h 2237474"/>
              <a:gd name="connsiteX162" fmla="*/ 520671 w 12192000"/>
              <a:gd name="connsiteY162" fmla="*/ 2180980 h 2237474"/>
              <a:gd name="connsiteX163" fmla="*/ 515024 w 12192000"/>
              <a:gd name="connsiteY163" fmla="*/ 2179258 h 2237474"/>
              <a:gd name="connsiteX164" fmla="*/ 512278 w 12192000"/>
              <a:gd name="connsiteY164" fmla="*/ 2176369 h 2237474"/>
              <a:gd name="connsiteX165" fmla="*/ 480419 w 12192000"/>
              <a:gd name="connsiteY165" fmla="*/ 2167807 h 2237474"/>
              <a:gd name="connsiteX166" fmla="*/ 413835 w 12192000"/>
              <a:gd name="connsiteY166" fmla="*/ 2156783 h 2237474"/>
              <a:gd name="connsiteX167" fmla="*/ 376513 w 12192000"/>
              <a:gd name="connsiteY167" fmla="*/ 2154014 h 2237474"/>
              <a:gd name="connsiteX168" fmla="*/ 273386 w 12192000"/>
              <a:gd name="connsiteY168" fmla="*/ 2142551 h 2237474"/>
              <a:gd name="connsiteX169" fmla="*/ 169207 w 12192000"/>
              <a:gd name="connsiteY169" fmla="*/ 2128100 h 2237474"/>
              <a:gd name="connsiteX170" fmla="*/ 93149 w 12192000"/>
              <a:gd name="connsiteY170" fmla="*/ 2105324 h 2237474"/>
              <a:gd name="connsiteX171" fmla="*/ 88109 w 12192000"/>
              <a:gd name="connsiteY171" fmla="*/ 2106704 h 2237474"/>
              <a:gd name="connsiteX172" fmla="*/ 80022 w 12192000"/>
              <a:gd name="connsiteY172" fmla="*/ 2107254 h 2237474"/>
              <a:gd name="connsiteX173" fmla="*/ 79717 w 12192000"/>
              <a:gd name="connsiteY173" fmla="*/ 2107046 h 2237474"/>
              <a:gd name="connsiteX174" fmla="*/ 72352 w 12192000"/>
              <a:gd name="connsiteY174" fmla="*/ 2107991 h 2237474"/>
              <a:gd name="connsiteX175" fmla="*/ 37645 w 12192000"/>
              <a:gd name="connsiteY175" fmla="*/ 2115401 h 2237474"/>
              <a:gd name="connsiteX176" fmla="*/ 4572 w 12192000"/>
              <a:gd name="connsiteY176" fmla="*/ 2111091 h 2237474"/>
              <a:gd name="connsiteX177" fmla="*/ 0 w 12192000"/>
              <a:gd name="connsiteY177" fmla="*/ 2110468 h 2237474"/>
              <a:gd name="connsiteX178" fmla="*/ 0 w 12192000"/>
              <a:gd name="connsiteY17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48833 w 12192000"/>
              <a:gd name="connsiteY115" fmla="*/ 1986323 h 2237474"/>
              <a:gd name="connsiteX116" fmla="*/ 2748661 w 12192000"/>
              <a:gd name="connsiteY116" fmla="*/ 1986122 h 2237474"/>
              <a:gd name="connsiteX117" fmla="*/ 2718916 w 12192000"/>
              <a:gd name="connsiteY117" fmla="*/ 1990867 h 2237474"/>
              <a:gd name="connsiteX118" fmla="*/ 2713522 w 12192000"/>
              <a:gd name="connsiteY118" fmla="*/ 1990173 h 2237474"/>
              <a:gd name="connsiteX119" fmla="*/ 2578178 w 12192000"/>
              <a:gd name="connsiteY119" fmla="*/ 1990531 h 2237474"/>
              <a:gd name="connsiteX120" fmla="*/ 2476147 w 12192000"/>
              <a:gd name="connsiteY120" fmla="*/ 1998305 h 2237474"/>
              <a:gd name="connsiteX121" fmla="*/ 2373568 w 12192000"/>
              <a:gd name="connsiteY121" fmla="*/ 2003219 h 2237474"/>
              <a:gd name="connsiteX122" fmla="*/ 2287219 w 12192000"/>
              <a:gd name="connsiteY122" fmla="*/ 1998750 h 2237474"/>
              <a:gd name="connsiteX123" fmla="*/ 2243069 w 12192000"/>
              <a:gd name="connsiteY123" fmla="*/ 2015111 h 2237474"/>
              <a:gd name="connsiteX124" fmla="*/ 2186609 w 12192000"/>
              <a:gd name="connsiteY124" fmla="*/ 2008263 h 2237474"/>
              <a:gd name="connsiteX125" fmla="*/ 2164831 w 12192000"/>
              <a:gd name="connsiteY125" fmla="*/ 2010143 h 2237474"/>
              <a:gd name="connsiteX126" fmla="*/ 2152836 w 12192000"/>
              <a:gd name="connsiteY126" fmla="*/ 2010048 h 2237474"/>
              <a:gd name="connsiteX127" fmla="*/ 2117102 w 12192000"/>
              <a:gd name="connsiteY127" fmla="*/ 2023004 h 2237474"/>
              <a:gd name="connsiteX128" fmla="*/ 2111935 w 12192000"/>
              <a:gd name="connsiteY128" fmla="*/ 2023163 h 2237474"/>
              <a:gd name="connsiteX129" fmla="*/ 2089991 w 12192000"/>
              <a:gd name="connsiteY129" fmla="*/ 2034193 h 2237474"/>
              <a:gd name="connsiteX130" fmla="*/ 2058061 w 12192000"/>
              <a:gd name="connsiteY130" fmla="*/ 2047942 h 2237474"/>
              <a:gd name="connsiteX131" fmla="*/ 2055737 w 12192000"/>
              <a:gd name="connsiteY131" fmla="*/ 2047704 h 2237474"/>
              <a:gd name="connsiteX132" fmla="*/ 2042244 w 12192000"/>
              <a:gd name="connsiteY132" fmla="*/ 2055560 h 2237474"/>
              <a:gd name="connsiteX133" fmla="*/ 1976224 w 12192000"/>
              <a:gd name="connsiteY133" fmla="*/ 2074257 h 2237474"/>
              <a:gd name="connsiteX134" fmla="*/ 1877728 w 12192000"/>
              <a:gd name="connsiteY134" fmla="*/ 2101004 h 2237474"/>
              <a:gd name="connsiteX135" fmla="*/ 1759056 w 12192000"/>
              <a:gd name="connsiteY135" fmla="*/ 2125608 h 2237474"/>
              <a:gd name="connsiteX136" fmla="*/ 1637948 w 12192000"/>
              <a:gd name="connsiteY136" fmla="*/ 2172597 h 2237474"/>
              <a:gd name="connsiteX137" fmla="*/ 1434549 w 12192000"/>
              <a:gd name="connsiteY137" fmla="*/ 2234522 h 2237474"/>
              <a:gd name="connsiteX138" fmla="*/ 1398481 w 12192000"/>
              <a:gd name="connsiteY138" fmla="*/ 2237074 h 2237474"/>
              <a:gd name="connsiteX139" fmla="*/ 1398407 w 12192000"/>
              <a:gd name="connsiteY139" fmla="*/ 2237095 h 2237474"/>
              <a:gd name="connsiteX140" fmla="*/ 1370962 w 12192000"/>
              <a:gd name="connsiteY140" fmla="*/ 2237474 h 2237474"/>
              <a:gd name="connsiteX141" fmla="*/ 1356367 w 12192000"/>
              <a:gd name="connsiteY141" fmla="*/ 2235089 h 2237474"/>
              <a:gd name="connsiteX142" fmla="*/ 1324828 w 12192000"/>
              <a:gd name="connsiteY142" fmla="*/ 2231968 h 2237474"/>
              <a:gd name="connsiteX143" fmla="*/ 1297744 w 12192000"/>
              <a:gd name="connsiteY143" fmla="*/ 2235849 h 2237474"/>
              <a:gd name="connsiteX144" fmla="*/ 1286236 w 12192000"/>
              <a:gd name="connsiteY144" fmla="*/ 2233135 h 2237474"/>
              <a:gd name="connsiteX145" fmla="*/ 1283504 w 12192000"/>
              <a:gd name="connsiteY145" fmla="*/ 2233797 h 2237474"/>
              <a:gd name="connsiteX146" fmla="*/ 1279765 w 12192000"/>
              <a:gd name="connsiteY146" fmla="*/ 2229639 h 2237474"/>
              <a:gd name="connsiteX147" fmla="*/ 1195347 w 12192000"/>
              <a:gd name="connsiteY147" fmla="*/ 2212354 h 2237474"/>
              <a:gd name="connsiteX148" fmla="*/ 970251 w 12192000"/>
              <a:gd name="connsiteY148" fmla="*/ 2221029 h 2237474"/>
              <a:gd name="connsiteX149" fmla="*/ 812914 w 12192000"/>
              <a:gd name="connsiteY149" fmla="*/ 2202752 h 2237474"/>
              <a:gd name="connsiteX150" fmla="*/ 800195 w 12192000"/>
              <a:gd name="connsiteY150" fmla="*/ 2209407 h 2237474"/>
              <a:gd name="connsiteX151" fmla="*/ 784978 w 12192000"/>
              <a:gd name="connsiteY151" fmla="*/ 2212360 h 2237474"/>
              <a:gd name="connsiteX152" fmla="*/ 681987 w 12192000"/>
              <a:gd name="connsiteY152" fmla="*/ 2216757 h 2237474"/>
              <a:gd name="connsiteX153" fmla="*/ 669923 w 12192000"/>
              <a:gd name="connsiteY153" fmla="*/ 2211682 h 2237474"/>
              <a:gd name="connsiteX154" fmla="*/ 648680 w 12192000"/>
              <a:gd name="connsiteY154" fmla="*/ 2206229 h 2237474"/>
              <a:gd name="connsiteX155" fmla="*/ 597225 w 12192000"/>
              <a:gd name="connsiteY155" fmla="*/ 2180999 h 2237474"/>
              <a:gd name="connsiteX156" fmla="*/ 558449 w 12192000"/>
              <a:gd name="connsiteY156" fmla="*/ 2182346 h 2237474"/>
              <a:gd name="connsiteX157" fmla="*/ 550517 w 12192000"/>
              <a:gd name="connsiteY157" fmla="*/ 2182060 h 2237474"/>
              <a:gd name="connsiteX158" fmla="*/ 550309 w 12192000"/>
              <a:gd name="connsiteY158" fmla="*/ 2181825 h 2237474"/>
              <a:gd name="connsiteX159" fmla="*/ 541836 w 12192000"/>
              <a:gd name="connsiteY159" fmla="*/ 2181063 h 2237474"/>
              <a:gd name="connsiteX160" fmla="*/ 536057 w 12192000"/>
              <a:gd name="connsiteY160" fmla="*/ 2181537 h 2237474"/>
              <a:gd name="connsiteX161" fmla="*/ 520671 w 12192000"/>
              <a:gd name="connsiteY161" fmla="*/ 2180980 h 2237474"/>
              <a:gd name="connsiteX162" fmla="*/ 515024 w 12192000"/>
              <a:gd name="connsiteY162" fmla="*/ 2179258 h 2237474"/>
              <a:gd name="connsiteX163" fmla="*/ 512278 w 12192000"/>
              <a:gd name="connsiteY163" fmla="*/ 2176369 h 2237474"/>
              <a:gd name="connsiteX164" fmla="*/ 480419 w 12192000"/>
              <a:gd name="connsiteY164" fmla="*/ 2167807 h 2237474"/>
              <a:gd name="connsiteX165" fmla="*/ 413835 w 12192000"/>
              <a:gd name="connsiteY165" fmla="*/ 2156783 h 2237474"/>
              <a:gd name="connsiteX166" fmla="*/ 376513 w 12192000"/>
              <a:gd name="connsiteY166" fmla="*/ 2154014 h 2237474"/>
              <a:gd name="connsiteX167" fmla="*/ 273386 w 12192000"/>
              <a:gd name="connsiteY167" fmla="*/ 2142551 h 2237474"/>
              <a:gd name="connsiteX168" fmla="*/ 169207 w 12192000"/>
              <a:gd name="connsiteY168" fmla="*/ 2128100 h 2237474"/>
              <a:gd name="connsiteX169" fmla="*/ 93149 w 12192000"/>
              <a:gd name="connsiteY169" fmla="*/ 2105324 h 2237474"/>
              <a:gd name="connsiteX170" fmla="*/ 88109 w 12192000"/>
              <a:gd name="connsiteY170" fmla="*/ 2106704 h 2237474"/>
              <a:gd name="connsiteX171" fmla="*/ 80022 w 12192000"/>
              <a:gd name="connsiteY171" fmla="*/ 2107254 h 2237474"/>
              <a:gd name="connsiteX172" fmla="*/ 79717 w 12192000"/>
              <a:gd name="connsiteY172" fmla="*/ 2107046 h 2237474"/>
              <a:gd name="connsiteX173" fmla="*/ 72352 w 12192000"/>
              <a:gd name="connsiteY173" fmla="*/ 2107991 h 2237474"/>
              <a:gd name="connsiteX174" fmla="*/ 37645 w 12192000"/>
              <a:gd name="connsiteY174" fmla="*/ 2115401 h 2237474"/>
              <a:gd name="connsiteX175" fmla="*/ 4572 w 12192000"/>
              <a:gd name="connsiteY175" fmla="*/ 2111091 h 2237474"/>
              <a:gd name="connsiteX176" fmla="*/ 0 w 12192000"/>
              <a:gd name="connsiteY176" fmla="*/ 2110468 h 2237474"/>
              <a:gd name="connsiteX177" fmla="*/ 0 w 12192000"/>
              <a:gd name="connsiteY17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48833 w 12192000"/>
              <a:gd name="connsiteY115" fmla="*/ 1986323 h 2237474"/>
              <a:gd name="connsiteX116" fmla="*/ 2718916 w 12192000"/>
              <a:gd name="connsiteY116" fmla="*/ 1990867 h 2237474"/>
              <a:gd name="connsiteX117" fmla="*/ 2713522 w 12192000"/>
              <a:gd name="connsiteY117" fmla="*/ 1990173 h 2237474"/>
              <a:gd name="connsiteX118" fmla="*/ 2578178 w 12192000"/>
              <a:gd name="connsiteY118" fmla="*/ 1990531 h 2237474"/>
              <a:gd name="connsiteX119" fmla="*/ 2476147 w 12192000"/>
              <a:gd name="connsiteY119" fmla="*/ 1998305 h 2237474"/>
              <a:gd name="connsiteX120" fmla="*/ 2373568 w 12192000"/>
              <a:gd name="connsiteY120" fmla="*/ 2003219 h 2237474"/>
              <a:gd name="connsiteX121" fmla="*/ 2287219 w 12192000"/>
              <a:gd name="connsiteY121" fmla="*/ 1998750 h 2237474"/>
              <a:gd name="connsiteX122" fmla="*/ 2243069 w 12192000"/>
              <a:gd name="connsiteY122" fmla="*/ 2015111 h 2237474"/>
              <a:gd name="connsiteX123" fmla="*/ 2186609 w 12192000"/>
              <a:gd name="connsiteY123" fmla="*/ 2008263 h 2237474"/>
              <a:gd name="connsiteX124" fmla="*/ 2164831 w 12192000"/>
              <a:gd name="connsiteY124" fmla="*/ 2010143 h 2237474"/>
              <a:gd name="connsiteX125" fmla="*/ 2152836 w 12192000"/>
              <a:gd name="connsiteY125" fmla="*/ 2010048 h 2237474"/>
              <a:gd name="connsiteX126" fmla="*/ 2117102 w 12192000"/>
              <a:gd name="connsiteY126" fmla="*/ 2023004 h 2237474"/>
              <a:gd name="connsiteX127" fmla="*/ 2111935 w 12192000"/>
              <a:gd name="connsiteY127" fmla="*/ 2023163 h 2237474"/>
              <a:gd name="connsiteX128" fmla="*/ 2089991 w 12192000"/>
              <a:gd name="connsiteY128" fmla="*/ 2034193 h 2237474"/>
              <a:gd name="connsiteX129" fmla="*/ 2058061 w 12192000"/>
              <a:gd name="connsiteY129" fmla="*/ 2047942 h 2237474"/>
              <a:gd name="connsiteX130" fmla="*/ 2055737 w 12192000"/>
              <a:gd name="connsiteY130" fmla="*/ 2047704 h 2237474"/>
              <a:gd name="connsiteX131" fmla="*/ 2042244 w 12192000"/>
              <a:gd name="connsiteY131" fmla="*/ 2055560 h 2237474"/>
              <a:gd name="connsiteX132" fmla="*/ 1976224 w 12192000"/>
              <a:gd name="connsiteY132" fmla="*/ 2074257 h 2237474"/>
              <a:gd name="connsiteX133" fmla="*/ 1877728 w 12192000"/>
              <a:gd name="connsiteY133" fmla="*/ 2101004 h 2237474"/>
              <a:gd name="connsiteX134" fmla="*/ 1759056 w 12192000"/>
              <a:gd name="connsiteY134" fmla="*/ 2125608 h 2237474"/>
              <a:gd name="connsiteX135" fmla="*/ 1637948 w 12192000"/>
              <a:gd name="connsiteY135" fmla="*/ 2172597 h 2237474"/>
              <a:gd name="connsiteX136" fmla="*/ 1434549 w 12192000"/>
              <a:gd name="connsiteY136" fmla="*/ 2234522 h 2237474"/>
              <a:gd name="connsiteX137" fmla="*/ 1398481 w 12192000"/>
              <a:gd name="connsiteY137" fmla="*/ 2237074 h 2237474"/>
              <a:gd name="connsiteX138" fmla="*/ 1398407 w 12192000"/>
              <a:gd name="connsiteY138" fmla="*/ 2237095 h 2237474"/>
              <a:gd name="connsiteX139" fmla="*/ 1370962 w 12192000"/>
              <a:gd name="connsiteY139" fmla="*/ 2237474 h 2237474"/>
              <a:gd name="connsiteX140" fmla="*/ 1356367 w 12192000"/>
              <a:gd name="connsiteY140" fmla="*/ 2235089 h 2237474"/>
              <a:gd name="connsiteX141" fmla="*/ 1324828 w 12192000"/>
              <a:gd name="connsiteY141" fmla="*/ 2231968 h 2237474"/>
              <a:gd name="connsiteX142" fmla="*/ 1297744 w 12192000"/>
              <a:gd name="connsiteY142" fmla="*/ 2235849 h 2237474"/>
              <a:gd name="connsiteX143" fmla="*/ 1286236 w 12192000"/>
              <a:gd name="connsiteY143" fmla="*/ 2233135 h 2237474"/>
              <a:gd name="connsiteX144" fmla="*/ 1283504 w 12192000"/>
              <a:gd name="connsiteY144" fmla="*/ 2233797 h 2237474"/>
              <a:gd name="connsiteX145" fmla="*/ 1279765 w 12192000"/>
              <a:gd name="connsiteY145" fmla="*/ 2229639 h 2237474"/>
              <a:gd name="connsiteX146" fmla="*/ 1195347 w 12192000"/>
              <a:gd name="connsiteY146" fmla="*/ 2212354 h 2237474"/>
              <a:gd name="connsiteX147" fmla="*/ 970251 w 12192000"/>
              <a:gd name="connsiteY147" fmla="*/ 2221029 h 2237474"/>
              <a:gd name="connsiteX148" fmla="*/ 812914 w 12192000"/>
              <a:gd name="connsiteY148" fmla="*/ 2202752 h 2237474"/>
              <a:gd name="connsiteX149" fmla="*/ 800195 w 12192000"/>
              <a:gd name="connsiteY149" fmla="*/ 2209407 h 2237474"/>
              <a:gd name="connsiteX150" fmla="*/ 784978 w 12192000"/>
              <a:gd name="connsiteY150" fmla="*/ 2212360 h 2237474"/>
              <a:gd name="connsiteX151" fmla="*/ 681987 w 12192000"/>
              <a:gd name="connsiteY151" fmla="*/ 2216757 h 2237474"/>
              <a:gd name="connsiteX152" fmla="*/ 669923 w 12192000"/>
              <a:gd name="connsiteY152" fmla="*/ 2211682 h 2237474"/>
              <a:gd name="connsiteX153" fmla="*/ 648680 w 12192000"/>
              <a:gd name="connsiteY153" fmla="*/ 2206229 h 2237474"/>
              <a:gd name="connsiteX154" fmla="*/ 597225 w 12192000"/>
              <a:gd name="connsiteY154" fmla="*/ 2180999 h 2237474"/>
              <a:gd name="connsiteX155" fmla="*/ 558449 w 12192000"/>
              <a:gd name="connsiteY155" fmla="*/ 2182346 h 2237474"/>
              <a:gd name="connsiteX156" fmla="*/ 550517 w 12192000"/>
              <a:gd name="connsiteY156" fmla="*/ 2182060 h 2237474"/>
              <a:gd name="connsiteX157" fmla="*/ 550309 w 12192000"/>
              <a:gd name="connsiteY157" fmla="*/ 2181825 h 2237474"/>
              <a:gd name="connsiteX158" fmla="*/ 541836 w 12192000"/>
              <a:gd name="connsiteY158" fmla="*/ 2181063 h 2237474"/>
              <a:gd name="connsiteX159" fmla="*/ 536057 w 12192000"/>
              <a:gd name="connsiteY159" fmla="*/ 2181537 h 2237474"/>
              <a:gd name="connsiteX160" fmla="*/ 520671 w 12192000"/>
              <a:gd name="connsiteY160" fmla="*/ 2180980 h 2237474"/>
              <a:gd name="connsiteX161" fmla="*/ 515024 w 12192000"/>
              <a:gd name="connsiteY161" fmla="*/ 2179258 h 2237474"/>
              <a:gd name="connsiteX162" fmla="*/ 512278 w 12192000"/>
              <a:gd name="connsiteY162" fmla="*/ 2176369 h 2237474"/>
              <a:gd name="connsiteX163" fmla="*/ 480419 w 12192000"/>
              <a:gd name="connsiteY163" fmla="*/ 2167807 h 2237474"/>
              <a:gd name="connsiteX164" fmla="*/ 413835 w 12192000"/>
              <a:gd name="connsiteY164" fmla="*/ 2156783 h 2237474"/>
              <a:gd name="connsiteX165" fmla="*/ 376513 w 12192000"/>
              <a:gd name="connsiteY165" fmla="*/ 2154014 h 2237474"/>
              <a:gd name="connsiteX166" fmla="*/ 273386 w 12192000"/>
              <a:gd name="connsiteY166" fmla="*/ 2142551 h 2237474"/>
              <a:gd name="connsiteX167" fmla="*/ 169207 w 12192000"/>
              <a:gd name="connsiteY167" fmla="*/ 2128100 h 2237474"/>
              <a:gd name="connsiteX168" fmla="*/ 93149 w 12192000"/>
              <a:gd name="connsiteY168" fmla="*/ 2105324 h 2237474"/>
              <a:gd name="connsiteX169" fmla="*/ 88109 w 12192000"/>
              <a:gd name="connsiteY169" fmla="*/ 2106704 h 2237474"/>
              <a:gd name="connsiteX170" fmla="*/ 80022 w 12192000"/>
              <a:gd name="connsiteY170" fmla="*/ 2107254 h 2237474"/>
              <a:gd name="connsiteX171" fmla="*/ 79717 w 12192000"/>
              <a:gd name="connsiteY171" fmla="*/ 2107046 h 2237474"/>
              <a:gd name="connsiteX172" fmla="*/ 72352 w 12192000"/>
              <a:gd name="connsiteY172" fmla="*/ 2107991 h 2237474"/>
              <a:gd name="connsiteX173" fmla="*/ 37645 w 12192000"/>
              <a:gd name="connsiteY173" fmla="*/ 2115401 h 2237474"/>
              <a:gd name="connsiteX174" fmla="*/ 4572 w 12192000"/>
              <a:gd name="connsiteY174" fmla="*/ 2111091 h 2237474"/>
              <a:gd name="connsiteX175" fmla="*/ 0 w 12192000"/>
              <a:gd name="connsiteY175" fmla="*/ 2110468 h 2237474"/>
              <a:gd name="connsiteX176" fmla="*/ 0 w 12192000"/>
              <a:gd name="connsiteY17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18916 w 12192000"/>
              <a:gd name="connsiteY115" fmla="*/ 1990867 h 2237474"/>
              <a:gd name="connsiteX116" fmla="*/ 2713522 w 12192000"/>
              <a:gd name="connsiteY116" fmla="*/ 1990173 h 2237474"/>
              <a:gd name="connsiteX117" fmla="*/ 2578178 w 12192000"/>
              <a:gd name="connsiteY117" fmla="*/ 1990531 h 2237474"/>
              <a:gd name="connsiteX118" fmla="*/ 2476147 w 12192000"/>
              <a:gd name="connsiteY118" fmla="*/ 1998305 h 2237474"/>
              <a:gd name="connsiteX119" fmla="*/ 2373568 w 12192000"/>
              <a:gd name="connsiteY119" fmla="*/ 2003219 h 2237474"/>
              <a:gd name="connsiteX120" fmla="*/ 2287219 w 12192000"/>
              <a:gd name="connsiteY120" fmla="*/ 1998750 h 2237474"/>
              <a:gd name="connsiteX121" fmla="*/ 2243069 w 12192000"/>
              <a:gd name="connsiteY121" fmla="*/ 2015111 h 2237474"/>
              <a:gd name="connsiteX122" fmla="*/ 2186609 w 12192000"/>
              <a:gd name="connsiteY122" fmla="*/ 2008263 h 2237474"/>
              <a:gd name="connsiteX123" fmla="*/ 2164831 w 12192000"/>
              <a:gd name="connsiteY123" fmla="*/ 2010143 h 2237474"/>
              <a:gd name="connsiteX124" fmla="*/ 2152836 w 12192000"/>
              <a:gd name="connsiteY124" fmla="*/ 2010048 h 2237474"/>
              <a:gd name="connsiteX125" fmla="*/ 2117102 w 12192000"/>
              <a:gd name="connsiteY125" fmla="*/ 2023004 h 2237474"/>
              <a:gd name="connsiteX126" fmla="*/ 2111935 w 12192000"/>
              <a:gd name="connsiteY126" fmla="*/ 2023163 h 2237474"/>
              <a:gd name="connsiteX127" fmla="*/ 2089991 w 12192000"/>
              <a:gd name="connsiteY127" fmla="*/ 2034193 h 2237474"/>
              <a:gd name="connsiteX128" fmla="*/ 2058061 w 12192000"/>
              <a:gd name="connsiteY128" fmla="*/ 2047942 h 2237474"/>
              <a:gd name="connsiteX129" fmla="*/ 2055737 w 12192000"/>
              <a:gd name="connsiteY129" fmla="*/ 2047704 h 2237474"/>
              <a:gd name="connsiteX130" fmla="*/ 2042244 w 12192000"/>
              <a:gd name="connsiteY130" fmla="*/ 2055560 h 2237474"/>
              <a:gd name="connsiteX131" fmla="*/ 1976224 w 12192000"/>
              <a:gd name="connsiteY131" fmla="*/ 2074257 h 2237474"/>
              <a:gd name="connsiteX132" fmla="*/ 1877728 w 12192000"/>
              <a:gd name="connsiteY132" fmla="*/ 2101004 h 2237474"/>
              <a:gd name="connsiteX133" fmla="*/ 1759056 w 12192000"/>
              <a:gd name="connsiteY133" fmla="*/ 2125608 h 2237474"/>
              <a:gd name="connsiteX134" fmla="*/ 1637948 w 12192000"/>
              <a:gd name="connsiteY134" fmla="*/ 2172597 h 2237474"/>
              <a:gd name="connsiteX135" fmla="*/ 1434549 w 12192000"/>
              <a:gd name="connsiteY135" fmla="*/ 2234522 h 2237474"/>
              <a:gd name="connsiteX136" fmla="*/ 1398481 w 12192000"/>
              <a:gd name="connsiteY136" fmla="*/ 2237074 h 2237474"/>
              <a:gd name="connsiteX137" fmla="*/ 1398407 w 12192000"/>
              <a:gd name="connsiteY137" fmla="*/ 2237095 h 2237474"/>
              <a:gd name="connsiteX138" fmla="*/ 1370962 w 12192000"/>
              <a:gd name="connsiteY138" fmla="*/ 2237474 h 2237474"/>
              <a:gd name="connsiteX139" fmla="*/ 1356367 w 12192000"/>
              <a:gd name="connsiteY139" fmla="*/ 2235089 h 2237474"/>
              <a:gd name="connsiteX140" fmla="*/ 1324828 w 12192000"/>
              <a:gd name="connsiteY140" fmla="*/ 2231968 h 2237474"/>
              <a:gd name="connsiteX141" fmla="*/ 1297744 w 12192000"/>
              <a:gd name="connsiteY141" fmla="*/ 2235849 h 2237474"/>
              <a:gd name="connsiteX142" fmla="*/ 1286236 w 12192000"/>
              <a:gd name="connsiteY142" fmla="*/ 2233135 h 2237474"/>
              <a:gd name="connsiteX143" fmla="*/ 1283504 w 12192000"/>
              <a:gd name="connsiteY143" fmla="*/ 2233797 h 2237474"/>
              <a:gd name="connsiteX144" fmla="*/ 1279765 w 12192000"/>
              <a:gd name="connsiteY144" fmla="*/ 2229639 h 2237474"/>
              <a:gd name="connsiteX145" fmla="*/ 1195347 w 12192000"/>
              <a:gd name="connsiteY145" fmla="*/ 2212354 h 2237474"/>
              <a:gd name="connsiteX146" fmla="*/ 970251 w 12192000"/>
              <a:gd name="connsiteY146" fmla="*/ 2221029 h 2237474"/>
              <a:gd name="connsiteX147" fmla="*/ 812914 w 12192000"/>
              <a:gd name="connsiteY147" fmla="*/ 2202752 h 2237474"/>
              <a:gd name="connsiteX148" fmla="*/ 800195 w 12192000"/>
              <a:gd name="connsiteY148" fmla="*/ 2209407 h 2237474"/>
              <a:gd name="connsiteX149" fmla="*/ 784978 w 12192000"/>
              <a:gd name="connsiteY149" fmla="*/ 2212360 h 2237474"/>
              <a:gd name="connsiteX150" fmla="*/ 681987 w 12192000"/>
              <a:gd name="connsiteY150" fmla="*/ 2216757 h 2237474"/>
              <a:gd name="connsiteX151" fmla="*/ 669923 w 12192000"/>
              <a:gd name="connsiteY151" fmla="*/ 2211682 h 2237474"/>
              <a:gd name="connsiteX152" fmla="*/ 648680 w 12192000"/>
              <a:gd name="connsiteY152" fmla="*/ 2206229 h 2237474"/>
              <a:gd name="connsiteX153" fmla="*/ 597225 w 12192000"/>
              <a:gd name="connsiteY153" fmla="*/ 2180999 h 2237474"/>
              <a:gd name="connsiteX154" fmla="*/ 558449 w 12192000"/>
              <a:gd name="connsiteY154" fmla="*/ 2182346 h 2237474"/>
              <a:gd name="connsiteX155" fmla="*/ 550517 w 12192000"/>
              <a:gd name="connsiteY155" fmla="*/ 2182060 h 2237474"/>
              <a:gd name="connsiteX156" fmla="*/ 550309 w 12192000"/>
              <a:gd name="connsiteY156" fmla="*/ 2181825 h 2237474"/>
              <a:gd name="connsiteX157" fmla="*/ 541836 w 12192000"/>
              <a:gd name="connsiteY157" fmla="*/ 2181063 h 2237474"/>
              <a:gd name="connsiteX158" fmla="*/ 536057 w 12192000"/>
              <a:gd name="connsiteY158" fmla="*/ 2181537 h 2237474"/>
              <a:gd name="connsiteX159" fmla="*/ 520671 w 12192000"/>
              <a:gd name="connsiteY159" fmla="*/ 2180980 h 2237474"/>
              <a:gd name="connsiteX160" fmla="*/ 515024 w 12192000"/>
              <a:gd name="connsiteY160" fmla="*/ 2179258 h 2237474"/>
              <a:gd name="connsiteX161" fmla="*/ 512278 w 12192000"/>
              <a:gd name="connsiteY161" fmla="*/ 2176369 h 2237474"/>
              <a:gd name="connsiteX162" fmla="*/ 480419 w 12192000"/>
              <a:gd name="connsiteY162" fmla="*/ 2167807 h 2237474"/>
              <a:gd name="connsiteX163" fmla="*/ 413835 w 12192000"/>
              <a:gd name="connsiteY163" fmla="*/ 2156783 h 2237474"/>
              <a:gd name="connsiteX164" fmla="*/ 376513 w 12192000"/>
              <a:gd name="connsiteY164" fmla="*/ 2154014 h 2237474"/>
              <a:gd name="connsiteX165" fmla="*/ 273386 w 12192000"/>
              <a:gd name="connsiteY165" fmla="*/ 2142551 h 2237474"/>
              <a:gd name="connsiteX166" fmla="*/ 169207 w 12192000"/>
              <a:gd name="connsiteY166" fmla="*/ 2128100 h 2237474"/>
              <a:gd name="connsiteX167" fmla="*/ 93149 w 12192000"/>
              <a:gd name="connsiteY167" fmla="*/ 2105324 h 2237474"/>
              <a:gd name="connsiteX168" fmla="*/ 88109 w 12192000"/>
              <a:gd name="connsiteY168" fmla="*/ 2106704 h 2237474"/>
              <a:gd name="connsiteX169" fmla="*/ 80022 w 12192000"/>
              <a:gd name="connsiteY169" fmla="*/ 2107254 h 2237474"/>
              <a:gd name="connsiteX170" fmla="*/ 79717 w 12192000"/>
              <a:gd name="connsiteY170" fmla="*/ 2107046 h 2237474"/>
              <a:gd name="connsiteX171" fmla="*/ 72352 w 12192000"/>
              <a:gd name="connsiteY171" fmla="*/ 2107991 h 2237474"/>
              <a:gd name="connsiteX172" fmla="*/ 37645 w 12192000"/>
              <a:gd name="connsiteY172" fmla="*/ 2115401 h 2237474"/>
              <a:gd name="connsiteX173" fmla="*/ 4572 w 12192000"/>
              <a:gd name="connsiteY173" fmla="*/ 2111091 h 2237474"/>
              <a:gd name="connsiteX174" fmla="*/ 0 w 12192000"/>
              <a:gd name="connsiteY174" fmla="*/ 2110468 h 2237474"/>
              <a:gd name="connsiteX175" fmla="*/ 0 w 12192000"/>
              <a:gd name="connsiteY17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86236 w 12192000"/>
              <a:gd name="connsiteY141" fmla="*/ 2233135 h 2237474"/>
              <a:gd name="connsiteX142" fmla="*/ 1283504 w 12192000"/>
              <a:gd name="connsiteY142" fmla="*/ 2233797 h 2237474"/>
              <a:gd name="connsiteX143" fmla="*/ 1279765 w 12192000"/>
              <a:gd name="connsiteY143" fmla="*/ 2229639 h 2237474"/>
              <a:gd name="connsiteX144" fmla="*/ 1195347 w 12192000"/>
              <a:gd name="connsiteY144" fmla="*/ 2212354 h 2237474"/>
              <a:gd name="connsiteX145" fmla="*/ 970251 w 12192000"/>
              <a:gd name="connsiteY145" fmla="*/ 2221029 h 2237474"/>
              <a:gd name="connsiteX146" fmla="*/ 812914 w 12192000"/>
              <a:gd name="connsiteY146" fmla="*/ 2202752 h 2237474"/>
              <a:gd name="connsiteX147" fmla="*/ 800195 w 12192000"/>
              <a:gd name="connsiteY147" fmla="*/ 2209407 h 2237474"/>
              <a:gd name="connsiteX148" fmla="*/ 784978 w 12192000"/>
              <a:gd name="connsiteY148" fmla="*/ 2212360 h 2237474"/>
              <a:gd name="connsiteX149" fmla="*/ 681987 w 12192000"/>
              <a:gd name="connsiteY149" fmla="*/ 2216757 h 2237474"/>
              <a:gd name="connsiteX150" fmla="*/ 669923 w 12192000"/>
              <a:gd name="connsiteY150" fmla="*/ 2211682 h 2237474"/>
              <a:gd name="connsiteX151" fmla="*/ 648680 w 12192000"/>
              <a:gd name="connsiteY151" fmla="*/ 2206229 h 2237474"/>
              <a:gd name="connsiteX152" fmla="*/ 597225 w 12192000"/>
              <a:gd name="connsiteY152" fmla="*/ 2180999 h 2237474"/>
              <a:gd name="connsiteX153" fmla="*/ 558449 w 12192000"/>
              <a:gd name="connsiteY153" fmla="*/ 2182346 h 2237474"/>
              <a:gd name="connsiteX154" fmla="*/ 550517 w 12192000"/>
              <a:gd name="connsiteY154" fmla="*/ 2182060 h 2237474"/>
              <a:gd name="connsiteX155" fmla="*/ 550309 w 12192000"/>
              <a:gd name="connsiteY155" fmla="*/ 2181825 h 2237474"/>
              <a:gd name="connsiteX156" fmla="*/ 541836 w 12192000"/>
              <a:gd name="connsiteY156" fmla="*/ 2181063 h 2237474"/>
              <a:gd name="connsiteX157" fmla="*/ 536057 w 12192000"/>
              <a:gd name="connsiteY157" fmla="*/ 2181537 h 2237474"/>
              <a:gd name="connsiteX158" fmla="*/ 520671 w 12192000"/>
              <a:gd name="connsiteY158" fmla="*/ 2180980 h 2237474"/>
              <a:gd name="connsiteX159" fmla="*/ 515024 w 12192000"/>
              <a:gd name="connsiteY159" fmla="*/ 2179258 h 2237474"/>
              <a:gd name="connsiteX160" fmla="*/ 512278 w 12192000"/>
              <a:gd name="connsiteY160" fmla="*/ 2176369 h 2237474"/>
              <a:gd name="connsiteX161" fmla="*/ 480419 w 12192000"/>
              <a:gd name="connsiteY161" fmla="*/ 2167807 h 2237474"/>
              <a:gd name="connsiteX162" fmla="*/ 413835 w 12192000"/>
              <a:gd name="connsiteY162" fmla="*/ 2156783 h 2237474"/>
              <a:gd name="connsiteX163" fmla="*/ 376513 w 12192000"/>
              <a:gd name="connsiteY163" fmla="*/ 2154014 h 2237474"/>
              <a:gd name="connsiteX164" fmla="*/ 273386 w 12192000"/>
              <a:gd name="connsiteY164" fmla="*/ 2142551 h 2237474"/>
              <a:gd name="connsiteX165" fmla="*/ 169207 w 12192000"/>
              <a:gd name="connsiteY165" fmla="*/ 2128100 h 2237474"/>
              <a:gd name="connsiteX166" fmla="*/ 93149 w 12192000"/>
              <a:gd name="connsiteY166" fmla="*/ 2105324 h 2237474"/>
              <a:gd name="connsiteX167" fmla="*/ 88109 w 12192000"/>
              <a:gd name="connsiteY167" fmla="*/ 2106704 h 2237474"/>
              <a:gd name="connsiteX168" fmla="*/ 80022 w 12192000"/>
              <a:gd name="connsiteY168" fmla="*/ 2107254 h 2237474"/>
              <a:gd name="connsiteX169" fmla="*/ 79717 w 12192000"/>
              <a:gd name="connsiteY169" fmla="*/ 2107046 h 2237474"/>
              <a:gd name="connsiteX170" fmla="*/ 72352 w 12192000"/>
              <a:gd name="connsiteY170" fmla="*/ 2107991 h 2237474"/>
              <a:gd name="connsiteX171" fmla="*/ 37645 w 12192000"/>
              <a:gd name="connsiteY171" fmla="*/ 2115401 h 2237474"/>
              <a:gd name="connsiteX172" fmla="*/ 4572 w 12192000"/>
              <a:gd name="connsiteY172" fmla="*/ 2111091 h 2237474"/>
              <a:gd name="connsiteX173" fmla="*/ 0 w 12192000"/>
              <a:gd name="connsiteY173" fmla="*/ 2110468 h 2237474"/>
              <a:gd name="connsiteX174" fmla="*/ 0 w 12192000"/>
              <a:gd name="connsiteY17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86236 w 12192000"/>
              <a:gd name="connsiteY141" fmla="*/ 2233135 h 2237474"/>
              <a:gd name="connsiteX142" fmla="*/ 1279765 w 12192000"/>
              <a:gd name="connsiteY142" fmla="*/ 2229639 h 2237474"/>
              <a:gd name="connsiteX143" fmla="*/ 1195347 w 12192000"/>
              <a:gd name="connsiteY143" fmla="*/ 2212354 h 2237474"/>
              <a:gd name="connsiteX144" fmla="*/ 970251 w 12192000"/>
              <a:gd name="connsiteY144" fmla="*/ 2221029 h 2237474"/>
              <a:gd name="connsiteX145" fmla="*/ 812914 w 12192000"/>
              <a:gd name="connsiteY145" fmla="*/ 2202752 h 2237474"/>
              <a:gd name="connsiteX146" fmla="*/ 800195 w 12192000"/>
              <a:gd name="connsiteY146" fmla="*/ 2209407 h 2237474"/>
              <a:gd name="connsiteX147" fmla="*/ 784978 w 12192000"/>
              <a:gd name="connsiteY147" fmla="*/ 2212360 h 2237474"/>
              <a:gd name="connsiteX148" fmla="*/ 681987 w 12192000"/>
              <a:gd name="connsiteY148" fmla="*/ 2216757 h 2237474"/>
              <a:gd name="connsiteX149" fmla="*/ 669923 w 12192000"/>
              <a:gd name="connsiteY149" fmla="*/ 2211682 h 2237474"/>
              <a:gd name="connsiteX150" fmla="*/ 648680 w 12192000"/>
              <a:gd name="connsiteY150" fmla="*/ 2206229 h 2237474"/>
              <a:gd name="connsiteX151" fmla="*/ 597225 w 12192000"/>
              <a:gd name="connsiteY151" fmla="*/ 2180999 h 2237474"/>
              <a:gd name="connsiteX152" fmla="*/ 558449 w 12192000"/>
              <a:gd name="connsiteY152" fmla="*/ 2182346 h 2237474"/>
              <a:gd name="connsiteX153" fmla="*/ 550517 w 12192000"/>
              <a:gd name="connsiteY153" fmla="*/ 2182060 h 2237474"/>
              <a:gd name="connsiteX154" fmla="*/ 550309 w 12192000"/>
              <a:gd name="connsiteY154" fmla="*/ 2181825 h 2237474"/>
              <a:gd name="connsiteX155" fmla="*/ 541836 w 12192000"/>
              <a:gd name="connsiteY155" fmla="*/ 2181063 h 2237474"/>
              <a:gd name="connsiteX156" fmla="*/ 536057 w 12192000"/>
              <a:gd name="connsiteY156" fmla="*/ 2181537 h 2237474"/>
              <a:gd name="connsiteX157" fmla="*/ 520671 w 12192000"/>
              <a:gd name="connsiteY157" fmla="*/ 2180980 h 2237474"/>
              <a:gd name="connsiteX158" fmla="*/ 515024 w 12192000"/>
              <a:gd name="connsiteY158" fmla="*/ 2179258 h 2237474"/>
              <a:gd name="connsiteX159" fmla="*/ 512278 w 12192000"/>
              <a:gd name="connsiteY159" fmla="*/ 2176369 h 2237474"/>
              <a:gd name="connsiteX160" fmla="*/ 480419 w 12192000"/>
              <a:gd name="connsiteY160" fmla="*/ 2167807 h 2237474"/>
              <a:gd name="connsiteX161" fmla="*/ 413835 w 12192000"/>
              <a:gd name="connsiteY161" fmla="*/ 2156783 h 2237474"/>
              <a:gd name="connsiteX162" fmla="*/ 376513 w 12192000"/>
              <a:gd name="connsiteY162" fmla="*/ 2154014 h 2237474"/>
              <a:gd name="connsiteX163" fmla="*/ 273386 w 12192000"/>
              <a:gd name="connsiteY163" fmla="*/ 2142551 h 2237474"/>
              <a:gd name="connsiteX164" fmla="*/ 169207 w 12192000"/>
              <a:gd name="connsiteY164" fmla="*/ 2128100 h 2237474"/>
              <a:gd name="connsiteX165" fmla="*/ 93149 w 12192000"/>
              <a:gd name="connsiteY165" fmla="*/ 2105324 h 2237474"/>
              <a:gd name="connsiteX166" fmla="*/ 88109 w 12192000"/>
              <a:gd name="connsiteY166" fmla="*/ 2106704 h 2237474"/>
              <a:gd name="connsiteX167" fmla="*/ 80022 w 12192000"/>
              <a:gd name="connsiteY167" fmla="*/ 2107254 h 2237474"/>
              <a:gd name="connsiteX168" fmla="*/ 79717 w 12192000"/>
              <a:gd name="connsiteY168" fmla="*/ 2107046 h 2237474"/>
              <a:gd name="connsiteX169" fmla="*/ 72352 w 12192000"/>
              <a:gd name="connsiteY169" fmla="*/ 2107991 h 2237474"/>
              <a:gd name="connsiteX170" fmla="*/ 37645 w 12192000"/>
              <a:gd name="connsiteY170" fmla="*/ 2115401 h 2237474"/>
              <a:gd name="connsiteX171" fmla="*/ 4572 w 12192000"/>
              <a:gd name="connsiteY171" fmla="*/ 2111091 h 2237474"/>
              <a:gd name="connsiteX172" fmla="*/ 0 w 12192000"/>
              <a:gd name="connsiteY172" fmla="*/ 2110468 h 2237474"/>
              <a:gd name="connsiteX173" fmla="*/ 0 w 12192000"/>
              <a:gd name="connsiteY17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79765 w 12192000"/>
              <a:gd name="connsiteY141" fmla="*/ 2229639 h 2237474"/>
              <a:gd name="connsiteX142" fmla="*/ 1195347 w 12192000"/>
              <a:gd name="connsiteY142" fmla="*/ 2212354 h 2237474"/>
              <a:gd name="connsiteX143" fmla="*/ 970251 w 12192000"/>
              <a:gd name="connsiteY143" fmla="*/ 2221029 h 2237474"/>
              <a:gd name="connsiteX144" fmla="*/ 812914 w 12192000"/>
              <a:gd name="connsiteY144" fmla="*/ 2202752 h 2237474"/>
              <a:gd name="connsiteX145" fmla="*/ 800195 w 12192000"/>
              <a:gd name="connsiteY145" fmla="*/ 2209407 h 2237474"/>
              <a:gd name="connsiteX146" fmla="*/ 784978 w 12192000"/>
              <a:gd name="connsiteY146" fmla="*/ 2212360 h 2237474"/>
              <a:gd name="connsiteX147" fmla="*/ 681987 w 12192000"/>
              <a:gd name="connsiteY147" fmla="*/ 2216757 h 2237474"/>
              <a:gd name="connsiteX148" fmla="*/ 669923 w 12192000"/>
              <a:gd name="connsiteY148" fmla="*/ 2211682 h 2237474"/>
              <a:gd name="connsiteX149" fmla="*/ 648680 w 12192000"/>
              <a:gd name="connsiteY149" fmla="*/ 2206229 h 2237474"/>
              <a:gd name="connsiteX150" fmla="*/ 597225 w 12192000"/>
              <a:gd name="connsiteY150" fmla="*/ 2180999 h 2237474"/>
              <a:gd name="connsiteX151" fmla="*/ 558449 w 12192000"/>
              <a:gd name="connsiteY151" fmla="*/ 2182346 h 2237474"/>
              <a:gd name="connsiteX152" fmla="*/ 550517 w 12192000"/>
              <a:gd name="connsiteY152" fmla="*/ 2182060 h 2237474"/>
              <a:gd name="connsiteX153" fmla="*/ 550309 w 12192000"/>
              <a:gd name="connsiteY153" fmla="*/ 2181825 h 2237474"/>
              <a:gd name="connsiteX154" fmla="*/ 541836 w 12192000"/>
              <a:gd name="connsiteY154" fmla="*/ 2181063 h 2237474"/>
              <a:gd name="connsiteX155" fmla="*/ 536057 w 12192000"/>
              <a:gd name="connsiteY155" fmla="*/ 2181537 h 2237474"/>
              <a:gd name="connsiteX156" fmla="*/ 520671 w 12192000"/>
              <a:gd name="connsiteY156" fmla="*/ 2180980 h 2237474"/>
              <a:gd name="connsiteX157" fmla="*/ 515024 w 12192000"/>
              <a:gd name="connsiteY157" fmla="*/ 2179258 h 2237474"/>
              <a:gd name="connsiteX158" fmla="*/ 512278 w 12192000"/>
              <a:gd name="connsiteY158" fmla="*/ 2176369 h 2237474"/>
              <a:gd name="connsiteX159" fmla="*/ 480419 w 12192000"/>
              <a:gd name="connsiteY159" fmla="*/ 2167807 h 2237474"/>
              <a:gd name="connsiteX160" fmla="*/ 413835 w 12192000"/>
              <a:gd name="connsiteY160" fmla="*/ 2156783 h 2237474"/>
              <a:gd name="connsiteX161" fmla="*/ 376513 w 12192000"/>
              <a:gd name="connsiteY161" fmla="*/ 2154014 h 2237474"/>
              <a:gd name="connsiteX162" fmla="*/ 273386 w 12192000"/>
              <a:gd name="connsiteY162" fmla="*/ 2142551 h 2237474"/>
              <a:gd name="connsiteX163" fmla="*/ 169207 w 12192000"/>
              <a:gd name="connsiteY163" fmla="*/ 2128100 h 2237474"/>
              <a:gd name="connsiteX164" fmla="*/ 93149 w 12192000"/>
              <a:gd name="connsiteY164" fmla="*/ 2105324 h 2237474"/>
              <a:gd name="connsiteX165" fmla="*/ 88109 w 12192000"/>
              <a:gd name="connsiteY165" fmla="*/ 2106704 h 2237474"/>
              <a:gd name="connsiteX166" fmla="*/ 80022 w 12192000"/>
              <a:gd name="connsiteY166" fmla="*/ 2107254 h 2237474"/>
              <a:gd name="connsiteX167" fmla="*/ 79717 w 12192000"/>
              <a:gd name="connsiteY167" fmla="*/ 2107046 h 2237474"/>
              <a:gd name="connsiteX168" fmla="*/ 72352 w 12192000"/>
              <a:gd name="connsiteY168" fmla="*/ 2107991 h 2237474"/>
              <a:gd name="connsiteX169" fmla="*/ 37645 w 12192000"/>
              <a:gd name="connsiteY169" fmla="*/ 2115401 h 2237474"/>
              <a:gd name="connsiteX170" fmla="*/ 4572 w 12192000"/>
              <a:gd name="connsiteY170" fmla="*/ 2111091 h 2237474"/>
              <a:gd name="connsiteX171" fmla="*/ 0 w 12192000"/>
              <a:gd name="connsiteY171" fmla="*/ 2110468 h 2237474"/>
              <a:gd name="connsiteX172" fmla="*/ 0 w 12192000"/>
              <a:gd name="connsiteY17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79765 w 12192000"/>
              <a:gd name="connsiteY140" fmla="*/ 2229639 h 2237474"/>
              <a:gd name="connsiteX141" fmla="*/ 1195347 w 12192000"/>
              <a:gd name="connsiteY141" fmla="*/ 2212354 h 2237474"/>
              <a:gd name="connsiteX142" fmla="*/ 970251 w 12192000"/>
              <a:gd name="connsiteY142" fmla="*/ 2221029 h 2237474"/>
              <a:gd name="connsiteX143" fmla="*/ 812914 w 12192000"/>
              <a:gd name="connsiteY143" fmla="*/ 2202752 h 2237474"/>
              <a:gd name="connsiteX144" fmla="*/ 800195 w 12192000"/>
              <a:gd name="connsiteY144" fmla="*/ 2209407 h 2237474"/>
              <a:gd name="connsiteX145" fmla="*/ 784978 w 12192000"/>
              <a:gd name="connsiteY145" fmla="*/ 2212360 h 2237474"/>
              <a:gd name="connsiteX146" fmla="*/ 681987 w 12192000"/>
              <a:gd name="connsiteY146" fmla="*/ 2216757 h 2237474"/>
              <a:gd name="connsiteX147" fmla="*/ 669923 w 12192000"/>
              <a:gd name="connsiteY147" fmla="*/ 2211682 h 2237474"/>
              <a:gd name="connsiteX148" fmla="*/ 648680 w 12192000"/>
              <a:gd name="connsiteY148" fmla="*/ 2206229 h 2237474"/>
              <a:gd name="connsiteX149" fmla="*/ 597225 w 12192000"/>
              <a:gd name="connsiteY149" fmla="*/ 2180999 h 2237474"/>
              <a:gd name="connsiteX150" fmla="*/ 558449 w 12192000"/>
              <a:gd name="connsiteY150" fmla="*/ 2182346 h 2237474"/>
              <a:gd name="connsiteX151" fmla="*/ 550517 w 12192000"/>
              <a:gd name="connsiteY151" fmla="*/ 2182060 h 2237474"/>
              <a:gd name="connsiteX152" fmla="*/ 550309 w 12192000"/>
              <a:gd name="connsiteY152" fmla="*/ 2181825 h 2237474"/>
              <a:gd name="connsiteX153" fmla="*/ 541836 w 12192000"/>
              <a:gd name="connsiteY153" fmla="*/ 2181063 h 2237474"/>
              <a:gd name="connsiteX154" fmla="*/ 536057 w 12192000"/>
              <a:gd name="connsiteY154" fmla="*/ 2181537 h 2237474"/>
              <a:gd name="connsiteX155" fmla="*/ 520671 w 12192000"/>
              <a:gd name="connsiteY155" fmla="*/ 2180980 h 2237474"/>
              <a:gd name="connsiteX156" fmla="*/ 515024 w 12192000"/>
              <a:gd name="connsiteY156" fmla="*/ 2179258 h 2237474"/>
              <a:gd name="connsiteX157" fmla="*/ 512278 w 12192000"/>
              <a:gd name="connsiteY157" fmla="*/ 2176369 h 2237474"/>
              <a:gd name="connsiteX158" fmla="*/ 480419 w 12192000"/>
              <a:gd name="connsiteY158" fmla="*/ 2167807 h 2237474"/>
              <a:gd name="connsiteX159" fmla="*/ 413835 w 12192000"/>
              <a:gd name="connsiteY159" fmla="*/ 2156783 h 2237474"/>
              <a:gd name="connsiteX160" fmla="*/ 376513 w 12192000"/>
              <a:gd name="connsiteY160" fmla="*/ 2154014 h 2237474"/>
              <a:gd name="connsiteX161" fmla="*/ 273386 w 12192000"/>
              <a:gd name="connsiteY161" fmla="*/ 2142551 h 2237474"/>
              <a:gd name="connsiteX162" fmla="*/ 169207 w 12192000"/>
              <a:gd name="connsiteY162" fmla="*/ 2128100 h 2237474"/>
              <a:gd name="connsiteX163" fmla="*/ 93149 w 12192000"/>
              <a:gd name="connsiteY163" fmla="*/ 2105324 h 2237474"/>
              <a:gd name="connsiteX164" fmla="*/ 88109 w 12192000"/>
              <a:gd name="connsiteY164" fmla="*/ 2106704 h 2237474"/>
              <a:gd name="connsiteX165" fmla="*/ 80022 w 12192000"/>
              <a:gd name="connsiteY165" fmla="*/ 2107254 h 2237474"/>
              <a:gd name="connsiteX166" fmla="*/ 79717 w 12192000"/>
              <a:gd name="connsiteY166" fmla="*/ 2107046 h 2237474"/>
              <a:gd name="connsiteX167" fmla="*/ 72352 w 12192000"/>
              <a:gd name="connsiteY167" fmla="*/ 2107991 h 2237474"/>
              <a:gd name="connsiteX168" fmla="*/ 37645 w 12192000"/>
              <a:gd name="connsiteY168" fmla="*/ 2115401 h 2237474"/>
              <a:gd name="connsiteX169" fmla="*/ 4572 w 12192000"/>
              <a:gd name="connsiteY169" fmla="*/ 2111091 h 2237474"/>
              <a:gd name="connsiteX170" fmla="*/ 0 w 12192000"/>
              <a:gd name="connsiteY170" fmla="*/ 2110468 h 2237474"/>
              <a:gd name="connsiteX171" fmla="*/ 0 w 12192000"/>
              <a:gd name="connsiteY17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877728 w 12192000"/>
              <a:gd name="connsiteY130" fmla="*/ 2101004 h 2237474"/>
              <a:gd name="connsiteX131" fmla="*/ 1759056 w 12192000"/>
              <a:gd name="connsiteY131" fmla="*/ 2125608 h 2237474"/>
              <a:gd name="connsiteX132" fmla="*/ 1637948 w 12192000"/>
              <a:gd name="connsiteY132" fmla="*/ 2172597 h 2237474"/>
              <a:gd name="connsiteX133" fmla="*/ 1434549 w 12192000"/>
              <a:gd name="connsiteY133" fmla="*/ 2234522 h 2237474"/>
              <a:gd name="connsiteX134" fmla="*/ 1398481 w 12192000"/>
              <a:gd name="connsiteY134" fmla="*/ 2237074 h 2237474"/>
              <a:gd name="connsiteX135" fmla="*/ 1398407 w 12192000"/>
              <a:gd name="connsiteY135" fmla="*/ 2237095 h 2237474"/>
              <a:gd name="connsiteX136" fmla="*/ 1370962 w 12192000"/>
              <a:gd name="connsiteY136" fmla="*/ 2237474 h 2237474"/>
              <a:gd name="connsiteX137" fmla="*/ 1356367 w 12192000"/>
              <a:gd name="connsiteY137" fmla="*/ 2235089 h 2237474"/>
              <a:gd name="connsiteX138" fmla="*/ 1324828 w 12192000"/>
              <a:gd name="connsiteY138" fmla="*/ 2231968 h 2237474"/>
              <a:gd name="connsiteX139" fmla="*/ 1279765 w 12192000"/>
              <a:gd name="connsiteY139" fmla="*/ 2229639 h 2237474"/>
              <a:gd name="connsiteX140" fmla="*/ 1195347 w 12192000"/>
              <a:gd name="connsiteY140" fmla="*/ 2212354 h 2237474"/>
              <a:gd name="connsiteX141" fmla="*/ 970251 w 12192000"/>
              <a:gd name="connsiteY141" fmla="*/ 2221029 h 2237474"/>
              <a:gd name="connsiteX142" fmla="*/ 812914 w 12192000"/>
              <a:gd name="connsiteY142" fmla="*/ 2202752 h 2237474"/>
              <a:gd name="connsiteX143" fmla="*/ 800195 w 12192000"/>
              <a:gd name="connsiteY143" fmla="*/ 2209407 h 2237474"/>
              <a:gd name="connsiteX144" fmla="*/ 784978 w 12192000"/>
              <a:gd name="connsiteY144" fmla="*/ 2212360 h 2237474"/>
              <a:gd name="connsiteX145" fmla="*/ 681987 w 12192000"/>
              <a:gd name="connsiteY145" fmla="*/ 2216757 h 2237474"/>
              <a:gd name="connsiteX146" fmla="*/ 669923 w 12192000"/>
              <a:gd name="connsiteY146" fmla="*/ 2211682 h 2237474"/>
              <a:gd name="connsiteX147" fmla="*/ 648680 w 12192000"/>
              <a:gd name="connsiteY147" fmla="*/ 2206229 h 2237474"/>
              <a:gd name="connsiteX148" fmla="*/ 597225 w 12192000"/>
              <a:gd name="connsiteY148" fmla="*/ 2180999 h 2237474"/>
              <a:gd name="connsiteX149" fmla="*/ 558449 w 12192000"/>
              <a:gd name="connsiteY149" fmla="*/ 2182346 h 2237474"/>
              <a:gd name="connsiteX150" fmla="*/ 550517 w 12192000"/>
              <a:gd name="connsiteY150" fmla="*/ 2182060 h 2237474"/>
              <a:gd name="connsiteX151" fmla="*/ 550309 w 12192000"/>
              <a:gd name="connsiteY151" fmla="*/ 2181825 h 2237474"/>
              <a:gd name="connsiteX152" fmla="*/ 541836 w 12192000"/>
              <a:gd name="connsiteY152" fmla="*/ 2181063 h 2237474"/>
              <a:gd name="connsiteX153" fmla="*/ 536057 w 12192000"/>
              <a:gd name="connsiteY153" fmla="*/ 2181537 h 2237474"/>
              <a:gd name="connsiteX154" fmla="*/ 520671 w 12192000"/>
              <a:gd name="connsiteY154" fmla="*/ 2180980 h 2237474"/>
              <a:gd name="connsiteX155" fmla="*/ 515024 w 12192000"/>
              <a:gd name="connsiteY155" fmla="*/ 2179258 h 2237474"/>
              <a:gd name="connsiteX156" fmla="*/ 512278 w 12192000"/>
              <a:gd name="connsiteY156" fmla="*/ 2176369 h 2237474"/>
              <a:gd name="connsiteX157" fmla="*/ 480419 w 12192000"/>
              <a:gd name="connsiteY157" fmla="*/ 2167807 h 2237474"/>
              <a:gd name="connsiteX158" fmla="*/ 413835 w 12192000"/>
              <a:gd name="connsiteY158" fmla="*/ 2156783 h 2237474"/>
              <a:gd name="connsiteX159" fmla="*/ 376513 w 12192000"/>
              <a:gd name="connsiteY159" fmla="*/ 2154014 h 2237474"/>
              <a:gd name="connsiteX160" fmla="*/ 273386 w 12192000"/>
              <a:gd name="connsiteY160" fmla="*/ 2142551 h 2237474"/>
              <a:gd name="connsiteX161" fmla="*/ 169207 w 12192000"/>
              <a:gd name="connsiteY161" fmla="*/ 2128100 h 2237474"/>
              <a:gd name="connsiteX162" fmla="*/ 93149 w 12192000"/>
              <a:gd name="connsiteY162" fmla="*/ 2105324 h 2237474"/>
              <a:gd name="connsiteX163" fmla="*/ 88109 w 12192000"/>
              <a:gd name="connsiteY163" fmla="*/ 2106704 h 2237474"/>
              <a:gd name="connsiteX164" fmla="*/ 80022 w 12192000"/>
              <a:gd name="connsiteY164" fmla="*/ 2107254 h 2237474"/>
              <a:gd name="connsiteX165" fmla="*/ 79717 w 12192000"/>
              <a:gd name="connsiteY165" fmla="*/ 2107046 h 2237474"/>
              <a:gd name="connsiteX166" fmla="*/ 72352 w 12192000"/>
              <a:gd name="connsiteY166" fmla="*/ 2107991 h 2237474"/>
              <a:gd name="connsiteX167" fmla="*/ 37645 w 12192000"/>
              <a:gd name="connsiteY167" fmla="*/ 2115401 h 2237474"/>
              <a:gd name="connsiteX168" fmla="*/ 4572 w 12192000"/>
              <a:gd name="connsiteY168" fmla="*/ 2111091 h 2237474"/>
              <a:gd name="connsiteX169" fmla="*/ 0 w 12192000"/>
              <a:gd name="connsiteY169" fmla="*/ 2110468 h 2237474"/>
              <a:gd name="connsiteX170" fmla="*/ 0 w 12192000"/>
              <a:gd name="connsiteY17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877728 w 12192000"/>
              <a:gd name="connsiteY130" fmla="*/ 2101004 h 2237474"/>
              <a:gd name="connsiteX131" fmla="*/ 1759056 w 12192000"/>
              <a:gd name="connsiteY131" fmla="*/ 2125608 h 2237474"/>
              <a:gd name="connsiteX132" fmla="*/ 1637948 w 12192000"/>
              <a:gd name="connsiteY132" fmla="*/ 2172597 h 2237474"/>
              <a:gd name="connsiteX133" fmla="*/ 1434549 w 12192000"/>
              <a:gd name="connsiteY133" fmla="*/ 2234522 h 2237474"/>
              <a:gd name="connsiteX134" fmla="*/ 1398481 w 12192000"/>
              <a:gd name="connsiteY134" fmla="*/ 2237074 h 2237474"/>
              <a:gd name="connsiteX135" fmla="*/ 1398407 w 12192000"/>
              <a:gd name="connsiteY135" fmla="*/ 2237095 h 2237474"/>
              <a:gd name="connsiteX136" fmla="*/ 1370962 w 12192000"/>
              <a:gd name="connsiteY136" fmla="*/ 2237474 h 2237474"/>
              <a:gd name="connsiteX137" fmla="*/ 1356367 w 12192000"/>
              <a:gd name="connsiteY137" fmla="*/ 2235089 h 2237474"/>
              <a:gd name="connsiteX138" fmla="*/ 1324828 w 12192000"/>
              <a:gd name="connsiteY138" fmla="*/ 2231968 h 2237474"/>
              <a:gd name="connsiteX139" fmla="*/ 1279765 w 12192000"/>
              <a:gd name="connsiteY139" fmla="*/ 2229639 h 2237474"/>
              <a:gd name="connsiteX140" fmla="*/ 1195347 w 12192000"/>
              <a:gd name="connsiteY140" fmla="*/ 2212354 h 2237474"/>
              <a:gd name="connsiteX141" fmla="*/ 970251 w 12192000"/>
              <a:gd name="connsiteY141" fmla="*/ 2221029 h 2237474"/>
              <a:gd name="connsiteX142" fmla="*/ 812914 w 12192000"/>
              <a:gd name="connsiteY142" fmla="*/ 2202752 h 2237474"/>
              <a:gd name="connsiteX143" fmla="*/ 800195 w 12192000"/>
              <a:gd name="connsiteY143" fmla="*/ 2209407 h 2237474"/>
              <a:gd name="connsiteX144" fmla="*/ 784978 w 12192000"/>
              <a:gd name="connsiteY144" fmla="*/ 2212360 h 2237474"/>
              <a:gd name="connsiteX145" fmla="*/ 681987 w 12192000"/>
              <a:gd name="connsiteY145" fmla="*/ 2216757 h 2237474"/>
              <a:gd name="connsiteX146" fmla="*/ 669923 w 12192000"/>
              <a:gd name="connsiteY146" fmla="*/ 2211682 h 2237474"/>
              <a:gd name="connsiteX147" fmla="*/ 648680 w 12192000"/>
              <a:gd name="connsiteY147" fmla="*/ 2206229 h 2237474"/>
              <a:gd name="connsiteX148" fmla="*/ 597225 w 12192000"/>
              <a:gd name="connsiteY148" fmla="*/ 2180999 h 2237474"/>
              <a:gd name="connsiteX149" fmla="*/ 558449 w 12192000"/>
              <a:gd name="connsiteY149" fmla="*/ 2182346 h 2237474"/>
              <a:gd name="connsiteX150" fmla="*/ 550517 w 12192000"/>
              <a:gd name="connsiteY150" fmla="*/ 2182060 h 2237474"/>
              <a:gd name="connsiteX151" fmla="*/ 550309 w 12192000"/>
              <a:gd name="connsiteY151" fmla="*/ 2181825 h 2237474"/>
              <a:gd name="connsiteX152" fmla="*/ 541836 w 12192000"/>
              <a:gd name="connsiteY152" fmla="*/ 2181063 h 2237474"/>
              <a:gd name="connsiteX153" fmla="*/ 536057 w 12192000"/>
              <a:gd name="connsiteY153" fmla="*/ 2181537 h 2237474"/>
              <a:gd name="connsiteX154" fmla="*/ 520671 w 12192000"/>
              <a:gd name="connsiteY154" fmla="*/ 2180980 h 2237474"/>
              <a:gd name="connsiteX155" fmla="*/ 515024 w 12192000"/>
              <a:gd name="connsiteY155" fmla="*/ 2179258 h 2237474"/>
              <a:gd name="connsiteX156" fmla="*/ 512278 w 12192000"/>
              <a:gd name="connsiteY156" fmla="*/ 2176369 h 2237474"/>
              <a:gd name="connsiteX157" fmla="*/ 480419 w 12192000"/>
              <a:gd name="connsiteY157" fmla="*/ 2167807 h 2237474"/>
              <a:gd name="connsiteX158" fmla="*/ 413835 w 12192000"/>
              <a:gd name="connsiteY158" fmla="*/ 2156783 h 2237474"/>
              <a:gd name="connsiteX159" fmla="*/ 376513 w 12192000"/>
              <a:gd name="connsiteY159" fmla="*/ 2154014 h 2237474"/>
              <a:gd name="connsiteX160" fmla="*/ 273386 w 12192000"/>
              <a:gd name="connsiteY160" fmla="*/ 2142551 h 2237474"/>
              <a:gd name="connsiteX161" fmla="*/ 169207 w 12192000"/>
              <a:gd name="connsiteY161" fmla="*/ 2128100 h 2237474"/>
              <a:gd name="connsiteX162" fmla="*/ 93149 w 12192000"/>
              <a:gd name="connsiteY162" fmla="*/ 2105324 h 2237474"/>
              <a:gd name="connsiteX163" fmla="*/ 88109 w 12192000"/>
              <a:gd name="connsiteY163" fmla="*/ 2106704 h 2237474"/>
              <a:gd name="connsiteX164" fmla="*/ 80022 w 12192000"/>
              <a:gd name="connsiteY164" fmla="*/ 2107254 h 2237474"/>
              <a:gd name="connsiteX165" fmla="*/ 79717 w 12192000"/>
              <a:gd name="connsiteY165" fmla="*/ 2107046 h 2237474"/>
              <a:gd name="connsiteX166" fmla="*/ 72352 w 12192000"/>
              <a:gd name="connsiteY166" fmla="*/ 2107991 h 2237474"/>
              <a:gd name="connsiteX167" fmla="*/ 37645 w 12192000"/>
              <a:gd name="connsiteY167" fmla="*/ 2115401 h 2237474"/>
              <a:gd name="connsiteX168" fmla="*/ 4572 w 12192000"/>
              <a:gd name="connsiteY168" fmla="*/ 2111091 h 2237474"/>
              <a:gd name="connsiteX169" fmla="*/ 0 w 12192000"/>
              <a:gd name="connsiteY169" fmla="*/ 2110468 h 2237474"/>
              <a:gd name="connsiteX170" fmla="*/ 0 w 12192000"/>
              <a:gd name="connsiteY17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42244 w 12192000"/>
              <a:gd name="connsiteY128" fmla="*/ 2055560 h 2237474"/>
              <a:gd name="connsiteX129" fmla="*/ 1877728 w 12192000"/>
              <a:gd name="connsiteY129" fmla="*/ 2101004 h 2237474"/>
              <a:gd name="connsiteX130" fmla="*/ 1759056 w 12192000"/>
              <a:gd name="connsiteY130" fmla="*/ 2125608 h 2237474"/>
              <a:gd name="connsiteX131" fmla="*/ 1637948 w 12192000"/>
              <a:gd name="connsiteY131" fmla="*/ 2172597 h 2237474"/>
              <a:gd name="connsiteX132" fmla="*/ 1434549 w 12192000"/>
              <a:gd name="connsiteY132" fmla="*/ 2234522 h 2237474"/>
              <a:gd name="connsiteX133" fmla="*/ 1398481 w 12192000"/>
              <a:gd name="connsiteY133" fmla="*/ 2237074 h 2237474"/>
              <a:gd name="connsiteX134" fmla="*/ 1398407 w 12192000"/>
              <a:gd name="connsiteY134" fmla="*/ 2237095 h 2237474"/>
              <a:gd name="connsiteX135" fmla="*/ 1370962 w 12192000"/>
              <a:gd name="connsiteY135" fmla="*/ 2237474 h 2237474"/>
              <a:gd name="connsiteX136" fmla="*/ 1356367 w 12192000"/>
              <a:gd name="connsiteY136" fmla="*/ 2235089 h 2237474"/>
              <a:gd name="connsiteX137" fmla="*/ 1324828 w 12192000"/>
              <a:gd name="connsiteY137" fmla="*/ 2231968 h 2237474"/>
              <a:gd name="connsiteX138" fmla="*/ 1279765 w 12192000"/>
              <a:gd name="connsiteY138" fmla="*/ 2229639 h 2237474"/>
              <a:gd name="connsiteX139" fmla="*/ 1195347 w 12192000"/>
              <a:gd name="connsiteY139" fmla="*/ 2212354 h 2237474"/>
              <a:gd name="connsiteX140" fmla="*/ 970251 w 12192000"/>
              <a:gd name="connsiteY140" fmla="*/ 2221029 h 2237474"/>
              <a:gd name="connsiteX141" fmla="*/ 812914 w 12192000"/>
              <a:gd name="connsiteY141" fmla="*/ 2202752 h 2237474"/>
              <a:gd name="connsiteX142" fmla="*/ 800195 w 12192000"/>
              <a:gd name="connsiteY142" fmla="*/ 2209407 h 2237474"/>
              <a:gd name="connsiteX143" fmla="*/ 784978 w 12192000"/>
              <a:gd name="connsiteY143" fmla="*/ 2212360 h 2237474"/>
              <a:gd name="connsiteX144" fmla="*/ 681987 w 12192000"/>
              <a:gd name="connsiteY144" fmla="*/ 2216757 h 2237474"/>
              <a:gd name="connsiteX145" fmla="*/ 669923 w 12192000"/>
              <a:gd name="connsiteY145" fmla="*/ 2211682 h 2237474"/>
              <a:gd name="connsiteX146" fmla="*/ 648680 w 12192000"/>
              <a:gd name="connsiteY146" fmla="*/ 2206229 h 2237474"/>
              <a:gd name="connsiteX147" fmla="*/ 597225 w 12192000"/>
              <a:gd name="connsiteY147" fmla="*/ 2180999 h 2237474"/>
              <a:gd name="connsiteX148" fmla="*/ 558449 w 12192000"/>
              <a:gd name="connsiteY148" fmla="*/ 2182346 h 2237474"/>
              <a:gd name="connsiteX149" fmla="*/ 550517 w 12192000"/>
              <a:gd name="connsiteY149" fmla="*/ 2182060 h 2237474"/>
              <a:gd name="connsiteX150" fmla="*/ 550309 w 12192000"/>
              <a:gd name="connsiteY150" fmla="*/ 2181825 h 2237474"/>
              <a:gd name="connsiteX151" fmla="*/ 541836 w 12192000"/>
              <a:gd name="connsiteY151" fmla="*/ 2181063 h 2237474"/>
              <a:gd name="connsiteX152" fmla="*/ 536057 w 12192000"/>
              <a:gd name="connsiteY152" fmla="*/ 2181537 h 2237474"/>
              <a:gd name="connsiteX153" fmla="*/ 520671 w 12192000"/>
              <a:gd name="connsiteY153" fmla="*/ 2180980 h 2237474"/>
              <a:gd name="connsiteX154" fmla="*/ 515024 w 12192000"/>
              <a:gd name="connsiteY154" fmla="*/ 2179258 h 2237474"/>
              <a:gd name="connsiteX155" fmla="*/ 512278 w 12192000"/>
              <a:gd name="connsiteY155" fmla="*/ 2176369 h 2237474"/>
              <a:gd name="connsiteX156" fmla="*/ 480419 w 12192000"/>
              <a:gd name="connsiteY156" fmla="*/ 2167807 h 2237474"/>
              <a:gd name="connsiteX157" fmla="*/ 413835 w 12192000"/>
              <a:gd name="connsiteY157" fmla="*/ 2156783 h 2237474"/>
              <a:gd name="connsiteX158" fmla="*/ 376513 w 12192000"/>
              <a:gd name="connsiteY158" fmla="*/ 2154014 h 2237474"/>
              <a:gd name="connsiteX159" fmla="*/ 273386 w 12192000"/>
              <a:gd name="connsiteY159" fmla="*/ 2142551 h 2237474"/>
              <a:gd name="connsiteX160" fmla="*/ 169207 w 12192000"/>
              <a:gd name="connsiteY160" fmla="*/ 2128100 h 2237474"/>
              <a:gd name="connsiteX161" fmla="*/ 93149 w 12192000"/>
              <a:gd name="connsiteY161" fmla="*/ 2105324 h 2237474"/>
              <a:gd name="connsiteX162" fmla="*/ 88109 w 12192000"/>
              <a:gd name="connsiteY162" fmla="*/ 2106704 h 2237474"/>
              <a:gd name="connsiteX163" fmla="*/ 80022 w 12192000"/>
              <a:gd name="connsiteY163" fmla="*/ 2107254 h 2237474"/>
              <a:gd name="connsiteX164" fmla="*/ 79717 w 12192000"/>
              <a:gd name="connsiteY164" fmla="*/ 2107046 h 2237474"/>
              <a:gd name="connsiteX165" fmla="*/ 72352 w 12192000"/>
              <a:gd name="connsiteY165" fmla="*/ 2107991 h 2237474"/>
              <a:gd name="connsiteX166" fmla="*/ 37645 w 12192000"/>
              <a:gd name="connsiteY166" fmla="*/ 2115401 h 2237474"/>
              <a:gd name="connsiteX167" fmla="*/ 4572 w 12192000"/>
              <a:gd name="connsiteY167" fmla="*/ 2111091 h 2237474"/>
              <a:gd name="connsiteX168" fmla="*/ 0 w 12192000"/>
              <a:gd name="connsiteY168" fmla="*/ 2110468 h 2237474"/>
              <a:gd name="connsiteX169" fmla="*/ 0 w 12192000"/>
              <a:gd name="connsiteY16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17102 w 12192000"/>
              <a:gd name="connsiteY123" fmla="*/ 2023004 h 2237474"/>
              <a:gd name="connsiteX124" fmla="*/ 2111935 w 12192000"/>
              <a:gd name="connsiteY124" fmla="*/ 2023163 h 2237474"/>
              <a:gd name="connsiteX125" fmla="*/ 2089991 w 12192000"/>
              <a:gd name="connsiteY125" fmla="*/ 2034193 h 2237474"/>
              <a:gd name="connsiteX126" fmla="*/ 2058061 w 12192000"/>
              <a:gd name="connsiteY126" fmla="*/ 2047942 h 2237474"/>
              <a:gd name="connsiteX127" fmla="*/ 2042244 w 12192000"/>
              <a:gd name="connsiteY127" fmla="*/ 2055560 h 2237474"/>
              <a:gd name="connsiteX128" fmla="*/ 1877728 w 12192000"/>
              <a:gd name="connsiteY128" fmla="*/ 2101004 h 2237474"/>
              <a:gd name="connsiteX129" fmla="*/ 1759056 w 12192000"/>
              <a:gd name="connsiteY129" fmla="*/ 2125608 h 2237474"/>
              <a:gd name="connsiteX130" fmla="*/ 1637948 w 12192000"/>
              <a:gd name="connsiteY130" fmla="*/ 2172597 h 2237474"/>
              <a:gd name="connsiteX131" fmla="*/ 1434549 w 12192000"/>
              <a:gd name="connsiteY131" fmla="*/ 2234522 h 2237474"/>
              <a:gd name="connsiteX132" fmla="*/ 1398481 w 12192000"/>
              <a:gd name="connsiteY132" fmla="*/ 2237074 h 2237474"/>
              <a:gd name="connsiteX133" fmla="*/ 1398407 w 12192000"/>
              <a:gd name="connsiteY133" fmla="*/ 2237095 h 2237474"/>
              <a:gd name="connsiteX134" fmla="*/ 1370962 w 12192000"/>
              <a:gd name="connsiteY134" fmla="*/ 2237474 h 2237474"/>
              <a:gd name="connsiteX135" fmla="*/ 1356367 w 12192000"/>
              <a:gd name="connsiteY135" fmla="*/ 2235089 h 2237474"/>
              <a:gd name="connsiteX136" fmla="*/ 1324828 w 12192000"/>
              <a:gd name="connsiteY136" fmla="*/ 2231968 h 2237474"/>
              <a:gd name="connsiteX137" fmla="*/ 1279765 w 12192000"/>
              <a:gd name="connsiteY137" fmla="*/ 2229639 h 2237474"/>
              <a:gd name="connsiteX138" fmla="*/ 1195347 w 12192000"/>
              <a:gd name="connsiteY138" fmla="*/ 2212354 h 2237474"/>
              <a:gd name="connsiteX139" fmla="*/ 970251 w 12192000"/>
              <a:gd name="connsiteY139" fmla="*/ 2221029 h 2237474"/>
              <a:gd name="connsiteX140" fmla="*/ 812914 w 12192000"/>
              <a:gd name="connsiteY140" fmla="*/ 2202752 h 2237474"/>
              <a:gd name="connsiteX141" fmla="*/ 800195 w 12192000"/>
              <a:gd name="connsiteY141" fmla="*/ 2209407 h 2237474"/>
              <a:gd name="connsiteX142" fmla="*/ 784978 w 12192000"/>
              <a:gd name="connsiteY142" fmla="*/ 2212360 h 2237474"/>
              <a:gd name="connsiteX143" fmla="*/ 681987 w 12192000"/>
              <a:gd name="connsiteY143" fmla="*/ 2216757 h 2237474"/>
              <a:gd name="connsiteX144" fmla="*/ 669923 w 12192000"/>
              <a:gd name="connsiteY144" fmla="*/ 2211682 h 2237474"/>
              <a:gd name="connsiteX145" fmla="*/ 648680 w 12192000"/>
              <a:gd name="connsiteY145" fmla="*/ 2206229 h 2237474"/>
              <a:gd name="connsiteX146" fmla="*/ 597225 w 12192000"/>
              <a:gd name="connsiteY146" fmla="*/ 2180999 h 2237474"/>
              <a:gd name="connsiteX147" fmla="*/ 558449 w 12192000"/>
              <a:gd name="connsiteY147" fmla="*/ 2182346 h 2237474"/>
              <a:gd name="connsiteX148" fmla="*/ 550517 w 12192000"/>
              <a:gd name="connsiteY148" fmla="*/ 2182060 h 2237474"/>
              <a:gd name="connsiteX149" fmla="*/ 550309 w 12192000"/>
              <a:gd name="connsiteY149" fmla="*/ 2181825 h 2237474"/>
              <a:gd name="connsiteX150" fmla="*/ 541836 w 12192000"/>
              <a:gd name="connsiteY150" fmla="*/ 2181063 h 2237474"/>
              <a:gd name="connsiteX151" fmla="*/ 536057 w 12192000"/>
              <a:gd name="connsiteY151" fmla="*/ 2181537 h 2237474"/>
              <a:gd name="connsiteX152" fmla="*/ 520671 w 12192000"/>
              <a:gd name="connsiteY152" fmla="*/ 2180980 h 2237474"/>
              <a:gd name="connsiteX153" fmla="*/ 515024 w 12192000"/>
              <a:gd name="connsiteY153" fmla="*/ 2179258 h 2237474"/>
              <a:gd name="connsiteX154" fmla="*/ 512278 w 12192000"/>
              <a:gd name="connsiteY154" fmla="*/ 2176369 h 2237474"/>
              <a:gd name="connsiteX155" fmla="*/ 480419 w 12192000"/>
              <a:gd name="connsiteY155" fmla="*/ 2167807 h 2237474"/>
              <a:gd name="connsiteX156" fmla="*/ 413835 w 12192000"/>
              <a:gd name="connsiteY156" fmla="*/ 2156783 h 2237474"/>
              <a:gd name="connsiteX157" fmla="*/ 376513 w 12192000"/>
              <a:gd name="connsiteY157" fmla="*/ 2154014 h 2237474"/>
              <a:gd name="connsiteX158" fmla="*/ 273386 w 12192000"/>
              <a:gd name="connsiteY158" fmla="*/ 2142551 h 2237474"/>
              <a:gd name="connsiteX159" fmla="*/ 169207 w 12192000"/>
              <a:gd name="connsiteY159" fmla="*/ 2128100 h 2237474"/>
              <a:gd name="connsiteX160" fmla="*/ 93149 w 12192000"/>
              <a:gd name="connsiteY160" fmla="*/ 2105324 h 2237474"/>
              <a:gd name="connsiteX161" fmla="*/ 88109 w 12192000"/>
              <a:gd name="connsiteY161" fmla="*/ 2106704 h 2237474"/>
              <a:gd name="connsiteX162" fmla="*/ 80022 w 12192000"/>
              <a:gd name="connsiteY162" fmla="*/ 2107254 h 2237474"/>
              <a:gd name="connsiteX163" fmla="*/ 79717 w 12192000"/>
              <a:gd name="connsiteY163" fmla="*/ 2107046 h 2237474"/>
              <a:gd name="connsiteX164" fmla="*/ 72352 w 12192000"/>
              <a:gd name="connsiteY164" fmla="*/ 2107991 h 2237474"/>
              <a:gd name="connsiteX165" fmla="*/ 37645 w 12192000"/>
              <a:gd name="connsiteY165" fmla="*/ 2115401 h 2237474"/>
              <a:gd name="connsiteX166" fmla="*/ 4572 w 12192000"/>
              <a:gd name="connsiteY166" fmla="*/ 2111091 h 2237474"/>
              <a:gd name="connsiteX167" fmla="*/ 0 w 12192000"/>
              <a:gd name="connsiteY167" fmla="*/ 2110468 h 2237474"/>
              <a:gd name="connsiteX168" fmla="*/ 0 w 12192000"/>
              <a:gd name="connsiteY16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17102 w 12192000"/>
              <a:gd name="connsiteY123" fmla="*/ 2023004 h 2237474"/>
              <a:gd name="connsiteX124" fmla="*/ 2089991 w 12192000"/>
              <a:gd name="connsiteY124" fmla="*/ 2034193 h 2237474"/>
              <a:gd name="connsiteX125" fmla="*/ 2058061 w 12192000"/>
              <a:gd name="connsiteY125" fmla="*/ 2047942 h 2237474"/>
              <a:gd name="connsiteX126" fmla="*/ 2042244 w 12192000"/>
              <a:gd name="connsiteY126" fmla="*/ 2055560 h 2237474"/>
              <a:gd name="connsiteX127" fmla="*/ 1877728 w 12192000"/>
              <a:gd name="connsiteY127" fmla="*/ 2101004 h 2237474"/>
              <a:gd name="connsiteX128" fmla="*/ 1759056 w 12192000"/>
              <a:gd name="connsiteY128" fmla="*/ 2125608 h 2237474"/>
              <a:gd name="connsiteX129" fmla="*/ 1637948 w 12192000"/>
              <a:gd name="connsiteY129" fmla="*/ 2172597 h 2237474"/>
              <a:gd name="connsiteX130" fmla="*/ 1434549 w 12192000"/>
              <a:gd name="connsiteY130" fmla="*/ 2234522 h 2237474"/>
              <a:gd name="connsiteX131" fmla="*/ 1398481 w 12192000"/>
              <a:gd name="connsiteY131" fmla="*/ 2237074 h 2237474"/>
              <a:gd name="connsiteX132" fmla="*/ 1398407 w 12192000"/>
              <a:gd name="connsiteY132" fmla="*/ 2237095 h 2237474"/>
              <a:gd name="connsiteX133" fmla="*/ 1370962 w 12192000"/>
              <a:gd name="connsiteY133" fmla="*/ 2237474 h 2237474"/>
              <a:gd name="connsiteX134" fmla="*/ 1356367 w 12192000"/>
              <a:gd name="connsiteY134" fmla="*/ 2235089 h 2237474"/>
              <a:gd name="connsiteX135" fmla="*/ 1324828 w 12192000"/>
              <a:gd name="connsiteY135" fmla="*/ 2231968 h 2237474"/>
              <a:gd name="connsiteX136" fmla="*/ 1279765 w 12192000"/>
              <a:gd name="connsiteY136" fmla="*/ 2229639 h 2237474"/>
              <a:gd name="connsiteX137" fmla="*/ 1195347 w 12192000"/>
              <a:gd name="connsiteY137" fmla="*/ 2212354 h 2237474"/>
              <a:gd name="connsiteX138" fmla="*/ 970251 w 12192000"/>
              <a:gd name="connsiteY138" fmla="*/ 2221029 h 2237474"/>
              <a:gd name="connsiteX139" fmla="*/ 812914 w 12192000"/>
              <a:gd name="connsiteY139" fmla="*/ 2202752 h 2237474"/>
              <a:gd name="connsiteX140" fmla="*/ 800195 w 12192000"/>
              <a:gd name="connsiteY140" fmla="*/ 2209407 h 2237474"/>
              <a:gd name="connsiteX141" fmla="*/ 784978 w 12192000"/>
              <a:gd name="connsiteY141" fmla="*/ 2212360 h 2237474"/>
              <a:gd name="connsiteX142" fmla="*/ 681987 w 12192000"/>
              <a:gd name="connsiteY142" fmla="*/ 2216757 h 2237474"/>
              <a:gd name="connsiteX143" fmla="*/ 669923 w 12192000"/>
              <a:gd name="connsiteY143" fmla="*/ 2211682 h 2237474"/>
              <a:gd name="connsiteX144" fmla="*/ 648680 w 12192000"/>
              <a:gd name="connsiteY144" fmla="*/ 2206229 h 2237474"/>
              <a:gd name="connsiteX145" fmla="*/ 597225 w 12192000"/>
              <a:gd name="connsiteY145" fmla="*/ 2180999 h 2237474"/>
              <a:gd name="connsiteX146" fmla="*/ 558449 w 12192000"/>
              <a:gd name="connsiteY146" fmla="*/ 2182346 h 2237474"/>
              <a:gd name="connsiteX147" fmla="*/ 550517 w 12192000"/>
              <a:gd name="connsiteY147" fmla="*/ 2182060 h 2237474"/>
              <a:gd name="connsiteX148" fmla="*/ 550309 w 12192000"/>
              <a:gd name="connsiteY148" fmla="*/ 2181825 h 2237474"/>
              <a:gd name="connsiteX149" fmla="*/ 541836 w 12192000"/>
              <a:gd name="connsiteY149" fmla="*/ 2181063 h 2237474"/>
              <a:gd name="connsiteX150" fmla="*/ 536057 w 12192000"/>
              <a:gd name="connsiteY150" fmla="*/ 2181537 h 2237474"/>
              <a:gd name="connsiteX151" fmla="*/ 520671 w 12192000"/>
              <a:gd name="connsiteY151" fmla="*/ 2180980 h 2237474"/>
              <a:gd name="connsiteX152" fmla="*/ 515024 w 12192000"/>
              <a:gd name="connsiteY152" fmla="*/ 2179258 h 2237474"/>
              <a:gd name="connsiteX153" fmla="*/ 512278 w 12192000"/>
              <a:gd name="connsiteY153" fmla="*/ 2176369 h 2237474"/>
              <a:gd name="connsiteX154" fmla="*/ 480419 w 12192000"/>
              <a:gd name="connsiteY154" fmla="*/ 2167807 h 2237474"/>
              <a:gd name="connsiteX155" fmla="*/ 413835 w 12192000"/>
              <a:gd name="connsiteY155" fmla="*/ 2156783 h 2237474"/>
              <a:gd name="connsiteX156" fmla="*/ 376513 w 12192000"/>
              <a:gd name="connsiteY156" fmla="*/ 2154014 h 2237474"/>
              <a:gd name="connsiteX157" fmla="*/ 273386 w 12192000"/>
              <a:gd name="connsiteY157" fmla="*/ 2142551 h 2237474"/>
              <a:gd name="connsiteX158" fmla="*/ 169207 w 12192000"/>
              <a:gd name="connsiteY158" fmla="*/ 2128100 h 2237474"/>
              <a:gd name="connsiteX159" fmla="*/ 93149 w 12192000"/>
              <a:gd name="connsiteY159" fmla="*/ 2105324 h 2237474"/>
              <a:gd name="connsiteX160" fmla="*/ 88109 w 12192000"/>
              <a:gd name="connsiteY160" fmla="*/ 2106704 h 2237474"/>
              <a:gd name="connsiteX161" fmla="*/ 80022 w 12192000"/>
              <a:gd name="connsiteY161" fmla="*/ 2107254 h 2237474"/>
              <a:gd name="connsiteX162" fmla="*/ 79717 w 12192000"/>
              <a:gd name="connsiteY162" fmla="*/ 2107046 h 2237474"/>
              <a:gd name="connsiteX163" fmla="*/ 72352 w 12192000"/>
              <a:gd name="connsiteY163" fmla="*/ 2107991 h 2237474"/>
              <a:gd name="connsiteX164" fmla="*/ 37645 w 12192000"/>
              <a:gd name="connsiteY164" fmla="*/ 2115401 h 2237474"/>
              <a:gd name="connsiteX165" fmla="*/ 4572 w 12192000"/>
              <a:gd name="connsiteY165" fmla="*/ 2111091 h 2237474"/>
              <a:gd name="connsiteX166" fmla="*/ 0 w 12192000"/>
              <a:gd name="connsiteY166" fmla="*/ 2110468 h 2237474"/>
              <a:gd name="connsiteX167" fmla="*/ 0 w 12192000"/>
              <a:gd name="connsiteY16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089991 w 12192000"/>
              <a:gd name="connsiteY123" fmla="*/ 2034193 h 2237474"/>
              <a:gd name="connsiteX124" fmla="*/ 2058061 w 12192000"/>
              <a:gd name="connsiteY124" fmla="*/ 2047942 h 2237474"/>
              <a:gd name="connsiteX125" fmla="*/ 2042244 w 12192000"/>
              <a:gd name="connsiteY125" fmla="*/ 2055560 h 2237474"/>
              <a:gd name="connsiteX126" fmla="*/ 1877728 w 12192000"/>
              <a:gd name="connsiteY126" fmla="*/ 2101004 h 2237474"/>
              <a:gd name="connsiteX127" fmla="*/ 1759056 w 12192000"/>
              <a:gd name="connsiteY127" fmla="*/ 2125608 h 2237474"/>
              <a:gd name="connsiteX128" fmla="*/ 1637948 w 12192000"/>
              <a:gd name="connsiteY128" fmla="*/ 2172597 h 2237474"/>
              <a:gd name="connsiteX129" fmla="*/ 1434549 w 12192000"/>
              <a:gd name="connsiteY129" fmla="*/ 2234522 h 2237474"/>
              <a:gd name="connsiteX130" fmla="*/ 1398481 w 12192000"/>
              <a:gd name="connsiteY130" fmla="*/ 2237074 h 2237474"/>
              <a:gd name="connsiteX131" fmla="*/ 1398407 w 12192000"/>
              <a:gd name="connsiteY131" fmla="*/ 2237095 h 2237474"/>
              <a:gd name="connsiteX132" fmla="*/ 1370962 w 12192000"/>
              <a:gd name="connsiteY132" fmla="*/ 2237474 h 2237474"/>
              <a:gd name="connsiteX133" fmla="*/ 1356367 w 12192000"/>
              <a:gd name="connsiteY133" fmla="*/ 2235089 h 2237474"/>
              <a:gd name="connsiteX134" fmla="*/ 1324828 w 12192000"/>
              <a:gd name="connsiteY134" fmla="*/ 2231968 h 2237474"/>
              <a:gd name="connsiteX135" fmla="*/ 1279765 w 12192000"/>
              <a:gd name="connsiteY135" fmla="*/ 2229639 h 2237474"/>
              <a:gd name="connsiteX136" fmla="*/ 1195347 w 12192000"/>
              <a:gd name="connsiteY136" fmla="*/ 2212354 h 2237474"/>
              <a:gd name="connsiteX137" fmla="*/ 970251 w 12192000"/>
              <a:gd name="connsiteY137" fmla="*/ 2221029 h 2237474"/>
              <a:gd name="connsiteX138" fmla="*/ 812914 w 12192000"/>
              <a:gd name="connsiteY138" fmla="*/ 2202752 h 2237474"/>
              <a:gd name="connsiteX139" fmla="*/ 800195 w 12192000"/>
              <a:gd name="connsiteY139" fmla="*/ 2209407 h 2237474"/>
              <a:gd name="connsiteX140" fmla="*/ 784978 w 12192000"/>
              <a:gd name="connsiteY140" fmla="*/ 2212360 h 2237474"/>
              <a:gd name="connsiteX141" fmla="*/ 681987 w 12192000"/>
              <a:gd name="connsiteY141" fmla="*/ 2216757 h 2237474"/>
              <a:gd name="connsiteX142" fmla="*/ 669923 w 12192000"/>
              <a:gd name="connsiteY142" fmla="*/ 2211682 h 2237474"/>
              <a:gd name="connsiteX143" fmla="*/ 648680 w 12192000"/>
              <a:gd name="connsiteY143" fmla="*/ 2206229 h 2237474"/>
              <a:gd name="connsiteX144" fmla="*/ 597225 w 12192000"/>
              <a:gd name="connsiteY144" fmla="*/ 2180999 h 2237474"/>
              <a:gd name="connsiteX145" fmla="*/ 558449 w 12192000"/>
              <a:gd name="connsiteY145" fmla="*/ 2182346 h 2237474"/>
              <a:gd name="connsiteX146" fmla="*/ 550517 w 12192000"/>
              <a:gd name="connsiteY146" fmla="*/ 2182060 h 2237474"/>
              <a:gd name="connsiteX147" fmla="*/ 550309 w 12192000"/>
              <a:gd name="connsiteY147" fmla="*/ 2181825 h 2237474"/>
              <a:gd name="connsiteX148" fmla="*/ 541836 w 12192000"/>
              <a:gd name="connsiteY148" fmla="*/ 2181063 h 2237474"/>
              <a:gd name="connsiteX149" fmla="*/ 536057 w 12192000"/>
              <a:gd name="connsiteY149" fmla="*/ 2181537 h 2237474"/>
              <a:gd name="connsiteX150" fmla="*/ 520671 w 12192000"/>
              <a:gd name="connsiteY150" fmla="*/ 2180980 h 2237474"/>
              <a:gd name="connsiteX151" fmla="*/ 515024 w 12192000"/>
              <a:gd name="connsiteY151" fmla="*/ 2179258 h 2237474"/>
              <a:gd name="connsiteX152" fmla="*/ 512278 w 12192000"/>
              <a:gd name="connsiteY152" fmla="*/ 2176369 h 2237474"/>
              <a:gd name="connsiteX153" fmla="*/ 480419 w 12192000"/>
              <a:gd name="connsiteY153" fmla="*/ 2167807 h 2237474"/>
              <a:gd name="connsiteX154" fmla="*/ 413835 w 12192000"/>
              <a:gd name="connsiteY154" fmla="*/ 2156783 h 2237474"/>
              <a:gd name="connsiteX155" fmla="*/ 376513 w 12192000"/>
              <a:gd name="connsiteY155" fmla="*/ 2154014 h 2237474"/>
              <a:gd name="connsiteX156" fmla="*/ 273386 w 12192000"/>
              <a:gd name="connsiteY156" fmla="*/ 2142551 h 2237474"/>
              <a:gd name="connsiteX157" fmla="*/ 169207 w 12192000"/>
              <a:gd name="connsiteY157" fmla="*/ 2128100 h 2237474"/>
              <a:gd name="connsiteX158" fmla="*/ 93149 w 12192000"/>
              <a:gd name="connsiteY158" fmla="*/ 2105324 h 2237474"/>
              <a:gd name="connsiteX159" fmla="*/ 88109 w 12192000"/>
              <a:gd name="connsiteY159" fmla="*/ 2106704 h 2237474"/>
              <a:gd name="connsiteX160" fmla="*/ 80022 w 12192000"/>
              <a:gd name="connsiteY160" fmla="*/ 2107254 h 2237474"/>
              <a:gd name="connsiteX161" fmla="*/ 79717 w 12192000"/>
              <a:gd name="connsiteY161" fmla="*/ 2107046 h 2237474"/>
              <a:gd name="connsiteX162" fmla="*/ 72352 w 12192000"/>
              <a:gd name="connsiteY162" fmla="*/ 2107991 h 2237474"/>
              <a:gd name="connsiteX163" fmla="*/ 37645 w 12192000"/>
              <a:gd name="connsiteY163" fmla="*/ 2115401 h 2237474"/>
              <a:gd name="connsiteX164" fmla="*/ 4572 w 12192000"/>
              <a:gd name="connsiteY164" fmla="*/ 2111091 h 2237474"/>
              <a:gd name="connsiteX165" fmla="*/ 0 w 12192000"/>
              <a:gd name="connsiteY165" fmla="*/ 2110468 h 2237474"/>
              <a:gd name="connsiteX166" fmla="*/ 0 w 12192000"/>
              <a:gd name="connsiteY16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085228 w 12192000"/>
              <a:gd name="connsiteY123" fmla="*/ 2046431 h 2237474"/>
              <a:gd name="connsiteX124" fmla="*/ 2058061 w 12192000"/>
              <a:gd name="connsiteY124" fmla="*/ 2047942 h 2237474"/>
              <a:gd name="connsiteX125" fmla="*/ 2042244 w 12192000"/>
              <a:gd name="connsiteY125" fmla="*/ 2055560 h 2237474"/>
              <a:gd name="connsiteX126" fmla="*/ 1877728 w 12192000"/>
              <a:gd name="connsiteY126" fmla="*/ 2101004 h 2237474"/>
              <a:gd name="connsiteX127" fmla="*/ 1759056 w 12192000"/>
              <a:gd name="connsiteY127" fmla="*/ 2125608 h 2237474"/>
              <a:gd name="connsiteX128" fmla="*/ 1637948 w 12192000"/>
              <a:gd name="connsiteY128" fmla="*/ 2172597 h 2237474"/>
              <a:gd name="connsiteX129" fmla="*/ 1434549 w 12192000"/>
              <a:gd name="connsiteY129" fmla="*/ 2234522 h 2237474"/>
              <a:gd name="connsiteX130" fmla="*/ 1398481 w 12192000"/>
              <a:gd name="connsiteY130" fmla="*/ 2237074 h 2237474"/>
              <a:gd name="connsiteX131" fmla="*/ 1398407 w 12192000"/>
              <a:gd name="connsiteY131" fmla="*/ 2237095 h 2237474"/>
              <a:gd name="connsiteX132" fmla="*/ 1370962 w 12192000"/>
              <a:gd name="connsiteY132" fmla="*/ 2237474 h 2237474"/>
              <a:gd name="connsiteX133" fmla="*/ 1356367 w 12192000"/>
              <a:gd name="connsiteY133" fmla="*/ 2235089 h 2237474"/>
              <a:gd name="connsiteX134" fmla="*/ 1324828 w 12192000"/>
              <a:gd name="connsiteY134" fmla="*/ 2231968 h 2237474"/>
              <a:gd name="connsiteX135" fmla="*/ 1279765 w 12192000"/>
              <a:gd name="connsiteY135" fmla="*/ 2229639 h 2237474"/>
              <a:gd name="connsiteX136" fmla="*/ 1195347 w 12192000"/>
              <a:gd name="connsiteY136" fmla="*/ 2212354 h 2237474"/>
              <a:gd name="connsiteX137" fmla="*/ 970251 w 12192000"/>
              <a:gd name="connsiteY137" fmla="*/ 2221029 h 2237474"/>
              <a:gd name="connsiteX138" fmla="*/ 812914 w 12192000"/>
              <a:gd name="connsiteY138" fmla="*/ 2202752 h 2237474"/>
              <a:gd name="connsiteX139" fmla="*/ 800195 w 12192000"/>
              <a:gd name="connsiteY139" fmla="*/ 2209407 h 2237474"/>
              <a:gd name="connsiteX140" fmla="*/ 784978 w 12192000"/>
              <a:gd name="connsiteY140" fmla="*/ 2212360 h 2237474"/>
              <a:gd name="connsiteX141" fmla="*/ 681987 w 12192000"/>
              <a:gd name="connsiteY141" fmla="*/ 2216757 h 2237474"/>
              <a:gd name="connsiteX142" fmla="*/ 669923 w 12192000"/>
              <a:gd name="connsiteY142" fmla="*/ 2211682 h 2237474"/>
              <a:gd name="connsiteX143" fmla="*/ 648680 w 12192000"/>
              <a:gd name="connsiteY143" fmla="*/ 2206229 h 2237474"/>
              <a:gd name="connsiteX144" fmla="*/ 597225 w 12192000"/>
              <a:gd name="connsiteY144" fmla="*/ 2180999 h 2237474"/>
              <a:gd name="connsiteX145" fmla="*/ 558449 w 12192000"/>
              <a:gd name="connsiteY145" fmla="*/ 2182346 h 2237474"/>
              <a:gd name="connsiteX146" fmla="*/ 550517 w 12192000"/>
              <a:gd name="connsiteY146" fmla="*/ 2182060 h 2237474"/>
              <a:gd name="connsiteX147" fmla="*/ 550309 w 12192000"/>
              <a:gd name="connsiteY147" fmla="*/ 2181825 h 2237474"/>
              <a:gd name="connsiteX148" fmla="*/ 541836 w 12192000"/>
              <a:gd name="connsiteY148" fmla="*/ 2181063 h 2237474"/>
              <a:gd name="connsiteX149" fmla="*/ 536057 w 12192000"/>
              <a:gd name="connsiteY149" fmla="*/ 2181537 h 2237474"/>
              <a:gd name="connsiteX150" fmla="*/ 520671 w 12192000"/>
              <a:gd name="connsiteY150" fmla="*/ 2180980 h 2237474"/>
              <a:gd name="connsiteX151" fmla="*/ 515024 w 12192000"/>
              <a:gd name="connsiteY151" fmla="*/ 2179258 h 2237474"/>
              <a:gd name="connsiteX152" fmla="*/ 512278 w 12192000"/>
              <a:gd name="connsiteY152" fmla="*/ 2176369 h 2237474"/>
              <a:gd name="connsiteX153" fmla="*/ 480419 w 12192000"/>
              <a:gd name="connsiteY153" fmla="*/ 2167807 h 2237474"/>
              <a:gd name="connsiteX154" fmla="*/ 413835 w 12192000"/>
              <a:gd name="connsiteY154" fmla="*/ 2156783 h 2237474"/>
              <a:gd name="connsiteX155" fmla="*/ 376513 w 12192000"/>
              <a:gd name="connsiteY155" fmla="*/ 2154014 h 2237474"/>
              <a:gd name="connsiteX156" fmla="*/ 273386 w 12192000"/>
              <a:gd name="connsiteY156" fmla="*/ 2142551 h 2237474"/>
              <a:gd name="connsiteX157" fmla="*/ 169207 w 12192000"/>
              <a:gd name="connsiteY157" fmla="*/ 2128100 h 2237474"/>
              <a:gd name="connsiteX158" fmla="*/ 93149 w 12192000"/>
              <a:gd name="connsiteY158" fmla="*/ 2105324 h 2237474"/>
              <a:gd name="connsiteX159" fmla="*/ 88109 w 12192000"/>
              <a:gd name="connsiteY159" fmla="*/ 2106704 h 2237474"/>
              <a:gd name="connsiteX160" fmla="*/ 80022 w 12192000"/>
              <a:gd name="connsiteY160" fmla="*/ 2107254 h 2237474"/>
              <a:gd name="connsiteX161" fmla="*/ 79717 w 12192000"/>
              <a:gd name="connsiteY161" fmla="*/ 2107046 h 2237474"/>
              <a:gd name="connsiteX162" fmla="*/ 72352 w 12192000"/>
              <a:gd name="connsiteY162" fmla="*/ 2107991 h 2237474"/>
              <a:gd name="connsiteX163" fmla="*/ 37645 w 12192000"/>
              <a:gd name="connsiteY163" fmla="*/ 2115401 h 2237474"/>
              <a:gd name="connsiteX164" fmla="*/ 4572 w 12192000"/>
              <a:gd name="connsiteY164" fmla="*/ 2111091 h 2237474"/>
              <a:gd name="connsiteX165" fmla="*/ 0 w 12192000"/>
              <a:gd name="connsiteY165" fmla="*/ 2110468 h 2237474"/>
              <a:gd name="connsiteX166" fmla="*/ 0 w 12192000"/>
              <a:gd name="connsiteY16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81987 w 12192000"/>
              <a:gd name="connsiteY140" fmla="*/ 2216757 h 2237474"/>
              <a:gd name="connsiteX141" fmla="*/ 669923 w 12192000"/>
              <a:gd name="connsiteY141" fmla="*/ 2211682 h 2237474"/>
              <a:gd name="connsiteX142" fmla="*/ 648680 w 12192000"/>
              <a:gd name="connsiteY142" fmla="*/ 2206229 h 2237474"/>
              <a:gd name="connsiteX143" fmla="*/ 597225 w 12192000"/>
              <a:gd name="connsiteY143" fmla="*/ 2180999 h 2237474"/>
              <a:gd name="connsiteX144" fmla="*/ 558449 w 12192000"/>
              <a:gd name="connsiteY144" fmla="*/ 2182346 h 2237474"/>
              <a:gd name="connsiteX145" fmla="*/ 550517 w 12192000"/>
              <a:gd name="connsiteY145" fmla="*/ 2182060 h 2237474"/>
              <a:gd name="connsiteX146" fmla="*/ 550309 w 12192000"/>
              <a:gd name="connsiteY146" fmla="*/ 2181825 h 2237474"/>
              <a:gd name="connsiteX147" fmla="*/ 541836 w 12192000"/>
              <a:gd name="connsiteY147" fmla="*/ 2181063 h 2237474"/>
              <a:gd name="connsiteX148" fmla="*/ 536057 w 12192000"/>
              <a:gd name="connsiteY148" fmla="*/ 2181537 h 2237474"/>
              <a:gd name="connsiteX149" fmla="*/ 520671 w 12192000"/>
              <a:gd name="connsiteY149" fmla="*/ 2180980 h 2237474"/>
              <a:gd name="connsiteX150" fmla="*/ 515024 w 12192000"/>
              <a:gd name="connsiteY150" fmla="*/ 2179258 h 2237474"/>
              <a:gd name="connsiteX151" fmla="*/ 512278 w 12192000"/>
              <a:gd name="connsiteY151" fmla="*/ 2176369 h 2237474"/>
              <a:gd name="connsiteX152" fmla="*/ 480419 w 12192000"/>
              <a:gd name="connsiteY152" fmla="*/ 2167807 h 2237474"/>
              <a:gd name="connsiteX153" fmla="*/ 413835 w 12192000"/>
              <a:gd name="connsiteY153" fmla="*/ 2156783 h 2237474"/>
              <a:gd name="connsiteX154" fmla="*/ 376513 w 12192000"/>
              <a:gd name="connsiteY154" fmla="*/ 2154014 h 2237474"/>
              <a:gd name="connsiteX155" fmla="*/ 273386 w 12192000"/>
              <a:gd name="connsiteY155" fmla="*/ 2142551 h 2237474"/>
              <a:gd name="connsiteX156" fmla="*/ 169207 w 12192000"/>
              <a:gd name="connsiteY156" fmla="*/ 2128100 h 2237474"/>
              <a:gd name="connsiteX157" fmla="*/ 93149 w 12192000"/>
              <a:gd name="connsiteY157" fmla="*/ 2105324 h 2237474"/>
              <a:gd name="connsiteX158" fmla="*/ 88109 w 12192000"/>
              <a:gd name="connsiteY158" fmla="*/ 2106704 h 2237474"/>
              <a:gd name="connsiteX159" fmla="*/ 80022 w 12192000"/>
              <a:gd name="connsiteY159" fmla="*/ 2107254 h 2237474"/>
              <a:gd name="connsiteX160" fmla="*/ 79717 w 12192000"/>
              <a:gd name="connsiteY160" fmla="*/ 2107046 h 2237474"/>
              <a:gd name="connsiteX161" fmla="*/ 72352 w 12192000"/>
              <a:gd name="connsiteY161" fmla="*/ 2107991 h 2237474"/>
              <a:gd name="connsiteX162" fmla="*/ 37645 w 12192000"/>
              <a:gd name="connsiteY162" fmla="*/ 2115401 h 2237474"/>
              <a:gd name="connsiteX163" fmla="*/ 4572 w 12192000"/>
              <a:gd name="connsiteY163" fmla="*/ 2111091 h 2237474"/>
              <a:gd name="connsiteX164" fmla="*/ 0 w 12192000"/>
              <a:gd name="connsiteY164" fmla="*/ 2110468 h 2237474"/>
              <a:gd name="connsiteX165" fmla="*/ 0 w 12192000"/>
              <a:gd name="connsiteY16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81987 w 12192000"/>
              <a:gd name="connsiteY140" fmla="*/ 2216757 h 2237474"/>
              <a:gd name="connsiteX141" fmla="*/ 669923 w 12192000"/>
              <a:gd name="connsiteY141" fmla="*/ 2211682 h 2237474"/>
              <a:gd name="connsiteX142" fmla="*/ 648680 w 12192000"/>
              <a:gd name="connsiteY142" fmla="*/ 2206229 h 2237474"/>
              <a:gd name="connsiteX143" fmla="*/ 597225 w 12192000"/>
              <a:gd name="connsiteY143" fmla="*/ 2180999 h 2237474"/>
              <a:gd name="connsiteX144" fmla="*/ 558449 w 12192000"/>
              <a:gd name="connsiteY144" fmla="*/ 2182346 h 2237474"/>
              <a:gd name="connsiteX145" fmla="*/ 550517 w 12192000"/>
              <a:gd name="connsiteY145" fmla="*/ 2182060 h 2237474"/>
              <a:gd name="connsiteX146" fmla="*/ 550309 w 12192000"/>
              <a:gd name="connsiteY146" fmla="*/ 2181825 h 2237474"/>
              <a:gd name="connsiteX147" fmla="*/ 541836 w 12192000"/>
              <a:gd name="connsiteY147" fmla="*/ 2181063 h 2237474"/>
              <a:gd name="connsiteX148" fmla="*/ 536057 w 12192000"/>
              <a:gd name="connsiteY148" fmla="*/ 2181537 h 2237474"/>
              <a:gd name="connsiteX149" fmla="*/ 520671 w 12192000"/>
              <a:gd name="connsiteY149" fmla="*/ 2180980 h 2237474"/>
              <a:gd name="connsiteX150" fmla="*/ 515024 w 12192000"/>
              <a:gd name="connsiteY150" fmla="*/ 2179258 h 2237474"/>
              <a:gd name="connsiteX151" fmla="*/ 512278 w 12192000"/>
              <a:gd name="connsiteY151" fmla="*/ 2176369 h 2237474"/>
              <a:gd name="connsiteX152" fmla="*/ 480419 w 12192000"/>
              <a:gd name="connsiteY152" fmla="*/ 2167807 h 2237474"/>
              <a:gd name="connsiteX153" fmla="*/ 413835 w 12192000"/>
              <a:gd name="connsiteY153" fmla="*/ 2156783 h 2237474"/>
              <a:gd name="connsiteX154" fmla="*/ 376513 w 12192000"/>
              <a:gd name="connsiteY154" fmla="*/ 2154014 h 2237474"/>
              <a:gd name="connsiteX155" fmla="*/ 273386 w 12192000"/>
              <a:gd name="connsiteY155" fmla="*/ 2142551 h 2237474"/>
              <a:gd name="connsiteX156" fmla="*/ 169207 w 12192000"/>
              <a:gd name="connsiteY156" fmla="*/ 2128100 h 2237474"/>
              <a:gd name="connsiteX157" fmla="*/ 93149 w 12192000"/>
              <a:gd name="connsiteY157" fmla="*/ 2105324 h 2237474"/>
              <a:gd name="connsiteX158" fmla="*/ 88109 w 12192000"/>
              <a:gd name="connsiteY158" fmla="*/ 2106704 h 2237474"/>
              <a:gd name="connsiteX159" fmla="*/ 80022 w 12192000"/>
              <a:gd name="connsiteY159" fmla="*/ 2107254 h 2237474"/>
              <a:gd name="connsiteX160" fmla="*/ 79717 w 12192000"/>
              <a:gd name="connsiteY160" fmla="*/ 2107046 h 2237474"/>
              <a:gd name="connsiteX161" fmla="*/ 72352 w 12192000"/>
              <a:gd name="connsiteY161" fmla="*/ 2107991 h 2237474"/>
              <a:gd name="connsiteX162" fmla="*/ 37645 w 12192000"/>
              <a:gd name="connsiteY162" fmla="*/ 2115401 h 2237474"/>
              <a:gd name="connsiteX163" fmla="*/ 4572 w 12192000"/>
              <a:gd name="connsiteY163" fmla="*/ 2111091 h 2237474"/>
              <a:gd name="connsiteX164" fmla="*/ 0 w 12192000"/>
              <a:gd name="connsiteY164" fmla="*/ 2110468 h 2237474"/>
              <a:gd name="connsiteX165" fmla="*/ 0 w 12192000"/>
              <a:gd name="connsiteY16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41836 w 12192000"/>
              <a:gd name="connsiteY146" fmla="*/ 2181063 h 2237474"/>
              <a:gd name="connsiteX147" fmla="*/ 536057 w 12192000"/>
              <a:gd name="connsiteY147" fmla="*/ 2181537 h 2237474"/>
              <a:gd name="connsiteX148" fmla="*/ 520671 w 12192000"/>
              <a:gd name="connsiteY148" fmla="*/ 2180980 h 2237474"/>
              <a:gd name="connsiteX149" fmla="*/ 515024 w 12192000"/>
              <a:gd name="connsiteY149" fmla="*/ 2179258 h 2237474"/>
              <a:gd name="connsiteX150" fmla="*/ 512278 w 12192000"/>
              <a:gd name="connsiteY150" fmla="*/ 2176369 h 2237474"/>
              <a:gd name="connsiteX151" fmla="*/ 480419 w 12192000"/>
              <a:gd name="connsiteY151" fmla="*/ 2167807 h 2237474"/>
              <a:gd name="connsiteX152" fmla="*/ 413835 w 12192000"/>
              <a:gd name="connsiteY152" fmla="*/ 2156783 h 2237474"/>
              <a:gd name="connsiteX153" fmla="*/ 376513 w 12192000"/>
              <a:gd name="connsiteY153" fmla="*/ 2154014 h 2237474"/>
              <a:gd name="connsiteX154" fmla="*/ 273386 w 12192000"/>
              <a:gd name="connsiteY154" fmla="*/ 2142551 h 2237474"/>
              <a:gd name="connsiteX155" fmla="*/ 169207 w 12192000"/>
              <a:gd name="connsiteY155" fmla="*/ 2128100 h 2237474"/>
              <a:gd name="connsiteX156" fmla="*/ 93149 w 12192000"/>
              <a:gd name="connsiteY156" fmla="*/ 2105324 h 2237474"/>
              <a:gd name="connsiteX157" fmla="*/ 88109 w 12192000"/>
              <a:gd name="connsiteY157" fmla="*/ 2106704 h 2237474"/>
              <a:gd name="connsiteX158" fmla="*/ 80022 w 12192000"/>
              <a:gd name="connsiteY158" fmla="*/ 2107254 h 2237474"/>
              <a:gd name="connsiteX159" fmla="*/ 79717 w 12192000"/>
              <a:gd name="connsiteY159" fmla="*/ 2107046 h 2237474"/>
              <a:gd name="connsiteX160" fmla="*/ 72352 w 12192000"/>
              <a:gd name="connsiteY160" fmla="*/ 2107991 h 2237474"/>
              <a:gd name="connsiteX161" fmla="*/ 37645 w 12192000"/>
              <a:gd name="connsiteY161" fmla="*/ 2115401 h 2237474"/>
              <a:gd name="connsiteX162" fmla="*/ 4572 w 12192000"/>
              <a:gd name="connsiteY162" fmla="*/ 2111091 h 2237474"/>
              <a:gd name="connsiteX163" fmla="*/ 0 w 12192000"/>
              <a:gd name="connsiteY163" fmla="*/ 2110468 h 2237474"/>
              <a:gd name="connsiteX164" fmla="*/ 0 w 12192000"/>
              <a:gd name="connsiteY16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41836 w 12192000"/>
              <a:gd name="connsiteY146" fmla="*/ 2181063 h 2237474"/>
              <a:gd name="connsiteX147" fmla="*/ 520671 w 12192000"/>
              <a:gd name="connsiteY147" fmla="*/ 2180980 h 2237474"/>
              <a:gd name="connsiteX148" fmla="*/ 515024 w 12192000"/>
              <a:gd name="connsiteY148" fmla="*/ 2179258 h 2237474"/>
              <a:gd name="connsiteX149" fmla="*/ 512278 w 12192000"/>
              <a:gd name="connsiteY149" fmla="*/ 2176369 h 2237474"/>
              <a:gd name="connsiteX150" fmla="*/ 480419 w 12192000"/>
              <a:gd name="connsiteY150" fmla="*/ 2167807 h 2237474"/>
              <a:gd name="connsiteX151" fmla="*/ 413835 w 12192000"/>
              <a:gd name="connsiteY151" fmla="*/ 2156783 h 2237474"/>
              <a:gd name="connsiteX152" fmla="*/ 376513 w 12192000"/>
              <a:gd name="connsiteY152" fmla="*/ 2154014 h 2237474"/>
              <a:gd name="connsiteX153" fmla="*/ 273386 w 12192000"/>
              <a:gd name="connsiteY153" fmla="*/ 2142551 h 2237474"/>
              <a:gd name="connsiteX154" fmla="*/ 169207 w 12192000"/>
              <a:gd name="connsiteY154" fmla="*/ 2128100 h 2237474"/>
              <a:gd name="connsiteX155" fmla="*/ 93149 w 12192000"/>
              <a:gd name="connsiteY155" fmla="*/ 2105324 h 2237474"/>
              <a:gd name="connsiteX156" fmla="*/ 88109 w 12192000"/>
              <a:gd name="connsiteY156" fmla="*/ 2106704 h 2237474"/>
              <a:gd name="connsiteX157" fmla="*/ 80022 w 12192000"/>
              <a:gd name="connsiteY157" fmla="*/ 2107254 h 2237474"/>
              <a:gd name="connsiteX158" fmla="*/ 79717 w 12192000"/>
              <a:gd name="connsiteY158" fmla="*/ 2107046 h 2237474"/>
              <a:gd name="connsiteX159" fmla="*/ 72352 w 12192000"/>
              <a:gd name="connsiteY159" fmla="*/ 2107991 h 2237474"/>
              <a:gd name="connsiteX160" fmla="*/ 37645 w 12192000"/>
              <a:gd name="connsiteY160" fmla="*/ 2115401 h 2237474"/>
              <a:gd name="connsiteX161" fmla="*/ 4572 w 12192000"/>
              <a:gd name="connsiteY161" fmla="*/ 2111091 h 2237474"/>
              <a:gd name="connsiteX162" fmla="*/ 0 w 12192000"/>
              <a:gd name="connsiteY162" fmla="*/ 2110468 h 2237474"/>
              <a:gd name="connsiteX163" fmla="*/ 0 w 12192000"/>
              <a:gd name="connsiteY16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512278 w 12192000"/>
              <a:gd name="connsiteY148" fmla="*/ 2176369 h 2237474"/>
              <a:gd name="connsiteX149" fmla="*/ 480419 w 12192000"/>
              <a:gd name="connsiteY149" fmla="*/ 2167807 h 2237474"/>
              <a:gd name="connsiteX150" fmla="*/ 413835 w 12192000"/>
              <a:gd name="connsiteY150" fmla="*/ 2156783 h 2237474"/>
              <a:gd name="connsiteX151" fmla="*/ 376513 w 12192000"/>
              <a:gd name="connsiteY151" fmla="*/ 2154014 h 2237474"/>
              <a:gd name="connsiteX152" fmla="*/ 273386 w 12192000"/>
              <a:gd name="connsiteY152" fmla="*/ 2142551 h 2237474"/>
              <a:gd name="connsiteX153" fmla="*/ 169207 w 12192000"/>
              <a:gd name="connsiteY153" fmla="*/ 2128100 h 2237474"/>
              <a:gd name="connsiteX154" fmla="*/ 93149 w 12192000"/>
              <a:gd name="connsiteY154" fmla="*/ 2105324 h 2237474"/>
              <a:gd name="connsiteX155" fmla="*/ 88109 w 12192000"/>
              <a:gd name="connsiteY155" fmla="*/ 2106704 h 2237474"/>
              <a:gd name="connsiteX156" fmla="*/ 80022 w 12192000"/>
              <a:gd name="connsiteY156" fmla="*/ 2107254 h 2237474"/>
              <a:gd name="connsiteX157" fmla="*/ 79717 w 12192000"/>
              <a:gd name="connsiteY157" fmla="*/ 2107046 h 2237474"/>
              <a:gd name="connsiteX158" fmla="*/ 72352 w 12192000"/>
              <a:gd name="connsiteY158" fmla="*/ 2107991 h 2237474"/>
              <a:gd name="connsiteX159" fmla="*/ 37645 w 12192000"/>
              <a:gd name="connsiteY159" fmla="*/ 2115401 h 2237474"/>
              <a:gd name="connsiteX160" fmla="*/ 4572 w 12192000"/>
              <a:gd name="connsiteY160" fmla="*/ 2111091 h 2237474"/>
              <a:gd name="connsiteX161" fmla="*/ 0 w 12192000"/>
              <a:gd name="connsiteY161" fmla="*/ 2110468 h 2237474"/>
              <a:gd name="connsiteX162" fmla="*/ 0 w 12192000"/>
              <a:gd name="connsiteY16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80419 w 12192000"/>
              <a:gd name="connsiteY148" fmla="*/ 2167807 h 2237474"/>
              <a:gd name="connsiteX149" fmla="*/ 413835 w 12192000"/>
              <a:gd name="connsiteY149" fmla="*/ 2156783 h 2237474"/>
              <a:gd name="connsiteX150" fmla="*/ 376513 w 12192000"/>
              <a:gd name="connsiteY150" fmla="*/ 2154014 h 2237474"/>
              <a:gd name="connsiteX151" fmla="*/ 273386 w 12192000"/>
              <a:gd name="connsiteY151" fmla="*/ 2142551 h 2237474"/>
              <a:gd name="connsiteX152" fmla="*/ 169207 w 12192000"/>
              <a:gd name="connsiteY152" fmla="*/ 2128100 h 2237474"/>
              <a:gd name="connsiteX153" fmla="*/ 93149 w 12192000"/>
              <a:gd name="connsiteY153" fmla="*/ 2105324 h 2237474"/>
              <a:gd name="connsiteX154" fmla="*/ 88109 w 12192000"/>
              <a:gd name="connsiteY154" fmla="*/ 2106704 h 2237474"/>
              <a:gd name="connsiteX155" fmla="*/ 80022 w 12192000"/>
              <a:gd name="connsiteY155" fmla="*/ 2107254 h 2237474"/>
              <a:gd name="connsiteX156" fmla="*/ 79717 w 12192000"/>
              <a:gd name="connsiteY156" fmla="*/ 2107046 h 2237474"/>
              <a:gd name="connsiteX157" fmla="*/ 72352 w 12192000"/>
              <a:gd name="connsiteY157" fmla="*/ 2107991 h 2237474"/>
              <a:gd name="connsiteX158" fmla="*/ 37645 w 12192000"/>
              <a:gd name="connsiteY158" fmla="*/ 2115401 h 2237474"/>
              <a:gd name="connsiteX159" fmla="*/ 4572 w 12192000"/>
              <a:gd name="connsiteY159" fmla="*/ 2111091 h 2237474"/>
              <a:gd name="connsiteX160" fmla="*/ 0 w 12192000"/>
              <a:gd name="connsiteY160" fmla="*/ 2110468 h 2237474"/>
              <a:gd name="connsiteX161" fmla="*/ 0 w 12192000"/>
              <a:gd name="connsiteY16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8109 w 12192000"/>
              <a:gd name="connsiteY153" fmla="*/ 2106704 h 2237474"/>
              <a:gd name="connsiteX154" fmla="*/ 80022 w 12192000"/>
              <a:gd name="connsiteY154" fmla="*/ 2107254 h 2237474"/>
              <a:gd name="connsiteX155" fmla="*/ 79717 w 12192000"/>
              <a:gd name="connsiteY155" fmla="*/ 2107046 h 2237474"/>
              <a:gd name="connsiteX156" fmla="*/ 72352 w 12192000"/>
              <a:gd name="connsiteY156" fmla="*/ 2107991 h 2237474"/>
              <a:gd name="connsiteX157" fmla="*/ 37645 w 12192000"/>
              <a:gd name="connsiteY157" fmla="*/ 2115401 h 2237474"/>
              <a:gd name="connsiteX158" fmla="*/ 4572 w 12192000"/>
              <a:gd name="connsiteY158" fmla="*/ 2111091 h 2237474"/>
              <a:gd name="connsiteX159" fmla="*/ 0 w 12192000"/>
              <a:gd name="connsiteY159" fmla="*/ 2110468 h 2237474"/>
              <a:gd name="connsiteX160" fmla="*/ 0 w 12192000"/>
              <a:gd name="connsiteY16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8109 w 12192000"/>
              <a:gd name="connsiteY153" fmla="*/ 2106704 h 2237474"/>
              <a:gd name="connsiteX154" fmla="*/ 80022 w 12192000"/>
              <a:gd name="connsiteY154" fmla="*/ 2107254 h 2237474"/>
              <a:gd name="connsiteX155" fmla="*/ 72352 w 12192000"/>
              <a:gd name="connsiteY155" fmla="*/ 2107991 h 2237474"/>
              <a:gd name="connsiteX156" fmla="*/ 37645 w 12192000"/>
              <a:gd name="connsiteY156" fmla="*/ 2115401 h 2237474"/>
              <a:gd name="connsiteX157" fmla="*/ 4572 w 12192000"/>
              <a:gd name="connsiteY157" fmla="*/ 2111091 h 2237474"/>
              <a:gd name="connsiteX158" fmla="*/ 0 w 12192000"/>
              <a:gd name="connsiteY158" fmla="*/ 2110468 h 2237474"/>
              <a:gd name="connsiteX159" fmla="*/ 0 w 12192000"/>
              <a:gd name="connsiteY15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0022 w 12192000"/>
              <a:gd name="connsiteY153" fmla="*/ 2107254 h 2237474"/>
              <a:gd name="connsiteX154" fmla="*/ 72352 w 12192000"/>
              <a:gd name="connsiteY154" fmla="*/ 2107991 h 2237474"/>
              <a:gd name="connsiteX155" fmla="*/ 37645 w 12192000"/>
              <a:gd name="connsiteY155" fmla="*/ 2115401 h 2237474"/>
              <a:gd name="connsiteX156" fmla="*/ 4572 w 12192000"/>
              <a:gd name="connsiteY156" fmla="*/ 2111091 h 2237474"/>
              <a:gd name="connsiteX157" fmla="*/ 0 w 12192000"/>
              <a:gd name="connsiteY157" fmla="*/ 2110468 h 2237474"/>
              <a:gd name="connsiteX158" fmla="*/ 0 w 12192000"/>
              <a:gd name="connsiteY15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80022 w 12192000"/>
              <a:gd name="connsiteY152" fmla="*/ 2107254 h 2237474"/>
              <a:gd name="connsiteX153" fmla="*/ 72352 w 12192000"/>
              <a:gd name="connsiteY153" fmla="*/ 2107991 h 2237474"/>
              <a:gd name="connsiteX154" fmla="*/ 37645 w 12192000"/>
              <a:gd name="connsiteY154" fmla="*/ 2115401 h 2237474"/>
              <a:gd name="connsiteX155" fmla="*/ 4572 w 12192000"/>
              <a:gd name="connsiteY155" fmla="*/ 2111091 h 2237474"/>
              <a:gd name="connsiteX156" fmla="*/ 0 w 12192000"/>
              <a:gd name="connsiteY156" fmla="*/ 2110468 h 2237474"/>
              <a:gd name="connsiteX157" fmla="*/ 0 w 12192000"/>
              <a:gd name="connsiteY15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20671 w 12192000"/>
              <a:gd name="connsiteY145" fmla="*/ 2180980 h 2237474"/>
              <a:gd name="connsiteX146" fmla="*/ 515024 w 12192000"/>
              <a:gd name="connsiteY146" fmla="*/ 2179258 h 2237474"/>
              <a:gd name="connsiteX147" fmla="*/ 413835 w 12192000"/>
              <a:gd name="connsiteY147" fmla="*/ 2156783 h 2237474"/>
              <a:gd name="connsiteX148" fmla="*/ 376513 w 12192000"/>
              <a:gd name="connsiteY148" fmla="*/ 2154014 h 2237474"/>
              <a:gd name="connsiteX149" fmla="*/ 273386 w 12192000"/>
              <a:gd name="connsiteY149" fmla="*/ 2142551 h 2237474"/>
              <a:gd name="connsiteX150" fmla="*/ 169207 w 12192000"/>
              <a:gd name="connsiteY150" fmla="*/ 2128100 h 2237474"/>
              <a:gd name="connsiteX151" fmla="*/ 80022 w 12192000"/>
              <a:gd name="connsiteY151" fmla="*/ 2107254 h 2237474"/>
              <a:gd name="connsiteX152" fmla="*/ 72352 w 12192000"/>
              <a:gd name="connsiteY152" fmla="*/ 2107991 h 2237474"/>
              <a:gd name="connsiteX153" fmla="*/ 37645 w 12192000"/>
              <a:gd name="connsiteY153" fmla="*/ 2115401 h 2237474"/>
              <a:gd name="connsiteX154" fmla="*/ 4572 w 12192000"/>
              <a:gd name="connsiteY154" fmla="*/ 2111091 h 2237474"/>
              <a:gd name="connsiteX155" fmla="*/ 0 w 12192000"/>
              <a:gd name="connsiteY155" fmla="*/ 2110468 h 2237474"/>
              <a:gd name="connsiteX156" fmla="*/ 0 w 12192000"/>
              <a:gd name="connsiteY15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20671 w 12192000"/>
              <a:gd name="connsiteY144" fmla="*/ 2180980 h 2237474"/>
              <a:gd name="connsiteX145" fmla="*/ 515024 w 12192000"/>
              <a:gd name="connsiteY145" fmla="*/ 2179258 h 2237474"/>
              <a:gd name="connsiteX146" fmla="*/ 413835 w 12192000"/>
              <a:gd name="connsiteY146" fmla="*/ 2156783 h 2237474"/>
              <a:gd name="connsiteX147" fmla="*/ 376513 w 12192000"/>
              <a:gd name="connsiteY147" fmla="*/ 2154014 h 2237474"/>
              <a:gd name="connsiteX148" fmla="*/ 273386 w 12192000"/>
              <a:gd name="connsiteY148" fmla="*/ 2142551 h 2237474"/>
              <a:gd name="connsiteX149" fmla="*/ 169207 w 12192000"/>
              <a:gd name="connsiteY149" fmla="*/ 2128100 h 2237474"/>
              <a:gd name="connsiteX150" fmla="*/ 80022 w 12192000"/>
              <a:gd name="connsiteY150" fmla="*/ 2107254 h 2237474"/>
              <a:gd name="connsiteX151" fmla="*/ 72352 w 12192000"/>
              <a:gd name="connsiteY151" fmla="*/ 2107991 h 2237474"/>
              <a:gd name="connsiteX152" fmla="*/ 37645 w 12192000"/>
              <a:gd name="connsiteY152" fmla="*/ 2115401 h 2237474"/>
              <a:gd name="connsiteX153" fmla="*/ 4572 w 12192000"/>
              <a:gd name="connsiteY153" fmla="*/ 2111091 h 2237474"/>
              <a:gd name="connsiteX154" fmla="*/ 0 w 12192000"/>
              <a:gd name="connsiteY154" fmla="*/ 2110468 h 2237474"/>
              <a:gd name="connsiteX155" fmla="*/ 0 w 12192000"/>
              <a:gd name="connsiteY15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20671 w 12192000"/>
              <a:gd name="connsiteY143" fmla="*/ 2180980 h 2237474"/>
              <a:gd name="connsiteX144" fmla="*/ 515024 w 12192000"/>
              <a:gd name="connsiteY144" fmla="*/ 2179258 h 2237474"/>
              <a:gd name="connsiteX145" fmla="*/ 413835 w 12192000"/>
              <a:gd name="connsiteY145" fmla="*/ 2156783 h 2237474"/>
              <a:gd name="connsiteX146" fmla="*/ 376513 w 12192000"/>
              <a:gd name="connsiteY146" fmla="*/ 2154014 h 2237474"/>
              <a:gd name="connsiteX147" fmla="*/ 273386 w 12192000"/>
              <a:gd name="connsiteY147" fmla="*/ 2142551 h 2237474"/>
              <a:gd name="connsiteX148" fmla="*/ 169207 w 12192000"/>
              <a:gd name="connsiteY148" fmla="*/ 2128100 h 2237474"/>
              <a:gd name="connsiteX149" fmla="*/ 80022 w 12192000"/>
              <a:gd name="connsiteY149" fmla="*/ 2107254 h 2237474"/>
              <a:gd name="connsiteX150" fmla="*/ 72352 w 12192000"/>
              <a:gd name="connsiteY150" fmla="*/ 2107991 h 2237474"/>
              <a:gd name="connsiteX151" fmla="*/ 37645 w 12192000"/>
              <a:gd name="connsiteY151" fmla="*/ 2115401 h 2237474"/>
              <a:gd name="connsiteX152" fmla="*/ 4572 w 12192000"/>
              <a:gd name="connsiteY152" fmla="*/ 2111091 h 2237474"/>
              <a:gd name="connsiteX153" fmla="*/ 0 w 12192000"/>
              <a:gd name="connsiteY153" fmla="*/ 2110468 h 2237474"/>
              <a:gd name="connsiteX154" fmla="*/ 0 w 12192000"/>
              <a:gd name="connsiteY15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48680 w 12192000"/>
              <a:gd name="connsiteY140" fmla="*/ 2206229 h 2237474"/>
              <a:gd name="connsiteX141" fmla="*/ 597225 w 12192000"/>
              <a:gd name="connsiteY141" fmla="*/ 2180999 h 2237474"/>
              <a:gd name="connsiteX142" fmla="*/ 520671 w 12192000"/>
              <a:gd name="connsiteY142" fmla="*/ 2180980 h 2237474"/>
              <a:gd name="connsiteX143" fmla="*/ 515024 w 12192000"/>
              <a:gd name="connsiteY143" fmla="*/ 2179258 h 2237474"/>
              <a:gd name="connsiteX144" fmla="*/ 413835 w 12192000"/>
              <a:gd name="connsiteY144" fmla="*/ 2156783 h 2237474"/>
              <a:gd name="connsiteX145" fmla="*/ 376513 w 12192000"/>
              <a:gd name="connsiteY145" fmla="*/ 2154014 h 2237474"/>
              <a:gd name="connsiteX146" fmla="*/ 273386 w 12192000"/>
              <a:gd name="connsiteY146" fmla="*/ 2142551 h 2237474"/>
              <a:gd name="connsiteX147" fmla="*/ 169207 w 12192000"/>
              <a:gd name="connsiteY147" fmla="*/ 2128100 h 2237474"/>
              <a:gd name="connsiteX148" fmla="*/ 80022 w 12192000"/>
              <a:gd name="connsiteY148" fmla="*/ 2107254 h 2237474"/>
              <a:gd name="connsiteX149" fmla="*/ 72352 w 12192000"/>
              <a:gd name="connsiteY149" fmla="*/ 2107991 h 2237474"/>
              <a:gd name="connsiteX150" fmla="*/ 37645 w 12192000"/>
              <a:gd name="connsiteY150" fmla="*/ 2115401 h 2237474"/>
              <a:gd name="connsiteX151" fmla="*/ 4572 w 12192000"/>
              <a:gd name="connsiteY151" fmla="*/ 2111091 h 2237474"/>
              <a:gd name="connsiteX152" fmla="*/ 0 w 12192000"/>
              <a:gd name="connsiteY152" fmla="*/ 2110468 h 2237474"/>
              <a:gd name="connsiteX153" fmla="*/ 0 w 12192000"/>
              <a:gd name="connsiteY15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80022 w 12192000"/>
              <a:gd name="connsiteY147" fmla="*/ 2107254 h 2237474"/>
              <a:gd name="connsiteX148" fmla="*/ 72352 w 12192000"/>
              <a:gd name="connsiteY148" fmla="*/ 2107991 h 2237474"/>
              <a:gd name="connsiteX149" fmla="*/ 37645 w 12192000"/>
              <a:gd name="connsiteY149" fmla="*/ 2115401 h 2237474"/>
              <a:gd name="connsiteX150" fmla="*/ 4572 w 12192000"/>
              <a:gd name="connsiteY150" fmla="*/ 2111091 h 2237474"/>
              <a:gd name="connsiteX151" fmla="*/ 0 w 12192000"/>
              <a:gd name="connsiteY151" fmla="*/ 2110468 h 2237474"/>
              <a:gd name="connsiteX152" fmla="*/ 0 w 12192000"/>
              <a:gd name="connsiteY15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80022 w 12192000"/>
              <a:gd name="connsiteY147" fmla="*/ 2107254 h 2237474"/>
              <a:gd name="connsiteX148" fmla="*/ 37645 w 12192000"/>
              <a:gd name="connsiteY148" fmla="*/ 2115401 h 2237474"/>
              <a:gd name="connsiteX149" fmla="*/ 4572 w 12192000"/>
              <a:gd name="connsiteY149" fmla="*/ 2111091 h 2237474"/>
              <a:gd name="connsiteX150" fmla="*/ 0 w 12192000"/>
              <a:gd name="connsiteY150" fmla="*/ 2110468 h 2237474"/>
              <a:gd name="connsiteX151" fmla="*/ 0 w 12192000"/>
              <a:gd name="connsiteY15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77641 w 12192000"/>
              <a:gd name="connsiteY147" fmla="*/ 2126835 h 2237474"/>
              <a:gd name="connsiteX148" fmla="*/ 37645 w 12192000"/>
              <a:gd name="connsiteY148" fmla="*/ 2115401 h 2237474"/>
              <a:gd name="connsiteX149" fmla="*/ 4572 w 12192000"/>
              <a:gd name="connsiteY149" fmla="*/ 2111091 h 2237474"/>
              <a:gd name="connsiteX150" fmla="*/ 0 w 12192000"/>
              <a:gd name="connsiteY150" fmla="*/ 2110468 h 2237474"/>
              <a:gd name="connsiteX151" fmla="*/ 0 w 12192000"/>
              <a:gd name="connsiteY15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10095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10095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279765 w 12192000"/>
              <a:gd name="connsiteY133" fmla="*/ 2229639 h 2237474"/>
              <a:gd name="connsiteX134" fmla="*/ 1195347 w 12192000"/>
              <a:gd name="connsiteY134" fmla="*/ 2212354 h 2237474"/>
              <a:gd name="connsiteX135" fmla="*/ 970251 w 12192000"/>
              <a:gd name="connsiteY135" fmla="*/ 2221029 h 2237474"/>
              <a:gd name="connsiteX136" fmla="*/ 812914 w 12192000"/>
              <a:gd name="connsiteY136" fmla="*/ 2210095 h 2237474"/>
              <a:gd name="connsiteX137" fmla="*/ 776382 w 12192000"/>
              <a:gd name="connsiteY137" fmla="*/ 2204512 h 2237474"/>
              <a:gd name="connsiteX138" fmla="*/ 597225 w 12192000"/>
              <a:gd name="connsiteY138" fmla="*/ 2180999 h 2237474"/>
              <a:gd name="connsiteX139" fmla="*/ 520671 w 12192000"/>
              <a:gd name="connsiteY139" fmla="*/ 2180980 h 2237474"/>
              <a:gd name="connsiteX140" fmla="*/ 515024 w 12192000"/>
              <a:gd name="connsiteY140" fmla="*/ 2179258 h 2237474"/>
              <a:gd name="connsiteX141" fmla="*/ 413835 w 12192000"/>
              <a:gd name="connsiteY141" fmla="*/ 2156783 h 2237474"/>
              <a:gd name="connsiteX142" fmla="*/ 376513 w 12192000"/>
              <a:gd name="connsiteY142" fmla="*/ 2154014 h 2237474"/>
              <a:gd name="connsiteX143" fmla="*/ 273386 w 12192000"/>
              <a:gd name="connsiteY143" fmla="*/ 2142551 h 2237474"/>
              <a:gd name="connsiteX144" fmla="*/ 169207 w 12192000"/>
              <a:gd name="connsiteY144" fmla="*/ 2128100 h 2237474"/>
              <a:gd name="connsiteX145" fmla="*/ 77641 w 12192000"/>
              <a:gd name="connsiteY145" fmla="*/ 2126835 h 2237474"/>
              <a:gd name="connsiteX146" fmla="*/ 37645 w 12192000"/>
              <a:gd name="connsiteY146" fmla="*/ 2115401 h 2237474"/>
              <a:gd name="connsiteX147" fmla="*/ 4572 w 12192000"/>
              <a:gd name="connsiteY147" fmla="*/ 2111091 h 2237474"/>
              <a:gd name="connsiteX148" fmla="*/ 0 w 12192000"/>
              <a:gd name="connsiteY148" fmla="*/ 2110468 h 2237474"/>
              <a:gd name="connsiteX149" fmla="*/ 0 w 12192000"/>
              <a:gd name="connsiteY14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476147 w 12192000"/>
              <a:gd name="connsiteY115" fmla="*/ 1998305 h 2237474"/>
              <a:gd name="connsiteX116" fmla="*/ 2373568 w 12192000"/>
              <a:gd name="connsiteY116" fmla="*/ 2003219 h 2237474"/>
              <a:gd name="connsiteX117" fmla="*/ 2287219 w 12192000"/>
              <a:gd name="connsiteY117" fmla="*/ 1998750 h 2237474"/>
              <a:gd name="connsiteX118" fmla="*/ 2243069 w 12192000"/>
              <a:gd name="connsiteY118" fmla="*/ 2005321 h 2237474"/>
              <a:gd name="connsiteX119" fmla="*/ 2164831 w 12192000"/>
              <a:gd name="connsiteY119" fmla="*/ 2010143 h 2237474"/>
              <a:gd name="connsiteX120" fmla="*/ 2085228 w 12192000"/>
              <a:gd name="connsiteY120" fmla="*/ 2046431 h 2237474"/>
              <a:gd name="connsiteX121" fmla="*/ 2058061 w 12192000"/>
              <a:gd name="connsiteY121" fmla="*/ 2047942 h 2237474"/>
              <a:gd name="connsiteX122" fmla="*/ 2042244 w 12192000"/>
              <a:gd name="connsiteY122" fmla="*/ 2055560 h 2237474"/>
              <a:gd name="connsiteX123" fmla="*/ 1877728 w 12192000"/>
              <a:gd name="connsiteY123" fmla="*/ 2101004 h 2237474"/>
              <a:gd name="connsiteX124" fmla="*/ 1759056 w 12192000"/>
              <a:gd name="connsiteY124" fmla="*/ 2125608 h 2237474"/>
              <a:gd name="connsiteX125" fmla="*/ 1637948 w 12192000"/>
              <a:gd name="connsiteY125" fmla="*/ 2172597 h 2237474"/>
              <a:gd name="connsiteX126" fmla="*/ 1434549 w 12192000"/>
              <a:gd name="connsiteY126" fmla="*/ 2234522 h 2237474"/>
              <a:gd name="connsiteX127" fmla="*/ 1398481 w 12192000"/>
              <a:gd name="connsiteY127" fmla="*/ 2237074 h 2237474"/>
              <a:gd name="connsiteX128" fmla="*/ 1398407 w 12192000"/>
              <a:gd name="connsiteY128" fmla="*/ 2237095 h 2237474"/>
              <a:gd name="connsiteX129" fmla="*/ 1370962 w 12192000"/>
              <a:gd name="connsiteY129" fmla="*/ 2237474 h 2237474"/>
              <a:gd name="connsiteX130" fmla="*/ 1356367 w 12192000"/>
              <a:gd name="connsiteY130" fmla="*/ 2235089 h 2237474"/>
              <a:gd name="connsiteX131" fmla="*/ 1279765 w 12192000"/>
              <a:gd name="connsiteY131" fmla="*/ 2229639 h 2237474"/>
              <a:gd name="connsiteX132" fmla="*/ 1195347 w 12192000"/>
              <a:gd name="connsiteY132" fmla="*/ 2212354 h 2237474"/>
              <a:gd name="connsiteX133" fmla="*/ 970251 w 12192000"/>
              <a:gd name="connsiteY133" fmla="*/ 2221029 h 2237474"/>
              <a:gd name="connsiteX134" fmla="*/ 812914 w 12192000"/>
              <a:gd name="connsiteY134" fmla="*/ 2210095 h 2237474"/>
              <a:gd name="connsiteX135" fmla="*/ 776382 w 12192000"/>
              <a:gd name="connsiteY135" fmla="*/ 2204512 h 2237474"/>
              <a:gd name="connsiteX136" fmla="*/ 597225 w 12192000"/>
              <a:gd name="connsiteY136" fmla="*/ 2180999 h 2237474"/>
              <a:gd name="connsiteX137" fmla="*/ 520671 w 12192000"/>
              <a:gd name="connsiteY137" fmla="*/ 2180980 h 2237474"/>
              <a:gd name="connsiteX138" fmla="*/ 515024 w 12192000"/>
              <a:gd name="connsiteY138" fmla="*/ 2179258 h 2237474"/>
              <a:gd name="connsiteX139" fmla="*/ 413835 w 12192000"/>
              <a:gd name="connsiteY139" fmla="*/ 2156783 h 2237474"/>
              <a:gd name="connsiteX140" fmla="*/ 376513 w 12192000"/>
              <a:gd name="connsiteY140" fmla="*/ 2154014 h 2237474"/>
              <a:gd name="connsiteX141" fmla="*/ 273386 w 12192000"/>
              <a:gd name="connsiteY141" fmla="*/ 2142551 h 2237474"/>
              <a:gd name="connsiteX142" fmla="*/ 169207 w 12192000"/>
              <a:gd name="connsiteY142" fmla="*/ 2128100 h 2237474"/>
              <a:gd name="connsiteX143" fmla="*/ 77641 w 12192000"/>
              <a:gd name="connsiteY143" fmla="*/ 2126835 h 2237474"/>
              <a:gd name="connsiteX144" fmla="*/ 37645 w 12192000"/>
              <a:gd name="connsiteY144" fmla="*/ 2115401 h 2237474"/>
              <a:gd name="connsiteX145" fmla="*/ 4572 w 12192000"/>
              <a:gd name="connsiteY145" fmla="*/ 2111091 h 2237474"/>
              <a:gd name="connsiteX146" fmla="*/ 0 w 12192000"/>
              <a:gd name="connsiteY146" fmla="*/ 2110468 h 2237474"/>
              <a:gd name="connsiteX147" fmla="*/ 0 w 12192000"/>
              <a:gd name="connsiteY14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6900177 w 12192000"/>
              <a:gd name="connsiteY58" fmla="*/ 1636016 h 2237474"/>
              <a:gd name="connsiteX59" fmla="*/ 6795372 w 12192000"/>
              <a:gd name="connsiteY59" fmla="*/ 1644845 h 2237474"/>
              <a:gd name="connsiteX60" fmla="*/ 6692251 w 12192000"/>
              <a:gd name="connsiteY60" fmla="*/ 1656357 h 2237474"/>
              <a:gd name="connsiteX61" fmla="*/ 6655235 w 12192000"/>
              <a:gd name="connsiteY61" fmla="*/ 1661869 h 2237474"/>
              <a:gd name="connsiteX62" fmla="*/ 6554894 w 12192000"/>
              <a:gd name="connsiteY62" fmla="*/ 1664428 h 2237474"/>
              <a:gd name="connsiteX63" fmla="*/ 6516595 w 12192000"/>
              <a:gd name="connsiteY63" fmla="*/ 1667475 h 2237474"/>
              <a:gd name="connsiteX64" fmla="*/ 6508541 w 12192000"/>
              <a:gd name="connsiteY64" fmla="*/ 1668757 h 2237474"/>
              <a:gd name="connsiteX65" fmla="*/ 6471012 w 12192000"/>
              <a:gd name="connsiteY65" fmla="*/ 1678604 h 2237474"/>
              <a:gd name="connsiteX66" fmla="*/ 6364035 w 12192000"/>
              <a:gd name="connsiteY66" fmla="*/ 1667683 h 2237474"/>
              <a:gd name="connsiteX67" fmla="*/ 6280959 w 12192000"/>
              <a:gd name="connsiteY67" fmla="*/ 1689329 h 2237474"/>
              <a:gd name="connsiteX68" fmla="*/ 6243319 w 12192000"/>
              <a:gd name="connsiteY68" fmla="*/ 1695560 h 2237474"/>
              <a:gd name="connsiteX69" fmla="*/ 6098321 w 12192000"/>
              <a:gd name="connsiteY69" fmla="*/ 1721646 h 2237474"/>
              <a:gd name="connsiteX70" fmla="*/ 5880652 w 12192000"/>
              <a:gd name="connsiteY70" fmla="*/ 1779643 h 2237474"/>
              <a:gd name="connsiteX71" fmla="*/ 5785959 w 12192000"/>
              <a:gd name="connsiteY71" fmla="*/ 1775307 h 2237474"/>
              <a:gd name="connsiteX72" fmla="*/ 5643534 w 12192000"/>
              <a:gd name="connsiteY72" fmla="*/ 1802919 h 2237474"/>
              <a:gd name="connsiteX73" fmla="*/ 5518799 w 12192000"/>
              <a:gd name="connsiteY73" fmla="*/ 1818312 h 2237474"/>
              <a:gd name="connsiteX74" fmla="*/ 5505014 w 12192000"/>
              <a:gd name="connsiteY74" fmla="*/ 1819259 h 2237474"/>
              <a:gd name="connsiteX75" fmla="*/ 5453307 w 12192000"/>
              <a:gd name="connsiteY75" fmla="*/ 1815450 h 2237474"/>
              <a:gd name="connsiteX76" fmla="*/ 5221533 w 12192000"/>
              <a:gd name="connsiteY76" fmla="*/ 1846950 h 2237474"/>
              <a:gd name="connsiteX77" fmla="*/ 5149802 w 12192000"/>
              <a:gd name="connsiteY77" fmla="*/ 1844846 h 2237474"/>
              <a:gd name="connsiteX78" fmla="*/ 5114927 w 12192000"/>
              <a:gd name="connsiteY78" fmla="*/ 1847827 h 2237474"/>
              <a:gd name="connsiteX79" fmla="*/ 5108970 w 12192000"/>
              <a:gd name="connsiteY79" fmla="*/ 1847935 h 2237474"/>
              <a:gd name="connsiteX80" fmla="*/ 5067961 w 12192000"/>
              <a:gd name="connsiteY80" fmla="*/ 1845917 h 2237474"/>
              <a:gd name="connsiteX81" fmla="*/ 5007075 w 12192000"/>
              <a:gd name="connsiteY81" fmla="*/ 1838626 h 2237474"/>
              <a:gd name="connsiteX82" fmla="*/ 4944087 w 12192000"/>
              <a:gd name="connsiteY82" fmla="*/ 1823332 h 2237474"/>
              <a:gd name="connsiteX83" fmla="*/ 4907662 w 12192000"/>
              <a:gd name="connsiteY83" fmla="*/ 1816900 h 2237474"/>
              <a:gd name="connsiteX84" fmla="*/ 4882386 w 12192000"/>
              <a:gd name="connsiteY84" fmla="*/ 1809844 h 2237474"/>
              <a:gd name="connsiteX85" fmla="*/ 4811440 w 12192000"/>
              <a:gd name="connsiteY85" fmla="*/ 1804655 h 2237474"/>
              <a:gd name="connsiteX86" fmla="*/ 4691075 w 12192000"/>
              <a:gd name="connsiteY86" fmla="*/ 1801389 h 2237474"/>
              <a:gd name="connsiteX87" fmla="*/ 4640313 w 12192000"/>
              <a:gd name="connsiteY87" fmla="*/ 1784307 h 2237474"/>
              <a:gd name="connsiteX88" fmla="*/ 4536503 w 12192000"/>
              <a:gd name="connsiteY88" fmla="*/ 1785334 h 2237474"/>
              <a:gd name="connsiteX89" fmla="*/ 4513724 w 12192000"/>
              <a:gd name="connsiteY89" fmla="*/ 1791996 h 2237474"/>
              <a:gd name="connsiteX90" fmla="*/ 4459810 w 12192000"/>
              <a:gd name="connsiteY90" fmla="*/ 1797886 h 2237474"/>
              <a:gd name="connsiteX91" fmla="*/ 4379064 w 12192000"/>
              <a:gd name="connsiteY91" fmla="*/ 1817177 h 2237474"/>
              <a:gd name="connsiteX92" fmla="*/ 4290981 w 12192000"/>
              <a:gd name="connsiteY92" fmla="*/ 1839677 h 2237474"/>
              <a:gd name="connsiteX93" fmla="*/ 4238372 w 12192000"/>
              <a:gd name="connsiteY93" fmla="*/ 1851480 h 2237474"/>
              <a:gd name="connsiteX94" fmla="*/ 4232517 w 12192000"/>
              <a:gd name="connsiteY94" fmla="*/ 1852567 h 2237474"/>
              <a:gd name="connsiteX95" fmla="*/ 4191732 w 12192000"/>
              <a:gd name="connsiteY95" fmla="*/ 1857328 h 2237474"/>
              <a:gd name="connsiteX96" fmla="*/ 4065532 w 12192000"/>
              <a:gd name="connsiteY96" fmla="*/ 1855477 h 2237474"/>
              <a:gd name="connsiteX97" fmla="*/ 4028460 w 12192000"/>
              <a:gd name="connsiteY97" fmla="*/ 1855137 h 2237474"/>
              <a:gd name="connsiteX98" fmla="*/ 4002267 w 12192000"/>
              <a:gd name="connsiteY98" fmla="*/ 1852352 h 2237474"/>
              <a:gd name="connsiteX99" fmla="*/ 3931396 w 12192000"/>
              <a:gd name="connsiteY99" fmla="*/ 1858915 h 2237474"/>
              <a:gd name="connsiteX100" fmla="*/ 3812162 w 12192000"/>
              <a:gd name="connsiteY100" fmla="*/ 1875501 h 2237474"/>
              <a:gd name="connsiteX101" fmla="*/ 3758105 w 12192000"/>
              <a:gd name="connsiteY101" fmla="*/ 1871856 h 2237474"/>
              <a:gd name="connsiteX102" fmla="*/ 3715896 w 12192000"/>
              <a:gd name="connsiteY102" fmla="*/ 1881552 h 2237474"/>
              <a:gd name="connsiteX103" fmla="*/ 3567259 w 12192000"/>
              <a:gd name="connsiteY103" fmla="*/ 1893482 h 2237474"/>
              <a:gd name="connsiteX104" fmla="*/ 3405770 w 12192000"/>
              <a:gd name="connsiteY104" fmla="*/ 1904591 h 2237474"/>
              <a:gd name="connsiteX105" fmla="*/ 3280097 w 12192000"/>
              <a:gd name="connsiteY105" fmla="*/ 1919610 h 2237474"/>
              <a:gd name="connsiteX106" fmla="*/ 3009910 w 12192000"/>
              <a:gd name="connsiteY106" fmla="*/ 1957866 h 2237474"/>
              <a:gd name="connsiteX107" fmla="*/ 2995934 w 12192000"/>
              <a:gd name="connsiteY107" fmla="*/ 1967085 h 2237474"/>
              <a:gd name="connsiteX108" fmla="*/ 2942858 w 12192000"/>
              <a:gd name="connsiteY108" fmla="*/ 1981367 h 2237474"/>
              <a:gd name="connsiteX109" fmla="*/ 2875436 w 12192000"/>
              <a:gd name="connsiteY109" fmla="*/ 1996977 h 2237474"/>
              <a:gd name="connsiteX110" fmla="*/ 2874892 w 12192000"/>
              <a:gd name="connsiteY110" fmla="*/ 1996085 h 2237474"/>
              <a:gd name="connsiteX111" fmla="*/ 2843662 w 12192000"/>
              <a:gd name="connsiteY111" fmla="*/ 1992498 h 2237474"/>
              <a:gd name="connsiteX112" fmla="*/ 2718916 w 12192000"/>
              <a:gd name="connsiteY112" fmla="*/ 1990867 h 2237474"/>
              <a:gd name="connsiteX113" fmla="*/ 2713522 w 12192000"/>
              <a:gd name="connsiteY113" fmla="*/ 1990173 h 2237474"/>
              <a:gd name="connsiteX114" fmla="*/ 2476147 w 12192000"/>
              <a:gd name="connsiteY114" fmla="*/ 1998305 h 2237474"/>
              <a:gd name="connsiteX115" fmla="*/ 2373568 w 12192000"/>
              <a:gd name="connsiteY115" fmla="*/ 2003219 h 2237474"/>
              <a:gd name="connsiteX116" fmla="*/ 2287219 w 12192000"/>
              <a:gd name="connsiteY116" fmla="*/ 1998750 h 2237474"/>
              <a:gd name="connsiteX117" fmla="*/ 2243069 w 12192000"/>
              <a:gd name="connsiteY117" fmla="*/ 2005321 h 2237474"/>
              <a:gd name="connsiteX118" fmla="*/ 2164831 w 12192000"/>
              <a:gd name="connsiteY118" fmla="*/ 2010143 h 2237474"/>
              <a:gd name="connsiteX119" fmla="*/ 2085228 w 12192000"/>
              <a:gd name="connsiteY119" fmla="*/ 2046431 h 2237474"/>
              <a:gd name="connsiteX120" fmla="*/ 2058061 w 12192000"/>
              <a:gd name="connsiteY120" fmla="*/ 2047942 h 2237474"/>
              <a:gd name="connsiteX121" fmla="*/ 2042244 w 12192000"/>
              <a:gd name="connsiteY121" fmla="*/ 2055560 h 2237474"/>
              <a:gd name="connsiteX122" fmla="*/ 1877728 w 12192000"/>
              <a:gd name="connsiteY122" fmla="*/ 2101004 h 2237474"/>
              <a:gd name="connsiteX123" fmla="*/ 1759056 w 12192000"/>
              <a:gd name="connsiteY123" fmla="*/ 2125608 h 2237474"/>
              <a:gd name="connsiteX124" fmla="*/ 1637948 w 12192000"/>
              <a:gd name="connsiteY124" fmla="*/ 2172597 h 2237474"/>
              <a:gd name="connsiteX125" fmla="*/ 1434549 w 12192000"/>
              <a:gd name="connsiteY125" fmla="*/ 2234522 h 2237474"/>
              <a:gd name="connsiteX126" fmla="*/ 1398481 w 12192000"/>
              <a:gd name="connsiteY126" fmla="*/ 2237074 h 2237474"/>
              <a:gd name="connsiteX127" fmla="*/ 1398407 w 12192000"/>
              <a:gd name="connsiteY127" fmla="*/ 2237095 h 2237474"/>
              <a:gd name="connsiteX128" fmla="*/ 1370962 w 12192000"/>
              <a:gd name="connsiteY128" fmla="*/ 2237474 h 2237474"/>
              <a:gd name="connsiteX129" fmla="*/ 1356367 w 12192000"/>
              <a:gd name="connsiteY129" fmla="*/ 2235089 h 2237474"/>
              <a:gd name="connsiteX130" fmla="*/ 1279765 w 12192000"/>
              <a:gd name="connsiteY130" fmla="*/ 2229639 h 2237474"/>
              <a:gd name="connsiteX131" fmla="*/ 1195347 w 12192000"/>
              <a:gd name="connsiteY131" fmla="*/ 2212354 h 2237474"/>
              <a:gd name="connsiteX132" fmla="*/ 970251 w 12192000"/>
              <a:gd name="connsiteY132" fmla="*/ 2221029 h 2237474"/>
              <a:gd name="connsiteX133" fmla="*/ 812914 w 12192000"/>
              <a:gd name="connsiteY133" fmla="*/ 2210095 h 2237474"/>
              <a:gd name="connsiteX134" fmla="*/ 776382 w 12192000"/>
              <a:gd name="connsiteY134" fmla="*/ 2204512 h 2237474"/>
              <a:gd name="connsiteX135" fmla="*/ 597225 w 12192000"/>
              <a:gd name="connsiteY135" fmla="*/ 2180999 h 2237474"/>
              <a:gd name="connsiteX136" fmla="*/ 520671 w 12192000"/>
              <a:gd name="connsiteY136" fmla="*/ 2180980 h 2237474"/>
              <a:gd name="connsiteX137" fmla="*/ 515024 w 12192000"/>
              <a:gd name="connsiteY137" fmla="*/ 2179258 h 2237474"/>
              <a:gd name="connsiteX138" fmla="*/ 413835 w 12192000"/>
              <a:gd name="connsiteY138" fmla="*/ 2156783 h 2237474"/>
              <a:gd name="connsiteX139" fmla="*/ 376513 w 12192000"/>
              <a:gd name="connsiteY139" fmla="*/ 2154014 h 2237474"/>
              <a:gd name="connsiteX140" fmla="*/ 273386 w 12192000"/>
              <a:gd name="connsiteY140" fmla="*/ 2142551 h 2237474"/>
              <a:gd name="connsiteX141" fmla="*/ 169207 w 12192000"/>
              <a:gd name="connsiteY141" fmla="*/ 2128100 h 2237474"/>
              <a:gd name="connsiteX142" fmla="*/ 77641 w 12192000"/>
              <a:gd name="connsiteY142" fmla="*/ 2126835 h 2237474"/>
              <a:gd name="connsiteX143" fmla="*/ 37645 w 12192000"/>
              <a:gd name="connsiteY143" fmla="*/ 2115401 h 2237474"/>
              <a:gd name="connsiteX144" fmla="*/ 4572 w 12192000"/>
              <a:gd name="connsiteY144" fmla="*/ 2111091 h 2237474"/>
              <a:gd name="connsiteX145" fmla="*/ 0 w 12192000"/>
              <a:gd name="connsiteY145" fmla="*/ 2110468 h 2237474"/>
              <a:gd name="connsiteX146" fmla="*/ 0 w 12192000"/>
              <a:gd name="connsiteY14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074238 w 12192000"/>
              <a:gd name="connsiteY45" fmla="*/ 1301895 h 2237474"/>
              <a:gd name="connsiteX46" fmla="*/ 7942099 w 12192000"/>
              <a:gd name="connsiteY46" fmla="*/ 1336332 h 2237474"/>
              <a:gd name="connsiteX47" fmla="*/ 7902328 w 12192000"/>
              <a:gd name="connsiteY47" fmla="*/ 1345865 h 2237474"/>
              <a:gd name="connsiteX48" fmla="*/ 7840612 w 12192000"/>
              <a:gd name="connsiteY48" fmla="*/ 1369373 h 2237474"/>
              <a:gd name="connsiteX49" fmla="*/ 7786819 w 12192000"/>
              <a:gd name="connsiteY49" fmla="*/ 1378970 h 2237474"/>
              <a:gd name="connsiteX50" fmla="*/ 7548172 w 12192000"/>
              <a:gd name="connsiteY50" fmla="*/ 1417460 h 2237474"/>
              <a:gd name="connsiteX51" fmla="*/ 7483437 w 12192000"/>
              <a:gd name="connsiteY51" fmla="*/ 1478152 h 2237474"/>
              <a:gd name="connsiteX52" fmla="*/ 7377870 w 12192000"/>
              <a:gd name="connsiteY52" fmla="*/ 1523319 h 2237474"/>
              <a:gd name="connsiteX53" fmla="*/ 7230737 w 12192000"/>
              <a:gd name="connsiteY53" fmla="*/ 1562633 h 2237474"/>
              <a:gd name="connsiteX54" fmla="*/ 7224458 w 12192000"/>
              <a:gd name="connsiteY54" fmla="*/ 1573008 h 2237474"/>
              <a:gd name="connsiteX55" fmla="*/ 7183121 w 12192000"/>
              <a:gd name="connsiteY55" fmla="*/ 1595162 h 2237474"/>
              <a:gd name="connsiteX56" fmla="*/ 7164601 w 12192000"/>
              <a:gd name="connsiteY56" fmla="*/ 1606490 h 2237474"/>
              <a:gd name="connsiteX57" fmla="*/ 6900177 w 12192000"/>
              <a:gd name="connsiteY57" fmla="*/ 1636016 h 2237474"/>
              <a:gd name="connsiteX58" fmla="*/ 6795372 w 12192000"/>
              <a:gd name="connsiteY58" fmla="*/ 1644845 h 2237474"/>
              <a:gd name="connsiteX59" fmla="*/ 6692251 w 12192000"/>
              <a:gd name="connsiteY59" fmla="*/ 1656357 h 2237474"/>
              <a:gd name="connsiteX60" fmla="*/ 6655235 w 12192000"/>
              <a:gd name="connsiteY60" fmla="*/ 1661869 h 2237474"/>
              <a:gd name="connsiteX61" fmla="*/ 6554894 w 12192000"/>
              <a:gd name="connsiteY61" fmla="*/ 1664428 h 2237474"/>
              <a:gd name="connsiteX62" fmla="*/ 6516595 w 12192000"/>
              <a:gd name="connsiteY62" fmla="*/ 1667475 h 2237474"/>
              <a:gd name="connsiteX63" fmla="*/ 6508541 w 12192000"/>
              <a:gd name="connsiteY63" fmla="*/ 1668757 h 2237474"/>
              <a:gd name="connsiteX64" fmla="*/ 6471012 w 12192000"/>
              <a:gd name="connsiteY64" fmla="*/ 1678604 h 2237474"/>
              <a:gd name="connsiteX65" fmla="*/ 6364035 w 12192000"/>
              <a:gd name="connsiteY65" fmla="*/ 1667683 h 2237474"/>
              <a:gd name="connsiteX66" fmla="*/ 6280959 w 12192000"/>
              <a:gd name="connsiteY66" fmla="*/ 1689329 h 2237474"/>
              <a:gd name="connsiteX67" fmla="*/ 6243319 w 12192000"/>
              <a:gd name="connsiteY67" fmla="*/ 1695560 h 2237474"/>
              <a:gd name="connsiteX68" fmla="*/ 6098321 w 12192000"/>
              <a:gd name="connsiteY68" fmla="*/ 1721646 h 2237474"/>
              <a:gd name="connsiteX69" fmla="*/ 5880652 w 12192000"/>
              <a:gd name="connsiteY69" fmla="*/ 1779643 h 2237474"/>
              <a:gd name="connsiteX70" fmla="*/ 5785959 w 12192000"/>
              <a:gd name="connsiteY70" fmla="*/ 1775307 h 2237474"/>
              <a:gd name="connsiteX71" fmla="*/ 5643534 w 12192000"/>
              <a:gd name="connsiteY71" fmla="*/ 1802919 h 2237474"/>
              <a:gd name="connsiteX72" fmla="*/ 5518799 w 12192000"/>
              <a:gd name="connsiteY72" fmla="*/ 1818312 h 2237474"/>
              <a:gd name="connsiteX73" fmla="*/ 5505014 w 12192000"/>
              <a:gd name="connsiteY73" fmla="*/ 1819259 h 2237474"/>
              <a:gd name="connsiteX74" fmla="*/ 5453307 w 12192000"/>
              <a:gd name="connsiteY74" fmla="*/ 1815450 h 2237474"/>
              <a:gd name="connsiteX75" fmla="*/ 5221533 w 12192000"/>
              <a:gd name="connsiteY75" fmla="*/ 1846950 h 2237474"/>
              <a:gd name="connsiteX76" fmla="*/ 5149802 w 12192000"/>
              <a:gd name="connsiteY76" fmla="*/ 1844846 h 2237474"/>
              <a:gd name="connsiteX77" fmla="*/ 5114927 w 12192000"/>
              <a:gd name="connsiteY77" fmla="*/ 1847827 h 2237474"/>
              <a:gd name="connsiteX78" fmla="*/ 5108970 w 12192000"/>
              <a:gd name="connsiteY78" fmla="*/ 1847935 h 2237474"/>
              <a:gd name="connsiteX79" fmla="*/ 5067961 w 12192000"/>
              <a:gd name="connsiteY79" fmla="*/ 1845917 h 2237474"/>
              <a:gd name="connsiteX80" fmla="*/ 5007075 w 12192000"/>
              <a:gd name="connsiteY80" fmla="*/ 1838626 h 2237474"/>
              <a:gd name="connsiteX81" fmla="*/ 4944087 w 12192000"/>
              <a:gd name="connsiteY81" fmla="*/ 1823332 h 2237474"/>
              <a:gd name="connsiteX82" fmla="*/ 4907662 w 12192000"/>
              <a:gd name="connsiteY82" fmla="*/ 1816900 h 2237474"/>
              <a:gd name="connsiteX83" fmla="*/ 4882386 w 12192000"/>
              <a:gd name="connsiteY83" fmla="*/ 1809844 h 2237474"/>
              <a:gd name="connsiteX84" fmla="*/ 4811440 w 12192000"/>
              <a:gd name="connsiteY84" fmla="*/ 1804655 h 2237474"/>
              <a:gd name="connsiteX85" fmla="*/ 4691075 w 12192000"/>
              <a:gd name="connsiteY85" fmla="*/ 1801389 h 2237474"/>
              <a:gd name="connsiteX86" fmla="*/ 4640313 w 12192000"/>
              <a:gd name="connsiteY86" fmla="*/ 1784307 h 2237474"/>
              <a:gd name="connsiteX87" fmla="*/ 4536503 w 12192000"/>
              <a:gd name="connsiteY87" fmla="*/ 1785334 h 2237474"/>
              <a:gd name="connsiteX88" fmla="*/ 4513724 w 12192000"/>
              <a:gd name="connsiteY88" fmla="*/ 1791996 h 2237474"/>
              <a:gd name="connsiteX89" fmla="*/ 4459810 w 12192000"/>
              <a:gd name="connsiteY89" fmla="*/ 1797886 h 2237474"/>
              <a:gd name="connsiteX90" fmla="*/ 4379064 w 12192000"/>
              <a:gd name="connsiteY90" fmla="*/ 1817177 h 2237474"/>
              <a:gd name="connsiteX91" fmla="*/ 4290981 w 12192000"/>
              <a:gd name="connsiteY91" fmla="*/ 1839677 h 2237474"/>
              <a:gd name="connsiteX92" fmla="*/ 4238372 w 12192000"/>
              <a:gd name="connsiteY92" fmla="*/ 1851480 h 2237474"/>
              <a:gd name="connsiteX93" fmla="*/ 4232517 w 12192000"/>
              <a:gd name="connsiteY93" fmla="*/ 1852567 h 2237474"/>
              <a:gd name="connsiteX94" fmla="*/ 4191732 w 12192000"/>
              <a:gd name="connsiteY94" fmla="*/ 1857328 h 2237474"/>
              <a:gd name="connsiteX95" fmla="*/ 4065532 w 12192000"/>
              <a:gd name="connsiteY95" fmla="*/ 1855477 h 2237474"/>
              <a:gd name="connsiteX96" fmla="*/ 4028460 w 12192000"/>
              <a:gd name="connsiteY96" fmla="*/ 1855137 h 2237474"/>
              <a:gd name="connsiteX97" fmla="*/ 4002267 w 12192000"/>
              <a:gd name="connsiteY97" fmla="*/ 1852352 h 2237474"/>
              <a:gd name="connsiteX98" fmla="*/ 3931396 w 12192000"/>
              <a:gd name="connsiteY98" fmla="*/ 1858915 h 2237474"/>
              <a:gd name="connsiteX99" fmla="*/ 3812162 w 12192000"/>
              <a:gd name="connsiteY99" fmla="*/ 1875501 h 2237474"/>
              <a:gd name="connsiteX100" fmla="*/ 3758105 w 12192000"/>
              <a:gd name="connsiteY100" fmla="*/ 1871856 h 2237474"/>
              <a:gd name="connsiteX101" fmla="*/ 3715896 w 12192000"/>
              <a:gd name="connsiteY101" fmla="*/ 1881552 h 2237474"/>
              <a:gd name="connsiteX102" fmla="*/ 3567259 w 12192000"/>
              <a:gd name="connsiteY102" fmla="*/ 1893482 h 2237474"/>
              <a:gd name="connsiteX103" fmla="*/ 3405770 w 12192000"/>
              <a:gd name="connsiteY103" fmla="*/ 1904591 h 2237474"/>
              <a:gd name="connsiteX104" fmla="*/ 3280097 w 12192000"/>
              <a:gd name="connsiteY104" fmla="*/ 1919610 h 2237474"/>
              <a:gd name="connsiteX105" fmla="*/ 3009910 w 12192000"/>
              <a:gd name="connsiteY105" fmla="*/ 1957866 h 2237474"/>
              <a:gd name="connsiteX106" fmla="*/ 2995934 w 12192000"/>
              <a:gd name="connsiteY106" fmla="*/ 1967085 h 2237474"/>
              <a:gd name="connsiteX107" fmla="*/ 2942858 w 12192000"/>
              <a:gd name="connsiteY107" fmla="*/ 1981367 h 2237474"/>
              <a:gd name="connsiteX108" fmla="*/ 2875436 w 12192000"/>
              <a:gd name="connsiteY108" fmla="*/ 1996977 h 2237474"/>
              <a:gd name="connsiteX109" fmla="*/ 2874892 w 12192000"/>
              <a:gd name="connsiteY109" fmla="*/ 1996085 h 2237474"/>
              <a:gd name="connsiteX110" fmla="*/ 2843662 w 12192000"/>
              <a:gd name="connsiteY110" fmla="*/ 1992498 h 2237474"/>
              <a:gd name="connsiteX111" fmla="*/ 2718916 w 12192000"/>
              <a:gd name="connsiteY111" fmla="*/ 1990867 h 2237474"/>
              <a:gd name="connsiteX112" fmla="*/ 2713522 w 12192000"/>
              <a:gd name="connsiteY112" fmla="*/ 1990173 h 2237474"/>
              <a:gd name="connsiteX113" fmla="*/ 2476147 w 12192000"/>
              <a:gd name="connsiteY113" fmla="*/ 1998305 h 2237474"/>
              <a:gd name="connsiteX114" fmla="*/ 2373568 w 12192000"/>
              <a:gd name="connsiteY114" fmla="*/ 2003219 h 2237474"/>
              <a:gd name="connsiteX115" fmla="*/ 2287219 w 12192000"/>
              <a:gd name="connsiteY115" fmla="*/ 1998750 h 2237474"/>
              <a:gd name="connsiteX116" fmla="*/ 2243069 w 12192000"/>
              <a:gd name="connsiteY116" fmla="*/ 2005321 h 2237474"/>
              <a:gd name="connsiteX117" fmla="*/ 2164831 w 12192000"/>
              <a:gd name="connsiteY117" fmla="*/ 2010143 h 2237474"/>
              <a:gd name="connsiteX118" fmla="*/ 2085228 w 12192000"/>
              <a:gd name="connsiteY118" fmla="*/ 2046431 h 2237474"/>
              <a:gd name="connsiteX119" fmla="*/ 2058061 w 12192000"/>
              <a:gd name="connsiteY119" fmla="*/ 2047942 h 2237474"/>
              <a:gd name="connsiteX120" fmla="*/ 2042244 w 12192000"/>
              <a:gd name="connsiteY120" fmla="*/ 2055560 h 2237474"/>
              <a:gd name="connsiteX121" fmla="*/ 1877728 w 12192000"/>
              <a:gd name="connsiteY121" fmla="*/ 2101004 h 2237474"/>
              <a:gd name="connsiteX122" fmla="*/ 1759056 w 12192000"/>
              <a:gd name="connsiteY122" fmla="*/ 2125608 h 2237474"/>
              <a:gd name="connsiteX123" fmla="*/ 1637948 w 12192000"/>
              <a:gd name="connsiteY123" fmla="*/ 2172597 h 2237474"/>
              <a:gd name="connsiteX124" fmla="*/ 1434549 w 12192000"/>
              <a:gd name="connsiteY124" fmla="*/ 2234522 h 2237474"/>
              <a:gd name="connsiteX125" fmla="*/ 1398481 w 12192000"/>
              <a:gd name="connsiteY125" fmla="*/ 2237074 h 2237474"/>
              <a:gd name="connsiteX126" fmla="*/ 1398407 w 12192000"/>
              <a:gd name="connsiteY126" fmla="*/ 2237095 h 2237474"/>
              <a:gd name="connsiteX127" fmla="*/ 1370962 w 12192000"/>
              <a:gd name="connsiteY127" fmla="*/ 2237474 h 2237474"/>
              <a:gd name="connsiteX128" fmla="*/ 1356367 w 12192000"/>
              <a:gd name="connsiteY128" fmla="*/ 2235089 h 2237474"/>
              <a:gd name="connsiteX129" fmla="*/ 1279765 w 12192000"/>
              <a:gd name="connsiteY129" fmla="*/ 2229639 h 2237474"/>
              <a:gd name="connsiteX130" fmla="*/ 1195347 w 12192000"/>
              <a:gd name="connsiteY130" fmla="*/ 2212354 h 2237474"/>
              <a:gd name="connsiteX131" fmla="*/ 970251 w 12192000"/>
              <a:gd name="connsiteY131" fmla="*/ 2221029 h 2237474"/>
              <a:gd name="connsiteX132" fmla="*/ 812914 w 12192000"/>
              <a:gd name="connsiteY132" fmla="*/ 2210095 h 2237474"/>
              <a:gd name="connsiteX133" fmla="*/ 776382 w 12192000"/>
              <a:gd name="connsiteY133" fmla="*/ 2204512 h 2237474"/>
              <a:gd name="connsiteX134" fmla="*/ 597225 w 12192000"/>
              <a:gd name="connsiteY134" fmla="*/ 2180999 h 2237474"/>
              <a:gd name="connsiteX135" fmla="*/ 520671 w 12192000"/>
              <a:gd name="connsiteY135" fmla="*/ 2180980 h 2237474"/>
              <a:gd name="connsiteX136" fmla="*/ 515024 w 12192000"/>
              <a:gd name="connsiteY136" fmla="*/ 2179258 h 2237474"/>
              <a:gd name="connsiteX137" fmla="*/ 413835 w 12192000"/>
              <a:gd name="connsiteY137" fmla="*/ 2156783 h 2237474"/>
              <a:gd name="connsiteX138" fmla="*/ 376513 w 12192000"/>
              <a:gd name="connsiteY138" fmla="*/ 2154014 h 2237474"/>
              <a:gd name="connsiteX139" fmla="*/ 273386 w 12192000"/>
              <a:gd name="connsiteY139" fmla="*/ 2142551 h 2237474"/>
              <a:gd name="connsiteX140" fmla="*/ 169207 w 12192000"/>
              <a:gd name="connsiteY140" fmla="*/ 2128100 h 2237474"/>
              <a:gd name="connsiteX141" fmla="*/ 77641 w 12192000"/>
              <a:gd name="connsiteY141" fmla="*/ 2126835 h 2237474"/>
              <a:gd name="connsiteX142" fmla="*/ 37645 w 12192000"/>
              <a:gd name="connsiteY142" fmla="*/ 2115401 h 2237474"/>
              <a:gd name="connsiteX143" fmla="*/ 4572 w 12192000"/>
              <a:gd name="connsiteY143" fmla="*/ 2111091 h 2237474"/>
              <a:gd name="connsiteX144" fmla="*/ 0 w 12192000"/>
              <a:gd name="connsiteY144" fmla="*/ 2110468 h 2237474"/>
              <a:gd name="connsiteX145" fmla="*/ 0 w 12192000"/>
              <a:gd name="connsiteY14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074238 w 12192000"/>
              <a:gd name="connsiteY44" fmla="*/ 1301895 h 2237474"/>
              <a:gd name="connsiteX45" fmla="*/ 7942099 w 12192000"/>
              <a:gd name="connsiteY45" fmla="*/ 1336332 h 2237474"/>
              <a:gd name="connsiteX46" fmla="*/ 7902328 w 12192000"/>
              <a:gd name="connsiteY46" fmla="*/ 1345865 h 2237474"/>
              <a:gd name="connsiteX47" fmla="*/ 7840612 w 12192000"/>
              <a:gd name="connsiteY47" fmla="*/ 1369373 h 2237474"/>
              <a:gd name="connsiteX48" fmla="*/ 7786819 w 12192000"/>
              <a:gd name="connsiteY48" fmla="*/ 1378970 h 2237474"/>
              <a:gd name="connsiteX49" fmla="*/ 7548172 w 12192000"/>
              <a:gd name="connsiteY49" fmla="*/ 1417460 h 2237474"/>
              <a:gd name="connsiteX50" fmla="*/ 7483437 w 12192000"/>
              <a:gd name="connsiteY50" fmla="*/ 1478152 h 2237474"/>
              <a:gd name="connsiteX51" fmla="*/ 7377870 w 12192000"/>
              <a:gd name="connsiteY51" fmla="*/ 1523319 h 2237474"/>
              <a:gd name="connsiteX52" fmla="*/ 7230737 w 12192000"/>
              <a:gd name="connsiteY52" fmla="*/ 1562633 h 2237474"/>
              <a:gd name="connsiteX53" fmla="*/ 7224458 w 12192000"/>
              <a:gd name="connsiteY53" fmla="*/ 1573008 h 2237474"/>
              <a:gd name="connsiteX54" fmla="*/ 7183121 w 12192000"/>
              <a:gd name="connsiteY54" fmla="*/ 1595162 h 2237474"/>
              <a:gd name="connsiteX55" fmla="*/ 7164601 w 12192000"/>
              <a:gd name="connsiteY55" fmla="*/ 1606490 h 2237474"/>
              <a:gd name="connsiteX56" fmla="*/ 6900177 w 12192000"/>
              <a:gd name="connsiteY56" fmla="*/ 1636016 h 2237474"/>
              <a:gd name="connsiteX57" fmla="*/ 6795372 w 12192000"/>
              <a:gd name="connsiteY57" fmla="*/ 1644845 h 2237474"/>
              <a:gd name="connsiteX58" fmla="*/ 6692251 w 12192000"/>
              <a:gd name="connsiteY58" fmla="*/ 1656357 h 2237474"/>
              <a:gd name="connsiteX59" fmla="*/ 6655235 w 12192000"/>
              <a:gd name="connsiteY59" fmla="*/ 1661869 h 2237474"/>
              <a:gd name="connsiteX60" fmla="*/ 6554894 w 12192000"/>
              <a:gd name="connsiteY60" fmla="*/ 1664428 h 2237474"/>
              <a:gd name="connsiteX61" fmla="*/ 6516595 w 12192000"/>
              <a:gd name="connsiteY61" fmla="*/ 1667475 h 2237474"/>
              <a:gd name="connsiteX62" fmla="*/ 6508541 w 12192000"/>
              <a:gd name="connsiteY62" fmla="*/ 1668757 h 2237474"/>
              <a:gd name="connsiteX63" fmla="*/ 6471012 w 12192000"/>
              <a:gd name="connsiteY63" fmla="*/ 1678604 h 2237474"/>
              <a:gd name="connsiteX64" fmla="*/ 6364035 w 12192000"/>
              <a:gd name="connsiteY64" fmla="*/ 1667683 h 2237474"/>
              <a:gd name="connsiteX65" fmla="*/ 6280959 w 12192000"/>
              <a:gd name="connsiteY65" fmla="*/ 1689329 h 2237474"/>
              <a:gd name="connsiteX66" fmla="*/ 6243319 w 12192000"/>
              <a:gd name="connsiteY66" fmla="*/ 1695560 h 2237474"/>
              <a:gd name="connsiteX67" fmla="*/ 6098321 w 12192000"/>
              <a:gd name="connsiteY67" fmla="*/ 1721646 h 2237474"/>
              <a:gd name="connsiteX68" fmla="*/ 5880652 w 12192000"/>
              <a:gd name="connsiteY68" fmla="*/ 1779643 h 2237474"/>
              <a:gd name="connsiteX69" fmla="*/ 5785959 w 12192000"/>
              <a:gd name="connsiteY69" fmla="*/ 1775307 h 2237474"/>
              <a:gd name="connsiteX70" fmla="*/ 5643534 w 12192000"/>
              <a:gd name="connsiteY70" fmla="*/ 1802919 h 2237474"/>
              <a:gd name="connsiteX71" fmla="*/ 5518799 w 12192000"/>
              <a:gd name="connsiteY71" fmla="*/ 1818312 h 2237474"/>
              <a:gd name="connsiteX72" fmla="*/ 5505014 w 12192000"/>
              <a:gd name="connsiteY72" fmla="*/ 1819259 h 2237474"/>
              <a:gd name="connsiteX73" fmla="*/ 5453307 w 12192000"/>
              <a:gd name="connsiteY73" fmla="*/ 1815450 h 2237474"/>
              <a:gd name="connsiteX74" fmla="*/ 5221533 w 12192000"/>
              <a:gd name="connsiteY74" fmla="*/ 1846950 h 2237474"/>
              <a:gd name="connsiteX75" fmla="*/ 5149802 w 12192000"/>
              <a:gd name="connsiteY75" fmla="*/ 1844846 h 2237474"/>
              <a:gd name="connsiteX76" fmla="*/ 5114927 w 12192000"/>
              <a:gd name="connsiteY76" fmla="*/ 1847827 h 2237474"/>
              <a:gd name="connsiteX77" fmla="*/ 5108970 w 12192000"/>
              <a:gd name="connsiteY77" fmla="*/ 1847935 h 2237474"/>
              <a:gd name="connsiteX78" fmla="*/ 5067961 w 12192000"/>
              <a:gd name="connsiteY78" fmla="*/ 1845917 h 2237474"/>
              <a:gd name="connsiteX79" fmla="*/ 5007075 w 12192000"/>
              <a:gd name="connsiteY79" fmla="*/ 1838626 h 2237474"/>
              <a:gd name="connsiteX80" fmla="*/ 4944087 w 12192000"/>
              <a:gd name="connsiteY80" fmla="*/ 1823332 h 2237474"/>
              <a:gd name="connsiteX81" fmla="*/ 4907662 w 12192000"/>
              <a:gd name="connsiteY81" fmla="*/ 1816900 h 2237474"/>
              <a:gd name="connsiteX82" fmla="*/ 4882386 w 12192000"/>
              <a:gd name="connsiteY82" fmla="*/ 1809844 h 2237474"/>
              <a:gd name="connsiteX83" fmla="*/ 4811440 w 12192000"/>
              <a:gd name="connsiteY83" fmla="*/ 1804655 h 2237474"/>
              <a:gd name="connsiteX84" fmla="*/ 4691075 w 12192000"/>
              <a:gd name="connsiteY84" fmla="*/ 1801389 h 2237474"/>
              <a:gd name="connsiteX85" fmla="*/ 4640313 w 12192000"/>
              <a:gd name="connsiteY85" fmla="*/ 1784307 h 2237474"/>
              <a:gd name="connsiteX86" fmla="*/ 4536503 w 12192000"/>
              <a:gd name="connsiteY86" fmla="*/ 1785334 h 2237474"/>
              <a:gd name="connsiteX87" fmla="*/ 4513724 w 12192000"/>
              <a:gd name="connsiteY87" fmla="*/ 1791996 h 2237474"/>
              <a:gd name="connsiteX88" fmla="*/ 4459810 w 12192000"/>
              <a:gd name="connsiteY88" fmla="*/ 1797886 h 2237474"/>
              <a:gd name="connsiteX89" fmla="*/ 4379064 w 12192000"/>
              <a:gd name="connsiteY89" fmla="*/ 1817177 h 2237474"/>
              <a:gd name="connsiteX90" fmla="*/ 4290981 w 12192000"/>
              <a:gd name="connsiteY90" fmla="*/ 1839677 h 2237474"/>
              <a:gd name="connsiteX91" fmla="*/ 4238372 w 12192000"/>
              <a:gd name="connsiteY91" fmla="*/ 1851480 h 2237474"/>
              <a:gd name="connsiteX92" fmla="*/ 4232517 w 12192000"/>
              <a:gd name="connsiteY92" fmla="*/ 1852567 h 2237474"/>
              <a:gd name="connsiteX93" fmla="*/ 4191732 w 12192000"/>
              <a:gd name="connsiteY93" fmla="*/ 1857328 h 2237474"/>
              <a:gd name="connsiteX94" fmla="*/ 4065532 w 12192000"/>
              <a:gd name="connsiteY94" fmla="*/ 1855477 h 2237474"/>
              <a:gd name="connsiteX95" fmla="*/ 4028460 w 12192000"/>
              <a:gd name="connsiteY95" fmla="*/ 1855137 h 2237474"/>
              <a:gd name="connsiteX96" fmla="*/ 4002267 w 12192000"/>
              <a:gd name="connsiteY96" fmla="*/ 1852352 h 2237474"/>
              <a:gd name="connsiteX97" fmla="*/ 3931396 w 12192000"/>
              <a:gd name="connsiteY97" fmla="*/ 1858915 h 2237474"/>
              <a:gd name="connsiteX98" fmla="*/ 3812162 w 12192000"/>
              <a:gd name="connsiteY98" fmla="*/ 1875501 h 2237474"/>
              <a:gd name="connsiteX99" fmla="*/ 3758105 w 12192000"/>
              <a:gd name="connsiteY99" fmla="*/ 1871856 h 2237474"/>
              <a:gd name="connsiteX100" fmla="*/ 3715896 w 12192000"/>
              <a:gd name="connsiteY100" fmla="*/ 1881552 h 2237474"/>
              <a:gd name="connsiteX101" fmla="*/ 3567259 w 12192000"/>
              <a:gd name="connsiteY101" fmla="*/ 1893482 h 2237474"/>
              <a:gd name="connsiteX102" fmla="*/ 3405770 w 12192000"/>
              <a:gd name="connsiteY102" fmla="*/ 1904591 h 2237474"/>
              <a:gd name="connsiteX103" fmla="*/ 3280097 w 12192000"/>
              <a:gd name="connsiteY103" fmla="*/ 1919610 h 2237474"/>
              <a:gd name="connsiteX104" fmla="*/ 3009910 w 12192000"/>
              <a:gd name="connsiteY104" fmla="*/ 1957866 h 2237474"/>
              <a:gd name="connsiteX105" fmla="*/ 2995934 w 12192000"/>
              <a:gd name="connsiteY105" fmla="*/ 1967085 h 2237474"/>
              <a:gd name="connsiteX106" fmla="*/ 2942858 w 12192000"/>
              <a:gd name="connsiteY106" fmla="*/ 1981367 h 2237474"/>
              <a:gd name="connsiteX107" fmla="*/ 2875436 w 12192000"/>
              <a:gd name="connsiteY107" fmla="*/ 1996977 h 2237474"/>
              <a:gd name="connsiteX108" fmla="*/ 2874892 w 12192000"/>
              <a:gd name="connsiteY108" fmla="*/ 1996085 h 2237474"/>
              <a:gd name="connsiteX109" fmla="*/ 2843662 w 12192000"/>
              <a:gd name="connsiteY109" fmla="*/ 1992498 h 2237474"/>
              <a:gd name="connsiteX110" fmla="*/ 2718916 w 12192000"/>
              <a:gd name="connsiteY110" fmla="*/ 1990867 h 2237474"/>
              <a:gd name="connsiteX111" fmla="*/ 2713522 w 12192000"/>
              <a:gd name="connsiteY111" fmla="*/ 1990173 h 2237474"/>
              <a:gd name="connsiteX112" fmla="*/ 2476147 w 12192000"/>
              <a:gd name="connsiteY112" fmla="*/ 1998305 h 2237474"/>
              <a:gd name="connsiteX113" fmla="*/ 2373568 w 12192000"/>
              <a:gd name="connsiteY113" fmla="*/ 2003219 h 2237474"/>
              <a:gd name="connsiteX114" fmla="*/ 2287219 w 12192000"/>
              <a:gd name="connsiteY114" fmla="*/ 1998750 h 2237474"/>
              <a:gd name="connsiteX115" fmla="*/ 2243069 w 12192000"/>
              <a:gd name="connsiteY115" fmla="*/ 2005321 h 2237474"/>
              <a:gd name="connsiteX116" fmla="*/ 2164831 w 12192000"/>
              <a:gd name="connsiteY116" fmla="*/ 2010143 h 2237474"/>
              <a:gd name="connsiteX117" fmla="*/ 2085228 w 12192000"/>
              <a:gd name="connsiteY117" fmla="*/ 2046431 h 2237474"/>
              <a:gd name="connsiteX118" fmla="*/ 2058061 w 12192000"/>
              <a:gd name="connsiteY118" fmla="*/ 2047942 h 2237474"/>
              <a:gd name="connsiteX119" fmla="*/ 2042244 w 12192000"/>
              <a:gd name="connsiteY119" fmla="*/ 2055560 h 2237474"/>
              <a:gd name="connsiteX120" fmla="*/ 1877728 w 12192000"/>
              <a:gd name="connsiteY120" fmla="*/ 2101004 h 2237474"/>
              <a:gd name="connsiteX121" fmla="*/ 1759056 w 12192000"/>
              <a:gd name="connsiteY121" fmla="*/ 2125608 h 2237474"/>
              <a:gd name="connsiteX122" fmla="*/ 1637948 w 12192000"/>
              <a:gd name="connsiteY122" fmla="*/ 2172597 h 2237474"/>
              <a:gd name="connsiteX123" fmla="*/ 1434549 w 12192000"/>
              <a:gd name="connsiteY123" fmla="*/ 2234522 h 2237474"/>
              <a:gd name="connsiteX124" fmla="*/ 1398481 w 12192000"/>
              <a:gd name="connsiteY124" fmla="*/ 2237074 h 2237474"/>
              <a:gd name="connsiteX125" fmla="*/ 1398407 w 12192000"/>
              <a:gd name="connsiteY125" fmla="*/ 2237095 h 2237474"/>
              <a:gd name="connsiteX126" fmla="*/ 1370962 w 12192000"/>
              <a:gd name="connsiteY126" fmla="*/ 2237474 h 2237474"/>
              <a:gd name="connsiteX127" fmla="*/ 1356367 w 12192000"/>
              <a:gd name="connsiteY127" fmla="*/ 2235089 h 2237474"/>
              <a:gd name="connsiteX128" fmla="*/ 1279765 w 12192000"/>
              <a:gd name="connsiteY128" fmla="*/ 2229639 h 2237474"/>
              <a:gd name="connsiteX129" fmla="*/ 1195347 w 12192000"/>
              <a:gd name="connsiteY129" fmla="*/ 2212354 h 2237474"/>
              <a:gd name="connsiteX130" fmla="*/ 970251 w 12192000"/>
              <a:gd name="connsiteY130" fmla="*/ 2221029 h 2237474"/>
              <a:gd name="connsiteX131" fmla="*/ 812914 w 12192000"/>
              <a:gd name="connsiteY131" fmla="*/ 2210095 h 2237474"/>
              <a:gd name="connsiteX132" fmla="*/ 776382 w 12192000"/>
              <a:gd name="connsiteY132" fmla="*/ 2204512 h 2237474"/>
              <a:gd name="connsiteX133" fmla="*/ 597225 w 12192000"/>
              <a:gd name="connsiteY133" fmla="*/ 2180999 h 2237474"/>
              <a:gd name="connsiteX134" fmla="*/ 520671 w 12192000"/>
              <a:gd name="connsiteY134" fmla="*/ 2180980 h 2237474"/>
              <a:gd name="connsiteX135" fmla="*/ 515024 w 12192000"/>
              <a:gd name="connsiteY135" fmla="*/ 2179258 h 2237474"/>
              <a:gd name="connsiteX136" fmla="*/ 413835 w 12192000"/>
              <a:gd name="connsiteY136" fmla="*/ 2156783 h 2237474"/>
              <a:gd name="connsiteX137" fmla="*/ 376513 w 12192000"/>
              <a:gd name="connsiteY137" fmla="*/ 2154014 h 2237474"/>
              <a:gd name="connsiteX138" fmla="*/ 273386 w 12192000"/>
              <a:gd name="connsiteY138" fmla="*/ 2142551 h 2237474"/>
              <a:gd name="connsiteX139" fmla="*/ 169207 w 12192000"/>
              <a:gd name="connsiteY139" fmla="*/ 2128100 h 2237474"/>
              <a:gd name="connsiteX140" fmla="*/ 77641 w 12192000"/>
              <a:gd name="connsiteY140" fmla="*/ 2126835 h 2237474"/>
              <a:gd name="connsiteX141" fmla="*/ 37645 w 12192000"/>
              <a:gd name="connsiteY141" fmla="*/ 2115401 h 2237474"/>
              <a:gd name="connsiteX142" fmla="*/ 4572 w 12192000"/>
              <a:gd name="connsiteY142" fmla="*/ 2111091 h 2237474"/>
              <a:gd name="connsiteX143" fmla="*/ 0 w 12192000"/>
              <a:gd name="connsiteY143" fmla="*/ 2110468 h 2237474"/>
              <a:gd name="connsiteX144" fmla="*/ 0 w 12192000"/>
              <a:gd name="connsiteY1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074238 w 12192000"/>
              <a:gd name="connsiteY44" fmla="*/ 1301895 h 2237474"/>
              <a:gd name="connsiteX45" fmla="*/ 7942099 w 12192000"/>
              <a:gd name="connsiteY45" fmla="*/ 1336332 h 2237474"/>
              <a:gd name="connsiteX46" fmla="*/ 7902328 w 12192000"/>
              <a:gd name="connsiteY46" fmla="*/ 1345865 h 2237474"/>
              <a:gd name="connsiteX47" fmla="*/ 7840612 w 12192000"/>
              <a:gd name="connsiteY47" fmla="*/ 1369373 h 2237474"/>
              <a:gd name="connsiteX48" fmla="*/ 7786819 w 12192000"/>
              <a:gd name="connsiteY48" fmla="*/ 1378970 h 2237474"/>
              <a:gd name="connsiteX49" fmla="*/ 7548172 w 12192000"/>
              <a:gd name="connsiteY49" fmla="*/ 1417460 h 2237474"/>
              <a:gd name="connsiteX50" fmla="*/ 7483437 w 12192000"/>
              <a:gd name="connsiteY50" fmla="*/ 1478152 h 2237474"/>
              <a:gd name="connsiteX51" fmla="*/ 7377870 w 12192000"/>
              <a:gd name="connsiteY51" fmla="*/ 1523319 h 2237474"/>
              <a:gd name="connsiteX52" fmla="*/ 7230737 w 12192000"/>
              <a:gd name="connsiteY52" fmla="*/ 1562633 h 2237474"/>
              <a:gd name="connsiteX53" fmla="*/ 7224458 w 12192000"/>
              <a:gd name="connsiteY53" fmla="*/ 1573008 h 2237474"/>
              <a:gd name="connsiteX54" fmla="*/ 7183121 w 12192000"/>
              <a:gd name="connsiteY54" fmla="*/ 1595162 h 2237474"/>
              <a:gd name="connsiteX55" fmla="*/ 7164601 w 12192000"/>
              <a:gd name="connsiteY55" fmla="*/ 1606490 h 2237474"/>
              <a:gd name="connsiteX56" fmla="*/ 6900177 w 12192000"/>
              <a:gd name="connsiteY56" fmla="*/ 1636016 h 2237474"/>
              <a:gd name="connsiteX57" fmla="*/ 6795372 w 12192000"/>
              <a:gd name="connsiteY57" fmla="*/ 1644845 h 2237474"/>
              <a:gd name="connsiteX58" fmla="*/ 6692251 w 12192000"/>
              <a:gd name="connsiteY58" fmla="*/ 1656357 h 2237474"/>
              <a:gd name="connsiteX59" fmla="*/ 6655235 w 12192000"/>
              <a:gd name="connsiteY59" fmla="*/ 1661869 h 2237474"/>
              <a:gd name="connsiteX60" fmla="*/ 6554894 w 12192000"/>
              <a:gd name="connsiteY60" fmla="*/ 1664428 h 2237474"/>
              <a:gd name="connsiteX61" fmla="*/ 6516595 w 12192000"/>
              <a:gd name="connsiteY61" fmla="*/ 1667475 h 2237474"/>
              <a:gd name="connsiteX62" fmla="*/ 6508541 w 12192000"/>
              <a:gd name="connsiteY62" fmla="*/ 1668757 h 2237474"/>
              <a:gd name="connsiteX63" fmla="*/ 6471012 w 12192000"/>
              <a:gd name="connsiteY63" fmla="*/ 1678604 h 2237474"/>
              <a:gd name="connsiteX64" fmla="*/ 6364035 w 12192000"/>
              <a:gd name="connsiteY64" fmla="*/ 1667683 h 2237474"/>
              <a:gd name="connsiteX65" fmla="*/ 6280959 w 12192000"/>
              <a:gd name="connsiteY65" fmla="*/ 1689329 h 2237474"/>
              <a:gd name="connsiteX66" fmla="*/ 6243319 w 12192000"/>
              <a:gd name="connsiteY66" fmla="*/ 1695560 h 2237474"/>
              <a:gd name="connsiteX67" fmla="*/ 6098321 w 12192000"/>
              <a:gd name="connsiteY67" fmla="*/ 1721646 h 2237474"/>
              <a:gd name="connsiteX68" fmla="*/ 5880652 w 12192000"/>
              <a:gd name="connsiteY68" fmla="*/ 1779643 h 2237474"/>
              <a:gd name="connsiteX69" fmla="*/ 5785959 w 12192000"/>
              <a:gd name="connsiteY69" fmla="*/ 1775307 h 2237474"/>
              <a:gd name="connsiteX70" fmla="*/ 5643534 w 12192000"/>
              <a:gd name="connsiteY70" fmla="*/ 1802919 h 2237474"/>
              <a:gd name="connsiteX71" fmla="*/ 5518799 w 12192000"/>
              <a:gd name="connsiteY71" fmla="*/ 1818312 h 2237474"/>
              <a:gd name="connsiteX72" fmla="*/ 5505014 w 12192000"/>
              <a:gd name="connsiteY72" fmla="*/ 1819259 h 2237474"/>
              <a:gd name="connsiteX73" fmla="*/ 5453307 w 12192000"/>
              <a:gd name="connsiteY73" fmla="*/ 1815450 h 2237474"/>
              <a:gd name="connsiteX74" fmla="*/ 5221533 w 12192000"/>
              <a:gd name="connsiteY74" fmla="*/ 1846950 h 2237474"/>
              <a:gd name="connsiteX75" fmla="*/ 5149802 w 12192000"/>
              <a:gd name="connsiteY75" fmla="*/ 1844846 h 2237474"/>
              <a:gd name="connsiteX76" fmla="*/ 5114927 w 12192000"/>
              <a:gd name="connsiteY76" fmla="*/ 1847827 h 2237474"/>
              <a:gd name="connsiteX77" fmla="*/ 5108970 w 12192000"/>
              <a:gd name="connsiteY77" fmla="*/ 1847935 h 2237474"/>
              <a:gd name="connsiteX78" fmla="*/ 5067961 w 12192000"/>
              <a:gd name="connsiteY78" fmla="*/ 1845917 h 2237474"/>
              <a:gd name="connsiteX79" fmla="*/ 5007075 w 12192000"/>
              <a:gd name="connsiteY79" fmla="*/ 1838626 h 2237474"/>
              <a:gd name="connsiteX80" fmla="*/ 4944087 w 12192000"/>
              <a:gd name="connsiteY80" fmla="*/ 1823332 h 2237474"/>
              <a:gd name="connsiteX81" fmla="*/ 4907662 w 12192000"/>
              <a:gd name="connsiteY81" fmla="*/ 1816900 h 2237474"/>
              <a:gd name="connsiteX82" fmla="*/ 4882386 w 12192000"/>
              <a:gd name="connsiteY82" fmla="*/ 1809844 h 2237474"/>
              <a:gd name="connsiteX83" fmla="*/ 4811440 w 12192000"/>
              <a:gd name="connsiteY83" fmla="*/ 1804655 h 2237474"/>
              <a:gd name="connsiteX84" fmla="*/ 4691075 w 12192000"/>
              <a:gd name="connsiteY84" fmla="*/ 1801389 h 2237474"/>
              <a:gd name="connsiteX85" fmla="*/ 4640313 w 12192000"/>
              <a:gd name="connsiteY85" fmla="*/ 1784307 h 2237474"/>
              <a:gd name="connsiteX86" fmla="*/ 4536503 w 12192000"/>
              <a:gd name="connsiteY86" fmla="*/ 1785334 h 2237474"/>
              <a:gd name="connsiteX87" fmla="*/ 4513724 w 12192000"/>
              <a:gd name="connsiteY87" fmla="*/ 1791996 h 2237474"/>
              <a:gd name="connsiteX88" fmla="*/ 4459810 w 12192000"/>
              <a:gd name="connsiteY88" fmla="*/ 1797886 h 2237474"/>
              <a:gd name="connsiteX89" fmla="*/ 4379064 w 12192000"/>
              <a:gd name="connsiteY89" fmla="*/ 1817177 h 2237474"/>
              <a:gd name="connsiteX90" fmla="*/ 4290981 w 12192000"/>
              <a:gd name="connsiteY90" fmla="*/ 1839677 h 2237474"/>
              <a:gd name="connsiteX91" fmla="*/ 4238372 w 12192000"/>
              <a:gd name="connsiteY91" fmla="*/ 1851480 h 2237474"/>
              <a:gd name="connsiteX92" fmla="*/ 4232517 w 12192000"/>
              <a:gd name="connsiteY92" fmla="*/ 1852567 h 2237474"/>
              <a:gd name="connsiteX93" fmla="*/ 4191732 w 12192000"/>
              <a:gd name="connsiteY93" fmla="*/ 1857328 h 2237474"/>
              <a:gd name="connsiteX94" fmla="*/ 4065532 w 12192000"/>
              <a:gd name="connsiteY94" fmla="*/ 1855477 h 2237474"/>
              <a:gd name="connsiteX95" fmla="*/ 4028460 w 12192000"/>
              <a:gd name="connsiteY95" fmla="*/ 1855137 h 2237474"/>
              <a:gd name="connsiteX96" fmla="*/ 4002267 w 12192000"/>
              <a:gd name="connsiteY96" fmla="*/ 1852352 h 2237474"/>
              <a:gd name="connsiteX97" fmla="*/ 3931396 w 12192000"/>
              <a:gd name="connsiteY97" fmla="*/ 1858915 h 2237474"/>
              <a:gd name="connsiteX98" fmla="*/ 3812162 w 12192000"/>
              <a:gd name="connsiteY98" fmla="*/ 1875501 h 2237474"/>
              <a:gd name="connsiteX99" fmla="*/ 3758105 w 12192000"/>
              <a:gd name="connsiteY99" fmla="*/ 1871856 h 2237474"/>
              <a:gd name="connsiteX100" fmla="*/ 3715896 w 12192000"/>
              <a:gd name="connsiteY100" fmla="*/ 1881552 h 2237474"/>
              <a:gd name="connsiteX101" fmla="*/ 3567259 w 12192000"/>
              <a:gd name="connsiteY101" fmla="*/ 1893482 h 2237474"/>
              <a:gd name="connsiteX102" fmla="*/ 3405770 w 12192000"/>
              <a:gd name="connsiteY102" fmla="*/ 1904591 h 2237474"/>
              <a:gd name="connsiteX103" fmla="*/ 3280097 w 12192000"/>
              <a:gd name="connsiteY103" fmla="*/ 1919610 h 2237474"/>
              <a:gd name="connsiteX104" fmla="*/ 3009910 w 12192000"/>
              <a:gd name="connsiteY104" fmla="*/ 1957866 h 2237474"/>
              <a:gd name="connsiteX105" fmla="*/ 2995934 w 12192000"/>
              <a:gd name="connsiteY105" fmla="*/ 1967085 h 2237474"/>
              <a:gd name="connsiteX106" fmla="*/ 2942858 w 12192000"/>
              <a:gd name="connsiteY106" fmla="*/ 1981367 h 2237474"/>
              <a:gd name="connsiteX107" fmla="*/ 2875436 w 12192000"/>
              <a:gd name="connsiteY107" fmla="*/ 1996977 h 2237474"/>
              <a:gd name="connsiteX108" fmla="*/ 2874892 w 12192000"/>
              <a:gd name="connsiteY108" fmla="*/ 1996085 h 2237474"/>
              <a:gd name="connsiteX109" fmla="*/ 2843662 w 12192000"/>
              <a:gd name="connsiteY109" fmla="*/ 1992498 h 2237474"/>
              <a:gd name="connsiteX110" fmla="*/ 2718916 w 12192000"/>
              <a:gd name="connsiteY110" fmla="*/ 1990867 h 2237474"/>
              <a:gd name="connsiteX111" fmla="*/ 2713522 w 12192000"/>
              <a:gd name="connsiteY111" fmla="*/ 1990173 h 2237474"/>
              <a:gd name="connsiteX112" fmla="*/ 2476147 w 12192000"/>
              <a:gd name="connsiteY112" fmla="*/ 1998305 h 2237474"/>
              <a:gd name="connsiteX113" fmla="*/ 2373568 w 12192000"/>
              <a:gd name="connsiteY113" fmla="*/ 2003219 h 2237474"/>
              <a:gd name="connsiteX114" fmla="*/ 2287219 w 12192000"/>
              <a:gd name="connsiteY114" fmla="*/ 1998750 h 2237474"/>
              <a:gd name="connsiteX115" fmla="*/ 2243069 w 12192000"/>
              <a:gd name="connsiteY115" fmla="*/ 2005321 h 2237474"/>
              <a:gd name="connsiteX116" fmla="*/ 2164831 w 12192000"/>
              <a:gd name="connsiteY116" fmla="*/ 2010143 h 2237474"/>
              <a:gd name="connsiteX117" fmla="*/ 2085228 w 12192000"/>
              <a:gd name="connsiteY117" fmla="*/ 2046431 h 2237474"/>
              <a:gd name="connsiteX118" fmla="*/ 2058061 w 12192000"/>
              <a:gd name="connsiteY118" fmla="*/ 2047942 h 2237474"/>
              <a:gd name="connsiteX119" fmla="*/ 2042244 w 12192000"/>
              <a:gd name="connsiteY119" fmla="*/ 2055560 h 2237474"/>
              <a:gd name="connsiteX120" fmla="*/ 1877728 w 12192000"/>
              <a:gd name="connsiteY120" fmla="*/ 2101004 h 2237474"/>
              <a:gd name="connsiteX121" fmla="*/ 1759056 w 12192000"/>
              <a:gd name="connsiteY121" fmla="*/ 2125608 h 2237474"/>
              <a:gd name="connsiteX122" fmla="*/ 1637948 w 12192000"/>
              <a:gd name="connsiteY122" fmla="*/ 2172597 h 2237474"/>
              <a:gd name="connsiteX123" fmla="*/ 1434549 w 12192000"/>
              <a:gd name="connsiteY123" fmla="*/ 2234522 h 2237474"/>
              <a:gd name="connsiteX124" fmla="*/ 1398481 w 12192000"/>
              <a:gd name="connsiteY124" fmla="*/ 2237074 h 2237474"/>
              <a:gd name="connsiteX125" fmla="*/ 1398407 w 12192000"/>
              <a:gd name="connsiteY125" fmla="*/ 2237095 h 2237474"/>
              <a:gd name="connsiteX126" fmla="*/ 1370962 w 12192000"/>
              <a:gd name="connsiteY126" fmla="*/ 2237474 h 2237474"/>
              <a:gd name="connsiteX127" fmla="*/ 1356367 w 12192000"/>
              <a:gd name="connsiteY127" fmla="*/ 2235089 h 2237474"/>
              <a:gd name="connsiteX128" fmla="*/ 1279765 w 12192000"/>
              <a:gd name="connsiteY128" fmla="*/ 2229639 h 2237474"/>
              <a:gd name="connsiteX129" fmla="*/ 1195347 w 12192000"/>
              <a:gd name="connsiteY129" fmla="*/ 2212354 h 2237474"/>
              <a:gd name="connsiteX130" fmla="*/ 970251 w 12192000"/>
              <a:gd name="connsiteY130" fmla="*/ 2221029 h 2237474"/>
              <a:gd name="connsiteX131" fmla="*/ 812914 w 12192000"/>
              <a:gd name="connsiteY131" fmla="*/ 2210095 h 2237474"/>
              <a:gd name="connsiteX132" fmla="*/ 776382 w 12192000"/>
              <a:gd name="connsiteY132" fmla="*/ 2204512 h 2237474"/>
              <a:gd name="connsiteX133" fmla="*/ 597225 w 12192000"/>
              <a:gd name="connsiteY133" fmla="*/ 2180999 h 2237474"/>
              <a:gd name="connsiteX134" fmla="*/ 520671 w 12192000"/>
              <a:gd name="connsiteY134" fmla="*/ 2180980 h 2237474"/>
              <a:gd name="connsiteX135" fmla="*/ 515024 w 12192000"/>
              <a:gd name="connsiteY135" fmla="*/ 2179258 h 2237474"/>
              <a:gd name="connsiteX136" fmla="*/ 413835 w 12192000"/>
              <a:gd name="connsiteY136" fmla="*/ 2156783 h 2237474"/>
              <a:gd name="connsiteX137" fmla="*/ 376513 w 12192000"/>
              <a:gd name="connsiteY137" fmla="*/ 2154014 h 2237474"/>
              <a:gd name="connsiteX138" fmla="*/ 273386 w 12192000"/>
              <a:gd name="connsiteY138" fmla="*/ 2142551 h 2237474"/>
              <a:gd name="connsiteX139" fmla="*/ 169207 w 12192000"/>
              <a:gd name="connsiteY139" fmla="*/ 2128100 h 2237474"/>
              <a:gd name="connsiteX140" fmla="*/ 77641 w 12192000"/>
              <a:gd name="connsiteY140" fmla="*/ 2126835 h 2237474"/>
              <a:gd name="connsiteX141" fmla="*/ 37645 w 12192000"/>
              <a:gd name="connsiteY141" fmla="*/ 2115401 h 2237474"/>
              <a:gd name="connsiteX142" fmla="*/ 4572 w 12192000"/>
              <a:gd name="connsiteY142" fmla="*/ 2111091 h 2237474"/>
              <a:gd name="connsiteX143" fmla="*/ 0 w 12192000"/>
              <a:gd name="connsiteY143" fmla="*/ 2110468 h 2237474"/>
              <a:gd name="connsiteX144" fmla="*/ 0 w 12192000"/>
              <a:gd name="connsiteY1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234662 w 12192000"/>
              <a:gd name="connsiteY28" fmla="*/ 1023056 h 2237474"/>
              <a:gd name="connsiteX29" fmla="*/ 9181033 w 12192000"/>
              <a:gd name="connsiteY29" fmla="*/ 1037921 h 2237474"/>
              <a:gd name="connsiteX30" fmla="*/ 9155969 w 12192000"/>
              <a:gd name="connsiteY30" fmla="*/ 1046804 h 2237474"/>
              <a:gd name="connsiteX31" fmla="*/ 9133985 w 12192000"/>
              <a:gd name="connsiteY31" fmla="*/ 1046450 h 2237474"/>
              <a:gd name="connsiteX32" fmla="*/ 9003462 w 12192000"/>
              <a:gd name="connsiteY32" fmla="*/ 1042406 h 2237474"/>
              <a:gd name="connsiteX33" fmla="*/ 8968445 w 12192000"/>
              <a:gd name="connsiteY33" fmla="*/ 1052169 h 2237474"/>
              <a:gd name="connsiteX34" fmla="*/ 8886001 w 12192000"/>
              <a:gd name="connsiteY34" fmla="*/ 1067468 h 2237474"/>
              <a:gd name="connsiteX35" fmla="*/ 8838610 w 12192000"/>
              <a:gd name="connsiteY35" fmla="*/ 1075091 h 2237474"/>
              <a:gd name="connsiteX36" fmla="*/ 8750383 w 12192000"/>
              <a:gd name="connsiteY36" fmla="*/ 1097387 h 2237474"/>
              <a:gd name="connsiteX37" fmla="*/ 8665605 w 12192000"/>
              <a:gd name="connsiteY37" fmla="*/ 1110791 h 2237474"/>
              <a:gd name="connsiteX38" fmla="*/ 8584946 w 12192000"/>
              <a:gd name="connsiteY38" fmla="*/ 1135226 h 2237474"/>
              <a:gd name="connsiteX39" fmla="*/ 8419755 w 12192000"/>
              <a:gd name="connsiteY39" fmla="*/ 1216260 h 2237474"/>
              <a:gd name="connsiteX40" fmla="*/ 8411626 w 12192000"/>
              <a:gd name="connsiteY40" fmla="*/ 1214397 h 2237474"/>
              <a:gd name="connsiteX41" fmla="*/ 8363469 w 12192000"/>
              <a:gd name="connsiteY41" fmla="*/ 1246658 h 2237474"/>
              <a:gd name="connsiteX42" fmla="*/ 8275497 w 12192000"/>
              <a:gd name="connsiteY42" fmla="*/ 1264396 h 2237474"/>
              <a:gd name="connsiteX43" fmla="*/ 8074238 w 12192000"/>
              <a:gd name="connsiteY43" fmla="*/ 1301895 h 2237474"/>
              <a:gd name="connsiteX44" fmla="*/ 7942099 w 12192000"/>
              <a:gd name="connsiteY44" fmla="*/ 1336332 h 2237474"/>
              <a:gd name="connsiteX45" fmla="*/ 7902328 w 12192000"/>
              <a:gd name="connsiteY45" fmla="*/ 1345865 h 2237474"/>
              <a:gd name="connsiteX46" fmla="*/ 7840612 w 12192000"/>
              <a:gd name="connsiteY46" fmla="*/ 1369373 h 2237474"/>
              <a:gd name="connsiteX47" fmla="*/ 7786819 w 12192000"/>
              <a:gd name="connsiteY47" fmla="*/ 1378970 h 2237474"/>
              <a:gd name="connsiteX48" fmla="*/ 7548172 w 12192000"/>
              <a:gd name="connsiteY48" fmla="*/ 1417460 h 2237474"/>
              <a:gd name="connsiteX49" fmla="*/ 7483437 w 12192000"/>
              <a:gd name="connsiteY49" fmla="*/ 1478152 h 2237474"/>
              <a:gd name="connsiteX50" fmla="*/ 7377870 w 12192000"/>
              <a:gd name="connsiteY50" fmla="*/ 1523319 h 2237474"/>
              <a:gd name="connsiteX51" fmla="*/ 7230737 w 12192000"/>
              <a:gd name="connsiteY51" fmla="*/ 1562633 h 2237474"/>
              <a:gd name="connsiteX52" fmla="*/ 7224458 w 12192000"/>
              <a:gd name="connsiteY52" fmla="*/ 1573008 h 2237474"/>
              <a:gd name="connsiteX53" fmla="*/ 7183121 w 12192000"/>
              <a:gd name="connsiteY53" fmla="*/ 1595162 h 2237474"/>
              <a:gd name="connsiteX54" fmla="*/ 7164601 w 12192000"/>
              <a:gd name="connsiteY54" fmla="*/ 1606490 h 2237474"/>
              <a:gd name="connsiteX55" fmla="*/ 6900177 w 12192000"/>
              <a:gd name="connsiteY55" fmla="*/ 1636016 h 2237474"/>
              <a:gd name="connsiteX56" fmla="*/ 6795372 w 12192000"/>
              <a:gd name="connsiteY56" fmla="*/ 1644845 h 2237474"/>
              <a:gd name="connsiteX57" fmla="*/ 6692251 w 12192000"/>
              <a:gd name="connsiteY57" fmla="*/ 1656357 h 2237474"/>
              <a:gd name="connsiteX58" fmla="*/ 6655235 w 12192000"/>
              <a:gd name="connsiteY58" fmla="*/ 1661869 h 2237474"/>
              <a:gd name="connsiteX59" fmla="*/ 6554894 w 12192000"/>
              <a:gd name="connsiteY59" fmla="*/ 1664428 h 2237474"/>
              <a:gd name="connsiteX60" fmla="*/ 6516595 w 12192000"/>
              <a:gd name="connsiteY60" fmla="*/ 1667475 h 2237474"/>
              <a:gd name="connsiteX61" fmla="*/ 6508541 w 12192000"/>
              <a:gd name="connsiteY61" fmla="*/ 1668757 h 2237474"/>
              <a:gd name="connsiteX62" fmla="*/ 6471012 w 12192000"/>
              <a:gd name="connsiteY62" fmla="*/ 1678604 h 2237474"/>
              <a:gd name="connsiteX63" fmla="*/ 6364035 w 12192000"/>
              <a:gd name="connsiteY63" fmla="*/ 1667683 h 2237474"/>
              <a:gd name="connsiteX64" fmla="*/ 6280959 w 12192000"/>
              <a:gd name="connsiteY64" fmla="*/ 1689329 h 2237474"/>
              <a:gd name="connsiteX65" fmla="*/ 6243319 w 12192000"/>
              <a:gd name="connsiteY65" fmla="*/ 1695560 h 2237474"/>
              <a:gd name="connsiteX66" fmla="*/ 6098321 w 12192000"/>
              <a:gd name="connsiteY66" fmla="*/ 1721646 h 2237474"/>
              <a:gd name="connsiteX67" fmla="*/ 5880652 w 12192000"/>
              <a:gd name="connsiteY67" fmla="*/ 1779643 h 2237474"/>
              <a:gd name="connsiteX68" fmla="*/ 5785959 w 12192000"/>
              <a:gd name="connsiteY68" fmla="*/ 1775307 h 2237474"/>
              <a:gd name="connsiteX69" fmla="*/ 5643534 w 12192000"/>
              <a:gd name="connsiteY69" fmla="*/ 1802919 h 2237474"/>
              <a:gd name="connsiteX70" fmla="*/ 5518799 w 12192000"/>
              <a:gd name="connsiteY70" fmla="*/ 1818312 h 2237474"/>
              <a:gd name="connsiteX71" fmla="*/ 5505014 w 12192000"/>
              <a:gd name="connsiteY71" fmla="*/ 1819259 h 2237474"/>
              <a:gd name="connsiteX72" fmla="*/ 5453307 w 12192000"/>
              <a:gd name="connsiteY72" fmla="*/ 1815450 h 2237474"/>
              <a:gd name="connsiteX73" fmla="*/ 5221533 w 12192000"/>
              <a:gd name="connsiteY73" fmla="*/ 1846950 h 2237474"/>
              <a:gd name="connsiteX74" fmla="*/ 5149802 w 12192000"/>
              <a:gd name="connsiteY74" fmla="*/ 1844846 h 2237474"/>
              <a:gd name="connsiteX75" fmla="*/ 5114927 w 12192000"/>
              <a:gd name="connsiteY75" fmla="*/ 1847827 h 2237474"/>
              <a:gd name="connsiteX76" fmla="*/ 5108970 w 12192000"/>
              <a:gd name="connsiteY76" fmla="*/ 1847935 h 2237474"/>
              <a:gd name="connsiteX77" fmla="*/ 5067961 w 12192000"/>
              <a:gd name="connsiteY77" fmla="*/ 1845917 h 2237474"/>
              <a:gd name="connsiteX78" fmla="*/ 5007075 w 12192000"/>
              <a:gd name="connsiteY78" fmla="*/ 1838626 h 2237474"/>
              <a:gd name="connsiteX79" fmla="*/ 4944087 w 12192000"/>
              <a:gd name="connsiteY79" fmla="*/ 1823332 h 2237474"/>
              <a:gd name="connsiteX80" fmla="*/ 4907662 w 12192000"/>
              <a:gd name="connsiteY80" fmla="*/ 1816900 h 2237474"/>
              <a:gd name="connsiteX81" fmla="*/ 4882386 w 12192000"/>
              <a:gd name="connsiteY81" fmla="*/ 1809844 h 2237474"/>
              <a:gd name="connsiteX82" fmla="*/ 4811440 w 12192000"/>
              <a:gd name="connsiteY82" fmla="*/ 1804655 h 2237474"/>
              <a:gd name="connsiteX83" fmla="*/ 4691075 w 12192000"/>
              <a:gd name="connsiteY83" fmla="*/ 1801389 h 2237474"/>
              <a:gd name="connsiteX84" fmla="*/ 4640313 w 12192000"/>
              <a:gd name="connsiteY84" fmla="*/ 1784307 h 2237474"/>
              <a:gd name="connsiteX85" fmla="*/ 4536503 w 12192000"/>
              <a:gd name="connsiteY85" fmla="*/ 1785334 h 2237474"/>
              <a:gd name="connsiteX86" fmla="*/ 4513724 w 12192000"/>
              <a:gd name="connsiteY86" fmla="*/ 1791996 h 2237474"/>
              <a:gd name="connsiteX87" fmla="*/ 4459810 w 12192000"/>
              <a:gd name="connsiteY87" fmla="*/ 1797886 h 2237474"/>
              <a:gd name="connsiteX88" fmla="*/ 4379064 w 12192000"/>
              <a:gd name="connsiteY88" fmla="*/ 1817177 h 2237474"/>
              <a:gd name="connsiteX89" fmla="*/ 4290981 w 12192000"/>
              <a:gd name="connsiteY89" fmla="*/ 1839677 h 2237474"/>
              <a:gd name="connsiteX90" fmla="*/ 4238372 w 12192000"/>
              <a:gd name="connsiteY90" fmla="*/ 1851480 h 2237474"/>
              <a:gd name="connsiteX91" fmla="*/ 4232517 w 12192000"/>
              <a:gd name="connsiteY91" fmla="*/ 1852567 h 2237474"/>
              <a:gd name="connsiteX92" fmla="*/ 4191732 w 12192000"/>
              <a:gd name="connsiteY92" fmla="*/ 1857328 h 2237474"/>
              <a:gd name="connsiteX93" fmla="*/ 4065532 w 12192000"/>
              <a:gd name="connsiteY93" fmla="*/ 1855477 h 2237474"/>
              <a:gd name="connsiteX94" fmla="*/ 4028460 w 12192000"/>
              <a:gd name="connsiteY94" fmla="*/ 1855137 h 2237474"/>
              <a:gd name="connsiteX95" fmla="*/ 4002267 w 12192000"/>
              <a:gd name="connsiteY95" fmla="*/ 1852352 h 2237474"/>
              <a:gd name="connsiteX96" fmla="*/ 3931396 w 12192000"/>
              <a:gd name="connsiteY96" fmla="*/ 1858915 h 2237474"/>
              <a:gd name="connsiteX97" fmla="*/ 3812162 w 12192000"/>
              <a:gd name="connsiteY97" fmla="*/ 1875501 h 2237474"/>
              <a:gd name="connsiteX98" fmla="*/ 3758105 w 12192000"/>
              <a:gd name="connsiteY98" fmla="*/ 1871856 h 2237474"/>
              <a:gd name="connsiteX99" fmla="*/ 3715896 w 12192000"/>
              <a:gd name="connsiteY99" fmla="*/ 1881552 h 2237474"/>
              <a:gd name="connsiteX100" fmla="*/ 3567259 w 12192000"/>
              <a:gd name="connsiteY100" fmla="*/ 1893482 h 2237474"/>
              <a:gd name="connsiteX101" fmla="*/ 3405770 w 12192000"/>
              <a:gd name="connsiteY101" fmla="*/ 1904591 h 2237474"/>
              <a:gd name="connsiteX102" fmla="*/ 3280097 w 12192000"/>
              <a:gd name="connsiteY102" fmla="*/ 1919610 h 2237474"/>
              <a:gd name="connsiteX103" fmla="*/ 3009910 w 12192000"/>
              <a:gd name="connsiteY103" fmla="*/ 1957866 h 2237474"/>
              <a:gd name="connsiteX104" fmla="*/ 2995934 w 12192000"/>
              <a:gd name="connsiteY104" fmla="*/ 1967085 h 2237474"/>
              <a:gd name="connsiteX105" fmla="*/ 2942858 w 12192000"/>
              <a:gd name="connsiteY105" fmla="*/ 1981367 h 2237474"/>
              <a:gd name="connsiteX106" fmla="*/ 2875436 w 12192000"/>
              <a:gd name="connsiteY106" fmla="*/ 1996977 h 2237474"/>
              <a:gd name="connsiteX107" fmla="*/ 2874892 w 12192000"/>
              <a:gd name="connsiteY107" fmla="*/ 1996085 h 2237474"/>
              <a:gd name="connsiteX108" fmla="*/ 2843662 w 12192000"/>
              <a:gd name="connsiteY108" fmla="*/ 1992498 h 2237474"/>
              <a:gd name="connsiteX109" fmla="*/ 2718916 w 12192000"/>
              <a:gd name="connsiteY109" fmla="*/ 1990867 h 2237474"/>
              <a:gd name="connsiteX110" fmla="*/ 2713522 w 12192000"/>
              <a:gd name="connsiteY110" fmla="*/ 1990173 h 2237474"/>
              <a:gd name="connsiteX111" fmla="*/ 2476147 w 12192000"/>
              <a:gd name="connsiteY111" fmla="*/ 1998305 h 2237474"/>
              <a:gd name="connsiteX112" fmla="*/ 2373568 w 12192000"/>
              <a:gd name="connsiteY112" fmla="*/ 2003219 h 2237474"/>
              <a:gd name="connsiteX113" fmla="*/ 2287219 w 12192000"/>
              <a:gd name="connsiteY113" fmla="*/ 1998750 h 2237474"/>
              <a:gd name="connsiteX114" fmla="*/ 2243069 w 12192000"/>
              <a:gd name="connsiteY114" fmla="*/ 2005321 h 2237474"/>
              <a:gd name="connsiteX115" fmla="*/ 2164831 w 12192000"/>
              <a:gd name="connsiteY115" fmla="*/ 2010143 h 2237474"/>
              <a:gd name="connsiteX116" fmla="*/ 2085228 w 12192000"/>
              <a:gd name="connsiteY116" fmla="*/ 2046431 h 2237474"/>
              <a:gd name="connsiteX117" fmla="*/ 2058061 w 12192000"/>
              <a:gd name="connsiteY117" fmla="*/ 2047942 h 2237474"/>
              <a:gd name="connsiteX118" fmla="*/ 2042244 w 12192000"/>
              <a:gd name="connsiteY118" fmla="*/ 2055560 h 2237474"/>
              <a:gd name="connsiteX119" fmla="*/ 1877728 w 12192000"/>
              <a:gd name="connsiteY119" fmla="*/ 2101004 h 2237474"/>
              <a:gd name="connsiteX120" fmla="*/ 1759056 w 12192000"/>
              <a:gd name="connsiteY120" fmla="*/ 2125608 h 2237474"/>
              <a:gd name="connsiteX121" fmla="*/ 1637948 w 12192000"/>
              <a:gd name="connsiteY121" fmla="*/ 2172597 h 2237474"/>
              <a:gd name="connsiteX122" fmla="*/ 1434549 w 12192000"/>
              <a:gd name="connsiteY122" fmla="*/ 2234522 h 2237474"/>
              <a:gd name="connsiteX123" fmla="*/ 1398481 w 12192000"/>
              <a:gd name="connsiteY123" fmla="*/ 2237074 h 2237474"/>
              <a:gd name="connsiteX124" fmla="*/ 1398407 w 12192000"/>
              <a:gd name="connsiteY124" fmla="*/ 2237095 h 2237474"/>
              <a:gd name="connsiteX125" fmla="*/ 1370962 w 12192000"/>
              <a:gd name="connsiteY125" fmla="*/ 2237474 h 2237474"/>
              <a:gd name="connsiteX126" fmla="*/ 1356367 w 12192000"/>
              <a:gd name="connsiteY126" fmla="*/ 2235089 h 2237474"/>
              <a:gd name="connsiteX127" fmla="*/ 1279765 w 12192000"/>
              <a:gd name="connsiteY127" fmla="*/ 2229639 h 2237474"/>
              <a:gd name="connsiteX128" fmla="*/ 1195347 w 12192000"/>
              <a:gd name="connsiteY128" fmla="*/ 2212354 h 2237474"/>
              <a:gd name="connsiteX129" fmla="*/ 970251 w 12192000"/>
              <a:gd name="connsiteY129" fmla="*/ 2221029 h 2237474"/>
              <a:gd name="connsiteX130" fmla="*/ 812914 w 12192000"/>
              <a:gd name="connsiteY130" fmla="*/ 2210095 h 2237474"/>
              <a:gd name="connsiteX131" fmla="*/ 776382 w 12192000"/>
              <a:gd name="connsiteY131" fmla="*/ 2204512 h 2237474"/>
              <a:gd name="connsiteX132" fmla="*/ 597225 w 12192000"/>
              <a:gd name="connsiteY132" fmla="*/ 2180999 h 2237474"/>
              <a:gd name="connsiteX133" fmla="*/ 520671 w 12192000"/>
              <a:gd name="connsiteY133" fmla="*/ 2180980 h 2237474"/>
              <a:gd name="connsiteX134" fmla="*/ 515024 w 12192000"/>
              <a:gd name="connsiteY134" fmla="*/ 2179258 h 2237474"/>
              <a:gd name="connsiteX135" fmla="*/ 413835 w 12192000"/>
              <a:gd name="connsiteY135" fmla="*/ 2156783 h 2237474"/>
              <a:gd name="connsiteX136" fmla="*/ 376513 w 12192000"/>
              <a:gd name="connsiteY136" fmla="*/ 2154014 h 2237474"/>
              <a:gd name="connsiteX137" fmla="*/ 273386 w 12192000"/>
              <a:gd name="connsiteY137" fmla="*/ 2142551 h 2237474"/>
              <a:gd name="connsiteX138" fmla="*/ 169207 w 12192000"/>
              <a:gd name="connsiteY138" fmla="*/ 2128100 h 2237474"/>
              <a:gd name="connsiteX139" fmla="*/ 77641 w 12192000"/>
              <a:gd name="connsiteY139" fmla="*/ 2126835 h 2237474"/>
              <a:gd name="connsiteX140" fmla="*/ 37645 w 12192000"/>
              <a:gd name="connsiteY140" fmla="*/ 2115401 h 2237474"/>
              <a:gd name="connsiteX141" fmla="*/ 4572 w 12192000"/>
              <a:gd name="connsiteY141" fmla="*/ 2111091 h 2237474"/>
              <a:gd name="connsiteX142" fmla="*/ 0 w 12192000"/>
              <a:gd name="connsiteY142" fmla="*/ 2110468 h 2237474"/>
              <a:gd name="connsiteX143" fmla="*/ 0 w 12192000"/>
              <a:gd name="connsiteY1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234662 w 12192000"/>
              <a:gd name="connsiteY28" fmla="*/ 1023056 h 2237474"/>
              <a:gd name="connsiteX29" fmla="*/ 9181033 w 12192000"/>
              <a:gd name="connsiteY29" fmla="*/ 1037921 h 2237474"/>
              <a:gd name="connsiteX30" fmla="*/ 9155969 w 12192000"/>
              <a:gd name="connsiteY30" fmla="*/ 1046804 h 2237474"/>
              <a:gd name="connsiteX31" fmla="*/ 9133985 w 12192000"/>
              <a:gd name="connsiteY31" fmla="*/ 1046450 h 2237474"/>
              <a:gd name="connsiteX32" fmla="*/ 9003462 w 12192000"/>
              <a:gd name="connsiteY32" fmla="*/ 1042406 h 2237474"/>
              <a:gd name="connsiteX33" fmla="*/ 8968445 w 12192000"/>
              <a:gd name="connsiteY33" fmla="*/ 1052169 h 2237474"/>
              <a:gd name="connsiteX34" fmla="*/ 8886001 w 12192000"/>
              <a:gd name="connsiteY34" fmla="*/ 1067468 h 2237474"/>
              <a:gd name="connsiteX35" fmla="*/ 8838610 w 12192000"/>
              <a:gd name="connsiteY35" fmla="*/ 1075091 h 2237474"/>
              <a:gd name="connsiteX36" fmla="*/ 8750383 w 12192000"/>
              <a:gd name="connsiteY36" fmla="*/ 1097387 h 2237474"/>
              <a:gd name="connsiteX37" fmla="*/ 8665605 w 12192000"/>
              <a:gd name="connsiteY37" fmla="*/ 1110791 h 2237474"/>
              <a:gd name="connsiteX38" fmla="*/ 8584946 w 12192000"/>
              <a:gd name="connsiteY38" fmla="*/ 1135226 h 2237474"/>
              <a:gd name="connsiteX39" fmla="*/ 8419755 w 12192000"/>
              <a:gd name="connsiteY39" fmla="*/ 1216260 h 2237474"/>
              <a:gd name="connsiteX40" fmla="*/ 8411626 w 12192000"/>
              <a:gd name="connsiteY40" fmla="*/ 1214397 h 2237474"/>
              <a:gd name="connsiteX41" fmla="*/ 8363469 w 12192000"/>
              <a:gd name="connsiteY41" fmla="*/ 1246658 h 2237474"/>
              <a:gd name="connsiteX42" fmla="*/ 8275497 w 12192000"/>
              <a:gd name="connsiteY42" fmla="*/ 1264396 h 2237474"/>
              <a:gd name="connsiteX43" fmla="*/ 8074238 w 12192000"/>
              <a:gd name="connsiteY43" fmla="*/ 1301895 h 2237474"/>
              <a:gd name="connsiteX44" fmla="*/ 7942099 w 12192000"/>
              <a:gd name="connsiteY44" fmla="*/ 1336332 h 2237474"/>
              <a:gd name="connsiteX45" fmla="*/ 7902328 w 12192000"/>
              <a:gd name="connsiteY45" fmla="*/ 1345865 h 2237474"/>
              <a:gd name="connsiteX46" fmla="*/ 7840612 w 12192000"/>
              <a:gd name="connsiteY46" fmla="*/ 1369373 h 2237474"/>
              <a:gd name="connsiteX47" fmla="*/ 7786819 w 12192000"/>
              <a:gd name="connsiteY47" fmla="*/ 1378970 h 2237474"/>
              <a:gd name="connsiteX48" fmla="*/ 7548172 w 12192000"/>
              <a:gd name="connsiteY48" fmla="*/ 1417460 h 2237474"/>
              <a:gd name="connsiteX49" fmla="*/ 7483437 w 12192000"/>
              <a:gd name="connsiteY49" fmla="*/ 1478152 h 2237474"/>
              <a:gd name="connsiteX50" fmla="*/ 7377870 w 12192000"/>
              <a:gd name="connsiteY50" fmla="*/ 1523319 h 2237474"/>
              <a:gd name="connsiteX51" fmla="*/ 7230737 w 12192000"/>
              <a:gd name="connsiteY51" fmla="*/ 1562633 h 2237474"/>
              <a:gd name="connsiteX52" fmla="*/ 7224458 w 12192000"/>
              <a:gd name="connsiteY52" fmla="*/ 1573008 h 2237474"/>
              <a:gd name="connsiteX53" fmla="*/ 7183121 w 12192000"/>
              <a:gd name="connsiteY53" fmla="*/ 1595162 h 2237474"/>
              <a:gd name="connsiteX54" fmla="*/ 7164601 w 12192000"/>
              <a:gd name="connsiteY54" fmla="*/ 1606490 h 2237474"/>
              <a:gd name="connsiteX55" fmla="*/ 6900177 w 12192000"/>
              <a:gd name="connsiteY55" fmla="*/ 1636016 h 2237474"/>
              <a:gd name="connsiteX56" fmla="*/ 6795372 w 12192000"/>
              <a:gd name="connsiteY56" fmla="*/ 1644845 h 2237474"/>
              <a:gd name="connsiteX57" fmla="*/ 6692251 w 12192000"/>
              <a:gd name="connsiteY57" fmla="*/ 1656357 h 2237474"/>
              <a:gd name="connsiteX58" fmla="*/ 6655235 w 12192000"/>
              <a:gd name="connsiteY58" fmla="*/ 1661869 h 2237474"/>
              <a:gd name="connsiteX59" fmla="*/ 6554894 w 12192000"/>
              <a:gd name="connsiteY59" fmla="*/ 1664428 h 2237474"/>
              <a:gd name="connsiteX60" fmla="*/ 6516595 w 12192000"/>
              <a:gd name="connsiteY60" fmla="*/ 1667475 h 2237474"/>
              <a:gd name="connsiteX61" fmla="*/ 6508541 w 12192000"/>
              <a:gd name="connsiteY61" fmla="*/ 1668757 h 2237474"/>
              <a:gd name="connsiteX62" fmla="*/ 6471012 w 12192000"/>
              <a:gd name="connsiteY62" fmla="*/ 1678604 h 2237474"/>
              <a:gd name="connsiteX63" fmla="*/ 6364035 w 12192000"/>
              <a:gd name="connsiteY63" fmla="*/ 1667683 h 2237474"/>
              <a:gd name="connsiteX64" fmla="*/ 6280959 w 12192000"/>
              <a:gd name="connsiteY64" fmla="*/ 1689329 h 2237474"/>
              <a:gd name="connsiteX65" fmla="*/ 6243319 w 12192000"/>
              <a:gd name="connsiteY65" fmla="*/ 1695560 h 2237474"/>
              <a:gd name="connsiteX66" fmla="*/ 6098321 w 12192000"/>
              <a:gd name="connsiteY66" fmla="*/ 1721646 h 2237474"/>
              <a:gd name="connsiteX67" fmla="*/ 5880652 w 12192000"/>
              <a:gd name="connsiteY67" fmla="*/ 1779643 h 2237474"/>
              <a:gd name="connsiteX68" fmla="*/ 5785959 w 12192000"/>
              <a:gd name="connsiteY68" fmla="*/ 1775307 h 2237474"/>
              <a:gd name="connsiteX69" fmla="*/ 5643534 w 12192000"/>
              <a:gd name="connsiteY69" fmla="*/ 1802919 h 2237474"/>
              <a:gd name="connsiteX70" fmla="*/ 5518799 w 12192000"/>
              <a:gd name="connsiteY70" fmla="*/ 1818312 h 2237474"/>
              <a:gd name="connsiteX71" fmla="*/ 5505014 w 12192000"/>
              <a:gd name="connsiteY71" fmla="*/ 1819259 h 2237474"/>
              <a:gd name="connsiteX72" fmla="*/ 5453307 w 12192000"/>
              <a:gd name="connsiteY72" fmla="*/ 1815450 h 2237474"/>
              <a:gd name="connsiteX73" fmla="*/ 5221533 w 12192000"/>
              <a:gd name="connsiteY73" fmla="*/ 1846950 h 2237474"/>
              <a:gd name="connsiteX74" fmla="*/ 5149802 w 12192000"/>
              <a:gd name="connsiteY74" fmla="*/ 1844846 h 2237474"/>
              <a:gd name="connsiteX75" fmla="*/ 5114927 w 12192000"/>
              <a:gd name="connsiteY75" fmla="*/ 1847827 h 2237474"/>
              <a:gd name="connsiteX76" fmla="*/ 5108970 w 12192000"/>
              <a:gd name="connsiteY76" fmla="*/ 1847935 h 2237474"/>
              <a:gd name="connsiteX77" fmla="*/ 5067961 w 12192000"/>
              <a:gd name="connsiteY77" fmla="*/ 1845917 h 2237474"/>
              <a:gd name="connsiteX78" fmla="*/ 5007075 w 12192000"/>
              <a:gd name="connsiteY78" fmla="*/ 1838626 h 2237474"/>
              <a:gd name="connsiteX79" fmla="*/ 4944087 w 12192000"/>
              <a:gd name="connsiteY79" fmla="*/ 1823332 h 2237474"/>
              <a:gd name="connsiteX80" fmla="*/ 4907662 w 12192000"/>
              <a:gd name="connsiteY80" fmla="*/ 1816900 h 2237474"/>
              <a:gd name="connsiteX81" fmla="*/ 4882386 w 12192000"/>
              <a:gd name="connsiteY81" fmla="*/ 1809844 h 2237474"/>
              <a:gd name="connsiteX82" fmla="*/ 4811440 w 12192000"/>
              <a:gd name="connsiteY82" fmla="*/ 1804655 h 2237474"/>
              <a:gd name="connsiteX83" fmla="*/ 4691075 w 12192000"/>
              <a:gd name="connsiteY83" fmla="*/ 1801389 h 2237474"/>
              <a:gd name="connsiteX84" fmla="*/ 4640313 w 12192000"/>
              <a:gd name="connsiteY84" fmla="*/ 1784307 h 2237474"/>
              <a:gd name="connsiteX85" fmla="*/ 4536503 w 12192000"/>
              <a:gd name="connsiteY85" fmla="*/ 1785334 h 2237474"/>
              <a:gd name="connsiteX86" fmla="*/ 4513724 w 12192000"/>
              <a:gd name="connsiteY86" fmla="*/ 1791996 h 2237474"/>
              <a:gd name="connsiteX87" fmla="*/ 4459810 w 12192000"/>
              <a:gd name="connsiteY87" fmla="*/ 1797886 h 2237474"/>
              <a:gd name="connsiteX88" fmla="*/ 4379064 w 12192000"/>
              <a:gd name="connsiteY88" fmla="*/ 1817177 h 2237474"/>
              <a:gd name="connsiteX89" fmla="*/ 4290981 w 12192000"/>
              <a:gd name="connsiteY89" fmla="*/ 1839677 h 2237474"/>
              <a:gd name="connsiteX90" fmla="*/ 4238372 w 12192000"/>
              <a:gd name="connsiteY90" fmla="*/ 1851480 h 2237474"/>
              <a:gd name="connsiteX91" fmla="*/ 4232517 w 12192000"/>
              <a:gd name="connsiteY91" fmla="*/ 1852567 h 2237474"/>
              <a:gd name="connsiteX92" fmla="*/ 4191732 w 12192000"/>
              <a:gd name="connsiteY92" fmla="*/ 1857328 h 2237474"/>
              <a:gd name="connsiteX93" fmla="*/ 4065532 w 12192000"/>
              <a:gd name="connsiteY93" fmla="*/ 1855477 h 2237474"/>
              <a:gd name="connsiteX94" fmla="*/ 4028460 w 12192000"/>
              <a:gd name="connsiteY94" fmla="*/ 1855137 h 2237474"/>
              <a:gd name="connsiteX95" fmla="*/ 4002267 w 12192000"/>
              <a:gd name="connsiteY95" fmla="*/ 1852352 h 2237474"/>
              <a:gd name="connsiteX96" fmla="*/ 3931396 w 12192000"/>
              <a:gd name="connsiteY96" fmla="*/ 1858915 h 2237474"/>
              <a:gd name="connsiteX97" fmla="*/ 3812162 w 12192000"/>
              <a:gd name="connsiteY97" fmla="*/ 1875501 h 2237474"/>
              <a:gd name="connsiteX98" fmla="*/ 3758105 w 12192000"/>
              <a:gd name="connsiteY98" fmla="*/ 1871856 h 2237474"/>
              <a:gd name="connsiteX99" fmla="*/ 3715896 w 12192000"/>
              <a:gd name="connsiteY99" fmla="*/ 1881552 h 2237474"/>
              <a:gd name="connsiteX100" fmla="*/ 3567259 w 12192000"/>
              <a:gd name="connsiteY100" fmla="*/ 1893482 h 2237474"/>
              <a:gd name="connsiteX101" fmla="*/ 3405770 w 12192000"/>
              <a:gd name="connsiteY101" fmla="*/ 1904591 h 2237474"/>
              <a:gd name="connsiteX102" fmla="*/ 3280097 w 12192000"/>
              <a:gd name="connsiteY102" fmla="*/ 1919610 h 2237474"/>
              <a:gd name="connsiteX103" fmla="*/ 3009910 w 12192000"/>
              <a:gd name="connsiteY103" fmla="*/ 1957866 h 2237474"/>
              <a:gd name="connsiteX104" fmla="*/ 2995934 w 12192000"/>
              <a:gd name="connsiteY104" fmla="*/ 1967085 h 2237474"/>
              <a:gd name="connsiteX105" fmla="*/ 2942858 w 12192000"/>
              <a:gd name="connsiteY105" fmla="*/ 1981367 h 2237474"/>
              <a:gd name="connsiteX106" fmla="*/ 2875436 w 12192000"/>
              <a:gd name="connsiteY106" fmla="*/ 1996977 h 2237474"/>
              <a:gd name="connsiteX107" fmla="*/ 2874892 w 12192000"/>
              <a:gd name="connsiteY107" fmla="*/ 1996085 h 2237474"/>
              <a:gd name="connsiteX108" fmla="*/ 2843662 w 12192000"/>
              <a:gd name="connsiteY108" fmla="*/ 1992498 h 2237474"/>
              <a:gd name="connsiteX109" fmla="*/ 2718916 w 12192000"/>
              <a:gd name="connsiteY109" fmla="*/ 1990867 h 2237474"/>
              <a:gd name="connsiteX110" fmla="*/ 2713522 w 12192000"/>
              <a:gd name="connsiteY110" fmla="*/ 1990173 h 2237474"/>
              <a:gd name="connsiteX111" fmla="*/ 2476147 w 12192000"/>
              <a:gd name="connsiteY111" fmla="*/ 1998305 h 2237474"/>
              <a:gd name="connsiteX112" fmla="*/ 2373568 w 12192000"/>
              <a:gd name="connsiteY112" fmla="*/ 2003219 h 2237474"/>
              <a:gd name="connsiteX113" fmla="*/ 2287219 w 12192000"/>
              <a:gd name="connsiteY113" fmla="*/ 1998750 h 2237474"/>
              <a:gd name="connsiteX114" fmla="*/ 2243069 w 12192000"/>
              <a:gd name="connsiteY114" fmla="*/ 2005321 h 2237474"/>
              <a:gd name="connsiteX115" fmla="*/ 2164831 w 12192000"/>
              <a:gd name="connsiteY115" fmla="*/ 2010143 h 2237474"/>
              <a:gd name="connsiteX116" fmla="*/ 2085228 w 12192000"/>
              <a:gd name="connsiteY116" fmla="*/ 2046431 h 2237474"/>
              <a:gd name="connsiteX117" fmla="*/ 2058061 w 12192000"/>
              <a:gd name="connsiteY117" fmla="*/ 2047942 h 2237474"/>
              <a:gd name="connsiteX118" fmla="*/ 2042244 w 12192000"/>
              <a:gd name="connsiteY118" fmla="*/ 2055560 h 2237474"/>
              <a:gd name="connsiteX119" fmla="*/ 1877728 w 12192000"/>
              <a:gd name="connsiteY119" fmla="*/ 2101004 h 2237474"/>
              <a:gd name="connsiteX120" fmla="*/ 1759056 w 12192000"/>
              <a:gd name="connsiteY120" fmla="*/ 2125608 h 2237474"/>
              <a:gd name="connsiteX121" fmla="*/ 1637948 w 12192000"/>
              <a:gd name="connsiteY121" fmla="*/ 2172597 h 2237474"/>
              <a:gd name="connsiteX122" fmla="*/ 1434549 w 12192000"/>
              <a:gd name="connsiteY122" fmla="*/ 2234522 h 2237474"/>
              <a:gd name="connsiteX123" fmla="*/ 1398481 w 12192000"/>
              <a:gd name="connsiteY123" fmla="*/ 2237074 h 2237474"/>
              <a:gd name="connsiteX124" fmla="*/ 1398407 w 12192000"/>
              <a:gd name="connsiteY124" fmla="*/ 2237095 h 2237474"/>
              <a:gd name="connsiteX125" fmla="*/ 1370962 w 12192000"/>
              <a:gd name="connsiteY125" fmla="*/ 2237474 h 2237474"/>
              <a:gd name="connsiteX126" fmla="*/ 1356367 w 12192000"/>
              <a:gd name="connsiteY126" fmla="*/ 2235089 h 2237474"/>
              <a:gd name="connsiteX127" fmla="*/ 1279765 w 12192000"/>
              <a:gd name="connsiteY127" fmla="*/ 2229639 h 2237474"/>
              <a:gd name="connsiteX128" fmla="*/ 1195347 w 12192000"/>
              <a:gd name="connsiteY128" fmla="*/ 2212354 h 2237474"/>
              <a:gd name="connsiteX129" fmla="*/ 970251 w 12192000"/>
              <a:gd name="connsiteY129" fmla="*/ 2221029 h 2237474"/>
              <a:gd name="connsiteX130" fmla="*/ 812914 w 12192000"/>
              <a:gd name="connsiteY130" fmla="*/ 2210095 h 2237474"/>
              <a:gd name="connsiteX131" fmla="*/ 776382 w 12192000"/>
              <a:gd name="connsiteY131" fmla="*/ 2204512 h 2237474"/>
              <a:gd name="connsiteX132" fmla="*/ 597225 w 12192000"/>
              <a:gd name="connsiteY132" fmla="*/ 2180999 h 2237474"/>
              <a:gd name="connsiteX133" fmla="*/ 520671 w 12192000"/>
              <a:gd name="connsiteY133" fmla="*/ 2180980 h 2237474"/>
              <a:gd name="connsiteX134" fmla="*/ 515024 w 12192000"/>
              <a:gd name="connsiteY134" fmla="*/ 2179258 h 2237474"/>
              <a:gd name="connsiteX135" fmla="*/ 413835 w 12192000"/>
              <a:gd name="connsiteY135" fmla="*/ 2156783 h 2237474"/>
              <a:gd name="connsiteX136" fmla="*/ 376513 w 12192000"/>
              <a:gd name="connsiteY136" fmla="*/ 2154014 h 2237474"/>
              <a:gd name="connsiteX137" fmla="*/ 273386 w 12192000"/>
              <a:gd name="connsiteY137" fmla="*/ 2142551 h 2237474"/>
              <a:gd name="connsiteX138" fmla="*/ 169207 w 12192000"/>
              <a:gd name="connsiteY138" fmla="*/ 2128100 h 2237474"/>
              <a:gd name="connsiteX139" fmla="*/ 77641 w 12192000"/>
              <a:gd name="connsiteY139" fmla="*/ 2126835 h 2237474"/>
              <a:gd name="connsiteX140" fmla="*/ 37645 w 12192000"/>
              <a:gd name="connsiteY140" fmla="*/ 2115401 h 2237474"/>
              <a:gd name="connsiteX141" fmla="*/ 4572 w 12192000"/>
              <a:gd name="connsiteY141" fmla="*/ 2111091 h 2237474"/>
              <a:gd name="connsiteX142" fmla="*/ 0 w 12192000"/>
              <a:gd name="connsiteY142" fmla="*/ 2110468 h 2237474"/>
              <a:gd name="connsiteX143" fmla="*/ 0 w 12192000"/>
              <a:gd name="connsiteY1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181033 w 12192000"/>
              <a:gd name="connsiteY28" fmla="*/ 1037921 h 2237474"/>
              <a:gd name="connsiteX29" fmla="*/ 9155969 w 12192000"/>
              <a:gd name="connsiteY29" fmla="*/ 1046804 h 2237474"/>
              <a:gd name="connsiteX30" fmla="*/ 9133985 w 12192000"/>
              <a:gd name="connsiteY30" fmla="*/ 1046450 h 2237474"/>
              <a:gd name="connsiteX31" fmla="*/ 9003462 w 12192000"/>
              <a:gd name="connsiteY31" fmla="*/ 1042406 h 2237474"/>
              <a:gd name="connsiteX32" fmla="*/ 8968445 w 12192000"/>
              <a:gd name="connsiteY32" fmla="*/ 1052169 h 2237474"/>
              <a:gd name="connsiteX33" fmla="*/ 8886001 w 12192000"/>
              <a:gd name="connsiteY33" fmla="*/ 1067468 h 2237474"/>
              <a:gd name="connsiteX34" fmla="*/ 8838610 w 12192000"/>
              <a:gd name="connsiteY34" fmla="*/ 1075091 h 2237474"/>
              <a:gd name="connsiteX35" fmla="*/ 8750383 w 12192000"/>
              <a:gd name="connsiteY35" fmla="*/ 1097387 h 2237474"/>
              <a:gd name="connsiteX36" fmla="*/ 8665605 w 12192000"/>
              <a:gd name="connsiteY36" fmla="*/ 1110791 h 2237474"/>
              <a:gd name="connsiteX37" fmla="*/ 8584946 w 12192000"/>
              <a:gd name="connsiteY37" fmla="*/ 1135226 h 2237474"/>
              <a:gd name="connsiteX38" fmla="*/ 8419755 w 12192000"/>
              <a:gd name="connsiteY38" fmla="*/ 1216260 h 2237474"/>
              <a:gd name="connsiteX39" fmla="*/ 8411626 w 12192000"/>
              <a:gd name="connsiteY39" fmla="*/ 1214397 h 2237474"/>
              <a:gd name="connsiteX40" fmla="*/ 8363469 w 12192000"/>
              <a:gd name="connsiteY40" fmla="*/ 1246658 h 2237474"/>
              <a:gd name="connsiteX41" fmla="*/ 8275497 w 12192000"/>
              <a:gd name="connsiteY41" fmla="*/ 1264396 h 2237474"/>
              <a:gd name="connsiteX42" fmla="*/ 8074238 w 12192000"/>
              <a:gd name="connsiteY42" fmla="*/ 1301895 h 2237474"/>
              <a:gd name="connsiteX43" fmla="*/ 7942099 w 12192000"/>
              <a:gd name="connsiteY43" fmla="*/ 1336332 h 2237474"/>
              <a:gd name="connsiteX44" fmla="*/ 7902328 w 12192000"/>
              <a:gd name="connsiteY44" fmla="*/ 1345865 h 2237474"/>
              <a:gd name="connsiteX45" fmla="*/ 7840612 w 12192000"/>
              <a:gd name="connsiteY45" fmla="*/ 1369373 h 2237474"/>
              <a:gd name="connsiteX46" fmla="*/ 7786819 w 12192000"/>
              <a:gd name="connsiteY46" fmla="*/ 1378970 h 2237474"/>
              <a:gd name="connsiteX47" fmla="*/ 7548172 w 12192000"/>
              <a:gd name="connsiteY47" fmla="*/ 1417460 h 2237474"/>
              <a:gd name="connsiteX48" fmla="*/ 7483437 w 12192000"/>
              <a:gd name="connsiteY48" fmla="*/ 1478152 h 2237474"/>
              <a:gd name="connsiteX49" fmla="*/ 7377870 w 12192000"/>
              <a:gd name="connsiteY49" fmla="*/ 1523319 h 2237474"/>
              <a:gd name="connsiteX50" fmla="*/ 7230737 w 12192000"/>
              <a:gd name="connsiteY50" fmla="*/ 1562633 h 2237474"/>
              <a:gd name="connsiteX51" fmla="*/ 7224458 w 12192000"/>
              <a:gd name="connsiteY51" fmla="*/ 1573008 h 2237474"/>
              <a:gd name="connsiteX52" fmla="*/ 7183121 w 12192000"/>
              <a:gd name="connsiteY52" fmla="*/ 1595162 h 2237474"/>
              <a:gd name="connsiteX53" fmla="*/ 7164601 w 12192000"/>
              <a:gd name="connsiteY53" fmla="*/ 1606490 h 2237474"/>
              <a:gd name="connsiteX54" fmla="*/ 6900177 w 12192000"/>
              <a:gd name="connsiteY54" fmla="*/ 1636016 h 2237474"/>
              <a:gd name="connsiteX55" fmla="*/ 6795372 w 12192000"/>
              <a:gd name="connsiteY55" fmla="*/ 1644845 h 2237474"/>
              <a:gd name="connsiteX56" fmla="*/ 6692251 w 12192000"/>
              <a:gd name="connsiteY56" fmla="*/ 1656357 h 2237474"/>
              <a:gd name="connsiteX57" fmla="*/ 6655235 w 12192000"/>
              <a:gd name="connsiteY57" fmla="*/ 1661869 h 2237474"/>
              <a:gd name="connsiteX58" fmla="*/ 6554894 w 12192000"/>
              <a:gd name="connsiteY58" fmla="*/ 1664428 h 2237474"/>
              <a:gd name="connsiteX59" fmla="*/ 6516595 w 12192000"/>
              <a:gd name="connsiteY59" fmla="*/ 1667475 h 2237474"/>
              <a:gd name="connsiteX60" fmla="*/ 6508541 w 12192000"/>
              <a:gd name="connsiteY60" fmla="*/ 1668757 h 2237474"/>
              <a:gd name="connsiteX61" fmla="*/ 6471012 w 12192000"/>
              <a:gd name="connsiteY61" fmla="*/ 1678604 h 2237474"/>
              <a:gd name="connsiteX62" fmla="*/ 6364035 w 12192000"/>
              <a:gd name="connsiteY62" fmla="*/ 1667683 h 2237474"/>
              <a:gd name="connsiteX63" fmla="*/ 6280959 w 12192000"/>
              <a:gd name="connsiteY63" fmla="*/ 1689329 h 2237474"/>
              <a:gd name="connsiteX64" fmla="*/ 6243319 w 12192000"/>
              <a:gd name="connsiteY64" fmla="*/ 1695560 h 2237474"/>
              <a:gd name="connsiteX65" fmla="*/ 6098321 w 12192000"/>
              <a:gd name="connsiteY65" fmla="*/ 1721646 h 2237474"/>
              <a:gd name="connsiteX66" fmla="*/ 5880652 w 12192000"/>
              <a:gd name="connsiteY66" fmla="*/ 1779643 h 2237474"/>
              <a:gd name="connsiteX67" fmla="*/ 5785959 w 12192000"/>
              <a:gd name="connsiteY67" fmla="*/ 1775307 h 2237474"/>
              <a:gd name="connsiteX68" fmla="*/ 5643534 w 12192000"/>
              <a:gd name="connsiteY68" fmla="*/ 1802919 h 2237474"/>
              <a:gd name="connsiteX69" fmla="*/ 5518799 w 12192000"/>
              <a:gd name="connsiteY69" fmla="*/ 1818312 h 2237474"/>
              <a:gd name="connsiteX70" fmla="*/ 5505014 w 12192000"/>
              <a:gd name="connsiteY70" fmla="*/ 1819259 h 2237474"/>
              <a:gd name="connsiteX71" fmla="*/ 5453307 w 12192000"/>
              <a:gd name="connsiteY71" fmla="*/ 1815450 h 2237474"/>
              <a:gd name="connsiteX72" fmla="*/ 5221533 w 12192000"/>
              <a:gd name="connsiteY72" fmla="*/ 1846950 h 2237474"/>
              <a:gd name="connsiteX73" fmla="*/ 5149802 w 12192000"/>
              <a:gd name="connsiteY73" fmla="*/ 1844846 h 2237474"/>
              <a:gd name="connsiteX74" fmla="*/ 5114927 w 12192000"/>
              <a:gd name="connsiteY74" fmla="*/ 1847827 h 2237474"/>
              <a:gd name="connsiteX75" fmla="*/ 5108970 w 12192000"/>
              <a:gd name="connsiteY75" fmla="*/ 1847935 h 2237474"/>
              <a:gd name="connsiteX76" fmla="*/ 5067961 w 12192000"/>
              <a:gd name="connsiteY76" fmla="*/ 1845917 h 2237474"/>
              <a:gd name="connsiteX77" fmla="*/ 5007075 w 12192000"/>
              <a:gd name="connsiteY77" fmla="*/ 1838626 h 2237474"/>
              <a:gd name="connsiteX78" fmla="*/ 4944087 w 12192000"/>
              <a:gd name="connsiteY78" fmla="*/ 1823332 h 2237474"/>
              <a:gd name="connsiteX79" fmla="*/ 4907662 w 12192000"/>
              <a:gd name="connsiteY79" fmla="*/ 1816900 h 2237474"/>
              <a:gd name="connsiteX80" fmla="*/ 4882386 w 12192000"/>
              <a:gd name="connsiteY80" fmla="*/ 1809844 h 2237474"/>
              <a:gd name="connsiteX81" fmla="*/ 4811440 w 12192000"/>
              <a:gd name="connsiteY81" fmla="*/ 1804655 h 2237474"/>
              <a:gd name="connsiteX82" fmla="*/ 4691075 w 12192000"/>
              <a:gd name="connsiteY82" fmla="*/ 1801389 h 2237474"/>
              <a:gd name="connsiteX83" fmla="*/ 4640313 w 12192000"/>
              <a:gd name="connsiteY83" fmla="*/ 1784307 h 2237474"/>
              <a:gd name="connsiteX84" fmla="*/ 4536503 w 12192000"/>
              <a:gd name="connsiteY84" fmla="*/ 1785334 h 2237474"/>
              <a:gd name="connsiteX85" fmla="*/ 4513724 w 12192000"/>
              <a:gd name="connsiteY85" fmla="*/ 1791996 h 2237474"/>
              <a:gd name="connsiteX86" fmla="*/ 4459810 w 12192000"/>
              <a:gd name="connsiteY86" fmla="*/ 1797886 h 2237474"/>
              <a:gd name="connsiteX87" fmla="*/ 4379064 w 12192000"/>
              <a:gd name="connsiteY87" fmla="*/ 1817177 h 2237474"/>
              <a:gd name="connsiteX88" fmla="*/ 4290981 w 12192000"/>
              <a:gd name="connsiteY88" fmla="*/ 1839677 h 2237474"/>
              <a:gd name="connsiteX89" fmla="*/ 4238372 w 12192000"/>
              <a:gd name="connsiteY89" fmla="*/ 1851480 h 2237474"/>
              <a:gd name="connsiteX90" fmla="*/ 4232517 w 12192000"/>
              <a:gd name="connsiteY90" fmla="*/ 1852567 h 2237474"/>
              <a:gd name="connsiteX91" fmla="*/ 4191732 w 12192000"/>
              <a:gd name="connsiteY91" fmla="*/ 1857328 h 2237474"/>
              <a:gd name="connsiteX92" fmla="*/ 4065532 w 12192000"/>
              <a:gd name="connsiteY92" fmla="*/ 1855477 h 2237474"/>
              <a:gd name="connsiteX93" fmla="*/ 4028460 w 12192000"/>
              <a:gd name="connsiteY93" fmla="*/ 1855137 h 2237474"/>
              <a:gd name="connsiteX94" fmla="*/ 4002267 w 12192000"/>
              <a:gd name="connsiteY94" fmla="*/ 1852352 h 2237474"/>
              <a:gd name="connsiteX95" fmla="*/ 3931396 w 12192000"/>
              <a:gd name="connsiteY95" fmla="*/ 1858915 h 2237474"/>
              <a:gd name="connsiteX96" fmla="*/ 3812162 w 12192000"/>
              <a:gd name="connsiteY96" fmla="*/ 1875501 h 2237474"/>
              <a:gd name="connsiteX97" fmla="*/ 3758105 w 12192000"/>
              <a:gd name="connsiteY97" fmla="*/ 1871856 h 2237474"/>
              <a:gd name="connsiteX98" fmla="*/ 3715896 w 12192000"/>
              <a:gd name="connsiteY98" fmla="*/ 1881552 h 2237474"/>
              <a:gd name="connsiteX99" fmla="*/ 3567259 w 12192000"/>
              <a:gd name="connsiteY99" fmla="*/ 1893482 h 2237474"/>
              <a:gd name="connsiteX100" fmla="*/ 3405770 w 12192000"/>
              <a:gd name="connsiteY100" fmla="*/ 1904591 h 2237474"/>
              <a:gd name="connsiteX101" fmla="*/ 3280097 w 12192000"/>
              <a:gd name="connsiteY101" fmla="*/ 1919610 h 2237474"/>
              <a:gd name="connsiteX102" fmla="*/ 3009910 w 12192000"/>
              <a:gd name="connsiteY102" fmla="*/ 1957866 h 2237474"/>
              <a:gd name="connsiteX103" fmla="*/ 2995934 w 12192000"/>
              <a:gd name="connsiteY103" fmla="*/ 1967085 h 2237474"/>
              <a:gd name="connsiteX104" fmla="*/ 2942858 w 12192000"/>
              <a:gd name="connsiteY104" fmla="*/ 1981367 h 2237474"/>
              <a:gd name="connsiteX105" fmla="*/ 2875436 w 12192000"/>
              <a:gd name="connsiteY105" fmla="*/ 1996977 h 2237474"/>
              <a:gd name="connsiteX106" fmla="*/ 2874892 w 12192000"/>
              <a:gd name="connsiteY106" fmla="*/ 1996085 h 2237474"/>
              <a:gd name="connsiteX107" fmla="*/ 2843662 w 12192000"/>
              <a:gd name="connsiteY107" fmla="*/ 1992498 h 2237474"/>
              <a:gd name="connsiteX108" fmla="*/ 2718916 w 12192000"/>
              <a:gd name="connsiteY108" fmla="*/ 1990867 h 2237474"/>
              <a:gd name="connsiteX109" fmla="*/ 2713522 w 12192000"/>
              <a:gd name="connsiteY109" fmla="*/ 1990173 h 2237474"/>
              <a:gd name="connsiteX110" fmla="*/ 2476147 w 12192000"/>
              <a:gd name="connsiteY110" fmla="*/ 1998305 h 2237474"/>
              <a:gd name="connsiteX111" fmla="*/ 2373568 w 12192000"/>
              <a:gd name="connsiteY111" fmla="*/ 2003219 h 2237474"/>
              <a:gd name="connsiteX112" fmla="*/ 2287219 w 12192000"/>
              <a:gd name="connsiteY112" fmla="*/ 1998750 h 2237474"/>
              <a:gd name="connsiteX113" fmla="*/ 2243069 w 12192000"/>
              <a:gd name="connsiteY113" fmla="*/ 2005321 h 2237474"/>
              <a:gd name="connsiteX114" fmla="*/ 2164831 w 12192000"/>
              <a:gd name="connsiteY114" fmla="*/ 2010143 h 2237474"/>
              <a:gd name="connsiteX115" fmla="*/ 2085228 w 12192000"/>
              <a:gd name="connsiteY115" fmla="*/ 2046431 h 2237474"/>
              <a:gd name="connsiteX116" fmla="*/ 2058061 w 12192000"/>
              <a:gd name="connsiteY116" fmla="*/ 2047942 h 2237474"/>
              <a:gd name="connsiteX117" fmla="*/ 2042244 w 12192000"/>
              <a:gd name="connsiteY117" fmla="*/ 2055560 h 2237474"/>
              <a:gd name="connsiteX118" fmla="*/ 1877728 w 12192000"/>
              <a:gd name="connsiteY118" fmla="*/ 2101004 h 2237474"/>
              <a:gd name="connsiteX119" fmla="*/ 1759056 w 12192000"/>
              <a:gd name="connsiteY119" fmla="*/ 2125608 h 2237474"/>
              <a:gd name="connsiteX120" fmla="*/ 1637948 w 12192000"/>
              <a:gd name="connsiteY120" fmla="*/ 2172597 h 2237474"/>
              <a:gd name="connsiteX121" fmla="*/ 1434549 w 12192000"/>
              <a:gd name="connsiteY121" fmla="*/ 2234522 h 2237474"/>
              <a:gd name="connsiteX122" fmla="*/ 1398481 w 12192000"/>
              <a:gd name="connsiteY122" fmla="*/ 2237074 h 2237474"/>
              <a:gd name="connsiteX123" fmla="*/ 1398407 w 12192000"/>
              <a:gd name="connsiteY123" fmla="*/ 2237095 h 2237474"/>
              <a:gd name="connsiteX124" fmla="*/ 1370962 w 12192000"/>
              <a:gd name="connsiteY124" fmla="*/ 2237474 h 2237474"/>
              <a:gd name="connsiteX125" fmla="*/ 1356367 w 12192000"/>
              <a:gd name="connsiteY125" fmla="*/ 2235089 h 2237474"/>
              <a:gd name="connsiteX126" fmla="*/ 1279765 w 12192000"/>
              <a:gd name="connsiteY126" fmla="*/ 2229639 h 2237474"/>
              <a:gd name="connsiteX127" fmla="*/ 1195347 w 12192000"/>
              <a:gd name="connsiteY127" fmla="*/ 2212354 h 2237474"/>
              <a:gd name="connsiteX128" fmla="*/ 970251 w 12192000"/>
              <a:gd name="connsiteY128" fmla="*/ 2221029 h 2237474"/>
              <a:gd name="connsiteX129" fmla="*/ 812914 w 12192000"/>
              <a:gd name="connsiteY129" fmla="*/ 2210095 h 2237474"/>
              <a:gd name="connsiteX130" fmla="*/ 776382 w 12192000"/>
              <a:gd name="connsiteY130" fmla="*/ 2204512 h 2237474"/>
              <a:gd name="connsiteX131" fmla="*/ 597225 w 12192000"/>
              <a:gd name="connsiteY131" fmla="*/ 2180999 h 2237474"/>
              <a:gd name="connsiteX132" fmla="*/ 520671 w 12192000"/>
              <a:gd name="connsiteY132" fmla="*/ 2180980 h 2237474"/>
              <a:gd name="connsiteX133" fmla="*/ 515024 w 12192000"/>
              <a:gd name="connsiteY133" fmla="*/ 2179258 h 2237474"/>
              <a:gd name="connsiteX134" fmla="*/ 413835 w 12192000"/>
              <a:gd name="connsiteY134" fmla="*/ 2156783 h 2237474"/>
              <a:gd name="connsiteX135" fmla="*/ 376513 w 12192000"/>
              <a:gd name="connsiteY135" fmla="*/ 2154014 h 2237474"/>
              <a:gd name="connsiteX136" fmla="*/ 273386 w 12192000"/>
              <a:gd name="connsiteY136" fmla="*/ 2142551 h 2237474"/>
              <a:gd name="connsiteX137" fmla="*/ 169207 w 12192000"/>
              <a:gd name="connsiteY137" fmla="*/ 2128100 h 2237474"/>
              <a:gd name="connsiteX138" fmla="*/ 77641 w 12192000"/>
              <a:gd name="connsiteY138" fmla="*/ 2126835 h 2237474"/>
              <a:gd name="connsiteX139" fmla="*/ 37645 w 12192000"/>
              <a:gd name="connsiteY139" fmla="*/ 2115401 h 2237474"/>
              <a:gd name="connsiteX140" fmla="*/ 4572 w 12192000"/>
              <a:gd name="connsiteY140" fmla="*/ 2111091 h 2237474"/>
              <a:gd name="connsiteX141" fmla="*/ 0 w 12192000"/>
              <a:gd name="connsiteY141" fmla="*/ 2110468 h 2237474"/>
              <a:gd name="connsiteX142" fmla="*/ 0 w 12192000"/>
              <a:gd name="connsiteY1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188177 w 12192000"/>
              <a:gd name="connsiteY28" fmla="*/ 1035474 h 2237474"/>
              <a:gd name="connsiteX29" fmla="*/ 9155969 w 12192000"/>
              <a:gd name="connsiteY29" fmla="*/ 1046804 h 2237474"/>
              <a:gd name="connsiteX30" fmla="*/ 9133985 w 12192000"/>
              <a:gd name="connsiteY30" fmla="*/ 1046450 h 2237474"/>
              <a:gd name="connsiteX31" fmla="*/ 9003462 w 12192000"/>
              <a:gd name="connsiteY31" fmla="*/ 1042406 h 2237474"/>
              <a:gd name="connsiteX32" fmla="*/ 8968445 w 12192000"/>
              <a:gd name="connsiteY32" fmla="*/ 1052169 h 2237474"/>
              <a:gd name="connsiteX33" fmla="*/ 8886001 w 12192000"/>
              <a:gd name="connsiteY33" fmla="*/ 1067468 h 2237474"/>
              <a:gd name="connsiteX34" fmla="*/ 8838610 w 12192000"/>
              <a:gd name="connsiteY34" fmla="*/ 1075091 h 2237474"/>
              <a:gd name="connsiteX35" fmla="*/ 8750383 w 12192000"/>
              <a:gd name="connsiteY35" fmla="*/ 1097387 h 2237474"/>
              <a:gd name="connsiteX36" fmla="*/ 8665605 w 12192000"/>
              <a:gd name="connsiteY36" fmla="*/ 1110791 h 2237474"/>
              <a:gd name="connsiteX37" fmla="*/ 8584946 w 12192000"/>
              <a:gd name="connsiteY37" fmla="*/ 1135226 h 2237474"/>
              <a:gd name="connsiteX38" fmla="*/ 8419755 w 12192000"/>
              <a:gd name="connsiteY38" fmla="*/ 1216260 h 2237474"/>
              <a:gd name="connsiteX39" fmla="*/ 8411626 w 12192000"/>
              <a:gd name="connsiteY39" fmla="*/ 1214397 h 2237474"/>
              <a:gd name="connsiteX40" fmla="*/ 8363469 w 12192000"/>
              <a:gd name="connsiteY40" fmla="*/ 1246658 h 2237474"/>
              <a:gd name="connsiteX41" fmla="*/ 8275497 w 12192000"/>
              <a:gd name="connsiteY41" fmla="*/ 1264396 h 2237474"/>
              <a:gd name="connsiteX42" fmla="*/ 8074238 w 12192000"/>
              <a:gd name="connsiteY42" fmla="*/ 1301895 h 2237474"/>
              <a:gd name="connsiteX43" fmla="*/ 7942099 w 12192000"/>
              <a:gd name="connsiteY43" fmla="*/ 1336332 h 2237474"/>
              <a:gd name="connsiteX44" fmla="*/ 7902328 w 12192000"/>
              <a:gd name="connsiteY44" fmla="*/ 1345865 h 2237474"/>
              <a:gd name="connsiteX45" fmla="*/ 7840612 w 12192000"/>
              <a:gd name="connsiteY45" fmla="*/ 1369373 h 2237474"/>
              <a:gd name="connsiteX46" fmla="*/ 7786819 w 12192000"/>
              <a:gd name="connsiteY46" fmla="*/ 1378970 h 2237474"/>
              <a:gd name="connsiteX47" fmla="*/ 7548172 w 12192000"/>
              <a:gd name="connsiteY47" fmla="*/ 1417460 h 2237474"/>
              <a:gd name="connsiteX48" fmla="*/ 7483437 w 12192000"/>
              <a:gd name="connsiteY48" fmla="*/ 1478152 h 2237474"/>
              <a:gd name="connsiteX49" fmla="*/ 7377870 w 12192000"/>
              <a:gd name="connsiteY49" fmla="*/ 1523319 h 2237474"/>
              <a:gd name="connsiteX50" fmla="*/ 7230737 w 12192000"/>
              <a:gd name="connsiteY50" fmla="*/ 1562633 h 2237474"/>
              <a:gd name="connsiteX51" fmla="*/ 7224458 w 12192000"/>
              <a:gd name="connsiteY51" fmla="*/ 1573008 h 2237474"/>
              <a:gd name="connsiteX52" fmla="*/ 7183121 w 12192000"/>
              <a:gd name="connsiteY52" fmla="*/ 1595162 h 2237474"/>
              <a:gd name="connsiteX53" fmla="*/ 7164601 w 12192000"/>
              <a:gd name="connsiteY53" fmla="*/ 1606490 h 2237474"/>
              <a:gd name="connsiteX54" fmla="*/ 6900177 w 12192000"/>
              <a:gd name="connsiteY54" fmla="*/ 1636016 h 2237474"/>
              <a:gd name="connsiteX55" fmla="*/ 6795372 w 12192000"/>
              <a:gd name="connsiteY55" fmla="*/ 1644845 h 2237474"/>
              <a:gd name="connsiteX56" fmla="*/ 6692251 w 12192000"/>
              <a:gd name="connsiteY56" fmla="*/ 1656357 h 2237474"/>
              <a:gd name="connsiteX57" fmla="*/ 6655235 w 12192000"/>
              <a:gd name="connsiteY57" fmla="*/ 1661869 h 2237474"/>
              <a:gd name="connsiteX58" fmla="*/ 6554894 w 12192000"/>
              <a:gd name="connsiteY58" fmla="*/ 1664428 h 2237474"/>
              <a:gd name="connsiteX59" fmla="*/ 6516595 w 12192000"/>
              <a:gd name="connsiteY59" fmla="*/ 1667475 h 2237474"/>
              <a:gd name="connsiteX60" fmla="*/ 6508541 w 12192000"/>
              <a:gd name="connsiteY60" fmla="*/ 1668757 h 2237474"/>
              <a:gd name="connsiteX61" fmla="*/ 6471012 w 12192000"/>
              <a:gd name="connsiteY61" fmla="*/ 1678604 h 2237474"/>
              <a:gd name="connsiteX62" fmla="*/ 6364035 w 12192000"/>
              <a:gd name="connsiteY62" fmla="*/ 1667683 h 2237474"/>
              <a:gd name="connsiteX63" fmla="*/ 6280959 w 12192000"/>
              <a:gd name="connsiteY63" fmla="*/ 1689329 h 2237474"/>
              <a:gd name="connsiteX64" fmla="*/ 6243319 w 12192000"/>
              <a:gd name="connsiteY64" fmla="*/ 1695560 h 2237474"/>
              <a:gd name="connsiteX65" fmla="*/ 6098321 w 12192000"/>
              <a:gd name="connsiteY65" fmla="*/ 1721646 h 2237474"/>
              <a:gd name="connsiteX66" fmla="*/ 5880652 w 12192000"/>
              <a:gd name="connsiteY66" fmla="*/ 1779643 h 2237474"/>
              <a:gd name="connsiteX67" fmla="*/ 5785959 w 12192000"/>
              <a:gd name="connsiteY67" fmla="*/ 1775307 h 2237474"/>
              <a:gd name="connsiteX68" fmla="*/ 5643534 w 12192000"/>
              <a:gd name="connsiteY68" fmla="*/ 1802919 h 2237474"/>
              <a:gd name="connsiteX69" fmla="*/ 5518799 w 12192000"/>
              <a:gd name="connsiteY69" fmla="*/ 1818312 h 2237474"/>
              <a:gd name="connsiteX70" fmla="*/ 5505014 w 12192000"/>
              <a:gd name="connsiteY70" fmla="*/ 1819259 h 2237474"/>
              <a:gd name="connsiteX71" fmla="*/ 5453307 w 12192000"/>
              <a:gd name="connsiteY71" fmla="*/ 1815450 h 2237474"/>
              <a:gd name="connsiteX72" fmla="*/ 5221533 w 12192000"/>
              <a:gd name="connsiteY72" fmla="*/ 1846950 h 2237474"/>
              <a:gd name="connsiteX73" fmla="*/ 5149802 w 12192000"/>
              <a:gd name="connsiteY73" fmla="*/ 1844846 h 2237474"/>
              <a:gd name="connsiteX74" fmla="*/ 5114927 w 12192000"/>
              <a:gd name="connsiteY74" fmla="*/ 1847827 h 2237474"/>
              <a:gd name="connsiteX75" fmla="*/ 5108970 w 12192000"/>
              <a:gd name="connsiteY75" fmla="*/ 1847935 h 2237474"/>
              <a:gd name="connsiteX76" fmla="*/ 5067961 w 12192000"/>
              <a:gd name="connsiteY76" fmla="*/ 1845917 h 2237474"/>
              <a:gd name="connsiteX77" fmla="*/ 5007075 w 12192000"/>
              <a:gd name="connsiteY77" fmla="*/ 1838626 h 2237474"/>
              <a:gd name="connsiteX78" fmla="*/ 4944087 w 12192000"/>
              <a:gd name="connsiteY78" fmla="*/ 1823332 h 2237474"/>
              <a:gd name="connsiteX79" fmla="*/ 4907662 w 12192000"/>
              <a:gd name="connsiteY79" fmla="*/ 1816900 h 2237474"/>
              <a:gd name="connsiteX80" fmla="*/ 4882386 w 12192000"/>
              <a:gd name="connsiteY80" fmla="*/ 1809844 h 2237474"/>
              <a:gd name="connsiteX81" fmla="*/ 4811440 w 12192000"/>
              <a:gd name="connsiteY81" fmla="*/ 1804655 h 2237474"/>
              <a:gd name="connsiteX82" fmla="*/ 4691075 w 12192000"/>
              <a:gd name="connsiteY82" fmla="*/ 1801389 h 2237474"/>
              <a:gd name="connsiteX83" fmla="*/ 4640313 w 12192000"/>
              <a:gd name="connsiteY83" fmla="*/ 1784307 h 2237474"/>
              <a:gd name="connsiteX84" fmla="*/ 4536503 w 12192000"/>
              <a:gd name="connsiteY84" fmla="*/ 1785334 h 2237474"/>
              <a:gd name="connsiteX85" fmla="*/ 4513724 w 12192000"/>
              <a:gd name="connsiteY85" fmla="*/ 1791996 h 2237474"/>
              <a:gd name="connsiteX86" fmla="*/ 4459810 w 12192000"/>
              <a:gd name="connsiteY86" fmla="*/ 1797886 h 2237474"/>
              <a:gd name="connsiteX87" fmla="*/ 4379064 w 12192000"/>
              <a:gd name="connsiteY87" fmla="*/ 1817177 h 2237474"/>
              <a:gd name="connsiteX88" fmla="*/ 4290981 w 12192000"/>
              <a:gd name="connsiteY88" fmla="*/ 1839677 h 2237474"/>
              <a:gd name="connsiteX89" fmla="*/ 4238372 w 12192000"/>
              <a:gd name="connsiteY89" fmla="*/ 1851480 h 2237474"/>
              <a:gd name="connsiteX90" fmla="*/ 4232517 w 12192000"/>
              <a:gd name="connsiteY90" fmla="*/ 1852567 h 2237474"/>
              <a:gd name="connsiteX91" fmla="*/ 4191732 w 12192000"/>
              <a:gd name="connsiteY91" fmla="*/ 1857328 h 2237474"/>
              <a:gd name="connsiteX92" fmla="*/ 4065532 w 12192000"/>
              <a:gd name="connsiteY92" fmla="*/ 1855477 h 2237474"/>
              <a:gd name="connsiteX93" fmla="*/ 4028460 w 12192000"/>
              <a:gd name="connsiteY93" fmla="*/ 1855137 h 2237474"/>
              <a:gd name="connsiteX94" fmla="*/ 4002267 w 12192000"/>
              <a:gd name="connsiteY94" fmla="*/ 1852352 h 2237474"/>
              <a:gd name="connsiteX95" fmla="*/ 3931396 w 12192000"/>
              <a:gd name="connsiteY95" fmla="*/ 1858915 h 2237474"/>
              <a:gd name="connsiteX96" fmla="*/ 3812162 w 12192000"/>
              <a:gd name="connsiteY96" fmla="*/ 1875501 h 2237474"/>
              <a:gd name="connsiteX97" fmla="*/ 3758105 w 12192000"/>
              <a:gd name="connsiteY97" fmla="*/ 1871856 h 2237474"/>
              <a:gd name="connsiteX98" fmla="*/ 3715896 w 12192000"/>
              <a:gd name="connsiteY98" fmla="*/ 1881552 h 2237474"/>
              <a:gd name="connsiteX99" fmla="*/ 3567259 w 12192000"/>
              <a:gd name="connsiteY99" fmla="*/ 1893482 h 2237474"/>
              <a:gd name="connsiteX100" fmla="*/ 3405770 w 12192000"/>
              <a:gd name="connsiteY100" fmla="*/ 1904591 h 2237474"/>
              <a:gd name="connsiteX101" fmla="*/ 3280097 w 12192000"/>
              <a:gd name="connsiteY101" fmla="*/ 1919610 h 2237474"/>
              <a:gd name="connsiteX102" fmla="*/ 3009910 w 12192000"/>
              <a:gd name="connsiteY102" fmla="*/ 1957866 h 2237474"/>
              <a:gd name="connsiteX103" fmla="*/ 2995934 w 12192000"/>
              <a:gd name="connsiteY103" fmla="*/ 1967085 h 2237474"/>
              <a:gd name="connsiteX104" fmla="*/ 2942858 w 12192000"/>
              <a:gd name="connsiteY104" fmla="*/ 1981367 h 2237474"/>
              <a:gd name="connsiteX105" fmla="*/ 2875436 w 12192000"/>
              <a:gd name="connsiteY105" fmla="*/ 1996977 h 2237474"/>
              <a:gd name="connsiteX106" fmla="*/ 2874892 w 12192000"/>
              <a:gd name="connsiteY106" fmla="*/ 1996085 h 2237474"/>
              <a:gd name="connsiteX107" fmla="*/ 2843662 w 12192000"/>
              <a:gd name="connsiteY107" fmla="*/ 1992498 h 2237474"/>
              <a:gd name="connsiteX108" fmla="*/ 2718916 w 12192000"/>
              <a:gd name="connsiteY108" fmla="*/ 1990867 h 2237474"/>
              <a:gd name="connsiteX109" fmla="*/ 2713522 w 12192000"/>
              <a:gd name="connsiteY109" fmla="*/ 1990173 h 2237474"/>
              <a:gd name="connsiteX110" fmla="*/ 2476147 w 12192000"/>
              <a:gd name="connsiteY110" fmla="*/ 1998305 h 2237474"/>
              <a:gd name="connsiteX111" fmla="*/ 2373568 w 12192000"/>
              <a:gd name="connsiteY111" fmla="*/ 2003219 h 2237474"/>
              <a:gd name="connsiteX112" fmla="*/ 2287219 w 12192000"/>
              <a:gd name="connsiteY112" fmla="*/ 1998750 h 2237474"/>
              <a:gd name="connsiteX113" fmla="*/ 2243069 w 12192000"/>
              <a:gd name="connsiteY113" fmla="*/ 2005321 h 2237474"/>
              <a:gd name="connsiteX114" fmla="*/ 2164831 w 12192000"/>
              <a:gd name="connsiteY114" fmla="*/ 2010143 h 2237474"/>
              <a:gd name="connsiteX115" fmla="*/ 2085228 w 12192000"/>
              <a:gd name="connsiteY115" fmla="*/ 2046431 h 2237474"/>
              <a:gd name="connsiteX116" fmla="*/ 2058061 w 12192000"/>
              <a:gd name="connsiteY116" fmla="*/ 2047942 h 2237474"/>
              <a:gd name="connsiteX117" fmla="*/ 2042244 w 12192000"/>
              <a:gd name="connsiteY117" fmla="*/ 2055560 h 2237474"/>
              <a:gd name="connsiteX118" fmla="*/ 1877728 w 12192000"/>
              <a:gd name="connsiteY118" fmla="*/ 2101004 h 2237474"/>
              <a:gd name="connsiteX119" fmla="*/ 1759056 w 12192000"/>
              <a:gd name="connsiteY119" fmla="*/ 2125608 h 2237474"/>
              <a:gd name="connsiteX120" fmla="*/ 1637948 w 12192000"/>
              <a:gd name="connsiteY120" fmla="*/ 2172597 h 2237474"/>
              <a:gd name="connsiteX121" fmla="*/ 1434549 w 12192000"/>
              <a:gd name="connsiteY121" fmla="*/ 2234522 h 2237474"/>
              <a:gd name="connsiteX122" fmla="*/ 1398481 w 12192000"/>
              <a:gd name="connsiteY122" fmla="*/ 2237074 h 2237474"/>
              <a:gd name="connsiteX123" fmla="*/ 1398407 w 12192000"/>
              <a:gd name="connsiteY123" fmla="*/ 2237095 h 2237474"/>
              <a:gd name="connsiteX124" fmla="*/ 1370962 w 12192000"/>
              <a:gd name="connsiteY124" fmla="*/ 2237474 h 2237474"/>
              <a:gd name="connsiteX125" fmla="*/ 1356367 w 12192000"/>
              <a:gd name="connsiteY125" fmla="*/ 2235089 h 2237474"/>
              <a:gd name="connsiteX126" fmla="*/ 1279765 w 12192000"/>
              <a:gd name="connsiteY126" fmla="*/ 2229639 h 2237474"/>
              <a:gd name="connsiteX127" fmla="*/ 1195347 w 12192000"/>
              <a:gd name="connsiteY127" fmla="*/ 2212354 h 2237474"/>
              <a:gd name="connsiteX128" fmla="*/ 970251 w 12192000"/>
              <a:gd name="connsiteY128" fmla="*/ 2221029 h 2237474"/>
              <a:gd name="connsiteX129" fmla="*/ 812914 w 12192000"/>
              <a:gd name="connsiteY129" fmla="*/ 2210095 h 2237474"/>
              <a:gd name="connsiteX130" fmla="*/ 776382 w 12192000"/>
              <a:gd name="connsiteY130" fmla="*/ 2204512 h 2237474"/>
              <a:gd name="connsiteX131" fmla="*/ 597225 w 12192000"/>
              <a:gd name="connsiteY131" fmla="*/ 2180999 h 2237474"/>
              <a:gd name="connsiteX132" fmla="*/ 520671 w 12192000"/>
              <a:gd name="connsiteY132" fmla="*/ 2180980 h 2237474"/>
              <a:gd name="connsiteX133" fmla="*/ 515024 w 12192000"/>
              <a:gd name="connsiteY133" fmla="*/ 2179258 h 2237474"/>
              <a:gd name="connsiteX134" fmla="*/ 413835 w 12192000"/>
              <a:gd name="connsiteY134" fmla="*/ 2156783 h 2237474"/>
              <a:gd name="connsiteX135" fmla="*/ 376513 w 12192000"/>
              <a:gd name="connsiteY135" fmla="*/ 2154014 h 2237474"/>
              <a:gd name="connsiteX136" fmla="*/ 273386 w 12192000"/>
              <a:gd name="connsiteY136" fmla="*/ 2142551 h 2237474"/>
              <a:gd name="connsiteX137" fmla="*/ 169207 w 12192000"/>
              <a:gd name="connsiteY137" fmla="*/ 2128100 h 2237474"/>
              <a:gd name="connsiteX138" fmla="*/ 77641 w 12192000"/>
              <a:gd name="connsiteY138" fmla="*/ 2126835 h 2237474"/>
              <a:gd name="connsiteX139" fmla="*/ 37645 w 12192000"/>
              <a:gd name="connsiteY139" fmla="*/ 2115401 h 2237474"/>
              <a:gd name="connsiteX140" fmla="*/ 4572 w 12192000"/>
              <a:gd name="connsiteY140" fmla="*/ 2111091 h 2237474"/>
              <a:gd name="connsiteX141" fmla="*/ 0 w 12192000"/>
              <a:gd name="connsiteY141" fmla="*/ 2110468 h 2237474"/>
              <a:gd name="connsiteX142" fmla="*/ 0 w 12192000"/>
              <a:gd name="connsiteY1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1890686 w 12192000"/>
              <a:gd name="connsiteY4" fmla="*/ 732766 h 2237474"/>
              <a:gd name="connsiteX5" fmla="*/ 11820512 w 12192000"/>
              <a:gd name="connsiteY5" fmla="*/ 745392 h 2237474"/>
              <a:gd name="connsiteX6" fmla="*/ 11649954 w 12192000"/>
              <a:gd name="connsiteY6" fmla="*/ 749628 h 2237474"/>
              <a:gd name="connsiteX7" fmla="*/ 11560424 w 12192000"/>
              <a:gd name="connsiteY7" fmla="*/ 748017 h 2237474"/>
              <a:gd name="connsiteX8" fmla="*/ 11358455 w 12192000"/>
              <a:gd name="connsiteY8" fmla="*/ 747593 h 2237474"/>
              <a:gd name="connsiteX9" fmla="*/ 11165209 w 12192000"/>
              <a:gd name="connsiteY9" fmla="*/ 748852 h 2237474"/>
              <a:gd name="connsiteX10" fmla="*/ 11058755 w 12192000"/>
              <a:gd name="connsiteY10" fmla="*/ 749617 h 2237474"/>
              <a:gd name="connsiteX11" fmla="*/ 10846594 w 12192000"/>
              <a:gd name="connsiteY11" fmla="*/ 765069 h 2237474"/>
              <a:gd name="connsiteX12" fmla="*/ 10739478 w 12192000"/>
              <a:gd name="connsiteY12" fmla="*/ 776841 h 2237474"/>
              <a:gd name="connsiteX13" fmla="*/ 10458762 w 12192000"/>
              <a:gd name="connsiteY13" fmla="*/ 755400 h 2237474"/>
              <a:gd name="connsiteX14" fmla="*/ 10211200 w 12192000"/>
              <a:gd name="connsiteY14" fmla="*/ 767513 h 2237474"/>
              <a:gd name="connsiteX15" fmla="*/ 10167995 w 12192000"/>
              <a:gd name="connsiteY15" fmla="*/ 760843 h 2237474"/>
              <a:gd name="connsiteX16" fmla="*/ 9997044 w 12192000"/>
              <a:gd name="connsiteY16" fmla="*/ 780129 h 2237474"/>
              <a:gd name="connsiteX17" fmla="*/ 9943887 w 12192000"/>
              <a:gd name="connsiteY17" fmla="*/ 804141 h 2237474"/>
              <a:gd name="connsiteX18" fmla="*/ 9918248 w 12192000"/>
              <a:gd name="connsiteY18" fmla="*/ 816628 h 2237474"/>
              <a:gd name="connsiteX19" fmla="*/ 9767091 w 12192000"/>
              <a:gd name="connsiteY19" fmla="*/ 870550 h 2237474"/>
              <a:gd name="connsiteX20" fmla="*/ 9683005 w 12192000"/>
              <a:gd name="connsiteY20" fmla="*/ 894128 h 2237474"/>
              <a:gd name="connsiteX21" fmla="*/ 9594438 w 12192000"/>
              <a:gd name="connsiteY21" fmla="*/ 919051 h 2237474"/>
              <a:gd name="connsiteX22" fmla="*/ 9544189 w 12192000"/>
              <a:gd name="connsiteY22" fmla="*/ 938966 h 2237474"/>
              <a:gd name="connsiteX23" fmla="*/ 9500499 w 12192000"/>
              <a:gd name="connsiteY23" fmla="*/ 954680 h 2237474"/>
              <a:gd name="connsiteX24" fmla="*/ 9410017 w 12192000"/>
              <a:gd name="connsiteY24" fmla="*/ 993931 h 2237474"/>
              <a:gd name="connsiteX25" fmla="*/ 9392919 w 12192000"/>
              <a:gd name="connsiteY25" fmla="*/ 994656 h 2237474"/>
              <a:gd name="connsiteX26" fmla="*/ 9268019 w 12192000"/>
              <a:gd name="connsiteY26" fmla="*/ 1007442 h 2237474"/>
              <a:gd name="connsiteX27" fmla="*/ 9188177 w 12192000"/>
              <a:gd name="connsiteY27" fmla="*/ 1035474 h 2237474"/>
              <a:gd name="connsiteX28" fmla="*/ 9155969 w 12192000"/>
              <a:gd name="connsiteY28" fmla="*/ 1046804 h 2237474"/>
              <a:gd name="connsiteX29" fmla="*/ 9133985 w 12192000"/>
              <a:gd name="connsiteY29" fmla="*/ 1046450 h 2237474"/>
              <a:gd name="connsiteX30" fmla="*/ 9003462 w 12192000"/>
              <a:gd name="connsiteY30" fmla="*/ 1042406 h 2237474"/>
              <a:gd name="connsiteX31" fmla="*/ 8968445 w 12192000"/>
              <a:gd name="connsiteY31" fmla="*/ 1052169 h 2237474"/>
              <a:gd name="connsiteX32" fmla="*/ 8886001 w 12192000"/>
              <a:gd name="connsiteY32" fmla="*/ 1067468 h 2237474"/>
              <a:gd name="connsiteX33" fmla="*/ 8838610 w 12192000"/>
              <a:gd name="connsiteY33" fmla="*/ 1075091 h 2237474"/>
              <a:gd name="connsiteX34" fmla="*/ 8750383 w 12192000"/>
              <a:gd name="connsiteY34" fmla="*/ 1097387 h 2237474"/>
              <a:gd name="connsiteX35" fmla="*/ 8665605 w 12192000"/>
              <a:gd name="connsiteY35" fmla="*/ 1110791 h 2237474"/>
              <a:gd name="connsiteX36" fmla="*/ 8584946 w 12192000"/>
              <a:gd name="connsiteY36" fmla="*/ 1135226 h 2237474"/>
              <a:gd name="connsiteX37" fmla="*/ 8419755 w 12192000"/>
              <a:gd name="connsiteY37" fmla="*/ 1216260 h 2237474"/>
              <a:gd name="connsiteX38" fmla="*/ 8411626 w 12192000"/>
              <a:gd name="connsiteY38" fmla="*/ 1214397 h 2237474"/>
              <a:gd name="connsiteX39" fmla="*/ 8363469 w 12192000"/>
              <a:gd name="connsiteY39" fmla="*/ 1246658 h 2237474"/>
              <a:gd name="connsiteX40" fmla="*/ 8275497 w 12192000"/>
              <a:gd name="connsiteY40" fmla="*/ 1264396 h 2237474"/>
              <a:gd name="connsiteX41" fmla="*/ 8074238 w 12192000"/>
              <a:gd name="connsiteY41" fmla="*/ 1301895 h 2237474"/>
              <a:gd name="connsiteX42" fmla="*/ 7942099 w 12192000"/>
              <a:gd name="connsiteY42" fmla="*/ 1336332 h 2237474"/>
              <a:gd name="connsiteX43" fmla="*/ 7902328 w 12192000"/>
              <a:gd name="connsiteY43" fmla="*/ 1345865 h 2237474"/>
              <a:gd name="connsiteX44" fmla="*/ 7840612 w 12192000"/>
              <a:gd name="connsiteY44" fmla="*/ 1369373 h 2237474"/>
              <a:gd name="connsiteX45" fmla="*/ 7786819 w 12192000"/>
              <a:gd name="connsiteY45" fmla="*/ 1378970 h 2237474"/>
              <a:gd name="connsiteX46" fmla="*/ 7548172 w 12192000"/>
              <a:gd name="connsiteY46" fmla="*/ 1417460 h 2237474"/>
              <a:gd name="connsiteX47" fmla="*/ 7483437 w 12192000"/>
              <a:gd name="connsiteY47" fmla="*/ 1478152 h 2237474"/>
              <a:gd name="connsiteX48" fmla="*/ 7377870 w 12192000"/>
              <a:gd name="connsiteY48" fmla="*/ 1523319 h 2237474"/>
              <a:gd name="connsiteX49" fmla="*/ 7230737 w 12192000"/>
              <a:gd name="connsiteY49" fmla="*/ 1562633 h 2237474"/>
              <a:gd name="connsiteX50" fmla="*/ 7224458 w 12192000"/>
              <a:gd name="connsiteY50" fmla="*/ 1573008 h 2237474"/>
              <a:gd name="connsiteX51" fmla="*/ 7183121 w 12192000"/>
              <a:gd name="connsiteY51" fmla="*/ 1595162 h 2237474"/>
              <a:gd name="connsiteX52" fmla="*/ 7164601 w 12192000"/>
              <a:gd name="connsiteY52" fmla="*/ 1606490 h 2237474"/>
              <a:gd name="connsiteX53" fmla="*/ 6900177 w 12192000"/>
              <a:gd name="connsiteY53" fmla="*/ 1636016 h 2237474"/>
              <a:gd name="connsiteX54" fmla="*/ 6795372 w 12192000"/>
              <a:gd name="connsiteY54" fmla="*/ 1644845 h 2237474"/>
              <a:gd name="connsiteX55" fmla="*/ 6692251 w 12192000"/>
              <a:gd name="connsiteY55" fmla="*/ 1656357 h 2237474"/>
              <a:gd name="connsiteX56" fmla="*/ 6655235 w 12192000"/>
              <a:gd name="connsiteY56" fmla="*/ 1661869 h 2237474"/>
              <a:gd name="connsiteX57" fmla="*/ 6554894 w 12192000"/>
              <a:gd name="connsiteY57" fmla="*/ 1664428 h 2237474"/>
              <a:gd name="connsiteX58" fmla="*/ 6516595 w 12192000"/>
              <a:gd name="connsiteY58" fmla="*/ 1667475 h 2237474"/>
              <a:gd name="connsiteX59" fmla="*/ 6508541 w 12192000"/>
              <a:gd name="connsiteY59" fmla="*/ 1668757 h 2237474"/>
              <a:gd name="connsiteX60" fmla="*/ 6471012 w 12192000"/>
              <a:gd name="connsiteY60" fmla="*/ 1678604 h 2237474"/>
              <a:gd name="connsiteX61" fmla="*/ 6364035 w 12192000"/>
              <a:gd name="connsiteY61" fmla="*/ 1667683 h 2237474"/>
              <a:gd name="connsiteX62" fmla="*/ 6280959 w 12192000"/>
              <a:gd name="connsiteY62" fmla="*/ 1689329 h 2237474"/>
              <a:gd name="connsiteX63" fmla="*/ 6243319 w 12192000"/>
              <a:gd name="connsiteY63" fmla="*/ 1695560 h 2237474"/>
              <a:gd name="connsiteX64" fmla="*/ 6098321 w 12192000"/>
              <a:gd name="connsiteY64" fmla="*/ 1721646 h 2237474"/>
              <a:gd name="connsiteX65" fmla="*/ 5880652 w 12192000"/>
              <a:gd name="connsiteY65" fmla="*/ 1779643 h 2237474"/>
              <a:gd name="connsiteX66" fmla="*/ 5785959 w 12192000"/>
              <a:gd name="connsiteY66" fmla="*/ 1775307 h 2237474"/>
              <a:gd name="connsiteX67" fmla="*/ 5643534 w 12192000"/>
              <a:gd name="connsiteY67" fmla="*/ 1802919 h 2237474"/>
              <a:gd name="connsiteX68" fmla="*/ 5518799 w 12192000"/>
              <a:gd name="connsiteY68" fmla="*/ 1818312 h 2237474"/>
              <a:gd name="connsiteX69" fmla="*/ 5505014 w 12192000"/>
              <a:gd name="connsiteY69" fmla="*/ 1819259 h 2237474"/>
              <a:gd name="connsiteX70" fmla="*/ 5453307 w 12192000"/>
              <a:gd name="connsiteY70" fmla="*/ 1815450 h 2237474"/>
              <a:gd name="connsiteX71" fmla="*/ 5221533 w 12192000"/>
              <a:gd name="connsiteY71" fmla="*/ 1846950 h 2237474"/>
              <a:gd name="connsiteX72" fmla="*/ 5149802 w 12192000"/>
              <a:gd name="connsiteY72" fmla="*/ 1844846 h 2237474"/>
              <a:gd name="connsiteX73" fmla="*/ 5114927 w 12192000"/>
              <a:gd name="connsiteY73" fmla="*/ 1847827 h 2237474"/>
              <a:gd name="connsiteX74" fmla="*/ 5108970 w 12192000"/>
              <a:gd name="connsiteY74" fmla="*/ 1847935 h 2237474"/>
              <a:gd name="connsiteX75" fmla="*/ 5067961 w 12192000"/>
              <a:gd name="connsiteY75" fmla="*/ 1845917 h 2237474"/>
              <a:gd name="connsiteX76" fmla="*/ 5007075 w 12192000"/>
              <a:gd name="connsiteY76" fmla="*/ 1838626 h 2237474"/>
              <a:gd name="connsiteX77" fmla="*/ 4944087 w 12192000"/>
              <a:gd name="connsiteY77" fmla="*/ 1823332 h 2237474"/>
              <a:gd name="connsiteX78" fmla="*/ 4907662 w 12192000"/>
              <a:gd name="connsiteY78" fmla="*/ 1816900 h 2237474"/>
              <a:gd name="connsiteX79" fmla="*/ 4882386 w 12192000"/>
              <a:gd name="connsiteY79" fmla="*/ 1809844 h 2237474"/>
              <a:gd name="connsiteX80" fmla="*/ 4811440 w 12192000"/>
              <a:gd name="connsiteY80" fmla="*/ 1804655 h 2237474"/>
              <a:gd name="connsiteX81" fmla="*/ 4691075 w 12192000"/>
              <a:gd name="connsiteY81" fmla="*/ 1801389 h 2237474"/>
              <a:gd name="connsiteX82" fmla="*/ 4640313 w 12192000"/>
              <a:gd name="connsiteY82" fmla="*/ 1784307 h 2237474"/>
              <a:gd name="connsiteX83" fmla="*/ 4536503 w 12192000"/>
              <a:gd name="connsiteY83" fmla="*/ 1785334 h 2237474"/>
              <a:gd name="connsiteX84" fmla="*/ 4513724 w 12192000"/>
              <a:gd name="connsiteY84" fmla="*/ 1791996 h 2237474"/>
              <a:gd name="connsiteX85" fmla="*/ 4459810 w 12192000"/>
              <a:gd name="connsiteY85" fmla="*/ 1797886 h 2237474"/>
              <a:gd name="connsiteX86" fmla="*/ 4379064 w 12192000"/>
              <a:gd name="connsiteY86" fmla="*/ 1817177 h 2237474"/>
              <a:gd name="connsiteX87" fmla="*/ 4290981 w 12192000"/>
              <a:gd name="connsiteY87" fmla="*/ 1839677 h 2237474"/>
              <a:gd name="connsiteX88" fmla="*/ 4238372 w 12192000"/>
              <a:gd name="connsiteY88" fmla="*/ 1851480 h 2237474"/>
              <a:gd name="connsiteX89" fmla="*/ 4232517 w 12192000"/>
              <a:gd name="connsiteY89" fmla="*/ 1852567 h 2237474"/>
              <a:gd name="connsiteX90" fmla="*/ 4191732 w 12192000"/>
              <a:gd name="connsiteY90" fmla="*/ 1857328 h 2237474"/>
              <a:gd name="connsiteX91" fmla="*/ 4065532 w 12192000"/>
              <a:gd name="connsiteY91" fmla="*/ 1855477 h 2237474"/>
              <a:gd name="connsiteX92" fmla="*/ 4028460 w 12192000"/>
              <a:gd name="connsiteY92" fmla="*/ 1855137 h 2237474"/>
              <a:gd name="connsiteX93" fmla="*/ 4002267 w 12192000"/>
              <a:gd name="connsiteY93" fmla="*/ 1852352 h 2237474"/>
              <a:gd name="connsiteX94" fmla="*/ 3931396 w 12192000"/>
              <a:gd name="connsiteY94" fmla="*/ 1858915 h 2237474"/>
              <a:gd name="connsiteX95" fmla="*/ 3812162 w 12192000"/>
              <a:gd name="connsiteY95" fmla="*/ 1875501 h 2237474"/>
              <a:gd name="connsiteX96" fmla="*/ 3758105 w 12192000"/>
              <a:gd name="connsiteY96" fmla="*/ 1871856 h 2237474"/>
              <a:gd name="connsiteX97" fmla="*/ 3715896 w 12192000"/>
              <a:gd name="connsiteY97" fmla="*/ 1881552 h 2237474"/>
              <a:gd name="connsiteX98" fmla="*/ 3567259 w 12192000"/>
              <a:gd name="connsiteY98" fmla="*/ 1893482 h 2237474"/>
              <a:gd name="connsiteX99" fmla="*/ 3405770 w 12192000"/>
              <a:gd name="connsiteY99" fmla="*/ 1904591 h 2237474"/>
              <a:gd name="connsiteX100" fmla="*/ 3280097 w 12192000"/>
              <a:gd name="connsiteY100" fmla="*/ 1919610 h 2237474"/>
              <a:gd name="connsiteX101" fmla="*/ 3009910 w 12192000"/>
              <a:gd name="connsiteY101" fmla="*/ 1957866 h 2237474"/>
              <a:gd name="connsiteX102" fmla="*/ 2995934 w 12192000"/>
              <a:gd name="connsiteY102" fmla="*/ 1967085 h 2237474"/>
              <a:gd name="connsiteX103" fmla="*/ 2942858 w 12192000"/>
              <a:gd name="connsiteY103" fmla="*/ 1981367 h 2237474"/>
              <a:gd name="connsiteX104" fmla="*/ 2875436 w 12192000"/>
              <a:gd name="connsiteY104" fmla="*/ 1996977 h 2237474"/>
              <a:gd name="connsiteX105" fmla="*/ 2874892 w 12192000"/>
              <a:gd name="connsiteY105" fmla="*/ 1996085 h 2237474"/>
              <a:gd name="connsiteX106" fmla="*/ 2843662 w 12192000"/>
              <a:gd name="connsiteY106" fmla="*/ 1992498 h 2237474"/>
              <a:gd name="connsiteX107" fmla="*/ 2718916 w 12192000"/>
              <a:gd name="connsiteY107" fmla="*/ 1990867 h 2237474"/>
              <a:gd name="connsiteX108" fmla="*/ 2713522 w 12192000"/>
              <a:gd name="connsiteY108" fmla="*/ 1990173 h 2237474"/>
              <a:gd name="connsiteX109" fmla="*/ 2476147 w 12192000"/>
              <a:gd name="connsiteY109" fmla="*/ 1998305 h 2237474"/>
              <a:gd name="connsiteX110" fmla="*/ 2373568 w 12192000"/>
              <a:gd name="connsiteY110" fmla="*/ 2003219 h 2237474"/>
              <a:gd name="connsiteX111" fmla="*/ 2287219 w 12192000"/>
              <a:gd name="connsiteY111" fmla="*/ 1998750 h 2237474"/>
              <a:gd name="connsiteX112" fmla="*/ 2243069 w 12192000"/>
              <a:gd name="connsiteY112" fmla="*/ 2005321 h 2237474"/>
              <a:gd name="connsiteX113" fmla="*/ 2164831 w 12192000"/>
              <a:gd name="connsiteY113" fmla="*/ 2010143 h 2237474"/>
              <a:gd name="connsiteX114" fmla="*/ 2085228 w 12192000"/>
              <a:gd name="connsiteY114" fmla="*/ 2046431 h 2237474"/>
              <a:gd name="connsiteX115" fmla="*/ 2058061 w 12192000"/>
              <a:gd name="connsiteY115" fmla="*/ 2047942 h 2237474"/>
              <a:gd name="connsiteX116" fmla="*/ 2042244 w 12192000"/>
              <a:gd name="connsiteY116" fmla="*/ 2055560 h 2237474"/>
              <a:gd name="connsiteX117" fmla="*/ 1877728 w 12192000"/>
              <a:gd name="connsiteY117" fmla="*/ 2101004 h 2237474"/>
              <a:gd name="connsiteX118" fmla="*/ 1759056 w 12192000"/>
              <a:gd name="connsiteY118" fmla="*/ 2125608 h 2237474"/>
              <a:gd name="connsiteX119" fmla="*/ 1637948 w 12192000"/>
              <a:gd name="connsiteY119" fmla="*/ 2172597 h 2237474"/>
              <a:gd name="connsiteX120" fmla="*/ 1434549 w 12192000"/>
              <a:gd name="connsiteY120" fmla="*/ 2234522 h 2237474"/>
              <a:gd name="connsiteX121" fmla="*/ 1398481 w 12192000"/>
              <a:gd name="connsiteY121" fmla="*/ 2237074 h 2237474"/>
              <a:gd name="connsiteX122" fmla="*/ 1398407 w 12192000"/>
              <a:gd name="connsiteY122" fmla="*/ 2237095 h 2237474"/>
              <a:gd name="connsiteX123" fmla="*/ 1370962 w 12192000"/>
              <a:gd name="connsiteY123" fmla="*/ 2237474 h 2237474"/>
              <a:gd name="connsiteX124" fmla="*/ 1356367 w 12192000"/>
              <a:gd name="connsiteY124" fmla="*/ 2235089 h 2237474"/>
              <a:gd name="connsiteX125" fmla="*/ 1279765 w 12192000"/>
              <a:gd name="connsiteY125" fmla="*/ 2229639 h 2237474"/>
              <a:gd name="connsiteX126" fmla="*/ 1195347 w 12192000"/>
              <a:gd name="connsiteY126" fmla="*/ 2212354 h 2237474"/>
              <a:gd name="connsiteX127" fmla="*/ 970251 w 12192000"/>
              <a:gd name="connsiteY127" fmla="*/ 2221029 h 2237474"/>
              <a:gd name="connsiteX128" fmla="*/ 812914 w 12192000"/>
              <a:gd name="connsiteY128" fmla="*/ 2210095 h 2237474"/>
              <a:gd name="connsiteX129" fmla="*/ 776382 w 12192000"/>
              <a:gd name="connsiteY129" fmla="*/ 2204512 h 2237474"/>
              <a:gd name="connsiteX130" fmla="*/ 597225 w 12192000"/>
              <a:gd name="connsiteY130" fmla="*/ 2180999 h 2237474"/>
              <a:gd name="connsiteX131" fmla="*/ 520671 w 12192000"/>
              <a:gd name="connsiteY131" fmla="*/ 2180980 h 2237474"/>
              <a:gd name="connsiteX132" fmla="*/ 515024 w 12192000"/>
              <a:gd name="connsiteY132" fmla="*/ 2179258 h 2237474"/>
              <a:gd name="connsiteX133" fmla="*/ 413835 w 12192000"/>
              <a:gd name="connsiteY133" fmla="*/ 2156783 h 2237474"/>
              <a:gd name="connsiteX134" fmla="*/ 376513 w 12192000"/>
              <a:gd name="connsiteY134" fmla="*/ 2154014 h 2237474"/>
              <a:gd name="connsiteX135" fmla="*/ 273386 w 12192000"/>
              <a:gd name="connsiteY135" fmla="*/ 2142551 h 2237474"/>
              <a:gd name="connsiteX136" fmla="*/ 169207 w 12192000"/>
              <a:gd name="connsiteY136" fmla="*/ 2128100 h 2237474"/>
              <a:gd name="connsiteX137" fmla="*/ 77641 w 12192000"/>
              <a:gd name="connsiteY137" fmla="*/ 2126835 h 2237474"/>
              <a:gd name="connsiteX138" fmla="*/ 37645 w 12192000"/>
              <a:gd name="connsiteY138" fmla="*/ 2115401 h 2237474"/>
              <a:gd name="connsiteX139" fmla="*/ 4572 w 12192000"/>
              <a:gd name="connsiteY139" fmla="*/ 2111091 h 2237474"/>
              <a:gd name="connsiteX140" fmla="*/ 0 w 12192000"/>
              <a:gd name="connsiteY140" fmla="*/ 2110468 h 2237474"/>
              <a:gd name="connsiteX141" fmla="*/ 0 w 12192000"/>
              <a:gd name="connsiteY1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38659 w 12192000"/>
              <a:gd name="connsiteY3" fmla="*/ 756742 h 2237474"/>
              <a:gd name="connsiteX4" fmla="*/ 11890686 w 12192000"/>
              <a:gd name="connsiteY4" fmla="*/ 732766 h 2237474"/>
              <a:gd name="connsiteX5" fmla="*/ 11820512 w 12192000"/>
              <a:gd name="connsiteY5" fmla="*/ 745392 h 2237474"/>
              <a:gd name="connsiteX6" fmla="*/ 11649954 w 12192000"/>
              <a:gd name="connsiteY6" fmla="*/ 749628 h 2237474"/>
              <a:gd name="connsiteX7" fmla="*/ 11560424 w 12192000"/>
              <a:gd name="connsiteY7" fmla="*/ 748017 h 2237474"/>
              <a:gd name="connsiteX8" fmla="*/ 11358455 w 12192000"/>
              <a:gd name="connsiteY8" fmla="*/ 747593 h 2237474"/>
              <a:gd name="connsiteX9" fmla="*/ 11165209 w 12192000"/>
              <a:gd name="connsiteY9" fmla="*/ 748852 h 2237474"/>
              <a:gd name="connsiteX10" fmla="*/ 11058755 w 12192000"/>
              <a:gd name="connsiteY10" fmla="*/ 749617 h 2237474"/>
              <a:gd name="connsiteX11" fmla="*/ 10846594 w 12192000"/>
              <a:gd name="connsiteY11" fmla="*/ 765069 h 2237474"/>
              <a:gd name="connsiteX12" fmla="*/ 10739478 w 12192000"/>
              <a:gd name="connsiteY12" fmla="*/ 776841 h 2237474"/>
              <a:gd name="connsiteX13" fmla="*/ 10458762 w 12192000"/>
              <a:gd name="connsiteY13" fmla="*/ 755400 h 2237474"/>
              <a:gd name="connsiteX14" fmla="*/ 10211200 w 12192000"/>
              <a:gd name="connsiteY14" fmla="*/ 767513 h 2237474"/>
              <a:gd name="connsiteX15" fmla="*/ 10167995 w 12192000"/>
              <a:gd name="connsiteY15" fmla="*/ 760843 h 2237474"/>
              <a:gd name="connsiteX16" fmla="*/ 9997044 w 12192000"/>
              <a:gd name="connsiteY16" fmla="*/ 780129 h 2237474"/>
              <a:gd name="connsiteX17" fmla="*/ 9943887 w 12192000"/>
              <a:gd name="connsiteY17" fmla="*/ 804141 h 2237474"/>
              <a:gd name="connsiteX18" fmla="*/ 9918248 w 12192000"/>
              <a:gd name="connsiteY18" fmla="*/ 816628 h 2237474"/>
              <a:gd name="connsiteX19" fmla="*/ 9767091 w 12192000"/>
              <a:gd name="connsiteY19" fmla="*/ 870550 h 2237474"/>
              <a:gd name="connsiteX20" fmla="*/ 9683005 w 12192000"/>
              <a:gd name="connsiteY20" fmla="*/ 894128 h 2237474"/>
              <a:gd name="connsiteX21" fmla="*/ 9594438 w 12192000"/>
              <a:gd name="connsiteY21" fmla="*/ 919051 h 2237474"/>
              <a:gd name="connsiteX22" fmla="*/ 9544189 w 12192000"/>
              <a:gd name="connsiteY22" fmla="*/ 938966 h 2237474"/>
              <a:gd name="connsiteX23" fmla="*/ 9500499 w 12192000"/>
              <a:gd name="connsiteY23" fmla="*/ 954680 h 2237474"/>
              <a:gd name="connsiteX24" fmla="*/ 9410017 w 12192000"/>
              <a:gd name="connsiteY24" fmla="*/ 993931 h 2237474"/>
              <a:gd name="connsiteX25" fmla="*/ 9392919 w 12192000"/>
              <a:gd name="connsiteY25" fmla="*/ 994656 h 2237474"/>
              <a:gd name="connsiteX26" fmla="*/ 9268019 w 12192000"/>
              <a:gd name="connsiteY26" fmla="*/ 1007442 h 2237474"/>
              <a:gd name="connsiteX27" fmla="*/ 9188177 w 12192000"/>
              <a:gd name="connsiteY27" fmla="*/ 1035474 h 2237474"/>
              <a:gd name="connsiteX28" fmla="*/ 9155969 w 12192000"/>
              <a:gd name="connsiteY28" fmla="*/ 1046804 h 2237474"/>
              <a:gd name="connsiteX29" fmla="*/ 9133985 w 12192000"/>
              <a:gd name="connsiteY29" fmla="*/ 1046450 h 2237474"/>
              <a:gd name="connsiteX30" fmla="*/ 9003462 w 12192000"/>
              <a:gd name="connsiteY30" fmla="*/ 1042406 h 2237474"/>
              <a:gd name="connsiteX31" fmla="*/ 8968445 w 12192000"/>
              <a:gd name="connsiteY31" fmla="*/ 1052169 h 2237474"/>
              <a:gd name="connsiteX32" fmla="*/ 8886001 w 12192000"/>
              <a:gd name="connsiteY32" fmla="*/ 1067468 h 2237474"/>
              <a:gd name="connsiteX33" fmla="*/ 8838610 w 12192000"/>
              <a:gd name="connsiteY33" fmla="*/ 1075091 h 2237474"/>
              <a:gd name="connsiteX34" fmla="*/ 8750383 w 12192000"/>
              <a:gd name="connsiteY34" fmla="*/ 1097387 h 2237474"/>
              <a:gd name="connsiteX35" fmla="*/ 8665605 w 12192000"/>
              <a:gd name="connsiteY35" fmla="*/ 1110791 h 2237474"/>
              <a:gd name="connsiteX36" fmla="*/ 8584946 w 12192000"/>
              <a:gd name="connsiteY36" fmla="*/ 1135226 h 2237474"/>
              <a:gd name="connsiteX37" fmla="*/ 8419755 w 12192000"/>
              <a:gd name="connsiteY37" fmla="*/ 1216260 h 2237474"/>
              <a:gd name="connsiteX38" fmla="*/ 8411626 w 12192000"/>
              <a:gd name="connsiteY38" fmla="*/ 1214397 h 2237474"/>
              <a:gd name="connsiteX39" fmla="*/ 8363469 w 12192000"/>
              <a:gd name="connsiteY39" fmla="*/ 1246658 h 2237474"/>
              <a:gd name="connsiteX40" fmla="*/ 8275497 w 12192000"/>
              <a:gd name="connsiteY40" fmla="*/ 1264396 h 2237474"/>
              <a:gd name="connsiteX41" fmla="*/ 8074238 w 12192000"/>
              <a:gd name="connsiteY41" fmla="*/ 1301895 h 2237474"/>
              <a:gd name="connsiteX42" fmla="*/ 7942099 w 12192000"/>
              <a:gd name="connsiteY42" fmla="*/ 1336332 h 2237474"/>
              <a:gd name="connsiteX43" fmla="*/ 7902328 w 12192000"/>
              <a:gd name="connsiteY43" fmla="*/ 1345865 h 2237474"/>
              <a:gd name="connsiteX44" fmla="*/ 7840612 w 12192000"/>
              <a:gd name="connsiteY44" fmla="*/ 1369373 h 2237474"/>
              <a:gd name="connsiteX45" fmla="*/ 7786819 w 12192000"/>
              <a:gd name="connsiteY45" fmla="*/ 1378970 h 2237474"/>
              <a:gd name="connsiteX46" fmla="*/ 7548172 w 12192000"/>
              <a:gd name="connsiteY46" fmla="*/ 1417460 h 2237474"/>
              <a:gd name="connsiteX47" fmla="*/ 7483437 w 12192000"/>
              <a:gd name="connsiteY47" fmla="*/ 1478152 h 2237474"/>
              <a:gd name="connsiteX48" fmla="*/ 7377870 w 12192000"/>
              <a:gd name="connsiteY48" fmla="*/ 1523319 h 2237474"/>
              <a:gd name="connsiteX49" fmla="*/ 7230737 w 12192000"/>
              <a:gd name="connsiteY49" fmla="*/ 1562633 h 2237474"/>
              <a:gd name="connsiteX50" fmla="*/ 7224458 w 12192000"/>
              <a:gd name="connsiteY50" fmla="*/ 1573008 h 2237474"/>
              <a:gd name="connsiteX51" fmla="*/ 7183121 w 12192000"/>
              <a:gd name="connsiteY51" fmla="*/ 1595162 h 2237474"/>
              <a:gd name="connsiteX52" fmla="*/ 7164601 w 12192000"/>
              <a:gd name="connsiteY52" fmla="*/ 1606490 h 2237474"/>
              <a:gd name="connsiteX53" fmla="*/ 6900177 w 12192000"/>
              <a:gd name="connsiteY53" fmla="*/ 1636016 h 2237474"/>
              <a:gd name="connsiteX54" fmla="*/ 6795372 w 12192000"/>
              <a:gd name="connsiteY54" fmla="*/ 1644845 h 2237474"/>
              <a:gd name="connsiteX55" fmla="*/ 6692251 w 12192000"/>
              <a:gd name="connsiteY55" fmla="*/ 1656357 h 2237474"/>
              <a:gd name="connsiteX56" fmla="*/ 6655235 w 12192000"/>
              <a:gd name="connsiteY56" fmla="*/ 1661869 h 2237474"/>
              <a:gd name="connsiteX57" fmla="*/ 6554894 w 12192000"/>
              <a:gd name="connsiteY57" fmla="*/ 1664428 h 2237474"/>
              <a:gd name="connsiteX58" fmla="*/ 6516595 w 12192000"/>
              <a:gd name="connsiteY58" fmla="*/ 1667475 h 2237474"/>
              <a:gd name="connsiteX59" fmla="*/ 6508541 w 12192000"/>
              <a:gd name="connsiteY59" fmla="*/ 1668757 h 2237474"/>
              <a:gd name="connsiteX60" fmla="*/ 6471012 w 12192000"/>
              <a:gd name="connsiteY60" fmla="*/ 1678604 h 2237474"/>
              <a:gd name="connsiteX61" fmla="*/ 6364035 w 12192000"/>
              <a:gd name="connsiteY61" fmla="*/ 1667683 h 2237474"/>
              <a:gd name="connsiteX62" fmla="*/ 6280959 w 12192000"/>
              <a:gd name="connsiteY62" fmla="*/ 1689329 h 2237474"/>
              <a:gd name="connsiteX63" fmla="*/ 6243319 w 12192000"/>
              <a:gd name="connsiteY63" fmla="*/ 1695560 h 2237474"/>
              <a:gd name="connsiteX64" fmla="*/ 6098321 w 12192000"/>
              <a:gd name="connsiteY64" fmla="*/ 1721646 h 2237474"/>
              <a:gd name="connsiteX65" fmla="*/ 5880652 w 12192000"/>
              <a:gd name="connsiteY65" fmla="*/ 1779643 h 2237474"/>
              <a:gd name="connsiteX66" fmla="*/ 5785959 w 12192000"/>
              <a:gd name="connsiteY66" fmla="*/ 1775307 h 2237474"/>
              <a:gd name="connsiteX67" fmla="*/ 5643534 w 12192000"/>
              <a:gd name="connsiteY67" fmla="*/ 1802919 h 2237474"/>
              <a:gd name="connsiteX68" fmla="*/ 5518799 w 12192000"/>
              <a:gd name="connsiteY68" fmla="*/ 1818312 h 2237474"/>
              <a:gd name="connsiteX69" fmla="*/ 5505014 w 12192000"/>
              <a:gd name="connsiteY69" fmla="*/ 1819259 h 2237474"/>
              <a:gd name="connsiteX70" fmla="*/ 5453307 w 12192000"/>
              <a:gd name="connsiteY70" fmla="*/ 1815450 h 2237474"/>
              <a:gd name="connsiteX71" fmla="*/ 5221533 w 12192000"/>
              <a:gd name="connsiteY71" fmla="*/ 1846950 h 2237474"/>
              <a:gd name="connsiteX72" fmla="*/ 5149802 w 12192000"/>
              <a:gd name="connsiteY72" fmla="*/ 1844846 h 2237474"/>
              <a:gd name="connsiteX73" fmla="*/ 5114927 w 12192000"/>
              <a:gd name="connsiteY73" fmla="*/ 1847827 h 2237474"/>
              <a:gd name="connsiteX74" fmla="*/ 5108970 w 12192000"/>
              <a:gd name="connsiteY74" fmla="*/ 1847935 h 2237474"/>
              <a:gd name="connsiteX75" fmla="*/ 5067961 w 12192000"/>
              <a:gd name="connsiteY75" fmla="*/ 1845917 h 2237474"/>
              <a:gd name="connsiteX76" fmla="*/ 5007075 w 12192000"/>
              <a:gd name="connsiteY76" fmla="*/ 1838626 h 2237474"/>
              <a:gd name="connsiteX77" fmla="*/ 4944087 w 12192000"/>
              <a:gd name="connsiteY77" fmla="*/ 1823332 h 2237474"/>
              <a:gd name="connsiteX78" fmla="*/ 4907662 w 12192000"/>
              <a:gd name="connsiteY78" fmla="*/ 1816900 h 2237474"/>
              <a:gd name="connsiteX79" fmla="*/ 4882386 w 12192000"/>
              <a:gd name="connsiteY79" fmla="*/ 1809844 h 2237474"/>
              <a:gd name="connsiteX80" fmla="*/ 4811440 w 12192000"/>
              <a:gd name="connsiteY80" fmla="*/ 1804655 h 2237474"/>
              <a:gd name="connsiteX81" fmla="*/ 4691075 w 12192000"/>
              <a:gd name="connsiteY81" fmla="*/ 1801389 h 2237474"/>
              <a:gd name="connsiteX82" fmla="*/ 4640313 w 12192000"/>
              <a:gd name="connsiteY82" fmla="*/ 1784307 h 2237474"/>
              <a:gd name="connsiteX83" fmla="*/ 4536503 w 12192000"/>
              <a:gd name="connsiteY83" fmla="*/ 1785334 h 2237474"/>
              <a:gd name="connsiteX84" fmla="*/ 4513724 w 12192000"/>
              <a:gd name="connsiteY84" fmla="*/ 1791996 h 2237474"/>
              <a:gd name="connsiteX85" fmla="*/ 4459810 w 12192000"/>
              <a:gd name="connsiteY85" fmla="*/ 1797886 h 2237474"/>
              <a:gd name="connsiteX86" fmla="*/ 4379064 w 12192000"/>
              <a:gd name="connsiteY86" fmla="*/ 1817177 h 2237474"/>
              <a:gd name="connsiteX87" fmla="*/ 4290981 w 12192000"/>
              <a:gd name="connsiteY87" fmla="*/ 1839677 h 2237474"/>
              <a:gd name="connsiteX88" fmla="*/ 4238372 w 12192000"/>
              <a:gd name="connsiteY88" fmla="*/ 1851480 h 2237474"/>
              <a:gd name="connsiteX89" fmla="*/ 4232517 w 12192000"/>
              <a:gd name="connsiteY89" fmla="*/ 1852567 h 2237474"/>
              <a:gd name="connsiteX90" fmla="*/ 4191732 w 12192000"/>
              <a:gd name="connsiteY90" fmla="*/ 1857328 h 2237474"/>
              <a:gd name="connsiteX91" fmla="*/ 4065532 w 12192000"/>
              <a:gd name="connsiteY91" fmla="*/ 1855477 h 2237474"/>
              <a:gd name="connsiteX92" fmla="*/ 4028460 w 12192000"/>
              <a:gd name="connsiteY92" fmla="*/ 1855137 h 2237474"/>
              <a:gd name="connsiteX93" fmla="*/ 4002267 w 12192000"/>
              <a:gd name="connsiteY93" fmla="*/ 1852352 h 2237474"/>
              <a:gd name="connsiteX94" fmla="*/ 3931396 w 12192000"/>
              <a:gd name="connsiteY94" fmla="*/ 1858915 h 2237474"/>
              <a:gd name="connsiteX95" fmla="*/ 3812162 w 12192000"/>
              <a:gd name="connsiteY95" fmla="*/ 1875501 h 2237474"/>
              <a:gd name="connsiteX96" fmla="*/ 3758105 w 12192000"/>
              <a:gd name="connsiteY96" fmla="*/ 1871856 h 2237474"/>
              <a:gd name="connsiteX97" fmla="*/ 3715896 w 12192000"/>
              <a:gd name="connsiteY97" fmla="*/ 1881552 h 2237474"/>
              <a:gd name="connsiteX98" fmla="*/ 3567259 w 12192000"/>
              <a:gd name="connsiteY98" fmla="*/ 1893482 h 2237474"/>
              <a:gd name="connsiteX99" fmla="*/ 3405770 w 12192000"/>
              <a:gd name="connsiteY99" fmla="*/ 1904591 h 2237474"/>
              <a:gd name="connsiteX100" fmla="*/ 3280097 w 12192000"/>
              <a:gd name="connsiteY100" fmla="*/ 1919610 h 2237474"/>
              <a:gd name="connsiteX101" fmla="*/ 3009910 w 12192000"/>
              <a:gd name="connsiteY101" fmla="*/ 1957866 h 2237474"/>
              <a:gd name="connsiteX102" fmla="*/ 2995934 w 12192000"/>
              <a:gd name="connsiteY102" fmla="*/ 1967085 h 2237474"/>
              <a:gd name="connsiteX103" fmla="*/ 2942858 w 12192000"/>
              <a:gd name="connsiteY103" fmla="*/ 1981367 h 2237474"/>
              <a:gd name="connsiteX104" fmla="*/ 2875436 w 12192000"/>
              <a:gd name="connsiteY104" fmla="*/ 1996977 h 2237474"/>
              <a:gd name="connsiteX105" fmla="*/ 2874892 w 12192000"/>
              <a:gd name="connsiteY105" fmla="*/ 1996085 h 2237474"/>
              <a:gd name="connsiteX106" fmla="*/ 2843662 w 12192000"/>
              <a:gd name="connsiteY106" fmla="*/ 1992498 h 2237474"/>
              <a:gd name="connsiteX107" fmla="*/ 2718916 w 12192000"/>
              <a:gd name="connsiteY107" fmla="*/ 1990867 h 2237474"/>
              <a:gd name="connsiteX108" fmla="*/ 2713522 w 12192000"/>
              <a:gd name="connsiteY108" fmla="*/ 1990173 h 2237474"/>
              <a:gd name="connsiteX109" fmla="*/ 2476147 w 12192000"/>
              <a:gd name="connsiteY109" fmla="*/ 1998305 h 2237474"/>
              <a:gd name="connsiteX110" fmla="*/ 2373568 w 12192000"/>
              <a:gd name="connsiteY110" fmla="*/ 2003219 h 2237474"/>
              <a:gd name="connsiteX111" fmla="*/ 2287219 w 12192000"/>
              <a:gd name="connsiteY111" fmla="*/ 1998750 h 2237474"/>
              <a:gd name="connsiteX112" fmla="*/ 2243069 w 12192000"/>
              <a:gd name="connsiteY112" fmla="*/ 2005321 h 2237474"/>
              <a:gd name="connsiteX113" fmla="*/ 2164831 w 12192000"/>
              <a:gd name="connsiteY113" fmla="*/ 2010143 h 2237474"/>
              <a:gd name="connsiteX114" fmla="*/ 2085228 w 12192000"/>
              <a:gd name="connsiteY114" fmla="*/ 2046431 h 2237474"/>
              <a:gd name="connsiteX115" fmla="*/ 2058061 w 12192000"/>
              <a:gd name="connsiteY115" fmla="*/ 2047942 h 2237474"/>
              <a:gd name="connsiteX116" fmla="*/ 2042244 w 12192000"/>
              <a:gd name="connsiteY116" fmla="*/ 2055560 h 2237474"/>
              <a:gd name="connsiteX117" fmla="*/ 1877728 w 12192000"/>
              <a:gd name="connsiteY117" fmla="*/ 2101004 h 2237474"/>
              <a:gd name="connsiteX118" fmla="*/ 1759056 w 12192000"/>
              <a:gd name="connsiteY118" fmla="*/ 2125608 h 2237474"/>
              <a:gd name="connsiteX119" fmla="*/ 1637948 w 12192000"/>
              <a:gd name="connsiteY119" fmla="*/ 2172597 h 2237474"/>
              <a:gd name="connsiteX120" fmla="*/ 1434549 w 12192000"/>
              <a:gd name="connsiteY120" fmla="*/ 2234522 h 2237474"/>
              <a:gd name="connsiteX121" fmla="*/ 1398481 w 12192000"/>
              <a:gd name="connsiteY121" fmla="*/ 2237074 h 2237474"/>
              <a:gd name="connsiteX122" fmla="*/ 1398407 w 12192000"/>
              <a:gd name="connsiteY122" fmla="*/ 2237095 h 2237474"/>
              <a:gd name="connsiteX123" fmla="*/ 1370962 w 12192000"/>
              <a:gd name="connsiteY123" fmla="*/ 2237474 h 2237474"/>
              <a:gd name="connsiteX124" fmla="*/ 1356367 w 12192000"/>
              <a:gd name="connsiteY124" fmla="*/ 2235089 h 2237474"/>
              <a:gd name="connsiteX125" fmla="*/ 1279765 w 12192000"/>
              <a:gd name="connsiteY125" fmla="*/ 2229639 h 2237474"/>
              <a:gd name="connsiteX126" fmla="*/ 1195347 w 12192000"/>
              <a:gd name="connsiteY126" fmla="*/ 2212354 h 2237474"/>
              <a:gd name="connsiteX127" fmla="*/ 970251 w 12192000"/>
              <a:gd name="connsiteY127" fmla="*/ 2221029 h 2237474"/>
              <a:gd name="connsiteX128" fmla="*/ 812914 w 12192000"/>
              <a:gd name="connsiteY128" fmla="*/ 2210095 h 2237474"/>
              <a:gd name="connsiteX129" fmla="*/ 776382 w 12192000"/>
              <a:gd name="connsiteY129" fmla="*/ 2204512 h 2237474"/>
              <a:gd name="connsiteX130" fmla="*/ 597225 w 12192000"/>
              <a:gd name="connsiteY130" fmla="*/ 2180999 h 2237474"/>
              <a:gd name="connsiteX131" fmla="*/ 520671 w 12192000"/>
              <a:gd name="connsiteY131" fmla="*/ 2180980 h 2237474"/>
              <a:gd name="connsiteX132" fmla="*/ 515024 w 12192000"/>
              <a:gd name="connsiteY132" fmla="*/ 2179258 h 2237474"/>
              <a:gd name="connsiteX133" fmla="*/ 413835 w 12192000"/>
              <a:gd name="connsiteY133" fmla="*/ 2156783 h 2237474"/>
              <a:gd name="connsiteX134" fmla="*/ 376513 w 12192000"/>
              <a:gd name="connsiteY134" fmla="*/ 2154014 h 2237474"/>
              <a:gd name="connsiteX135" fmla="*/ 273386 w 12192000"/>
              <a:gd name="connsiteY135" fmla="*/ 2142551 h 2237474"/>
              <a:gd name="connsiteX136" fmla="*/ 169207 w 12192000"/>
              <a:gd name="connsiteY136" fmla="*/ 2128100 h 2237474"/>
              <a:gd name="connsiteX137" fmla="*/ 77641 w 12192000"/>
              <a:gd name="connsiteY137" fmla="*/ 2126835 h 2237474"/>
              <a:gd name="connsiteX138" fmla="*/ 37645 w 12192000"/>
              <a:gd name="connsiteY138" fmla="*/ 2115401 h 2237474"/>
              <a:gd name="connsiteX139" fmla="*/ 4572 w 12192000"/>
              <a:gd name="connsiteY139" fmla="*/ 2111091 h 2237474"/>
              <a:gd name="connsiteX140" fmla="*/ 0 w 12192000"/>
              <a:gd name="connsiteY140" fmla="*/ 2110468 h 2237474"/>
              <a:gd name="connsiteX141" fmla="*/ 0 w 12192000"/>
              <a:gd name="connsiteY1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715896 w 12192000"/>
              <a:gd name="connsiteY96" fmla="*/ 1881552 h 2237474"/>
              <a:gd name="connsiteX97" fmla="*/ 3567259 w 12192000"/>
              <a:gd name="connsiteY97" fmla="*/ 1893482 h 2237474"/>
              <a:gd name="connsiteX98" fmla="*/ 3405770 w 12192000"/>
              <a:gd name="connsiteY98" fmla="*/ 1904591 h 2237474"/>
              <a:gd name="connsiteX99" fmla="*/ 3280097 w 12192000"/>
              <a:gd name="connsiteY99" fmla="*/ 1919610 h 2237474"/>
              <a:gd name="connsiteX100" fmla="*/ 3009910 w 12192000"/>
              <a:gd name="connsiteY100" fmla="*/ 1957866 h 2237474"/>
              <a:gd name="connsiteX101" fmla="*/ 2995934 w 12192000"/>
              <a:gd name="connsiteY101" fmla="*/ 1967085 h 2237474"/>
              <a:gd name="connsiteX102" fmla="*/ 2942858 w 12192000"/>
              <a:gd name="connsiteY102" fmla="*/ 1981367 h 2237474"/>
              <a:gd name="connsiteX103" fmla="*/ 2875436 w 12192000"/>
              <a:gd name="connsiteY103" fmla="*/ 1996977 h 2237474"/>
              <a:gd name="connsiteX104" fmla="*/ 2874892 w 12192000"/>
              <a:gd name="connsiteY104" fmla="*/ 1996085 h 2237474"/>
              <a:gd name="connsiteX105" fmla="*/ 2843662 w 12192000"/>
              <a:gd name="connsiteY105" fmla="*/ 1992498 h 2237474"/>
              <a:gd name="connsiteX106" fmla="*/ 2718916 w 12192000"/>
              <a:gd name="connsiteY106" fmla="*/ 1990867 h 2237474"/>
              <a:gd name="connsiteX107" fmla="*/ 2713522 w 12192000"/>
              <a:gd name="connsiteY107" fmla="*/ 1990173 h 2237474"/>
              <a:gd name="connsiteX108" fmla="*/ 2476147 w 12192000"/>
              <a:gd name="connsiteY108" fmla="*/ 1998305 h 2237474"/>
              <a:gd name="connsiteX109" fmla="*/ 2373568 w 12192000"/>
              <a:gd name="connsiteY109" fmla="*/ 2003219 h 2237474"/>
              <a:gd name="connsiteX110" fmla="*/ 2287219 w 12192000"/>
              <a:gd name="connsiteY110" fmla="*/ 1998750 h 2237474"/>
              <a:gd name="connsiteX111" fmla="*/ 2243069 w 12192000"/>
              <a:gd name="connsiteY111" fmla="*/ 2005321 h 2237474"/>
              <a:gd name="connsiteX112" fmla="*/ 2164831 w 12192000"/>
              <a:gd name="connsiteY112" fmla="*/ 2010143 h 2237474"/>
              <a:gd name="connsiteX113" fmla="*/ 2085228 w 12192000"/>
              <a:gd name="connsiteY113" fmla="*/ 2046431 h 2237474"/>
              <a:gd name="connsiteX114" fmla="*/ 2058061 w 12192000"/>
              <a:gd name="connsiteY114" fmla="*/ 2047942 h 2237474"/>
              <a:gd name="connsiteX115" fmla="*/ 2042244 w 12192000"/>
              <a:gd name="connsiteY115" fmla="*/ 2055560 h 2237474"/>
              <a:gd name="connsiteX116" fmla="*/ 1877728 w 12192000"/>
              <a:gd name="connsiteY116" fmla="*/ 2101004 h 2237474"/>
              <a:gd name="connsiteX117" fmla="*/ 1759056 w 12192000"/>
              <a:gd name="connsiteY117" fmla="*/ 2125608 h 2237474"/>
              <a:gd name="connsiteX118" fmla="*/ 1637948 w 12192000"/>
              <a:gd name="connsiteY118" fmla="*/ 2172597 h 2237474"/>
              <a:gd name="connsiteX119" fmla="*/ 1434549 w 12192000"/>
              <a:gd name="connsiteY119" fmla="*/ 2234522 h 2237474"/>
              <a:gd name="connsiteX120" fmla="*/ 1398481 w 12192000"/>
              <a:gd name="connsiteY120" fmla="*/ 2237074 h 2237474"/>
              <a:gd name="connsiteX121" fmla="*/ 1398407 w 12192000"/>
              <a:gd name="connsiteY121" fmla="*/ 2237095 h 2237474"/>
              <a:gd name="connsiteX122" fmla="*/ 1370962 w 12192000"/>
              <a:gd name="connsiteY122" fmla="*/ 2237474 h 2237474"/>
              <a:gd name="connsiteX123" fmla="*/ 1356367 w 12192000"/>
              <a:gd name="connsiteY123" fmla="*/ 2235089 h 2237474"/>
              <a:gd name="connsiteX124" fmla="*/ 1279765 w 12192000"/>
              <a:gd name="connsiteY124" fmla="*/ 2229639 h 2237474"/>
              <a:gd name="connsiteX125" fmla="*/ 1195347 w 12192000"/>
              <a:gd name="connsiteY125" fmla="*/ 2212354 h 2237474"/>
              <a:gd name="connsiteX126" fmla="*/ 970251 w 12192000"/>
              <a:gd name="connsiteY126" fmla="*/ 2221029 h 2237474"/>
              <a:gd name="connsiteX127" fmla="*/ 812914 w 12192000"/>
              <a:gd name="connsiteY127" fmla="*/ 2210095 h 2237474"/>
              <a:gd name="connsiteX128" fmla="*/ 776382 w 12192000"/>
              <a:gd name="connsiteY128" fmla="*/ 2204512 h 2237474"/>
              <a:gd name="connsiteX129" fmla="*/ 597225 w 12192000"/>
              <a:gd name="connsiteY129" fmla="*/ 2180999 h 2237474"/>
              <a:gd name="connsiteX130" fmla="*/ 520671 w 12192000"/>
              <a:gd name="connsiteY130" fmla="*/ 2180980 h 2237474"/>
              <a:gd name="connsiteX131" fmla="*/ 515024 w 12192000"/>
              <a:gd name="connsiteY131" fmla="*/ 2179258 h 2237474"/>
              <a:gd name="connsiteX132" fmla="*/ 413835 w 12192000"/>
              <a:gd name="connsiteY132" fmla="*/ 2156783 h 2237474"/>
              <a:gd name="connsiteX133" fmla="*/ 376513 w 12192000"/>
              <a:gd name="connsiteY133" fmla="*/ 2154014 h 2237474"/>
              <a:gd name="connsiteX134" fmla="*/ 273386 w 12192000"/>
              <a:gd name="connsiteY134" fmla="*/ 2142551 h 2237474"/>
              <a:gd name="connsiteX135" fmla="*/ 169207 w 12192000"/>
              <a:gd name="connsiteY135" fmla="*/ 2128100 h 2237474"/>
              <a:gd name="connsiteX136" fmla="*/ 77641 w 12192000"/>
              <a:gd name="connsiteY136" fmla="*/ 2126835 h 2237474"/>
              <a:gd name="connsiteX137" fmla="*/ 37645 w 12192000"/>
              <a:gd name="connsiteY137" fmla="*/ 2115401 h 2237474"/>
              <a:gd name="connsiteX138" fmla="*/ 4572 w 12192000"/>
              <a:gd name="connsiteY138" fmla="*/ 2111091 h 2237474"/>
              <a:gd name="connsiteX139" fmla="*/ 0 w 12192000"/>
              <a:gd name="connsiteY139" fmla="*/ 2110468 h 2237474"/>
              <a:gd name="connsiteX140" fmla="*/ 0 w 12192000"/>
              <a:gd name="connsiteY1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715896 w 12192000"/>
              <a:gd name="connsiteY96" fmla="*/ 1881552 h 2237474"/>
              <a:gd name="connsiteX97" fmla="*/ 3567259 w 12192000"/>
              <a:gd name="connsiteY97" fmla="*/ 1893482 h 2237474"/>
              <a:gd name="connsiteX98" fmla="*/ 3405770 w 12192000"/>
              <a:gd name="connsiteY98" fmla="*/ 1904591 h 2237474"/>
              <a:gd name="connsiteX99" fmla="*/ 3280097 w 12192000"/>
              <a:gd name="connsiteY99" fmla="*/ 1919610 h 2237474"/>
              <a:gd name="connsiteX100" fmla="*/ 3009910 w 12192000"/>
              <a:gd name="connsiteY100" fmla="*/ 1957866 h 2237474"/>
              <a:gd name="connsiteX101" fmla="*/ 2995934 w 12192000"/>
              <a:gd name="connsiteY101" fmla="*/ 1967085 h 2237474"/>
              <a:gd name="connsiteX102" fmla="*/ 2942858 w 12192000"/>
              <a:gd name="connsiteY102" fmla="*/ 1981367 h 2237474"/>
              <a:gd name="connsiteX103" fmla="*/ 2875436 w 12192000"/>
              <a:gd name="connsiteY103" fmla="*/ 1996977 h 2237474"/>
              <a:gd name="connsiteX104" fmla="*/ 2874892 w 12192000"/>
              <a:gd name="connsiteY104" fmla="*/ 1996085 h 2237474"/>
              <a:gd name="connsiteX105" fmla="*/ 2843662 w 12192000"/>
              <a:gd name="connsiteY105" fmla="*/ 1992498 h 2237474"/>
              <a:gd name="connsiteX106" fmla="*/ 2718916 w 12192000"/>
              <a:gd name="connsiteY106" fmla="*/ 1990867 h 2237474"/>
              <a:gd name="connsiteX107" fmla="*/ 2713522 w 12192000"/>
              <a:gd name="connsiteY107" fmla="*/ 1990173 h 2237474"/>
              <a:gd name="connsiteX108" fmla="*/ 2476147 w 12192000"/>
              <a:gd name="connsiteY108" fmla="*/ 1998305 h 2237474"/>
              <a:gd name="connsiteX109" fmla="*/ 2373568 w 12192000"/>
              <a:gd name="connsiteY109" fmla="*/ 2003219 h 2237474"/>
              <a:gd name="connsiteX110" fmla="*/ 2287219 w 12192000"/>
              <a:gd name="connsiteY110" fmla="*/ 1998750 h 2237474"/>
              <a:gd name="connsiteX111" fmla="*/ 2243069 w 12192000"/>
              <a:gd name="connsiteY111" fmla="*/ 2005321 h 2237474"/>
              <a:gd name="connsiteX112" fmla="*/ 2164831 w 12192000"/>
              <a:gd name="connsiteY112" fmla="*/ 2010143 h 2237474"/>
              <a:gd name="connsiteX113" fmla="*/ 2085228 w 12192000"/>
              <a:gd name="connsiteY113" fmla="*/ 2046431 h 2237474"/>
              <a:gd name="connsiteX114" fmla="*/ 2058061 w 12192000"/>
              <a:gd name="connsiteY114" fmla="*/ 2047942 h 2237474"/>
              <a:gd name="connsiteX115" fmla="*/ 2042244 w 12192000"/>
              <a:gd name="connsiteY115" fmla="*/ 2055560 h 2237474"/>
              <a:gd name="connsiteX116" fmla="*/ 1877728 w 12192000"/>
              <a:gd name="connsiteY116" fmla="*/ 2101004 h 2237474"/>
              <a:gd name="connsiteX117" fmla="*/ 1759056 w 12192000"/>
              <a:gd name="connsiteY117" fmla="*/ 2125608 h 2237474"/>
              <a:gd name="connsiteX118" fmla="*/ 1637948 w 12192000"/>
              <a:gd name="connsiteY118" fmla="*/ 2172597 h 2237474"/>
              <a:gd name="connsiteX119" fmla="*/ 1434549 w 12192000"/>
              <a:gd name="connsiteY119" fmla="*/ 2234522 h 2237474"/>
              <a:gd name="connsiteX120" fmla="*/ 1398481 w 12192000"/>
              <a:gd name="connsiteY120" fmla="*/ 2237074 h 2237474"/>
              <a:gd name="connsiteX121" fmla="*/ 1398407 w 12192000"/>
              <a:gd name="connsiteY121" fmla="*/ 2237095 h 2237474"/>
              <a:gd name="connsiteX122" fmla="*/ 1370962 w 12192000"/>
              <a:gd name="connsiteY122" fmla="*/ 2237474 h 2237474"/>
              <a:gd name="connsiteX123" fmla="*/ 1356367 w 12192000"/>
              <a:gd name="connsiteY123" fmla="*/ 2235089 h 2237474"/>
              <a:gd name="connsiteX124" fmla="*/ 1279765 w 12192000"/>
              <a:gd name="connsiteY124" fmla="*/ 2229639 h 2237474"/>
              <a:gd name="connsiteX125" fmla="*/ 1195347 w 12192000"/>
              <a:gd name="connsiteY125" fmla="*/ 2212354 h 2237474"/>
              <a:gd name="connsiteX126" fmla="*/ 970251 w 12192000"/>
              <a:gd name="connsiteY126" fmla="*/ 2221029 h 2237474"/>
              <a:gd name="connsiteX127" fmla="*/ 812914 w 12192000"/>
              <a:gd name="connsiteY127" fmla="*/ 2210095 h 2237474"/>
              <a:gd name="connsiteX128" fmla="*/ 776382 w 12192000"/>
              <a:gd name="connsiteY128" fmla="*/ 2204512 h 2237474"/>
              <a:gd name="connsiteX129" fmla="*/ 597225 w 12192000"/>
              <a:gd name="connsiteY129" fmla="*/ 2180999 h 2237474"/>
              <a:gd name="connsiteX130" fmla="*/ 520671 w 12192000"/>
              <a:gd name="connsiteY130" fmla="*/ 2180980 h 2237474"/>
              <a:gd name="connsiteX131" fmla="*/ 515024 w 12192000"/>
              <a:gd name="connsiteY131" fmla="*/ 2179258 h 2237474"/>
              <a:gd name="connsiteX132" fmla="*/ 413835 w 12192000"/>
              <a:gd name="connsiteY132" fmla="*/ 2156783 h 2237474"/>
              <a:gd name="connsiteX133" fmla="*/ 376513 w 12192000"/>
              <a:gd name="connsiteY133" fmla="*/ 2154014 h 2237474"/>
              <a:gd name="connsiteX134" fmla="*/ 273386 w 12192000"/>
              <a:gd name="connsiteY134" fmla="*/ 2142551 h 2237474"/>
              <a:gd name="connsiteX135" fmla="*/ 169207 w 12192000"/>
              <a:gd name="connsiteY135" fmla="*/ 2128100 h 2237474"/>
              <a:gd name="connsiteX136" fmla="*/ 77641 w 12192000"/>
              <a:gd name="connsiteY136" fmla="*/ 2126835 h 2237474"/>
              <a:gd name="connsiteX137" fmla="*/ 37645 w 12192000"/>
              <a:gd name="connsiteY137" fmla="*/ 2115401 h 2237474"/>
              <a:gd name="connsiteX138" fmla="*/ 4572 w 12192000"/>
              <a:gd name="connsiteY138" fmla="*/ 2111091 h 2237474"/>
              <a:gd name="connsiteX139" fmla="*/ 0 w 12192000"/>
              <a:gd name="connsiteY139" fmla="*/ 2110468 h 2237474"/>
              <a:gd name="connsiteX140" fmla="*/ 0 w 12192000"/>
              <a:gd name="connsiteY1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567259 w 12192000"/>
              <a:gd name="connsiteY96" fmla="*/ 1893482 h 2237474"/>
              <a:gd name="connsiteX97" fmla="*/ 3405770 w 12192000"/>
              <a:gd name="connsiteY97" fmla="*/ 1904591 h 2237474"/>
              <a:gd name="connsiteX98" fmla="*/ 3280097 w 12192000"/>
              <a:gd name="connsiteY98" fmla="*/ 1919610 h 2237474"/>
              <a:gd name="connsiteX99" fmla="*/ 3009910 w 12192000"/>
              <a:gd name="connsiteY99" fmla="*/ 1957866 h 2237474"/>
              <a:gd name="connsiteX100" fmla="*/ 2995934 w 12192000"/>
              <a:gd name="connsiteY100" fmla="*/ 1967085 h 2237474"/>
              <a:gd name="connsiteX101" fmla="*/ 2942858 w 12192000"/>
              <a:gd name="connsiteY101" fmla="*/ 1981367 h 2237474"/>
              <a:gd name="connsiteX102" fmla="*/ 2875436 w 12192000"/>
              <a:gd name="connsiteY102" fmla="*/ 1996977 h 2237474"/>
              <a:gd name="connsiteX103" fmla="*/ 2874892 w 12192000"/>
              <a:gd name="connsiteY103" fmla="*/ 1996085 h 2237474"/>
              <a:gd name="connsiteX104" fmla="*/ 2843662 w 12192000"/>
              <a:gd name="connsiteY104" fmla="*/ 1992498 h 2237474"/>
              <a:gd name="connsiteX105" fmla="*/ 2718916 w 12192000"/>
              <a:gd name="connsiteY105" fmla="*/ 1990867 h 2237474"/>
              <a:gd name="connsiteX106" fmla="*/ 2713522 w 12192000"/>
              <a:gd name="connsiteY106" fmla="*/ 1990173 h 2237474"/>
              <a:gd name="connsiteX107" fmla="*/ 2476147 w 12192000"/>
              <a:gd name="connsiteY107" fmla="*/ 1998305 h 2237474"/>
              <a:gd name="connsiteX108" fmla="*/ 2373568 w 12192000"/>
              <a:gd name="connsiteY108" fmla="*/ 2003219 h 2237474"/>
              <a:gd name="connsiteX109" fmla="*/ 2287219 w 12192000"/>
              <a:gd name="connsiteY109" fmla="*/ 1998750 h 2237474"/>
              <a:gd name="connsiteX110" fmla="*/ 2243069 w 12192000"/>
              <a:gd name="connsiteY110" fmla="*/ 2005321 h 2237474"/>
              <a:gd name="connsiteX111" fmla="*/ 2164831 w 12192000"/>
              <a:gd name="connsiteY111" fmla="*/ 2010143 h 2237474"/>
              <a:gd name="connsiteX112" fmla="*/ 2085228 w 12192000"/>
              <a:gd name="connsiteY112" fmla="*/ 2046431 h 2237474"/>
              <a:gd name="connsiteX113" fmla="*/ 2058061 w 12192000"/>
              <a:gd name="connsiteY113" fmla="*/ 2047942 h 2237474"/>
              <a:gd name="connsiteX114" fmla="*/ 2042244 w 12192000"/>
              <a:gd name="connsiteY114" fmla="*/ 2055560 h 2237474"/>
              <a:gd name="connsiteX115" fmla="*/ 1877728 w 12192000"/>
              <a:gd name="connsiteY115" fmla="*/ 2101004 h 2237474"/>
              <a:gd name="connsiteX116" fmla="*/ 1759056 w 12192000"/>
              <a:gd name="connsiteY116" fmla="*/ 2125608 h 2237474"/>
              <a:gd name="connsiteX117" fmla="*/ 1637948 w 12192000"/>
              <a:gd name="connsiteY117" fmla="*/ 2172597 h 2237474"/>
              <a:gd name="connsiteX118" fmla="*/ 1434549 w 12192000"/>
              <a:gd name="connsiteY118" fmla="*/ 2234522 h 2237474"/>
              <a:gd name="connsiteX119" fmla="*/ 1398481 w 12192000"/>
              <a:gd name="connsiteY119" fmla="*/ 2237074 h 2237474"/>
              <a:gd name="connsiteX120" fmla="*/ 1398407 w 12192000"/>
              <a:gd name="connsiteY120" fmla="*/ 2237095 h 2237474"/>
              <a:gd name="connsiteX121" fmla="*/ 1370962 w 12192000"/>
              <a:gd name="connsiteY121" fmla="*/ 2237474 h 2237474"/>
              <a:gd name="connsiteX122" fmla="*/ 1356367 w 12192000"/>
              <a:gd name="connsiteY122" fmla="*/ 2235089 h 2237474"/>
              <a:gd name="connsiteX123" fmla="*/ 1279765 w 12192000"/>
              <a:gd name="connsiteY123" fmla="*/ 2229639 h 2237474"/>
              <a:gd name="connsiteX124" fmla="*/ 1195347 w 12192000"/>
              <a:gd name="connsiteY124" fmla="*/ 2212354 h 2237474"/>
              <a:gd name="connsiteX125" fmla="*/ 970251 w 12192000"/>
              <a:gd name="connsiteY125" fmla="*/ 2221029 h 2237474"/>
              <a:gd name="connsiteX126" fmla="*/ 812914 w 12192000"/>
              <a:gd name="connsiteY126" fmla="*/ 2210095 h 2237474"/>
              <a:gd name="connsiteX127" fmla="*/ 776382 w 12192000"/>
              <a:gd name="connsiteY127" fmla="*/ 2204512 h 2237474"/>
              <a:gd name="connsiteX128" fmla="*/ 597225 w 12192000"/>
              <a:gd name="connsiteY128" fmla="*/ 2180999 h 2237474"/>
              <a:gd name="connsiteX129" fmla="*/ 520671 w 12192000"/>
              <a:gd name="connsiteY129" fmla="*/ 2180980 h 2237474"/>
              <a:gd name="connsiteX130" fmla="*/ 515024 w 12192000"/>
              <a:gd name="connsiteY130" fmla="*/ 2179258 h 2237474"/>
              <a:gd name="connsiteX131" fmla="*/ 413835 w 12192000"/>
              <a:gd name="connsiteY131" fmla="*/ 2156783 h 2237474"/>
              <a:gd name="connsiteX132" fmla="*/ 376513 w 12192000"/>
              <a:gd name="connsiteY132" fmla="*/ 2154014 h 2237474"/>
              <a:gd name="connsiteX133" fmla="*/ 273386 w 12192000"/>
              <a:gd name="connsiteY133" fmla="*/ 2142551 h 2237474"/>
              <a:gd name="connsiteX134" fmla="*/ 169207 w 12192000"/>
              <a:gd name="connsiteY134" fmla="*/ 2128100 h 2237474"/>
              <a:gd name="connsiteX135" fmla="*/ 77641 w 12192000"/>
              <a:gd name="connsiteY135" fmla="*/ 2126835 h 2237474"/>
              <a:gd name="connsiteX136" fmla="*/ 37645 w 12192000"/>
              <a:gd name="connsiteY136" fmla="*/ 2115401 h 2237474"/>
              <a:gd name="connsiteX137" fmla="*/ 4572 w 12192000"/>
              <a:gd name="connsiteY137" fmla="*/ 2111091 h 2237474"/>
              <a:gd name="connsiteX138" fmla="*/ 0 w 12192000"/>
              <a:gd name="connsiteY138" fmla="*/ 2110468 h 2237474"/>
              <a:gd name="connsiteX139" fmla="*/ 0 w 12192000"/>
              <a:gd name="connsiteY13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567259 w 12192000"/>
              <a:gd name="connsiteY96" fmla="*/ 1893482 h 2237474"/>
              <a:gd name="connsiteX97" fmla="*/ 3405770 w 12192000"/>
              <a:gd name="connsiteY97" fmla="*/ 1904591 h 2237474"/>
              <a:gd name="connsiteX98" fmla="*/ 3280097 w 12192000"/>
              <a:gd name="connsiteY98" fmla="*/ 1919610 h 2237474"/>
              <a:gd name="connsiteX99" fmla="*/ 3009910 w 12192000"/>
              <a:gd name="connsiteY99" fmla="*/ 1957866 h 2237474"/>
              <a:gd name="connsiteX100" fmla="*/ 2995934 w 12192000"/>
              <a:gd name="connsiteY100" fmla="*/ 1967085 h 2237474"/>
              <a:gd name="connsiteX101" fmla="*/ 2942858 w 12192000"/>
              <a:gd name="connsiteY101" fmla="*/ 1981367 h 2237474"/>
              <a:gd name="connsiteX102" fmla="*/ 2875436 w 12192000"/>
              <a:gd name="connsiteY102" fmla="*/ 1996977 h 2237474"/>
              <a:gd name="connsiteX103" fmla="*/ 2874892 w 12192000"/>
              <a:gd name="connsiteY103" fmla="*/ 1996085 h 2237474"/>
              <a:gd name="connsiteX104" fmla="*/ 2843662 w 12192000"/>
              <a:gd name="connsiteY104" fmla="*/ 1992498 h 2237474"/>
              <a:gd name="connsiteX105" fmla="*/ 2718916 w 12192000"/>
              <a:gd name="connsiteY105" fmla="*/ 1990867 h 2237474"/>
              <a:gd name="connsiteX106" fmla="*/ 2713522 w 12192000"/>
              <a:gd name="connsiteY106" fmla="*/ 1990173 h 2237474"/>
              <a:gd name="connsiteX107" fmla="*/ 2476147 w 12192000"/>
              <a:gd name="connsiteY107" fmla="*/ 1998305 h 2237474"/>
              <a:gd name="connsiteX108" fmla="*/ 2373568 w 12192000"/>
              <a:gd name="connsiteY108" fmla="*/ 2003219 h 2237474"/>
              <a:gd name="connsiteX109" fmla="*/ 2287219 w 12192000"/>
              <a:gd name="connsiteY109" fmla="*/ 1998750 h 2237474"/>
              <a:gd name="connsiteX110" fmla="*/ 2243069 w 12192000"/>
              <a:gd name="connsiteY110" fmla="*/ 2005321 h 2237474"/>
              <a:gd name="connsiteX111" fmla="*/ 2164831 w 12192000"/>
              <a:gd name="connsiteY111" fmla="*/ 2010143 h 2237474"/>
              <a:gd name="connsiteX112" fmla="*/ 2085228 w 12192000"/>
              <a:gd name="connsiteY112" fmla="*/ 2046431 h 2237474"/>
              <a:gd name="connsiteX113" fmla="*/ 2058061 w 12192000"/>
              <a:gd name="connsiteY113" fmla="*/ 2047942 h 2237474"/>
              <a:gd name="connsiteX114" fmla="*/ 2042244 w 12192000"/>
              <a:gd name="connsiteY114" fmla="*/ 2055560 h 2237474"/>
              <a:gd name="connsiteX115" fmla="*/ 1877728 w 12192000"/>
              <a:gd name="connsiteY115" fmla="*/ 2101004 h 2237474"/>
              <a:gd name="connsiteX116" fmla="*/ 1759056 w 12192000"/>
              <a:gd name="connsiteY116" fmla="*/ 2125608 h 2237474"/>
              <a:gd name="connsiteX117" fmla="*/ 1637948 w 12192000"/>
              <a:gd name="connsiteY117" fmla="*/ 2172597 h 2237474"/>
              <a:gd name="connsiteX118" fmla="*/ 1434549 w 12192000"/>
              <a:gd name="connsiteY118" fmla="*/ 2234522 h 2237474"/>
              <a:gd name="connsiteX119" fmla="*/ 1398481 w 12192000"/>
              <a:gd name="connsiteY119" fmla="*/ 2237074 h 2237474"/>
              <a:gd name="connsiteX120" fmla="*/ 1398407 w 12192000"/>
              <a:gd name="connsiteY120" fmla="*/ 2237095 h 2237474"/>
              <a:gd name="connsiteX121" fmla="*/ 1370962 w 12192000"/>
              <a:gd name="connsiteY121" fmla="*/ 2237474 h 2237474"/>
              <a:gd name="connsiteX122" fmla="*/ 1356367 w 12192000"/>
              <a:gd name="connsiteY122" fmla="*/ 2235089 h 2237474"/>
              <a:gd name="connsiteX123" fmla="*/ 1279765 w 12192000"/>
              <a:gd name="connsiteY123" fmla="*/ 2229639 h 2237474"/>
              <a:gd name="connsiteX124" fmla="*/ 1195347 w 12192000"/>
              <a:gd name="connsiteY124" fmla="*/ 2212354 h 2237474"/>
              <a:gd name="connsiteX125" fmla="*/ 970251 w 12192000"/>
              <a:gd name="connsiteY125" fmla="*/ 2221029 h 2237474"/>
              <a:gd name="connsiteX126" fmla="*/ 812914 w 12192000"/>
              <a:gd name="connsiteY126" fmla="*/ 2210095 h 2237474"/>
              <a:gd name="connsiteX127" fmla="*/ 776382 w 12192000"/>
              <a:gd name="connsiteY127" fmla="*/ 2204512 h 2237474"/>
              <a:gd name="connsiteX128" fmla="*/ 597225 w 12192000"/>
              <a:gd name="connsiteY128" fmla="*/ 2180999 h 2237474"/>
              <a:gd name="connsiteX129" fmla="*/ 520671 w 12192000"/>
              <a:gd name="connsiteY129" fmla="*/ 2180980 h 2237474"/>
              <a:gd name="connsiteX130" fmla="*/ 515024 w 12192000"/>
              <a:gd name="connsiteY130" fmla="*/ 2179258 h 2237474"/>
              <a:gd name="connsiteX131" fmla="*/ 413835 w 12192000"/>
              <a:gd name="connsiteY131" fmla="*/ 2156783 h 2237474"/>
              <a:gd name="connsiteX132" fmla="*/ 376513 w 12192000"/>
              <a:gd name="connsiteY132" fmla="*/ 2154014 h 2237474"/>
              <a:gd name="connsiteX133" fmla="*/ 273386 w 12192000"/>
              <a:gd name="connsiteY133" fmla="*/ 2142551 h 2237474"/>
              <a:gd name="connsiteX134" fmla="*/ 77641 w 12192000"/>
              <a:gd name="connsiteY134" fmla="*/ 2126835 h 2237474"/>
              <a:gd name="connsiteX135" fmla="*/ 37645 w 12192000"/>
              <a:gd name="connsiteY135" fmla="*/ 2115401 h 2237474"/>
              <a:gd name="connsiteX136" fmla="*/ 4572 w 12192000"/>
              <a:gd name="connsiteY136" fmla="*/ 2111091 h 2237474"/>
              <a:gd name="connsiteX137" fmla="*/ 0 w 12192000"/>
              <a:gd name="connsiteY137" fmla="*/ 2110468 h 2237474"/>
              <a:gd name="connsiteX138" fmla="*/ 0 w 12192000"/>
              <a:gd name="connsiteY138" fmla="*/ 0 h 2237474"/>
              <a:gd name="connsiteX0" fmla="*/ 0 w 12192000"/>
              <a:gd name="connsiteY0" fmla="*/ 0 h 2237627"/>
              <a:gd name="connsiteX1" fmla="*/ 12192000 w 12192000"/>
              <a:gd name="connsiteY1" fmla="*/ 0 h 2237627"/>
              <a:gd name="connsiteX2" fmla="*/ 12192000 w 12192000"/>
              <a:gd name="connsiteY2" fmla="*/ 751299 h 2237627"/>
              <a:gd name="connsiteX3" fmla="*/ 11890686 w 12192000"/>
              <a:gd name="connsiteY3" fmla="*/ 732766 h 2237627"/>
              <a:gd name="connsiteX4" fmla="*/ 11820512 w 12192000"/>
              <a:gd name="connsiteY4" fmla="*/ 745392 h 2237627"/>
              <a:gd name="connsiteX5" fmla="*/ 11649954 w 12192000"/>
              <a:gd name="connsiteY5" fmla="*/ 749628 h 2237627"/>
              <a:gd name="connsiteX6" fmla="*/ 11560424 w 12192000"/>
              <a:gd name="connsiteY6" fmla="*/ 748017 h 2237627"/>
              <a:gd name="connsiteX7" fmla="*/ 11358455 w 12192000"/>
              <a:gd name="connsiteY7" fmla="*/ 747593 h 2237627"/>
              <a:gd name="connsiteX8" fmla="*/ 11165209 w 12192000"/>
              <a:gd name="connsiteY8" fmla="*/ 748852 h 2237627"/>
              <a:gd name="connsiteX9" fmla="*/ 11058755 w 12192000"/>
              <a:gd name="connsiteY9" fmla="*/ 749617 h 2237627"/>
              <a:gd name="connsiteX10" fmla="*/ 10846594 w 12192000"/>
              <a:gd name="connsiteY10" fmla="*/ 765069 h 2237627"/>
              <a:gd name="connsiteX11" fmla="*/ 10739478 w 12192000"/>
              <a:gd name="connsiteY11" fmla="*/ 776841 h 2237627"/>
              <a:gd name="connsiteX12" fmla="*/ 10458762 w 12192000"/>
              <a:gd name="connsiteY12" fmla="*/ 755400 h 2237627"/>
              <a:gd name="connsiteX13" fmla="*/ 10211200 w 12192000"/>
              <a:gd name="connsiteY13" fmla="*/ 767513 h 2237627"/>
              <a:gd name="connsiteX14" fmla="*/ 10167995 w 12192000"/>
              <a:gd name="connsiteY14" fmla="*/ 760843 h 2237627"/>
              <a:gd name="connsiteX15" fmla="*/ 9997044 w 12192000"/>
              <a:gd name="connsiteY15" fmla="*/ 780129 h 2237627"/>
              <a:gd name="connsiteX16" fmla="*/ 9943887 w 12192000"/>
              <a:gd name="connsiteY16" fmla="*/ 804141 h 2237627"/>
              <a:gd name="connsiteX17" fmla="*/ 9918248 w 12192000"/>
              <a:gd name="connsiteY17" fmla="*/ 816628 h 2237627"/>
              <a:gd name="connsiteX18" fmla="*/ 9767091 w 12192000"/>
              <a:gd name="connsiteY18" fmla="*/ 870550 h 2237627"/>
              <a:gd name="connsiteX19" fmla="*/ 9683005 w 12192000"/>
              <a:gd name="connsiteY19" fmla="*/ 894128 h 2237627"/>
              <a:gd name="connsiteX20" fmla="*/ 9594438 w 12192000"/>
              <a:gd name="connsiteY20" fmla="*/ 919051 h 2237627"/>
              <a:gd name="connsiteX21" fmla="*/ 9544189 w 12192000"/>
              <a:gd name="connsiteY21" fmla="*/ 938966 h 2237627"/>
              <a:gd name="connsiteX22" fmla="*/ 9500499 w 12192000"/>
              <a:gd name="connsiteY22" fmla="*/ 954680 h 2237627"/>
              <a:gd name="connsiteX23" fmla="*/ 9410017 w 12192000"/>
              <a:gd name="connsiteY23" fmla="*/ 993931 h 2237627"/>
              <a:gd name="connsiteX24" fmla="*/ 9392919 w 12192000"/>
              <a:gd name="connsiteY24" fmla="*/ 994656 h 2237627"/>
              <a:gd name="connsiteX25" fmla="*/ 9268019 w 12192000"/>
              <a:gd name="connsiteY25" fmla="*/ 1007442 h 2237627"/>
              <a:gd name="connsiteX26" fmla="*/ 9188177 w 12192000"/>
              <a:gd name="connsiteY26" fmla="*/ 1035474 h 2237627"/>
              <a:gd name="connsiteX27" fmla="*/ 9155969 w 12192000"/>
              <a:gd name="connsiteY27" fmla="*/ 1046804 h 2237627"/>
              <a:gd name="connsiteX28" fmla="*/ 9133985 w 12192000"/>
              <a:gd name="connsiteY28" fmla="*/ 1046450 h 2237627"/>
              <a:gd name="connsiteX29" fmla="*/ 9003462 w 12192000"/>
              <a:gd name="connsiteY29" fmla="*/ 1042406 h 2237627"/>
              <a:gd name="connsiteX30" fmla="*/ 8968445 w 12192000"/>
              <a:gd name="connsiteY30" fmla="*/ 1052169 h 2237627"/>
              <a:gd name="connsiteX31" fmla="*/ 8886001 w 12192000"/>
              <a:gd name="connsiteY31" fmla="*/ 1067468 h 2237627"/>
              <a:gd name="connsiteX32" fmla="*/ 8838610 w 12192000"/>
              <a:gd name="connsiteY32" fmla="*/ 1075091 h 2237627"/>
              <a:gd name="connsiteX33" fmla="*/ 8750383 w 12192000"/>
              <a:gd name="connsiteY33" fmla="*/ 1097387 h 2237627"/>
              <a:gd name="connsiteX34" fmla="*/ 8665605 w 12192000"/>
              <a:gd name="connsiteY34" fmla="*/ 1110791 h 2237627"/>
              <a:gd name="connsiteX35" fmla="*/ 8584946 w 12192000"/>
              <a:gd name="connsiteY35" fmla="*/ 1135226 h 2237627"/>
              <a:gd name="connsiteX36" fmla="*/ 8419755 w 12192000"/>
              <a:gd name="connsiteY36" fmla="*/ 1216260 h 2237627"/>
              <a:gd name="connsiteX37" fmla="*/ 8411626 w 12192000"/>
              <a:gd name="connsiteY37" fmla="*/ 1214397 h 2237627"/>
              <a:gd name="connsiteX38" fmla="*/ 8363469 w 12192000"/>
              <a:gd name="connsiteY38" fmla="*/ 1246658 h 2237627"/>
              <a:gd name="connsiteX39" fmla="*/ 8275497 w 12192000"/>
              <a:gd name="connsiteY39" fmla="*/ 1264396 h 2237627"/>
              <a:gd name="connsiteX40" fmla="*/ 8074238 w 12192000"/>
              <a:gd name="connsiteY40" fmla="*/ 1301895 h 2237627"/>
              <a:gd name="connsiteX41" fmla="*/ 7942099 w 12192000"/>
              <a:gd name="connsiteY41" fmla="*/ 1336332 h 2237627"/>
              <a:gd name="connsiteX42" fmla="*/ 7902328 w 12192000"/>
              <a:gd name="connsiteY42" fmla="*/ 1345865 h 2237627"/>
              <a:gd name="connsiteX43" fmla="*/ 7840612 w 12192000"/>
              <a:gd name="connsiteY43" fmla="*/ 1369373 h 2237627"/>
              <a:gd name="connsiteX44" fmla="*/ 7786819 w 12192000"/>
              <a:gd name="connsiteY44" fmla="*/ 1378970 h 2237627"/>
              <a:gd name="connsiteX45" fmla="*/ 7548172 w 12192000"/>
              <a:gd name="connsiteY45" fmla="*/ 1417460 h 2237627"/>
              <a:gd name="connsiteX46" fmla="*/ 7483437 w 12192000"/>
              <a:gd name="connsiteY46" fmla="*/ 1478152 h 2237627"/>
              <a:gd name="connsiteX47" fmla="*/ 7377870 w 12192000"/>
              <a:gd name="connsiteY47" fmla="*/ 1523319 h 2237627"/>
              <a:gd name="connsiteX48" fmla="*/ 7230737 w 12192000"/>
              <a:gd name="connsiteY48" fmla="*/ 1562633 h 2237627"/>
              <a:gd name="connsiteX49" fmla="*/ 7224458 w 12192000"/>
              <a:gd name="connsiteY49" fmla="*/ 1573008 h 2237627"/>
              <a:gd name="connsiteX50" fmla="*/ 7183121 w 12192000"/>
              <a:gd name="connsiteY50" fmla="*/ 1595162 h 2237627"/>
              <a:gd name="connsiteX51" fmla="*/ 7164601 w 12192000"/>
              <a:gd name="connsiteY51" fmla="*/ 1606490 h 2237627"/>
              <a:gd name="connsiteX52" fmla="*/ 6900177 w 12192000"/>
              <a:gd name="connsiteY52" fmla="*/ 1636016 h 2237627"/>
              <a:gd name="connsiteX53" fmla="*/ 6795372 w 12192000"/>
              <a:gd name="connsiteY53" fmla="*/ 1644845 h 2237627"/>
              <a:gd name="connsiteX54" fmla="*/ 6692251 w 12192000"/>
              <a:gd name="connsiteY54" fmla="*/ 1656357 h 2237627"/>
              <a:gd name="connsiteX55" fmla="*/ 6655235 w 12192000"/>
              <a:gd name="connsiteY55" fmla="*/ 1661869 h 2237627"/>
              <a:gd name="connsiteX56" fmla="*/ 6554894 w 12192000"/>
              <a:gd name="connsiteY56" fmla="*/ 1664428 h 2237627"/>
              <a:gd name="connsiteX57" fmla="*/ 6516595 w 12192000"/>
              <a:gd name="connsiteY57" fmla="*/ 1667475 h 2237627"/>
              <a:gd name="connsiteX58" fmla="*/ 6508541 w 12192000"/>
              <a:gd name="connsiteY58" fmla="*/ 1668757 h 2237627"/>
              <a:gd name="connsiteX59" fmla="*/ 6471012 w 12192000"/>
              <a:gd name="connsiteY59" fmla="*/ 1678604 h 2237627"/>
              <a:gd name="connsiteX60" fmla="*/ 6364035 w 12192000"/>
              <a:gd name="connsiteY60" fmla="*/ 1667683 h 2237627"/>
              <a:gd name="connsiteX61" fmla="*/ 6280959 w 12192000"/>
              <a:gd name="connsiteY61" fmla="*/ 1689329 h 2237627"/>
              <a:gd name="connsiteX62" fmla="*/ 6243319 w 12192000"/>
              <a:gd name="connsiteY62" fmla="*/ 1695560 h 2237627"/>
              <a:gd name="connsiteX63" fmla="*/ 6098321 w 12192000"/>
              <a:gd name="connsiteY63" fmla="*/ 1721646 h 2237627"/>
              <a:gd name="connsiteX64" fmla="*/ 5880652 w 12192000"/>
              <a:gd name="connsiteY64" fmla="*/ 1779643 h 2237627"/>
              <a:gd name="connsiteX65" fmla="*/ 5785959 w 12192000"/>
              <a:gd name="connsiteY65" fmla="*/ 1775307 h 2237627"/>
              <a:gd name="connsiteX66" fmla="*/ 5643534 w 12192000"/>
              <a:gd name="connsiteY66" fmla="*/ 1802919 h 2237627"/>
              <a:gd name="connsiteX67" fmla="*/ 5518799 w 12192000"/>
              <a:gd name="connsiteY67" fmla="*/ 1818312 h 2237627"/>
              <a:gd name="connsiteX68" fmla="*/ 5505014 w 12192000"/>
              <a:gd name="connsiteY68" fmla="*/ 1819259 h 2237627"/>
              <a:gd name="connsiteX69" fmla="*/ 5453307 w 12192000"/>
              <a:gd name="connsiteY69" fmla="*/ 1815450 h 2237627"/>
              <a:gd name="connsiteX70" fmla="*/ 5221533 w 12192000"/>
              <a:gd name="connsiteY70" fmla="*/ 1846950 h 2237627"/>
              <a:gd name="connsiteX71" fmla="*/ 5149802 w 12192000"/>
              <a:gd name="connsiteY71" fmla="*/ 1844846 h 2237627"/>
              <a:gd name="connsiteX72" fmla="*/ 5114927 w 12192000"/>
              <a:gd name="connsiteY72" fmla="*/ 1847827 h 2237627"/>
              <a:gd name="connsiteX73" fmla="*/ 5108970 w 12192000"/>
              <a:gd name="connsiteY73" fmla="*/ 1847935 h 2237627"/>
              <a:gd name="connsiteX74" fmla="*/ 5067961 w 12192000"/>
              <a:gd name="connsiteY74" fmla="*/ 1845917 h 2237627"/>
              <a:gd name="connsiteX75" fmla="*/ 5007075 w 12192000"/>
              <a:gd name="connsiteY75" fmla="*/ 1838626 h 2237627"/>
              <a:gd name="connsiteX76" fmla="*/ 4944087 w 12192000"/>
              <a:gd name="connsiteY76" fmla="*/ 1823332 h 2237627"/>
              <a:gd name="connsiteX77" fmla="*/ 4907662 w 12192000"/>
              <a:gd name="connsiteY77" fmla="*/ 1816900 h 2237627"/>
              <a:gd name="connsiteX78" fmla="*/ 4882386 w 12192000"/>
              <a:gd name="connsiteY78" fmla="*/ 1809844 h 2237627"/>
              <a:gd name="connsiteX79" fmla="*/ 4811440 w 12192000"/>
              <a:gd name="connsiteY79" fmla="*/ 1804655 h 2237627"/>
              <a:gd name="connsiteX80" fmla="*/ 4691075 w 12192000"/>
              <a:gd name="connsiteY80" fmla="*/ 1801389 h 2237627"/>
              <a:gd name="connsiteX81" fmla="*/ 4640313 w 12192000"/>
              <a:gd name="connsiteY81" fmla="*/ 1784307 h 2237627"/>
              <a:gd name="connsiteX82" fmla="*/ 4536503 w 12192000"/>
              <a:gd name="connsiteY82" fmla="*/ 1785334 h 2237627"/>
              <a:gd name="connsiteX83" fmla="*/ 4513724 w 12192000"/>
              <a:gd name="connsiteY83" fmla="*/ 1791996 h 2237627"/>
              <a:gd name="connsiteX84" fmla="*/ 4459810 w 12192000"/>
              <a:gd name="connsiteY84" fmla="*/ 1797886 h 2237627"/>
              <a:gd name="connsiteX85" fmla="*/ 4379064 w 12192000"/>
              <a:gd name="connsiteY85" fmla="*/ 1817177 h 2237627"/>
              <a:gd name="connsiteX86" fmla="*/ 4290981 w 12192000"/>
              <a:gd name="connsiteY86" fmla="*/ 1839677 h 2237627"/>
              <a:gd name="connsiteX87" fmla="*/ 4238372 w 12192000"/>
              <a:gd name="connsiteY87" fmla="*/ 1851480 h 2237627"/>
              <a:gd name="connsiteX88" fmla="*/ 4232517 w 12192000"/>
              <a:gd name="connsiteY88" fmla="*/ 1852567 h 2237627"/>
              <a:gd name="connsiteX89" fmla="*/ 4191732 w 12192000"/>
              <a:gd name="connsiteY89" fmla="*/ 1857328 h 2237627"/>
              <a:gd name="connsiteX90" fmla="*/ 4065532 w 12192000"/>
              <a:gd name="connsiteY90" fmla="*/ 1855477 h 2237627"/>
              <a:gd name="connsiteX91" fmla="*/ 4028460 w 12192000"/>
              <a:gd name="connsiteY91" fmla="*/ 1855137 h 2237627"/>
              <a:gd name="connsiteX92" fmla="*/ 4002267 w 12192000"/>
              <a:gd name="connsiteY92" fmla="*/ 1852352 h 2237627"/>
              <a:gd name="connsiteX93" fmla="*/ 3931396 w 12192000"/>
              <a:gd name="connsiteY93" fmla="*/ 1858915 h 2237627"/>
              <a:gd name="connsiteX94" fmla="*/ 3812162 w 12192000"/>
              <a:gd name="connsiteY94" fmla="*/ 1875501 h 2237627"/>
              <a:gd name="connsiteX95" fmla="*/ 3758105 w 12192000"/>
              <a:gd name="connsiteY95" fmla="*/ 1871856 h 2237627"/>
              <a:gd name="connsiteX96" fmla="*/ 3567259 w 12192000"/>
              <a:gd name="connsiteY96" fmla="*/ 1893482 h 2237627"/>
              <a:gd name="connsiteX97" fmla="*/ 3405770 w 12192000"/>
              <a:gd name="connsiteY97" fmla="*/ 1904591 h 2237627"/>
              <a:gd name="connsiteX98" fmla="*/ 3280097 w 12192000"/>
              <a:gd name="connsiteY98" fmla="*/ 1919610 h 2237627"/>
              <a:gd name="connsiteX99" fmla="*/ 3009910 w 12192000"/>
              <a:gd name="connsiteY99" fmla="*/ 1957866 h 2237627"/>
              <a:gd name="connsiteX100" fmla="*/ 2995934 w 12192000"/>
              <a:gd name="connsiteY100" fmla="*/ 1967085 h 2237627"/>
              <a:gd name="connsiteX101" fmla="*/ 2942858 w 12192000"/>
              <a:gd name="connsiteY101" fmla="*/ 1981367 h 2237627"/>
              <a:gd name="connsiteX102" fmla="*/ 2875436 w 12192000"/>
              <a:gd name="connsiteY102" fmla="*/ 1996977 h 2237627"/>
              <a:gd name="connsiteX103" fmla="*/ 2874892 w 12192000"/>
              <a:gd name="connsiteY103" fmla="*/ 1996085 h 2237627"/>
              <a:gd name="connsiteX104" fmla="*/ 2843662 w 12192000"/>
              <a:gd name="connsiteY104" fmla="*/ 1992498 h 2237627"/>
              <a:gd name="connsiteX105" fmla="*/ 2718916 w 12192000"/>
              <a:gd name="connsiteY105" fmla="*/ 1990867 h 2237627"/>
              <a:gd name="connsiteX106" fmla="*/ 2713522 w 12192000"/>
              <a:gd name="connsiteY106" fmla="*/ 1990173 h 2237627"/>
              <a:gd name="connsiteX107" fmla="*/ 2476147 w 12192000"/>
              <a:gd name="connsiteY107" fmla="*/ 1998305 h 2237627"/>
              <a:gd name="connsiteX108" fmla="*/ 2373568 w 12192000"/>
              <a:gd name="connsiteY108" fmla="*/ 2003219 h 2237627"/>
              <a:gd name="connsiteX109" fmla="*/ 2287219 w 12192000"/>
              <a:gd name="connsiteY109" fmla="*/ 1998750 h 2237627"/>
              <a:gd name="connsiteX110" fmla="*/ 2243069 w 12192000"/>
              <a:gd name="connsiteY110" fmla="*/ 2005321 h 2237627"/>
              <a:gd name="connsiteX111" fmla="*/ 2164831 w 12192000"/>
              <a:gd name="connsiteY111" fmla="*/ 2010143 h 2237627"/>
              <a:gd name="connsiteX112" fmla="*/ 2085228 w 12192000"/>
              <a:gd name="connsiteY112" fmla="*/ 2046431 h 2237627"/>
              <a:gd name="connsiteX113" fmla="*/ 2058061 w 12192000"/>
              <a:gd name="connsiteY113" fmla="*/ 2047942 h 2237627"/>
              <a:gd name="connsiteX114" fmla="*/ 2042244 w 12192000"/>
              <a:gd name="connsiteY114" fmla="*/ 2055560 h 2237627"/>
              <a:gd name="connsiteX115" fmla="*/ 1877728 w 12192000"/>
              <a:gd name="connsiteY115" fmla="*/ 2101004 h 2237627"/>
              <a:gd name="connsiteX116" fmla="*/ 1759056 w 12192000"/>
              <a:gd name="connsiteY116" fmla="*/ 2125608 h 2237627"/>
              <a:gd name="connsiteX117" fmla="*/ 1637948 w 12192000"/>
              <a:gd name="connsiteY117" fmla="*/ 2172597 h 2237627"/>
              <a:gd name="connsiteX118" fmla="*/ 1434549 w 12192000"/>
              <a:gd name="connsiteY118" fmla="*/ 2234522 h 2237627"/>
              <a:gd name="connsiteX119" fmla="*/ 1398481 w 12192000"/>
              <a:gd name="connsiteY119" fmla="*/ 2237074 h 2237627"/>
              <a:gd name="connsiteX120" fmla="*/ 1370962 w 12192000"/>
              <a:gd name="connsiteY120" fmla="*/ 2237474 h 2237627"/>
              <a:gd name="connsiteX121" fmla="*/ 1356367 w 12192000"/>
              <a:gd name="connsiteY121" fmla="*/ 2235089 h 2237627"/>
              <a:gd name="connsiteX122" fmla="*/ 1279765 w 12192000"/>
              <a:gd name="connsiteY122" fmla="*/ 2229639 h 2237627"/>
              <a:gd name="connsiteX123" fmla="*/ 1195347 w 12192000"/>
              <a:gd name="connsiteY123" fmla="*/ 2212354 h 2237627"/>
              <a:gd name="connsiteX124" fmla="*/ 970251 w 12192000"/>
              <a:gd name="connsiteY124" fmla="*/ 2221029 h 2237627"/>
              <a:gd name="connsiteX125" fmla="*/ 812914 w 12192000"/>
              <a:gd name="connsiteY125" fmla="*/ 2210095 h 2237627"/>
              <a:gd name="connsiteX126" fmla="*/ 776382 w 12192000"/>
              <a:gd name="connsiteY126" fmla="*/ 2204512 h 2237627"/>
              <a:gd name="connsiteX127" fmla="*/ 597225 w 12192000"/>
              <a:gd name="connsiteY127" fmla="*/ 2180999 h 2237627"/>
              <a:gd name="connsiteX128" fmla="*/ 520671 w 12192000"/>
              <a:gd name="connsiteY128" fmla="*/ 2180980 h 2237627"/>
              <a:gd name="connsiteX129" fmla="*/ 515024 w 12192000"/>
              <a:gd name="connsiteY129" fmla="*/ 2179258 h 2237627"/>
              <a:gd name="connsiteX130" fmla="*/ 413835 w 12192000"/>
              <a:gd name="connsiteY130" fmla="*/ 2156783 h 2237627"/>
              <a:gd name="connsiteX131" fmla="*/ 376513 w 12192000"/>
              <a:gd name="connsiteY131" fmla="*/ 2154014 h 2237627"/>
              <a:gd name="connsiteX132" fmla="*/ 273386 w 12192000"/>
              <a:gd name="connsiteY132" fmla="*/ 2142551 h 2237627"/>
              <a:gd name="connsiteX133" fmla="*/ 77641 w 12192000"/>
              <a:gd name="connsiteY133" fmla="*/ 2126835 h 2237627"/>
              <a:gd name="connsiteX134" fmla="*/ 37645 w 12192000"/>
              <a:gd name="connsiteY134" fmla="*/ 2115401 h 2237627"/>
              <a:gd name="connsiteX135" fmla="*/ 4572 w 12192000"/>
              <a:gd name="connsiteY135" fmla="*/ 2111091 h 2237627"/>
              <a:gd name="connsiteX136" fmla="*/ 0 w 12192000"/>
              <a:gd name="connsiteY136" fmla="*/ 2110468 h 2237627"/>
              <a:gd name="connsiteX137" fmla="*/ 0 w 12192000"/>
              <a:gd name="connsiteY137" fmla="*/ 0 h 2237627"/>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750383 w 12192000"/>
              <a:gd name="connsiteY33" fmla="*/ 1097387 h 2240205"/>
              <a:gd name="connsiteX34" fmla="*/ 8665605 w 12192000"/>
              <a:gd name="connsiteY34" fmla="*/ 1110791 h 2240205"/>
              <a:gd name="connsiteX35" fmla="*/ 8584946 w 12192000"/>
              <a:gd name="connsiteY35" fmla="*/ 1135226 h 2240205"/>
              <a:gd name="connsiteX36" fmla="*/ 8419755 w 12192000"/>
              <a:gd name="connsiteY36" fmla="*/ 1216260 h 2240205"/>
              <a:gd name="connsiteX37" fmla="*/ 8411626 w 12192000"/>
              <a:gd name="connsiteY37" fmla="*/ 1214397 h 2240205"/>
              <a:gd name="connsiteX38" fmla="*/ 8363469 w 12192000"/>
              <a:gd name="connsiteY38" fmla="*/ 1246658 h 2240205"/>
              <a:gd name="connsiteX39" fmla="*/ 8275497 w 12192000"/>
              <a:gd name="connsiteY39" fmla="*/ 1264396 h 2240205"/>
              <a:gd name="connsiteX40" fmla="*/ 8074238 w 12192000"/>
              <a:gd name="connsiteY40" fmla="*/ 1301895 h 2240205"/>
              <a:gd name="connsiteX41" fmla="*/ 7942099 w 12192000"/>
              <a:gd name="connsiteY41" fmla="*/ 1336332 h 2240205"/>
              <a:gd name="connsiteX42" fmla="*/ 7902328 w 12192000"/>
              <a:gd name="connsiteY42" fmla="*/ 1345865 h 2240205"/>
              <a:gd name="connsiteX43" fmla="*/ 7840612 w 12192000"/>
              <a:gd name="connsiteY43" fmla="*/ 1369373 h 2240205"/>
              <a:gd name="connsiteX44" fmla="*/ 7786819 w 12192000"/>
              <a:gd name="connsiteY44" fmla="*/ 1378970 h 2240205"/>
              <a:gd name="connsiteX45" fmla="*/ 7548172 w 12192000"/>
              <a:gd name="connsiteY45" fmla="*/ 1417460 h 2240205"/>
              <a:gd name="connsiteX46" fmla="*/ 7483437 w 12192000"/>
              <a:gd name="connsiteY46" fmla="*/ 1478152 h 2240205"/>
              <a:gd name="connsiteX47" fmla="*/ 7377870 w 12192000"/>
              <a:gd name="connsiteY47" fmla="*/ 1523319 h 2240205"/>
              <a:gd name="connsiteX48" fmla="*/ 7230737 w 12192000"/>
              <a:gd name="connsiteY48" fmla="*/ 1562633 h 2240205"/>
              <a:gd name="connsiteX49" fmla="*/ 7224458 w 12192000"/>
              <a:gd name="connsiteY49" fmla="*/ 1573008 h 2240205"/>
              <a:gd name="connsiteX50" fmla="*/ 7183121 w 12192000"/>
              <a:gd name="connsiteY50" fmla="*/ 1595162 h 2240205"/>
              <a:gd name="connsiteX51" fmla="*/ 7164601 w 12192000"/>
              <a:gd name="connsiteY51" fmla="*/ 1606490 h 2240205"/>
              <a:gd name="connsiteX52" fmla="*/ 6900177 w 12192000"/>
              <a:gd name="connsiteY52" fmla="*/ 1636016 h 2240205"/>
              <a:gd name="connsiteX53" fmla="*/ 6795372 w 12192000"/>
              <a:gd name="connsiteY53" fmla="*/ 1644845 h 2240205"/>
              <a:gd name="connsiteX54" fmla="*/ 6692251 w 12192000"/>
              <a:gd name="connsiteY54" fmla="*/ 1656357 h 2240205"/>
              <a:gd name="connsiteX55" fmla="*/ 6655235 w 12192000"/>
              <a:gd name="connsiteY55" fmla="*/ 1661869 h 2240205"/>
              <a:gd name="connsiteX56" fmla="*/ 6554894 w 12192000"/>
              <a:gd name="connsiteY56" fmla="*/ 1664428 h 2240205"/>
              <a:gd name="connsiteX57" fmla="*/ 6516595 w 12192000"/>
              <a:gd name="connsiteY57" fmla="*/ 1667475 h 2240205"/>
              <a:gd name="connsiteX58" fmla="*/ 6508541 w 12192000"/>
              <a:gd name="connsiteY58" fmla="*/ 1668757 h 2240205"/>
              <a:gd name="connsiteX59" fmla="*/ 6471012 w 12192000"/>
              <a:gd name="connsiteY59" fmla="*/ 1678604 h 2240205"/>
              <a:gd name="connsiteX60" fmla="*/ 6364035 w 12192000"/>
              <a:gd name="connsiteY60" fmla="*/ 1667683 h 2240205"/>
              <a:gd name="connsiteX61" fmla="*/ 6280959 w 12192000"/>
              <a:gd name="connsiteY61" fmla="*/ 1689329 h 2240205"/>
              <a:gd name="connsiteX62" fmla="*/ 6243319 w 12192000"/>
              <a:gd name="connsiteY62" fmla="*/ 1695560 h 2240205"/>
              <a:gd name="connsiteX63" fmla="*/ 6098321 w 12192000"/>
              <a:gd name="connsiteY63" fmla="*/ 1721646 h 2240205"/>
              <a:gd name="connsiteX64" fmla="*/ 5880652 w 12192000"/>
              <a:gd name="connsiteY64" fmla="*/ 1779643 h 2240205"/>
              <a:gd name="connsiteX65" fmla="*/ 5785959 w 12192000"/>
              <a:gd name="connsiteY65" fmla="*/ 1775307 h 2240205"/>
              <a:gd name="connsiteX66" fmla="*/ 5643534 w 12192000"/>
              <a:gd name="connsiteY66" fmla="*/ 1802919 h 2240205"/>
              <a:gd name="connsiteX67" fmla="*/ 5518799 w 12192000"/>
              <a:gd name="connsiteY67" fmla="*/ 1818312 h 2240205"/>
              <a:gd name="connsiteX68" fmla="*/ 5505014 w 12192000"/>
              <a:gd name="connsiteY68" fmla="*/ 1819259 h 2240205"/>
              <a:gd name="connsiteX69" fmla="*/ 5453307 w 12192000"/>
              <a:gd name="connsiteY69" fmla="*/ 1815450 h 2240205"/>
              <a:gd name="connsiteX70" fmla="*/ 5221533 w 12192000"/>
              <a:gd name="connsiteY70" fmla="*/ 1846950 h 2240205"/>
              <a:gd name="connsiteX71" fmla="*/ 5149802 w 12192000"/>
              <a:gd name="connsiteY71" fmla="*/ 1844846 h 2240205"/>
              <a:gd name="connsiteX72" fmla="*/ 5114927 w 12192000"/>
              <a:gd name="connsiteY72" fmla="*/ 1847827 h 2240205"/>
              <a:gd name="connsiteX73" fmla="*/ 5108970 w 12192000"/>
              <a:gd name="connsiteY73" fmla="*/ 1847935 h 2240205"/>
              <a:gd name="connsiteX74" fmla="*/ 5067961 w 12192000"/>
              <a:gd name="connsiteY74" fmla="*/ 1845917 h 2240205"/>
              <a:gd name="connsiteX75" fmla="*/ 5007075 w 12192000"/>
              <a:gd name="connsiteY75" fmla="*/ 1838626 h 2240205"/>
              <a:gd name="connsiteX76" fmla="*/ 4944087 w 12192000"/>
              <a:gd name="connsiteY76" fmla="*/ 1823332 h 2240205"/>
              <a:gd name="connsiteX77" fmla="*/ 4907662 w 12192000"/>
              <a:gd name="connsiteY77" fmla="*/ 1816900 h 2240205"/>
              <a:gd name="connsiteX78" fmla="*/ 4882386 w 12192000"/>
              <a:gd name="connsiteY78" fmla="*/ 1809844 h 2240205"/>
              <a:gd name="connsiteX79" fmla="*/ 4811440 w 12192000"/>
              <a:gd name="connsiteY79" fmla="*/ 1804655 h 2240205"/>
              <a:gd name="connsiteX80" fmla="*/ 4691075 w 12192000"/>
              <a:gd name="connsiteY80" fmla="*/ 1801389 h 2240205"/>
              <a:gd name="connsiteX81" fmla="*/ 4640313 w 12192000"/>
              <a:gd name="connsiteY81" fmla="*/ 1784307 h 2240205"/>
              <a:gd name="connsiteX82" fmla="*/ 4536503 w 12192000"/>
              <a:gd name="connsiteY82" fmla="*/ 1785334 h 2240205"/>
              <a:gd name="connsiteX83" fmla="*/ 4513724 w 12192000"/>
              <a:gd name="connsiteY83" fmla="*/ 1791996 h 2240205"/>
              <a:gd name="connsiteX84" fmla="*/ 4459810 w 12192000"/>
              <a:gd name="connsiteY84" fmla="*/ 1797886 h 2240205"/>
              <a:gd name="connsiteX85" fmla="*/ 4379064 w 12192000"/>
              <a:gd name="connsiteY85" fmla="*/ 1817177 h 2240205"/>
              <a:gd name="connsiteX86" fmla="*/ 4290981 w 12192000"/>
              <a:gd name="connsiteY86" fmla="*/ 1839677 h 2240205"/>
              <a:gd name="connsiteX87" fmla="*/ 4238372 w 12192000"/>
              <a:gd name="connsiteY87" fmla="*/ 1851480 h 2240205"/>
              <a:gd name="connsiteX88" fmla="*/ 4232517 w 12192000"/>
              <a:gd name="connsiteY88" fmla="*/ 1852567 h 2240205"/>
              <a:gd name="connsiteX89" fmla="*/ 4191732 w 12192000"/>
              <a:gd name="connsiteY89" fmla="*/ 1857328 h 2240205"/>
              <a:gd name="connsiteX90" fmla="*/ 4065532 w 12192000"/>
              <a:gd name="connsiteY90" fmla="*/ 1855477 h 2240205"/>
              <a:gd name="connsiteX91" fmla="*/ 4028460 w 12192000"/>
              <a:gd name="connsiteY91" fmla="*/ 1855137 h 2240205"/>
              <a:gd name="connsiteX92" fmla="*/ 4002267 w 12192000"/>
              <a:gd name="connsiteY92" fmla="*/ 1852352 h 2240205"/>
              <a:gd name="connsiteX93" fmla="*/ 3931396 w 12192000"/>
              <a:gd name="connsiteY93" fmla="*/ 1858915 h 2240205"/>
              <a:gd name="connsiteX94" fmla="*/ 3812162 w 12192000"/>
              <a:gd name="connsiteY94" fmla="*/ 1875501 h 2240205"/>
              <a:gd name="connsiteX95" fmla="*/ 3758105 w 12192000"/>
              <a:gd name="connsiteY95" fmla="*/ 1871856 h 2240205"/>
              <a:gd name="connsiteX96" fmla="*/ 3567259 w 12192000"/>
              <a:gd name="connsiteY96" fmla="*/ 1893482 h 2240205"/>
              <a:gd name="connsiteX97" fmla="*/ 3405770 w 12192000"/>
              <a:gd name="connsiteY97" fmla="*/ 1904591 h 2240205"/>
              <a:gd name="connsiteX98" fmla="*/ 3280097 w 12192000"/>
              <a:gd name="connsiteY98" fmla="*/ 1919610 h 2240205"/>
              <a:gd name="connsiteX99" fmla="*/ 3009910 w 12192000"/>
              <a:gd name="connsiteY99" fmla="*/ 1957866 h 2240205"/>
              <a:gd name="connsiteX100" fmla="*/ 2995934 w 12192000"/>
              <a:gd name="connsiteY100" fmla="*/ 1967085 h 2240205"/>
              <a:gd name="connsiteX101" fmla="*/ 2942858 w 12192000"/>
              <a:gd name="connsiteY101" fmla="*/ 1981367 h 2240205"/>
              <a:gd name="connsiteX102" fmla="*/ 2875436 w 12192000"/>
              <a:gd name="connsiteY102" fmla="*/ 1996977 h 2240205"/>
              <a:gd name="connsiteX103" fmla="*/ 2874892 w 12192000"/>
              <a:gd name="connsiteY103" fmla="*/ 1996085 h 2240205"/>
              <a:gd name="connsiteX104" fmla="*/ 2843662 w 12192000"/>
              <a:gd name="connsiteY104" fmla="*/ 1992498 h 2240205"/>
              <a:gd name="connsiteX105" fmla="*/ 2718916 w 12192000"/>
              <a:gd name="connsiteY105" fmla="*/ 1990867 h 2240205"/>
              <a:gd name="connsiteX106" fmla="*/ 2713522 w 12192000"/>
              <a:gd name="connsiteY106" fmla="*/ 1990173 h 2240205"/>
              <a:gd name="connsiteX107" fmla="*/ 2476147 w 12192000"/>
              <a:gd name="connsiteY107" fmla="*/ 1998305 h 2240205"/>
              <a:gd name="connsiteX108" fmla="*/ 2373568 w 12192000"/>
              <a:gd name="connsiteY108" fmla="*/ 2003219 h 2240205"/>
              <a:gd name="connsiteX109" fmla="*/ 2287219 w 12192000"/>
              <a:gd name="connsiteY109" fmla="*/ 1998750 h 2240205"/>
              <a:gd name="connsiteX110" fmla="*/ 2243069 w 12192000"/>
              <a:gd name="connsiteY110" fmla="*/ 2005321 h 2240205"/>
              <a:gd name="connsiteX111" fmla="*/ 2164831 w 12192000"/>
              <a:gd name="connsiteY111" fmla="*/ 2010143 h 2240205"/>
              <a:gd name="connsiteX112" fmla="*/ 2085228 w 12192000"/>
              <a:gd name="connsiteY112" fmla="*/ 2046431 h 2240205"/>
              <a:gd name="connsiteX113" fmla="*/ 2058061 w 12192000"/>
              <a:gd name="connsiteY113" fmla="*/ 2047942 h 2240205"/>
              <a:gd name="connsiteX114" fmla="*/ 2042244 w 12192000"/>
              <a:gd name="connsiteY114" fmla="*/ 2055560 h 2240205"/>
              <a:gd name="connsiteX115" fmla="*/ 1877728 w 12192000"/>
              <a:gd name="connsiteY115" fmla="*/ 2101004 h 2240205"/>
              <a:gd name="connsiteX116" fmla="*/ 1759056 w 12192000"/>
              <a:gd name="connsiteY116" fmla="*/ 2125608 h 2240205"/>
              <a:gd name="connsiteX117" fmla="*/ 1637948 w 12192000"/>
              <a:gd name="connsiteY117" fmla="*/ 2172597 h 2240205"/>
              <a:gd name="connsiteX118" fmla="*/ 1434549 w 12192000"/>
              <a:gd name="connsiteY118" fmla="*/ 2234522 h 2240205"/>
              <a:gd name="connsiteX119" fmla="*/ 1370962 w 12192000"/>
              <a:gd name="connsiteY119" fmla="*/ 2237474 h 2240205"/>
              <a:gd name="connsiteX120" fmla="*/ 1356367 w 12192000"/>
              <a:gd name="connsiteY120" fmla="*/ 2235089 h 2240205"/>
              <a:gd name="connsiteX121" fmla="*/ 1279765 w 12192000"/>
              <a:gd name="connsiteY121" fmla="*/ 2229639 h 2240205"/>
              <a:gd name="connsiteX122" fmla="*/ 1195347 w 12192000"/>
              <a:gd name="connsiteY122" fmla="*/ 2212354 h 2240205"/>
              <a:gd name="connsiteX123" fmla="*/ 970251 w 12192000"/>
              <a:gd name="connsiteY123" fmla="*/ 2221029 h 2240205"/>
              <a:gd name="connsiteX124" fmla="*/ 812914 w 12192000"/>
              <a:gd name="connsiteY124" fmla="*/ 2210095 h 2240205"/>
              <a:gd name="connsiteX125" fmla="*/ 776382 w 12192000"/>
              <a:gd name="connsiteY125" fmla="*/ 2204512 h 2240205"/>
              <a:gd name="connsiteX126" fmla="*/ 597225 w 12192000"/>
              <a:gd name="connsiteY126" fmla="*/ 2180999 h 2240205"/>
              <a:gd name="connsiteX127" fmla="*/ 520671 w 12192000"/>
              <a:gd name="connsiteY127" fmla="*/ 2180980 h 2240205"/>
              <a:gd name="connsiteX128" fmla="*/ 515024 w 12192000"/>
              <a:gd name="connsiteY128" fmla="*/ 2179258 h 2240205"/>
              <a:gd name="connsiteX129" fmla="*/ 413835 w 12192000"/>
              <a:gd name="connsiteY129" fmla="*/ 2156783 h 2240205"/>
              <a:gd name="connsiteX130" fmla="*/ 376513 w 12192000"/>
              <a:gd name="connsiteY130" fmla="*/ 2154014 h 2240205"/>
              <a:gd name="connsiteX131" fmla="*/ 273386 w 12192000"/>
              <a:gd name="connsiteY131" fmla="*/ 2142551 h 2240205"/>
              <a:gd name="connsiteX132" fmla="*/ 77641 w 12192000"/>
              <a:gd name="connsiteY132" fmla="*/ 2126835 h 2240205"/>
              <a:gd name="connsiteX133" fmla="*/ 37645 w 12192000"/>
              <a:gd name="connsiteY133" fmla="*/ 2115401 h 2240205"/>
              <a:gd name="connsiteX134" fmla="*/ 4572 w 12192000"/>
              <a:gd name="connsiteY134" fmla="*/ 2111091 h 2240205"/>
              <a:gd name="connsiteX135" fmla="*/ 0 w 12192000"/>
              <a:gd name="connsiteY135" fmla="*/ 2110468 h 2240205"/>
              <a:gd name="connsiteX136" fmla="*/ 0 w 12192000"/>
              <a:gd name="connsiteY13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750383 w 12192000"/>
              <a:gd name="connsiteY33" fmla="*/ 1097387 h 2240205"/>
              <a:gd name="connsiteX34" fmla="*/ 8665605 w 12192000"/>
              <a:gd name="connsiteY34" fmla="*/ 1110791 h 2240205"/>
              <a:gd name="connsiteX35" fmla="*/ 8584946 w 12192000"/>
              <a:gd name="connsiteY35" fmla="*/ 1135226 h 2240205"/>
              <a:gd name="connsiteX36" fmla="*/ 8419755 w 12192000"/>
              <a:gd name="connsiteY36" fmla="*/ 1216260 h 2240205"/>
              <a:gd name="connsiteX37" fmla="*/ 8411626 w 12192000"/>
              <a:gd name="connsiteY37" fmla="*/ 1214397 h 2240205"/>
              <a:gd name="connsiteX38" fmla="*/ 8363469 w 12192000"/>
              <a:gd name="connsiteY38" fmla="*/ 1246658 h 2240205"/>
              <a:gd name="connsiteX39" fmla="*/ 8275497 w 12192000"/>
              <a:gd name="connsiteY39" fmla="*/ 1264396 h 2240205"/>
              <a:gd name="connsiteX40" fmla="*/ 8074238 w 12192000"/>
              <a:gd name="connsiteY40" fmla="*/ 1301895 h 2240205"/>
              <a:gd name="connsiteX41" fmla="*/ 7942099 w 12192000"/>
              <a:gd name="connsiteY41" fmla="*/ 1336332 h 2240205"/>
              <a:gd name="connsiteX42" fmla="*/ 7902328 w 12192000"/>
              <a:gd name="connsiteY42" fmla="*/ 1345865 h 2240205"/>
              <a:gd name="connsiteX43" fmla="*/ 7840612 w 12192000"/>
              <a:gd name="connsiteY43" fmla="*/ 1369373 h 2240205"/>
              <a:gd name="connsiteX44" fmla="*/ 7786819 w 12192000"/>
              <a:gd name="connsiteY44" fmla="*/ 1378970 h 2240205"/>
              <a:gd name="connsiteX45" fmla="*/ 7548172 w 12192000"/>
              <a:gd name="connsiteY45" fmla="*/ 1417460 h 2240205"/>
              <a:gd name="connsiteX46" fmla="*/ 7483437 w 12192000"/>
              <a:gd name="connsiteY46" fmla="*/ 1478152 h 2240205"/>
              <a:gd name="connsiteX47" fmla="*/ 7377870 w 12192000"/>
              <a:gd name="connsiteY47" fmla="*/ 1523319 h 2240205"/>
              <a:gd name="connsiteX48" fmla="*/ 7230737 w 12192000"/>
              <a:gd name="connsiteY48" fmla="*/ 1562633 h 2240205"/>
              <a:gd name="connsiteX49" fmla="*/ 7224458 w 12192000"/>
              <a:gd name="connsiteY49" fmla="*/ 1573008 h 2240205"/>
              <a:gd name="connsiteX50" fmla="*/ 7183121 w 12192000"/>
              <a:gd name="connsiteY50" fmla="*/ 1595162 h 2240205"/>
              <a:gd name="connsiteX51" fmla="*/ 7164601 w 12192000"/>
              <a:gd name="connsiteY51" fmla="*/ 1606490 h 2240205"/>
              <a:gd name="connsiteX52" fmla="*/ 6900177 w 12192000"/>
              <a:gd name="connsiteY52" fmla="*/ 1636016 h 2240205"/>
              <a:gd name="connsiteX53" fmla="*/ 6795372 w 12192000"/>
              <a:gd name="connsiteY53" fmla="*/ 1644845 h 2240205"/>
              <a:gd name="connsiteX54" fmla="*/ 6692251 w 12192000"/>
              <a:gd name="connsiteY54" fmla="*/ 1656357 h 2240205"/>
              <a:gd name="connsiteX55" fmla="*/ 6655235 w 12192000"/>
              <a:gd name="connsiteY55" fmla="*/ 1661869 h 2240205"/>
              <a:gd name="connsiteX56" fmla="*/ 6554894 w 12192000"/>
              <a:gd name="connsiteY56" fmla="*/ 1664428 h 2240205"/>
              <a:gd name="connsiteX57" fmla="*/ 6516595 w 12192000"/>
              <a:gd name="connsiteY57" fmla="*/ 1667475 h 2240205"/>
              <a:gd name="connsiteX58" fmla="*/ 6508541 w 12192000"/>
              <a:gd name="connsiteY58" fmla="*/ 1668757 h 2240205"/>
              <a:gd name="connsiteX59" fmla="*/ 6471012 w 12192000"/>
              <a:gd name="connsiteY59" fmla="*/ 1678604 h 2240205"/>
              <a:gd name="connsiteX60" fmla="*/ 6364035 w 12192000"/>
              <a:gd name="connsiteY60" fmla="*/ 1667683 h 2240205"/>
              <a:gd name="connsiteX61" fmla="*/ 6243319 w 12192000"/>
              <a:gd name="connsiteY61" fmla="*/ 1695560 h 2240205"/>
              <a:gd name="connsiteX62" fmla="*/ 6098321 w 12192000"/>
              <a:gd name="connsiteY62" fmla="*/ 1721646 h 2240205"/>
              <a:gd name="connsiteX63" fmla="*/ 5880652 w 12192000"/>
              <a:gd name="connsiteY63" fmla="*/ 1779643 h 2240205"/>
              <a:gd name="connsiteX64" fmla="*/ 5785959 w 12192000"/>
              <a:gd name="connsiteY64" fmla="*/ 1775307 h 2240205"/>
              <a:gd name="connsiteX65" fmla="*/ 5643534 w 12192000"/>
              <a:gd name="connsiteY65" fmla="*/ 1802919 h 2240205"/>
              <a:gd name="connsiteX66" fmla="*/ 5518799 w 12192000"/>
              <a:gd name="connsiteY66" fmla="*/ 1818312 h 2240205"/>
              <a:gd name="connsiteX67" fmla="*/ 5505014 w 12192000"/>
              <a:gd name="connsiteY67" fmla="*/ 1819259 h 2240205"/>
              <a:gd name="connsiteX68" fmla="*/ 5453307 w 12192000"/>
              <a:gd name="connsiteY68" fmla="*/ 1815450 h 2240205"/>
              <a:gd name="connsiteX69" fmla="*/ 5221533 w 12192000"/>
              <a:gd name="connsiteY69" fmla="*/ 1846950 h 2240205"/>
              <a:gd name="connsiteX70" fmla="*/ 5149802 w 12192000"/>
              <a:gd name="connsiteY70" fmla="*/ 1844846 h 2240205"/>
              <a:gd name="connsiteX71" fmla="*/ 5114927 w 12192000"/>
              <a:gd name="connsiteY71" fmla="*/ 1847827 h 2240205"/>
              <a:gd name="connsiteX72" fmla="*/ 5108970 w 12192000"/>
              <a:gd name="connsiteY72" fmla="*/ 1847935 h 2240205"/>
              <a:gd name="connsiteX73" fmla="*/ 5067961 w 12192000"/>
              <a:gd name="connsiteY73" fmla="*/ 1845917 h 2240205"/>
              <a:gd name="connsiteX74" fmla="*/ 5007075 w 12192000"/>
              <a:gd name="connsiteY74" fmla="*/ 1838626 h 2240205"/>
              <a:gd name="connsiteX75" fmla="*/ 4944087 w 12192000"/>
              <a:gd name="connsiteY75" fmla="*/ 1823332 h 2240205"/>
              <a:gd name="connsiteX76" fmla="*/ 4907662 w 12192000"/>
              <a:gd name="connsiteY76" fmla="*/ 1816900 h 2240205"/>
              <a:gd name="connsiteX77" fmla="*/ 4882386 w 12192000"/>
              <a:gd name="connsiteY77" fmla="*/ 1809844 h 2240205"/>
              <a:gd name="connsiteX78" fmla="*/ 4811440 w 12192000"/>
              <a:gd name="connsiteY78" fmla="*/ 1804655 h 2240205"/>
              <a:gd name="connsiteX79" fmla="*/ 4691075 w 12192000"/>
              <a:gd name="connsiteY79" fmla="*/ 1801389 h 2240205"/>
              <a:gd name="connsiteX80" fmla="*/ 4640313 w 12192000"/>
              <a:gd name="connsiteY80" fmla="*/ 1784307 h 2240205"/>
              <a:gd name="connsiteX81" fmla="*/ 4536503 w 12192000"/>
              <a:gd name="connsiteY81" fmla="*/ 1785334 h 2240205"/>
              <a:gd name="connsiteX82" fmla="*/ 4513724 w 12192000"/>
              <a:gd name="connsiteY82" fmla="*/ 1791996 h 2240205"/>
              <a:gd name="connsiteX83" fmla="*/ 4459810 w 12192000"/>
              <a:gd name="connsiteY83" fmla="*/ 1797886 h 2240205"/>
              <a:gd name="connsiteX84" fmla="*/ 4379064 w 12192000"/>
              <a:gd name="connsiteY84" fmla="*/ 1817177 h 2240205"/>
              <a:gd name="connsiteX85" fmla="*/ 4290981 w 12192000"/>
              <a:gd name="connsiteY85" fmla="*/ 1839677 h 2240205"/>
              <a:gd name="connsiteX86" fmla="*/ 4238372 w 12192000"/>
              <a:gd name="connsiteY86" fmla="*/ 1851480 h 2240205"/>
              <a:gd name="connsiteX87" fmla="*/ 4232517 w 12192000"/>
              <a:gd name="connsiteY87" fmla="*/ 1852567 h 2240205"/>
              <a:gd name="connsiteX88" fmla="*/ 4191732 w 12192000"/>
              <a:gd name="connsiteY88" fmla="*/ 1857328 h 2240205"/>
              <a:gd name="connsiteX89" fmla="*/ 4065532 w 12192000"/>
              <a:gd name="connsiteY89" fmla="*/ 1855477 h 2240205"/>
              <a:gd name="connsiteX90" fmla="*/ 4028460 w 12192000"/>
              <a:gd name="connsiteY90" fmla="*/ 1855137 h 2240205"/>
              <a:gd name="connsiteX91" fmla="*/ 4002267 w 12192000"/>
              <a:gd name="connsiteY91" fmla="*/ 1852352 h 2240205"/>
              <a:gd name="connsiteX92" fmla="*/ 3931396 w 12192000"/>
              <a:gd name="connsiteY92" fmla="*/ 1858915 h 2240205"/>
              <a:gd name="connsiteX93" fmla="*/ 3812162 w 12192000"/>
              <a:gd name="connsiteY93" fmla="*/ 1875501 h 2240205"/>
              <a:gd name="connsiteX94" fmla="*/ 3758105 w 12192000"/>
              <a:gd name="connsiteY94" fmla="*/ 1871856 h 2240205"/>
              <a:gd name="connsiteX95" fmla="*/ 3567259 w 12192000"/>
              <a:gd name="connsiteY95" fmla="*/ 1893482 h 2240205"/>
              <a:gd name="connsiteX96" fmla="*/ 3405770 w 12192000"/>
              <a:gd name="connsiteY96" fmla="*/ 1904591 h 2240205"/>
              <a:gd name="connsiteX97" fmla="*/ 3280097 w 12192000"/>
              <a:gd name="connsiteY97" fmla="*/ 1919610 h 2240205"/>
              <a:gd name="connsiteX98" fmla="*/ 3009910 w 12192000"/>
              <a:gd name="connsiteY98" fmla="*/ 1957866 h 2240205"/>
              <a:gd name="connsiteX99" fmla="*/ 2995934 w 12192000"/>
              <a:gd name="connsiteY99" fmla="*/ 1967085 h 2240205"/>
              <a:gd name="connsiteX100" fmla="*/ 2942858 w 12192000"/>
              <a:gd name="connsiteY100" fmla="*/ 1981367 h 2240205"/>
              <a:gd name="connsiteX101" fmla="*/ 2875436 w 12192000"/>
              <a:gd name="connsiteY101" fmla="*/ 1996977 h 2240205"/>
              <a:gd name="connsiteX102" fmla="*/ 2874892 w 12192000"/>
              <a:gd name="connsiteY102" fmla="*/ 1996085 h 2240205"/>
              <a:gd name="connsiteX103" fmla="*/ 2843662 w 12192000"/>
              <a:gd name="connsiteY103" fmla="*/ 1992498 h 2240205"/>
              <a:gd name="connsiteX104" fmla="*/ 2718916 w 12192000"/>
              <a:gd name="connsiteY104" fmla="*/ 1990867 h 2240205"/>
              <a:gd name="connsiteX105" fmla="*/ 2713522 w 12192000"/>
              <a:gd name="connsiteY105" fmla="*/ 1990173 h 2240205"/>
              <a:gd name="connsiteX106" fmla="*/ 2476147 w 12192000"/>
              <a:gd name="connsiteY106" fmla="*/ 1998305 h 2240205"/>
              <a:gd name="connsiteX107" fmla="*/ 2373568 w 12192000"/>
              <a:gd name="connsiteY107" fmla="*/ 2003219 h 2240205"/>
              <a:gd name="connsiteX108" fmla="*/ 2287219 w 12192000"/>
              <a:gd name="connsiteY108" fmla="*/ 1998750 h 2240205"/>
              <a:gd name="connsiteX109" fmla="*/ 2243069 w 12192000"/>
              <a:gd name="connsiteY109" fmla="*/ 2005321 h 2240205"/>
              <a:gd name="connsiteX110" fmla="*/ 2164831 w 12192000"/>
              <a:gd name="connsiteY110" fmla="*/ 2010143 h 2240205"/>
              <a:gd name="connsiteX111" fmla="*/ 2085228 w 12192000"/>
              <a:gd name="connsiteY111" fmla="*/ 2046431 h 2240205"/>
              <a:gd name="connsiteX112" fmla="*/ 2058061 w 12192000"/>
              <a:gd name="connsiteY112" fmla="*/ 2047942 h 2240205"/>
              <a:gd name="connsiteX113" fmla="*/ 2042244 w 12192000"/>
              <a:gd name="connsiteY113" fmla="*/ 2055560 h 2240205"/>
              <a:gd name="connsiteX114" fmla="*/ 1877728 w 12192000"/>
              <a:gd name="connsiteY114" fmla="*/ 2101004 h 2240205"/>
              <a:gd name="connsiteX115" fmla="*/ 1759056 w 12192000"/>
              <a:gd name="connsiteY115" fmla="*/ 2125608 h 2240205"/>
              <a:gd name="connsiteX116" fmla="*/ 1637948 w 12192000"/>
              <a:gd name="connsiteY116" fmla="*/ 2172597 h 2240205"/>
              <a:gd name="connsiteX117" fmla="*/ 1434549 w 12192000"/>
              <a:gd name="connsiteY117" fmla="*/ 2234522 h 2240205"/>
              <a:gd name="connsiteX118" fmla="*/ 1370962 w 12192000"/>
              <a:gd name="connsiteY118" fmla="*/ 2237474 h 2240205"/>
              <a:gd name="connsiteX119" fmla="*/ 1356367 w 12192000"/>
              <a:gd name="connsiteY119" fmla="*/ 2235089 h 2240205"/>
              <a:gd name="connsiteX120" fmla="*/ 1279765 w 12192000"/>
              <a:gd name="connsiteY120" fmla="*/ 2229639 h 2240205"/>
              <a:gd name="connsiteX121" fmla="*/ 1195347 w 12192000"/>
              <a:gd name="connsiteY121" fmla="*/ 2212354 h 2240205"/>
              <a:gd name="connsiteX122" fmla="*/ 970251 w 12192000"/>
              <a:gd name="connsiteY122" fmla="*/ 2221029 h 2240205"/>
              <a:gd name="connsiteX123" fmla="*/ 812914 w 12192000"/>
              <a:gd name="connsiteY123" fmla="*/ 2210095 h 2240205"/>
              <a:gd name="connsiteX124" fmla="*/ 776382 w 12192000"/>
              <a:gd name="connsiteY124" fmla="*/ 2204512 h 2240205"/>
              <a:gd name="connsiteX125" fmla="*/ 597225 w 12192000"/>
              <a:gd name="connsiteY125" fmla="*/ 2180999 h 2240205"/>
              <a:gd name="connsiteX126" fmla="*/ 520671 w 12192000"/>
              <a:gd name="connsiteY126" fmla="*/ 2180980 h 2240205"/>
              <a:gd name="connsiteX127" fmla="*/ 515024 w 12192000"/>
              <a:gd name="connsiteY127" fmla="*/ 2179258 h 2240205"/>
              <a:gd name="connsiteX128" fmla="*/ 413835 w 12192000"/>
              <a:gd name="connsiteY128" fmla="*/ 2156783 h 2240205"/>
              <a:gd name="connsiteX129" fmla="*/ 376513 w 12192000"/>
              <a:gd name="connsiteY129" fmla="*/ 2154014 h 2240205"/>
              <a:gd name="connsiteX130" fmla="*/ 273386 w 12192000"/>
              <a:gd name="connsiteY130" fmla="*/ 2142551 h 2240205"/>
              <a:gd name="connsiteX131" fmla="*/ 77641 w 12192000"/>
              <a:gd name="connsiteY131" fmla="*/ 2126835 h 2240205"/>
              <a:gd name="connsiteX132" fmla="*/ 37645 w 12192000"/>
              <a:gd name="connsiteY132" fmla="*/ 2115401 h 2240205"/>
              <a:gd name="connsiteX133" fmla="*/ 4572 w 12192000"/>
              <a:gd name="connsiteY133" fmla="*/ 2111091 h 2240205"/>
              <a:gd name="connsiteX134" fmla="*/ 0 w 12192000"/>
              <a:gd name="connsiteY134" fmla="*/ 2110468 h 2240205"/>
              <a:gd name="connsiteX135" fmla="*/ 0 w 12192000"/>
              <a:gd name="connsiteY13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42099 w 12192000"/>
              <a:gd name="connsiteY40" fmla="*/ 1336332 h 2240205"/>
              <a:gd name="connsiteX41" fmla="*/ 7902328 w 12192000"/>
              <a:gd name="connsiteY41" fmla="*/ 1345865 h 2240205"/>
              <a:gd name="connsiteX42" fmla="*/ 7840612 w 12192000"/>
              <a:gd name="connsiteY42" fmla="*/ 1369373 h 2240205"/>
              <a:gd name="connsiteX43" fmla="*/ 7786819 w 12192000"/>
              <a:gd name="connsiteY43" fmla="*/ 1378970 h 2240205"/>
              <a:gd name="connsiteX44" fmla="*/ 7548172 w 12192000"/>
              <a:gd name="connsiteY44" fmla="*/ 1417460 h 2240205"/>
              <a:gd name="connsiteX45" fmla="*/ 7483437 w 12192000"/>
              <a:gd name="connsiteY45" fmla="*/ 1478152 h 2240205"/>
              <a:gd name="connsiteX46" fmla="*/ 7377870 w 12192000"/>
              <a:gd name="connsiteY46" fmla="*/ 1523319 h 2240205"/>
              <a:gd name="connsiteX47" fmla="*/ 7230737 w 12192000"/>
              <a:gd name="connsiteY47" fmla="*/ 1562633 h 2240205"/>
              <a:gd name="connsiteX48" fmla="*/ 7224458 w 12192000"/>
              <a:gd name="connsiteY48" fmla="*/ 1573008 h 2240205"/>
              <a:gd name="connsiteX49" fmla="*/ 7183121 w 12192000"/>
              <a:gd name="connsiteY49" fmla="*/ 1595162 h 2240205"/>
              <a:gd name="connsiteX50" fmla="*/ 7164601 w 12192000"/>
              <a:gd name="connsiteY50" fmla="*/ 1606490 h 2240205"/>
              <a:gd name="connsiteX51" fmla="*/ 6900177 w 12192000"/>
              <a:gd name="connsiteY51" fmla="*/ 1636016 h 2240205"/>
              <a:gd name="connsiteX52" fmla="*/ 6795372 w 12192000"/>
              <a:gd name="connsiteY52" fmla="*/ 1644845 h 2240205"/>
              <a:gd name="connsiteX53" fmla="*/ 6692251 w 12192000"/>
              <a:gd name="connsiteY53" fmla="*/ 1656357 h 2240205"/>
              <a:gd name="connsiteX54" fmla="*/ 6655235 w 12192000"/>
              <a:gd name="connsiteY54" fmla="*/ 1661869 h 2240205"/>
              <a:gd name="connsiteX55" fmla="*/ 6554894 w 12192000"/>
              <a:gd name="connsiteY55" fmla="*/ 1664428 h 2240205"/>
              <a:gd name="connsiteX56" fmla="*/ 6516595 w 12192000"/>
              <a:gd name="connsiteY56" fmla="*/ 1667475 h 2240205"/>
              <a:gd name="connsiteX57" fmla="*/ 6508541 w 12192000"/>
              <a:gd name="connsiteY57" fmla="*/ 1668757 h 2240205"/>
              <a:gd name="connsiteX58" fmla="*/ 6471012 w 12192000"/>
              <a:gd name="connsiteY58" fmla="*/ 1678604 h 2240205"/>
              <a:gd name="connsiteX59" fmla="*/ 6364035 w 12192000"/>
              <a:gd name="connsiteY59" fmla="*/ 1667683 h 2240205"/>
              <a:gd name="connsiteX60" fmla="*/ 6243319 w 12192000"/>
              <a:gd name="connsiteY60" fmla="*/ 1695560 h 2240205"/>
              <a:gd name="connsiteX61" fmla="*/ 6098321 w 12192000"/>
              <a:gd name="connsiteY61" fmla="*/ 1721646 h 2240205"/>
              <a:gd name="connsiteX62" fmla="*/ 5880652 w 12192000"/>
              <a:gd name="connsiteY62" fmla="*/ 1779643 h 2240205"/>
              <a:gd name="connsiteX63" fmla="*/ 5785959 w 12192000"/>
              <a:gd name="connsiteY63" fmla="*/ 1775307 h 2240205"/>
              <a:gd name="connsiteX64" fmla="*/ 5643534 w 12192000"/>
              <a:gd name="connsiteY64" fmla="*/ 1802919 h 2240205"/>
              <a:gd name="connsiteX65" fmla="*/ 5518799 w 12192000"/>
              <a:gd name="connsiteY65" fmla="*/ 1818312 h 2240205"/>
              <a:gd name="connsiteX66" fmla="*/ 5505014 w 12192000"/>
              <a:gd name="connsiteY66" fmla="*/ 1819259 h 2240205"/>
              <a:gd name="connsiteX67" fmla="*/ 5453307 w 12192000"/>
              <a:gd name="connsiteY67" fmla="*/ 1815450 h 2240205"/>
              <a:gd name="connsiteX68" fmla="*/ 5221533 w 12192000"/>
              <a:gd name="connsiteY68" fmla="*/ 1846950 h 2240205"/>
              <a:gd name="connsiteX69" fmla="*/ 5149802 w 12192000"/>
              <a:gd name="connsiteY69" fmla="*/ 1844846 h 2240205"/>
              <a:gd name="connsiteX70" fmla="*/ 5114927 w 12192000"/>
              <a:gd name="connsiteY70" fmla="*/ 1847827 h 2240205"/>
              <a:gd name="connsiteX71" fmla="*/ 5108970 w 12192000"/>
              <a:gd name="connsiteY71" fmla="*/ 1847935 h 2240205"/>
              <a:gd name="connsiteX72" fmla="*/ 5067961 w 12192000"/>
              <a:gd name="connsiteY72" fmla="*/ 1845917 h 2240205"/>
              <a:gd name="connsiteX73" fmla="*/ 5007075 w 12192000"/>
              <a:gd name="connsiteY73" fmla="*/ 1838626 h 2240205"/>
              <a:gd name="connsiteX74" fmla="*/ 4944087 w 12192000"/>
              <a:gd name="connsiteY74" fmla="*/ 1823332 h 2240205"/>
              <a:gd name="connsiteX75" fmla="*/ 4907662 w 12192000"/>
              <a:gd name="connsiteY75" fmla="*/ 1816900 h 2240205"/>
              <a:gd name="connsiteX76" fmla="*/ 4882386 w 12192000"/>
              <a:gd name="connsiteY76" fmla="*/ 1809844 h 2240205"/>
              <a:gd name="connsiteX77" fmla="*/ 4811440 w 12192000"/>
              <a:gd name="connsiteY77" fmla="*/ 1804655 h 2240205"/>
              <a:gd name="connsiteX78" fmla="*/ 4691075 w 12192000"/>
              <a:gd name="connsiteY78" fmla="*/ 1801389 h 2240205"/>
              <a:gd name="connsiteX79" fmla="*/ 4640313 w 12192000"/>
              <a:gd name="connsiteY79" fmla="*/ 1784307 h 2240205"/>
              <a:gd name="connsiteX80" fmla="*/ 4536503 w 12192000"/>
              <a:gd name="connsiteY80" fmla="*/ 1785334 h 2240205"/>
              <a:gd name="connsiteX81" fmla="*/ 4513724 w 12192000"/>
              <a:gd name="connsiteY81" fmla="*/ 1791996 h 2240205"/>
              <a:gd name="connsiteX82" fmla="*/ 4459810 w 12192000"/>
              <a:gd name="connsiteY82" fmla="*/ 1797886 h 2240205"/>
              <a:gd name="connsiteX83" fmla="*/ 4379064 w 12192000"/>
              <a:gd name="connsiteY83" fmla="*/ 1817177 h 2240205"/>
              <a:gd name="connsiteX84" fmla="*/ 4290981 w 12192000"/>
              <a:gd name="connsiteY84" fmla="*/ 1839677 h 2240205"/>
              <a:gd name="connsiteX85" fmla="*/ 4238372 w 12192000"/>
              <a:gd name="connsiteY85" fmla="*/ 1851480 h 2240205"/>
              <a:gd name="connsiteX86" fmla="*/ 4232517 w 12192000"/>
              <a:gd name="connsiteY86" fmla="*/ 1852567 h 2240205"/>
              <a:gd name="connsiteX87" fmla="*/ 4191732 w 12192000"/>
              <a:gd name="connsiteY87" fmla="*/ 1857328 h 2240205"/>
              <a:gd name="connsiteX88" fmla="*/ 4065532 w 12192000"/>
              <a:gd name="connsiteY88" fmla="*/ 1855477 h 2240205"/>
              <a:gd name="connsiteX89" fmla="*/ 4028460 w 12192000"/>
              <a:gd name="connsiteY89" fmla="*/ 1855137 h 2240205"/>
              <a:gd name="connsiteX90" fmla="*/ 4002267 w 12192000"/>
              <a:gd name="connsiteY90" fmla="*/ 1852352 h 2240205"/>
              <a:gd name="connsiteX91" fmla="*/ 3931396 w 12192000"/>
              <a:gd name="connsiteY91" fmla="*/ 1858915 h 2240205"/>
              <a:gd name="connsiteX92" fmla="*/ 3812162 w 12192000"/>
              <a:gd name="connsiteY92" fmla="*/ 1875501 h 2240205"/>
              <a:gd name="connsiteX93" fmla="*/ 3758105 w 12192000"/>
              <a:gd name="connsiteY93" fmla="*/ 1871856 h 2240205"/>
              <a:gd name="connsiteX94" fmla="*/ 3567259 w 12192000"/>
              <a:gd name="connsiteY94" fmla="*/ 1893482 h 2240205"/>
              <a:gd name="connsiteX95" fmla="*/ 3405770 w 12192000"/>
              <a:gd name="connsiteY95" fmla="*/ 1904591 h 2240205"/>
              <a:gd name="connsiteX96" fmla="*/ 3280097 w 12192000"/>
              <a:gd name="connsiteY96" fmla="*/ 1919610 h 2240205"/>
              <a:gd name="connsiteX97" fmla="*/ 3009910 w 12192000"/>
              <a:gd name="connsiteY97" fmla="*/ 1957866 h 2240205"/>
              <a:gd name="connsiteX98" fmla="*/ 2995934 w 12192000"/>
              <a:gd name="connsiteY98" fmla="*/ 1967085 h 2240205"/>
              <a:gd name="connsiteX99" fmla="*/ 2942858 w 12192000"/>
              <a:gd name="connsiteY99" fmla="*/ 1981367 h 2240205"/>
              <a:gd name="connsiteX100" fmla="*/ 2875436 w 12192000"/>
              <a:gd name="connsiteY100" fmla="*/ 1996977 h 2240205"/>
              <a:gd name="connsiteX101" fmla="*/ 2874892 w 12192000"/>
              <a:gd name="connsiteY101" fmla="*/ 1996085 h 2240205"/>
              <a:gd name="connsiteX102" fmla="*/ 2843662 w 12192000"/>
              <a:gd name="connsiteY102" fmla="*/ 1992498 h 2240205"/>
              <a:gd name="connsiteX103" fmla="*/ 2718916 w 12192000"/>
              <a:gd name="connsiteY103" fmla="*/ 1990867 h 2240205"/>
              <a:gd name="connsiteX104" fmla="*/ 2713522 w 12192000"/>
              <a:gd name="connsiteY104" fmla="*/ 1990173 h 2240205"/>
              <a:gd name="connsiteX105" fmla="*/ 2476147 w 12192000"/>
              <a:gd name="connsiteY105" fmla="*/ 1998305 h 2240205"/>
              <a:gd name="connsiteX106" fmla="*/ 2373568 w 12192000"/>
              <a:gd name="connsiteY106" fmla="*/ 2003219 h 2240205"/>
              <a:gd name="connsiteX107" fmla="*/ 2287219 w 12192000"/>
              <a:gd name="connsiteY107" fmla="*/ 1998750 h 2240205"/>
              <a:gd name="connsiteX108" fmla="*/ 2243069 w 12192000"/>
              <a:gd name="connsiteY108" fmla="*/ 2005321 h 2240205"/>
              <a:gd name="connsiteX109" fmla="*/ 2164831 w 12192000"/>
              <a:gd name="connsiteY109" fmla="*/ 2010143 h 2240205"/>
              <a:gd name="connsiteX110" fmla="*/ 2085228 w 12192000"/>
              <a:gd name="connsiteY110" fmla="*/ 2046431 h 2240205"/>
              <a:gd name="connsiteX111" fmla="*/ 2058061 w 12192000"/>
              <a:gd name="connsiteY111" fmla="*/ 2047942 h 2240205"/>
              <a:gd name="connsiteX112" fmla="*/ 2042244 w 12192000"/>
              <a:gd name="connsiteY112" fmla="*/ 2055560 h 2240205"/>
              <a:gd name="connsiteX113" fmla="*/ 1877728 w 12192000"/>
              <a:gd name="connsiteY113" fmla="*/ 2101004 h 2240205"/>
              <a:gd name="connsiteX114" fmla="*/ 1759056 w 12192000"/>
              <a:gd name="connsiteY114" fmla="*/ 2125608 h 2240205"/>
              <a:gd name="connsiteX115" fmla="*/ 1637948 w 12192000"/>
              <a:gd name="connsiteY115" fmla="*/ 2172597 h 2240205"/>
              <a:gd name="connsiteX116" fmla="*/ 1434549 w 12192000"/>
              <a:gd name="connsiteY116" fmla="*/ 2234522 h 2240205"/>
              <a:gd name="connsiteX117" fmla="*/ 1370962 w 12192000"/>
              <a:gd name="connsiteY117" fmla="*/ 2237474 h 2240205"/>
              <a:gd name="connsiteX118" fmla="*/ 1356367 w 12192000"/>
              <a:gd name="connsiteY118" fmla="*/ 2235089 h 2240205"/>
              <a:gd name="connsiteX119" fmla="*/ 1279765 w 12192000"/>
              <a:gd name="connsiteY119" fmla="*/ 2229639 h 2240205"/>
              <a:gd name="connsiteX120" fmla="*/ 1195347 w 12192000"/>
              <a:gd name="connsiteY120" fmla="*/ 2212354 h 2240205"/>
              <a:gd name="connsiteX121" fmla="*/ 970251 w 12192000"/>
              <a:gd name="connsiteY121" fmla="*/ 2221029 h 2240205"/>
              <a:gd name="connsiteX122" fmla="*/ 812914 w 12192000"/>
              <a:gd name="connsiteY122" fmla="*/ 2210095 h 2240205"/>
              <a:gd name="connsiteX123" fmla="*/ 776382 w 12192000"/>
              <a:gd name="connsiteY123" fmla="*/ 2204512 h 2240205"/>
              <a:gd name="connsiteX124" fmla="*/ 597225 w 12192000"/>
              <a:gd name="connsiteY124" fmla="*/ 2180999 h 2240205"/>
              <a:gd name="connsiteX125" fmla="*/ 520671 w 12192000"/>
              <a:gd name="connsiteY125" fmla="*/ 2180980 h 2240205"/>
              <a:gd name="connsiteX126" fmla="*/ 515024 w 12192000"/>
              <a:gd name="connsiteY126" fmla="*/ 2179258 h 2240205"/>
              <a:gd name="connsiteX127" fmla="*/ 413835 w 12192000"/>
              <a:gd name="connsiteY127" fmla="*/ 2156783 h 2240205"/>
              <a:gd name="connsiteX128" fmla="*/ 376513 w 12192000"/>
              <a:gd name="connsiteY128" fmla="*/ 2154014 h 2240205"/>
              <a:gd name="connsiteX129" fmla="*/ 273386 w 12192000"/>
              <a:gd name="connsiteY129" fmla="*/ 2142551 h 2240205"/>
              <a:gd name="connsiteX130" fmla="*/ 77641 w 12192000"/>
              <a:gd name="connsiteY130" fmla="*/ 2126835 h 2240205"/>
              <a:gd name="connsiteX131" fmla="*/ 37645 w 12192000"/>
              <a:gd name="connsiteY131" fmla="*/ 2115401 h 2240205"/>
              <a:gd name="connsiteX132" fmla="*/ 4572 w 12192000"/>
              <a:gd name="connsiteY132" fmla="*/ 2111091 h 2240205"/>
              <a:gd name="connsiteX133" fmla="*/ 0 w 12192000"/>
              <a:gd name="connsiteY133" fmla="*/ 2110468 h 2240205"/>
              <a:gd name="connsiteX134" fmla="*/ 0 w 12192000"/>
              <a:gd name="connsiteY13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42099 w 12192000"/>
              <a:gd name="connsiteY40" fmla="*/ 1336332 h 2240205"/>
              <a:gd name="connsiteX41" fmla="*/ 7902328 w 12192000"/>
              <a:gd name="connsiteY41" fmla="*/ 1345865 h 2240205"/>
              <a:gd name="connsiteX42" fmla="*/ 7840612 w 12192000"/>
              <a:gd name="connsiteY42" fmla="*/ 1369373 h 2240205"/>
              <a:gd name="connsiteX43" fmla="*/ 7786819 w 12192000"/>
              <a:gd name="connsiteY43" fmla="*/ 1378970 h 2240205"/>
              <a:gd name="connsiteX44" fmla="*/ 7548172 w 12192000"/>
              <a:gd name="connsiteY44" fmla="*/ 1417460 h 2240205"/>
              <a:gd name="connsiteX45" fmla="*/ 7483437 w 12192000"/>
              <a:gd name="connsiteY45" fmla="*/ 1478152 h 2240205"/>
              <a:gd name="connsiteX46" fmla="*/ 7377870 w 12192000"/>
              <a:gd name="connsiteY46" fmla="*/ 1523319 h 2240205"/>
              <a:gd name="connsiteX47" fmla="*/ 7230737 w 12192000"/>
              <a:gd name="connsiteY47" fmla="*/ 1562633 h 2240205"/>
              <a:gd name="connsiteX48" fmla="*/ 7224458 w 12192000"/>
              <a:gd name="connsiteY48" fmla="*/ 1573008 h 2240205"/>
              <a:gd name="connsiteX49" fmla="*/ 7183121 w 12192000"/>
              <a:gd name="connsiteY49" fmla="*/ 1595162 h 2240205"/>
              <a:gd name="connsiteX50" fmla="*/ 7164601 w 12192000"/>
              <a:gd name="connsiteY50" fmla="*/ 1606490 h 2240205"/>
              <a:gd name="connsiteX51" fmla="*/ 6900177 w 12192000"/>
              <a:gd name="connsiteY51" fmla="*/ 1636016 h 2240205"/>
              <a:gd name="connsiteX52" fmla="*/ 6795372 w 12192000"/>
              <a:gd name="connsiteY52" fmla="*/ 1644845 h 2240205"/>
              <a:gd name="connsiteX53" fmla="*/ 6692251 w 12192000"/>
              <a:gd name="connsiteY53" fmla="*/ 1656357 h 2240205"/>
              <a:gd name="connsiteX54" fmla="*/ 6655235 w 12192000"/>
              <a:gd name="connsiteY54" fmla="*/ 1661869 h 2240205"/>
              <a:gd name="connsiteX55" fmla="*/ 6554894 w 12192000"/>
              <a:gd name="connsiteY55" fmla="*/ 1664428 h 2240205"/>
              <a:gd name="connsiteX56" fmla="*/ 6516595 w 12192000"/>
              <a:gd name="connsiteY56" fmla="*/ 1667475 h 2240205"/>
              <a:gd name="connsiteX57" fmla="*/ 6508541 w 12192000"/>
              <a:gd name="connsiteY57" fmla="*/ 1668757 h 2240205"/>
              <a:gd name="connsiteX58" fmla="*/ 6471012 w 12192000"/>
              <a:gd name="connsiteY58" fmla="*/ 1678604 h 2240205"/>
              <a:gd name="connsiteX59" fmla="*/ 6364035 w 12192000"/>
              <a:gd name="connsiteY59" fmla="*/ 1667683 h 2240205"/>
              <a:gd name="connsiteX60" fmla="*/ 6243319 w 12192000"/>
              <a:gd name="connsiteY60" fmla="*/ 1695560 h 2240205"/>
              <a:gd name="connsiteX61" fmla="*/ 6098321 w 12192000"/>
              <a:gd name="connsiteY61" fmla="*/ 1721646 h 2240205"/>
              <a:gd name="connsiteX62" fmla="*/ 5880652 w 12192000"/>
              <a:gd name="connsiteY62" fmla="*/ 1779643 h 2240205"/>
              <a:gd name="connsiteX63" fmla="*/ 5785959 w 12192000"/>
              <a:gd name="connsiteY63" fmla="*/ 1775307 h 2240205"/>
              <a:gd name="connsiteX64" fmla="*/ 5643534 w 12192000"/>
              <a:gd name="connsiteY64" fmla="*/ 1802919 h 2240205"/>
              <a:gd name="connsiteX65" fmla="*/ 5518799 w 12192000"/>
              <a:gd name="connsiteY65" fmla="*/ 1818312 h 2240205"/>
              <a:gd name="connsiteX66" fmla="*/ 5505014 w 12192000"/>
              <a:gd name="connsiteY66" fmla="*/ 1819259 h 2240205"/>
              <a:gd name="connsiteX67" fmla="*/ 5453307 w 12192000"/>
              <a:gd name="connsiteY67" fmla="*/ 1815450 h 2240205"/>
              <a:gd name="connsiteX68" fmla="*/ 5221533 w 12192000"/>
              <a:gd name="connsiteY68" fmla="*/ 1846950 h 2240205"/>
              <a:gd name="connsiteX69" fmla="*/ 5149802 w 12192000"/>
              <a:gd name="connsiteY69" fmla="*/ 1844846 h 2240205"/>
              <a:gd name="connsiteX70" fmla="*/ 5114927 w 12192000"/>
              <a:gd name="connsiteY70" fmla="*/ 1847827 h 2240205"/>
              <a:gd name="connsiteX71" fmla="*/ 5108970 w 12192000"/>
              <a:gd name="connsiteY71" fmla="*/ 1847935 h 2240205"/>
              <a:gd name="connsiteX72" fmla="*/ 5067961 w 12192000"/>
              <a:gd name="connsiteY72" fmla="*/ 1845917 h 2240205"/>
              <a:gd name="connsiteX73" fmla="*/ 5007075 w 12192000"/>
              <a:gd name="connsiteY73" fmla="*/ 1838626 h 2240205"/>
              <a:gd name="connsiteX74" fmla="*/ 4944087 w 12192000"/>
              <a:gd name="connsiteY74" fmla="*/ 1823332 h 2240205"/>
              <a:gd name="connsiteX75" fmla="*/ 4907662 w 12192000"/>
              <a:gd name="connsiteY75" fmla="*/ 1816900 h 2240205"/>
              <a:gd name="connsiteX76" fmla="*/ 4882386 w 12192000"/>
              <a:gd name="connsiteY76" fmla="*/ 1809844 h 2240205"/>
              <a:gd name="connsiteX77" fmla="*/ 4811440 w 12192000"/>
              <a:gd name="connsiteY77" fmla="*/ 1804655 h 2240205"/>
              <a:gd name="connsiteX78" fmla="*/ 4691075 w 12192000"/>
              <a:gd name="connsiteY78" fmla="*/ 1801389 h 2240205"/>
              <a:gd name="connsiteX79" fmla="*/ 4640313 w 12192000"/>
              <a:gd name="connsiteY79" fmla="*/ 1784307 h 2240205"/>
              <a:gd name="connsiteX80" fmla="*/ 4536503 w 12192000"/>
              <a:gd name="connsiteY80" fmla="*/ 1785334 h 2240205"/>
              <a:gd name="connsiteX81" fmla="*/ 4513724 w 12192000"/>
              <a:gd name="connsiteY81" fmla="*/ 1791996 h 2240205"/>
              <a:gd name="connsiteX82" fmla="*/ 4459810 w 12192000"/>
              <a:gd name="connsiteY82" fmla="*/ 1797886 h 2240205"/>
              <a:gd name="connsiteX83" fmla="*/ 4379064 w 12192000"/>
              <a:gd name="connsiteY83" fmla="*/ 1817177 h 2240205"/>
              <a:gd name="connsiteX84" fmla="*/ 4290981 w 12192000"/>
              <a:gd name="connsiteY84" fmla="*/ 1839677 h 2240205"/>
              <a:gd name="connsiteX85" fmla="*/ 4238372 w 12192000"/>
              <a:gd name="connsiteY85" fmla="*/ 1851480 h 2240205"/>
              <a:gd name="connsiteX86" fmla="*/ 4232517 w 12192000"/>
              <a:gd name="connsiteY86" fmla="*/ 1852567 h 2240205"/>
              <a:gd name="connsiteX87" fmla="*/ 4191732 w 12192000"/>
              <a:gd name="connsiteY87" fmla="*/ 1857328 h 2240205"/>
              <a:gd name="connsiteX88" fmla="*/ 4065532 w 12192000"/>
              <a:gd name="connsiteY88" fmla="*/ 1855477 h 2240205"/>
              <a:gd name="connsiteX89" fmla="*/ 4028460 w 12192000"/>
              <a:gd name="connsiteY89" fmla="*/ 1855137 h 2240205"/>
              <a:gd name="connsiteX90" fmla="*/ 4002267 w 12192000"/>
              <a:gd name="connsiteY90" fmla="*/ 1852352 h 2240205"/>
              <a:gd name="connsiteX91" fmla="*/ 3931396 w 12192000"/>
              <a:gd name="connsiteY91" fmla="*/ 1858915 h 2240205"/>
              <a:gd name="connsiteX92" fmla="*/ 3812162 w 12192000"/>
              <a:gd name="connsiteY92" fmla="*/ 1875501 h 2240205"/>
              <a:gd name="connsiteX93" fmla="*/ 3758105 w 12192000"/>
              <a:gd name="connsiteY93" fmla="*/ 1871856 h 2240205"/>
              <a:gd name="connsiteX94" fmla="*/ 3567259 w 12192000"/>
              <a:gd name="connsiteY94" fmla="*/ 1893482 h 2240205"/>
              <a:gd name="connsiteX95" fmla="*/ 3405770 w 12192000"/>
              <a:gd name="connsiteY95" fmla="*/ 1904591 h 2240205"/>
              <a:gd name="connsiteX96" fmla="*/ 3280097 w 12192000"/>
              <a:gd name="connsiteY96" fmla="*/ 1919610 h 2240205"/>
              <a:gd name="connsiteX97" fmla="*/ 3009910 w 12192000"/>
              <a:gd name="connsiteY97" fmla="*/ 1957866 h 2240205"/>
              <a:gd name="connsiteX98" fmla="*/ 2995934 w 12192000"/>
              <a:gd name="connsiteY98" fmla="*/ 1967085 h 2240205"/>
              <a:gd name="connsiteX99" fmla="*/ 2942858 w 12192000"/>
              <a:gd name="connsiteY99" fmla="*/ 1981367 h 2240205"/>
              <a:gd name="connsiteX100" fmla="*/ 2875436 w 12192000"/>
              <a:gd name="connsiteY100" fmla="*/ 1996977 h 2240205"/>
              <a:gd name="connsiteX101" fmla="*/ 2874892 w 12192000"/>
              <a:gd name="connsiteY101" fmla="*/ 1996085 h 2240205"/>
              <a:gd name="connsiteX102" fmla="*/ 2843662 w 12192000"/>
              <a:gd name="connsiteY102" fmla="*/ 1992498 h 2240205"/>
              <a:gd name="connsiteX103" fmla="*/ 2718916 w 12192000"/>
              <a:gd name="connsiteY103" fmla="*/ 1990867 h 2240205"/>
              <a:gd name="connsiteX104" fmla="*/ 2713522 w 12192000"/>
              <a:gd name="connsiteY104" fmla="*/ 1990173 h 2240205"/>
              <a:gd name="connsiteX105" fmla="*/ 2476147 w 12192000"/>
              <a:gd name="connsiteY105" fmla="*/ 1998305 h 2240205"/>
              <a:gd name="connsiteX106" fmla="*/ 2373568 w 12192000"/>
              <a:gd name="connsiteY106" fmla="*/ 2003219 h 2240205"/>
              <a:gd name="connsiteX107" fmla="*/ 2287219 w 12192000"/>
              <a:gd name="connsiteY107" fmla="*/ 1998750 h 2240205"/>
              <a:gd name="connsiteX108" fmla="*/ 2243069 w 12192000"/>
              <a:gd name="connsiteY108" fmla="*/ 2005321 h 2240205"/>
              <a:gd name="connsiteX109" fmla="*/ 2164831 w 12192000"/>
              <a:gd name="connsiteY109" fmla="*/ 2010143 h 2240205"/>
              <a:gd name="connsiteX110" fmla="*/ 2085228 w 12192000"/>
              <a:gd name="connsiteY110" fmla="*/ 2046431 h 2240205"/>
              <a:gd name="connsiteX111" fmla="*/ 2058061 w 12192000"/>
              <a:gd name="connsiteY111" fmla="*/ 2047942 h 2240205"/>
              <a:gd name="connsiteX112" fmla="*/ 2042244 w 12192000"/>
              <a:gd name="connsiteY112" fmla="*/ 2055560 h 2240205"/>
              <a:gd name="connsiteX113" fmla="*/ 1877728 w 12192000"/>
              <a:gd name="connsiteY113" fmla="*/ 2101004 h 2240205"/>
              <a:gd name="connsiteX114" fmla="*/ 1759056 w 12192000"/>
              <a:gd name="connsiteY114" fmla="*/ 2125608 h 2240205"/>
              <a:gd name="connsiteX115" fmla="*/ 1637948 w 12192000"/>
              <a:gd name="connsiteY115" fmla="*/ 2172597 h 2240205"/>
              <a:gd name="connsiteX116" fmla="*/ 1434549 w 12192000"/>
              <a:gd name="connsiteY116" fmla="*/ 2234522 h 2240205"/>
              <a:gd name="connsiteX117" fmla="*/ 1370962 w 12192000"/>
              <a:gd name="connsiteY117" fmla="*/ 2237474 h 2240205"/>
              <a:gd name="connsiteX118" fmla="*/ 1356367 w 12192000"/>
              <a:gd name="connsiteY118" fmla="*/ 2235089 h 2240205"/>
              <a:gd name="connsiteX119" fmla="*/ 1279765 w 12192000"/>
              <a:gd name="connsiteY119" fmla="*/ 2229639 h 2240205"/>
              <a:gd name="connsiteX120" fmla="*/ 1195347 w 12192000"/>
              <a:gd name="connsiteY120" fmla="*/ 2212354 h 2240205"/>
              <a:gd name="connsiteX121" fmla="*/ 970251 w 12192000"/>
              <a:gd name="connsiteY121" fmla="*/ 2221029 h 2240205"/>
              <a:gd name="connsiteX122" fmla="*/ 812914 w 12192000"/>
              <a:gd name="connsiteY122" fmla="*/ 2210095 h 2240205"/>
              <a:gd name="connsiteX123" fmla="*/ 776382 w 12192000"/>
              <a:gd name="connsiteY123" fmla="*/ 2204512 h 2240205"/>
              <a:gd name="connsiteX124" fmla="*/ 597225 w 12192000"/>
              <a:gd name="connsiteY124" fmla="*/ 2180999 h 2240205"/>
              <a:gd name="connsiteX125" fmla="*/ 520671 w 12192000"/>
              <a:gd name="connsiteY125" fmla="*/ 2180980 h 2240205"/>
              <a:gd name="connsiteX126" fmla="*/ 515024 w 12192000"/>
              <a:gd name="connsiteY126" fmla="*/ 2179258 h 2240205"/>
              <a:gd name="connsiteX127" fmla="*/ 413835 w 12192000"/>
              <a:gd name="connsiteY127" fmla="*/ 2156783 h 2240205"/>
              <a:gd name="connsiteX128" fmla="*/ 376513 w 12192000"/>
              <a:gd name="connsiteY128" fmla="*/ 2154014 h 2240205"/>
              <a:gd name="connsiteX129" fmla="*/ 273386 w 12192000"/>
              <a:gd name="connsiteY129" fmla="*/ 2142551 h 2240205"/>
              <a:gd name="connsiteX130" fmla="*/ 77641 w 12192000"/>
              <a:gd name="connsiteY130" fmla="*/ 2126835 h 2240205"/>
              <a:gd name="connsiteX131" fmla="*/ 37645 w 12192000"/>
              <a:gd name="connsiteY131" fmla="*/ 2115401 h 2240205"/>
              <a:gd name="connsiteX132" fmla="*/ 4572 w 12192000"/>
              <a:gd name="connsiteY132" fmla="*/ 2111091 h 2240205"/>
              <a:gd name="connsiteX133" fmla="*/ 0 w 12192000"/>
              <a:gd name="connsiteY133" fmla="*/ 2110468 h 2240205"/>
              <a:gd name="connsiteX134" fmla="*/ 0 w 12192000"/>
              <a:gd name="connsiteY13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02328 w 12192000"/>
              <a:gd name="connsiteY40" fmla="*/ 1345865 h 2240205"/>
              <a:gd name="connsiteX41" fmla="*/ 7840612 w 12192000"/>
              <a:gd name="connsiteY41" fmla="*/ 1369373 h 2240205"/>
              <a:gd name="connsiteX42" fmla="*/ 7786819 w 12192000"/>
              <a:gd name="connsiteY42" fmla="*/ 1378970 h 2240205"/>
              <a:gd name="connsiteX43" fmla="*/ 7548172 w 12192000"/>
              <a:gd name="connsiteY43" fmla="*/ 1417460 h 2240205"/>
              <a:gd name="connsiteX44" fmla="*/ 7483437 w 12192000"/>
              <a:gd name="connsiteY44" fmla="*/ 1478152 h 2240205"/>
              <a:gd name="connsiteX45" fmla="*/ 7377870 w 12192000"/>
              <a:gd name="connsiteY45" fmla="*/ 1523319 h 2240205"/>
              <a:gd name="connsiteX46" fmla="*/ 7230737 w 12192000"/>
              <a:gd name="connsiteY46" fmla="*/ 1562633 h 2240205"/>
              <a:gd name="connsiteX47" fmla="*/ 7224458 w 12192000"/>
              <a:gd name="connsiteY47" fmla="*/ 1573008 h 2240205"/>
              <a:gd name="connsiteX48" fmla="*/ 7183121 w 12192000"/>
              <a:gd name="connsiteY48" fmla="*/ 1595162 h 2240205"/>
              <a:gd name="connsiteX49" fmla="*/ 7164601 w 12192000"/>
              <a:gd name="connsiteY49" fmla="*/ 1606490 h 2240205"/>
              <a:gd name="connsiteX50" fmla="*/ 6900177 w 12192000"/>
              <a:gd name="connsiteY50" fmla="*/ 1636016 h 2240205"/>
              <a:gd name="connsiteX51" fmla="*/ 6795372 w 12192000"/>
              <a:gd name="connsiteY51" fmla="*/ 1644845 h 2240205"/>
              <a:gd name="connsiteX52" fmla="*/ 6692251 w 12192000"/>
              <a:gd name="connsiteY52" fmla="*/ 1656357 h 2240205"/>
              <a:gd name="connsiteX53" fmla="*/ 6655235 w 12192000"/>
              <a:gd name="connsiteY53" fmla="*/ 1661869 h 2240205"/>
              <a:gd name="connsiteX54" fmla="*/ 6554894 w 12192000"/>
              <a:gd name="connsiteY54" fmla="*/ 1664428 h 2240205"/>
              <a:gd name="connsiteX55" fmla="*/ 6516595 w 12192000"/>
              <a:gd name="connsiteY55" fmla="*/ 1667475 h 2240205"/>
              <a:gd name="connsiteX56" fmla="*/ 6508541 w 12192000"/>
              <a:gd name="connsiteY56" fmla="*/ 1668757 h 2240205"/>
              <a:gd name="connsiteX57" fmla="*/ 6471012 w 12192000"/>
              <a:gd name="connsiteY57" fmla="*/ 1678604 h 2240205"/>
              <a:gd name="connsiteX58" fmla="*/ 6364035 w 12192000"/>
              <a:gd name="connsiteY58" fmla="*/ 1667683 h 2240205"/>
              <a:gd name="connsiteX59" fmla="*/ 6243319 w 12192000"/>
              <a:gd name="connsiteY59" fmla="*/ 1695560 h 2240205"/>
              <a:gd name="connsiteX60" fmla="*/ 6098321 w 12192000"/>
              <a:gd name="connsiteY60" fmla="*/ 1721646 h 2240205"/>
              <a:gd name="connsiteX61" fmla="*/ 5880652 w 12192000"/>
              <a:gd name="connsiteY61" fmla="*/ 1779643 h 2240205"/>
              <a:gd name="connsiteX62" fmla="*/ 5785959 w 12192000"/>
              <a:gd name="connsiteY62" fmla="*/ 1775307 h 2240205"/>
              <a:gd name="connsiteX63" fmla="*/ 5643534 w 12192000"/>
              <a:gd name="connsiteY63" fmla="*/ 1802919 h 2240205"/>
              <a:gd name="connsiteX64" fmla="*/ 5518799 w 12192000"/>
              <a:gd name="connsiteY64" fmla="*/ 1818312 h 2240205"/>
              <a:gd name="connsiteX65" fmla="*/ 5505014 w 12192000"/>
              <a:gd name="connsiteY65" fmla="*/ 1819259 h 2240205"/>
              <a:gd name="connsiteX66" fmla="*/ 5453307 w 12192000"/>
              <a:gd name="connsiteY66" fmla="*/ 1815450 h 2240205"/>
              <a:gd name="connsiteX67" fmla="*/ 5221533 w 12192000"/>
              <a:gd name="connsiteY67" fmla="*/ 1846950 h 2240205"/>
              <a:gd name="connsiteX68" fmla="*/ 5149802 w 12192000"/>
              <a:gd name="connsiteY68" fmla="*/ 1844846 h 2240205"/>
              <a:gd name="connsiteX69" fmla="*/ 5114927 w 12192000"/>
              <a:gd name="connsiteY69" fmla="*/ 1847827 h 2240205"/>
              <a:gd name="connsiteX70" fmla="*/ 5108970 w 12192000"/>
              <a:gd name="connsiteY70" fmla="*/ 1847935 h 2240205"/>
              <a:gd name="connsiteX71" fmla="*/ 5067961 w 12192000"/>
              <a:gd name="connsiteY71" fmla="*/ 1845917 h 2240205"/>
              <a:gd name="connsiteX72" fmla="*/ 5007075 w 12192000"/>
              <a:gd name="connsiteY72" fmla="*/ 1838626 h 2240205"/>
              <a:gd name="connsiteX73" fmla="*/ 4944087 w 12192000"/>
              <a:gd name="connsiteY73" fmla="*/ 1823332 h 2240205"/>
              <a:gd name="connsiteX74" fmla="*/ 4907662 w 12192000"/>
              <a:gd name="connsiteY74" fmla="*/ 1816900 h 2240205"/>
              <a:gd name="connsiteX75" fmla="*/ 4882386 w 12192000"/>
              <a:gd name="connsiteY75" fmla="*/ 1809844 h 2240205"/>
              <a:gd name="connsiteX76" fmla="*/ 4811440 w 12192000"/>
              <a:gd name="connsiteY76" fmla="*/ 1804655 h 2240205"/>
              <a:gd name="connsiteX77" fmla="*/ 4691075 w 12192000"/>
              <a:gd name="connsiteY77" fmla="*/ 1801389 h 2240205"/>
              <a:gd name="connsiteX78" fmla="*/ 4640313 w 12192000"/>
              <a:gd name="connsiteY78" fmla="*/ 1784307 h 2240205"/>
              <a:gd name="connsiteX79" fmla="*/ 4536503 w 12192000"/>
              <a:gd name="connsiteY79" fmla="*/ 1785334 h 2240205"/>
              <a:gd name="connsiteX80" fmla="*/ 4513724 w 12192000"/>
              <a:gd name="connsiteY80" fmla="*/ 1791996 h 2240205"/>
              <a:gd name="connsiteX81" fmla="*/ 4459810 w 12192000"/>
              <a:gd name="connsiteY81" fmla="*/ 1797886 h 2240205"/>
              <a:gd name="connsiteX82" fmla="*/ 4379064 w 12192000"/>
              <a:gd name="connsiteY82" fmla="*/ 1817177 h 2240205"/>
              <a:gd name="connsiteX83" fmla="*/ 4290981 w 12192000"/>
              <a:gd name="connsiteY83" fmla="*/ 1839677 h 2240205"/>
              <a:gd name="connsiteX84" fmla="*/ 4238372 w 12192000"/>
              <a:gd name="connsiteY84" fmla="*/ 1851480 h 2240205"/>
              <a:gd name="connsiteX85" fmla="*/ 4232517 w 12192000"/>
              <a:gd name="connsiteY85" fmla="*/ 1852567 h 2240205"/>
              <a:gd name="connsiteX86" fmla="*/ 4191732 w 12192000"/>
              <a:gd name="connsiteY86" fmla="*/ 1857328 h 2240205"/>
              <a:gd name="connsiteX87" fmla="*/ 4065532 w 12192000"/>
              <a:gd name="connsiteY87" fmla="*/ 1855477 h 2240205"/>
              <a:gd name="connsiteX88" fmla="*/ 4028460 w 12192000"/>
              <a:gd name="connsiteY88" fmla="*/ 1855137 h 2240205"/>
              <a:gd name="connsiteX89" fmla="*/ 4002267 w 12192000"/>
              <a:gd name="connsiteY89" fmla="*/ 1852352 h 2240205"/>
              <a:gd name="connsiteX90" fmla="*/ 3931396 w 12192000"/>
              <a:gd name="connsiteY90" fmla="*/ 1858915 h 2240205"/>
              <a:gd name="connsiteX91" fmla="*/ 3812162 w 12192000"/>
              <a:gd name="connsiteY91" fmla="*/ 1875501 h 2240205"/>
              <a:gd name="connsiteX92" fmla="*/ 3758105 w 12192000"/>
              <a:gd name="connsiteY92" fmla="*/ 1871856 h 2240205"/>
              <a:gd name="connsiteX93" fmla="*/ 3567259 w 12192000"/>
              <a:gd name="connsiteY93" fmla="*/ 1893482 h 2240205"/>
              <a:gd name="connsiteX94" fmla="*/ 3405770 w 12192000"/>
              <a:gd name="connsiteY94" fmla="*/ 1904591 h 2240205"/>
              <a:gd name="connsiteX95" fmla="*/ 3280097 w 12192000"/>
              <a:gd name="connsiteY95" fmla="*/ 1919610 h 2240205"/>
              <a:gd name="connsiteX96" fmla="*/ 3009910 w 12192000"/>
              <a:gd name="connsiteY96" fmla="*/ 1957866 h 2240205"/>
              <a:gd name="connsiteX97" fmla="*/ 2995934 w 12192000"/>
              <a:gd name="connsiteY97" fmla="*/ 1967085 h 2240205"/>
              <a:gd name="connsiteX98" fmla="*/ 2942858 w 12192000"/>
              <a:gd name="connsiteY98" fmla="*/ 1981367 h 2240205"/>
              <a:gd name="connsiteX99" fmla="*/ 2875436 w 12192000"/>
              <a:gd name="connsiteY99" fmla="*/ 1996977 h 2240205"/>
              <a:gd name="connsiteX100" fmla="*/ 2874892 w 12192000"/>
              <a:gd name="connsiteY100" fmla="*/ 1996085 h 2240205"/>
              <a:gd name="connsiteX101" fmla="*/ 2843662 w 12192000"/>
              <a:gd name="connsiteY101" fmla="*/ 1992498 h 2240205"/>
              <a:gd name="connsiteX102" fmla="*/ 2718916 w 12192000"/>
              <a:gd name="connsiteY102" fmla="*/ 1990867 h 2240205"/>
              <a:gd name="connsiteX103" fmla="*/ 2713522 w 12192000"/>
              <a:gd name="connsiteY103" fmla="*/ 1990173 h 2240205"/>
              <a:gd name="connsiteX104" fmla="*/ 2476147 w 12192000"/>
              <a:gd name="connsiteY104" fmla="*/ 1998305 h 2240205"/>
              <a:gd name="connsiteX105" fmla="*/ 2373568 w 12192000"/>
              <a:gd name="connsiteY105" fmla="*/ 2003219 h 2240205"/>
              <a:gd name="connsiteX106" fmla="*/ 2287219 w 12192000"/>
              <a:gd name="connsiteY106" fmla="*/ 1998750 h 2240205"/>
              <a:gd name="connsiteX107" fmla="*/ 2243069 w 12192000"/>
              <a:gd name="connsiteY107" fmla="*/ 2005321 h 2240205"/>
              <a:gd name="connsiteX108" fmla="*/ 2164831 w 12192000"/>
              <a:gd name="connsiteY108" fmla="*/ 2010143 h 2240205"/>
              <a:gd name="connsiteX109" fmla="*/ 2085228 w 12192000"/>
              <a:gd name="connsiteY109" fmla="*/ 2046431 h 2240205"/>
              <a:gd name="connsiteX110" fmla="*/ 2058061 w 12192000"/>
              <a:gd name="connsiteY110" fmla="*/ 2047942 h 2240205"/>
              <a:gd name="connsiteX111" fmla="*/ 2042244 w 12192000"/>
              <a:gd name="connsiteY111" fmla="*/ 2055560 h 2240205"/>
              <a:gd name="connsiteX112" fmla="*/ 1877728 w 12192000"/>
              <a:gd name="connsiteY112" fmla="*/ 2101004 h 2240205"/>
              <a:gd name="connsiteX113" fmla="*/ 1759056 w 12192000"/>
              <a:gd name="connsiteY113" fmla="*/ 2125608 h 2240205"/>
              <a:gd name="connsiteX114" fmla="*/ 1637948 w 12192000"/>
              <a:gd name="connsiteY114" fmla="*/ 2172597 h 2240205"/>
              <a:gd name="connsiteX115" fmla="*/ 1434549 w 12192000"/>
              <a:gd name="connsiteY115" fmla="*/ 2234522 h 2240205"/>
              <a:gd name="connsiteX116" fmla="*/ 1370962 w 12192000"/>
              <a:gd name="connsiteY116" fmla="*/ 2237474 h 2240205"/>
              <a:gd name="connsiteX117" fmla="*/ 1356367 w 12192000"/>
              <a:gd name="connsiteY117" fmla="*/ 2235089 h 2240205"/>
              <a:gd name="connsiteX118" fmla="*/ 1279765 w 12192000"/>
              <a:gd name="connsiteY118" fmla="*/ 2229639 h 2240205"/>
              <a:gd name="connsiteX119" fmla="*/ 1195347 w 12192000"/>
              <a:gd name="connsiteY119" fmla="*/ 2212354 h 2240205"/>
              <a:gd name="connsiteX120" fmla="*/ 970251 w 12192000"/>
              <a:gd name="connsiteY120" fmla="*/ 2221029 h 2240205"/>
              <a:gd name="connsiteX121" fmla="*/ 812914 w 12192000"/>
              <a:gd name="connsiteY121" fmla="*/ 2210095 h 2240205"/>
              <a:gd name="connsiteX122" fmla="*/ 776382 w 12192000"/>
              <a:gd name="connsiteY122" fmla="*/ 2204512 h 2240205"/>
              <a:gd name="connsiteX123" fmla="*/ 597225 w 12192000"/>
              <a:gd name="connsiteY123" fmla="*/ 2180999 h 2240205"/>
              <a:gd name="connsiteX124" fmla="*/ 520671 w 12192000"/>
              <a:gd name="connsiteY124" fmla="*/ 2180980 h 2240205"/>
              <a:gd name="connsiteX125" fmla="*/ 515024 w 12192000"/>
              <a:gd name="connsiteY125" fmla="*/ 2179258 h 2240205"/>
              <a:gd name="connsiteX126" fmla="*/ 413835 w 12192000"/>
              <a:gd name="connsiteY126" fmla="*/ 2156783 h 2240205"/>
              <a:gd name="connsiteX127" fmla="*/ 376513 w 12192000"/>
              <a:gd name="connsiteY127" fmla="*/ 2154014 h 2240205"/>
              <a:gd name="connsiteX128" fmla="*/ 273386 w 12192000"/>
              <a:gd name="connsiteY128" fmla="*/ 2142551 h 2240205"/>
              <a:gd name="connsiteX129" fmla="*/ 77641 w 12192000"/>
              <a:gd name="connsiteY129" fmla="*/ 2126835 h 2240205"/>
              <a:gd name="connsiteX130" fmla="*/ 37645 w 12192000"/>
              <a:gd name="connsiteY130" fmla="*/ 2115401 h 2240205"/>
              <a:gd name="connsiteX131" fmla="*/ 4572 w 12192000"/>
              <a:gd name="connsiteY131" fmla="*/ 2111091 h 2240205"/>
              <a:gd name="connsiteX132" fmla="*/ 0 w 12192000"/>
              <a:gd name="connsiteY132" fmla="*/ 2110468 h 2240205"/>
              <a:gd name="connsiteX133" fmla="*/ 0 w 12192000"/>
              <a:gd name="connsiteY133"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02328 w 12192000"/>
              <a:gd name="connsiteY40" fmla="*/ 1345865 h 2240205"/>
              <a:gd name="connsiteX41" fmla="*/ 7840612 w 12192000"/>
              <a:gd name="connsiteY41" fmla="*/ 1369373 h 2240205"/>
              <a:gd name="connsiteX42" fmla="*/ 7786819 w 12192000"/>
              <a:gd name="connsiteY42" fmla="*/ 1378970 h 2240205"/>
              <a:gd name="connsiteX43" fmla="*/ 7548172 w 12192000"/>
              <a:gd name="connsiteY43" fmla="*/ 1417460 h 2240205"/>
              <a:gd name="connsiteX44" fmla="*/ 7483437 w 12192000"/>
              <a:gd name="connsiteY44" fmla="*/ 1478152 h 2240205"/>
              <a:gd name="connsiteX45" fmla="*/ 7377870 w 12192000"/>
              <a:gd name="connsiteY45" fmla="*/ 1523319 h 2240205"/>
              <a:gd name="connsiteX46" fmla="*/ 7230737 w 12192000"/>
              <a:gd name="connsiteY46" fmla="*/ 1562633 h 2240205"/>
              <a:gd name="connsiteX47" fmla="*/ 7224458 w 12192000"/>
              <a:gd name="connsiteY47" fmla="*/ 1573008 h 2240205"/>
              <a:gd name="connsiteX48" fmla="*/ 7183121 w 12192000"/>
              <a:gd name="connsiteY48" fmla="*/ 1595162 h 2240205"/>
              <a:gd name="connsiteX49" fmla="*/ 7164601 w 12192000"/>
              <a:gd name="connsiteY49" fmla="*/ 1606490 h 2240205"/>
              <a:gd name="connsiteX50" fmla="*/ 6900177 w 12192000"/>
              <a:gd name="connsiteY50" fmla="*/ 1636016 h 2240205"/>
              <a:gd name="connsiteX51" fmla="*/ 6795372 w 12192000"/>
              <a:gd name="connsiteY51" fmla="*/ 1644845 h 2240205"/>
              <a:gd name="connsiteX52" fmla="*/ 6692251 w 12192000"/>
              <a:gd name="connsiteY52" fmla="*/ 1656357 h 2240205"/>
              <a:gd name="connsiteX53" fmla="*/ 6655235 w 12192000"/>
              <a:gd name="connsiteY53" fmla="*/ 1661869 h 2240205"/>
              <a:gd name="connsiteX54" fmla="*/ 6554894 w 12192000"/>
              <a:gd name="connsiteY54" fmla="*/ 1664428 h 2240205"/>
              <a:gd name="connsiteX55" fmla="*/ 6516595 w 12192000"/>
              <a:gd name="connsiteY55" fmla="*/ 1667475 h 2240205"/>
              <a:gd name="connsiteX56" fmla="*/ 6508541 w 12192000"/>
              <a:gd name="connsiteY56" fmla="*/ 1668757 h 2240205"/>
              <a:gd name="connsiteX57" fmla="*/ 6471012 w 12192000"/>
              <a:gd name="connsiteY57" fmla="*/ 1678604 h 2240205"/>
              <a:gd name="connsiteX58" fmla="*/ 6364035 w 12192000"/>
              <a:gd name="connsiteY58" fmla="*/ 1667683 h 2240205"/>
              <a:gd name="connsiteX59" fmla="*/ 6243319 w 12192000"/>
              <a:gd name="connsiteY59" fmla="*/ 1695560 h 2240205"/>
              <a:gd name="connsiteX60" fmla="*/ 6098321 w 12192000"/>
              <a:gd name="connsiteY60" fmla="*/ 1721646 h 2240205"/>
              <a:gd name="connsiteX61" fmla="*/ 5880652 w 12192000"/>
              <a:gd name="connsiteY61" fmla="*/ 1779643 h 2240205"/>
              <a:gd name="connsiteX62" fmla="*/ 5785959 w 12192000"/>
              <a:gd name="connsiteY62" fmla="*/ 1775307 h 2240205"/>
              <a:gd name="connsiteX63" fmla="*/ 5643534 w 12192000"/>
              <a:gd name="connsiteY63" fmla="*/ 1802919 h 2240205"/>
              <a:gd name="connsiteX64" fmla="*/ 5518799 w 12192000"/>
              <a:gd name="connsiteY64" fmla="*/ 1818312 h 2240205"/>
              <a:gd name="connsiteX65" fmla="*/ 5505014 w 12192000"/>
              <a:gd name="connsiteY65" fmla="*/ 1819259 h 2240205"/>
              <a:gd name="connsiteX66" fmla="*/ 5453307 w 12192000"/>
              <a:gd name="connsiteY66" fmla="*/ 1815450 h 2240205"/>
              <a:gd name="connsiteX67" fmla="*/ 5221533 w 12192000"/>
              <a:gd name="connsiteY67" fmla="*/ 1846950 h 2240205"/>
              <a:gd name="connsiteX68" fmla="*/ 5149802 w 12192000"/>
              <a:gd name="connsiteY68" fmla="*/ 1844846 h 2240205"/>
              <a:gd name="connsiteX69" fmla="*/ 5114927 w 12192000"/>
              <a:gd name="connsiteY69" fmla="*/ 1847827 h 2240205"/>
              <a:gd name="connsiteX70" fmla="*/ 5108970 w 12192000"/>
              <a:gd name="connsiteY70" fmla="*/ 1847935 h 2240205"/>
              <a:gd name="connsiteX71" fmla="*/ 5067961 w 12192000"/>
              <a:gd name="connsiteY71" fmla="*/ 1845917 h 2240205"/>
              <a:gd name="connsiteX72" fmla="*/ 5007075 w 12192000"/>
              <a:gd name="connsiteY72" fmla="*/ 1838626 h 2240205"/>
              <a:gd name="connsiteX73" fmla="*/ 4944087 w 12192000"/>
              <a:gd name="connsiteY73" fmla="*/ 1823332 h 2240205"/>
              <a:gd name="connsiteX74" fmla="*/ 4907662 w 12192000"/>
              <a:gd name="connsiteY74" fmla="*/ 1816900 h 2240205"/>
              <a:gd name="connsiteX75" fmla="*/ 4882386 w 12192000"/>
              <a:gd name="connsiteY75" fmla="*/ 1809844 h 2240205"/>
              <a:gd name="connsiteX76" fmla="*/ 4811440 w 12192000"/>
              <a:gd name="connsiteY76" fmla="*/ 1804655 h 2240205"/>
              <a:gd name="connsiteX77" fmla="*/ 4691075 w 12192000"/>
              <a:gd name="connsiteY77" fmla="*/ 1801389 h 2240205"/>
              <a:gd name="connsiteX78" fmla="*/ 4640313 w 12192000"/>
              <a:gd name="connsiteY78" fmla="*/ 1784307 h 2240205"/>
              <a:gd name="connsiteX79" fmla="*/ 4536503 w 12192000"/>
              <a:gd name="connsiteY79" fmla="*/ 1785334 h 2240205"/>
              <a:gd name="connsiteX80" fmla="*/ 4513724 w 12192000"/>
              <a:gd name="connsiteY80" fmla="*/ 1791996 h 2240205"/>
              <a:gd name="connsiteX81" fmla="*/ 4459810 w 12192000"/>
              <a:gd name="connsiteY81" fmla="*/ 1797886 h 2240205"/>
              <a:gd name="connsiteX82" fmla="*/ 4379064 w 12192000"/>
              <a:gd name="connsiteY82" fmla="*/ 1817177 h 2240205"/>
              <a:gd name="connsiteX83" fmla="*/ 4290981 w 12192000"/>
              <a:gd name="connsiteY83" fmla="*/ 1839677 h 2240205"/>
              <a:gd name="connsiteX84" fmla="*/ 4238372 w 12192000"/>
              <a:gd name="connsiteY84" fmla="*/ 1851480 h 2240205"/>
              <a:gd name="connsiteX85" fmla="*/ 4232517 w 12192000"/>
              <a:gd name="connsiteY85" fmla="*/ 1852567 h 2240205"/>
              <a:gd name="connsiteX86" fmla="*/ 4191732 w 12192000"/>
              <a:gd name="connsiteY86" fmla="*/ 1857328 h 2240205"/>
              <a:gd name="connsiteX87" fmla="*/ 4065532 w 12192000"/>
              <a:gd name="connsiteY87" fmla="*/ 1855477 h 2240205"/>
              <a:gd name="connsiteX88" fmla="*/ 4028460 w 12192000"/>
              <a:gd name="connsiteY88" fmla="*/ 1855137 h 2240205"/>
              <a:gd name="connsiteX89" fmla="*/ 4002267 w 12192000"/>
              <a:gd name="connsiteY89" fmla="*/ 1852352 h 2240205"/>
              <a:gd name="connsiteX90" fmla="*/ 3931396 w 12192000"/>
              <a:gd name="connsiteY90" fmla="*/ 1858915 h 2240205"/>
              <a:gd name="connsiteX91" fmla="*/ 3812162 w 12192000"/>
              <a:gd name="connsiteY91" fmla="*/ 1875501 h 2240205"/>
              <a:gd name="connsiteX92" fmla="*/ 3758105 w 12192000"/>
              <a:gd name="connsiteY92" fmla="*/ 1871856 h 2240205"/>
              <a:gd name="connsiteX93" fmla="*/ 3567259 w 12192000"/>
              <a:gd name="connsiteY93" fmla="*/ 1893482 h 2240205"/>
              <a:gd name="connsiteX94" fmla="*/ 3405770 w 12192000"/>
              <a:gd name="connsiteY94" fmla="*/ 1904591 h 2240205"/>
              <a:gd name="connsiteX95" fmla="*/ 3280097 w 12192000"/>
              <a:gd name="connsiteY95" fmla="*/ 1919610 h 2240205"/>
              <a:gd name="connsiteX96" fmla="*/ 3009910 w 12192000"/>
              <a:gd name="connsiteY96" fmla="*/ 1957866 h 2240205"/>
              <a:gd name="connsiteX97" fmla="*/ 2995934 w 12192000"/>
              <a:gd name="connsiteY97" fmla="*/ 1967085 h 2240205"/>
              <a:gd name="connsiteX98" fmla="*/ 2942858 w 12192000"/>
              <a:gd name="connsiteY98" fmla="*/ 1981367 h 2240205"/>
              <a:gd name="connsiteX99" fmla="*/ 2875436 w 12192000"/>
              <a:gd name="connsiteY99" fmla="*/ 1996977 h 2240205"/>
              <a:gd name="connsiteX100" fmla="*/ 2874892 w 12192000"/>
              <a:gd name="connsiteY100" fmla="*/ 1996085 h 2240205"/>
              <a:gd name="connsiteX101" fmla="*/ 2843662 w 12192000"/>
              <a:gd name="connsiteY101" fmla="*/ 1992498 h 2240205"/>
              <a:gd name="connsiteX102" fmla="*/ 2718916 w 12192000"/>
              <a:gd name="connsiteY102" fmla="*/ 1990867 h 2240205"/>
              <a:gd name="connsiteX103" fmla="*/ 2713522 w 12192000"/>
              <a:gd name="connsiteY103" fmla="*/ 1990173 h 2240205"/>
              <a:gd name="connsiteX104" fmla="*/ 2476147 w 12192000"/>
              <a:gd name="connsiteY104" fmla="*/ 1998305 h 2240205"/>
              <a:gd name="connsiteX105" fmla="*/ 2373568 w 12192000"/>
              <a:gd name="connsiteY105" fmla="*/ 2003219 h 2240205"/>
              <a:gd name="connsiteX106" fmla="*/ 2287219 w 12192000"/>
              <a:gd name="connsiteY106" fmla="*/ 1998750 h 2240205"/>
              <a:gd name="connsiteX107" fmla="*/ 2243069 w 12192000"/>
              <a:gd name="connsiteY107" fmla="*/ 2005321 h 2240205"/>
              <a:gd name="connsiteX108" fmla="*/ 2164831 w 12192000"/>
              <a:gd name="connsiteY108" fmla="*/ 2010143 h 2240205"/>
              <a:gd name="connsiteX109" fmla="*/ 2085228 w 12192000"/>
              <a:gd name="connsiteY109" fmla="*/ 2046431 h 2240205"/>
              <a:gd name="connsiteX110" fmla="*/ 2058061 w 12192000"/>
              <a:gd name="connsiteY110" fmla="*/ 2047942 h 2240205"/>
              <a:gd name="connsiteX111" fmla="*/ 2042244 w 12192000"/>
              <a:gd name="connsiteY111" fmla="*/ 2055560 h 2240205"/>
              <a:gd name="connsiteX112" fmla="*/ 1877728 w 12192000"/>
              <a:gd name="connsiteY112" fmla="*/ 2101004 h 2240205"/>
              <a:gd name="connsiteX113" fmla="*/ 1759056 w 12192000"/>
              <a:gd name="connsiteY113" fmla="*/ 2125608 h 2240205"/>
              <a:gd name="connsiteX114" fmla="*/ 1637948 w 12192000"/>
              <a:gd name="connsiteY114" fmla="*/ 2172597 h 2240205"/>
              <a:gd name="connsiteX115" fmla="*/ 1434549 w 12192000"/>
              <a:gd name="connsiteY115" fmla="*/ 2234522 h 2240205"/>
              <a:gd name="connsiteX116" fmla="*/ 1370962 w 12192000"/>
              <a:gd name="connsiteY116" fmla="*/ 2237474 h 2240205"/>
              <a:gd name="connsiteX117" fmla="*/ 1356367 w 12192000"/>
              <a:gd name="connsiteY117" fmla="*/ 2235089 h 2240205"/>
              <a:gd name="connsiteX118" fmla="*/ 1279765 w 12192000"/>
              <a:gd name="connsiteY118" fmla="*/ 2229639 h 2240205"/>
              <a:gd name="connsiteX119" fmla="*/ 1195347 w 12192000"/>
              <a:gd name="connsiteY119" fmla="*/ 2212354 h 2240205"/>
              <a:gd name="connsiteX120" fmla="*/ 970251 w 12192000"/>
              <a:gd name="connsiteY120" fmla="*/ 2221029 h 2240205"/>
              <a:gd name="connsiteX121" fmla="*/ 812914 w 12192000"/>
              <a:gd name="connsiteY121" fmla="*/ 2210095 h 2240205"/>
              <a:gd name="connsiteX122" fmla="*/ 776382 w 12192000"/>
              <a:gd name="connsiteY122" fmla="*/ 2204512 h 2240205"/>
              <a:gd name="connsiteX123" fmla="*/ 597225 w 12192000"/>
              <a:gd name="connsiteY123" fmla="*/ 2180999 h 2240205"/>
              <a:gd name="connsiteX124" fmla="*/ 520671 w 12192000"/>
              <a:gd name="connsiteY124" fmla="*/ 2180980 h 2240205"/>
              <a:gd name="connsiteX125" fmla="*/ 515024 w 12192000"/>
              <a:gd name="connsiteY125" fmla="*/ 2179258 h 2240205"/>
              <a:gd name="connsiteX126" fmla="*/ 413835 w 12192000"/>
              <a:gd name="connsiteY126" fmla="*/ 2156783 h 2240205"/>
              <a:gd name="connsiteX127" fmla="*/ 376513 w 12192000"/>
              <a:gd name="connsiteY127" fmla="*/ 2154014 h 2240205"/>
              <a:gd name="connsiteX128" fmla="*/ 273386 w 12192000"/>
              <a:gd name="connsiteY128" fmla="*/ 2142551 h 2240205"/>
              <a:gd name="connsiteX129" fmla="*/ 77641 w 12192000"/>
              <a:gd name="connsiteY129" fmla="*/ 2126835 h 2240205"/>
              <a:gd name="connsiteX130" fmla="*/ 37645 w 12192000"/>
              <a:gd name="connsiteY130" fmla="*/ 2115401 h 2240205"/>
              <a:gd name="connsiteX131" fmla="*/ 4572 w 12192000"/>
              <a:gd name="connsiteY131" fmla="*/ 2111091 h 2240205"/>
              <a:gd name="connsiteX132" fmla="*/ 0 w 12192000"/>
              <a:gd name="connsiteY132" fmla="*/ 2110468 h 2240205"/>
              <a:gd name="connsiteX133" fmla="*/ 0 w 12192000"/>
              <a:gd name="connsiteY133"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44189 w 12192000"/>
              <a:gd name="connsiteY20" fmla="*/ 938966 h 2240205"/>
              <a:gd name="connsiteX21" fmla="*/ 9500499 w 12192000"/>
              <a:gd name="connsiteY21" fmla="*/ 954680 h 2240205"/>
              <a:gd name="connsiteX22" fmla="*/ 9410017 w 12192000"/>
              <a:gd name="connsiteY22" fmla="*/ 993931 h 2240205"/>
              <a:gd name="connsiteX23" fmla="*/ 9392919 w 12192000"/>
              <a:gd name="connsiteY23" fmla="*/ 994656 h 2240205"/>
              <a:gd name="connsiteX24" fmla="*/ 9268019 w 12192000"/>
              <a:gd name="connsiteY24" fmla="*/ 1007442 h 2240205"/>
              <a:gd name="connsiteX25" fmla="*/ 9188177 w 12192000"/>
              <a:gd name="connsiteY25" fmla="*/ 1035474 h 2240205"/>
              <a:gd name="connsiteX26" fmla="*/ 9155969 w 12192000"/>
              <a:gd name="connsiteY26" fmla="*/ 1046804 h 2240205"/>
              <a:gd name="connsiteX27" fmla="*/ 9133985 w 12192000"/>
              <a:gd name="connsiteY27" fmla="*/ 1046450 h 2240205"/>
              <a:gd name="connsiteX28" fmla="*/ 9003462 w 12192000"/>
              <a:gd name="connsiteY28" fmla="*/ 1042406 h 2240205"/>
              <a:gd name="connsiteX29" fmla="*/ 8968445 w 12192000"/>
              <a:gd name="connsiteY29" fmla="*/ 1052169 h 2240205"/>
              <a:gd name="connsiteX30" fmla="*/ 8886001 w 12192000"/>
              <a:gd name="connsiteY30" fmla="*/ 1067468 h 2240205"/>
              <a:gd name="connsiteX31" fmla="*/ 8838610 w 12192000"/>
              <a:gd name="connsiteY31" fmla="*/ 1075091 h 2240205"/>
              <a:gd name="connsiteX32" fmla="*/ 8665605 w 12192000"/>
              <a:gd name="connsiteY32" fmla="*/ 1110791 h 2240205"/>
              <a:gd name="connsiteX33" fmla="*/ 8584946 w 12192000"/>
              <a:gd name="connsiteY33" fmla="*/ 1135226 h 2240205"/>
              <a:gd name="connsiteX34" fmla="*/ 8419755 w 12192000"/>
              <a:gd name="connsiteY34" fmla="*/ 1216260 h 2240205"/>
              <a:gd name="connsiteX35" fmla="*/ 8411626 w 12192000"/>
              <a:gd name="connsiteY35" fmla="*/ 1214397 h 2240205"/>
              <a:gd name="connsiteX36" fmla="*/ 8363469 w 12192000"/>
              <a:gd name="connsiteY36" fmla="*/ 1246658 h 2240205"/>
              <a:gd name="connsiteX37" fmla="*/ 8275497 w 12192000"/>
              <a:gd name="connsiteY37" fmla="*/ 1264396 h 2240205"/>
              <a:gd name="connsiteX38" fmla="*/ 8074238 w 12192000"/>
              <a:gd name="connsiteY38" fmla="*/ 1301895 h 2240205"/>
              <a:gd name="connsiteX39" fmla="*/ 7902328 w 12192000"/>
              <a:gd name="connsiteY39" fmla="*/ 1345865 h 2240205"/>
              <a:gd name="connsiteX40" fmla="*/ 7840612 w 12192000"/>
              <a:gd name="connsiteY40" fmla="*/ 1369373 h 2240205"/>
              <a:gd name="connsiteX41" fmla="*/ 7786819 w 12192000"/>
              <a:gd name="connsiteY41" fmla="*/ 1378970 h 2240205"/>
              <a:gd name="connsiteX42" fmla="*/ 7548172 w 12192000"/>
              <a:gd name="connsiteY42" fmla="*/ 1417460 h 2240205"/>
              <a:gd name="connsiteX43" fmla="*/ 7483437 w 12192000"/>
              <a:gd name="connsiteY43" fmla="*/ 1478152 h 2240205"/>
              <a:gd name="connsiteX44" fmla="*/ 7377870 w 12192000"/>
              <a:gd name="connsiteY44" fmla="*/ 1523319 h 2240205"/>
              <a:gd name="connsiteX45" fmla="*/ 7230737 w 12192000"/>
              <a:gd name="connsiteY45" fmla="*/ 1562633 h 2240205"/>
              <a:gd name="connsiteX46" fmla="*/ 7224458 w 12192000"/>
              <a:gd name="connsiteY46" fmla="*/ 1573008 h 2240205"/>
              <a:gd name="connsiteX47" fmla="*/ 7183121 w 12192000"/>
              <a:gd name="connsiteY47" fmla="*/ 1595162 h 2240205"/>
              <a:gd name="connsiteX48" fmla="*/ 7164601 w 12192000"/>
              <a:gd name="connsiteY48" fmla="*/ 1606490 h 2240205"/>
              <a:gd name="connsiteX49" fmla="*/ 6900177 w 12192000"/>
              <a:gd name="connsiteY49" fmla="*/ 1636016 h 2240205"/>
              <a:gd name="connsiteX50" fmla="*/ 6795372 w 12192000"/>
              <a:gd name="connsiteY50" fmla="*/ 1644845 h 2240205"/>
              <a:gd name="connsiteX51" fmla="*/ 6692251 w 12192000"/>
              <a:gd name="connsiteY51" fmla="*/ 1656357 h 2240205"/>
              <a:gd name="connsiteX52" fmla="*/ 6655235 w 12192000"/>
              <a:gd name="connsiteY52" fmla="*/ 1661869 h 2240205"/>
              <a:gd name="connsiteX53" fmla="*/ 6554894 w 12192000"/>
              <a:gd name="connsiteY53" fmla="*/ 1664428 h 2240205"/>
              <a:gd name="connsiteX54" fmla="*/ 6516595 w 12192000"/>
              <a:gd name="connsiteY54" fmla="*/ 1667475 h 2240205"/>
              <a:gd name="connsiteX55" fmla="*/ 6508541 w 12192000"/>
              <a:gd name="connsiteY55" fmla="*/ 1668757 h 2240205"/>
              <a:gd name="connsiteX56" fmla="*/ 6471012 w 12192000"/>
              <a:gd name="connsiteY56" fmla="*/ 1678604 h 2240205"/>
              <a:gd name="connsiteX57" fmla="*/ 6364035 w 12192000"/>
              <a:gd name="connsiteY57" fmla="*/ 1667683 h 2240205"/>
              <a:gd name="connsiteX58" fmla="*/ 6243319 w 12192000"/>
              <a:gd name="connsiteY58" fmla="*/ 1695560 h 2240205"/>
              <a:gd name="connsiteX59" fmla="*/ 6098321 w 12192000"/>
              <a:gd name="connsiteY59" fmla="*/ 1721646 h 2240205"/>
              <a:gd name="connsiteX60" fmla="*/ 5880652 w 12192000"/>
              <a:gd name="connsiteY60" fmla="*/ 1779643 h 2240205"/>
              <a:gd name="connsiteX61" fmla="*/ 5785959 w 12192000"/>
              <a:gd name="connsiteY61" fmla="*/ 1775307 h 2240205"/>
              <a:gd name="connsiteX62" fmla="*/ 5643534 w 12192000"/>
              <a:gd name="connsiteY62" fmla="*/ 1802919 h 2240205"/>
              <a:gd name="connsiteX63" fmla="*/ 5518799 w 12192000"/>
              <a:gd name="connsiteY63" fmla="*/ 1818312 h 2240205"/>
              <a:gd name="connsiteX64" fmla="*/ 5505014 w 12192000"/>
              <a:gd name="connsiteY64" fmla="*/ 1819259 h 2240205"/>
              <a:gd name="connsiteX65" fmla="*/ 5453307 w 12192000"/>
              <a:gd name="connsiteY65" fmla="*/ 1815450 h 2240205"/>
              <a:gd name="connsiteX66" fmla="*/ 5221533 w 12192000"/>
              <a:gd name="connsiteY66" fmla="*/ 1846950 h 2240205"/>
              <a:gd name="connsiteX67" fmla="*/ 5149802 w 12192000"/>
              <a:gd name="connsiteY67" fmla="*/ 1844846 h 2240205"/>
              <a:gd name="connsiteX68" fmla="*/ 5114927 w 12192000"/>
              <a:gd name="connsiteY68" fmla="*/ 1847827 h 2240205"/>
              <a:gd name="connsiteX69" fmla="*/ 5108970 w 12192000"/>
              <a:gd name="connsiteY69" fmla="*/ 1847935 h 2240205"/>
              <a:gd name="connsiteX70" fmla="*/ 5067961 w 12192000"/>
              <a:gd name="connsiteY70" fmla="*/ 1845917 h 2240205"/>
              <a:gd name="connsiteX71" fmla="*/ 5007075 w 12192000"/>
              <a:gd name="connsiteY71" fmla="*/ 1838626 h 2240205"/>
              <a:gd name="connsiteX72" fmla="*/ 4944087 w 12192000"/>
              <a:gd name="connsiteY72" fmla="*/ 1823332 h 2240205"/>
              <a:gd name="connsiteX73" fmla="*/ 4907662 w 12192000"/>
              <a:gd name="connsiteY73" fmla="*/ 1816900 h 2240205"/>
              <a:gd name="connsiteX74" fmla="*/ 4882386 w 12192000"/>
              <a:gd name="connsiteY74" fmla="*/ 1809844 h 2240205"/>
              <a:gd name="connsiteX75" fmla="*/ 4811440 w 12192000"/>
              <a:gd name="connsiteY75" fmla="*/ 1804655 h 2240205"/>
              <a:gd name="connsiteX76" fmla="*/ 4691075 w 12192000"/>
              <a:gd name="connsiteY76" fmla="*/ 1801389 h 2240205"/>
              <a:gd name="connsiteX77" fmla="*/ 4640313 w 12192000"/>
              <a:gd name="connsiteY77" fmla="*/ 1784307 h 2240205"/>
              <a:gd name="connsiteX78" fmla="*/ 4536503 w 12192000"/>
              <a:gd name="connsiteY78" fmla="*/ 1785334 h 2240205"/>
              <a:gd name="connsiteX79" fmla="*/ 4513724 w 12192000"/>
              <a:gd name="connsiteY79" fmla="*/ 1791996 h 2240205"/>
              <a:gd name="connsiteX80" fmla="*/ 4459810 w 12192000"/>
              <a:gd name="connsiteY80" fmla="*/ 1797886 h 2240205"/>
              <a:gd name="connsiteX81" fmla="*/ 4379064 w 12192000"/>
              <a:gd name="connsiteY81" fmla="*/ 1817177 h 2240205"/>
              <a:gd name="connsiteX82" fmla="*/ 4290981 w 12192000"/>
              <a:gd name="connsiteY82" fmla="*/ 1839677 h 2240205"/>
              <a:gd name="connsiteX83" fmla="*/ 4238372 w 12192000"/>
              <a:gd name="connsiteY83" fmla="*/ 1851480 h 2240205"/>
              <a:gd name="connsiteX84" fmla="*/ 4232517 w 12192000"/>
              <a:gd name="connsiteY84" fmla="*/ 1852567 h 2240205"/>
              <a:gd name="connsiteX85" fmla="*/ 4191732 w 12192000"/>
              <a:gd name="connsiteY85" fmla="*/ 1857328 h 2240205"/>
              <a:gd name="connsiteX86" fmla="*/ 4065532 w 12192000"/>
              <a:gd name="connsiteY86" fmla="*/ 1855477 h 2240205"/>
              <a:gd name="connsiteX87" fmla="*/ 4028460 w 12192000"/>
              <a:gd name="connsiteY87" fmla="*/ 1855137 h 2240205"/>
              <a:gd name="connsiteX88" fmla="*/ 4002267 w 12192000"/>
              <a:gd name="connsiteY88" fmla="*/ 1852352 h 2240205"/>
              <a:gd name="connsiteX89" fmla="*/ 3931396 w 12192000"/>
              <a:gd name="connsiteY89" fmla="*/ 1858915 h 2240205"/>
              <a:gd name="connsiteX90" fmla="*/ 3812162 w 12192000"/>
              <a:gd name="connsiteY90" fmla="*/ 1875501 h 2240205"/>
              <a:gd name="connsiteX91" fmla="*/ 3758105 w 12192000"/>
              <a:gd name="connsiteY91" fmla="*/ 1871856 h 2240205"/>
              <a:gd name="connsiteX92" fmla="*/ 3567259 w 12192000"/>
              <a:gd name="connsiteY92" fmla="*/ 1893482 h 2240205"/>
              <a:gd name="connsiteX93" fmla="*/ 3405770 w 12192000"/>
              <a:gd name="connsiteY93" fmla="*/ 1904591 h 2240205"/>
              <a:gd name="connsiteX94" fmla="*/ 3280097 w 12192000"/>
              <a:gd name="connsiteY94" fmla="*/ 1919610 h 2240205"/>
              <a:gd name="connsiteX95" fmla="*/ 3009910 w 12192000"/>
              <a:gd name="connsiteY95" fmla="*/ 1957866 h 2240205"/>
              <a:gd name="connsiteX96" fmla="*/ 2995934 w 12192000"/>
              <a:gd name="connsiteY96" fmla="*/ 1967085 h 2240205"/>
              <a:gd name="connsiteX97" fmla="*/ 2942858 w 12192000"/>
              <a:gd name="connsiteY97" fmla="*/ 1981367 h 2240205"/>
              <a:gd name="connsiteX98" fmla="*/ 2875436 w 12192000"/>
              <a:gd name="connsiteY98" fmla="*/ 1996977 h 2240205"/>
              <a:gd name="connsiteX99" fmla="*/ 2874892 w 12192000"/>
              <a:gd name="connsiteY99" fmla="*/ 1996085 h 2240205"/>
              <a:gd name="connsiteX100" fmla="*/ 2843662 w 12192000"/>
              <a:gd name="connsiteY100" fmla="*/ 1992498 h 2240205"/>
              <a:gd name="connsiteX101" fmla="*/ 2718916 w 12192000"/>
              <a:gd name="connsiteY101" fmla="*/ 1990867 h 2240205"/>
              <a:gd name="connsiteX102" fmla="*/ 2713522 w 12192000"/>
              <a:gd name="connsiteY102" fmla="*/ 1990173 h 2240205"/>
              <a:gd name="connsiteX103" fmla="*/ 2476147 w 12192000"/>
              <a:gd name="connsiteY103" fmla="*/ 1998305 h 2240205"/>
              <a:gd name="connsiteX104" fmla="*/ 2373568 w 12192000"/>
              <a:gd name="connsiteY104" fmla="*/ 2003219 h 2240205"/>
              <a:gd name="connsiteX105" fmla="*/ 2287219 w 12192000"/>
              <a:gd name="connsiteY105" fmla="*/ 1998750 h 2240205"/>
              <a:gd name="connsiteX106" fmla="*/ 2243069 w 12192000"/>
              <a:gd name="connsiteY106" fmla="*/ 2005321 h 2240205"/>
              <a:gd name="connsiteX107" fmla="*/ 2164831 w 12192000"/>
              <a:gd name="connsiteY107" fmla="*/ 2010143 h 2240205"/>
              <a:gd name="connsiteX108" fmla="*/ 2085228 w 12192000"/>
              <a:gd name="connsiteY108" fmla="*/ 2046431 h 2240205"/>
              <a:gd name="connsiteX109" fmla="*/ 2058061 w 12192000"/>
              <a:gd name="connsiteY109" fmla="*/ 2047942 h 2240205"/>
              <a:gd name="connsiteX110" fmla="*/ 2042244 w 12192000"/>
              <a:gd name="connsiteY110" fmla="*/ 2055560 h 2240205"/>
              <a:gd name="connsiteX111" fmla="*/ 1877728 w 12192000"/>
              <a:gd name="connsiteY111" fmla="*/ 2101004 h 2240205"/>
              <a:gd name="connsiteX112" fmla="*/ 1759056 w 12192000"/>
              <a:gd name="connsiteY112" fmla="*/ 2125608 h 2240205"/>
              <a:gd name="connsiteX113" fmla="*/ 1637948 w 12192000"/>
              <a:gd name="connsiteY113" fmla="*/ 2172597 h 2240205"/>
              <a:gd name="connsiteX114" fmla="*/ 1434549 w 12192000"/>
              <a:gd name="connsiteY114" fmla="*/ 2234522 h 2240205"/>
              <a:gd name="connsiteX115" fmla="*/ 1370962 w 12192000"/>
              <a:gd name="connsiteY115" fmla="*/ 2237474 h 2240205"/>
              <a:gd name="connsiteX116" fmla="*/ 1356367 w 12192000"/>
              <a:gd name="connsiteY116" fmla="*/ 2235089 h 2240205"/>
              <a:gd name="connsiteX117" fmla="*/ 1279765 w 12192000"/>
              <a:gd name="connsiteY117" fmla="*/ 2229639 h 2240205"/>
              <a:gd name="connsiteX118" fmla="*/ 1195347 w 12192000"/>
              <a:gd name="connsiteY118" fmla="*/ 2212354 h 2240205"/>
              <a:gd name="connsiteX119" fmla="*/ 970251 w 12192000"/>
              <a:gd name="connsiteY119" fmla="*/ 2221029 h 2240205"/>
              <a:gd name="connsiteX120" fmla="*/ 812914 w 12192000"/>
              <a:gd name="connsiteY120" fmla="*/ 2210095 h 2240205"/>
              <a:gd name="connsiteX121" fmla="*/ 776382 w 12192000"/>
              <a:gd name="connsiteY121" fmla="*/ 2204512 h 2240205"/>
              <a:gd name="connsiteX122" fmla="*/ 597225 w 12192000"/>
              <a:gd name="connsiteY122" fmla="*/ 2180999 h 2240205"/>
              <a:gd name="connsiteX123" fmla="*/ 520671 w 12192000"/>
              <a:gd name="connsiteY123" fmla="*/ 2180980 h 2240205"/>
              <a:gd name="connsiteX124" fmla="*/ 515024 w 12192000"/>
              <a:gd name="connsiteY124" fmla="*/ 2179258 h 2240205"/>
              <a:gd name="connsiteX125" fmla="*/ 413835 w 12192000"/>
              <a:gd name="connsiteY125" fmla="*/ 2156783 h 2240205"/>
              <a:gd name="connsiteX126" fmla="*/ 376513 w 12192000"/>
              <a:gd name="connsiteY126" fmla="*/ 2154014 h 2240205"/>
              <a:gd name="connsiteX127" fmla="*/ 273386 w 12192000"/>
              <a:gd name="connsiteY127" fmla="*/ 2142551 h 2240205"/>
              <a:gd name="connsiteX128" fmla="*/ 77641 w 12192000"/>
              <a:gd name="connsiteY128" fmla="*/ 2126835 h 2240205"/>
              <a:gd name="connsiteX129" fmla="*/ 37645 w 12192000"/>
              <a:gd name="connsiteY129" fmla="*/ 2115401 h 2240205"/>
              <a:gd name="connsiteX130" fmla="*/ 4572 w 12192000"/>
              <a:gd name="connsiteY130" fmla="*/ 2111091 h 2240205"/>
              <a:gd name="connsiteX131" fmla="*/ 0 w 12192000"/>
              <a:gd name="connsiteY131" fmla="*/ 2110468 h 2240205"/>
              <a:gd name="connsiteX132" fmla="*/ 0 w 12192000"/>
              <a:gd name="connsiteY132"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00499 w 12192000"/>
              <a:gd name="connsiteY20" fmla="*/ 954680 h 2240205"/>
              <a:gd name="connsiteX21" fmla="*/ 9410017 w 12192000"/>
              <a:gd name="connsiteY21" fmla="*/ 993931 h 2240205"/>
              <a:gd name="connsiteX22" fmla="*/ 9392919 w 12192000"/>
              <a:gd name="connsiteY22" fmla="*/ 994656 h 2240205"/>
              <a:gd name="connsiteX23" fmla="*/ 9268019 w 12192000"/>
              <a:gd name="connsiteY23" fmla="*/ 1007442 h 2240205"/>
              <a:gd name="connsiteX24" fmla="*/ 9188177 w 12192000"/>
              <a:gd name="connsiteY24" fmla="*/ 1035474 h 2240205"/>
              <a:gd name="connsiteX25" fmla="*/ 9155969 w 12192000"/>
              <a:gd name="connsiteY25" fmla="*/ 1046804 h 2240205"/>
              <a:gd name="connsiteX26" fmla="*/ 9133985 w 12192000"/>
              <a:gd name="connsiteY26" fmla="*/ 1046450 h 2240205"/>
              <a:gd name="connsiteX27" fmla="*/ 9003462 w 12192000"/>
              <a:gd name="connsiteY27" fmla="*/ 1042406 h 2240205"/>
              <a:gd name="connsiteX28" fmla="*/ 8968445 w 12192000"/>
              <a:gd name="connsiteY28" fmla="*/ 1052169 h 2240205"/>
              <a:gd name="connsiteX29" fmla="*/ 8886001 w 12192000"/>
              <a:gd name="connsiteY29" fmla="*/ 1067468 h 2240205"/>
              <a:gd name="connsiteX30" fmla="*/ 8838610 w 12192000"/>
              <a:gd name="connsiteY30" fmla="*/ 1075091 h 2240205"/>
              <a:gd name="connsiteX31" fmla="*/ 8665605 w 12192000"/>
              <a:gd name="connsiteY31" fmla="*/ 1110791 h 2240205"/>
              <a:gd name="connsiteX32" fmla="*/ 8584946 w 12192000"/>
              <a:gd name="connsiteY32" fmla="*/ 1135226 h 2240205"/>
              <a:gd name="connsiteX33" fmla="*/ 8419755 w 12192000"/>
              <a:gd name="connsiteY33" fmla="*/ 1216260 h 2240205"/>
              <a:gd name="connsiteX34" fmla="*/ 8411626 w 12192000"/>
              <a:gd name="connsiteY34" fmla="*/ 1214397 h 2240205"/>
              <a:gd name="connsiteX35" fmla="*/ 8363469 w 12192000"/>
              <a:gd name="connsiteY35" fmla="*/ 1246658 h 2240205"/>
              <a:gd name="connsiteX36" fmla="*/ 8275497 w 12192000"/>
              <a:gd name="connsiteY36" fmla="*/ 1264396 h 2240205"/>
              <a:gd name="connsiteX37" fmla="*/ 8074238 w 12192000"/>
              <a:gd name="connsiteY37" fmla="*/ 1301895 h 2240205"/>
              <a:gd name="connsiteX38" fmla="*/ 7902328 w 12192000"/>
              <a:gd name="connsiteY38" fmla="*/ 1345865 h 2240205"/>
              <a:gd name="connsiteX39" fmla="*/ 7840612 w 12192000"/>
              <a:gd name="connsiteY39" fmla="*/ 1369373 h 2240205"/>
              <a:gd name="connsiteX40" fmla="*/ 7786819 w 12192000"/>
              <a:gd name="connsiteY40" fmla="*/ 1378970 h 2240205"/>
              <a:gd name="connsiteX41" fmla="*/ 7548172 w 12192000"/>
              <a:gd name="connsiteY41" fmla="*/ 1417460 h 2240205"/>
              <a:gd name="connsiteX42" fmla="*/ 7483437 w 12192000"/>
              <a:gd name="connsiteY42" fmla="*/ 1478152 h 2240205"/>
              <a:gd name="connsiteX43" fmla="*/ 7377870 w 12192000"/>
              <a:gd name="connsiteY43" fmla="*/ 1523319 h 2240205"/>
              <a:gd name="connsiteX44" fmla="*/ 7230737 w 12192000"/>
              <a:gd name="connsiteY44" fmla="*/ 1562633 h 2240205"/>
              <a:gd name="connsiteX45" fmla="*/ 7224458 w 12192000"/>
              <a:gd name="connsiteY45" fmla="*/ 1573008 h 2240205"/>
              <a:gd name="connsiteX46" fmla="*/ 7183121 w 12192000"/>
              <a:gd name="connsiteY46" fmla="*/ 1595162 h 2240205"/>
              <a:gd name="connsiteX47" fmla="*/ 7164601 w 12192000"/>
              <a:gd name="connsiteY47" fmla="*/ 1606490 h 2240205"/>
              <a:gd name="connsiteX48" fmla="*/ 6900177 w 12192000"/>
              <a:gd name="connsiteY48" fmla="*/ 1636016 h 2240205"/>
              <a:gd name="connsiteX49" fmla="*/ 6795372 w 12192000"/>
              <a:gd name="connsiteY49" fmla="*/ 1644845 h 2240205"/>
              <a:gd name="connsiteX50" fmla="*/ 6692251 w 12192000"/>
              <a:gd name="connsiteY50" fmla="*/ 1656357 h 2240205"/>
              <a:gd name="connsiteX51" fmla="*/ 6655235 w 12192000"/>
              <a:gd name="connsiteY51" fmla="*/ 1661869 h 2240205"/>
              <a:gd name="connsiteX52" fmla="*/ 6554894 w 12192000"/>
              <a:gd name="connsiteY52" fmla="*/ 1664428 h 2240205"/>
              <a:gd name="connsiteX53" fmla="*/ 6516595 w 12192000"/>
              <a:gd name="connsiteY53" fmla="*/ 1667475 h 2240205"/>
              <a:gd name="connsiteX54" fmla="*/ 6508541 w 12192000"/>
              <a:gd name="connsiteY54" fmla="*/ 1668757 h 2240205"/>
              <a:gd name="connsiteX55" fmla="*/ 6471012 w 12192000"/>
              <a:gd name="connsiteY55" fmla="*/ 1678604 h 2240205"/>
              <a:gd name="connsiteX56" fmla="*/ 6364035 w 12192000"/>
              <a:gd name="connsiteY56" fmla="*/ 1667683 h 2240205"/>
              <a:gd name="connsiteX57" fmla="*/ 6243319 w 12192000"/>
              <a:gd name="connsiteY57" fmla="*/ 1695560 h 2240205"/>
              <a:gd name="connsiteX58" fmla="*/ 6098321 w 12192000"/>
              <a:gd name="connsiteY58" fmla="*/ 1721646 h 2240205"/>
              <a:gd name="connsiteX59" fmla="*/ 5880652 w 12192000"/>
              <a:gd name="connsiteY59" fmla="*/ 1779643 h 2240205"/>
              <a:gd name="connsiteX60" fmla="*/ 5785959 w 12192000"/>
              <a:gd name="connsiteY60" fmla="*/ 1775307 h 2240205"/>
              <a:gd name="connsiteX61" fmla="*/ 5643534 w 12192000"/>
              <a:gd name="connsiteY61" fmla="*/ 1802919 h 2240205"/>
              <a:gd name="connsiteX62" fmla="*/ 5518799 w 12192000"/>
              <a:gd name="connsiteY62" fmla="*/ 1818312 h 2240205"/>
              <a:gd name="connsiteX63" fmla="*/ 5505014 w 12192000"/>
              <a:gd name="connsiteY63" fmla="*/ 1819259 h 2240205"/>
              <a:gd name="connsiteX64" fmla="*/ 5453307 w 12192000"/>
              <a:gd name="connsiteY64" fmla="*/ 1815450 h 2240205"/>
              <a:gd name="connsiteX65" fmla="*/ 5221533 w 12192000"/>
              <a:gd name="connsiteY65" fmla="*/ 1846950 h 2240205"/>
              <a:gd name="connsiteX66" fmla="*/ 5149802 w 12192000"/>
              <a:gd name="connsiteY66" fmla="*/ 1844846 h 2240205"/>
              <a:gd name="connsiteX67" fmla="*/ 5114927 w 12192000"/>
              <a:gd name="connsiteY67" fmla="*/ 1847827 h 2240205"/>
              <a:gd name="connsiteX68" fmla="*/ 5108970 w 12192000"/>
              <a:gd name="connsiteY68" fmla="*/ 1847935 h 2240205"/>
              <a:gd name="connsiteX69" fmla="*/ 5067961 w 12192000"/>
              <a:gd name="connsiteY69" fmla="*/ 1845917 h 2240205"/>
              <a:gd name="connsiteX70" fmla="*/ 5007075 w 12192000"/>
              <a:gd name="connsiteY70" fmla="*/ 1838626 h 2240205"/>
              <a:gd name="connsiteX71" fmla="*/ 4944087 w 12192000"/>
              <a:gd name="connsiteY71" fmla="*/ 1823332 h 2240205"/>
              <a:gd name="connsiteX72" fmla="*/ 4907662 w 12192000"/>
              <a:gd name="connsiteY72" fmla="*/ 1816900 h 2240205"/>
              <a:gd name="connsiteX73" fmla="*/ 4882386 w 12192000"/>
              <a:gd name="connsiteY73" fmla="*/ 1809844 h 2240205"/>
              <a:gd name="connsiteX74" fmla="*/ 4811440 w 12192000"/>
              <a:gd name="connsiteY74" fmla="*/ 1804655 h 2240205"/>
              <a:gd name="connsiteX75" fmla="*/ 4691075 w 12192000"/>
              <a:gd name="connsiteY75" fmla="*/ 1801389 h 2240205"/>
              <a:gd name="connsiteX76" fmla="*/ 4640313 w 12192000"/>
              <a:gd name="connsiteY76" fmla="*/ 1784307 h 2240205"/>
              <a:gd name="connsiteX77" fmla="*/ 4536503 w 12192000"/>
              <a:gd name="connsiteY77" fmla="*/ 1785334 h 2240205"/>
              <a:gd name="connsiteX78" fmla="*/ 4513724 w 12192000"/>
              <a:gd name="connsiteY78" fmla="*/ 1791996 h 2240205"/>
              <a:gd name="connsiteX79" fmla="*/ 4459810 w 12192000"/>
              <a:gd name="connsiteY79" fmla="*/ 1797886 h 2240205"/>
              <a:gd name="connsiteX80" fmla="*/ 4379064 w 12192000"/>
              <a:gd name="connsiteY80" fmla="*/ 1817177 h 2240205"/>
              <a:gd name="connsiteX81" fmla="*/ 4290981 w 12192000"/>
              <a:gd name="connsiteY81" fmla="*/ 1839677 h 2240205"/>
              <a:gd name="connsiteX82" fmla="*/ 4238372 w 12192000"/>
              <a:gd name="connsiteY82" fmla="*/ 1851480 h 2240205"/>
              <a:gd name="connsiteX83" fmla="*/ 4232517 w 12192000"/>
              <a:gd name="connsiteY83" fmla="*/ 1852567 h 2240205"/>
              <a:gd name="connsiteX84" fmla="*/ 4191732 w 12192000"/>
              <a:gd name="connsiteY84" fmla="*/ 1857328 h 2240205"/>
              <a:gd name="connsiteX85" fmla="*/ 4065532 w 12192000"/>
              <a:gd name="connsiteY85" fmla="*/ 1855477 h 2240205"/>
              <a:gd name="connsiteX86" fmla="*/ 4028460 w 12192000"/>
              <a:gd name="connsiteY86" fmla="*/ 1855137 h 2240205"/>
              <a:gd name="connsiteX87" fmla="*/ 4002267 w 12192000"/>
              <a:gd name="connsiteY87" fmla="*/ 1852352 h 2240205"/>
              <a:gd name="connsiteX88" fmla="*/ 3931396 w 12192000"/>
              <a:gd name="connsiteY88" fmla="*/ 1858915 h 2240205"/>
              <a:gd name="connsiteX89" fmla="*/ 3812162 w 12192000"/>
              <a:gd name="connsiteY89" fmla="*/ 1875501 h 2240205"/>
              <a:gd name="connsiteX90" fmla="*/ 3758105 w 12192000"/>
              <a:gd name="connsiteY90" fmla="*/ 1871856 h 2240205"/>
              <a:gd name="connsiteX91" fmla="*/ 3567259 w 12192000"/>
              <a:gd name="connsiteY91" fmla="*/ 1893482 h 2240205"/>
              <a:gd name="connsiteX92" fmla="*/ 3405770 w 12192000"/>
              <a:gd name="connsiteY92" fmla="*/ 1904591 h 2240205"/>
              <a:gd name="connsiteX93" fmla="*/ 3280097 w 12192000"/>
              <a:gd name="connsiteY93" fmla="*/ 1919610 h 2240205"/>
              <a:gd name="connsiteX94" fmla="*/ 3009910 w 12192000"/>
              <a:gd name="connsiteY94" fmla="*/ 1957866 h 2240205"/>
              <a:gd name="connsiteX95" fmla="*/ 2995934 w 12192000"/>
              <a:gd name="connsiteY95" fmla="*/ 1967085 h 2240205"/>
              <a:gd name="connsiteX96" fmla="*/ 2942858 w 12192000"/>
              <a:gd name="connsiteY96" fmla="*/ 1981367 h 2240205"/>
              <a:gd name="connsiteX97" fmla="*/ 2875436 w 12192000"/>
              <a:gd name="connsiteY97" fmla="*/ 1996977 h 2240205"/>
              <a:gd name="connsiteX98" fmla="*/ 2874892 w 12192000"/>
              <a:gd name="connsiteY98" fmla="*/ 1996085 h 2240205"/>
              <a:gd name="connsiteX99" fmla="*/ 2843662 w 12192000"/>
              <a:gd name="connsiteY99" fmla="*/ 1992498 h 2240205"/>
              <a:gd name="connsiteX100" fmla="*/ 2718916 w 12192000"/>
              <a:gd name="connsiteY100" fmla="*/ 1990867 h 2240205"/>
              <a:gd name="connsiteX101" fmla="*/ 2713522 w 12192000"/>
              <a:gd name="connsiteY101" fmla="*/ 1990173 h 2240205"/>
              <a:gd name="connsiteX102" fmla="*/ 2476147 w 12192000"/>
              <a:gd name="connsiteY102" fmla="*/ 1998305 h 2240205"/>
              <a:gd name="connsiteX103" fmla="*/ 2373568 w 12192000"/>
              <a:gd name="connsiteY103" fmla="*/ 2003219 h 2240205"/>
              <a:gd name="connsiteX104" fmla="*/ 2287219 w 12192000"/>
              <a:gd name="connsiteY104" fmla="*/ 1998750 h 2240205"/>
              <a:gd name="connsiteX105" fmla="*/ 2243069 w 12192000"/>
              <a:gd name="connsiteY105" fmla="*/ 2005321 h 2240205"/>
              <a:gd name="connsiteX106" fmla="*/ 2164831 w 12192000"/>
              <a:gd name="connsiteY106" fmla="*/ 2010143 h 2240205"/>
              <a:gd name="connsiteX107" fmla="*/ 2085228 w 12192000"/>
              <a:gd name="connsiteY107" fmla="*/ 2046431 h 2240205"/>
              <a:gd name="connsiteX108" fmla="*/ 2058061 w 12192000"/>
              <a:gd name="connsiteY108" fmla="*/ 2047942 h 2240205"/>
              <a:gd name="connsiteX109" fmla="*/ 2042244 w 12192000"/>
              <a:gd name="connsiteY109" fmla="*/ 2055560 h 2240205"/>
              <a:gd name="connsiteX110" fmla="*/ 1877728 w 12192000"/>
              <a:gd name="connsiteY110" fmla="*/ 2101004 h 2240205"/>
              <a:gd name="connsiteX111" fmla="*/ 1759056 w 12192000"/>
              <a:gd name="connsiteY111" fmla="*/ 2125608 h 2240205"/>
              <a:gd name="connsiteX112" fmla="*/ 1637948 w 12192000"/>
              <a:gd name="connsiteY112" fmla="*/ 2172597 h 2240205"/>
              <a:gd name="connsiteX113" fmla="*/ 1434549 w 12192000"/>
              <a:gd name="connsiteY113" fmla="*/ 2234522 h 2240205"/>
              <a:gd name="connsiteX114" fmla="*/ 1370962 w 12192000"/>
              <a:gd name="connsiteY114" fmla="*/ 2237474 h 2240205"/>
              <a:gd name="connsiteX115" fmla="*/ 1356367 w 12192000"/>
              <a:gd name="connsiteY115" fmla="*/ 2235089 h 2240205"/>
              <a:gd name="connsiteX116" fmla="*/ 1279765 w 12192000"/>
              <a:gd name="connsiteY116" fmla="*/ 2229639 h 2240205"/>
              <a:gd name="connsiteX117" fmla="*/ 1195347 w 12192000"/>
              <a:gd name="connsiteY117" fmla="*/ 2212354 h 2240205"/>
              <a:gd name="connsiteX118" fmla="*/ 970251 w 12192000"/>
              <a:gd name="connsiteY118" fmla="*/ 2221029 h 2240205"/>
              <a:gd name="connsiteX119" fmla="*/ 812914 w 12192000"/>
              <a:gd name="connsiteY119" fmla="*/ 2210095 h 2240205"/>
              <a:gd name="connsiteX120" fmla="*/ 776382 w 12192000"/>
              <a:gd name="connsiteY120" fmla="*/ 2204512 h 2240205"/>
              <a:gd name="connsiteX121" fmla="*/ 597225 w 12192000"/>
              <a:gd name="connsiteY121" fmla="*/ 2180999 h 2240205"/>
              <a:gd name="connsiteX122" fmla="*/ 520671 w 12192000"/>
              <a:gd name="connsiteY122" fmla="*/ 2180980 h 2240205"/>
              <a:gd name="connsiteX123" fmla="*/ 515024 w 12192000"/>
              <a:gd name="connsiteY123" fmla="*/ 2179258 h 2240205"/>
              <a:gd name="connsiteX124" fmla="*/ 413835 w 12192000"/>
              <a:gd name="connsiteY124" fmla="*/ 2156783 h 2240205"/>
              <a:gd name="connsiteX125" fmla="*/ 376513 w 12192000"/>
              <a:gd name="connsiteY125" fmla="*/ 2154014 h 2240205"/>
              <a:gd name="connsiteX126" fmla="*/ 273386 w 12192000"/>
              <a:gd name="connsiteY126" fmla="*/ 2142551 h 2240205"/>
              <a:gd name="connsiteX127" fmla="*/ 77641 w 12192000"/>
              <a:gd name="connsiteY127" fmla="*/ 2126835 h 2240205"/>
              <a:gd name="connsiteX128" fmla="*/ 37645 w 12192000"/>
              <a:gd name="connsiteY128" fmla="*/ 2115401 h 2240205"/>
              <a:gd name="connsiteX129" fmla="*/ 4572 w 12192000"/>
              <a:gd name="connsiteY129" fmla="*/ 2111091 h 2240205"/>
              <a:gd name="connsiteX130" fmla="*/ 0 w 12192000"/>
              <a:gd name="connsiteY130" fmla="*/ 2110468 h 2240205"/>
              <a:gd name="connsiteX131" fmla="*/ 0 w 12192000"/>
              <a:gd name="connsiteY131"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00499 w 12192000"/>
              <a:gd name="connsiteY20" fmla="*/ 954680 h 2240205"/>
              <a:gd name="connsiteX21" fmla="*/ 9410017 w 12192000"/>
              <a:gd name="connsiteY21" fmla="*/ 993931 h 2240205"/>
              <a:gd name="connsiteX22" fmla="*/ 9392919 w 12192000"/>
              <a:gd name="connsiteY22" fmla="*/ 994656 h 2240205"/>
              <a:gd name="connsiteX23" fmla="*/ 9268019 w 12192000"/>
              <a:gd name="connsiteY23" fmla="*/ 1007442 h 2240205"/>
              <a:gd name="connsiteX24" fmla="*/ 9188177 w 12192000"/>
              <a:gd name="connsiteY24" fmla="*/ 1035474 h 2240205"/>
              <a:gd name="connsiteX25" fmla="*/ 9155969 w 12192000"/>
              <a:gd name="connsiteY25" fmla="*/ 1046804 h 2240205"/>
              <a:gd name="connsiteX26" fmla="*/ 9133985 w 12192000"/>
              <a:gd name="connsiteY26" fmla="*/ 1046450 h 2240205"/>
              <a:gd name="connsiteX27" fmla="*/ 9003462 w 12192000"/>
              <a:gd name="connsiteY27" fmla="*/ 1042406 h 2240205"/>
              <a:gd name="connsiteX28" fmla="*/ 8968445 w 12192000"/>
              <a:gd name="connsiteY28" fmla="*/ 1052169 h 2240205"/>
              <a:gd name="connsiteX29" fmla="*/ 8886001 w 12192000"/>
              <a:gd name="connsiteY29" fmla="*/ 1067468 h 2240205"/>
              <a:gd name="connsiteX30" fmla="*/ 8838610 w 12192000"/>
              <a:gd name="connsiteY30" fmla="*/ 1075091 h 2240205"/>
              <a:gd name="connsiteX31" fmla="*/ 8665605 w 12192000"/>
              <a:gd name="connsiteY31" fmla="*/ 1110791 h 2240205"/>
              <a:gd name="connsiteX32" fmla="*/ 8584946 w 12192000"/>
              <a:gd name="connsiteY32" fmla="*/ 1135226 h 2240205"/>
              <a:gd name="connsiteX33" fmla="*/ 8419755 w 12192000"/>
              <a:gd name="connsiteY33" fmla="*/ 1216260 h 2240205"/>
              <a:gd name="connsiteX34" fmla="*/ 8411626 w 12192000"/>
              <a:gd name="connsiteY34" fmla="*/ 1214397 h 2240205"/>
              <a:gd name="connsiteX35" fmla="*/ 8363469 w 12192000"/>
              <a:gd name="connsiteY35" fmla="*/ 1246658 h 2240205"/>
              <a:gd name="connsiteX36" fmla="*/ 8275497 w 12192000"/>
              <a:gd name="connsiteY36" fmla="*/ 1264396 h 2240205"/>
              <a:gd name="connsiteX37" fmla="*/ 8074238 w 12192000"/>
              <a:gd name="connsiteY37" fmla="*/ 1301895 h 2240205"/>
              <a:gd name="connsiteX38" fmla="*/ 7902328 w 12192000"/>
              <a:gd name="connsiteY38" fmla="*/ 1345865 h 2240205"/>
              <a:gd name="connsiteX39" fmla="*/ 7840612 w 12192000"/>
              <a:gd name="connsiteY39" fmla="*/ 1369373 h 2240205"/>
              <a:gd name="connsiteX40" fmla="*/ 7786819 w 12192000"/>
              <a:gd name="connsiteY40" fmla="*/ 1378970 h 2240205"/>
              <a:gd name="connsiteX41" fmla="*/ 7548172 w 12192000"/>
              <a:gd name="connsiteY41" fmla="*/ 1417460 h 2240205"/>
              <a:gd name="connsiteX42" fmla="*/ 7483437 w 12192000"/>
              <a:gd name="connsiteY42" fmla="*/ 1478152 h 2240205"/>
              <a:gd name="connsiteX43" fmla="*/ 7377870 w 12192000"/>
              <a:gd name="connsiteY43" fmla="*/ 1523319 h 2240205"/>
              <a:gd name="connsiteX44" fmla="*/ 7230737 w 12192000"/>
              <a:gd name="connsiteY44" fmla="*/ 1562633 h 2240205"/>
              <a:gd name="connsiteX45" fmla="*/ 7224458 w 12192000"/>
              <a:gd name="connsiteY45" fmla="*/ 1573008 h 2240205"/>
              <a:gd name="connsiteX46" fmla="*/ 7183121 w 12192000"/>
              <a:gd name="connsiteY46" fmla="*/ 1595162 h 2240205"/>
              <a:gd name="connsiteX47" fmla="*/ 7164601 w 12192000"/>
              <a:gd name="connsiteY47" fmla="*/ 1606490 h 2240205"/>
              <a:gd name="connsiteX48" fmla="*/ 6900177 w 12192000"/>
              <a:gd name="connsiteY48" fmla="*/ 1636016 h 2240205"/>
              <a:gd name="connsiteX49" fmla="*/ 6795372 w 12192000"/>
              <a:gd name="connsiteY49" fmla="*/ 1644845 h 2240205"/>
              <a:gd name="connsiteX50" fmla="*/ 6692251 w 12192000"/>
              <a:gd name="connsiteY50" fmla="*/ 1656357 h 2240205"/>
              <a:gd name="connsiteX51" fmla="*/ 6655235 w 12192000"/>
              <a:gd name="connsiteY51" fmla="*/ 1661869 h 2240205"/>
              <a:gd name="connsiteX52" fmla="*/ 6554894 w 12192000"/>
              <a:gd name="connsiteY52" fmla="*/ 1664428 h 2240205"/>
              <a:gd name="connsiteX53" fmla="*/ 6516595 w 12192000"/>
              <a:gd name="connsiteY53" fmla="*/ 1667475 h 2240205"/>
              <a:gd name="connsiteX54" fmla="*/ 6508541 w 12192000"/>
              <a:gd name="connsiteY54" fmla="*/ 1668757 h 2240205"/>
              <a:gd name="connsiteX55" fmla="*/ 6471012 w 12192000"/>
              <a:gd name="connsiteY55" fmla="*/ 1678604 h 2240205"/>
              <a:gd name="connsiteX56" fmla="*/ 6364035 w 12192000"/>
              <a:gd name="connsiteY56" fmla="*/ 1667683 h 2240205"/>
              <a:gd name="connsiteX57" fmla="*/ 6243319 w 12192000"/>
              <a:gd name="connsiteY57" fmla="*/ 1695560 h 2240205"/>
              <a:gd name="connsiteX58" fmla="*/ 6098321 w 12192000"/>
              <a:gd name="connsiteY58" fmla="*/ 1721646 h 2240205"/>
              <a:gd name="connsiteX59" fmla="*/ 5880652 w 12192000"/>
              <a:gd name="connsiteY59" fmla="*/ 1779643 h 2240205"/>
              <a:gd name="connsiteX60" fmla="*/ 5785959 w 12192000"/>
              <a:gd name="connsiteY60" fmla="*/ 1775307 h 2240205"/>
              <a:gd name="connsiteX61" fmla="*/ 5643534 w 12192000"/>
              <a:gd name="connsiteY61" fmla="*/ 1802919 h 2240205"/>
              <a:gd name="connsiteX62" fmla="*/ 5518799 w 12192000"/>
              <a:gd name="connsiteY62" fmla="*/ 1818312 h 2240205"/>
              <a:gd name="connsiteX63" fmla="*/ 5505014 w 12192000"/>
              <a:gd name="connsiteY63" fmla="*/ 1819259 h 2240205"/>
              <a:gd name="connsiteX64" fmla="*/ 5453307 w 12192000"/>
              <a:gd name="connsiteY64" fmla="*/ 1815450 h 2240205"/>
              <a:gd name="connsiteX65" fmla="*/ 5221533 w 12192000"/>
              <a:gd name="connsiteY65" fmla="*/ 1846950 h 2240205"/>
              <a:gd name="connsiteX66" fmla="*/ 5149802 w 12192000"/>
              <a:gd name="connsiteY66" fmla="*/ 1844846 h 2240205"/>
              <a:gd name="connsiteX67" fmla="*/ 5114927 w 12192000"/>
              <a:gd name="connsiteY67" fmla="*/ 1847827 h 2240205"/>
              <a:gd name="connsiteX68" fmla="*/ 5108970 w 12192000"/>
              <a:gd name="connsiteY68" fmla="*/ 1847935 h 2240205"/>
              <a:gd name="connsiteX69" fmla="*/ 5067961 w 12192000"/>
              <a:gd name="connsiteY69" fmla="*/ 1845917 h 2240205"/>
              <a:gd name="connsiteX70" fmla="*/ 5007075 w 12192000"/>
              <a:gd name="connsiteY70" fmla="*/ 1838626 h 2240205"/>
              <a:gd name="connsiteX71" fmla="*/ 4944087 w 12192000"/>
              <a:gd name="connsiteY71" fmla="*/ 1823332 h 2240205"/>
              <a:gd name="connsiteX72" fmla="*/ 4907662 w 12192000"/>
              <a:gd name="connsiteY72" fmla="*/ 1816900 h 2240205"/>
              <a:gd name="connsiteX73" fmla="*/ 4882386 w 12192000"/>
              <a:gd name="connsiteY73" fmla="*/ 1809844 h 2240205"/>
              <a:gd name="connsiteX74" fmla="*/ 4811440 w 12192000"/>
              <a:gd name="connsiteY74" fmla="*/ 1804655 h 2240205"/>
              <a:gd name="connsiteX75" fmla="*/ 4691075 w 12192000"/>
              <a:gd name="connsiteY75" fmla="*/ 1801389 h 2240205"/>
              <a:gd name="connsiteX76" fmla="*/ 4640313 w 12192000"/>
              <a:gd name="connsiteY76" fmla="*/ 1784307 h 2240205"/>
              <a:gd name="connsiteX77" fmla="*/ 4536503 w 12192000"/>
              <a:gd name="connsiteY77" fmla="*/ 1785334 h 2240205"/>
              <a:gd name="connsiteX78" fmla="*/ 4513724 w 12192000"/>
              <a:gd name="connsiteY78" fmla="*/ 1791996 h 2240205"/>
              <a:gd name="connsiteX79" fmla="*/ 4459810 w 12192000"/>
              <a:gd name="connsiteY79" fmla="*/ 1797886 h 2240205"/>
              <a:gd name="connsiteX80" fmla="*/ 4379064 w 12192000"/>
              <a:gd name="connsiteY80" fmla="*/ 1817177 h 2240205"/>
              <a:gd name="connsiteX81" fmla="*/ 4290981 w 12192000"/>
              <a:gd name="connsiteY81" fmla="*/ 1839677 h 2240205"/>
              <a:gd name="connsiteX82" fmla="*/ 4238372 w 12192000"/>
              <a:gd name="connsiteY82" fmla="*/ 1851480 h 2240205"/>
              <a:gd name="connsiteX83" fmla="*/ 4232517 w 12192000"/>
              <a:gd name="connsiteY83" fmla="*/ 1852567 h 2240205"/>
              <a:gd name="connsiteX84" fmla="*/ 4191732 w 12192000"/>
              <a:gd name="connsiteY84" fmla="*/ 1857328 h 2240205"/>
              <a:gd name="connsiteX85" fmla="*/ 4065532 w 12192000"/>
              <a:gd name="connsiteY85" fmla="*/ 1855477 h 2240205"/>
              <a:gd name="connsiteX86" fmla="*/ 4028460 w 12192000"/>
              <a:gd name="connsiteY86" fmla="*/ 1855137 h 2240205"/>
              <a:gd name="connsiteX87" fmla="*/ 4002267 w 12192000"/>
              <a:gd name="connsiteY87" fmla="*/ 1852352 h 2240205"/>
              <a:gd name="connsiteX88" fmla="*/ 3931396 w 12192000"/>
              <a:gd name="connsiteY88" fmla="*/ 1858915 h 2240205"/>
              <a:gd name="connsiteX89" fmla="*/ 3812162 w 12192000"/>
              <a:gd name="connsiteY89" fmla="*/ 1875501 h 2240205"/>
              <a:gd name="connsiteX90" fmla="*/ 3758105 w 12192000"/>
              <a:gd name="connsiteY90" fmla="*/ 1871856 h 2240205"/>
              <a:gd name="connsiteX91" fmla="*/ 3567259 w 12192000"/>
              <a:gd name="connsiteY91" fmla="*/ 1893482 h 2240205"/>
              <a:gd name="connsiteX92" fmla="*/ 3405770 w 12192000"/>
              <a:gd name="connsiteY92" fmla="*/ 1904591 h 2240205"/>
              <a:gd name="connsiteX93" fmla="*/ 3280097 w 12192000"/>
              <a:gd name="connsiteY93" fmla="*/ 1919610 h 2240205"/>
              <a:gd name="connsiteX94" fmla="*/ 3009910 w 12192000"/>
              <a:gd name="connsiteY94" fmla="*/ 1957866 h 2240205"/>
              <a:gd name="connsiteX95" fmla="*/ 2995934 w 12192000"/>
              <a:gd name="connsiteY95" fmla="*/ 1967085 h 2240205"/>
              <a:gd name="connsiteX96" fmla="*/ 2942858 w 12192000"/>
              <a:gd name="connsiteY96" fmla="*/ 1981367 h 2240205"/>
              <a:gd name="connsiteX97" fmla="*/ 2875436 w 12192000"/>
              <a:gd name="connsiteY97" fmla="*/ 1996977 h 2240205"/>
              <a:gd name="connsiteX98" fmla="*/ 2874892 w 12192000"/>
              <a:gd name="connsiteY98" fmla="*/ 1996085 h 2240205"/>
              <a:gd name="connsiteX99" fmla="*/ 2843662 w 12192000"/>
              <a:gd name="connsiteY99" fmla="*/ 1992498 h 2240205"/>
              <a:gd name="connsiteX100" fmla="*/ 2718916 w 12192000"/>
              <a:gd name="connsiteY100" fmla="*/ 1990867 h 2240205"/>
              <a:gd name="connsiteX101" fmla="*/ 2713522 w 12192000"/>
              <a:gd name="connsiteY101" fmla="*/ 1990173 h 2240205"/>
              <a:gd name="connsiteX102" fmla="*/ 2476147 w 12192000"/>
              <a:gd name="connsiteY102" fmla="*/ 1998305 h 2240205"/>
              <a:gd name="connsiteX103" fmla="*/ 2373568 w 12192000"/>
              <a:gd name="connsiteY103" fmla="*/ 2003219 h 2240205"/>
              <a:gd name="connsiteX104" fmla="*/ 2287219 w 12192000"/>
              <a:gd name="connsiteY104" fmla="*/ 1998750 h 2240205"/>
              <a:gd name="connsiteX105" fmla="*/ 2243069 w 12192000"/>
              <a:gd name="connsiteY105" fmla="*/ 2005321 h 2240205"/>
              <a:gd name="connsiteX106" fmla="*/ 2164831 w 12192000"/>
              <a:gd name="connsiteY106" fmla="*/ 2010143 h 2240205"/>
              <a:gd name="connsiteX107" fmla="*/ 2085228 w 12192000"/>
              <a:gd name="connsiteY107" fmla="*/ 2046431 h 2240205"/>
              <a:gd name="connsiteX108" fmla="*/ 2058061 w 12192000"/>
              <a:gd name="connsiteY108" fmla="*/ 2047942 h 2240205"/>
              <a:gd name="connsiteX109" fmla="*/ 2042244 w 12192000"/>
              <a:gd name="connsiteY109" fmla="*/ 2055560 h 2240205"/>
              <a:gd name="connsiteX110" fmla="*/ 1877728 w 12192000"/>
              <a:gd name="connsiteY110" fmla="*/ 2101004 h 2240205"/>
              <a:gd name="connsiteX111" fmla="*/ 1759056 w 12192000"/>
              <a:gd name="connsiteY111" fmla="*/ 2125608 h 2240205"/>
              <a:gd name="connsiteX112" fmla="*/ 1637948 w 12192000"/>
              <a:gd name="connsiteY112" fmla="*/ 2172597 h 2240205"/>
              <a:gd name="connsiteX113" fmla="*/ 1434549 w 12192000"/>
              <a:gd name="connsiteY113" fmla="*/ 2234522 h 2240205"/>
              <a:gd name="connsiteX114" fmla="*/ 1370962 w 12192000"/>
              <a:gd name="connsiteY114" fmla="*/ 2237474 h 2240205"/>
              <a:gd name="connsiteX115" fmla="*/ 1356367 w 12192000"/>
              <a:gd name="connsiteY115" fmla="*/ 2235089 h 2240205"/>
              <a:gd name="connsiteX116" fmla="*/ 1279765 w 12192000"/>
              <a:gd name="connsiteY116" fmla="*/ 2229639 h 2240205"/>
              <a:gd name="connsiteX117" fmla="*/ 1195347 w 12192000"/>
              <a:gd name="connsiteY117" fmla="*/ 2212354 h 2240205"/>
              <a:gd name="connsiteX118" fmla="*/ 970251 w 12192000"/>
              <a:gd name="connsiteY118" fmla="*/ 2221029 h 2240205"/>
              <a:gd name="connsiteX119" fmla="*/ 812914 w 12192000"/>
              <a:gd name="connsiteY119" fmla="*/ 2210095 h 2240205"/>
              <a:gd name="connsiteX120" fmla="*/ 776382 w 12192000"/>
              <a:gd name="connsiteY120" fmla="*/ 2204512 h 2240205"/>
              <a:gd name="connsiteX121" fmla="*/ 597225 w 12192000"/>
              <a:gd name="connsiteY121" fmla="*/ 2180999 h 2240205"/>
              <a:gd name="connsiteX122" fmla="*/ 520671 w 12192000"/>
              <a:gd name="connsiteY122" fmla="*/ 2180980 h 2240205"/>
              <a:gd name="connsiteX123" fmla="*/ 515024 w 12192000"/>
              <a:gd name="connsiteY123" fmla="*/ 2179258 h 2240205"/>
              <a:gd name="connsiteX124" fmla="*/ 413835 w 12192000"/>
              <a:gd name="connsiteY124" fmla="*/ 2156783 h 2240205"/>
              <a:gd name="connsiteX125" fmla="*/ 376513 w 12192000"/>
              <a:gd name="connsiteY125" fmla="*/ 2154014 h 2240205"/>
              <a:gd name="connsiteX126" fmla="*/ 273386 w 12192000"/>
              <a:gd name="connsiteY126" fmla="*/ 2142551 h 2240205"/>
              <a:gd name="connsiteX127" fmla="*/ 77641 w 12192000"/>
              <a:gd name="connsiteY127" fmla="*/ 2126835 h 2240205"/>
              <a:gd name="connsiteX128" fmla="*/ 37645 w 12192000"/>
              <a:gd name="connsiteY128" fmla="*/ 2115401 h 2240205"/>
              <a:gd name="connsiteX129" fmla="*/ 4572 w 12192000"/>
              <a:gd name="connsiteY129" fmla="*/ 2111091 h 2240205"/>
              <a:gd name="connsiteX130" fmla="*/ 0 w 12192000"/>
              <a:gd name="connsiteY130" fmla="*/ 2110468 h 2240205"/>
              <a:gd name="connsiteX131" fmla="*/ 0 w 12192000"/>
              <a:gd name="connsiteY131"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46594 w 12192000"/>
              <a:gd name="connsiteY9" fmla="*/ 765069 h 2240205"/>
              <a:gd name="connsiteX10" fmla="*/ 10739478 w 12192000"/>
              <a:gd name="connsiteY10" fmla="*/ 776841 h 2240205"/>
              <a:gd name="connsiteX11" fmla="*/ 10458762 w 12192000"/>
              <a:gd name="connsiteY11" fmla="*/ 755400 h 2240205"/>
              <a:gd name="connsiteX12" fmla="*/ 10211200 w 12192000"/>
              <a:gd name="connsiteY12" fmla="*/ 767513 h 2240205"/>
              <a:gd name="connsiteX13" fmla="*/ 10167995 w 12192000"/>
              <a:gd name="connsiteY13" fmla="*/ 760843 h 2240205"/>
              <a:gd name="connsiteX14" fmla="*/ 9997044 w 12192000"/>
              <a:gd name="connsiteY14" fmla="*/ 780129 h 2240205"/>
              <a:gd name="connsiteX15" fmla="*/ 9943887 w 12192000"/>
              <a:gd name="connsiteY15" fmla="*/ 804141 h 2240205"/>
              <a:gd name="connsiteX16" fmla="*/ 9918248 w 12192000"/>
              <a:gd name="connsiteY16" fmla="*/ 816628 h 2240205"/>
              <a:gd name="connsiteX17" fmla="*/ 9767091 w 12192000"/>
              <a:gd name="connsiteY17" fmla="*/ 870550 h 2240205"/>
              <a:gd name="connsiteX18" fmla="*/ 9683005 w 12192000"/>
              <a:gd name="connsiteY18" fmla="*/ 894128 h 2240205"/>
              <a:gd name="connsiteX19" fmla="*/ 9500499 w 12192000"/>
              <a:gd name="connsiteY19" fmla="*/ 954680 h 2240205"/>
              <a:gd name="connsiteX20" fmla="*/ 9410017 w 12192000"/>
              <a:gd name="connsiteY20" fmla="*/ 993931 h 2240205"/>
              <a:gd name="connsiteX21" fmla="*/ 9392919 w 12192000"/>
              <a:gd name="connsiteY21" fmla="*/ 994656 h 2240205"/>
              <a:gd name="connsiteX22" fmla="*/ 9268019 w 12192000"/>
              <a:gd name="connsiteY22" fmla="*/ 1007442 h 2240205"/>
              <a:gd name="connsiteX23" fmla="*/ 9188177 w 12192000"/>
              <a:gd name="connsiteY23" fmla="*/ 1035474 h 2240205"/>
              <a:gd name="connsiteX24" fmla="*/ 9155969 w 12192000"/>
              <a:gd name="connsiteY24" fmla="*/ 1046804 h 2240205"/>
              <a:gd name="connsiteX25" fmla="*/ 9133985 w 12192000"/>
              <a:gd name="connsiteY25" fmla="*/ 1046450 h 2240205"/>
              <a:gd name="connsiteX26" fmla="*/ 9003462 w 12192000"/>
              <a:gd name="connsiteY26" fmla="*/ 1042406 h 2240205"/>
              <a:gd name="connsiteX27" fmla="*/ 8968445 w 12192000"/>
              <a:gd name="connsiteY27" fmla="*/ 1052169 h 2240205"/>
              <a:gd name="connsiteX28" fmla="*/ 8886001 w 12192000"/>
              <a:gd name="connsiteY28" fmla="*/ 1067468 h 2240205"/>
              <a:gd name="connsiteX29" fmla="*/ 8838610 w 12192000"/>
              <a:gd name="connsiteY29" fmla="*/ 1075091 h 2240205"/>
              <a:gd name="connsiteX30" fmla="*/ 8665605 w 12192000"/>
              <a:gd name="connsiteY30" fmla="*/ 1110791 h 2240205"/>
              <a:gd name="connsiteX31" fmla="*/ 8584946 w 12192000"/>
              <a:gd name="connsiteY31" fmla="*/ 1135226 h 2240205"/>
              <a:gd name="connsiteX32" fmla="*/ 8419755 w 12192000"/>
              <a:gd name="connsiteY32" fmla="*/ 1216260 h 2240205"/>
              <a:gd name="connsiteX33" fmla="*/ 8411626 w 12192000"/>
              <a:gd name="connsiteY33" fmla="*/ 1214397 h 2240205"/>
              <a:gd name="connsiteX34" fmla="*/ 8363469 w 12192000"/>
              <a:gd name="connsiteY34" fmla="*/ 1246658 h 2240205"/>
              <a:gd name="connsiteX35" fmla="*/ 8275497 w 12192000"/>
              <a:gd name="connsiteY35" fmla="*/ 1264396 h 2240205"/>
              <a:gd name="connsiteX36" fmla="*/ 8074238 w 12192000"/>
              <a:gd name="connsiteY36" fmla="*/ 1301895 h 2240205"/>
              <a:gd name="connsiteX37" fmla="*/ 7902328 w 12192000"/>
              <a:gd name="connsiteY37" fmla="*/ 1345865 h 2240205"/>
              <a:gd name="connsiteX38" fmla="*/ 7840612 w 12192000"/>
              <a:gd name="connsiteY38" fmla="*/ 1369373 h 2240205"/>
              <a:gd name="connsiteX39" fmla="*/ 7786819 w 12192000"/>
              <a:gd name="connsiteY39" fmla="*/ 1378970 h 2240205"/>
              <a:gd name="connsiteX40" fmla="*/ 7548172 w 12192000"/>
              <a:gd name="connsiteY40" fmla="*/ 1417460 h 2240205"/>
              <a:gd name="connsiteX41" fmla="*/ 7483437 w 12192000"/>
              <a:gd name="connsiteY41" fmla="*/ 1478152 h 2240205"/>
              <a:gd name="connsiteX42" fmla="*/ 7377870 w 12192000"/>
              <a:gd name="connsiteY42" fmla="*/ 1523319 h 2240205"/>
              <a:gd name="connsiteX43" fmla="*/ 7230737 w 12192000"/>
              <a:gd name="connsiteY43" fmla="*/ 1562633 h 2240205"/>
              <a:gd name="connsiteX44" fmla="*/ 7224458 w 12192000"/>
              <a:gd name="connsiteY44" fmla="*/ 1573008 h 2240205"/>
              <a:gd name="connsiteX45" fmla="*/ 7183121 w 12192000"/>
              <a:gd name="connsiteY45" fmla="*/ 1595162 h 2240205"/>
              <a:gd name="connsiteX46" fmla="*/ 7164601 w 12192000"/>
              <a:gd name="connsiteY46" fmla="*/ 1606490 h 2240205"/>
              <a:gd name="connsiteX47" fmla="*/ 6900177 w 12192000"/>
              <a:gd name="connsiteY47" fmla="*/ 1636016 h 2240205"/>
              <a:gd name="connsiteX48" fmla="*/ 6795372 w 12192000"/>
              <a:gd name="connsiteY48" fmla="*/ 1644845 h 2240205"/>
              <a:gd name="connsiteX49" fmla="*/ 6692251 w 12192000"/>
              <a:gd name="connsiteY49" fmla="*/ 1656357 h 2240205"/>
              <a:gd name="connsiteX50" fmla="*/ 6655235 w 12192000"/>
              <a:gd name="connsiteY50" fmla="*/ 1661869 h 2240205"/>
              <a:gd name="connsiteX51" fmla="*/ 6554894 w 12192000"/>
              <a:gd name="connsiteY51" fmla="*/ 1664428 h 2240205"/>
              <a:gd name="connsiteX52" fmla="*/ 6516595 w 12192000"/>
              <a:gd name="connsiteY52" fmla="*/ 1667475 h 2240205"/>
              <a:gd name="connsiteX53" fmla="*/ 6508541 w 12192000"/>
              <a:gd name="connsiteY53" fmla="*/ 1668757 h 2240205"/>
              <a:gd name="connsiteX54" fmla="*/ 6471012 w 12192000"/>
              <a:gd name="connsiteY54" fmla="*/ 1678604 h 2240205"/>
              <a:gd name="connsiteX55" fmla="*/ 6364035 w 12192000"/>
              <a:gd name="connsiteY55" fmla="*/ 1667683 h 2240205"/>
              <a:gd name="connsiteX56" fmla="*/ 6243319 w 12192000"/>
              <a:gd name="connsiteY56" fmla="*/ 1695560 h 2240205"/>
              <a:gd name="connsiteX57" fmla="*/ 6098321 w 12192000"/>
              <a:gd name="connsiteY57" fmla="*/ 1721646 h 2240205"/>
              <a:gd name="connsiteX58" fmla="*/ 5880652 w 12192000"/>
              <a:gd name="connsiteY58" fmla="*/ 1779643 h 2240205"/>
              <a:gd name="connsiteX59" fmla="*/ 5785959 w 12192000"/>
              <a:gd name="connsiteY59" fmla="*/ 1775307 h 2240205"/>
              <a:gd name="connsiteX60" fmla="*/ 5643534 w 12192000"/>
              <a:gd name="connsiteY60" fmla="*/ 1802919 h 2240205"/>
              <a:gd name="connsiteX61" fmla="*/ 5518799 w 12192000"/>
              <a:gd name="connsiteY61" fmla="*/ 1818312 h 2240205"/>
              <a:gd name="connsiteX62" fmla="*/ 5505014 w 12192000"/>
              <a:gd name="connsiteY62" fmla="*/ 1819259 h 2240205"/>
              <a:gd name="connsiteX63" fmla="*/ 5453307 w 12192000"/>
              <a:gd name="connsiteY63" fmla="*/ 1815450 h 2240205"/>
              <a:gd name="connsiteX64" fmla="*/ 5221533 w 12192000"/>
              <a:gd name="connsiteY64" fmla="*/ 1846950 h 2240205"/>
              <a:gd name="connsiteX65" fmla="*/ 5149802 w 12192000"/>
              <a:gd name="connsiteY65" fmla="*/ 1844846 h 2240205"/>
              <a:gd name="connsiteX66" fmla="*/ 5114927 w 12192000"/>
              <a:gd name="connsiteY66" fmla="*/ 1847827 h 2240205"/>
              <a:gd name="connsiteX67" fmla="*/ 5108970 w 12192000"/>
              <a:gd name="connsiteY67" fmla="*/ 1847935 h 2240205"/>
              <a:gd name="connsiteX68" fmla="*/ 5067961 w 12192000"/>
              <a:gd name="connsiteY68" fmla="*/ 1845917 h 2240205"/>
              <a:gd name="connsiteX69" fmla="*/ 5007075 w 12192000"/>
              <a:gd name="connsiteY69" fmla="*/ 1838626 h 2240205"/>
              <a:gd name="connsiteX70" fmla="*/ 4944087 w 12192000"/>
              <a:gd name="connsiteY70" fmla="*/ 1823332 h 2240205"/>
              <a:gd name="connsiteX71" fmla="*/ 4907662 w 12192000"/>
              <a:gd name="connsiteY71" fmla="*/ 1816900 h 2240205"/>
              <a:gd name="connsiteX72" fmla="*/ 4882386 w 12192000"/>
              <a:gd name="connsiteY72" fmla="*/ 1809844 h 2240205"/>
              <a:gd name="connsiteX73" fmla="*/ 4811440 w 12192000"/>
              <a:gd name="connsiteY73" fmla="*/ 1804655 h 2240205"/>
              <a:gd name="connsiteX74" fmla="*/ 4691075 w 12192000"/>
              <a:gd name="connsiteY74" fmla="*/ 1801389 h 2240205"/>
              <a:gd name="connsiteX75" fmla="*/ 4640313 w 12192000"/>
              <a:gd name="connsiteY75" fmla="*/ 1784307 h 2240205"/>
              <a:gd name="connsiteX76" fmla="*/ 4536503 w 12192000"/>
              <a:gd name="connsiteY76" fmla="*/ 1785334 h 2240205"/>
              <a:gd name="connsiteX77" fmla="*/ 4513724 w 12192000"/>
              <a:gd name="connsiteY77" fmla="*/ 1791996 h 2240205"/>
              <a:gd name="connsiteX78" fmla="*/ 4459810 w 12192000"/>
              <a:gd name="connsiteY78" fmla="*/ 1797886 h 2240205"/>
              <a:gd name="connsiteX79" fmla="*/ 4379064 w 12192000"/>
              <a:gd name="connsiteY79" fmla="*/ 1817177 h 2240205"/>
              <a:gd name="connsiteX80" fmla="*/ 4290981 w 12192000"/>
              <a:gd name="connsiteY80" fmla="*/ 1839677 h 2240205"/>
              <a:gd name="connsiteX81" fmla="*/ 4238372 w 12192000"/>
              <a:gd name="connsiteY81" fmla="*/ 1851480 h 2240205"/>
              <a:gd name="connsiteX82" fmla="*/ 4232517 w 12192000"/>
              <a:gd name="connsiteY82" fmla="*/ 1852567 h 2240205"/>
              <a:gd name="connsiteX83" fmla="*/ 4191732 w 12192000"/>
              <a:gd name="connsiteY83" fmla="*/ 1857328 h 2240205"/>
              <a:gd name="connsiteX84" fmla="*/ 4065532 w 12192000"/>
              <a:gd name="connsiteY84" fmla="*/ 1855477 h 2240205"/>
              <a:gd name="connsiteX85" fmla="*/ 4028460 w 12192000"/>
              <a:gd name="connsiteY85" fmla="*/ 1855137 h 2240205"/>
              <a:gd name="connsiteX86" fmla="*/ 4002267 w 12192000"/>
              <a:gd name="connsiteY86" fmla="*/ 1852352 h 2240205"/>
              <a:gd name="connsiteX87" fmla="*/ 3931396 w 12192000"/>
              <a:gd name="connsiteY87" fmla="*/ 1858915 h 2240205"/>
              <a:gd name="connsiteX88" fmla="*/ 3812162 w 12192000"/>
              <a:gd name="connsiteY88" fmla="*/ 1875501 h 2240205"/>
              <a:gd name="connsiteX89" fmla="*/ 3758105 w 12192000"/>
              <a:gd name="connsiteY89" fmla="*/ 1871856 h 2240205"/>
              <a:gd name="connsiteX90" fmla="*/ 3567259 w 12192000"/>
              <a:gd name="connsiteY90" fmla="*/ 1893482 h 2240205"/>
              <a:gd name="connsiteX91" fmla="*/ 3405770 w 12192000"/>
              <a:gd name="connsiteY91" fmla="*/ 1904591 h 2240205"/>
              <a:gd name="connsiteX92" fmla="*/ 3280097 w 12192000"/>
              <a:gd name="connsiteY92" fmla="*/ 1919610 h 2240205"/>
              <a:gd name="connsiteX93" fmla="*/ 3009910 w 12192000"/>
              <a:gd name="connsiteY93" fmla="*/ 1957866 h 2240205"/>
              <a:gd name="connsiteX94" fmla="*/ 2995934 w 12192000"/>
              <a:gd name="connsiteY94" fmla="*/ 1967085 h 2240205"/>
              <a:gd name="connsiteX95" fmla="*/ 2942858 w 12192000"/>
              <a:gd name="connsiteY95" fmla="*/ 1981367 h 2240205"/>
              <a:gd name="connsiteX96" fmla="*/ 2875436 w 12192000"/>
              <a:gd name="connsiteY96" fmla="*/ 1996977 h 2240205"/>
              <a:gd name="connsiteX97" fmla="*/ 2874892 w 12192000"/>
              <a:gd name="connsiteY97" fmla="*/ 1996085 h 2240205"/>
              <a:gd name="connsiteX98" fmla="*/ 2843662 w 12192000"/>
              <a:gd name="connsiteY98" fmla="*/ 1992498 h 2240205"/>
              <a:gd name="connsiteX99" fmla="*/ 2718916 w 12192000"/>
              <a:gd name="connsiteY99" fmla="*/ 1990867 h 2240205"/>
              <a:gd name="connsiteX100" fmla="*/ 2713522 w 12192000"/>
              <a:gd name="connsiteY100" fmla="*/ 1990173 h 2240205"/>
              <a:gd name="connsiteX101" fmla="*/ 2476147 w 12192000"/>
              <a:gd name="connsiteY101" fmla="*/ 1998305 h 2240205"/>
              <a:gd name="connsiteX102" fmla="*/ 2373568 w 12192000"/>
              <a:gd name="connsiteY102" fmla="*/ 2003219 h 2240205"/>
              <a:gd name="connsiteX103" fmla="*/ 2287219 w 12192000"/>
              <a:gd name="connsiteY103" fmla="*/ 1998750 h 2240205"/>
              <a:gd name="connsiteX104" fmla="*/ 2243069 w 12192000"/>
              <a:gd name="connsiteY104" fmla="*/ 2005321 h 2240205"/>
              <a:gd name="connsiteX105" fmla="*/ 2164831 w 12192000"/>
              <a:gd name="connsiteY105" fmla="*/ 2010143 h 2240205"/>
              <a:gd name="connsiteX106" fmla="*/ 2085228 w 12192000"/>
              <a:gd name="connsiteY106" fmla="*/ 2046431 h 2240205"/>
              <a:gd name="connsiteX107" fmla="*/ 2058061 w 12192000"/>
              <a:gd name="connsiteY107" fmla="*/ 2047942 h 2240205"/>
              <a:gd name="connsiteX108" fmla="*/ 2042244 w 12192000"/>
              <a:gd name="connsiteY108" fmla="*/ 2055560 h 2240205"/>
              <a:gd name="connsiteX109" fmla="*/ 1877728 w 12192000"/>
              <a:gd name="connsiteY109" fmla="*/ 2101004 h 2240205"/>
              <a:gd name="connsiteX110" fmla="*/ 1759056 w 12192000"/>
              <a:gd name="connsiteY110" fmla="*/ 2125608 h 2240205"/>
              <a:gd name="connsiteX111" fmla="*/ 1637948 w 12192000"/>
              <a:gd name="connsiteY111" fmla="*/ 2172597 h 2240205"/>
              <a:gd name="connsiteX112" fmla="*/ 1434549 w 12192000"/>
              <a:gd name="connsiteY112" fmla="*/ 2234522 h 2240205"/>
              <a:gd name="connsiteX113" fmla="*/ 1370962 w 12192000"/>
              <a:gd name="connsiteY113" fmla="*/ 2237474 h 2240205"/>
              <a:gd name="connsiteX114" fmla="*/ 1356367 w 12192000"/>
              <a:gd name="connsiteY114" fmla="*/ 2235089 h 2240205"/>
              <a:gd name="connsiteX115" fmla="*/ 1279765 w 12192000"/>
              <a:gd name="connsiteY115" fmla="*/ 2229639 h 2240205"/>
              <a:gd name="connsiteX116" fmla="*/ 1195347 w 12192000"/>
              <a:gd name="connsiteY116" fmla="*/ 2212354 h 2240205"/>
              <a:gd name="connsiteX117" fmla="*/ 970251 w 12192000"/>
              <a:gd name="connsiteY117" fmla="*/ 2221029 h 2240205"/>
              <a:gd name="connsiteX118" fmla="*/ 812914 w 12192000"/>
              <a:gd name="connsiteY118" fmla="*/ 2210095 h 2240205"/>
              <a:gd name="connsiteX119" fmla="*/ 776382 w 12192000"/>
              <a:gd name="connsiteY119" fmla="*/ 2204512 h 2240205"/>
              <a:gd name="connsiteX120" fmla="*/ 597225 w 12192000"/>
              <a:gd name="connsiteY120" fmla="*/ 2180999 h 2240205"/>
              <a:gd name="connsiteX121" fmla="*/ 520671 w 12192000"/>
              <a:gd name="connsiteY121" fmla="*/ 2180980 h 2240205"/>
              <a:gd name="connsiteX122" fmla="*/ 515024 w 12192000"/>
              <a:gd name="connsiteY122" fmla="*/ 2179258 h 2240205"/>
              <a:gd name="connsiteX123" fmla="*/ 413835 w 12192000"/>
              <a:gd name="connsiteY123" fmla="*/ 2156783 h 2240205"/>
              <a:gd name="connsiteX124" fmla="*/ 376513 w 12192000"/>
              <a:gd name="connsiteY124" fmla="*/ 2154014 h 2240205"/>
              <a:gd name="connsiteX125" fmla="*/ 273386 w 12192000"/>
              <a:gd name="connsiteY125" fmla="*/ 2142551 h 2240205"/>
              <a:gd name="connsiteX126" fmla="*/ 77641 w 12192000"/>
              <a:gd name="connsiteY126" fmla="*/ 2126835 h 2240205"/>
              <a:gd name="connsiteX127" fmla="*/ 37645 w 12192000"/>
              <a:gd name="connsiteY127" fmla="*/ 2115401 h 2240205"/>
              <a:gd name="connsiteX128" fmla="*/ 4572 w 12192000"/>
              <a:gd name="connsiteY128" fmla="*/ 2111091 h 2240205"/>
              <a:gd name="connsiteX129" fmla="*/ 0 w 12192000"/>
              <a:gd name="connsiteY129" fmla="*/ 2110468 h 2240205"/>
              <a:gd name="connsiteX130" fmla="*/ 0 w 12192000"/>
              <a:gd name="connsiteY130"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739478 w 12192000"/>
              <a:gd name="connsiteY9" fmla="*/ 776841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58061 w 12192000"/>
              <a:gd name="connsiteY104" fmla="*/ 2047942 h 2240205"/>
              <a:gd name="connsiteX105" fmla="*/ 2042244 w 12192000"/>
              <a:gd name="connsiteY105" fmla="*/ 2055560 h 2240205"/>
              <a:gd name="connsiteX106" fmla="*/ 1877728 w 12192000"/>
              <a:gd name="connsiteY106" fmla="*/ 2101004 h 2240205"/>
              <a:gd name="connsiteX107" fmla="*/ 1759056 w 12192000"/>
              <a:gd name="connsiteY107" fmla="*/ 2125608 h 2240205"/>
              <a:gd name="connsiteX108" fmla="*/ 1637948 w 12192000"/>
              <a:gd name="connsiteY108" fmla="*/ 2172597 h 2240205"/>
              <a:gd name="connsiteX109" fmla="*/ 1434549 w 12192000"/>
              <a:gd name="connsiteY109" fmla="*/ 2234522 h 2240205"/>
              <a:gd name="connsiteX110" fmla="*/ 1370962 w 12192000"/>
              <a:gd name="connsiteY110" fmla="*/ 2237474 h 2240205"/>
              <a:gd name="connsiteX111" fmla="*/ 1356367 w 12192000"/>
              <a:gd name="connsiteY111" fmla="*/ 2235089 h 2240205"/>
              <a:gd name="connsiteX112" fmla="*/ 1279765 w 12192000"/>
              <a:gd name="connsiteY112" fmla="*/ 2229639 h 2240205"/>
              <a:gd name="connsiteX113" fmla="*/ 1195347 w 12192000"/>
              <a:gd name="connsiteY113" fmla="*/ 2212354 h 2240205"/>
              <a:gd name="connsiteX114" fmla="*/ 970251 w 12192000"/>
              <a:gd name="connsiteY114" fmla="*/ 2221029 h 2240205"/>
              <a:gd name="connsiteX115" fmla="*/ 812914 w 12192000"/>
              <a:gd name="connsiteY115" fmla="*/ 2210095 h 2240205"/>
              <a:gd name="connsiteX116" fmla="*/ 776382 w 12192000"/>
              <a:gd name="connsiteY116" fmla="*/ 2204512 h 2240205"/>
              <a:gd name="connsiteX117" fmla="*/ 597225 w 12192000"/>
              <a:gd name="connsiteY117" fmla="*/ 2180999 h 2240205"/>
              <a:gd name="connsiteX118" fmla="*/ 520671 w 12192000"/>
              <a:gd name="connsiteY118" fmla="*/ 2180980 h 2240205"/>
              <a:gd name="connsiteX119" fmla="*/ 515024 w 12192000"/>
              <a:gd name="connsiteY119" fmla="*/ 2179258 h 2240205"/>
              <a:gd name="connsiteX120" fmla="*/ 413835 w 12192000"/>
              <a:gd name="connsiteY120" fmla="*/ 2156783 h 2240205"/>
              <a:gd name="connsiteX121" fmla="*/ 376513 w 12192000"/>
              <a:gd name="connsiteY121" fmla="*/ 2154014 h 2240205"/>
              <a:gd name="connsiteX122" fmla="*/ 273386 w 12192000"/>
              <a:gd name="connsiteY122" fmla="*/ 2142551 h 2240205"/>
              <a:gd name="connsiteX123" fmla="*/ 77641 w 12192000"/>
              <a:gd name="connsiteY123" fmla="*/ 2126835 h 2240205"/>
              <a:gd name="connsiteX124" fmla="*/ 37645 w 12192000"/>
              <a:gd name="connsiteY124" fmla="*/ 2115401 h 2240205"/>
              <a:gd name="connsiteX125" fmla="*/ 4572 w 12192000"/>
              <a:gd name="connsiteY125" fmla="*/ 2111091 h 2240205"/>
              <a:gd name="connsiteX126" fmla="*/ 0 w 12192000"/>
              <a:gd name="connsiteY126" fmla="*/ 2110468 h 2240205"/>
              <a:gd name="connsiteX127" fmla="*/ 0 w 12192000"/>
              <a:gd name="connsiteY127"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776382 w 12192000"/>
              <a:gd name="connsiteY115" fmla="*/ 2204512 h 2240205"/>
              <a:gd name="connsiteX116" fmla="*/ 597225 w 12192000"/>
              <a:gd name="connsiteY116" fmla="*/ 2180999 h 2240205"/>
              <a:gd name="connsiteX117" fmla="*/ 520671 w 12192000"/>
              <a:gd name="connsiteY117" fmla="*/ 2180980 h 2240205"/>
              <a:gd name="connsiteX118" fmla="*/ 515024 w 12192000"/>
              <a:gd name="connsiteY118" fmla="*/ 2179258 h 2240205"/>
              <a:gd name="connsiteX119" fmla="*/ 413835 w 12192000"/>
              <a:gd name="connsiteY119" fmla="*/ 2156783 h 2240205"/>
              <a:gd name="connsiteX120" fmla="*/ 376513 w 12192000"/>
              <a:gd name="connsiteY120" fmla="*/ 2154014 h 2240205"/>
              <a:gd name="connsiteX121" fmla="*/ 273386 w 12192000"/>
              <a:gd name="connsiteY121" fmla="*/ 2142551 h 2240205"/>
              <a:gd name="connsiteX122" fmla="*/ 77641 w 12192000"/>
              <a:gd name="connsiteY122" fmla="*/ 2126835 h 2240205"/>
              <a:gd name="connsiteX123" fmla="*/ 37645 w 12192000"/>
              <a:gd name="connsiteY123" fmla="*/ 2115401 h 2240205"/>
              <a:gd name="connsiteX124" fmla="*/ 4572 w 12192000"/>
              <a:gd name="connsiteY124" fmla="*/ 2111091 h 2240205"/>
              <a:gd name="connsiteX125" fmla="*/ 0 w 12192000"/>
              <a:gd name="connsiteY125" fmla="*/ 2110468 h 2240205"/>
              <a:gd name="connsiteX126" fmla="*/ 0 w 12192000"/>
              <a:gd name="connsiteY12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776382 w 12192000"/>
              <a:gd name="connsiteY115" fmla="*/ 2204512 h 2240205"/>
              <a:gd name="connsiteX116" fmla="*/ 597225 w 12192000"/>
              <a:gd name="connsiteY116" fmla="*/ 2180999 h 2240205"/>
              <a:gd name="connsiteX117" fmla="*/ 520671 w 12192000"/>
              <a:gd name="connsiteY117" fmla="*/ 2180980 h 2240205"/>
              <a:gd name="connsiteX118" fmla="*/ 515024 w 12192000"/>
              <a:gd name="connsiteY118" fmla="*/ 2179258 h 2240205"/>
              <a:gd name="connsiteX119" fmla="*/ 413835 w 12192000"/>
              <a:gd name="connsiteY119" fmla="*/ 2156783 h 2240205"/>
              <a:gd name="connsiteX120" fmla="*/ 376513 w 12192000"/>
              <a:gd name="connsiteY120" fmla="*/ 2154014 h 2240205"/>
              <a:gd name="connsiteX121" fmla="*/ 273386 w 12192000"/>
              <a:gd name="connsiteY121" fmla="*/ 2142551 h 2240205"/>
              <a:gd name="connsiteX122" fmla="*/ 77641 w 12192000"/>
              <a:gd name="connsiteY122" fmla="*/ 2126835 h 2240205"/>
              <a:gd name="connsiteX123" fmla="*/ 37645 w 12192000"/>
              <a:gd name="connsiteY123" fmla="*/ 2115401 h 2240205"/>
              <a:gd name="connsiteX124" fmla="*/ 4572 w 12192000"/>
              <a:gd name="connsiteY124" fmla="*/ 2111091 h 2240205"/>
              <a:gd name="connsiteX125" fmla="*/ 0 w 12192000"/>
              <a:gd name="connsiteY125" fmla="*/ 2110468 h 2240205"/>
              <a:gd name="connsiteX126" fmla="*/ 0 w 12192000"/>
              <a:gd name="connsiteY12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515024 w 12192000"/>
              <a:gd name="connsiteY117" fmla="*/ 2179258 h 2240205"/>
              <a:gd name="connsiteX118" fmla="*/ 413835 w 12192000"/>
              <a:gd name="connsiteY118" fmla="*/ 2156783 h 2240205"/>
              <a:gd name="connsiteX119" fmla="*/ 376513 w 12192000"/>
              <a:gd name="connsiteY119" fmla="*/ 2154014 h 2240205"/>
              <a:gd name="connsiteX120" fmla="*/ 273386 w 12192000"/>
              <a:gd name="connsiteY120" fmla="*/ 2142551 h 2240205"/>
              <a:gd name="connsiteX121" fmla="*/ 77641 w 12192000"/>
              <a:gd name="connsiteY121" fmla="*/ 2126835 h 2240205"/>
              <a:gd name="connsiteX122" fmla="*/ 37645 w 12192000"/>
              <a:gd name="connsiteY122" fmla="*/ 2115401 h 2240205"/>
              <a:gd name="connsiteX123" fmla="*/ 4572 w 12192000"/>
              <a:gd name="connsiteY123" fmla="*/ 2111091 h 2240205"/>
              <a:gd name="connsiteX124" fmla="*/ 0 w 12192000"/>
              <a:gd name="connsiteY124" fmla="*/ 2110468 h 2240205"/>
              <a:gd name="connsiteX125" fmla="*/ 0 w 12192000"/>
              <a:gd name="connsiteY12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515024 w 12192000"/>
              <a:gd name="connsiteY117" fmla="*/ 2179258 h 2240205"/>
              <a:gd name="connsiteX118" fmla="*/ 413835 w 12192000"/>
              <a:gd name="connsiteY118" fmla="*/ 2156783 h 2240205"/>
              <a:gd name="connsiteX119" fmla="*/ 376513 w 12192000"/>
              <a:gd name="connsiteY119" fmla="*/ 2154014 h 2240205"/>
              <a:gd name="connsiteX120" fmla="*/ 273386 w 12192000"/>
              <a:gd name="connsiteY120" fmla="*/ 2142551 h 2240205"/>
              <a:gd name="connsiteX121" fmla="*/ 77641 w 12192000"/>
              <a:gd name="connsiteY121" fmla="*/ 2126835 h 2240205"/>
              <a:gd name="connsiteX122" fmla="*/ 37645 w 12192000"/>
              <a:gd name="connsiteY122" fmla="*/ 2115401 h 2240205"/>
              <a:gd name="connsiteX123" fmla="*/ 4572 w 12192000"/>
              <a:gd name="connsiteY123" fmla="*/ 2111091 h 2240205"/>
              <a:gd name="connsiteX124" fmla="*/ 0 w 12192000"/>
              <a:gd name="connsiteY124" fmla="*/ 2110468 h 2240205"/>
              <a:gd name="connsiteX125" fmla="*/ 0 w 12192000"/>
              <a:gd name="connsiteY12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413835 w 12192000"/>
              <a:gd name="connsiteY117" fmla="*/ 2156783 h 2240205"/>
              <a:gd name="connsiteX118" fmla="*/ 376513 w 12192000"/>
              <a:gd name="connsiteY118" fmla="*/ 2154014 h 2240205"/>
              <a:gd name="connsiteX119" fmla="*/ 273386 w 12192000"/>
              <a:gd name="connsiteY119" fmla="*/ 2142551 h 2240205"/>
              <a:gd name="connsiteX120" fmla="*/ 77641 w 12192000"/>
              <a:gd name="connsiteY120" fmla="*/ 2126835 h 2240205"/>
              <a:gd name="connsiteX121" fmla="*/ 37645 w 12192000"/>
              <a:gd name="connsiteY121" fmla="*/ 2115401 h 2240205"/>
              <a:gd name="connsiteX122" fmla="*/ 4572 w 12192000"/>
              <a:gd name="connsiteY122" fmla="*/ 2111091 h 2240205"/>
              <a:gd name="connsiteX123" fmla="*/ 0 w 12192000"/>
              <a:gd name="connsiteY123" fmla="*/ 2110468 h 2240205"/>
              <a:gd name="connsiteX124" fmla="*/ 0 w 12192000"/>
              <a:gd name="connsiteY12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413835 w 12192000"/>
              <a:gd name="connsiteY117" fmla="*/ 2156783 h 2240205"/>
              <a:gd name="connsiteX118" fmla="*/ 376513 w 12192000"/>
              <a:gd name="connsiteY118" fmla="*/ 2154014 h 2240205"/>
              <a:gd name="connsiteX119" fmla="*/ 273386 w 12192000"/>
              <a:gd name="connsiteY119" fmla="*/ 2142551 h 2240205"/>
              <a:gd name="connsiteX120" fmla="*/ 77641 w 12192000"/>
              <a:gd name="connsiteY120" fmla="*/ 2126835 h 2240205"/>
              <a:gd name="connsiteX121" fmla="*/ 37645 w 12192000"/>
              <a:gd name="connsiteY121" fmla="*/ 2115401 h 2240205"/>
              <a:gd name="connsiteX122" fmla="*/ 4572 w 12192000"/>
              <a:gd name="connsiteY122" fmla="*/ 2111091 h 2240205"/>
              <a:gd name="connsiteX123" fmla="*/ 0 w 12192000"/>
              <a:gd name="connsiteY123" fmla="*/ 2110468 h 2240205"/>
              <a:gd name="connsiteX124" fmla="*/ 0 w 12192000"/>
              <a:gd name="connsiteY124" fmla="*/ 0 h 224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192000" h="2240205">
                <a:moveTo>
                  <a:pt x="0" y="0"/>
                </a:moveTo>
                <a:lnTo>
                  <a:pt x="12192000" y="0"/>
                </a:lnTo>
                <a:lnTo>
                  <a:pt x="12192000" y="751299"/>
                </a:lnTo>
                <a:cubicBezTo>
                  <a:pt x="12034412" y="757358"/>
                  <a:pt x="11991124" y="738944"/>
                  <a:pt x="11890686" y="732766"/>
                </a:cubicBezTo>
                <a:cubicBezTo>
                  <a:pt x="11800345" y="732488"/>
                  <a:pt x="11704998" y="747086"/>
                  <a:pt x="11649954" y="749628"/>
                </a:cubicBezTo>
                <a:cubicBezTo>
                  <a:pt x="11613048" y="740951"/>
                  <a:pt x="11593031" y="740811"/>
                  <a:pt x="11560424" y="748017"/>
                </a:cubicBezTo>
                <a:cubicBezTo>
                  <a:pt x="11488916" y="747650"/>
                  <a:pt x="11449669" y="773362"/>
                  <a:pt x="11358455" y="747593"/>
                </a:cubicBezTo>
                <a:cubicBezTo>
                  <a:pt x="11316233" y="754756"/>
                  <a:pt x="11184875" y="735040"/>
                  <a:pt x="11165209" y="748852"/>
                </a:cubicBezTo>
                <a:cubicBezTo>
                  <a:pt x="11113345" y="753539"/>
                  <a:pt x="11140250" y="736122"/>
                  <a:pt x="11058755" y="749617"/>
                </a:cubicBezTo>
                <a:cubicBezTo>
                  <a:pt x="10973519" y="757854"/>
                  <a:pt x="10849163" y="781170"/>
                  <a:pt x="10803046" y="774328"/>
                </a:cubicBezTo>
                <a:cubicBezTo>
                  <a:pt x="10741852" y="776895"/>
                  <a:pt x="10540854" y="756546"/>
                  <a:pt x="10458762" y="755400"/>
                </a:cubicBezTo>
                <a:cubicBezTo>
                  <a:pt x="10426976" y="747433"/>
                  <a:pt x="10327242" y="773719"/>
                  <a:pt x="10211200" y="767513"/>
                </a:cubicBezTo>
                <a:cubicBezTo>
                  <a:pt x="10195912" y="761163"/>
                  <a:pt x="10172943" y="749095"/>
                  <a:pt x="10167995" y="760843"/>
                </a:cubicBezTo>
                <a:cubicBezTo>
                  <a:pt x="10131971" y="759999"/>
                  <a:pt x="10031208" y="777398"/>
                  <a:pt x="9997044" y="780129"/>
                </a:cubicBezTo>
                <a:cubicBezTo>
                  <a:pt x="9972443" y="801329"/>
                  <a:pt x="9951331" y="779975"/>
                  <a:pt x="9943887" y="804141"/>
                </a:cubicBezTo>
                <a:lnTo>
                  <a:pt x="9918248" y="816628"/>
                </a:lnTo>
                <a:cubicBezTo>
                  <a:pt x="9873419" y="812573"/>
                  <a:pt x="9807158" y="855024"/>
                  <a:pt x="9767091" y="870550"/>
                </a:cubicBezTo>
                <a:cubicBezTo>
                  <a:pt x="9728743" y="880857"/>
                  <a:pt x="9714210" y="859344"/>
                  <a:pt x="9683005" y="894128"/>
                </a:cubicBezTo>
                <a:cubicBezTo>
                  <a:pt x="9638573" y="908150"/>
                  <a:pt x="9553332" y="950611"/>
                  <a:pt x="9500499" y="954680"/>
                </a:cubicBezTo>
                <a:cubicBezTo>
                  <a:pt x="9451943" y="966288"/>
                  <a:pt x="9427947" y="987268"/>
                  <a:pt x="9410017" y="993931"/>
                </a:cubicBezTo>
                <a:cubicBezTo>
                  <a:pt x="9408360" y="990327"/>
                  <a:pt x="9395782" y="990863"/>
                  <a:pt x="9392919" y="994656"/>
                </a:cubicBezTo>
                <a:cubicBezTo>
                  <a:pt x="9369253" y="996908"/>
                  <a:pt x="9294395" y="1002709"/>
                  <a:pt x="9268019" y="1007442"/>
                </a:cubicBezTo>
                <a:lnTo>
                  <a:pt x="9188177" y="1035474"/>
                </a:lnTo>
                <a:cubicBezTo>
                  <a:pt x="9182118" y="1028476"/>
                  <a:pt x="9162516" y="1043719"/>
                  <a:pt x="9155969" y="1046804"/>
                </a:cubicBezTo>
                <a:cubicBezTo>
                  <a:pt x="9154734" y="1041866"/>
                  <a:pt x="9138567" y="1041606"/>
                  <a:pt x="9133985" y="1046450"/>
                </a:cubicBezTo>
                <a:cubicBezTo>
                  <a:pt x="9112169" y="1062778"/>
                  <a:pt x="9019227" y="1027247"/>
                  <a:pt x="9003462" y="1042406"/>
                </a:cubicBezTo>
                <a:lnTo>
                  <a:pt x="8968445" y="1052169"/>
                </a:lnTo>
                <a:lnTo>
                  <a:pt x="8886001" y="1067468"/>
                </a:lnTo>
                <a:cubicBezTo>
                  <a:pt x="8847384" y="1050046"/>
                  <a:pt x="8863283" y="1068286"/>
                  <a:pt x="8838610" y="1075091"/>
                </a:cubicBezTo>
                <a:cubicBezTo>
                  <a:pt x="8780942" y="1086991"/>
                  <a:pt x="8730608" y="1108943"/>
                  <a:pt x="8665605" y="1110791"/>
                </a:cubicBezTo>
                <a:cubicBezTo>
                  <a:pt x="8590906" y="1106676"/>
                  <a:pt x="8491424" y="1191452"/>
                  <a:pt x="8419755" y="1216260"/>
                </a:cubicBezTo>
                <a:cubicBezTo>
                  <a:pt x="8376553" y="1231214"/>
                  <a:pt x="8414124" y="1215234"/>
                  <a:pt x="8411626" y="1214397"/>
                </a:cubicBezTo>
                <a:cubicBezTo>
                  <a:pt x="8391326" y="1238641"/>
                  <a:pt x="8371389" y="1231045"/>
                  <a:pt x="8363469" y="1246658"/>
                </a:cubicBezTo>
                <a:cubicBezTo>
                  <a:pt x="8322316" y="1258746"/>
                  <a:pt x="8283162" y="1250600"/>
                  <a:pt x="8275497" y="1264396"/>
                </a:cubicBezTo>
                <a:cubicBezTo>
                  <a:pt x="8194123" y="1257316"/>
                  <a:pt x="8141324" y="1289395"/>
                  <a:pt x="8074238" y="1301895"/>
                </a:cubicBezTo>
                <a:cubicBezTo>
                  <a:pt x="8012043" y="1315473"/>
                  <a:pt x="7936376" y="1347185"/>
                  <a:pt x="7902328" y="1345865"/>
                </a:cubicBezTo>
                <a:cubicBezTo>
                  <a:pt x="7876994" y="1370833"/>
                  <a:pt x="7861184" y="1361537"/>
                  <a:pt x="7840612" y="1369373"/>
                </a:cubicBezTo>
                <a:cubicBezTo>
                  <a:pt x="7803208" y="1375918"/>
                  <a:pt x="7836041" y="1389289"/>
                  <a:pt x="7786819" y="1378970"/>
                </a:cubicBezTo>
                <a:cubicBezTo>
                  <a:pt x="7732613" y="1405648"/>
                  <a:pt x="7556449" y="1409729"/>
                  <a:pt x="7548172" y="1417460"/>
                </a:cubicBezTo>
                <a:cubicBezTo>
                  <a:pt x="7520370" y="1413173"/>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183121" y="1595162"/>
                </a:lnTo>
                <a:lnTo>
                  <a:pt x="7164601" y="1606490"/>
                </a:lnTo>
                <a:cubicBezTo>
                  <a:pt x="7117444" y="1613299"/>
                  <a:pt x="6961715" y="1629624"/>
                  <a:pt x="6900177" y="1636016"/>
                </a:cubicBez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32342" y="1663214"/>
                  <a:pt x="6578001" y="1663494"/>
                  <a:pt x="6554894" y="1664428"/>
                </a:cubicBezTo>
                <a:lnTo>
                  <a:pt x="6516595" y="1667475"/>
                </a:lnTo>
                <a:lnTo>
                  <a:pt x="6508541" y="1668757"/>
                </a:lnTo>
                <a:cubicBezTo>
                  <a:pt x="6495493" y="1671715"/>
                  <a:pt x="6482908" y="1675051"/>
                  <a:pt x="6471012" y="1678604"/>
                </a:cubicBezTo>
                <a:cubicBezTo>
                  <a:pt x="6446928" y="1678425"/>
                  <a:pt x="6395710" y="1665896"/>
                  <a:pt x="6364035" y="1667683"/>
                </a:cubicBezTo>
                <a:lnTo>
                  <a:pt x="6243319" y="1695560"/>
                </a:lnTo>
                <a:cubicBezTo>
                  <a:pt x="6212879" y="1700946"/>
                  <a:pt x="6162673" y="1707632"/>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53307" y="1815450"/>
                </a:lnTo>
                <a:cubicBezTo>
                  <a:pt x="5364785" y="1835567"/>
                  <a:pt x="5272117" y="1842051"/>
                  <a:pt x="5221533" y="1846950"/>
                </a:cubicBezTo>
                <a:lnTo>
                  <a:pt x="5149802" y="1844846"/>
                </a:lnTo>
                <a:cubicBezTo>
                  <a:pt x="5138262" y="1844584"/>
                  <a:pt x="5124907" y="1847312"/>
                  <a:pt x="5114927" y="1847827"/>
                </a:cubicBez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57791" y="1796774"/>
                  <a:pt x="4662147" y="1786932"/>
                  <a:pt x="4640313" y="1784307"/>
                </a:cubicBezTo>
                <a:cubicBezTo>
                  <a:pt x="4614551" y="1781631"/>
                  <a:pt x="4552839" y="1782829"/>
                  <a:pt x="4536503" y="1785334"/>
                </a:cubicBezTo>
                <a:lnTo>
                  <a:pt x="4513724" y="1791996"/>
                </a:lnTo>
                <a:lnTo>
                  <a:pt x="4459810" y="1797886"/>
                </a:lnTo>
                <a:lnTo>
                  <a:pt x="4379064" y="1817177"/>
                </a:lnTo>
                <a:cubicBezTo>
                  <a:pt x="4349703" y="1824677"/>
                  <a:pt x="4313198" y="1824834"/>
                  <a:pt x="4290981" y="1839677"/>
                </a:cubicBezTo>
                <a:cubicBezTo>
                  <a:pt x="4277508" y="1842452"/>
                  <a:pt x="4248116" y="1849332"/>
                  <a:pt x="4238372" y="1851480"/>
                </a:cubicBez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78518" y="1876434"/>
                  <a:pt x="3780102" y="1870848"/>
                  <a:pt x="3758105" y="1871856"/>
                </a:cubicBezTo>
                <a:cubicBezTo>
                  <a:pt x="3717288" y="1874853"/>
                  <a:pt x="3625982" y="1888026"/>
                  <a:pt x="3567259" y="1893482"/>
                </a:cubicBezTo>
                <a:cubicBezTo>
                  <a:pt x="3512865" y="1897927"/>
                  <a:pt x="3463644" y="1898121"/>
                  <a:pt x="3405770" y="1904591"/>
                </a:cubicBezTo>
                <a:cubicBezTo>
                  <a:pt x="3361027" y="1917619"/>
                  <a:pt x="3312439" y="1902759"/>
                  <a:pt x="3280097" y="1919610"/>
                </a:cubicBezTo>
                <a:cubicBezTo>
                  <a:pt x="3120979" y="1944600"/>
                  <a:pt x="3052347" y="1932877"/>
                  <a:pt x="3009910" y="1957866"/>
                </a:cubicBezTo>
                <a:cubicBezTo>
                  <a:pt x="3005875" y="1961558"/>
                  <a:pt x="3001138" y="1964570"/>
                  <a:pt x="2995934" y="1967085"/>
                </a:cubicBezTo>
                <a:lnTo>
                  <a:pt x="2942858" y="1981367"/>
                </a:lnTo>
                <a:lnTo>
                  <a:pt x="2875436" y="1996977"/>
                </a:lnTo>
                <a:lnTo>
                  <a:pt x="2874892" y="1996085"/>
                </a:lnTo>
                <a:cubicBezTo>
                  <a:pt x="2869596" y="1995339"/>
                  <a:pt x="2856789" y="1995778"/>
                  <a:pt x="2843662" y="1992498"/>
                </a:cubicBezTo>
                <a:lnTo>
                  <a:pt x="2718916" y="1990867"/>
                </a:lnTo>
                <a:lnTo>
                  <a:pt x="2713522" y="1990173"/>
                </a:lnTo>
                <a:lnTo>
                  <a:pt x="2476147" y="1998305"/>
                </a:lnTo>
                <a:cubicBezTo>
                  <a:pt x="2437134" y="2013637"/>
                  <a:pt x="2413847" y="1999542"/>
                  <a:pt x="2373568" y="2003219"/>
                </a:cubicBezTo>
                <a:cubicBezTo>
                  <a:pt x="2342080" y="2003293"/>
                  <a:pt x="2308969" y="1996768"/>
                  <a:pt x="2287219" y="1998750"/>
                </a:cubicBezTo>
                <a:cubicBezTo>
                  <a:pt x="2221974" y="2012601"/>
                  <a:pt x="2205627" y="2006345"/>
                  <a:pt x="2164831" y="2010143"/>
                </a:cubicBezTo>
                <a:cubicBezTo>
                  <a:pt x="2133996" y="2017246"/>
                  <a:pt x="2078492" y="2040373"/>
                  <a:pt x="2058061" y="2047942"/>
                </a:cubicBezTo>
                <a:lnTo>
                  <a:pt x="2042244" y="2055560"/>
                </a:lnTo>
                <a:cubicBezTo>
                  <a:pt x="2012576" y="2064443"/>
                  <a:pt x="1896351" y="2111357"/>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390051" y="2245335"/>
                  <a:pt x="1383992" y="2237380"/>
                  <a:pt x="1370962" y="2237474"/>
                </a:cubicBezTo>
                <a:lnTo>
                  <a:pt x="1356367" y="2235089"/>
                </a:lnTo>
                <a:cubicBezTo>
                  <a:pt x="1341168" y="2233783"/>
                  <a:pt x="1306602" y="2233428"/>
                  <a:pt x="1279765" y="2229639"/>
                </a:cubicBezTo>
                <a:cubicBezTo>
                  <a:pt x="1260110" y="2221111"/>
                  <a:pt x="1209850" y="2211602"/>
                  <a:pt x="1195347" y="2212354"/>
                </a:cubicBezTo>
                <a:cubicBezTo>
                  <a:pt x="1171903" y="2216875"/>
                  <a:pt x="1033292" y="2222456"/>
                  <a:pt x="970251" y="2221029"/>
                </a:cubicBezTo>
                <a:cubicBezTo>
                  <a:pt x="913858" y="2213074"/>
                  <a:pt x="857841" y="2217424"/>
                  <a:pt x="812914" y="2210095"/>
                </a:cubicBezTo>
                <a:cubicBezTo>
                  <a:pt x="762967" y="2180805"/>
                  <a:pt x="645932" y="2185851"/>
                  <a:pt x="597225" y="2180999"/>
                </a:cubicBezTo>
                <a:cubicBezTo>
                  <a:pt x="575890" y="2176791"/>
                  <a:pt x="534371" y="2181270"/>
                  <a:pt x="520671" y="2180980"/>
                </a:cubicBezTo>
                <a:cubicBezTo>
                  <a:pt x="455720" y="2175427"/>
                  <a:pt x="449447" y="2164849"/>
                  <a:pt x="413835" y="2156783"/>
                </a:cubicBezTo>
                <a:cubicBezTo>
                  <a:pt x="401959" y="2163765"/>
                  <a:pt x="389622" y="2160522"/>
                  <a:pt x="376513" y="2154014"/>
                </a:cubicBezTo>
                <a:cubicBezTo>
                  <a:pt x="344376" y="2156059"/>
                  <a:pt x="311403" y="2146283"/>
                  <a:pt x="273386" y="2142551"/>
                </a:cubicBezTo>
                <a:cubicBezTo>
                  <a:pt x="223574" y="2138021"/>
                  <a:pt x="116931" y="2131360"/>
                  <a:pt x="77641" y="2126835"/>
                </a:cubicBezTo>
                <a:lnTo>
                  <a:pt x="37645" y="2115401"/>
                </a:lnTo>
                <a:cubicBezTo>
                  <a:pt x="29688" y="2109582"/>
                  <a:pt x="16534" y="2111084"/>
                  <a:pt x="4572" y="2111091"/>
                </a:cubicBezTo>
                <a:lnTo>
                  <a:pt x="0" y="2110468"/>
                </a:lnTo>
                <a:lnTo>
                  <a:pt x="0" y="0"/>
                </a:lnTo>
                <a:close/>
              </a:path>
            </a:pathLst>
          </a:custGeom>
          <a:blipFill>
            <a:blip r:embed="rId2"/>
            <a:tile tx="0" ty="0" sx="70000" sy="7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CF39612-0C5A-C4E4-2D7A-F6B614CD5B7F}"/>
              </a:ext>
            </a:extLst>
          </p:cNvPr>
          <p:cNvSpPr>
            <a:spLocks noGrp="1"/>
          </p:cNvSpPr>
          <p:nvPr>
            <p:ph type="title"/>
          </p:nvPr>
        </p:nvSpPr>
        <p:spPr>
          <a:xfrm>
            <a:off x="1219200" y="717283"/>
            <a:ext cx="9753600" cy="1149844"/>
          </a:xfrm>
        </p:spPr>
        <p:txBody>
          <a:bodyPr anchor="ctr">
            <a:normAutofit/>
          </a:bodyPr>
          <a:lstStyle/>
          <a:p>
            <a:r>
              <a:rPr lang="en-US"/>
              <a:t>Approach</a:t>
            </a:r>
          </a:p>
        </p:txBody>
      </p:sp>
      <p:graphicFrame>
        <p:nvGraphicFramePr>
          <p:cNvPr id="5" name="Content Placeholder 2">
            <a:extLst>
              <a:ext uri="{FF2B5EF4-FFF2-40B4-BE49-F238E27FC236}">
                <a16:creationId xmlns:a16="http://schemas.microsoft.com/office/drawing/2014/main" id="{5BBBA735-E161-8A8A-8E74-C82D9347CFAB}"/>
              </a:ext>
            </a:extLst>
          </p:cNvPr>
          <p:cNvGraphicFramePr>
            <a:graphicFrameLocks noGrp="1"/>
          </p:cNvGraphicFramePr>
          <p:nvPr>
            <p:ph idx="1"/>
            <p:extLst>
              <p:ext uri="{D42A27DB-BD31-4B8C-83A1-F6EECF244321}">
                <p14:modId xmlns:p14="http://schemas.microsoft.com/office/powerpoint/2010/main" val="1397934474"/>
              </p:ext>
            </p:extLst>
          </p:nvPr>
        </p:nvGraphicFramePr>
        <p:xfrm>
          <a:off x="1219200" y="2317750"/>
          <a:ext cx="9753600" cy="4006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7116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41B98B-6E41-475D-97DA-426952893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E479B5C-2CB5-4B9A-901A-FB1FE2E35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9475"/>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810 w 12192000"/>
              <a:gd name="connsiteY144" fmla="*/ 1797886 h 2237474"/>
              <a:gd name="connsiteX145" fmla="*/ 4379064 w 12192000"/>
              <a:gd name="connsiteY145" fmla="*/ 1817177 h 2237474"/>
              <a:gd name="connsiteX146" fmla="*/ 4319209 w 12192000"/>
              <a:gd name="connsiteY146" fmla="*/ 1834833 h 2237474"/>
              <a:gd name="connsiteX147" fmla="*/ 4306907 w 12192000"/>
              <a:gd name="connsiteY147" fmla="*/ 1841641 h 2237474"/>
              <a:gd name="connsiteX148" fmla="*/ 4290981 w 12192000"/>
              <a:gd name="connsiteY148" fmla="*/ 1839677 h 2237474"/>
              <a:gd name="connsiteX149" fmla="*/ 4285792 w 12192000"/>
              <a:gd name="connsiteY149" fmla="*/ 1836231 h 2237474"/>
              <a:gd name="connsiteX150" fmla="*/ 4238372 w 12192000"/>
              <a:gd name="connsiteY150" fmla="*/ 1851480 h 2237474"/>
              <a:gd name="connsiteX151" fmla="*/ 4232517 w 12192000"/>
              <a:gd name="connsiteY151" fmla="*/ 1852567 h 2237474"/>
              <a:gd name="connsiteX152" fmla="*/ 4191732 w 12192000"/>
              <a:gd name="connsiteY152" fmla="*/ 1857328 h 2237474"/>
              <a:gd name="connsiteX153" fmla="*/ 4065532 w 12192000"/>
              <a:gd name="connsiteY153" fmla="*/ 1855477 h 2237474"/>
              <a:gd name="connsiteX154" fmla="*/ 4028460 w 12192000"/>
              <a:gd name="connsiteY154" fmla="*/ 1855137 h 2237474"/>
              <a:gd name="connsiteX155" fmla="*/ 4002267 w 12192000"/>
              <a:gd name="connsiteY155" fmla="*/ 1852352 h 2237474"/>
              <a:gd name="connsiteX156" fmla="*/ 3931396 w 12192000"/>
              <a:gd name="connsiteY156" fmla="*/ 1858915 h 2237474"/>
              <a:gd name="connsiteX157" fmla="*/ 3812162 w 12192000"/>
              <a:gd name="connsiteY157" fmla="*/ 1875501 h 2237474"/>
              <a:gd name="connsiteX158" fmla="*/ 3767672 w 12192000"/>
              <a:gd name="connsiteY158" fmla="*/ 1874600 h 2237474"/>
              <a:gd name="connsiteX159" fmla="*/ 3764741 w 12192000"/>
              <a:gd name="connsiteY159" fmla="*/ 1869433 h 2237474"/>
              <a:gd name="connsiteX160" fmla="*/ 3751332 w 12192000"/>
              <a:gd name="connsiteY160" fmla="*/ 1869854 h 2237474"/>
              <a:gd name="connsiteX161" fmla="*/ 3748155 w 12192000"/>
              <a:gd name="connsiteY161" fmla="*/ 1868903 h 2237474"/>
              <a:gd name="connsiteX162" fmla="*/ 3729530 w 12192000"/>
              <a:gd name="connsiteY162" fmla="*/ 1864513 h 2237474"/>
              <a:gd name="connsiteX163" fmla="*/ 3680177 w 12192000"/>
              <a:gd name="connsiteY163" fmla="*/ 1881552 h 2237474"/>
              <a:gd name="connsiteX164" fmla="*/ 3567259 w 12192000"/>
              <a:gd name="connsiteY164" fmla="*/ 1893482 h 2237474"/>
              <a:gd name="connsiteX165" fmla="*/ 3405770 w 12192000"/>
              <a:gd name="connsiteY165" fmla="*/ 1904591 h 2237474"/>
              <a:gd name="connsiteX166" fmla="*/ 3280097 w 12192000"/>
              <a:gd name="connsiteY166" fmla="*/ 1919610 h 2237474"/>
              <a:gd name="connsiteX167" fmla="*/ 3123424 w 12192000"/>
              <a:gd name="connsiteY167" fmla="*/ 1952930 h 2237474"/>
              <a:gd name="connsiteX168" fmla="*/ 3009910 w 12192000"/>
              <a:gd name="connsiteY168" fmla="*/ 1957866 h 2237474"/>
              <a:gd name="connsiteX169" fmla="*/ 2995934 w 12192000"/>
              <a:gd name="connsiteY169" fmla="*/ 1967085 h 2237474"/>
              <a:gd name="connsiteX170" fmla="*/ 2980071 w 12192000"/>
              <a:gd name="connsiteY170" fmla="*/ 1972988 h 2237474"/>
              <a:gd name="connsiteX171" fmla="*/ 2978094 w 12192000"/>
              <a:gd name="connsiteY171" fmla="*/ 1972369 h 2237474"/>
              <a:gd name="connsiteX172" fmla="*/ 2942858 w 12192000"/>
              <a:gd name="connsiteY172" fmla="*/ 1981367 h 2237474"/>
              <a:gd name="connsiteX173" fmla="*/ 2875436 w 12192000"/>
              <a:gd name="connsiteY173" fmla="*/ 1996977 h 2237474"/>
              <a:gd name="connsiteX174" fmla="*/ 2874892 w 12192000"/>
              <a:gd name="connsiteY174" fmla="*/ 1996085 h 2237474"/>
              <a:gd name="connsiteX175" fmla="*/ 2864145 w 12192000"/>
              <a:gd name="connsiteY175" fmla="*/ 1994061 h 2237474"/>
              <a:gd name="connsiteX176" fmla="*/ 2843662 w 12192000"/>
              <a:gd name="connsiteY176" fmla="*/ 1992498 h 2237474"/>
              <a:gd name="connsiteX177" fmla="*/ 2796128 w 12192000"/>
              <a:gd name="connsiteY177" fmla="*/ 1976403 h 2237474"/>
              <a:gd name="connsiteX178" fmla="*/ 2756784 w 12192000"/>
              <a:gd name="connsiteY178" fmla="*/ 1985116 h 2237474"/>
              <a:gd name="connsiteX179" fmla="*/ 2748833 w 12192000"/>
              <a:gd name="connsiteY179" fmla="*/ 1986323 h 2237474"/>
              <a:gd name="connsiteX180" fmla="*/ 2748661 w 12192000"/>
              <a:gd name="connsiteY180" fmla="*/ 1986122 h 2237474"/>
              <a:gd name="connsiteX181" fmla="*/ 2740251 w 12192000"/>
              <a:gd name="connsiteY181" fmla="*/ 1986946 h 2237474"/>
              <a:gd name="connsiteX182" fmla="*/ 2718916 w 12192000"/>
              <a:gd name="connsiteY182" fmla="*/ 1990867 h 2237474"/>
              <a:gd name="connsiteX183" fmla="*/ 2713522 w 12192000"/>
              <a:gd name="connsiteY183" fmla="*/ 1990173 h 2237474"/>
              <a:gd name="connsiteX184" fmla="*/ 2680597 w 12192000"/>
              <a:gd name="connsiteY184" fmla="*/ 1984996 h 2237474"/>
              <a:gd name="connsiteX185" fmla="*/ 2578178 w 12192000"/>
              <a:gd name="connsiteY185" fmla="*/ 1990531 h 2237474"/>
              <a:gd name="connsiteX186" fmla="*/ 2476147 w 12192000"/>
              <a:gd name="connsiteY186" fmla="*/ 1998305 h 2237474"/>
              <a:gd name="connsiteX187" fmla="*/ 2373568 w 12192000"/>
              <a:gd name="connsiteY187" fmla="*/ 2003219 h 2237474"/>
              <a:gd name="connsiteX188" fmla="*/ 2321399 w 12192000"/>
              <a:gd name="connsiteY188" fmla="*/ 1989467 h 2237474"/>
              <a:gd name="connsiteX189" fmla="*/ 2315525 w 12192000"/>
              <a:gd name="connsiteY189" fmla="*/ 1989708 h 2237474"/>
              <a:gd name="connsiteX190" fmla="*/ 2300792 w 12192000"/>
              <a:gd name="connsiteY190" fmla="*/ 1994290 h 2237474"/>
              <a:gd name="connsiteX191" fmla="*/ 2295469 w 12192000"/>
              <a:gd name="connsiteY191" fmla="*/ 1996659 h 2237474"/>
              <a:gd name="connsiteX192" fmla="*/ 2287219 w 12192000"/>
              <a:gd name="connsiteY192" fmla="*/ 1998750 h 2237474"/>
              <a:gd name="connsiteX193" fmla="*/ 2286948 w 12192000"/>
              <a:gd name="connsiteY193" fmla="*/ 1998596 h 2237474"/>
              <a:gd name="connsiteX194" fmla="*/ 2243069 w 12192000"/>
              <a:gd name="connsiteY194" fmla="*/ 2015111 h 2237474"/>
              <a:gd name="connsiteX195" fmla="*/ 2186609 w 12192000"/>
              <a:gd name="connsiteY195" fmla="*/ 2008263 h 2237474"/>
              <a:gd name="connsiteX196" fmla="*/ 2164831 w 12192000"/>
              <a:gd name="connsiteY196" fmla="*/ 2010143 h 2237474"/>
              <a:gd name="connsiteX197" fmla="*/ 2152836 w 12192000"/>
              <a:gd name="connsiteY197" fmla="*/ 2010048 h 2237474"/>
              <a:gd name="connsiteX198" fmla="*/ 2117102 w 12192000"/>
              <a:gd name="connsiteY198" fmla="*/ 2023004 h 2237474"/>
              <a:gd name="connsiteX199" fmla="*/ 2111935 w 12192000"/>
              <a:gd name="connsiteY199" fmla="*/ 2023163 h 2237474"/>
              <a:gd name="connsiteX200" fmla="*/ 2089991 w 12192000"/>
              <a:gd name="connsiteY200" fmla="*/ 2034193 h 2237474"/>
              <a:gd name="connsiteX201" fmla="*/ 2058061 w 12192000"/>
              <a:gd name="connsiteY201" fmla="*/ 2047942 h 2237474"/>
              <a:gd name="connsiteX202" fmla="*/ 2055737 w 12192000"/>
              <a:gd name="connsiteY202" fmla="*/ 2047704 h 2237474"/>
              <a:gd name="connsiteX203" fmla="*/ 2042244 w 12192000"/>
              <a:gd name="connsiteY203" fmla="*/ 2055560 h 2237474"/>
              <a:gd name="connsiteX204" fmla="*/ 1976224 w 12192000"/>
              <a:gd name="connsiteY204" fmla="*/ 2074257 h 2237474"/>
              <a:gd name="connsiteX205" fmla="*/ 1877728 w 12192000"/>
              <a:gd name="connsiteY205" fmla="*/ 2101004 h 2237474"/>
              <a:gd name="connsiteX206" fmla="*/ 1759056 w 12192000"/>
              <a:gd name="connsiteY206" fmla="*/ 2125608 h 2237474"/>
              <a:gd name="connsiteX207" fmla="*/ 1637948 w 12192000"/>
              <a:gd name="connsiteY207" fmla="*/ 2172597 h 2237474"/>
              <a:gd name="connsiteX208" fmla="*/ 1434549 w 12192000"/>
              <a:gd name="connsiteY208" fmla="*/ 2234522 h 2237474"/>
              <a:gd name="connsiteX209" fmla="*/ 1398481 w 12192000"/>
              <a:gd name="connsiteY209" fmla="*/ 2237074 h 2237474"/>
              <a:gd name="connsiteX210" fmla="*/ 1398407 w 12192000"/>
              <a:gd name="connsiteY210" fmla="*/ 2237095 h 2237474"/>
              <a:gd name="connsiteX211" fmla="*/ 1370962 w 12192000"/>
              <a:gd name="connsiteY211" fmla="*/ 2237474 h 2237474"/>
              <a:gd name="connsiteX212" fmla="*/ 1356367 w 12192000"/>
              <a:gd name="connsiteY212" fmla="*/ 2235089 h 2237474"/>
              <a:gd name="connsiteX213" fmla="*/ 1324828 w 12192000"/>
              <a:gd name="connsiteY213" fmla="*/ 2231968 h 2237474"/>
              <a:gd name="connsiteX214" fmla="*/ 1297744 w 12192000"/>
              <a:gd name="connsiteY214" fmla="*/ 2235849 h 2237474"/>
              <a:gd name="connsiteX215" fmla="*/ 1286236 w 12192000"/>
              <a:gd name="connsiteY215" fmla="*/ 2233135 h 2237474"/>
              <a:gd name="connsiteX216" fmla="*/ 1283504 w 12192000"/>
              <a:gd name="connsiteY216" fmla="*/ 2233797 h 2237474"/>
              <a:gd name="connsiteX217" fmla="*/ 1279765 w 12192000"/>
              <a:gd name="connsiteY217" fmla="*/ 2229639 h 2237474"/>
              <a:gd name="connsiteX218" fmla="*/ 1195347 w 12192000"/>
              <a:gd name="connsiteY218" fmla="*/ 2212354 h 2237474"/>
              <a:gd name="connsiteX219" fmla="*/ 970251 w 12192000"/>
              <a:gd name="connsiteY219" fmla="*/ 2221029 h 2237474"/>
              <a:gd name="connsiteX220" fmla="*/ 812914 w 12192000"/>
              <a:gd name="connsiteY220" fmla="*/ 2202752 h 2237474"/>
              <a:gd name="connsiteX221" fmla="*/ 800195 w 12192000"/>
              <a:gd name="connsiteY221" fmla="*/ 2209407 h 2237474"/>
              <a:gd name="connsiteX222" fmla="*/ 784978 w 12192000"/>
              <a:gd name="connsiteY222" fmla="*/ 2212360 h 2237474"/>
              <a:gd name="connsiteX223" fmla="*/ 681987 w 12192000"/>
              <a:gd name="connsiteY223" fmla="*/ 2216757 h 2237474"/>
              <a:gd name="connsiteX224" fmla="*/ 669923 w 12192000"/>
              <a:gd name="connsiteY224" fmla="*/ 2211682 h 2237474"/>
              <a:gd name="connsiteX225" fmla="*/ 648680 w 12192000"/>
              <a:gd name="connsiteY225" fmla="*/ 2206229 h 2237474"/>
              <a:gd name="connsiteX226" fmla="*/ 597225 w 12192000"/>
              <a:gd name="connsiteY226" fmla="*/ 2180999 h 2237474"/>
              <a:gd name="connsiteX227" fmla="*/ 558449 w 12192000"/>
              <a:gd name="connsiteY227" fmla="*/ 2182346 h 2237474"/>
              <a:gd name="connsiteX228" fmla="*/ 550517 w 12192000"/>
              <a:gd name="connsiteY228" fmla="*/ 2182060 h 2237474"/>
              <a:gd name="connsiteX229" fmla="*/ 550309 w 12192000"/>
              <a:gd name="connsiteY229" fmla="*/ 2181825 h 2237474"/>
              <a:gd name="connsiteX230" fmla="*/ 541836 w 12192000"/>
              <a:gd name="connsiteY230" fmla="*/ 2181063 h 2237474"/>
              <a:gd name="connsiteX231" fmla="*/ 536057 w 12192000"/>
              <a:gd name="connsiteY231" fmla="*/ 2181537 h 2237474"/>
              <a:gd name="connsiteX232" fmla="*/ 520671 w 12192000"/>
              <a:gd name="connsiteY232" fmla="*/ 2180980 h 2237474"/>
              <a:gd name="connsiteX233" fmla="*/ 515024 w 12192000"/>
              <a:gd name="connsiteY233" fmla="*/ 2179258 h 2237474"/>
              <a:gd name="connsiteX234" fmla="*/ 512278 w 12192000"/>
              <a:gd name="connsiteY234" fmla="*/ 2176369 h 2237474"/>
              <a:gd name="connsiteX235" fmla="*/ 480419 w 12192000"/>
              <a:gd name="connsiteY235" fmla="*/ 2167807 h 2237474"/>
              <a:gd name="connsiteX236" fmla="*/ 413835 w 12192000"/>
              <a:gd name="connsiteY236" fmla="*/ 2156783 h 2237474"/>
              <a:gd name="connsiteX237" fmla="*/ 376513 w 12192000"/>
              <a:gd name="connsiteY237" fmla="*/ 2154014 h 2237474"/>
              <a:gd name="connsiteX238" fmla="*/ 273386 w 12192000"/>
              <a:gd name="connsiteY238" fmla="*/ 2142551 h 2237474"/>
              <a:gd name="connsiteX239" fmla="*/ 169207 w 12192000"/>
              <a:gd name="connsiteY239" fmla="*/ 2128100 h 2237474"/>
              <a:gd name="connsiteX240" fmla="*/ 93149 w 12192000"/>
              <a:gd name="connsiteY240" fmla="*/ 2105324 h 2237474"/>
              <a:gd name="connsiteX241" fmla="*/ 88109 w 12192000"/>
              <a:gd name="connsiteY241" fmla="*/ 2106704 h 2237474"/>
              <a:gd name="connsiteX242" fmla="*/ 80022 w 12192000"/>
              <a:gd name="connsiteY242" fmla="*/ 2107254 h 2237474"/>
              <a:gd name="connsiteX243" fmla="*/ 79717 w 12192000"/>
              <a:gd name="connsiteY243" fmla="*/ 2107046 h 2237474"/>
              <a:gd name="connsiteX244" fmla="*/ 72352 w 12192000"/>
              <a:gd name="connsiteY244" fmla="*/ 2107991 h 2237474"/>
              <a:gd name="connsiteX245" fmla="*/ 37645 w 12192000"/>
              <a:gd name="connsiteY245" fmla="*/ 2115401 h 2237474"/>
              <a:gd name="connsiteX246" fmla="*/ 4572 w 12192000"/>
              <a:gd name="connsiteY246" fmla="*/ 2111091 h 2237474"/>
              <a:gd name="connsiteX247" fmla="*/ 0 w 12192000"/>
              <a:gd name="connsiteY247" fmla="*/ 2110468 h 2237474"/>
              <a:gd name="connsiteX248" fmla="*/ 0 w 12192000"/>
              <a:gd name="connsiteY2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459810 w 12192000"/>
              <a:gd name="connsiteY143" fmla="*/ 1797886 h 2237474"/>
              <a:gd name="connsiteX144" fmla="*/ 4379064 w 12192000"/>
              <a:gd name="connsiteY144" fmla="*/ 1817177 h 2237474"/>
              <a:gd name="connsiteX145" fmla="*/ 4319209 w 12192000"/>
              <a:gd name="connsiteY145" fmla="*/ 1834833 h 2237474"/>
              <a:gd name="connsiteX146" fmla="*/ 4306907 w 12192000"/>
              <a:gd name="connsiteY146" fmla="*/ 1841641 h 2237474"/>
              <a:gd name="connsiteX147" fmla="*/ 4290981 w 12192000"/>
              <a:gd name="connsiteY147" fmla="*/ 1839677 h 2237474"/>
              <a:gd name="connsiteX148" fmla="*/ 4285792 w 12192000"/>
              <a:gd name="connsiteY148" fmla="*/ 1836231 h 2237474"/>
              <a:gd name="connsiteX149" fmla="*/ 4238372 w 12192000"/>
              <a:gd name="connsiteY149" fmla="*/ 1851480 h 2237474"/>
              <a:gd name="connsiteX150" fmla="*/ 4232517 w 12192000"/>
              <a:gd name="connsiteY150" fmla="*/ 1852567 h 2237474"/>
              <a:gd name="connsiteX151" fmla="*/ 4191732 w 12192000"/>
              <a:gd name="connsiteY151" fmla="*/ 1857328 h 2237474"/>
              <a:gd name="connsiteX152" fmla="*/ 4065532 w 12192000"/>
              <a:gd name="connsiteY152" fmla="*/ 1855477 h 2237474"/>
              <a:gd name="connsiteX153" fmla="*/ 4028460 w 12192000"/>
              <a:gd name="connsiteY153" fmla="*/ 1855137 h 2237474"/>
              <a:gd name="connsiteX154" fmla="*/ 4002267 w 12192000"/>
              <a:gd name="connsiteY154" fmla="*/ 1852352 h 2237474"/>
              <a:gd name="connsiteX155" fmla="*/ 3931396 w 12192000"/>
              <a:gd name="connsiteY155" fmla="*/ 1858915 h 2237474"/>
              <a:gd name="connsiteX156" fmla="*/ 3812162 w 12192000"/>
              <a:gd name="connsiteY156" fmla="*/ 1875501 h 2237474"/>
              <a:gd name="connsiteX157" fmla="*/ 3767672 w 12192000"/>
              <a:gd name="connsiteY157" fmla="*/ 1874600 h 2237474"/>
              <a:gd name="connsiteX158" fmla="*/ 3764741 w 12192000"/>
              <a:gd name="connsiteY158" fmla="*/ 1869433 h 2237474"/>
              <a:gd name="connsiteX159" fmla="*/ 3751332 w 12192000"/>
              <a:gd name="connsiteY159" fmla="*/ 1869854 h 2237474"/>
              <a:gd name="connsiteX160" fmla="*/ 3748155 w 12192000"/>
              <a:gd name="connsiteY160" fmla="*/ 1868903 h 2237474"/>
              <a:gd name="connsiteX161" fmla="*/ 3729530 w 12192000"/>
              <a:gd name="connsiteY161" fmla="*/ 1864513 h 2237474"/>
              <a:gd name="connsiteX162" fmla="*/ 3680177 w 12192000"/>
              <a:gd name="connsiteY162" fmla="*/ 1881552 h 2237474"/>
              <a:gd name="connsiteX163" fmla="*/ 3567259 w 12192000"/>
              <a:gd name="connsiteY163" fmla="*/ 1893482 h 2237474"/>
              <a:gd name="connsiteX164" fmla="*/ 3405770 w 12192000"/>
              <a:gd name="connsiteY164" fmla="*/ 1904591 h 2237474"/>
              <a:gd name="connsiteX165" fmla="*/ 3280097 w 12192000"/>
              <a:gd name="connsiteY165" fmla="*/ 1919610 h 2237474"/>
              <a:gd name="connsiteX166" fmla="*/ 3123424 w 12192000"/>
              <a:gd name="connsiteY166" fmla="*/ 1952930 h 2237474"/>
              <a:gd name="connsiteX167" fmla="*/ 3009910 w 12192000"/>
              <a:gd name="connsiteY167" fmla="*/ 1957866 h 2237474"/>
              <a:gd name="connsiteX168" fmla="*/ 2995934 w 12192000"/>
              <a:gd name="connsiteY168" fmla="*/ 1967085 h 2237474"/>
              <a:gd name="connsiteX169" fmla="*/ 2980071 w 12192000"/>
              <a:gd name="connsiteY169" fmla="*/ 1972988 h 2237474"/>
              <a:gd name="connsiteX170" fmla="*/ 2978094 w 12192000"/>
              <a:gd name="connsiteY170" fmla="*/ 1972369 h 2237474"/>
              <a:gd name="connsiteX171" fmla="*/ 2942858 w 12192000"/>
              <a:gd name="connsiteY171" fmla="*/ 1981367 h 2237474"/>
              <a:gd name="connsiteX172" fmla="*/ 2875436 w 12192000"/>
              <a:gd name="connsiteY172" fmla="*/ 1996977 h 2237474"/>
              <a:gd name="connsiteX173" fmla="*/ 2874892 w 12192000"/>
              <a:gd name="connsiteY173" fmla="*/ 1996085 h 2237474"/>
              <a:gd name="connsiteX174" fmla="*/ 2864145 w 12192000"/>
              <a:gd name="connsiteY174" fmla="*/ 1994061 h 2237474"/>
              <a:gd name="connsiteX175" fmla="*/ 2843662 w 12192000"/>
              <a:gd name="connsiteY175" fmla="*/ 1992498 h 2237474"/>
              <a:gd name="connsiteX176" fmla="*/ 2796128 w 12192000"/>
              <a:gd name="connsiteY176" fmla="*/ 1976403 h 2237474"/>
              <a:gd name="connsiteX177" fmla="*/ 2756784 w 12192000"/>
              <a:gd name="connsiteY177" fmla="*/ 1985116 h 2237474"/>
              <a:gd name="connsiteX178" fmla="*/ 2748833 w 12192000"/>
              <a:gd name="connsiteY178" fmla="*/ 1986323 h 2237474"/>
              <a:gd name="connsiteX179" fmla="*/ 2748661 w 12192000"/>
              <a:gd name="connsiteY179" fmla="*/ 1986122 h 2237474"/>
              <a:gd name="connsiteX180" fmla="*/ 2740251 w 12192000"/>
              <a:gd name="connsiteY180" fmla="*/ 1986946 h 2237474"/>
              <a:gd name="connsiteX181" fmla="*/ 2718916 w 12192000"/>
              <a:gd name="connsiteY181" fmla="*/ 1990867 h 2237474"/>
              <a:gd name="connsiteX182" fmla="*/ 2713522 w 12192000"/>
              <a:gd name="connsiteY182" fmla="*/ 1990173 h 2237474"/>
              <a:gd name="connsiteX183" fmla="*/ 2680597 w 12192000"/>
              <a:gd name="connsiteY183" fmla="*/ 1984996 h 2237474"/>
              <a:gd name="connsiteX184" fmla="*/ 2578178 w 12192000"/>
              <a:gd name="connsiteY184" fmla="*/ 1990531 h 2237474"/>
              <a:gd name="connsiteX185" fmla="*/ 2476147 w 12192000"/>
              <a:gd name="connsiteY185" fmla="*/ 1998305 h 2237474"/>
              <a:gd name="connsiteX186" fmla="*/ 2373568 w 12192000"/>
              <a:gd name="connsiteY186" fmla="*/ 2003219 h 2237474"/>
              <a:gd name="connsiteX187" fmla="*/ 2321399 w 12192000"/>
              <a:gd name="connsiteY187" fmla="*/ 1989467 h 2237474"/>
              <a:gd name="connsiteX188" fmla="*/ 2315525 w 12192000"/>
              <a:gd name="connsiteY188" fmla="*/ 1989708 h 2237474"/>
              <a:gd name="connsiteX189" fmla="*/ 2300792 w 12192000"/>
              <a:gd name="connsiteY189" fmla="*/ 1994290 h 2237474"/>
              <a:gd name="connsiteX190" fmla="*/ 2295469 w 12192000"/>
              <a:gd name="connsiteY190" fmla="*/ 1996659 h 2237474"/>
              <a:gd name="connsiteX191" fmla="*/ 2287219 w 12192000"/>
              <a:gd name="connsiteY191" fmla="*/ 1998750 h 2237474"/>
              <a:gd name="connsiteX192" fmla="*/ 2286948 w 12192000"/>
              <a:gd name="connsiteY192" fmla="*/ 1998596 h 2237474"/>
              <a:gd name="connsiteX193" fmla="*/ 2243069 w 12192000"/>
              <a:gd name="connsiteY193" fmla="*/ 2015111 h 2237474"/>
              <a:gd name="connsiteX194" fmla="*/ 2186609 w 12192000"/>
              <a:gd name="connsiteY194" fmla="*/ 2008263 h 2237474"/>
              <a:gd name="connsiteX195" fmla="*/ 2164831 w 12192000"/>
              <a:gd name="connsiteY195" fmla="*/ 2010143 h 2237474"/>
              <a:gd name="connsiteX196" fmla="*/ 2152836 w 12192000"/>
              <a:gd name="connsiteY196" fmla="*/ 2010048 h 2237474"/>
              <a:gd name="connsiteX197" fmla="*/ 2117102 w 12192000"/>
              <a:gd name="connsiteY197" fmla="*/ 2023004 h 2237474"/>
              <a:gd name="connsiteX198" fmla="*/ 2111935 w 12192000"/>
              <a:gd name="connsiteY198" fmla="*/ 2023163 h 2237474"/>
              <a:gd name="connsiteX199" fmla="*/ 2089991 w 12192000"/>
              <a:gd name="connsiteY199" fmla="*/ 2034193 h 2237474"/>
              <a:gd name="connsiteX200" fmla="*/ 2058061 w 12192000"/>
              <a:gd name="connsiteY200" fmla="*/ 2047942 h 2237474"/>
              <a:gd name="connsiteX201" fmla="*/ 2055737 w 12192000"/>
              <a:gd name="connsiteY201" fmla="*/ 2047704 h 2237474"/>
              <a:gd name="connsiteX202" fmla="*/ 2042244 w 12192000"/>
              <a:gd name="connsiteY202" fmla="*/ 2055560 h 2237474"/>
              <a:gd name="connsiteX203" fmla="*/ 1976224 w 12192000"/>
              <a:gd name="connsiteY203" fmla="*/ 2074257 h 2237474"/>
              <a:gd name="connsiteX204" fmla="*/ 1877728 w 12192000"/>
              <a:gd name="connsiteY204" fmla="*/ 2101004 h 2237474"/>
              <a:gd name="connsiteX205" fmla="*/ 1759056 w 12192000"/>
              <a:gd name="connsiteY205" fmla="*/ 2125608 h 2237474"/>
              <a:gd name="connsiteX206" fmla="*/ 1637948 w 12192000"/>
              <a:gd name="connsiteY206" fmla="*/ 2172597 h 2237474"/>
              <a:gd name="connsiteX207" fmla="*/ 1434549 w 12192000"/>
              <a:gd name="connsiteY207" fmla="*/ 2234522 h 2237474"/>
              <a:gd name="connsiteX208" fmla="*/ 1398481 w 12192000"/>
              <a:gd name="connsiteY208" fmla="*/ 2237074 h 2237474"/>
              <a:gd name="connsiteX209" fmla="*/ 1398407 w 12192000"/>
              <a:gd name="connsiteY209" fmla="*/ 2237095 h 2237474"/>
              <a:gd name="connsiteX210" fmla="*/ 1370962 w 12192000"/>
              <a:gd name="connsiteY210" fmla="*/ 2237474 h 2237474"/>
              <a:gd name="connsiteX211" fmla="*/ 1356367 w 12192000"/>
              <a:gd name="connsiteY211" fmla="*/ 2235089 h 2237474"/>
              <a:gd name="connsiteX212" fmla="*/ 1324828 w 12192000"/>
              <a:gd name="connsiteY212" fmla="*/ 2231968 h 2237474"/>
              <a:gd name="connsiteX213" fmla="*/ 1297744 w 12192000"/>
              <a:gd name="connsiteY213" fmla="*/ 2235849 h 2237474"/>
              <a:gd name="connsiteX214" fmla="*/ 1286236 w 12192000"/>
              <a:gd name="connsiteY214" fmla="*/ 2233135 h 2237474"/>
              <a:gd name="connsiteX215" fmla="*/ 1283504 w 12192000"/>
              <a:gd name="connsiteY215" fmla="*/ 2233797 h 2237474"/>
              <a:gd name="connsiteX216" fmla="*/ 1279765 w 12192000"/>
              <a:gd name="connsiteY216" fmla="*/ 2229639 h 2237474"/>
              <a:gd name="connsiteX217" fmla="*/ 1195347 w 12192000"/>
              <a:gd name="connsiteY217" fmla="*/ 2212354 h 2237474"/>
              <a:gd name="connsiteX218" fmla="*/ 970251 w 12192000"/>
              <a:gd name="connsiteY218" fmla="*/ 2221029 h 2237474"/>
              <a:gd name="connsiteX219" fmla="*/ 812914 w 12192000"/>
              <a:gd name="connsiteY219" fmla="*/ 2202752 h 2237474"/>
              <a:gd name="connsiteX220" fmla="*/ 800195 w 12192000"/>
              <a:gd name="connsiteY220" fmla="*/ 2209407 h 2237474"/>
              <a:gd name="connsiteX221" fmla="*/ 784978 w 12192000"/>
              <a:gd name="connsiteY221" fmla="*/ 2212360 h 2237474"/>
              <a:gd name="connsiteX222" fmla="*/ 681987 w 12192000"/>
              <a:gd name="connsiteY222" fmla="*/ 2216757 h 2237474"/>
              <a:gd name="connsiteX223" fmla="*/ 669923 w 12192000"/>
              <a:gd name="connsiteY223" fmla="*/ 2211682 h 2237474"/>
              <a:gd name="connsiteX224" fmla="*/ 648680 w 12192000"/>
              <a:gd name="connsiteY224" fmla="*/ 2206229 h 2237474"/>
              <a:gd name="connsiteX225" fmla="*/ 597225 w 12192000"/>
              <a:gd name="connsiteY225" fmla="*/ 2180999 h 2237474"/>
              <a:gd name="connsiteX226" fmla="*/ 558449 w 12192000"/>
              <a:gd name="connsiteY226" fmla="*/ 2182346 h 2237474"/>
              <a:gd name="connsiteX227" fmla="*/ 550517 w 12192000"/>
              <a:gd name="connsiteY227" fmla="*/ 2182060 h 2237474"/>
              <a:gd name="connsiteX228" fmla="*/ 550309 w 12192000"/>
              <a:gd name="connsiteY228" fmla="*/ 2181825 h 2237474"/>
              <a:gd name="connsiteX229" fmla="*/ 541836 w 12192000"/>
              <a:gd name="connsiteY229" fmla="*/ 2181063 h 2237474"/>
              <a:gd name="connsiteX230" fmla="*/ 536057 w 12192000"/>
              <a:gd name="connsiteY230" fmla="*/ 2181537 h 2237474"/>
              <a:gd name="connsiteX231" fmla="*/ 520671 w 12192000"/>
              <a:gd name="connsiteY231" fmla="*/ 2180980 h 2237474"/>
              <a:gd name="connsiteX232" fmla="*/ 515024 w 12192000"/>
              <a:gd name="connsiteY232" fmla="*/ 2179258 h 2237474"/>
              <a:gd name="connsiteX233" fmla="*/ 512278 w 12192000"/>
              <a:gd name="connsiteY233" fmla="*/ 2176369 h 2237474"/>
              <a:gd name="connsiteX234" fmla="*/ 480419 w 12192000"/>
              <a:gd name="connsiteY234" fmla="*/ 2167807 h 2237474"/>
              <a:gd name="connsiteX235" fmla="*/ 413835 w 12192000"/>
              <a:gd name="connsiteY235" fmla="*/ 2156783 h 2237474"/>
              <a:gd name="connsiteX236" fmla="*/ 376513 w 12192000"/>
              <a:gd name="connsiteY236" fmla="*/ 2154014 h 2237474"/>
              <a:gd name="connsiteX237" fmla="*/ 273386 w 12192000"/>
              <a:gd name="connsiteY237" fmla="*/ 2142551 h 2237474"/>
              <a:gd name="connsiteX238" fmla="*/ 169207 w 12192000"/>
              <a:gd name="connsiteY238" fmla="*/ 2128100 h 2237474"/>
              <a:gd name="connsiteX239" fmla="*/ 93149 w 12192000"/>
              <a:gd name="connsiteY239" fmla="*/ 2105324 h 2237474"/>
              <a:gd name="connsiteX240" fmla="*/ 88109 w 12192000"/>
              <a:gd name="connsiteY240" fmla="*/ 2106704 h 2237474"/>
              <a:gd name="connsiteX241" fmla="*/ 80022 w 12192000"/>
              <a:gd name="connsiteY241" fmla="*/ 2107254 h 2237474"/>
              <a:gd name="connsiteX242" fmla="*/ 79717 w 12192000"/>
              <a:gd name="connsiteY242" fmla="*/ 2107046 h 2237474"/>
              <a:gd name="connsiteX243" fmla="*/ 72352 w 12192000"/>
              <a:gd name="connsiteY243" fmla="*/ 2107991 h 2237474"/>
              <a:gd name="connsiteX244" fmla="*/ 37645 w 12192000"/>
              <a:gd name="connsiteY244" fmla="*/ 2115401 h 2237474"/>
              <a:gd name="connsiteX245" fmla="*/ 4572 w 12192000"/>
              <a:gd name="connsiteY245" fmla="*/ 2111091 h 2237474"/>
              <a:gd name="connsiteX246" fmla="*/ 0 w 12192000"/>
              <a:gd name="connsiteY246" fmla="*/ 2110468 h 2237474"/>
              <a:gd name="connsiteX247" fmla="*/ 0 w 12192000"/>
              <a:gd name="connsiteY24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53307 w 12192000"/>
              <a:gd name="connsiteY117" fmla="*/ 1815450 h 2237474"/>
              <a:gd name="connsiteX118" fmla="*/ 5364192 w 12192000"/>
              <a:gd name="connsiteY118" fmla="*/ 1826074 h 2237474"/>
              <a:gd name="connsiteX119" fmla="*/ 5350380 w 12192000"/>
              <a:gd name="connsiteY119" fmla="*/ 1830891 h 2237474"/>
              <a:gd name="connsiteX120" fmla="*/ 5259633 w 12192000"/>
              <a:gd name="connsiteY120" fmla="*/ 1837160 h 2237474"/>
              <a:gd name="connsiteX121" fmla="*/ 5197513 w 12192000"/>
              <a:gd name="connsiteY121" fmla="*/ 1844718 h 2237474"/>
              <a:gd name="connsiteX122" fmla="*/ 5184170 w 12192000"/>
              <a:gd name="connsiteY122" fmla="*/ 1849402 h 2237474"/>
              <a:gd name="connsiteX123" fmla="*/ 5168852 w 12192000"/>
              <a:gd name="connsiteY123" fmla="*/ 1844846 h 2237474"/>
              <a:gd name="connsiteX124" fmla="*/ 5164370 w 12192000"/>
              <a:gd name="connsiteY124" fmla="*/ 1840597 h 2237474"/>
              <a:gd name="connsiteX125" fmla="*/ 5114927 w 12192000"/>
              <a:gd name="connsiteY125" fmla="*/ 1847827 h 2237474"/>
              <a:gd name="connsiteX126" fmla="*/ 5108970 w 12192000"/>
              <a:gd name="connsiteY126" fmla="*/ 1847935 h 2237474"/>
              <a:gd name="connsiteX127" fmla="*/ 5067961 w 12192000"/>
              <a:gd name="connsiteY127" fmla="*/ 1845917 h 2237474"/>
              <a:gd name="connsiteX128" fmla="*/ 5007075 w 12192000"/>
              <a:gd name="connsiteY128" fmla="*/ 1838626 h 2237474"/>
              <a:gd name="connsiteX129" fmla="*/ 4944087 w 12192000"/>
              <a:gd name="connsiteY129" fmla="*/ 1823332 h 2237474"/>
              <a:gd name="connsiteX130" fmla="*/ 4907662 w 12192000"/>
              <a:gd name="connsiteY130" fmla="*/ 1816900 h 2237474"/>
              <a:gd name="connsiteX131" fmla="*/ 4882386 w 12192000"/>
              <a:gd name="connsiteY131" fmla="*/ 1809844 h 2237474"/>
              <a:gd name="connsiteX132" fmla="*/ 4811440 w 12192000"/>
              <a:gd name="connsiteY132" fmla="*/ 1804655 h 2237474"/>
              <a:gd name="connsiteX133" fmla="*/ 4691075 w 12192000"/>
              <a:gd name="connsiteY133" fmla="*/ 1801389 h 2237474"/>
              <a:gd name="connsiteX134" fmla="*/ 4647449 w 12192000"/>
              <a:gd name="connsiteY134" fmla="*/ 1793181 h 2237474"/>
              <a:gd name="connsiteX135" fmla="*/ 4645504 w 12192000"/>
              <a:gd name="connsiteY135" fmla="*/ 1787606 h 2237474"/>
              <a:gd name="connsiteX136" fmla="*/ 4632229 w 12192000"/>
              <a:gd name="connsiteY136" fmla="*/ 1785815 h 2237474"/>
              <a:gd name="connsiteX137" fmla="*/ 4629273 w 12192000"/>
              <a:gd name="connsiteY137" fmla="*/ 1784355 h 2237474"/>
              <a:gd name="connsiteX138" fmla="*/ 4611738 w 12192000"/>
              <a:gd name="connsiteY138" fmla="*/ 1776964 h 2237474"/>
              <a:gd name="connsiteX139" fmla="*/ 4560070 w 12192000"/>
              <a:gd name="connsiteY139" fmla="*/ 1785640 h 2237474"/>
              <a:gd name="connsiteX140" fmla="*/ 4536503 w 12192000"/>
              <a:gd name="connsiteY140" fmla="*/ 1785334 h 2237474"/>
              <a:gd name="connsiteX141" fmla="*/ 4513724 w 12192000"/>
              <a:gd name="connsiteY141" fmla="*/ 1791996 h 2237474"/>
              <a:gd name="connsiteX142" fmla="*/ 4459810 w 12192000"/>
              <a:gd name="connsiteY142" fmla="*/ 1797886 h 2237474"/>
              <a:gd name="connsiteX143" fmla="*/ 4379064 w 12192000"/>
              <a:gd name="connsiteY143" fmla="*/ 1817177 h 2237474"/>
              <a:gd name="connsiteX144" fmla="*/ 4319209 w 12192000"/>
              <a:gd name="connsiteY144" fmla="*/ 1834833 h 2237474"/>
              <a:gd name="connsiteX145" fmla="*/ 4306907 w 12192000"/>
              <a:gd name="connsiteY145" fmla="*/ 1841641 h 2237474"/>
              <a:gd name="connsiteX146" fmla="*/ 4290981 w 12192000"/>
              <a:gd name="connsiteY146" fmla="*/ 1839677 h 2237474"/>
              <a:gd name="connsiteX147" fmla="*/ 4285792 w 12192000"/>
              <a:gd name="connsiteY147" fmla="*/ 1836231 h 2237474"/>
              <a:gd name="connsiteX148" fmla="*/ 4238372 w 12192000"/>
              <a:gd name="connsiteY148" fmla="*/ 1851480 h 2237474"/>
              <a:gd name="connsiteX149" fmla="*/ 4232517 w 12192000"/>
              <a:gd name="connsiteY149" fmla="*/ 1852567 h 2237474"/>
              <a:gd name="connsiteX150" fmla="*/ 4191732 w 12192000"/>
              <a:gd name="connsiteY150" fmla="*/ 1857328 h 2237474"/>
              <a:gd name="connsiteX151" fmla="*/ 4065532 w 12192000"/>
              <a:gd name="connsiteY151" fmla="*/ 1855477 h 2237474"/>
              <a:gd name="connsiteX152" fmla="*/ 4028460 w 12192000"/>
              <a:gd name="connsiteY152" fmla="*/ 1855137 h 2237474"/>
              <a:gd name="connsiteX153" fmla="*/ 4002267 w 12192000"/>
              <a:gd name="connsiteY153" fmla="*/ 1852352 h 2237474"/>
              <a:gd name="connsiteX154" fmla="*/ 3931396 w 12192000"/>
              <a:gd name="connsiteY154" fmla="*/ 1858915 h 2237474"/>
              <a:gd name="connsiteX155" fmla="*/ 3812162 w 12192000"/>
              <a:gd name="connsiteY155" fmla="*/ 1875501 h 2237474"/>
              <a:gd name="connsiteX156" fmla="*/ 3767672 w 12192000"/>
              <a:gd name="connsiteY156" fmla="*/ 1874600 h 2237474"/>
              <a:gd name="connsiteX157" fmla="*/ 3764741 w 12192000"/>
              <a:gd name="connsiteY157" fmla="*/ 1869433 h 2237474"/>
              <a:gd name="connsiteX158" fmla="*/ 3751332 w 12192000"/>
              <a:gd name="connsiteY158" fmla="*/ 1869854 h 2237474"/>
              <a:gd name="connsiteX159" fmla="*/ 3748155 w 12192000"/>
              <a:gd name="connsiteY159" fmla="*/ 1868903 h 2237474"/>
              <a:gd name="connsiteX160" fmla="*/ 3729530 w 12192000"/>
              <a:gd name="connsiteY160" fmla="*/ 1864513 h 2237474"/>
              <a:gd name="connsiteX161" fmla="*/ 3680177 w 12192000"/>
              <a:gd name="connsiteY161" fmla="*/ 1881552 h 2237474"/>
              <a:gd name="connsiteX162" fmla="*/ 3567259 w 12192000"/>
              <a:gd name="connsiteY162" fmla="*/ 1893482 h 2237474"/>
              <a:gd name="connsiteX163" fmla="*/ 3405770 w 12192000"/>
              <a:gd name="connsiteY163" fmla="*/ 1904591 h 2237474"/>
              <a:gd name="connsiteX164" fmla="*/ 3280097 w 12192000"/>
              <a:gd name="connsiteY164" fmla="*/ 1919610 h 2237474"/>
              <a:gd name="connsiteX165" fmla="*/ 3123424 w 12192000"/>
              <a:gd name="connsiteY165" fmla="*/ 1952930 h 2237474"/>
              <a:gd name="connsiteX166" fmla="*/ 3009910 w 12192000"/>
              <a:gd name="connsiteY166" fmla="*/ 1957866 h 2237474"/>
              <a:gd name="connsiteX167" fmla="*/ 2995934 w 12192000"/>
              <a:gd name="connsiteY167" fmla="*/ 1967085 h 2237474"/>
              <a:gd name="connsiteX168" fmla="*/ 2980071 w 12192000"/>
              <a:gd name="connsiteY168" fmla="*/ 1972988 h 2237474"/>
              <a:gd name="connsiteX169" fmla="*/ 2978094 w 12192000"/>
              <a:gd name="connsiteY169" fmla="*/ 1972369 h 2237474"/>
              <a:gd name="connsiteX170" fmla="*/ 2942858 w 12192000"/>
              <a:gd name="connsiteY170" fmla="*/ 1981367 h 2237474"/>
              <a:gd name="connsiteX171" fmla="*/ 2875436 w 12192000"/>
              <a:gd name="connsiteY171" fmla="*/ 1996977 h 2237474"/>
              <a:gd name="connsiteX172" fmla="*/ 2874892 w 12192000"/>
              <a:gd name="connsiteY172" fmla="*/ 1996085 h 2237474"/>
              <a:gd name="connsiteX173" fmla="*/ 2864145 w 12192000"/>
              <a:gd name="connsiteY173" fmla="*/ 1994061 h 2237474"/>
              <a:gd name="connsiteX174" fmla="*/ 2843662 w 12192000"/>
              <a:gd name="connsiteY174" fmla="*/ 1992498 h 2237474"/>
              <a:gd name="connsiteX175" fmla="*/ 2796128 w 12192000"/>
              <a:gd name="connsiteY175" fmla="*/ 1976403 h 2237474"/>
              <a:gd name="connsiteX176" fmla="*/ 2756784 w 12192000"/>
              <a:gd name="connsiteY176" fmla="*/ 1985116 h 2237474"/>
              <a:gd name="connsiteX177" fmla="*/ 2748833 w 12192000"/>
              <a:gd name="connsiteY177" fmla="*/ 1986323 h 2237474"/>
              <a:gd name="connsiteX178" fmla="*/ 2748661 w 12192000"/>
              <a:gd name="connsiteY178" fmla="*/ 1986122 h 2237474"/>
              <a:gd name="connsiteX179" fmla="*/ 2740251 w 12192000"/>
              <a:gd name="connsiteY179" fmla="*/ 1986946 h 2237474"/>
              <a:gd name="connsiteX180" fmla="*/ 2718916 w 12192000"/>
              <a:gd name="connsiteY180" fmla="*/ 1990867 h 2237474"/>
              <a:gd name="connsiteX181" fmla="*/ 2713522 w 12192000"/>
              <a:gd name="connsiteY181" fmla="*/ 1990173 h 2237474"/>
              <a:gd name="connsiteX182" fmla="*/ 2680597 w 12192000"/>
              <a:gd name="connsiteY182" fmla="*/ 1984996 h 2237474"/>
              <a:gd name="connsiteX183" fmla="*/ 2578178 w 12192000"/>
              <a:gd name="connsiteY183" fmla="*/ 1990531 h 2237474"/>
              <a:gd name="connsiteX184" fmla="*/ 2476147 w 12192000"/>
              <a:gd name="connsiteY184" fmla="*/ 1998305 h 2237474"/>
              <a:gd name="connsiteX185" fmla="*/ 2373568 w 12192000"/>
              <a:gd name="connsiteY185" fmla="*/ 2003219 h 2237474"/>
              <a:gd name="connsiteX186" fmla="*/ 2321399 w 12192000"/>
              <a:gd name="connsiteY186" fmla="*/ 1989467 h 2237474"/>
              <a:gd name="connsiteX187" fmla="*/ 2315525 w 12192000"/>
              <a:gd name="connsiteY187" fmla="*/ 1989708 h 2237474"/>
              <a:gd name="connsiteX188" fmla="*/ 2300792 w 12192000"/>
              <a:gd name="connsiteY188" fmla="*/ 1994290 h 2237474"/>
              <a:gd name="connsiteX189" fmla="*/ 2295469 w 12192000"/>
              <a:gd name="connsiteY189" fmla="*/ 1996659 h 2237474"/>
              <a:gd name="connsiteX190" fmla="*/ 2287219 w 12192000"/>
              <a:gd name="connsiteY190" fmla="*/ 1998750 h 2237474"/>
              <a:gd name="connsiteX191" fmla="*/ 2286948 w 12192000"/>
              <a:gd name="connsiteY191" fmla="*/ 1998596 h 2237474"/>
              <a:gd name="connsiteX192" fmla="*/ 2243069 w 12192000"/>
              <a:gd name="connsiteY192" fmla="*/ 2015111 h 2237474"/>
              <a:gd name="connsiteX193" fmla="*/ 2186609 w 12192000"/>
              <a:gd name="connsiteY193" fmla="*/ 2008263 h 2237474"/>
              <a:gd name="connsiteX194" fmla="*/ 2164831 w 12192000"/>
              <a:gd name="connsiteY194" fmla="*/ 2010143 h 2237474"/>
              <a:gd name="connsiteX195" fmla="*/ 2152836 w 12192000"/>
              <a:gd name="connsiteY195" fmla="*/ 2010048 h 2237474"/>
              <a:gd name="connsiteX196" fmla="*/ 2117102 w 12192000"/>
              <a:gd name="connsiteY196" fmla="*/ 2023004 h 2237474"/>
              <a:gd name="connsiteX197" fmla="*/ 2111935 w 12192000"/>
              <a:gd name="connsiteY197" fmla="*/ 2023163 h 2237474"/>
              <a:gd name="connsiteX198" fmla="*/ 2089991 w 12192000"/>
              <a:gd name="connsiteY198" fmla="*/ 2034193 h 2237474"/>
              <a:gd name="connsiteX199" fmla="*/ 2058061 w 12192000"/>
              <a:gd name="connsiteY199" fmla="*/ 2047942 h 2237474"/>
              <a:gd name="connsiteX200" fmla="*/ 2055737 w 12192000"/>
              <a:gd name="connsiteY200" fmla="*/ 2047704 h 2237474"/>
              <a:gd name="connsiteX201" fmla="*/ 2042244 w 12192000"/>
              <a:gd name="connsiteY201" fmla="*/ 2055560 h 2237474"/>
              <a:gd name="connsiteX202" fmla="*/ 1976224 w 12192000"/>
              <a:gd name="connsiteY202" fmla="*/ 2074257 h 2237474"/>
              <a:gd name="connsiteX203" fmla="*/ 1877728 w 12192000"/>
              <a:gd name="connsiteY203" fmla="*/ 2101004 h 2237474"/>
              <a:gd name="connsiteX204" fmla="*/ 1759056 w 12192000"/>
              <a:gd name="connsiteY204" fmla="*/ 2125608 h 2237474"/>
              <a:gd name="connsiteX205" fmla="*/ 1637948 w 12192000"/>
              <a:gd name="connsiteY205" fmla="*/ 2172597 h 2237474"/>
              <a:gd name="connsiteX206" fmla="*/ 1434549 w 12192000"/>
              <a:gd name="connsiteY206" fmla="*/ 2234522 h 2237474"/>
              <a:gd name="connsiteX207" fmla="*/ 1398481 w 12192000"/>
              <a:gd name="connsiteY207" fmla="*/ 2237074 h 2237474"/>
              <a:gd name="connsiteX208" fmla="*/ 1398407 w 12192000"/>
              <a:gd name="connsiteY208" fmla="*/ 2237095 h 2237474"/>
              <a:gd name="connsiteX209" fmla="*/ 1370962 w 12192000"/>
              <a:gd name="connsiteY209" fmla="*/ 2237474 h 2237474"/>
              <a:gd name="connsiteX210" fmla="*/ 1356367 w 12192000"/>
              <a:gd name="connsiteY210" fmla="*/ 2235089 h 2237474"/>
              <a:gd name="connsiteX211" fmla="*/ 1324828 w 12192000"/>
              <a:gd name="connsiteY211" fmla="*/ 2231968 h 2237474"/>
              <a:gd name="connsiteX212" fmla="*/ 1297744 w 12192000"/>
              <a:gd name="connsiteY212" fmla="*/ 2235849 h 2237474"/>
              <a:gd name="connsiteX213" fmla="*/ 1286236 w 12192000"/>
              <a:gd name="connsiteY213" fmla="*/ 2233135 h 2237474"/>
              <a:gd name="connsiteX214" fmla="*/ 1283504 w 12192000"/>
              <a:gd name="connsiteY214" fmla="*/ 2233797 h 2237474"/>
              <a:gd name="connsiteX215" fmla="*/ 1279765 w 12192000"/>
              <a:gd name="connsiteY215" fmla="*/ 2229639 h 2237474"/>
              <a:gd name="connsiteX216" fmla="*/ 1195347 w 12192000"/>
              <a:gd name="connsiteY216" fmla="*/ 2212354 h 2237474"/>
              <a:gd name="connsiteX217" fmla="*/ 970251 w 12192000"/>
              <a:gd name="connsiteY217" fmla="*/ 2221029 h 2237474"/>
              <a:gd name="connsiteX218" fmla="*/ 812914 w 12192000"/>
              <a:gd name="connsiteY218" fmla="*/ 2202752 h 2237474"/>
              <a:gd name="connsiteX219" fmla="*/ 800195 w 12192000"/>
              <a:gd name="connsiteY219" fmla="*/ 2209407 h 2237474"/>
              <a:gd name="connsiteX220" fmla="*/ 784978 w 12192000"/>
              <a:gd name="connsiteY220" fmla="*/ 2212360 h 2237474"/>
              <a:gd name="connsiteX221" fmla="*/ 681987 w 12192000"/>
              <a:gd name="connsiteY221" fmla="*/ 2216757 h 2237474"/>
              <a:gd name="connsiteX222" fmla="*/ 669923 w 12192000"/>
              <a:gd name="connsiteY222" fmla="*/ 2211682 h 2237474"/>
              <a:gd name="connsiteX223" fmla="*/ 648680 w 12192000"/>
              <a:gd name="connsiteY223" fmla="*/ 2206229 h 2237474"/>
              <a:gd name="connsiteX224" fmla="*/ 597225 w 12192000"/>
              <a:gd name="connsiteY224" fmla="*/ 2180999 h 2237474"/>
              <a:gd name="connsiteX225" fmla="*/ 558449 w 12192000"/>
              <a:gd name="connsiteY225" fmla="*/ 2182346 h 2237474"/>
              <a:gd name="connsiteX226" fmla="*/ 550517 w 12192000"/>
              <a:gd name="connsiteY226" fmla="*/ 2182060 h 2237474"/>
              <a:gd name="connsiteX227" fmla="*/ 550309 w 12192000"/>
              <a:gd name="connsiteY227" fmla="*/ 2181825 h 2237474"/>
              <a:gd name="connsiteX228" fmla="*/ 541836 w 12192000"/>
              <a:gd name="connsiteY228" fmla="*/ 2181063 h 2237474"/>
              <a:gd name="connsiteX229" fmla="*/ 536057 w 12192000"/>
              <a:gd name="connsiteY229" fmla="*/ 2181537 h 2237474"/>
              <a:gd name="connsiteX230" fmla="*/ 520671 w 12192000"/>
              <a:gd name="connsiteY230" fmla="*/ 2180980 h 2237474"/>
              <a:gd name="connsiteX231" fmla="*/ 515024 w 12192000"/>
              <a:gd name="connsiteY231" fmla="*/ 2179258 h 2237474"/>
              <a:gd name="connsiteX232" fmla="*/ 512278 w 12192000"/>
              <a:gd name="connsiteY232" fmla="*/ 2176369 h 2237474"/>
              <a:gd name="connsiteX233" fmla="*/ 480419 w 12192000"/>
              <a:gd name="connsiteY233" fmla="*/ 2167807 h 2237474"/>
              <a:gd name="connsiteX234" fmla="*/ 413835 w 12192000"/>
              <a:gd name="connsiteY234" fmla="*/ 2156783 h 2237474"/>
              <a:gd name="connsiteX235" fmla="*/ 376513 w 12192000"/>
              <a:gd name="connsiteY235" fmla="*/ 2154014 h 2237474"/>
              <a:gd name="connsiteX236" fmla="*/ 273386 w 12192000"/>
              <a:gd name="connsiteY236" fmla="*/ 2142551 h 2237474"/>
              <a:gd name="connsiteX237" fmla="*/ 169207 w 12192000"/>
              <a:gd name="connsiteY237" fmla="*/ 2128100 h 2237474"/>
              <a:gd name="connsiteX238" fmla="*/ 93149 w 12192000"/>
              <a:gd name="connsiteY238" fmla="*/ 2105324 h 2237474"/>
              <a:gd name="connsiteX239" fmla="*/ 88109 w 12192000"/>
              <a:gd name="connsiteY239" fmla="*/ 2106704 h 2237474"/>
              <a:gd name="connsiteX240" fmla="*/ 80022 w 12192000"/>
              <a:gd name="connsiteY240" fmla="*/ 2107254 h 2237474"/>
              <a:gd name="connsiteX241" fmla="*/ 79717 w 12192000"/>
              <a:gd name="connsiteY241" fmla="*/ 2107046 h 2237474"/>
              <a:gd name="connsiteX242" fmla="*/ 72352 w 12192000"/>
              <a:gd name="connsiteY242" fmla="*/ 2107991 h 2237474"/>
              <a:gd name="connsiteX243" fmla="*/ 37645 w 12192000"/>
              <a:gd name="connsiteY243" fmla="*/ 2115401 h 2237474"/>
              <a:gd name="connsiteX244" fmla="*/ 4572 w 12192000"/>
              <a:gd name="connsiteY244" fmla="*/ 2111091 h 2237474"/>
              <a:gd name="connsiteX245" fmla="*/ 0 w 12192000"/>
              <a:gd name="connsiteY245" fmla="*/ 2110468 h 2237474"/>
              <a:gd name="connsiteX246" fmla="*/ 0 w 12192000"/>
              <a:gd name="connsiteY24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32229 w 12192000"/>
              <a:gd name="connsiteY135" fmla="*/ 1785815 h 2237474"/>
              <a:gd name="connsiteX136" fmla="*/ 4629273 w 12192000"/>
              <a:gd name="connsiteY136" fmla="*/ 1784355 h 2237474"/>
              <a:gd name="connsiteX137" fmla="*/ 4611738 w 12192000"/>
              <a:gd name="connsiteY137" fmla="*/ 1776964 h 2237474"/>
              <a:gd name="connsiteX138" fmla="*/ 4560070 w 12192000"/>
              <a:gd name="connsiteY138" fmla="*/ 1785640 h 2237474"/>
              <a:gd name="connsiteX139" fmla="*/ 4536503 w 12192000"/>
              <a:gd name="connsiteY139" fmla="*/ 1785334 h 2237474"/>
              <a:gd name="connsiteX140" fmla="*/ 4513724 w 12192000"/>
              <a:gd name="connsiteY140" fmla="*/ 1791996 h 2237474"/>
              <a:gd name="connsiteX141" fmla="*/ 4459810 w 12192000"/>
              <a:gd name="connsiteY141" fmla="*/ 1797886 h 2237474"/>
              <a:gd name="connsiteX142" fmla="*/ 4379064 w 12192000"/>
              <a:gd name="connsiteY142" fmla="*/ 1817177 h 2237474"/>
              <a:gd name="connsiteX143" fmla="*/ 4319209 w 12192000"/>
              <a:gd name="connsiteY143" fmla="*/ 1834833 h 2237474"/>
              <a:gd name="connsiteX144" fmla="*/ 4306907 w 12192000"/>
              <a:gd name="connsiteY144" fmla="*/ 1841641 h 2237474"/>
              <a:gd name="connsiteX145" fmla="*/ 4290981 w 12192000"/>
              <a:gd name="connsiteY145" fmla="*/ 1839677 h 2237474"/>
              <a:gd name="connsiteX146" fmla="*/ 4285792 w 12192000"/>
              <a:gd name="connsiteY146" fmla="*/ 1836231 h 2237474"/>
              <a:gd name="connsiteX147" fmla="*/ 4238372 w 12192000"/>
              <a:gd name="connsiteY147" fmla="*/ 1851480 h 2237474"/>
              <a:gd name="connsiteX148" fmla="*/ 4232517 w 12192000"/>
              <a:gd name="connsiteY148" fmla="*/ 1852567 h 2237474"/>
              <a:gd name="connsiteX149" fmla="*/ 4191732 w 12192000"/>
              <a:gd name="connsiteY149" fmla="*/ 1857328 h 2237474"/>
              <a:gd name="connsiteX150" fmla="*/ 4065532 w 12192000"/>
              <a:gd name="connsiteY150" fmla="*/ 1855477 h 2237474"/>
              <a:gd name="connsiteX151" fmla="*/ 4028460 w 12192000"/>
              <a:gd name="connsiteY151" fmla="*/ 1855137 h 2237474"/>
              <a:gd name="connsiteX152" fmla="*/ 4002267 w 12192000"/>
              <a:gd name="connsiteY152" fmla="*/ 1852352 h 2237474"/>
              <a:gd name="connsiteX153" fmla="*/ 3931396 w 12192000"/>
              <a:gd name="connsiteY153" fmla="*/ 1858915 h 2237474"/>
              <a:gd name="connsiteX154" fmla="*/ 3812162 w 12192000"/>
              <a:gd name="connsiteY154" fmla="*/ 1875501 h 2237474"/>
              <a:gd name="connsiteX155" fmla="*/ 3767672 w 12192000"/>
              <a:gd name="connsiteY155" fmla="*/ 1874600 h 2237474"/>
              <a:gd name="connsiteX156" fmla="*/ 3764741 w 12192000"/>
              <a:gd name="connsiteY156" fmla="*/ 1869433 h 2237474"/>
              <a:gd name="connsiteX157" fmla="*/ 3751332 w 12192000"/>
              <a:gd name="connsiteY157" fmla="*/ 1869854 h 2237474"/>
              <a:gd name="connsiteX158" fmla="*/ 3748155 w 12192000"/>
              <a:gd name="connsiteY158" fmla="*/ 1868903 h 2237474"/>
              <a:gd name="connsiteX159" fmla="*/ 3729530 w 12192000"/>
              <a:gd name="connsiteY159" fmla="*/ 1864513 h 2237474"/>
              <a:gd name="connsiteX160" fmla="*/ 3680177 w 12192000"/>
              <a:gd name="connsiteY160" fmla="*/ 1881552 h 2237474"/>
              <a:gd name="connsiteX161" fmla="*/ 3567259 w 12192000"/>
              <a:gd name="connsiteY161" fmla="*/ 1893482 h 2237474"/>
              <a:gd name="connsiteX162" fmla="*/ 3405770 w 12192000"/>
              <a:gd name="connsiteY162" fmla="*/ 1904591 h 2237474"/>
              <a:gd name="connsiteX163" fmla="*/ 3280097 w 12192000"/>
              <a:gd name="connsiteY163" fmla="*/ 1919610 h 2237474"/>
              <a:gd name="connsiteX164" fmla="*/ 3123424 w 12192000"/>
              <a:gd name="connsiteY164" fmla="*/ 1952930 h 2237474"/>
              <a:gd name="connsiteX165" fmla="*/ 3009910 w 12192000"/>
              <a:gd name="connsiteY165" fmla="*/ 1957866 h 2237474"/>
              <a:gd name="connsiteX166" fmla="*/ 2995934 w 12192000"/>
              <a:gd name="connsiteY166" fmla="*/ 1967085 h 2237474"/>
              <a:gd name="connsiteX167" fmla="*/ 2980071 w 12192000"/>
              <a:gd name="connsiteY167" fmla="*/ 1972988 h 2237474"/>
              <a:gd name="connsiteX168" fmla="*/ 2978094 w 12192000"/>
              <a:gd name="connsiteY168" fmla="*/ 1972369 h 2237474"/>
              <a:gd name="connsiteX169" fmla="*/ 2942858 w 12192000"/>
              <a:gd name="connsiteY169" fmla="*/ 1981367 h 2237474"/>
              <a:gd name="connsiteX170" fmla="*/ 2875436 w 12192000"/>
              <a:gd name="connsiteY170" fmla="*/ 1996977 h 2237474"/>
              <a:gd name="connsiteX171" fmla="*/ 2874892 w 12192000"/>
              <a:gd name="connsiteY171" fmla="*/ 1996085 h 2237474"/>
              <a:gd name="connsiteX172" fmla="*/ 2864145 w 12192000"/>
              <a:gd name="connsiteY172" fmla="*/ 1994061 h 2237474"/>
              <a:gd name="connsiteX173" fmla="*/ 2843662 w 12192000"/>
              <a:gd name="connsiteY173" fmla="*/ 1992498 h 2237474"/>
              <a:gd name="connsiteX174" fmla="*/ 2796128 w 12192000"/>
              <a:gd name="connsiteY174" fmla="*/ 1976403 h 2237474"/>
              <a:gd name="connsiteX175" fmla="*/ 2756784 w 12192000"/>
              <a:gd name="connsiteY175" fmla="*/ 1985116 h 2237474"/>
              <a:gd name="connsiteX176" fmla="*/ 2748833 w 12192000"/>
              <a:gd name="connsiteY176" fmla="*/ 1986323 h 2237474"/>
              <a:gd name="connsiteX177" fmla="*/ 2748661 w 12192000"/>
              <a:gd name="connsiteY177" fmla="*/ 1986122 h 2237474"/>
              <a:gd name="connsiteX178" fmla="*/ 2740251 w 12192000"/>
              <a:gd name="connsiteY178" fmla="*/ 1986946 h 2237474"/>
              <a:gd name="connsiteX179" fmla="*/ 2718916 w 12192000"/>
              <a:gd name="connsiteY179" fmla="*/ 1990867 h 2237474"/>
              <a:gd name="connsiteX180" fmla="*/ 2713522 w 12192000"/>
              <a:gd name="connsiteY180" fmla="*/ 1990173 h 2237474"/>
              <a:gd name="connsiteX181" fmla="*/ 2680597 w 12192000"/>
              <a:gd name="connsiteY181" fmla="*/ 1984996 h 2237474"/>
              <a:gd name="connsiteX182" fmla="*/ 2578178 w 12192000"/>
              <a:gd name="connsiteY182" fmla="*/ 1990531 h 2237474"/>
              <a:gd name="connsiteX183" fmla="*/ 2476147 w 12192000"/>
              <a:gd name="connsiteY183" fmla="*/ 1998305 h 2237474"/>
              <a:gd name="connsiteX184" fmla="*/ 2373568 w 12192000"/>
              <a:gd name="connsiteY184" fmla="*/ 2003219 h 2237474"/>
              <a:gd name="connsiteX185" fmla="*/ 2321399 w 12192000"/>
              <a:gd name="connsiteY185" fmla="*/ 1989467 h 2237474"/>
              <a:gd name="connsiteX186" fmla="*/ 2315525 w 12192000"/>
              <a:gd name="connsiteY186" fmla="*/ 1989708 h 2237474"/>
              <a:gd name="connsiteX187" fmla="*/ 2300792 w 12192000"/>
              <a:gd name="connsiteY187" fmla="*/ 1994290 h 2237474"/>
              <a:gd name="connsiteX188" fmla="*/ 2295469 w 12192000"/>
              <a:gd name="connsiteY188" fmla="*/ 1996659 h 2237474"/>
              <a:gd name="connsiteX189" fmla="*/ 2287219 w 12192000"/>
              <a:gd name="connsiteY189" fmla="*/ 1998750 h 2237474"/>
              <a:gd name="connsiteX190" fmla="*/ 2286948 w 12192000"/>
              <a:gd name="connsiteY190" fmla="*/ 1998596 h 2237474"/>
              <a:gd name="connsiteX191" fmla="*/ 2243069 w 12192000"/>
              <a:gd name="connsiteY191" fmla="*/ 2015111 h 2237474"/>
              <a:gd name="connsiteX192" fmla="*/ 2186609 w 12192000"/>
              <a:gd name="connsiteY192" fmla="*/ 2008263 h 2237474"/>
              <a:gd name="connsiteX193" fmla="*/ 2164831 w 12192000"/>
              <a:gd name="connsiteY193" fmla="*/ 2010143 h 2237474"/>
              <a:gd name="connsiteX194" fmla="*/ 2152836 w 12192000"/>
              <a:gd name="connsiteY194" fmla="*/ 2010048 h 2237474"/>
              <a:gd name="connsiteX195" fmla="*/ 2117102 w 12192000"/>
              <a:gd name="connsiteY195" fmla="*/ 2023004 h 2237474"/>
              <a:gd name="connsiteX196" fmla="*/ 2111935 w 12192000"/>
              <a:gd name="connsiteY196" fmla="*/ 2023163 h 2237474"/>
              <a:gd name="connsiteX197" fmla="*/ 2089991 w 12192000"/>
              <a:gd name="connsiteY197" fmla="*/ 2034193 h 2237474"/>
              <a:gd name="connsiteX198" fmla="*/ 2058061 w 12192000"/>
              <a:gd name="connsiteY198" fmla="*/ 2047942 h 2237474"/>
              <a:gd name="connsiteX199" fmla="*/ 2055737 w 12192000"/>
              <a:gd name="connsiteY199" fmla="*/ 2047704 h 2237474"/>
              <a:gd name="connsiteX200" fmla="*/ 2042244 w 12192000"/>
              <a:gd name="connsiteY200" fmla="*/ 2055560 h 2237474"/>
              <a:gd name="connsiteX201" fmla="*/ 1976224 w 12192000"/>
              <a:gd name="connsiteY201" fmla="*/ 2074257 h 2237474"/>
              <a:gd name="connsiteX202" fmla="*/ 1877728 w 12192000"/>
              <a:gd name="connsiteY202" fmla="*/ 2101004 h 2237474"/>
              <a:gd name="connsiteX203" fmla="*/ 1759056 w 12192000"/>
              <a:gd name="connsiteY203" fmla="*/ 2125608 h 2237474"/>
              <a:gd name="connsiteX204" fmla="*/ 1637948 w 12192000"/>
              <a:gd name="connsiteY204" fmla="*/ 2172597 h 2237474"/>
              <a:gd name="connsiteX205" fmla="*/ 1434549 w 12192000"/>
              <a:gd name="connsiteY205" fmla="*/ 2234522 h 2237474"/>
              <a:gd name="connsiteX206" fmla="*/ 1398481 w 12192000"/>
              <a:gd name="connsiteY206" fmla="*/ 2237074 h 2237474"/>
              <a:gd name="connsiteX207" fmla="*/ 1398407 w 12192000"/>
              <a:gd name="connsiteY207" fmla="*/ 2237095 h 2237474"/>
              <a:gd name="connsiteX208" fmla="*/ 1370962 w 12192000"/>
              <a:gd name="connsiteY208" fmla="*/ 2237474 h 2237474"/>
              <a:gd name="connsiteX209" fmla="*/ 1356367 w 12192000"/>
              <a:gd name="connsiteY209" fmla="*/ 2235089 h 2237474"/>
              <a:gd name="connsiteX210" fmla="*/ 1324828 w 12192000"/>
              <a:gd name="connsiteY210" fmla="*/ 2231968 h 2237474"/>
              <a:gd name="connsiteX211" fmla="*/ 1297744 w 12192000"/>
              <a:gd name="connsiteY211" fmla="*/ 2235849 h 2237474"/>
              <a:gd name="connsiteX212" fmla="*/ 1286236 w 12192000"/>
              <a:gd name="connsiteY212" fmla="*/ 2233135 h 2237474"/>
              <a:gd name="connsiteX213" fmla="*/ 1283504 w 12192000"/>
              <a:gd name="connsiteY213" fmla="*/ 2233797 h 2237474"/>
              <a:gd name="connsiteX214" fmla="*/ 1279765 w 12192000"/>
              <a:gd name="connsiteY214" fmla="*/ 2229639 h 2237474"/>
              <a:gd name="connsiteX215" fmla="*/ 1195347 w 12192000"/>
              <a:gd name="connsiteY215" fmla="*/ 2212354 h 2237474"/>
              <a:gd name="connsiteX216" fmla="*/ 970251 w 12192000"/>
              <a:gd name="connsiteY216" fmla="*/ 2221029 h 2237474"/>
              <a:gd name="connsiteX217" fmla="*/ 812914 w 12192000"/>
              <a:gd name="connsiteY217" fmla="*/ 2202752 h 2237474"/>
              <a:gd name="connsiteX218" fmla="*/ 800195 w 12192000"/>
              <a:gd name="connsiteY218" fmla="*/ 2209407 h 2237474"/>
              <a:gd name="connsiteX219" fmla="*/ 784978 w 12192000"/>
              <a:gd name="connsiteY219" fmla="*/ 2212360 h 2237474"/>
              <a:gd name="connsiteX220" fmla="*/ 681987 w 12192000"/>
              <a:gd name="connsiteY220" fmla="*/ 2216757 h 2237474"/>
              <a:gd name="connsiteX221" fmla="*/ 669923 w 12192000"/>
              <a:gd name="connsiteY221" fmla="*/ 2211682 h 2237474"/>
              <a:gd name="connsiteX222" fmla="*/ 648680 w 12192000"/>
              <a:gd name="connsiteY222" fmla="*/ 2206229 h 2237474"/>
              <a:gd name="connsiteX223" fmla="*/ 597225 w 12192000"/>
              <a:gd name="connsiteY223" fmla="*/ 2180999 h 2237474"/>
              <a:gd name="connsiteX224" fmla="*/ 558449 w 12192000"/>
              <a:gd name="connsiteY224" fmla="*/ 2182346 h 2237474"/>
              <a:gd name="connsiteX225" fmla="*/ 550517 w 12192000"/>
              <a:gd name="connsiteY225" fmla="*/ 2182060 h 2237474"/>
              <a:gd name="connsiteX226" fmla="*/ 550309 w 12192000"/>
              <a:gd name="connsiteY226" fmla="*/ 2181825 h 2237474"/>
              <a:gd name="connsiteX227" fmla="*/ 541836 w 12192000"/>
              <a:gd name="connsiteY227" fmla="*/ 2181063 h 2237474"/>
              <a:gd name="connsiteX228" fmla="*/ 536057 w 12192000"/>
              <a:gd name="connsiteY228" fmla="*/ 2181537 h 2237474"/>
              <a:gd name="connsiteX229" fmla="*/ 520671 w 12192000"/>
              <a:gd name="connsiteY229" fmla="*/ 2180980 h 2237474"/>
              <a:gd name="connsiteX230" fmla="*/ 515024 w 12192000"/>
              <a:gd name="connsiteY230" fmla="*/ 2179258 h 2237474"/>
              <a:gd name="connsiteX231" fmla="*/ 512278 w 12192000"/>
              <a:gd name="connsiteY231" fmla="*/ 2176369 h 2237474"/>
              <a:gd name="connsiteX232" fmla="*/ 480419 w 12192000"/>
              <a:gd name="connsiteY232" fmla="*/ 2167807 h 2237474"/>
              <a:gd name="connsiteX233" fmla="*/ 413835 w 12192000"/>
              <a:gd name="connsiteY233" fmla="*/ 2156783 h 2237474"/>
              <a:gd name="connsiteX234" fmla="*/ 376513 w 12192000"/>
              <a:gd name="connsiteY234" fmla="*/ 2154014 h 2237474"/>
              <a:gd name="connsiteX235" fmla="*/ 273386 w 12192000"/>
              <a:gd name="connsiteY235" fmla="*/ 2142551 h 2237474"/>
              <a:gd name="connsiteX236" fmla="*/ 169207 w 12192000"/>
              <a:gd name="connsiteY236" fmla="*/ 2128100 h 2237474"/>
              <a:gd name="connsiteX237" fmla="*/ 93149 w 12192000"/>
              <a:gd name="connsiteY237" fmla="*/ 2105324 h 2237474"/>
              <a:gd name="connsiteX238" fmla="*/ 88109 w 12192000"/>
              <a:gd name="connsiteY238" fmla="*/ 2106704 h 2237474"/>
              <a:gd name="connsiteX239" fmla="*/ 80022 w 12192000"/>
              <a:gd name="connsiteY239" fmla="*/ 2107254 h 2237474"/>
              <a:gd name="connsiteX240" fmla="*/ 79717 w 12192000"/>
              <a:gd name="connsiteY240" fmla="*/ 2107046 h 2237474"/>
              <a:gd name="connsiteX241" fmla="*/ 72352 w 12192000"/>
              <a:gd name="connsiteY241" fmla="*/ 2107991 h 2237474"/>
              <a:gd name="connsiteX242" fmla="*/ 37645 w 12192000"/>
              <a:gd name="connsiteY242" fmla="*/ 2115401 h 2237474"/>
              <a:gd name="connsiteX243" fmla="*/ 4572 w 12192000"/>
              <a:gd name="connsiteY243" fmla="*/ 2111091 h 2237474"/>
              <a:gd name="connsiteX244" fmla="*/ 0 w 12192000"/>
              <a:gd name="connsiteY244" fmla="*/ 2110468 h 2237474"/>
              <a:gd name="connsiteX245" fmla="*/ 0 w 12192000"/>
              <a:gd name="connsiteY24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32229 w 12192000"/>
              <a:gd name="connsiteY135" fmla="*/ 1785815 h 2237474"/>
              <a:gd name="connsiteX136" fmla="*/ 4611738 w 12192000"/>
              <a:gd name="connsiteY136" fmla="*/ 1776964 h 2237474"/>
              <a:gd name="connsiteX137" fmla="*/ 4560070 w 12192000"/>
              <a:gd name="connsiteY137" fmla="*/ 1785640 h 2237474"/>
              <a:gd name="connsiteX138" fmla="*/ 4536503 w 12192000"/>
              <a:gd name="connsiteY138" fmla="*/ 1785334 h 2237474"/>
              <a:gd name="connsiteX139" fmla="*/ 4513724 w 12192000"/>
              <a:gd name="connsiteY139" fmla="*/ 1791996 h 2237474"/>
              <a:gd name="connsiteX140" fmla="*/ 4459810 w 12192000"/>
              <a:gd name="connsiteY140" fmla="*/ 1797886 h 2237474"/>
              <a:gd name="connsiteX141" fmla="*/ 4379064 w 12192000"/>
              <a:gd name="connsiteY141" fmla="*/ 1817177 h 2237474"/>
              <a:gd name="connsiteX142" fmla="*/ 4319209 w 12192000"/>
              <a:gd name="connsiteY142" fmla="*/ 1834833 h 2237474"/>
              <a:gd name="connsiteX143" fmla="*/ 4306907 w 12192000"/>
              <a:gd name="connsiteY143" fmla="*/ 1841641 h 2237474"/>
              <a:gd name="connsiteX144" fmla="*/ 4290981 w 12192000"/>
              <a:gd name="connsiteY144" fmla="*/ 1839677 h 2237474"/>
              <a:gd name="connsiteX145" fmla="*/ 4285792 w 12192000"/>
              <a:gd name="connsiteY145" fmla="*/ 1836231 h 2237474"/>
              <a:gd name="connsiteX146" fmla="*/ 4238372 w 12192000"/>
              <a:gd name="connsiteY146" fmla="*/ 1851480 h 2237474"/>
              <a:gd name="connsiteX147" fmla="*/ 4232517 w 12192000"/>
              <a:gd name="connsiteY147" fmla="*/ 1852567 h 2237474"/>
              <a:gd name="connsiteX148" fmla="*/ 4191732 w 12192000"/>
              <a:gd name="connsiteY148" fmla="*/ 1857328 h 2237474"/>
              <a:gd name="connsiteX149" fmla="*/ 4065532 w 12192000"/>
              <a:gd name="connsiteY149" fmla="*/ 1855477 h 2237474"/>
              <a:gd name="connsiteX150" fmla="*/ 4028460 w 12192000"/>
              <a:gd name="connsiteY150" fmla="*/ 1855137 h 2237474"/>
              <a:gd name="connsiteX151" fmla="*/ 4002267 w 12192000"/>
              <a:gd name="connsiteY151" fmla="*/ 1852352 h 2237474"/>
              <a:gd name="connsiteX152" fmla="*/ 3931396 w 12192000"/>
              <a:gd name="connsiteY152" fmla="*/ 1858915 h 2237474"/>
              <a:gd name="connsiteX153" fmla="*/ 3812162 w 12192000"/>
              <a:gd name="connsiteY153" fmla="*/ 1875501 h 2237474"/>
              <a:gd name="connsiteX154" fmla="*/ 3767672 w 12192000"/>
              <a:gd name="connsiteY154" fmla="*/ 1874600 h 2237474"/>
              <a:gd name="connsiteX155" fmla="*/ 3764741 w 12192000"/>
              <a:gd name="connsiteY155" fmla="*/ 1869433 h 2237474"/>
              <a:gd name="connsiteX156" fmla="*/ 3751332 w 12192000"/>
              <a:gd name="connsiteY156" fmla="*/ 1869854 h 2237474"/>
              <a:gd name="connsiteX157" fmla="*/ 3748155 w 12192000"/>
              <a:gd name="connsiteY157" fmla="*/ 1868903 h 2237474"/>
              <a:gd name="connsiteX158" fmla="*/ 3729530 w 12192000"/>
              <a:gd name="connsiteY158" fmla="*/ 1864513 h 2237474"/>
              <a:gd name="connsiteX159" fmla="*/ 3680177 w 12192000"/>
              <a:gd name="connsiteY159" fmla="*/ 1881552 h 2237474"/>
              <a:gd name="connsiteX160" fmla="*/ 3567259 w 12192000"/>
              <a:gd name="connsiteY160" fmla="*/ 1893482 h 2237474"/>
              <a:gd name="connsiteX161" fmla="*/ 3405770 w 12192000"/>
              <a:gd name="connsiteY161" fmla="*/ 1904591 h 2237474"/>
              <a:gd name="connsiteX162" fmla="*/ 3280097 w 12192000"/>
              <a:gd name="connsiteY162" fmla="*/ 1919610 h 2237474"/>
              <a:gd name="connsiteX163" fmla="*/ 3123424 w 12192000"/>
              <a:gd name="connsiteY163" fmla="*/ 1952930 h 2237474"/>
              <a:gd name="connsiteX164" fmla="*/ 3009910 w 12192000"/>
              <a:gd name="connsiteY164" fmla="*/ 1957866 h 2237474"/>
              <a:gd name="connsiteX165" fmla="*/ 2995934 w 12192000"/>
              <a:gd name="connsiteY165" fmla="*/ 1967085 h 2237474"/>
              <a:gd name="connsiteX166" fmla="*/ 2980071 w 12192000"/>
              <a:gd name="connsiteY166" fmla="*/ 1972988 h 2237474"/>
              <a:gd name="connsiteX167" fmla="*/ 2978094 w 12192000"/>
              <a:gd name="connsiteY167" fmla="*/ 1972369 h 2237474"/>
              <a:gd name="connsiteX168" fmla="*/ 2942858 w 12192000"/>
              <a:gd name="connsiteY168" fmla="*/ 1981367 h 2237474"/>
              <a:gd name="connsiteX169" fmla="*/ 2875436 w 12192000"/>
              <a:gd name="connsiteY169" fmla="*/ 1996977 h 2237474"/>
              <a:gd name="connsiteX170" fmla="*/ 2874892 w 12192000"/>
              <a:gd name="connsiteY170" fmla="*/ 1996085 h 2237474"/>
              <a:gd name="connsiteX171" fmla="*/ 2864145 w 12192000"/>
              <a:gd name="connsiteY171" fmla="*/ 1994061 h 2237474"/>
              <a:gd name="connsiteX172" fmla="*/ 2843662 w 12192000"/>
              <a:gd name="connsiteY172" fmla="*/ 1992498 h 2237474"/>
              <a:gd name="connsiteX173" fmla="*/ 2796128 w 12192000"/>
              <a:gd name="connsiteY173" fmla="*/ 1976403 h 2237474"/>
              <a:gd name="connsiteX174" fmla="*/ 2756784 w 12192000"/>
              <a:gd name="connsiteY174" fmla="*/ 1985116 h 2237474"/>
              <a:gd name="connsiteX175" fmla="*/ 2748833 w 12192000"/>
              <a:gd name="connsiteY175" fmla="*/ 1986323 h 2237474"/>
              <a:gd name="connsiteX176" fmla="*/ 2748661 w 12192000"/>
              <a:gd name="connsiteY176" fmla="*/ 1986122 h 2237474"/>
              <a:gd name="connsiteX177" fmla="*/ 2740251 w 12192000"/>
              <a:gd name="connsiteY177" fmla="*/ 1986946 h 2237474"/>
              <a:gd name="connsiteX178" fmla="*/ 2718916 w 12192000"/>
              <a:gd name="connsiteY178" fmla="*/ 1990867 h 2237474"/>
              <a:gd name="connsiteX179" fmla="*/ 2713522 w 12192000"/>
              <a:gd name="connsiteY179" fmla="*/ 1990173 h 2237474"/>
              <a:gd name="connsiteX180" fmla="*/ 2680597 w 12192000"/>
              <a:gd name="connsiteY180" fmla="*/ 1984996 h 2237474"/>
              <a:gd name="connsiteX181" fmla="*/ 2578178 w 12192000"/>
              <a:gd name="connsiteY181" fmla="*/ 1990531 h 2237474"/>
              <a:gd name="connsiteX182" fmla="*/ 2476147 w 12192000"/>
              <a:gd name="connsiteY182" fmla="*/ 1998305 h 2237474"/>
              <a:gd name="connsiteX183" fmla="*/ 2373568 w 12192000"/>
              <a:gd name="connsiteY183" fmla="*/ 2003219 h 2237474"/>
              <a:gd name="connsiteX184" fmla="*/ 2321399 w 12192000"/>
              <a:gd name="connsiteY184" fmla="*/ 1989467 h 2237474"/>
              <a:gd name="connsiteX185" fmla="*/ 2315525 w 12192000"/>
              <a:gd name="connsiteY185" fmla="*/ 1989708 h 2237474"/>
              <a:gd name="connsiteX186" fmla="*/ 2300792 w 12192000"/>
              <a:gd name="connsiteY186" fmla="*/ 1994290 h 2237474"/>
              <a:gd name="connsiteX187" fmla="*/ 2295469 w 12192000"/>
              <a:gd name="connsiteY187" fmla="*/ 1996659 h 2237474"/>
              <a:gd name="connsiteX188" fmla="*/ 2287219 w 12192000"/>
              <a:gd name="connsiteY188" fmla="*/ 1998750 h 2237474"/>
              <a:gd name="connsiteX189" fmla="*/ 2286948 w 12192000"/>
              <a:gd name="connsiteY189" fmla="*/ 1998596 h 2237474"/>
              <a:gd name="connsiteX190" fmla="*/ 2243069 w 12192000"/>
              <a:gd name="connsiteY190" fmla="*/ 2015111 h 2237474"/>
              <a:gd name="connsiteX191" fmla="*/ 2186609 w 12192000"/>
              <a:gd name="connsiteY191" fmla="*/ 2008263 h 2237474"/>
              <a:gd name="connsiteX192" fmla="*/ 2164831 w 12192000"/>
              <a:gd name="connsiteY192" fmla="*/ 2010143 h 2237474"/>
              <a:gd name="connsiteX193" fmla="*/ 2152836 w 12192000"/>
              <a:gd name="connsiteY193" fmla="*/ 2010048 h 2237474"/>
              <a:gd name="connsiteX194" fmla="*/ 2117102 w 12192000"/>
              <a:gd name="connsiteY194" fmla="*/ 2023004 h 2237474"/>
              <a:gd name="connsiteX195" fmla="*/ 2111935 w 12192000"/>
              <a:gd name="connsiteY195" fmla="*/ 2023163 h 2237474"/>
              <a:gd name="connsiteX196" fmla="*/ 2089991 w 12192000"/>
              <a:gd name="connsiteY196" fmla="*/ 2034193 h 2237474"/>
              <a:gd name="connsiteX197" fmla="*/ 2058061 w 12192000"/>
              <a:gd name="connsiteY197" fmla="*/ 2047942 h 2237474"/>
              <a:gd name="connsiteX198" fmla="*/ 2055737 w 12192000"/>
              <a:gd name="connsiteY198" fmla="*/ 2047704 h 2237474"/>
              <a:gd name="connsiteX199" fmla="*/ 2042244 w 12192000"/>
              <a:gd name="connsiteY199" fmla="*/ 2055560 h 2237474"/>
              <a:gd name="connsiteX200" fmla="*/ 1976224 w 12192000"/>
              <a:gd name="connsiteY200" fmla="*/ 2074257 h 2237474"/>
              <a:gd name="connsiteX201" fmla="*/ 1877728 w 12192000"/>
              <a:gd name="connsiteY201" fmla="*/ 2101004 h 2237474"/>
              <a:gd name="connsiteX202" fmla="*/ 1759056 w 12192000"/>
              <a:gd name="connsiteY202" fmla="*/ 2125608 h 2237474"/>
              <a:gd name="connsiteX203" fmla="*/ 1637948 w 12192000"/>
              <a:gd name="connsiteY203" fmla="*/ 2172597 h 2237474"/>
              <a:gd name="connsiteX204" fmla="*/ 1434549 w 12192000"/>
              <a:gd name="connsiteY204" fmla="*/ 2234522 h 2237474"/>
              <a:gd name="connsiteX205" fmla="*/ 1398481 w 12192000"/>
              <a:gd name="connsiteY205" fmla="*/ 2237074 h 2237474"/>
              <a:gd name="connsiteX206" fmla="*/ 1398407 w 12192000"/>
              <a:gd name="connsiteY206" fmla="*/ 2237095 h 2237474"/>
              <a:gd name="connsiteX207" fmla="*/ 1370962 w 12192000"/>
              <a:gd name="connsiteY207" fmla="*/ 2237474 h 2237474"/>
              <a:gd name="connsiteX208" fmla="*/ 1356367 w 12192000"/>
              <a:gd name="connsiteY208" fmla="*/ 2235089 h 2237474"/>
              <a:gd name="connsiteX209" fmla="*/ 1324828 w 12192000"/>
              <a:gd name="connsiteY209" fmla="*/ 2231968 h 2237474"/>
              <a:gd name="connsiteX210" fmla="*/ 1297744 w 12192000"/>
              <a:gd name="connsiteY210" fmla="*/ 2235849 h 2237474"/>
              <a:gd name="connsiteX211" fmla="*/ 1286236 w 12192000"/>
              <a:gd name="connsiteY211" fmla="*/ 2233135 h 2237474"/>
              <a:gd name="connsiteX212" fmla="*/ 1283504 w 12192000"/>
              <a:gd name="connsiteY212" fmla="*/ 2233797 h 2237474"/>
              <a:gd name="connsiteX213" fmla="*/ 1279765 w 12192000"/>
              <a:gd name="connsiteY213" fmla="*/ 2229639 h 2237474"/>
              <a:gd name="connsiteX214" fmla="*/ 1195347 w 12192000"/>
              <a:gd name="connsiteY214" fmla="*/ 2212354 h 2237474"/>
              <a:gd name="connsiteX215" fmla="*/ 970251 w 12192000"/>
              <a:gd name="connsiteY215" fmla="*/ 2221029 h 2237474"/>
              <a:gd name="connsiteX216" fmla="*/ 812914 w 12192000"/>
              <a:gd name="connsiteY216" fmla="*/ 2202752 h 2237474"/>
              <a:gd name="connsiteX217" fmla="*/ 800195 w 12192000"/>
              <a:gd name="connsiteY217" fmla="*/ 2209407 h 2237474"/>
              <a:gd name="connsiteX218" fmla="*/ 784978 w 12192000"/>
              <a:gd name="connsiteY218" fmla="*/ 2212360 h 2237474"/>
              <a:gd name="connsiteX219" fmla="*/ 681987 w 12192000"/>
              <a:gd name="connsiteY219" fmla="*/ 2216757 h 2237474"/>
              <a:gd name="connsiteX220" fmla="*/ 669923 w 12192000"/>
              <a:gd name="connsiteY220" fmla="*/ 2211682 h 2237474"/>
              <a:gd name="connsiteX221" fmla="*/ 648680 w 12192000"/>
              <a:gd name="connsiteY221" fmla="*/ 2206229 h 2237474"/>
              <a:gd name="connsiteX222" fmla="*/ 597225 w 12192000"/>
              <a:gd name="connsiteY222" fmla="*/ 2180999 h 2237474"/>
              <a:gd name="connsiteX223" fmla="*/ 558449 w 12192000"/>
              <a:gd name="connsiteY223" fmla="*/ 2182346 h 2237474"/>
              <a:gd name="connsiteX224" fmla="*/ 550517 w 12192000"/>
              <a:gd name="connsiteY224" fmla="*/ 2182060 h 2237474"/>
              <a:gd name="connsiteX225" fmla="*/ 550309 w 12192000"/>
              <a:gd name="connsiteY225" fmla="*/ 2181825 h 2237474"/>
              <a:gd name="connsiteX226" fmla="*/ 541836 w 12192000"/>
              <a:gd name="connsiteY226" fmla="*/ 2181063 h 2237474"/>
              <a:gd name="connsiteX227" fmla="*/ 536057 w 12192000"/>
              <a:gd name="connsiteY227" fmla="*/ 2181537 h 2237474"/>
              <a:gd name="connsiteX228" fmla="*/ 520671 w 12192000"/>
              <a:gd name="connsiteY228" fmla="*/ 2180980 h 2237474"/>
              <a:gd name="connsiteX229" fmla="*/ 515024 w 12192000"/>
              <a:gd name="connsiteY229" fmla="*/ 2179258 h 2237474"/>
              <a:gd name="connsiteX230" fmla="*/ 512278 w 12192000"/>
              <a:gd name="connsiteY230" fmla="*/ 2176369 h 2237474"/>
              <a:gd name="connsiteX231" fmla="*/ 480419 w 12192000"/>
              <a:gd name="connsiteY231" fmla="*/ 2167807 h 2237474"/>
              <a:gd name="connsiteX232" fmla="*/ 413835 w 12192000"/>
              <a:gd name="connsiteY232" fmla="*/ 2156783 h 2237474"/>
              <a:gd name="connsiteX233" fmla="*/ 376513 w 12192000"/>
              <a:gd name="connsiteY233" fmla="*/ 2154014 h 2237474"/>
              <a:gd name="connsiteX234" fmla="*/ 273386 w 12192000"/>
              <a:gd name="connsiteY234" fmla="*/ 2142551 h 2237474"/>
              <a:gd name="connsiteX235" fmla="*/ 169207 w 12192000"/>
              <a:gd name="connsiteY235" fmla="*/ 2128100 h 2237474"/>
              <a:gd name="connsiteX236" fmla="*/ 93149 w 12192000"/>
              <a:gd name="connsiteY236" fmla="*/ 2105324 h 2237474"/>
              <a:gd name="connsiteX237" fmla="*/ 88109 w 12192000"/>
              <a:gd name="connsiteY237" fmla="*/ 2106704 h 2237474"/>
              <a:gd name="connsiteX238" fmla="*/ 80022 w 12192000"/>
              <a:gd name="connsiteY238" fmla="*/ 2107254 h 2237474"/>
              <a:gd name="connsiteX239" fmla="*/ 79717 w 12192000"/>
              <a:gd name="connsiteY239" fmla="*/ 2107046 h 2237474"/>
              <a:gd name="connsiteX240" fmla="*/ 72352 w 12192000"/>
              <a:gd name="connsiteY240" fmla="*/ 2107991 h 2237474"/>
              <a:gd name="connsiteX241" fmla="*/ 37645 w 12192000"/>
              <a:gd name="connsiteY241" fmla="*/ 2115401 h 2237474"/>
              <a:gd name="connsiteX242" fmla="*/ 4572 w 12192000"/>
              <a:gd name="connsiteY242" fmla="*/ 2111091 h 2237474"/>
              <a:gd name="connsiteX243" fmla="*/ 0 w 12192000"/>
              <a:gd name="connsiteY243" fmla="*/ 2110468 h 2237474"/>
              <a:gd name="connsiteX244" fmla="*/ 0 w 12192000"/>
              <a:gd name="connsiteY2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45504 w 12192000"/>
              <a:gd name="connsiteY134" fmla="*/ 1787606 h 2237474"/>
              <a:gd name="connsiteX135" fmla="*/ 4611738 w 12192000"/>
              <a:gd name="connsiteY135" fmla="*/ 1776964 h 2237474"/>
              <a:gd name="connsiteX136" fmla="*/ 4560070 w 12192000"/>
              <a:gd name="connsiteY136" fmla="*/ 1785640 h 2237474"/>
              <a:gd name="connsiteX137" fmla="*/ 4536503 w 12192000"/>
              <a:gd name="connsiteY137" fmla="*/ 1785334 h 2237474"/>
              <a:gd name="connsiteX138" fmla="*/ 4513724 w 12192000"/>
              <a:gd name="connsiteY138" fmla="*/ 1791996 h 2237474"/>
              <a:gd name="connsiteX139" fmla="*/ 4459810 w 12192000"/>
              <a:gd name="connsiteY139" fmla="*/ 1797886 h 2237474"/>
              <a:gd name="connsiteX140" fmla="*/ 4379064 w 12192000"/>
              <a:gd name="connsiteY140" fmla="*/ 1817177 h 2237474"/>
              <a:gd name="connsiteX141" fmla="*/ 4319209 w 12192000"/>
              <a:gd name="connsiteY141" fmla="*/ 1834833 h 2237474"/>
              <a:gd name="connsiteX142" fmla="*/ 4306907 w 12192000"/>
              <a:gd name="connsiteY142" fmla="*/ 1841641 h 2237474"/>
              <a:gd name="connsiteX143" fmla="*/ 4290981 w 12192000"/>
              <a:gd name="connsiteY143" fmla="*/ 1839677 h 2237474"/>
              <a:gd name="connsiteX144" fmla="*/ 4285792 w 12192000"/>
              <a:gd name="connsiteY144" fmla="*/ 1836231 h 2237474"/>
              <a:gd name="connsiteX145" fmla="*/ 4238372 w 12192000"/>
              <a:gd name="connsiteY145" fmla="*/ 1851480 h 2237474"/>
              <a:gd name="connsiteX146" fmla="*/ 4232517 w 12192000"/>
              <a:gd name="connsiteY146" fmla="*/ 1852567 h 2237474"/>
              <a:gd name="connsiteX147" fmla="*/ 4191732 w 12192000"/>
              <a:gd name="connsiteY147" fmla="*/ 1857328 h 2237474"/>
              <a:gd name="connsiteX148" fmla="*/ 4065532 w 12192000"/>
              <a:gd name="connsiteY148" fmla="*/ 1855477 h 2237474"/>
              <a:gd name="connsiteX149" fmla="*/ 4028460 w 12192000"/>
              <a:gd name="connsiteY149" fmla="*/ 1855137 h 2237474"/>
              <a:gd name="connsiteX150" fmla="*/ 4002267 w 12192000"/>
              <a:gd name="connsiteY150" fmla="*/ 1852352 h 2237474"/>
              <a:gd name="connsiteX151" fmla="*/ 3931396 w 12192000"/>
              <a:gd name="connsiteY151" fmla="*/ 1858915 h 2237474"/>
              <a:gd name="connsiteX152" fmla="*/ 3812162 w 12192000"/>
              <a:gd name="connsiteY152" fmla="*/ 1875501 h 2237474"/>
              <a:gd name="connsiteX153" fmla="*/ 3767672 w 12192000"/>
              <a:gd name="connsiteY153" fmla="*/ 1874600 h 2237474"/>
              <a:gd name="connsiteX154" fmla="*/ 3764741 w 12192000"/>
              <a:gd name="connsiteY154" fmla="*/ 1869433 h 2237474"/>
              <a:gd name="connsiteX155" fmla="*/ 3751332 w 12192000"/>
              <a:gd name="connsiteY155" fmla="*/ 1869854 h 2237474"/>
              <a:gd name="connsiteX156" fmla="*/ 3748155 w 12192000"/>
              <a:gd name="connsiteY156" fmla="*/ 1868903 h 2237474"/>
              <a:gd name="connsiteX157" fmla="*/ 3729530 w 12192000"/>
              <a:gd name="connsiteY157" fmla="*/ 1864513 h 2237474"/>
              <a:gd name="connsiteX158" fmla="*/ 3680177 w 12192000"/>
              <a:gd name="connsiteY158" fmla="*/ 1881552 h 2237474"/>
              <a:gd name="connsiteX159" fmla="*/ 3567259 w 12192000"/>
              <a:gd name="connsiteY159" fmla="*/ 1893482 h 2237474"/>
              <a:gd name="connsiteX160" fmla="*/ 3405770 w 12192000"/>
              <a:gd name="connsiteY160" fmla="*/ 1904591 h 2237474"/>
              <a:gd name="connsiteX161" fmla="*/ 3280097 w 12192000"/>
              <a:gd name="connsiteY161" fmla="*/ 1919610 h 2237474"/>
              <a:gd name="connsiteX162" fmla="*/ 3123424 w 12192000"/>
              <a:gd name="connsiteY162" fmla="*/ 1952930 h 2237474"/>
              <a:gd name="connsiteX163" fmla="*/ 3009910 w 12192000"/>
              <a:gd name="connsiteY163" fmla="*/ 1957866 h 2237474"/>
              <a:gd name="connsiteX164" fmla="*/ 2995934 w 12192000"/>
              <a:gd name="connsiteY164" fmla="*/ 1967085 h 2237474"/>
              <a:gd name="connsiteX165" fmla="*/ 2980071 w 12192000"/>
              <a:gd name="connsiteY165" fmla="*/ 1972988 h 2237474"/>
              <a:gd name="connsiteX166" fmla="*/ 2978094 w 12192000"/>
              <a:gd name="connsiteY166" fmla="*/ 1972369 h 2237474"/>
              <a:gd name="connsiteX167" fmla="*/ 2942858 w 12192000"/>
              <a:gd name="connsiteY167" fmla="*/ 1981367 h 2237474"/>
              <a:gd name="connsiteX168" fmla="*/ 2875436 w 12192000"/>
              <a:gd name="connsiteY168" fmla="*/ 1996977 h 2237474"/>
              <a:gd name="connsiteX169" fmla="*/ 2874892 w 12192000"/>
              <a:gd name="connsiteY169" fmla="*/ 1996085 h 2237474"/>
              <a:gd name="connsiteX170" fmla="*/ 2864145 w 12192000"/>
              <a:gd name="connsiteY170" fmla="*/ 1994061 h 2237474"/>
              <a:gd name="connsiteX171" fmla="*/ 2843662 w 12192000"/>
              <a:gd name="connsiteY171" fmla="*/ 1992498 h 2237474"/>
              <a:gd name="connsiteX172" fmla="*/ 2796128 w 12192000"/>
              <a:gd name="connsiteY172" fmla="*/ 1976403 h 2237474"/>
              <a:gd name="connsiteX173" fmla="*/ 2756784 w 12192000"/>
              <a:gd name="connsiteY173" fmla="*/ 1985116 h 2237474"/>
              <a:gd name="connsiteX174" fmla="*/ 2748833 w 12192000"/>
              <a:gd name="connsiteY174" fmla="*/ 1986323 h 2237474"/>
              <a:gd name="connsiteX175" fmla="*/ 2748661 w 12192000"/>
              <a:gd name="connsiteY175" fmla="*/ 1986122 h 2237474"/>
              <a:gd name="connsiteX176" fmla="*/ 2740251 w 12192000"/>
              <a:gd name="connsiteY176" fmla="*/ 1986946 h 2237474"/>
              <a:gd name="connsiteX177" fmla="*/ 2718916 w 12192000"/>
              <a:gd name="connsiteY177" fmla="*/ 1990867 h 2237474"/>
              <a:gd name="connsiteX178" fmla="*/ 2713522 w 12192000"/>
              <a:gd name="connsiteY178" fmla="*/ 1990173 h 2237474"/>
              <a:gd name="connsiteX179" fmla="*/ 2680597 w 12192000"/>
              <a:gd name="connsiteY179" fmla="*/ 1984996 h 2237474"/>
              <a:gd name="connsiteX180" fmla="*/ 2578178 w 12192000"/>
              <a:gd name="connsiteY180" fmla="*/ 1990531 h 2237474"/>
              <a:gd name="connsiteX181" fmla="*/ 2476147 w 12192000"/>
              <a:gd name="connsiteY181" fmla="*/ 1998305 h 2237474"/>
              <a:gd name="connsiteX182" fmla="*/ 2373568 w 12192000"/>
              <a:gd name="connsiteY182" fmla="*/ 2003219 h 2237474"/>
              <a:gd name="connsiteX183" fmla="*/ 2321399 w 12192000"/>
              <a:gd name="connsiteY183" fmla="*/ 1989467 h 2237474"/>
              <a:gd name="connsiteX184" fmla="*/ 2315525 w 12192000"/>
              <a:gd name="connsiteY184" fmla="*/ 1989708 h 2237474"/>
              <a:gd name="connsiteX185" fmla="*/ 2300792 w 12192000"/>
              <a:gd name="connsiteY185" fmla="*/ 1994290 h 2237474"/>
              <a:gd name="connsiteX186" fmla="*/ 2295469 w 12192000"/>
              <a:gd name="connsiteY186" fmla="*/ 1996659 h 2237474"/>
              <a:gd name="connsiteX187" fmla="*/ 2287219 w 12192000"/>
              <a:gd name="connsiteY187" fmla="*/ 1998750 h 2237474"/>
              <a:gd name="connsiteX188" fmla="*/ 2286948 w 12192000"/>
              <a:gd name="connsiteY188" fmla="*/ 1998596 h 2237474"/>
              <a:gd name="connsiteX189" fmla="*/ 2243069 w 12192000"/>
              <a:gd name="connsiteY189" fmla="*/ 2015111 h 2237474"/>
              <a:gd name="connsiteX190" fmla="*/ 2186609 w 12192000"/>
              <a:gd name="connsiteY190" fmla="*/ 2008263 h 2237474"/>
              <a:gd name="connsiteX191" fmla="*/ 2164831 w 12192000"/>
              <a:gd name="connsiteY191" fmla="*/ 2010143 h 2237474"/>
              <a:gd name="connsiteX192" fmla="*/ 2152836 w 12192000"/>
              <a:gd name="connsiteY192" fmla="*/ 2010048 h 2237474"/>
              <a:gd name="connsiteX193" fmla="*/ 2117102 w 12192000"/>
              <a:gd name="connsiteY193" fmla="*/ 2023004 h 2237474"/>
              <a:gd name="connsiteX194" fmla="*/ 2111935 w 12192000"/>
              <a:gd name="connsiteY194" fmla="*/ 2023163 h 2237474"/>
              <a:gd name="connsiteX195" fmla="*/ 2089991 w 12192000"/>
              <a:gd name="connsiteY195" fmla="*/ 2034193 h 2237474"/>
              <a:gd name="connsiteX196" fmla="*/ 2058061 w 12192000"/>
              <a:gd name="connsiteY196" fmla="*/ 2047942 h 2237474"/>
              <a:gd name="connsiteX197" fmla="*/ 2055737 w 12192000"/>
              <a:gd name="connsiteY197" fmla="*/ 2047704 h 2237474"/>
              <a:gd name="connsiteX198" fmla="*/ 2042244 w 12192000"/>
              <a:gd name="connsiteY198" fmla="*/ 2055560 h 2237474"/>
              <a:gd name="connsiteX199" fmla="*/ 1976224 w 12192000"/>
              <a:gd name="connsiteY199" fmla="*/ 2074257 h 2237474"/>
              <a:gd name="connsiteX200" fmla="*/ 1877728 w 12192000"/>
              <a:gd name="connsiteY200" fmla="*/ 2101004 h 2237474"/>
              <a:gd name="connsiteX201" fmla="*/ 1759056 w 12192000"/>
              <a:gd name="connsiteY201" fmla="*/ 2125608 h 2237474"/>
              <a:gd name="connsiteX202" fmla="*/ 1637948 w 12192000"/>
              <a:gd name="connsiteY202" fmla="*/ 2172597 h 2237474"/>
              <a:gd name="connsiteX203" fmla="*/ 1434549 w 12192000"/>
              <a:gd name="connsiteY203" fmla="*/ 2234522 h 2237474"/>
              <a:gd name="connsiteX204" fmla="*/ 1398481 w 12192000"/>
              <a:gd name="connsiteY204" fmla="*/ 2237074 h 2237474"/>
              <a:gd name="connsiteX205" fmla="*/ 1398407 w 12192000"/>
              <a:gd name="connsiteY205" fmla="*/ 2237095 h 2237474"/>
              <a:gd name="connsiteX206" fmla="*/ 1370962 w 12192000"/>
              <a:gd name="connsiteY206" fmla="*/ 2237474 h 2237474"/>
              <a:gd name="connsiteX207" fmla="*/ 1356367 w 12192000"/>
              <a:gd name="connsiteY207" fmla="*/ 2235089 h 2237474"/>
              <a:gd name="connsiteX208" fmla="*/ 1324828 w 12192000"/>
              <a:gd name="connsiteY208" fmla="*/ 2231968 h 2237474"/>
              <a:gd name="connsiteX209" fmla="*/ 1297744 w 12192000"/>
              <a:gd name="connsiteY209" fmla="*/ 2235849 h 2237474"/>
              <a:gd name="connsiteX210" fmla="*/ 1286236 w 12192000"/>
              <a:gd name="connsiteY210" fmla="*/ 2233135 h 2237474"/>
              <a:gd name="connsiteX211" fmla="*/ 1283504 w 12192000"/>
              <a:gd name="connsiteY211" fmla="*/ 2233797 h 2237474"/>
              <a:gd name="connsiteX212" fmla="*/ 1279765 w 12192000"/>
              <a:gd name="connsiteY212" fmla="*/ 2229639 h 2237474"/>
              <a:gd name="connsiteX213" fmla="*/ 1195347 w 12192000"/>
              <a:gd name="connsiteY213" fmla="*/ 2212354 h 2237474"/>
              <a:gd name="connsiteX214" fmla="*/ 970251 w 12192000"/>
              <a:gd name="connsiteY214" fmla="*/ 2221029 h 2237474"/>
              <a:gd name="connsiteX215" fmla="*/ 812914 w 12192000"/>
              <a:gd name="connsiteY215" fmla="*/ 2202752 h 2237474"/>
              <a:gd name="connsiteX216" fmla="*/ 800195 w 12192000"/>
              <a:gd name="connsiteY216" fmla="*/ 2209407 h 2237474"/>
              <a:gd name="connsiteX217" fmla="*/ 784978 w 12192000"/>
              <a:gd name="connsiteY217" fmla="*/ 2212360 h 2237474"/>
              <a:gd name="connsiteX218" fmla="*/ 681987 w 12192000"/>
              <a:gd name="connsiteY218" fmla="*/ 2216757 h 2237474"/>
              <a:gd name="connsiteX219" fmla="*/ 669923 w 12192000"/>
              <a:gd name="connsiteY219" fmla="*/ 2211682 h 2237474"/>
              <a:gd name="connsiteX220" fmla="*/ 648680 w 12192000"/>
              <a:gd name="connsiteY220" fmla="*/ 2206229 h 2237474"/>
              <a:gd name="connsiteX221" fmla="*/ 597225 w 12192000"/>
              <a:gd name="connsiteY221" fmla="*/ 2180999 h 2237474"/>
              <a:gd name="connsiteX222" fmla="*/ 558449 w 12192000"/>
              <a:gd name="connsiteY222" fmla="*/ 2182346 h 2237474"/>
              <a:gd name="connsiteX223" fmla="*/ 550517 w 12192000"/>
              <a:gd name="connsiteY223" fmla="*/ 2182060 h 2237474"/>
              <a:gd name="connsiteX224" fmla="*/ 550309 w 12192000"/>
              <a:gd name="connsiteY224" fmla="*/ 2181825 h 2237474"/>
              <a:gd name="connsiteX225" fmla="*/ 541836 w 12192000"/>
              <a:gd name="connsiteY225" fmla="*/ 2181063 h 2237474"/>
              <a:gd name="connsiteX226" fmla="*/ 536057 w 12192000"/>
              <a:gd name="connsiteY226" fmla="*/ 2181537 h 2237474"/>
              <a:gd name="connsiteX227" fmla="*/ 520671 w 12192000"/>
              <a:gd name="connsiteY227" fmla="*/ 2180980 h 2237474"/>
              <a:gd name="connsiteX228" fmla="*/ 515024 w 12192000"/>
              <a:gd name="connsiteY228" fmla="*/ 2179258 h 2237474"/>
              <a:gd name="connsiteX229" fmla="*/ 512278 w 12192000"/>
              <a:gd name="connsiteY229" fmla="*/ 2176369 h 2237474"/>
              <a:gd name="connsiteX230" fmla="*/ 480419 w 12192000"/>
              <a:gd name="connsiteY230" fmla="*/ 2167807 h 2237474"/>
              <a:gd name="connsiteX231" fmla="*/ 413835 w 12192000"/>
              <a:gd name="connsiteY231" fmla="*/ 2156783 h 2237474"/>
              <a:gd name="connsiteX232" fmla="*/ 376513 w 12192000"/>
              <a:gd name="connsiteY232" fmla="*/ 2154014 h 2237474"/>
              <a:gd name="connsiteX233" fmla="*/ 273386 w 12192000"/>
              <a:gd name="connsiteY233" fmla="*/ 2142551 h 2237474"/>
              <a:gd name="connsiteX234" fmla="*/ 169207 w 12192000"/>
              <a:gd name="connsiteY234" fmla="*/ 2128100 h 2237474"/>
              <a:gd name="connsiteX235" fmla="*/ 93149 w 12192000"/>
              <a:gd name="connsiteY235" fmla="*/ 2105324 h 2237474"/>
              <a:gd name="connsiteX236" fmla="*/ 88109 w 12192000"/>
              <a:gd name="connsiteY236" fmla="*/ 2106704 h 2237474"/>
              <a:gd name="connsiteX237" fmla="*/ 80022 w 12192000"/>
              <a:gd name="connsiteY237" fmla="*/ 2107254 h 2237474"/>
              <a:gd name="connsiteX238" fmla="*/ 79717 w 12192000"/>
              <a:gd name="connsiteY238" fmla="*/ 2107046 h 2237474"/>
              <a:gd name="connsiteX239" fmla="*/ 72352 w 12192000"/>
              <a:gd name="connsiteY239" fmla="*/ 2107991 h 2237474"/>
              <a:gd name="connsiteX240" fmla="*/ 37645 w 12192000"/>
              <a:gd name="connsiteY240" fmla="*/ 2115401 h 2237474"/>
              <a:gd name="connsiteX241" fmla="*/ 4572 w 12192000"/>
              <a:gd name="connsiteY241" fmla="*/ 2111091 h 2237474"/>
              <a:gd name="connsiteX242" fmla="*/ 0 w 12192000"/>
              <a:gd name="connsiteY242" fmla="*/ 2110468 h 2237474"/>
              <a:gd name="connsiteX243" fmla="*/ 0 w 12192000"/>
              <a:gd name="connsiteY2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47449 w 12192000"/>
              <a:gd name="connsiteY133" fmla="*/ 1793181 h 2237474"/>
              <a:gd name="connsiteX134" fmla="*/ 4611738 w 12192000"/>
              <a:gd name="connsiteY134" fmla="*/ 1776964 h 2237474"/>
              <a:gd name="connsiteX135" fmla="*/ 4560070 w 12192000"/>
              <a:gd name="connsiteY135" fmla="*/ 1785640 h 2237474"/>
              <a:gd name="connsiteX136" fmla="*/ 4536503 w 12192000"/>
              <a:gd name="connsiteY136" fmla="*/ 1785334 h 2237474"/>
              <a:gd name="connsiteX137" fmla="*/ 4513724 w 12192000"/>
              <a:gd name="connsiteY137" fmla="*/ 1791996 h 2237474"/>
              <a:gd name="connsiteX138" fmla="*/ 4459810 w 12192000"/>
              <a:gd name="connsiteY138" fmla="*/ 1797886 h 2237474"/>
              <a:gd name="connsiteX139" fmla="*/ 4379064 w 12192000"/>
              <a:gd name="connsiteY139" fmla="*/ 1817177 h 2237474"/>
              <a:gd name="connsiteX140" fmla="*/ 4319209 w 12192000"/>
              <a:gd name="connsiteY140" fmla="*/ 1834833 h 2237474"/>
              <a:gd name="connsiteX141" fmla="*/ 4306907 w 12192000"/>
              <a:gd name="connsiteY141" fmla="*/ 1841641 h 2237474"/>
              <a:gd name="connsiteX142" fmla="*/ 4290981 w 12192000"/>
              <a:gd name="connsiteY142" fmla="*/ 1839677 h 2237474"/>
              <a:gd name="connsiteX143" fmla="*/ 4285792 w 12192000"/>
              <a:gd name="connsiteY143" fmla="*/ 1836231 h 2237474"/>
              <a:gd name="connsiteX144" fmla="*/ 4238372 w 12192000"/>
              <a:gd name="connsiteY144" fmla="*/ 1851480 h 2237474"/>
              <a:gd name="connsiteX145" fmla="*/ 4232517 w 12192000"/>
              <a:gd name="connsiteY145" fmla="*/ 1852567 h 2237474"/>
              <a:gd name="connsiteX146" fmla="*/ 4191732 w 12192000"/>
              <a:gd name="connsiteY146" fmla="*/ 1857328 h 2237474"/>
              <a:gd name="connsiteX147" fmla="*/ 4065532 w 12192000"/>
              <a:gd name="connsiteY147" fmla="*/ 1855477 h 2237474"/>
              <a:gd name="connsiteX148" fmla="*/ 4028460 w 12192000"/>
              <a:gd name="connsiteY148" fmla="*/ 1855137 h 2237474"/>
              <a:gd name="connsiteX149" fmla="*/ 4002267 w 12192000"/>
              <a:gd name="connsiteY149" fmla="*/ 1852352 h 2237474"/>
              <a:gd name="connsiteX150" fmla="*/ 3931396 w 12192000"/>
              <a:gd name="connsiteY150" fmla="*/ 1858915 h 2237474"/>
              <a:gd name="connsiteX151" fmla="*/ 3812162 w 12192000"/>
              <a:gd name="connsiteY151" fmla="*/ 1875501 h 2237474"/>
              <a:gd name="connsiteX152" fmla="*/ 3767672 w 12192000"/>
              <a:gd name="connsiteY152" fmla="*/ 1874600 h 2237474"/>
              <a:gd name="connsiteX153" fmla="*/ 3764741 w 12192000"/>
              <a:gd name="connsiteY153" fmla="*/ 1869433 h 2237474"/>
              <a:gd name="connsiteX154" fmla="*/ 3751332 w 12192000"/>
              <a:gd name="connsiteY154" fmla="*/ 1869854 h 2237474"/>
              <a:gd name="connsiteX155" fmla="*/ 3748155 w 12192000"/>
              <a:gd name="connsiteY155" fmla="*/ 1868903 h 2237474"/>
              <a:gd name="connsiteX156" fmla="*/ 3729530 w 12192000"/>
              <a:gd name="connsiteY156" fmla="*/ 1864513 h 2237474"/>
              <a:gd name="connsiteX157" fmla="*/ 3680177 w 12192000"/>
              <a:gd name="connsiteY157" fmla="*/ 1881552 h 2237474"/>
              <a:gd name="connsiteX158" fmla="*/ 3567259 w 12192000"/>
              <a:gd name="connsiteY158" fmla="*/ 1893482 h 2237474"/>
              <a:gd name="connsiteX159" fmla="*/ 3405770 w 12192000"/>
              <a:gd name="connsiteY159" fmla="*/ 1904591 h 2237474"/>
              <a:gd name="connsiteX160" fmla="*/ 3280097 w 12192000"/>
              <a:gd name="connsiteY160" fmla="*/ 1919610 h 2237474"/>
              <a:gd name="connsiteX161" fmla="*/ 3123424 w 12192000"/>
              <a:gd name="connsiteY161" fmla="*/ 1952930 h 2237474"/>
              <a:gd name="connsiteX162" fmla="*/ 3009910 w 12192000"/>
              <a:gd name="connsiteY162" fmla="*/ 1957866 h 2237474"/>
              <a:gd name="connsiteX163" fmla="*/ 2995934 w 12192000"/>
              <a:gd name="connsiteY163" fmla="*/ 1967085 h 2237474"/>
              <a:gd name="connsiteX164" fmla="*/ 2980071 w 12192000"/>
              <a:gd name="connsiteY164" fmla="*/ 1972988 h 2237474"/>
              <a:gd name="connsiteX165" fmla="*/ 2978094 w 12192000"/>
              <a:gd name="connsiteY165" fmla="*/ 1972369 h 2237474"/>
              <a:gd name="connsiteX166" fmla="*/ 2942858 w 12192000"/>
              <a:gd name="connsiteY166" fmla="*/ 1981367 h 2237474"/>
              <a:gd name="connsiteX167" fmla="*/ 2875436 w 12192000"/>
              <a:gd name="connsiteY167" fmla="*/ 1996977 h 2237474"/>
              <a:gd name="connsiteX168" fmla="*/ 2874892 w 12192000"/>
              <a:gd name="connsiteY168" fmla="*/ 1996085 h 2237474"/>
              <a:gd name="connsiteX169" fmla="*/ 2864145 w 12192000"/>
              <a:gd name="connsiteY169" fmla="*/ 1994061 h 2237474"/>
              <a:gd name="connsiteX170" fmla="*/ 2843662 w 12192000"/>
              <a:gd name="connsiteY170" fmla="*/ 1992498 h 2237474"/>
              <a:gd name="connsiteX171" fmla="*/ 2796128 w 12192000"/>
              <a:gd name="connsiteY171" fmla="*/ 1976403 h 2237474"/>
              <a:gd name="connsiteX172" fmla="*/ 2756784 w 12192000"/>
              <a:gd name="connsiteY172" fmla="*/ 1985116 h 2237474"/>
              <a:gd name="connsiteX173" fmla="*/ 2748833 w 12192000"/>
              <a:gd name="connsiteY173" fmla="*/ 1986323 h 2237474"/>
              <a:gd name="connsiteX174" fmla="*/ 2748661 w 12192000"/>
              <a:gd name="connsiteY174" fmla="*/ 1986122 h 2237474"/>
              <a:gd name="connsiteX175" fmla="*/ 2740251 w 12192000"/>
              <a:gd name="connsiteY175" fmla="*/ 1986946 h 2237474"/>
              <a:gd name="connsiteX176" fmla="*/ 2718916 w 12192000"/>
              <a:gd name="connsiteY176" fmla="*/ 1990867 h 2237474"/>
              <a:gd name="connsiteX177" fmla="*/ 2713522 w 12192000"/>
              <a:gd name="connsiteY177" fmla="*/ 1990173 h 2237474"/>
              <a:gd name="connsiteX178" fmla="*/ 2680597 w 12192000"/>
              <a:gd name="connsiteY178" fmla="*/ 1984996 h 2237474"/>
              <a:gd name="connsiteX179" fmla="*/ 2578178 w 12192000"/>
              <a:gd name="connsiteY179" fmla="*/ 1990531 h 2237474"/>
              <a:gd name="connsiteX180" fmla="*/ 2476147 w 12192000"/>
              <a:gd name="connsiteY180" fmla="*/ 1998305 h 2237474"/>
              <a:gd name="connsiteX181" fmla="*/ 2373568 w 12192000"/>
              <a:gd name="connsiteY181" fmla="*/ 2003219 h 2237474"/>
              <a:gd name="connsiteX182" fmla="*/ 2321399 w 12192000"/>
              <a:gd name="connsiteY182" fmla="*/ 1989467 h 2237474"/>
              <a:gd name="connsiteX183" fmla="*/ 2315525 w 12192000"/>
              <a:gd name="connsiteY183" fmla="*/ 1989708 h 2237474"/>
              <a:gd name="connsiteX184" fmla="*/ 2300792 w 12192000"/>
              <a:gd name="connsiteY184" fmla="*/ 1994290 h 2237474"/>
              <a:gd name="connsiteX185" fmla="*/ 2295469 w 12192000"/>
              <a:gd name="connsiteY185" fmla="*/ 1996659 h 2237474"/>
              <a:gd name="connsiteX186" fmla="*/ 2287219 w 12192000"/>
              <a:gd name="connsiteY186" fmla="*/ 1998750 h 2237474"/>
              <a:gd name="connsiteX187" fmla="*/ 2286948 w 12192000"/>
              <a:gd name="connsiteY187" fmla="*/ 1998596 h 2237474"/>
              <a:gd name="connsiteX188" fmla="*/ 2243069 w 12192000"/>
              <a:gd name="connsiteY188" fmla="*/ 2015111 h 2237474"/>
              <a:gd name="connsiteX189" fmla="*/ 2186609 w 12192000"/>
              <a:gd name="connsiteY189" fmla="*/ 2008263 h 2237474"/>
              <a:gd name="connsiteX190" fmla="*/ 2164831 w 12192000"/>
              <a:gd name="connsiteY190" fmla="*/ 2010143 h 2237474"/>
              <a:gd name="connsiteX191" fmla="*/ 2152836 w 12192000"/>
              <a:gd name="connsiteY191" fmla="*/ 2010048 h 2237474"/>
              <a:gd name="connsiteX192" fmla="*/ 2117102 w 12192000"/>
              <a:gd name="connsiteY192" fmla="*/ 2023004 h 2237474"/>
              <a:gd name="connsiteX193" fmla="*/ 2111935 w 12192000"/>
              <a:gd name="connsiteY193" fmla="*/ 2023163 h 2237474"/>
              <a:gd name="connsiteX194" fmla="*/ 2089991 w 12192000"/>
              <a:gd name="connsiteY194" fmla="*/ 2034193 h 2237474"/>
              <a:gd name="connsiteX195" fmla="*/ 2058061 w 12192000"/>
              <a:gd name="connsiteY195" fmla="*/ 2047942 h 2237474"/>
              <a:gd name="connsiteX196" fmla="*/ 2055737 w 12192000"/>
              <a:gd name="connsiteY196" fmla="*/ 2047704 h 2237474"/>
              <a:gd name="connsiteX197" fmla="*/ 2042244 w 12192000"/>
              <a:gd name="connsiteY197" fmla="*/ 2055560 h 2237474"/>
              <a:gd name="connsiteX198" fmla="*/ 1976224 w 12192000"/>
              <a:gd name="connsiteY198" fmla="*/ 2074257 h 2237474"/>
              <a:gd name="connsiteX199" fmla="*/ 1877728 w 12192000"/>
              <a:gd name="connsiteY199" fmla="*/ 2101004 h 2237474"/>
              <a:gd name="connsiteX200" fmla="*/ 1759056 w 12192000"/>
              <a:gd name="connsiteY200" fmla="*/ 2125608 h 2237474"/>
              <a:gd name="connsiteX201" fmla="*/ 1637948 w 12192000"/>
              <a:gd name="connsiteY201" fmla="*/ 2172597 h 2237474"/>
              <a:gd name="connsiteX202" fmla="*/ 1434549 w 12192000"/>
              <a:gd name="connsiteY202" fmla="*/ 2234522 h 2237474"/>
              <a:gd name="connsiteX203" fmla="*/ 1398481 w 12192000"/>
              <a:gd name="connsiteY203" fmla="*/ 2237074 h 2237474"/>
              <a:gd name="connsiteX204" fmla="*/ 1398407 w 12192000"/>
              <a:gd name="connsiteY204" fmla="*/ 2237095 h 2237474"/>
              <a:gd name="connsiteX205" fmla="*/ 1370962 w 12192000"/>
              <a:gd name="connsiteY205" fmla="*/ 2237474 h 2237474"/>
              <a:gd name="connsiteX206" fmla="*/ 1356367 w 12192000"/>
              <a:gd name="connsiteY206" fmla="*/ 2235089 h 2237474"/>
              <a:gd name="connsiteX207" fmla="*/ 1324828 w 12192000"/>
              <a:gd name="connsiteY207" fmla="*/ 2231968 h 2237474"/>
              <a:gd name="connsiteX208" fmla="*/ 1297744 w 12192000"/>
              <a:gd name="connsiteY208" fmla="*/ 2235849 h 2237474"/>
              <a:gd name="connsiteX209" fmla="*/ 1286236 w 12192000"/>
              <a:gd name="connsiteY209" fmla="*/ 2233135 h 2237474"/>
              <a:gd name="connsiteX210" fmla="*/ 1283504 w 12192000"/>
              <a:gd name="connsiteY210" fmla="*/ 2233797 h 2237474"/>
              <a:gd name="connsiteX211" fmla="*/ 1279765 w 12192000"/>
              <a:gd name="connsiteY211" fmla="*/ 2229639 h 2237474"/>
              <a:gd name="connsiteX212" fmla="*/ 1195347 w 12192000"/>
              <a:gd name="connsiteY212" fmla="*/ 2212354 h 2237474"/>
              <a:gd name="connsiteX213" fmla="*/ 970251 w 12192000"/>
              <a:gd name="connsiteY213" fmla="*/ 2221029 h 2237474"/>
              <a:gd name="connsiteX214" fmla="*/ 812914 w 12192000"/>
              <a:gd name="connsiteY214" fmla="*/ 2202752 h 2237474"/>
              <a:gd name="connsiteX215" fmla="*/ 800195 w 12192000"/>
              <a:gd name="connsiteY215" fmla="*/ 2209407 h 2237474"/>
              <a:gd name="connsiteX216" fmla="*/ 784978 w 12192000"/>
              <a:gd name="connsiteY216" fmla="*/ 2212360 h 2237474"/>
              <a:gd name="connsiteX217" fmla="*/ 681987 w 12192000"/>
              <a:gd name="connsiteY217" fmla="*/ 2216757 h 2237474"/>
              <a:gd name="connsiteX218" fmla="*/ 669923 w 12192000"/>
              <a:gd name="connsiteY218" fmla="*/ 2211682 h 2237474"/>
              <a:gd name="connsiteX219" fmla="*/ 648680 w 12192000"/>
              <a:gd name="connsiteY219" fmla="*/ 2206229 h 2237474"/>
              <a:gd name="connsiteX220" fmla="*/ 597225 w 12192000"/>
              <a:gd name="connsiteY220" fmla="*/ 2180999 h 2237474"/>
              <a:gd name="connsiteX221" fmla="*/ 558449 w 12192000"/>
              <a:gd name="connsiteY221" fmla="*/ 2182346 h 2237474"/>
              <a:gd name="connsiteX222" fmla="*/ 550517 w 12192000"/>
              <a:gd name="connsiteY222" fmla="*/ 2182060 h 2237474"/>
              <a:gd name="connsiteX223" fmla="*/ 550309 w 12192000"/>
              <a:gd name="connsiteY223" fmla="*/ 2181825 h 2237474"/>
              <a:gd name="connsiteX224" fmla="*/ 541836 w 12192000"/>
              <a:gd name="connsiteY224" fmla="*/ 2181063 h 2237474"/>
              <a:gd name="connsiteX225" fmla="*/ 536057 w 12192000"/>
              <a:gd name="connsiteY225" fmla="*/ 2181537 h 2237474"/>
              <a:gd name="connsiteX226" fmla="*/ 520671 w 12192000"/>
              <a:gd name="connsiteY226" fmla="*/ 2180980 h 2237474"/>
              <a:gd name="connsiteX227" fmla="*/ 515024 w 12192000"/>
              <a:gd name="connsiteY227" fmla="*/ 2179258 h 2237474"/>
              <a:gd name="connsiteX228" fmla="*/ 512278 w 12192000"/>
              <a:gd name="connsiteY228" fmla="*/ 2176369 h 2237474"/>
              <a:gd name="connsiteX229" fmla="*/ 480419 w 12192000"/>
              <a:gd name="connsiteY229" fmla="*/ 2167807 h 2237474"/>
              <a:gd name="connsiteX230" fmla="*/ 413835 w 12192000"/>
              <a:gd name="connsiteY230" fmla="*/ 2156783 h 2237474"/>
              <a:gd name="connsiteX231" fmla="*/ 376513 w 12192000"/>
              <a:gd name="connsiteY231" fmla="*/ 2154014 h 2237474"/>
              <a:gd name="connsiteX232" fmla="*/ 273386 w 12192000"/>
              <a:gd name="connsiteY232" fmla="*/ 2142551 h 2237474"/>
              <a:gd name="connsiteX233" fmla="*/ 169207 w 12192000"/>
              <a:gd name="connsiteY233" fmla="*/ 2128100 h 2237474"/>
              <a:gd name="connsiteX234" fmla="*/ 93149 w 12192000"/>
              <a:gd name="connsiteY234" fmla="*/ 2105324 h 2237474"/>
              <a:gd name="connsiteX235" fmla="*/ 88109 w 12192000"/>
              <a:gd name="connsiteY235" fmla="*/ 2106704 h 2237474"/>
              <a:gd name="connsiteX236" fmla="*/ 80022 w 12192000"/>
              <a:gd name="connsiteY236" fmla="*/ 2107254 h 2237474"/>
              <a:gd name="connsiteX237" fmla="*/ 79717 w 12192000"/>
              <a:gd name="connsiteY237" fmla="*/ 2107046 h 2237474"/>
              <a:gd name="connsiteX238" fmla="*/ 72352 w 12192000"/>
              <a:gd name="connsiteY238" fmla="*/ 2107991 h 2237474"/>
              <a:gd name="connsiteX239" fmla="*/ 37645 w 12192000"/>
              <a:gd name="connsiteY239" fmla="*/ 2115401 h 2237474"/>
              <a:gd name="connsiteX240" fmla="*/ 4572 w 12192000"/>
              <a:gd name="connsiteY240" fmla="*/ 2111091 h 2237474"/>
              <a:gd name="connsiteX241" fmla="*/ 0 w 12192000"/>
              <a:gd name="connsiteY241" fmla="*/ 2110468 h 2237474"/>
              <a:gd name="connsiteX242" fmla="*/ 0 w 12192000"/>
              <a:gd name="connsiteY2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306907 w 12192000"/>
              <a:gd name="connsiteY140" fmla="*/ 1841641 h 2237474"/>
              <a:gd name="connsiteX141" fmla="*/ 4290981 w 12192000"/>
              <a:gd name="connsiteY141" fmla="*/ 1839677 h 2237474"/>
              <a:gd name="connsiteX142" fmla="*/ 4285792 w 12192000"/>
              <a:gd name="connsiteY142" fmla="*/ 1836231 h 2237474"/>
              <a:gd name="connsiteX143" fmla="*/ 4238372 w 12192000"/>
              <a:gd name="connsiteY143" fmla="*/ 1851480 h 2237474"/>
              <a:gd name="connsiteX144" fmla="*/ 4232517 w 12192000"/>
              <a:gd name="connsiteY144" fmla="*/ 1852567 h 2237474"/>
              <a:gd name="connsiteX145" fmla="*/ 4191732 w 12192000"/>
              <a:gd name="connsiteY145" fmla="*/ 1857328 h 2237474"/>
              <a:gd name="connsiteX146" fmla="*/ 4065532 w 12192000"/>
              <a:gd name="connsiteY146" fmla="*/ 1855477 h 2237474"/>
              <a:gd name="connsiteX147" fmla="*/ 4028460 w 12192000"/>
              <a:gd name="connsiteY147" fmla="*/ 1855137 h 2237474"/>
              <a:gd name="connsiteX148" fmla="*/ 4002267 w 12192000"/>
              <a:gd name="connsiteY148" fmla="*/ 1852352 h 2237474"/>
              <a:gd name="connsiteX149" fmla="*/ 3931396 w 12192000"/>
              <a:gd name="connsiteY149" fmla="*/ 1858915 h 2237474"/>
              <a:gd name="connsiteX150" fmla="*/ 3812162 w 12192000"/>
              <a:gd name="connsiteY150" fmla="*/ 1875501 h 2237474"/>
              <a:gd name="connsiteX151" fmla="*/ 3767672 w 12192000"/>
              <a:gd name="connsiteY151" fmla="*/ 1874600 h 2237474"/>
              <a:gd name="connsiteX152" fmla="*/ 3764741 w 12192000"/>
              <a:gd name="connsiteY152" fmla="*/ 1869433 h 2237474"/>
              <a:gd name="connsiteX153" fmla="*/ 3751332 w 12192000"/>
              <a:gd name="connsiteY153" fmla="*/ 1869854 h 2237474"/>
              <a:gd name="connsiteX154" fmla="*/ 3748155 w 12192000"/>
              <a:gd name="connsiteY154" fmla="*/ 1868903 h 2237474"/>
              <a:gd name="connsiteX155" fmla="*/ 3729530 w 12192000"/>
              <a:gd name="connsiteY155" fmla="*/ 1864513 h 2237474"/>
              <a:gd name="connsiteX156" fmla="*/ 3680177 w 12192000"/>
              <a:gd name="connsiteY156" fmla="*/ 1881552 h 2237474"/>
              <a:gd name="connsiteX157" fmla="*/ 3567259 w 12192000"/>
              <a:gd name="connsiteY157" fmla="*/ 1893482 h 2237474"/>
              <a:gd name="connsiteX158" fmla="*/ 3405770 w 12192000"/>
              <a:gd name="connsiteY158" fmla="*/ 1904591 h 2237474"/>
              <a:gd name="connsiteX159" fmla="*/ 3280097 w 12192000"/>
              <a:gd name="connsiteY159" fmla="*/ 1919610 h 2237474"/>
              <a:gd name="connsiteX160" fmla="*/ 3123424 w 12192000"/>
              <a:gd name="connsiteY160" fmla="*/ 1952930 h 2237474"/>
              <a:gd name="connsiteX161" fmla="*/ 3009910 w 12192000"/>
              <a:gd name="connsiteY161" fmla="*/ 1957866 h 2237474"/>
              <a:gd name="connsiteX162" fmla="*/ 2995934 w 12192000"/>
              <a:gd name="connsiteY162" fmla="*/ 1967085 h 2237474"/>
              <a:gd name="connsiteX163" fmla="*/ 2980071 w 12192000"/>
              <a:gd name="connsiteY163" fmla="*/ 1972988 h 2237474"/>
              <a:gd name="connsiteX164" fmla="*/ 2978094 w 12192000"/>
              <a:gd name="connsiteY164" fmla="*/ 1972369 h 2237474"/>
              <a:gd name="connsiteX165" fmla="*/ 2942858 w 12192000"/>
              <a:gd name="connsiteY165" fmla="*/ 1981367 h 2237474"/>
              <a:gd name="connsiteX166" fmla="*/ 2875436 w 12192000"/>
              <a:gd name="connsiteY166" fmla="*/ 1996977 h 2237474"/>
              <a:gd name="connsiteX167" fmla="*/ 2874892 w 12192000"/>
              <a:gd name="connsiteY167" fmla="*/ 1996085 h 2237474"/>
              <a:gd name="connsiteX168" fmla="*/ 2864145 w 12192000"/>
              <a:gd name="connsiteY168" fmla="*/ 1994061 h 2237474"/>
              <a:gd name="connsiteX169" fmla="*/ 2843662 w 12192000"/>
              <a:gd name="connsiteY169" fmla="*/ 1992498 h 2237474"/>
              <a:gd name="connsiteX170" fmla="*/ 2796128 w 12192000"/>
              <a:gd name="connsiteY170" fmla="*/ 1976403 h 2237474"/>
              <a:gd name="connsiteX171" fmla="*/ 2756784 w 12192000"/>
              <a:gd name="connsiteY171" fmla="*/ 1985116 h 2237474"/>
              <a:gd name="connsiteX172" fmla="*/ 2748833 w 12192000"/>
              <a:gd name="connsiteY172" fmla="*/ 1986323 h 2237474"/>
              <a:gd name="connsiteX173" fmla="*/ 2748661 w 12192000"/>
              <a:gd name="connsiteY173" fmla="*/ 1986122 h 2237474"/>
              <a:gd name="connsiteX174" fmla="*/ 2740251 w 12192000"/>
              <a:gd name="connsiteY174" fmla="*/ 1986946 h 2237474"/>
              <a:gd name="connsiteX175" fmla="*/ 2718916 w 12192000"/>
              <a:gd name="connsiteY175" fmla="*/ 1990867 h 2237474"/>
              <a:gd name="connsiteX176" fmla="*/ 2713522 w 12192000"/>
              <a:gd name="connsiteY176" fmla="*/ 1990173 h 2237474"/>
              <a:gd name="connsiteX177" fmla="*/ 2680597 w 12192000"/>
              <a:gd name="connsiteY177" fmla="*/ 1984996 h 2237474"/>
              <a:gd name="connsiteX178" fmla="*/ 2578178 w 12192000"/>
              <a:gd name="connsiteY178" fmla="*/ 1990531 h 2237474"/>
              <a:gd name="connsiteX179" fmla="*/ 2476147 w 12192000"/>
              <a:gd name="connsiteY179" fmla="*/ 1998305 h 2237474"/>
              <a:gd name="connsiteX180" fmla="*/ 2373568 w 12192000"/>
              <a:gd name="connsiteY180" fmla="*/ 2003219 h 2237474"/>
              <a:gd name="connsiteX181" fmla="*/ 2321399 w 12192000"/>
              <a:gd name="connsiteY181" fmla="*/ 1989467 h 2237474"/>
              <a:gd name="connsiteX182" fmla="*/ 2315525 w 12192000"/>
              <a:gd name="connsiteY182" fmla="*/ 1989708 h 2237474"/>
              <a:gd name="connsiteX183" fmla="*/ 2300792 w 12192000"/>
              <a:gd name="connsiteY183" fmla="*/ 1994290 h 2237474"/>
              <a:gd name="connsiteX184" fmla="*/ 2295469 w 12192000"/>
              <a:gd name="connsiteY184" fmla="*/ 1996659 h 2237474"/>
              <a:gd name="connsiteX185" fmla="*/ 2287219 w 12192000"/>
              <a:gd name="connsiteY185" fmla="*/ 1998750 h 2237474"/>
              <a:gd name="connsiteX186" fmla="*/ 2286948 w 12192000"/>
              <a:gd name="connsiteY186" fmla="*/ 1998596 h 2237474"/>
              <a:gd name="connsiteX187" fmla="*/ 2243069 w 12192000"/>
              <a:gd name="connsiteY187" fmla="*/ 2015111 h 2237474"/>
              <a:gd name="connsiteX188" fmla="*/ 2186609 w 12192000"/>
              <a:gd name="connsiteY188" fmla="*/ 2008263 h 2237474"/>
              <a:gd name="connsiteX189" fmla="*/ 2164831 w 12192000"/>
              <a:gd name="connsiteY189" fmla="*/ 2010143 h 2237474"/>
              <a:gd name="connsiteX190" fmla="*/ 2152836 w 12192000"/>
              <a:gd name="connsiteY190" fmla="*/ 2010048 h 2237474"/>
              <a:gd name="connsiteX191" fmla="*/ 2117102 w 12192000"/>
              <a:gd name="connsiteY191" fmla="*/ 2023004 h 2237474"/>
              <a:gd name="connsiteX192" fmla="*/ 2111935 w 12192000"/>
              <a:gd name="connsiteY192" fmla="*/ 2023163 h 2237474"/>
              <a:gd name="connsiteX193" fmla="*/ 2089991 w 12192000"/>
              <a:gd name="connsiteY193" fmla="*/ 2034193 h 2237474"/>
              <a:gd name="connsiteX194" fmla="*/ 2058061 w 12192000"/>
              <a:gd name="connsiteY194" fmla="*/ 2047942 h 2237474"/>
              <a:gd name="connsiteX195" fmla="*/ 2055737 w 12192000"/>
              <a:gd name="connsiteY195" fmla="*/ 2047704 h 2237474"/>
              <a:gd name="connsiteX196" fmla="*/ 2042244 w 12192000"/>
              <a:gd name="connsiteY196" fmla="*/ 2055560 h 2237474"/>
              <a:gd name="connsiteX197" fmla="*/ 1976224 w 12192000"/>
              <a:gd name="connsiteY197" fmla="*/ 2074257 h 2237474"/>
              <a:gd name="connsiteX198" fmla="*/ 1877728 w 12192000"/>
              <a:gd name="connsiteY198" fmla="*/ 2101004 h 2237474"/>
              <a:gd name="connsiteX199" fmla="*/ 1759056 w 12192000"/>
              <a:gd name="connsiteY199" fmla="*/ 2125608 h 2237474"/>
              <a:gd name="connsiteX200" fmla="*/ 1637948 w 12192000"/>
              <a:gd name="connsiteY200" fmla="*/ 2172597 h 2237474"/>
              <a:gd name="connsiteX201" fmla="*/ 1434549 w 12192000"/>
              <a:gd name="connsiteY201" fmla="*/ 2234522 h 2237474"/>
              <a:gd name="connsiteX202" fmla="*/ 1398481 w 12192000"/>
              <a:gd name="connsiteY202" fmla="*/ 2237074 h 2237474"/>
              <a:gd name="connsiteX203" fmla="*/ 1398407 w 12192000"/>
              <a:gd name="connsiteY203" fmla="*/ 2237095 h 2237474"/>
              <a:gd name="connsiteX204" fmla="*/ 1370962 w 12192000"/>
              <a:gd name="connsiteY204" fmla="*/ 2237474 h 2237474"/>
              <a:gd name="connsiteX205" fmla="*/ 1356367 w 12192000"/>
              <a:gd name="connsiteY205" fmla="*/ 2235089 h 2237474"/>
              <a:gd name="connsiteX206" fmla="*/ 1324828 w 12192000"/>
              <a:gd name="connsiteY206" fmla="*/ 2231968 h 2237474"/>
              <a:gd name="connsiteX207" fmla="*/ 1297744 w 12192000"/>
              <a:gd name="connsiteY207" fmla="*/ 2235849 h 2237474"/>
              <a:gd name="connsiteX208" fmla="*/ 1286236 w 12192000"/>
              <a:gd name="connsiteY208" fmla="*/ 2233135 h 2237474"/>
              <a:gd name="connsiteX209" fmla="*/ 1283504 w 12192000"/>
              <a:gd name="connsiteY209" fmla="*/ 2233797 h 2237474"/>
              <a:gd name="connsiteX210" fmla="*/ 1279765 w 12192000"/>
              <a:gd name="connsiteY210" fmla="*/ 2229639 h 2237474"/>
              <a:gd name="connsiteX211" fmla="*/ 1195347 w 12192000"/>
              <a:gd name="connsiteY211" fmla="*/ 2212354 h 2237474"/>
              <a:gd name="connsiteX212" fmla="*/ 970251 w 12192000"/>
              <a:gd name="connsiteY212" fmla="*/ 2221029 h 2237474"/>
              <a:gd name="connsiteX213" fmla="*/ 812914 w 12192000"/>
              <a:gd name="connsiteY213" fmla="*/ 2202752 h 2237474"/>
              <a:gd name="connsiteX214" fmla="*/ 800195 w 12192000"/>
              <a:gd name="connsiteY214" fmla="*/ 2209407 h 2237474"/>
              <a:gd name="connsiteX215" fmla="*/ 784978 w 12192000"/>
              <a:gd name="connsiteY215" fmla="*/ 2212360 h 2237474"/>
              <a:gd name="connsiteX216" fmla="*/ 681987 w 12192000"/>
              <a:gd name="connsiteY216" fmla="*/ 2216757 h 2237474"/>
              <a:gd name="connsiteX217" fmla="*/ 669923 w 12192000"/>
              <a:gd name="connsiteY217" fmla="*/ 2211682 h 2237474"/>
              <a:gd name="connsiteX218" fmla="*/ 648680 w 12192000"/>
              <a:gd name="connsiteY218" fmla="*/ 2206229 h 2237474"/>
              <a:gd name="connsiteX219" fmla="*/ 597225 w 12192000"/>
              <a:gd name="connsiteY219" fmla="*/ 2180999 h 2237474"/>
              <a:gd name="connsiteX220" fmla="*/ 558449 w 12192000"/>
              <a:gd name="connsiteY220" fmla="*/ 2182346 h 2237474"/>
              <a:gd name="connsiteX221" fmla="*/ 550517 w 12192000"/>
              <a:gd name="connsiteY221" fmla="*/ 2182060 h 2237474"/>
              <a:gd name="connsiteX222" fmla="*/ 550309 w 12192000"/>
              <a:gd name="connsiteY222" fmla="*/ 2181825 h 2237474"/>
              <a:gd name="connsiteX223" fmla="*/ 541836 w 12192000"/>
              <a:gd name="connsiteY223" fmla="*/ 2181063 h 2237474"/>
              <a:gd name="connsiteX224" fmla="*/ 536057 w 12192000"/>
              <a:gd name="connsiteY224" fmla="*/ 2181537 h 2237474"/>
              <a:gd name="connsiteX225" fmla="*/ 520671 w 12192000"/>
              <a:gd name="connsiteY225" fmla="*/ 2180980 h 2237474"/>
              <a:gd name="connsiteX226" fmla="*/ 515024 w 12192000"/>
              <a:gd name="connsiteY226" fmla="*/ 2179258 h 2237474"/>
              <a:gd name="connsiteX227" fmla="*/ 512278 w 12192000"/>
              <a:gd name="connsiteY227" fmla="*/ 2176369 h 2237474"/>
              <a:gd name="connsiteX228" fmla="*/ 480419 w 12192000"/>
              <a:gd name="connsiteY228" fmla="*/ 2167807 h 2237474"/>
              <a:gd name="connsiteX229" fmla="*/ 413835 w 12192000"/>
              <a:gd name="connsiteY229" fmla="*/ 2156783 h 2237474"/>
              <a:gd name="connsiteX230" fmla="*/ 376513 w 12192000"/>
              <a:gd name="connsiteY230" fmla="*/ 2154014 h 2237474"/>
              <a:gd name="connsiteX231" fmla="*/ 273386 w 12192000"/>
              <a:gd name="connsiteY231" fmla="*/ 2142551 h 2237474"/>
              <a:gd name="connsiteX232" fmla="*/ 169207 w 12192000"/>
              <a:gd name="connsiteY232" fmla="*/ 2128100 h 2237474"/>
              <a:gd name="connsiteX233" fmla="*/ 93149 w 12192000"/>
              <a:gd name="connsiteY233" fmla="*/ 2105324 h 2237474"/>
              <a:gd name="connsiteX234" fmla="*/ 88109 w 12192000"/>
              <a:gd name="connsiteY234" fmla="*/ 2106704 h 2237474"/>
              <a:gd name="connsiteX235" fmla="*/ 80022 w 12192000"/>
              <a:gd name="connsiteY235" fmla="*/ 2107254 h 2237474"/>
              <a:gd name="connsiteX236" fmla="*/ 79717 w 12192000"/>
              <a:gd name="connsiteY236" fmla="*/ 2107046 h 2237474"/>
              <a:gd name="connsiteX237" fmla="*/ 72352 w 12192000"/>
              <a:gd name="connsiteY237" fmla="*/ 2107991 h 2237474"/>
              <a:gd name="connsiteX238" fmla="*/ 37645 w 12192000"/>
              <a:gd name="connsiteY238" fmla="*/ 2115401 h 2237474"/>
              <a:gd name="connsiteX239" fmla="*/ 4572 w 12192000"/>
              <a:gd name="connsiteY239" fmla="*/ 2111091 h 2237474"/>
              <a:gd name="connsiteX240" fmla="*/ 0 w 12192000"/>
              <a:gd name="connsiteY240" fmla="*/ 2110468 h 2237474"/>
              <a:gd name="connsiteX241" fmla="*/ 0 w 12192000"/>
              <a:gd name="connsiteY2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64741 w 12192000"/>
              <a:gd name="connsiteY151" fmla="*/ 1869433 h 2237474"/>
              <a:gd name="connsiteX152" fmla="*/ 3751332 w 12192000"/>
              <a:gd name="connsiteY152" fmla="*/ 1869854 h 2237474"/>
              <a:gd name="connsiteX153" fmla="*/ 3748155 w 12192000"/>
              <a:gd name="connsiteY153" fmla="*/ 1868903 h 2237474"/>
              <a:gd name="connsiteX154" fmla="*/ 3729530 w 12192000"/>
              <a:gd name="connsiteY154" fmla="*/ 1864513 h 2237474"/>
              <a:gd name="connsiteX155" fmla="*/ 3680177 w 12192000"/>
              <a:gd name="connsiteY155" fmla="*/ 1881552 h 2237474"/>
              <a:gd name="connsiteX156" fmla="*/ 3567259 w 12192000"/>
              <a:gd name="connsiteY156" fmla="*/ 1893482 h 2237474"/>
              <a:gd name="connsiteX157" fmla="*/ 3405770 w 12192000"/>
              <a:gd name="connsiteY157" fmla="*/ 1904591 h 2237474"/>
              <a:gd name="connsiteX158" fmla="*/ 3280097 w 12192000"/>
              <a:gd name="connsiteY158" fmla="*/ 1919610 h 2237474"/>
              <a:gd name="connsiteX159" fmla="*/ 3123424 w 12192000"/>
              <a:gd name="connsiteY159" fmla="*/ 1952930 h 2237474"/>
              <a:gd name="connsiteX160" fmla="*/ 3009910 w 12192000"/>
              <a:gd name="connsiteY160" fmla="*/ 1957866 h 2237474"/>
              <a:gd name="connsiteX161" fmla="*/ 2995934 w 12192000"/>
              <a:gd name="connsiteY161" fmla="*/ 1967085 h 2237474"/>
              <a:gd name="connsiteX162" fmla="*/ 2980071 w 12192000"/>
              <a:gd name="connsiteY162" fmla="*/ 1972988 h 2237474"/>
              <a:gd name="connsiteX163" fmla="*/ 2978094 w 12192000"/>
              <a:gd name="connsiteY163" fmla="*/ 1972369 h 2237474"/>
              <a:gd name="connsiteX164" fmla="*/ 2942858 w 12192000"/>
              <a:gd name="connsiteY164" fmla="*/ 1981367 h 2237474"/>
              <a:gd name="connsiteX165" fmla="*/ 2875436 w 12192000"/>
              <a:gd name="connsiteY165" fmla="*/ 1996977 h 2237474"/>
              <a:gd name="connsiteX166" fmla="*/ 2874892 w 12192000"/>
              <a:gd name="connsiteY166" fmla="*/ 1996085 h 2237474"/>
              <a:gd name="connsiteX167" fmla="*/ 2864145 w 12192000"/>
              <a:gd name="connsiteY167" fmla="*/ 1994061 h 2237474"/>
              <a:gd name="connsiteX168" fmla="*/ 2843662 w 12192000"/>
              <a:gd name="connsiteY168" fmla="*/ 1992498 h 2237474"/>
              <a:gd name="connsiteX169" fmla="*/ 2796128 w 12192000"/>
              <a:gd name="connsiteY169" fmla="*/ 1976403 h 2237474"/>
              <a:gd name="connsiteX170" fmla="*/ 2756784 w 12192000"/>
              <a:gd name="connsiteY170" fmla="*/ 1985116 h 2237474"/>
              <a:gd name="connsiteX171" fmla="*/ 2748833 w 12192000"/>
              <a:gd name="connsiteY171" fmla="*/ 1986323 h 2237474"/>
              <a:gd name="connsiteX172" fmla="*/ 2748661 w 12192000"/>
              <a:gd name="connsiteY172" fmla="*/ 1986122 h 2237474"/>
              <a:gd name="connsiteX173" fmla="*/ 2740251 w 12192000"/>
              <a:gd name="connsiteY173" fmla="*/ 1986946 h 2237474"/>
              <a:gd name="connsiteX174" fmla="*/ 2718916 w 12192000"/>
              <a:gd name="connsiteY174" fmla="*/ 1990867 h 2237474"/>
              <a:gd name="connsiteX175" fmla="*/ 2713522 w 12192000"/>
              <a:gd name="connsiteY175" fmla="*/ 1990173 h 2237474"/>
              <a:gd name="connsiteX176" fmla="*/ 2680597 w 12192000"/>
              <a:gd name="connsiteY176" fmla="*/ 1984996 h 2237474"/>
              <a:gd name="connsiteX177" fmla="*/ 2578178 w 12192000"/>
              <a:gd name="connsiteY177" fmla="*/ 1990531 h 2237474"/>
              <a:gd name="connsiteX178" fmla="*/ 2476147 w 12192000"/>
              <a:gd name="connsiteY178" fmla="*/ 1998305 h 2237474"/>
              <a:gd name="connsiteX179" fmla="*/ 2373568 w 12192000"/>
              <a:gd name="connsiteY179" fmla="*/ 2003219 h 2237474"/>
              <a:gd name="connsiteX180" fmla="*/ 2321399 w 12192000"/>
              <a:gd name="connsiteY180" fmla="*/ 1989467 h 2237474"/>
              <a:gd name="connsiteX181" fmla="*/ 2315525 w 12192000"/>
              <a:gd name="connsiteY181" fmla="*/ 1989708 h 2237474"/>
              <a:gd name="connsiteX182" fmla="*/ 2300792 w 12192000"/>
              <a:gd name="connsiteY182" fmla="*/ 1994290 h 2237474"/>
              <a:gd name="connsiteX183" fmla="*/ 2295469 w 12192000"/>
              <a:gd name="connsiteY183" fmla="*/ 1996659 h 2237474"/>
              <a:gd name="connsiteX184" fmla="*/ 2287219 w 12192000"/>
              <a:gd name="connsiteY184" fmla="*/ 1998750 h 2237474"/>
              <a:gd name="connsiteX185" fmla="*/ 2286948 w 12192000"/>
              <a:gd name="connsiteY185" fmla="*/ 1998596 h 2237474"/>
              <a:gd name="connsiteX186" fmla="*/ 2243069 w 12192000"/>
              <a:gd name="connsiteY186" fmla="*/ 2015111 h 2237474"/>
              <a:gd name="connsiteX187" fmla="*/ 2186609 w 12192000"/>
              <a:gd name="connsiteY187" fmla="*/ 2008263 h 2237474"/>
              <a:gd name="connsiteX188" fmla="*/ 2164831 w 12192000"/>
              <a:gd name="connsiteY188" fmla="*/ 2010143 h 2237474"/>
              <a:gd name="connsiteX189" fmla="*/ 2152836 w 12192000"/>
              <a:gd name="connsiteY189" fmla="*/ 2010048 h 2237474"/>
              <a:gd name="connsiteX190" fmla="*/ 2117102 w 12192000"/>
              <a:gd name="connsiteY190" fmla="*/ 2023004 h 2237474"/>
              <a:gd name="connsiteX191" fmla="*/ 2111935 w 12192000"/>
              <a:gd name="connsiteY191" fmla="*/ 2023163 h 2237474"/>
              <a:gd name="connsiteX192" fmla="*/ 2089991 w 12192000"/>
              <a:gd name="connsiteY192" fmla="*/ 2034193 h 2237474"/>
              <a:gd name="connsiteX193" fmla="*/ 2058061 w 12192000"/>
              <a:gd name="connsiteY193" fmla="*/ 2047942 h 2237474"/>
              <a:gd name="connsiteX194" fmla="*/ 2055737 w 12192000"/>
              <a:gd name="connsiteY194" fmla="*/ 2047704 h 2237474"/>
              <a:gd name="connsiteX195" fmla="*/ 2042244 w 12192000"/>
              <a:gd name="connsiteY195" fmla="*/ 2055560 h 2237474"/>
              <a:gd name="connsiteX196" fmla="*/ 1976224 w 12192000"/>
              <a:gd name="connsiteY196" fmla="*/ 2074257 h 2237474"/>
              <a:gd name="connsiteX197" fmla="*/ 1877728 w 12192000"/>
              <a:gd name="connsiteY197" fmla="*/ 2101004 h 2237474"/>
              <a:gd name="connsiteX198" fmla="*/ 1759056 w 12192000"/>
              <a:gd name="connsiteY198" fmla="*/ 2125608 h 2237474"/>
              <a:gd name="connsiteX199" fmla="*/ 1637948 w 12192000"/>
              <a:gd name="connsiteY199" fmla="*/ 2172597 h 2237474"/>
              <a:gd name="connsiteX200" fmla="*/ 1434549 w 12192000"/>
              <a:gd name="connsiteY200" fmla="*/ 2234522 h 2237474"/>
              <a:gd name="connsiteX201" fmla="*/ 1398481 w 12192000"/>
              <a:gd name="connsiteY201" fmla="*/ 2237074 h 2237474"/>
              <a:gd name="connsiteX202" fmla="*/ 1398407 w 12192000"/>
              <a:gd name="connsiteY202" fmla="*/ 2237095 h 2237474"/>
              <a:gd name="connsiteX203" fmla="*/ 1370962 w 12192000"/>
              <a:gd name="connsiteY203" fmla="*/ 2237474 h 2237474"/>
              <a:gd name="connsiteX204" fmla="*/ 1356367 w 12192000"/>
              <a:gd name="connsiteY204" fmla="*/ 2235089 h 2237474"/>
              <a:gd name="connsiteX205" fmla="*/ 1324828 w 12192000"/>
              <a:gd name="connsiteY205" fmla="*/ 2231968 h 2237474"/>
              <a:gd name="connsiteX206" fmla="*/ 1297744 w 12192000"/>
              <a:gd name="connsiteY206" fmla="*/ 2235849 h 2237474"/>
              <a:gd name="connsiteX207" fmla="*/ 1286236 w 12192000"/>
              <a:gd name="connsiteY207" fmla="*/ 2233135 h 2237474"/>
              <a:gd name="connsiteX208" fmla="*/ 1283504 w 12192000"/>
              <a:gd name="connsiteY208" fmla="*/ 2233797 h 2237474"/>
              <a:gd name="connsiteX209" fmla="*/ 1279765 w 12192000"/>
              <a:gd name="connsiteY209" fmla="*/ 2229639 h 2237474"/>
              <a:gd name="connsiteX210" fmla="*/ 1195347 w 12192000"/>
              <a:gd name="connsiteY210" fmla="*/ 2212354 h 2237474"/>
              <a:gd name="connsiteX211" fmla="*/ 970251 w 12192000"/>
              <a:gd name="connsiteY211" fmla="*/ 2221029 h 2237474"/>
              <a:gd name="connsiteX212" fmla="*/ 812914 w 12192000"/>
              <a:gd name="connsiteY212" fmla="*/ 2202752 h 2237474"/>
              <a:gd name="connsiteX213" fmla="*/ 800195 w 12192000"/>
              <a:gd name="connsiteY213" fmla="*/ 2209407 h 2237474"/>
              <a:gd name="connsiteX214" fmla="*/ 784978 w 12192000"/>
              <a:gd name="connsiteY214" fmla="*/ 2212360 h 2237474"/>
              <a:gd name="connsiteX215" fmla="*/ 681987 w 12192000"/>
              <a:gd name="connsiteY215" fmla="*/ 2216757 h 2237474"/>
              <a:gd name="connsiteX216" fmla="*/ 669923 w 12192000"/>
              <a:gd name="connsiteY216" fmla="*/ 2211682 h 2237474"/>
              <a:gd name="connsiteX217" fmla="*/ 648680 w 12192000"/>
              <a:gd name="connsiteY217" fmla="*/ 2206229 h 2237474"/>
              <a:gd name="connsiteX218" fmla="*/ 597225 w 12192000"/>
              <a:gd name="connsiteY218" fmla="*/ 2180999 h 2237474"/>
              <a:gd name="connsiteX219" fmla="*/ 558449 w 12192000"/>
              <a:gd name="connsiteY219" fmla="*/ 2182346 h 2237474"/>
              <a:gd name="connsiteX220" fmla="*/ 550517 w 12192000"/>
              <a:gd name="connsiteY220" fmla="*/ 2182060 h 2237474"/>
              <a:gd name="connsiteX221" fmla="*/ 550309 w 12192000"/>
              <a:gd name="connsiteY221" fmla="*/ 2181825 h 2237474"/>
              <a:gd name="connsiteX222" fmla="*/ 541836 w 12192000"/>
              <a:gd name="connsiteY222" fmla="*/ 2181063 h 2237474"/>
              <a:gd name="connsiteX223" fmla="*/ 536057 w 12192000"/>
              <a:gd name="connsiteY223" fmla="*/ 2181537 h 2237474"/>
              <a:gd name="connsiteX224" fmla="*/ 520671 w 12192000"/>
              <a:gd name="connsiteY224" fmla="*/ 2180980 h 2237474"/>
              <a:gd name="connsiteX225" fmla="*/ 515024 w 12192000"/>
              <a:gd name="connsiteY225" fmla="*/ 2179258 h 2237474"/>
              <a:gd name="connsiteX226" fmla="*/ 512278 w 12192000"/>
              <a:gd name="connsiteY226" fmla="*/ 2176369 h 2237474"/>
              <a:gd name="connsiteX227" fmla="*/ 480419 w 12192000"/>
              <a:gd name="connsiteY227" fmla="*/ 2167807 h 2237474"/>
              <a:gd name="connsiteX228" fmla="*/ 413835 w 12192000"/>
              <a:gd name="connsiteY228" fmla="*/ 2156783 h 2237474"/>
              <a:gd name="connsiteX229" fmla="*/ 376513 w 12192000"/>
              <a:gd name="connsiteY229" fmla="*/ 2154014 h 2237474"/>
              <a:gd name="connsiteX230" fmla="*/ 273386 w 12192000"/>
              <a:gd name="connsiteY230" fmla="*/ 2142551 h 2237474"/>
              <a:gd name="connsiteX231" fmla="*/ 169207 w 12192000"/>
              <a:gd name="connsiteY231" fmla="*/ 2128100 h 2237474"/>
              <a:gd name="connsiteX232" fmla="*/ 93149 w 12192000"/>
              <a:gd name="connsiteY232" fmla="*/ 2105324 h 2237474"/>
              <a:gd name="connsiteX233" fmla="*/ 88109 w 12192000"/>
              <a:gd name="connsiteY233" fmla="*/ 2106704 h 2237474"/>
              <a:gd name="connsiteX234" fmla="*/ 80022 w 12192000"/>
              <a:gd name="connsiteY234" fmla="*/ 2107254 h 2237474"/>
              <a:gd name="connsiteX235" fmla="*/ 79717 w 12192000"/>
              <a:gd name="connsiteY235" fmla="*/ 2107046 h 2237474"/>
              <a:gd name="connsiteX236" fmla="*/ 72352 w 12192000"/>
              <a:gd name="connsiteY236" fmla="*/ 2107991 h 2237474"/>
              <a:gd name="connsiteX237" fmla="*/ 37645 w 12192000"/>
              <a:gd name="connsiteY237" fmla="*/ 2115401 h 2237474"/>
              <a:gd name="connsiteX238" fmla="*/ 4572 w 12192000"/>
              <a:gd name="connsiteY238" fmla="*/ 2111091 h 2237474"/>
              <a:gd name="connsiteX239" fmla="*/ 0 w 12192000"/>
              <a:gd name="connsiteY239" fmla="*/ 2110468 h 2237474"/>
              <a:gd name="connsiteX240" fmla="*/ 0 w 12192000"/>
              <a:gd name="connsiteY2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51332 w 12192000"/>
              <a:gd name="connsiteY151" fmla="*/ 1869854 h 2237474"/>
              <a:gd name="connsiteX152" fmla="*/ 3748155 w 12192000"/>
              <a:gd name="connsiteY152" fmla="*/ 1868903 h 2237474"/>
              <a:gd name="connsiteX153" fmla="*/ 3729530 w 12192000"/>
              <a:gd name="connsiteY153" fmla="*/ 1864513 h 2237474"/>
              <a:gd name="connsiteX154" fmla="*/ 3680177 w 12192000"/>
              <a:gd name="connsiteY154" fmla="*/ 1881552 h 2237474"/>
              <a:gd name="connsiteX155" fmla="*/ 3567259 w 12192000"/>
              <a:gd name="connsiteY155" fmla="*/ 1893482 h 2237474"/>
              <a:gd name="connsiteX156" fmla="*/ 3405770 w 12192000"/>
              <a:gd name="connsiteY156" fmla="*/ 1904591 h 2237474"/>
              <a:gd name="connsiteX157" fmla="*/ 3280097 w 12192000"/>
              <a:gd name="connsiteY157" fmla="*/ 1919610 h 2237474"/>
              <a:gd name="connsiteX158" fmla="*/ 3123424 w 12192000"/>
              <a:gd name="connsiteY158" fmla="*/ 1952930 h 2237474"/>
              <a:gd name="connsiteX159" fmla="*/ 3009910 w 12192000"/>
              <a:gd name="connsiteY159" fmla="*/ 1957866 h 2237474"/>
              <a:gd name="connsiteX160" fmla="*/ 2995934 w 12192000"/>
              <a:gd name="connsiteY160" fmla="*/ 1967085 h 2237474"/>
              <a:gd name="connsiteX161" fmla="*/ 2980071 w 12192000"/>
              <a:gd name="connsiteY161" fmla="*/ 1972988 h 2237474"/>
              <a:gd name="connsiteX162" fmla="*/ 2978094 w 12192000"/>
              <a:gd name="connsiteY162" fmla="*/ 1972369 h 2237474"/>
              <a:gd name="connsiteX163" fmla="*/ 2942858 w 12192000"/>
              <a:gd name="connsiteY163" fmla="*/ 1981367 h 2237474"/>
              <a:gd name="connsiteX164" fmla="*/ 2875436 w 12192000"/>
              <a:gd name="connsiteY164" fmla="*/ 1996977 h 2237474"/>
              <a:gd name="connsiteX165" fmla="*/ 2874892 w 12192000"/>
              <a:gd name="connsiteY165" fmla="*/ 1996085 h 2237474"/>
              <a:gd name="connsiteX166" fmla="*/ 2864145 w 12192000"/>
              <a:gd name="connsiteY166" fmla="*/ 1994061 h 2237474"/>
              <a:gd name="connsiteX167" fmla="*/ 2843662 w 12192000"/>
              <a:gd name="connsiteY167" fmla="*/ 1992498 h 2237474"/>
              <a:gd name="connsiteX168" fmla="*/ 2796128 w 12192000"/>
              <a:gd name="connsiteY168" fmla="*/ 1976403 h 2237474"/>
              <a:gd name="connsiteX169" fmla="*/ 2756784 w 12192000"/>
              <a:gd name="connsiteY169" fmla="*/ 1985116 h 2237474"/>
              <a:gd name="connsiteX170" fmla="*/ 2748833 w 12192000"/>
              <a:gd name="connsiteY170" fmla="*/ 1986323 h 2237474"/>
              <a:gd name="connsiteX171" fmla="*/ 2748661 w 12192000"/>
              <a:gd name="connsiteY171" fmla="*/ 1986122 h 2237474"/>
              <a:gd name="connsiteX172" fmla="*/ 2740251 w 12192000"/>
              <a:gd name="connsiteY172" fmla="*/ 1986946 h 2237474"/>
              <a:gd name="connsiteX173" fmla="*/ 2718916 w 12192000"/>
              <a:gd name="connsiteY173" fmla="*/ 1990867 h 2237474"/>
              <a:gd name="connsiteX174" fmla="*/ 2713522 w 12192000"/>
              <a:gd name="connsiteY174" fmla="*/ 1990173 h 2237474"/>
              <a:gd name="connsiteX175" fmla="*/ 2680597 w 12192000"/>
              <a:gd name="connsiteY175" fmla="*/ 1984996 h 2237474"/>
              <a:gd name="connsiteX176" fmla="*/ 2578178 w 12192000"/>
              <a:gd name="connsiteY176" fmla="*/ 1990531 h 2237474"/>
              <a:gd name="connsiteX177" fmla="*/ 2476147 w 12192000"/>
              <a:gd name="connsiteY177" fmla="*/ 1998305 h 2237474"/>
              <a:gd name="connsiteX178" fmla="*/ 2373568 w 12192000"/>
              <a:gd name="connsiteY178" fmla="*/ 2003219 h 2237474"/>
              <a:gd name="connsiteX179" fmla="*/ 2321399 w 12192000"/>
              <a:gd name="connsiteY179" fmla="*/ 1989467 h 2237474"/>
              <a:gd name="connsiteX180" fmla="*/ 2315525 w 12192000"/>
              <a:gd name="connsiteY180" fmla="*/ 1989708 h 2237474"/>
              <a:gd name="connsiteX181" fmla="*/ 2300792 w 12192000"/>
              <a:gd name="connsiteY181" fmla="*/ 1994290 h 2237474"/>
              <a:gd name="connsiteX182" fmla="*/ 2295469 w 12192000"/>
              <a:gd name="connsiteY182" fmla="*/ 1996659 h 2237474"/>
              <a:gd name="connsiteX183" fmla="*/ 2287219 w 12192000"/>
              <a:gd name="connsiteY183" fmla="*/ 1998750 h 2237474"/>
              <a:gd name="connsiteX184" fmla="*/ 2286948 w 12192000"/>
              <a:gd name="connsiteY184" fmla="*/ 1998596 h 2237474"/>
              <a:gd name="connsiteX185" fmla="*/ 2243069 w 12192000"/>
              <a:gd name="connsiteY185" fmla="*/ 2015111 h 2237474"/>
              <a:gd name="connsiteX186" fmla="*/ 2186609 w 12192000"/>
              <a:gd name="connsiteY186" fmla="*/ 2008263 h 2237474"/>
              <a:gd name="connsiteX187" fmla="*/ 2164831 w 12192000"/>
              <a:gd name="connsiteY187" fmla="*/ 2010143 h 2237474"/>
              <a:gd name="connsiteX188" fmla="*/ 2152836 w 12192000"/>
              <a:gd name="connsiteY188" fmla="*/ 2010048 h 2237474"/>
              <a:gd name="connsiteX189" fmla="*/ 2117102 w 12192000"/>
              <a:gd name="connsiteY189" fmla="*/ 2023004 h 2237474"/>
              <a:gd name="connsiteX190" fmla="*/ 2111935 w 12192000"/>
              <a:gd name="connsiteY190" fmla="*/ 2023163 h 2237474"/>
              <a:gd name="connsiteX191" fmla="*/ 2089991 w 12192000"/>
              <a:gd name="connsiteY191" fmla="*/ 2034193 h 2237474"/>
              <a:gd name="connsiteX192" fmla="*/ 2058061 w 12192000"/>
              <a:gd name="connsiteY192" fmla="*/ 2047942 h 2237474"/>
              <a:gd name="connsiteX193" fmla="*/ 2055737 w 12192000"/>
              <a:gd name="connsiteY193" fmla="*/ 2047704 h 2237474"/>
              <a:gd name="connsiteX194" fmla="*/ 2042244 w 12192000"/>
              <a:gd name="connsiteY194" fmla="*/ 2055560 h 2237474"/>
              <a:gd name="connsiteX195" fmla="*/ 1976224 w 12192000"/>
              <a:gd name="connsiteY195" fmla="*/ 2074257 h 2237474"/>
              <a:gd name="connsiteX196" fmla="*/ 1877728 w 12192000"/>
              <a:gd name="connsiteY196" fmla="*/ 2101004 h 2237474"/>
              <a:gd name="connsiteX197" fmla="*/ 1759056 w 12192000"/>
              <a:gd name="connsiteY197" fmla="*/ 2125608 h 2237474"/>
              <a:gd name="connsiteX198" fmla="*/ 1637948 w 12192000"/>
              <a:gd name="connsiteY198" fmla="*/ 2172597 h 2237474"/>
              <a:gd name="connsiteX199" fmla="*/ 1434549 w 12192000"/>
              <a:gd name="connsiteY199" fmla="*/ 2234522 h 2237474"/>
              <a:gd name="connsiteX200" fmla="*/ 1398481 w 12192000"/>
              <a:gd name="connsiteY200" fmla="*/ 2237074 h 2237474"/>
              <a:gd name="connsiteX201" fmla="*/ 1398407 w 12192000"/>
              <a:gd name="connsiteY201" fmla="*/ 2237095 h 2237474"/>
              <a:gd name="connsiteX202" fmla="*/ 1370962 w 12192000"/>
              <a:gd name="connsiteY202" fmla="*/ 2237474 h 2237474"/>
              <a:gd name="connsiteX203" fmla="*/ 1356367 w 12192000"/>
              <a:gd name="connsiteY203" fmla="*/ 2235089 h 2237474"/>
              <a:gd name="connsiteX204" fmla="*/ 1324828 w 12192000"/>
              <a:gd name="connsiteY204" fmla="*/ 2231968 h 2237474"/>
              <a:gd name="connsiteX205" fmla="*/ 1297744 w 12192000"/>
              <a:gd name="connsiteY205" fmla="*/ 2235849 h 2237474"/>
              <a:gd name="connsiteX206" fmla="*/ 1286236 w 12192000"/>
              <a:gd name="connsiteY206" fmla="*/ 2233135 h 2237474"/>
              <a:gd name="connsiteX207" fmla="*/ 1283504 w 12192000"/>
              <a:gd name="connsiteY207" fmla="*/ 2233797 h 2237474"/>
              <a:gd name="connsiteX208" fmla="*/ 1279765 w 12192000"/>
              <a:gd name="connsiteY208" fmla="*/ 2229639 h 2237474"/>
              <a:gd name="connsiteX209" fmla="*/ 1195347 w 12192000"/>
              <a:gd name="connsiteY209" fmla="*/ 2212354 h 2237474"/>
              <a:gd name="connsiteX210" fmla="*/ 970251 w 12192000"/>
              <a:gd name="connsiteY210" fmla="*/ 2221029 h 2237474"/>
              <a:gd name="connsiteX211" fmla="*/ 812914 w 12192000"/>
              <a:gd name="connsiteY211" fmla="*/ 2202752 h 2237474"/>
              <a:gd name="connsiteX212" fmla="*/ 800195 w 12192000"/>
              <a:gd name="connsiteY212" fmla="*/ 2209407 h 2237474"/>
              <a:gd name="connsiteX213" fmla="*/ 784978 w 12192000"/>
              <a:gd name="connsiteY213" fmla="*/ 2212360 h 2237474"/>
              <a:gd name="connsiteX214" fmla="*/ 681987 w 12192000"/>
              <a:gd name="connsiteY214" fmla="*/ 2216757 h 2237474"/>
              <a:gd name="connsiteX215" fmla="*/ 669923 w 12192000"/>
              <a:gd name="connsiteY215" fmla="*/ 2211682 h 2237474"/>
              <a:gd name="connsiteX216" fmla="*/ 648680 w 12192000"/>
              <a:gd name="connsiteY216" fmla="*/ 2206229 h 2237474"/>
              <a:gd name="connsiteX217" fmla="*/ 597225 w 12192000"/>
              <a:gd name="connsiteY217" fmla="*/ 2180999 h 2237474"/>
              <a:gd name="connsiteX218" fmla="*/ 558449 w 12192000"/>
              <a:gd name="connsiteY218" fmla="*/ 2182346 h 2237474"/>
              <a:gd name="connsiteX219" fmla="*/ 550517 w 12192000"/>
              <a:gd name="connsiteY219" fmla="*/ 2182060 h 2237474"/>
              <a:gd name="connsiteX220" fmla="*/ 550309 w 12192000"/>
              <a:gd name="connsiteY220" fmla="*/ 2181825 h 2237474"/>
              <a:gd name="connsiteX221" fmla="*/ 541836 w 12192000"/>
              <a:gd name="connsiteY221" fmla="*/ 2181063 h 2237474"/>
              <a:gd name="connsiteX222" fmla="*/ 536057 w 12192000"/>
              <a:gd name="connsiteY222" fmla="*/ 2181537 h 2237474"/>
              <a:gd name="connsiteX223" fmla="*/ 520671 w 12192000"/>
              <a:gd name="connsiteY223" fmla="*/ 2180980 h 2237474"/>
              <a:gd name="connsiteX224" fmla="*/ 515024 w 12192000"/>
              <a:gd name="connsiteY224" fmla="*/ 2179258 h 2237474"/>
              <a:gd name="connsiteX225" fmla="*/ 512278 w 12192000"/>
              <a:gd name="connsiteY225" fmla="*/ 2176369 h 2237474"/>
              <a:gd name="connsiteX226" fmla="*/ 480419 w 12192000"/>
              <a:gd name="connsiteY226" fmla="*/ 2167807 h 2237474"/>
              <a:gd name="connsiteX227" fmla="*/ 413835 w 12192000"/>
              <a:gd name="connsiteY227" fmla="*/ 2156783 h 2237474"/>
              <a:gd name="connsiteX228" fmla="*/ 376513 w 12192000"/>
              <a:gd name="connsiteY228" fmla="*/ 2154014 h 2237474"/>
              <a:gd name="connsiteX229" fmla="*/ 273386 w 12192000"/>
              <a:gd name="connsiteY229" fmla="*/ 2142551 h 2237474"/>
              <a:gd name="connsiteX230" fmla="*/ 169207 w 12192000"/>
              <a:gd name="connsiteY230" fmla="*/ 2128100 h 2237474"/>
              <a:gd name="connsiteX231" fmla="*/ 93149 w 12192000"/>
              <a:gd name="connsiteY231" fmla="*/ 2105324 h 2237474"/>
              <a:gd name="connsiteX232" fmla="*/ 88109 w 12192000"/>
              <a:gd name="connsiteY232" fmla="*/ 2106704 h 2237474"/>
              <a:gd name="connsiteX233" fmla="*/ 80022 w 12192000"/>
              <a:gd name="connsiteY233" fmla="*/ 2107254 h 2237474"/>
              <a:gd name="connsiteX234" fmla="*/ 79717 w 12192000"/>
              <a:gd name="connsiteY234" fmla="*/ 2107046 h 2237474"/>
              <a:gd name="connsiteX235" fmla="*/ 72352 w 12192000"/>
              <a:gd name="connsiteY235" fmla="*/ 2107991 h 2237474"/>
              <a:gd name="connsiteX236" fmla="*/ 37645 w 12192000"/>
              <a:gd name="connsiteY236" fmla="*/ 2115401 h 2237474"/>
              <a:gd name="connsiteX237" fmla="*/ 4572 w 12192000"/>
              <a:gd name="connsiteY237" fmla="*/ 2111091 h 2237474"/>
              <a:gd name="connsiteX238" fmla="*/ 0 w 12192000"/>
              <a:gd name="connsiteY238" fmla="*/ 2110468 h 2237474"/>
              <a:gd name="connsiteX239" fmla="*/ 0 w 12192000"/>
              <a:gd name="connsiteY23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51332 w 12192000"/>
              <a:gd name="connsiteY151" fmla="*/ 1869854 h 2237474"/>
              <a:gd name="connsiteX152" fmla="*/ 3729530 w 12192000"/>
              <a:gd name="connsiteY152" fmla="*/ 1864513 h 2237474"/>
              <a:gd name="connsiteX153" fmla="*/ 3680177 w 12192000"/>
              <a:gd name="connsiteY153" fmla="*/ 1881552 h 2237474"/>
              <a:gd name="connsiteX154" fmla="*/ 3567259 w 12192000"/>
              <a:gd name="connsiteY154" fmla="*/ 1893482 h 2237474"/>
              <a:gd name="connsiteX155" fmla="*/ 3405770 w 12192000"/>
              <a:gd name="connsiteY155" fmla="*/ 1904591 h 2237474"/>
              <a:gd name="connsiteX156" fmla="*/ 3280097 w 12192000"/>
              <a:gd name="connsiteY156" fmla="*/ 1919610 h 2237474"/>
              <a:gd name="connsiteX157" fmla="*/ 3123424 w 12192000"/>
              <a:gd name="connsiteY157" fmla="*/ 1952930 h 2237474"/>
              <a:gd name="connsiteX158" fmla="*/ 3009910 w 12192000"/>
              <a:gd name="connsiteY158" fmla="*/ 1957866 h 2237474"/>
              <a:gd name="connsiteX159" fmla="*/ 2995934 w 12192000"/>
              <a:gd name="connsiteY159" fmla="*/ 1967085 h 2237474"/>
              <a:gd name="connsiteX160" fmla="*/ 2980071 w 12192000"/>
              <a:gd name="connsiteY160" fmla="*/ 1972988 h 2237474"/>
              <a:gd name="connsiteX161" fmla="*/ 2978094 w 12192000"/>
              <a:gd name="connsiteY161" fmla="*/ 1972369 h 2237474"/>
              <a:gd name="connsiteX162" fmla="*/ 2942858 w 12192000"/>
              <a:gd name="connsiteY162" fmla="*/ 1981367 h 2237474"/>
              <a:gd name="connsiteX163" fmla="*/ 2875436 w 12192000"/>
              <a:gd name="connsiteY163" fmla="*/ 1996977 h 2237474"/>
              <a:gd name="connsiteX164" fmla="*/ 2874892 w 12192000"/>
              <a:gd name="connsiteY164" fmla="*/ 1996085 h 2237474"/>
              <a:gd name="connsiteX165" fmla="*/ 2864145 w 12192000"/>
              <a:gd name="connsiteY165" fmla="*/ 1994061 h 2237474"/>
              <a:gd name="connsiteX166" fmla="*/ 2843662 w 12192000"/>
              <a:gd name="connsiteY166" fmla="*/ 1992498 h 2237474"/>
              <a:gd name="connsiteX167" fmla="*/ 2796128 w 12192000"/>
              <a:gd name="connsiteY167" fmla="*/ 1976403 h 2237474"/>
              <a:gd name="connsiteX168" fmla="*/ 2756784 w 12192000"/>
              <a:gd name="connsiteY168" fmla="*/ 1985116 h 2237474"/>
              <a:gd name="connsiteX169" fmla="*/ 2748833 w 12192000"/>
              <a:gd name="connsiteY169" fmla="*/ 1986323 h 2237474"/>
              <a:gd name="connsiteX170" fmla="*/ 2748661 w 12192000"/>
              <a:gd name="connsiteY170" fmla="*/ 1986122 h 2237474"/>
              <a:gd name="connsiteX171" fmla="*/ 2740251 w 12192000"/>
              <a:gd name="connsiteY171" fmla="*/ 1986946 h 2237474"/>
              <a:gd name="connsiteX172" fmla="*/ 2718916 w 12192000"/>
              <a:gd name="connsiteY172" fmla="*/ 1990867 h 2237474"/>
              <a:gd name="connsiteX173" fmla="*/ 2713522 w 12192000"/>
              <a:gd name="connsiteY173" fmla="*/ 1990173 h 2237474"/>
              <a:gd name="connsiteX174" fmla="*/ 2680597 w 12192000"/>
              <a:gd name="connsiteY174" fmla="*/ 1984996 h 2237474"/>
              <a:gd name="connsiteX175" fmla="*/ 2578178 w 12192000"/>
              <a:gd name="connsiteY175" fmla="*/ 1990531 h 2237474"/>
              <a:gd name="connsiteX176" fmla="*/ 2476147 w 12192000"/>
              <a:gd name="connsiteY176" fmla="*/ 1998305 h 2237474"/>
              <a:gd name="connsiteX177" fmla="*/ 2373568 w 12192000"/>
              <a:gd name="connsiteY177" fmla="*/ 2003219 h 2237474"/>
              <a:gd name="connsiteX178" fmla="*/ 2321399 w 12192000"/>
              <a:gd name="connsiteY178" fmla="*/ 1989467 h 2237474"/>
              <a:gd name="connsiteX179" fmla="*/ 2315525 w 12192000"/>
              <a:gd name="connsiteY179" fmla="*/ 1989708 h 2237474"/>
              <a:gd name="connsiteX180" fmla="*/ 2300792 w 12192000"/>
              <a:gd name="connsiteY180" fmla="*/ 1994290 h 2237474"/>
              <a:gd name="connsiteX181" fmla="*/ 2295469 w 12192000"/>
              <a:gd name="connsiteY181" fmla="*/ 1996659 h 2237474"/>
              <a:gd name="connsiteX182" fmla="*/ 2287219 w 12192000"/>
              <a:gd name="connsiteY182" fmla="*/ 1998750 h 2237474"/>
              <a:gd name="connsiteX183" fmla="*/ 2286948 w 12192000"/>
              <a:gd name="connsiteY183" fmla="*/ 1998596 h 2237474"/>
              <a:gd name="connsiteX184" fmla="*/ 2243069 w 12192000"/>
              <a:gd name="connsiteY184" fmla="*/ 2015111 h 2237474"/>
              <a:gd name="connsiteX185" fmla="*/ 2186609 w 12192000"/>
              <a:gd name="connsiteY185" fmla="*/ 2008263 h 2237474"/>
              <a:gd name="connsiteX186" fmla="*/ 2164831 w 12192000"/>
              <a:gd name="connsiteY186" fmla="*/ 2010143 h 2237474"/>
              <a:gd name="connsiteX187" fmla="*/ 2152836 w 12192000"/>
              <a:gd name="connsiteY187" fmla="*/ 2010048 h 2237474"/>
              <a:gd name="connsiteX188" fmla="*/ 2117102 w 12192000"/>
              <a:gd name="connsiteY188" fmla="*/ 2023004 h 2237474"/>
              <a:gd name="connsiteX189" fmla="*/ 2111935 w 12192000"/>
              <a:gd name="connsiteY189" fmla="*/ 2023163 h 2237474"/>
              <a:gd name="connsiteX190" fmla="*/ 2089991 w 12192000"/>
              <a:gd name="connsiteY190" fmla="*/ 2034193 h 2237474"/>
              <a:gd name="connsiteX191" fmla="*/ 2058061 w 12192000"/>
              <a:gd name="connsiteY191" fmla="*/ 2047942 h 2237474"/>
              <a:gd name="connsiteX192" fmla="*/ 2055737 w 12192000"/>
              <a:gd name="connsiteY192" fmla="*/ 2047704 h 2237474"/>
              <a:gd name="connsiteX193" fmla="*/ 2042244 w 12192000"/>
              <a:gd name="connsiteY193" fmla="*/ 2055560 h 2237474"/>
              <a:gd name="connsiteX194" fmla="*/ 1976224 w 12192000"/>
              <a:gd name="connsiteY194" fmla="*/ 2074257 h 2237474"/>
              <a:gd name="connsiteX195" fmla="*/ 1877728 w 12192000"/>
              <a:gd name="connsiteY195" fmla="*/ 2101004 h 2237474"/>
              <a:gd name="connsiteX196" fmla="*/ 1759056 w 12192000"/>
              <a:gd name="connsiteY196" fmla="*/ 2125608 h 2237474"/>
              <a:gd name="connsiteX197" fmla="*/ 1637948 w 12192000"/>
              <a:gd name="connsiteY197" fmla="*/ 2172597 h 2237474"/>
              <a:gd name="connsiteX198" fmla="*/ 1434549 w 12192000"/>
              <a:gd name="connsiteY198" fmla="*/ 2234522 h 2237474"/>
              <a:gd name="connsiteX199" fmla="*/ 1398481 w 12192000"/>
              <a:gd name="connsiteY199" fmla="*/ 2237074 h 2237474"/>
              <a:gd name="connsiteX200" fmla="*/ 1398407 w 12192000"/>
              <a:gd name="connsiteY200" fmla="*/ 2237095 h 2237474"/>
              <a:gd name="connsiteX201" fmla="*/ 1370962 w 12192000"/>
              <a:gd name="connsiteY201" fmla="*/ 2237474 h 2237474"/>
              <a:gd name="connsiteX202" fmla="*/ 1356367 w 12192000"/>
              <a:gd name="connsiteY202" fmla="*/ 2235089 h 2237474"/>
              <a:gd name="connsiteX203" fmla="*/ 1324828 w 12192000"/>
              <a:gd name="connsiteY203" fmla="*/ 2231968 h 2237474"/>
              <a:gd name="connsiteX204" fmla="*/ 1297744 w 12192000"/>
              <a:gd name="connsiteY204" fmla="*/ 2235849 h 2237474"/>
              <a:gd name="connsiteX205" fmla="*/ 1286236 w 12192000"/>
              <a:gd name="connsiteY205" fmla="*/ 2233135 h 2237474"/>
              <a:gd name="connsiteX206" fmla="*/ 1283504 w 12192000"/>
              <a:gd name="connsiteY206" fmla="*/ 2233797 h 2237474"/>
              <a:gd name="connsiteX207" fmla="*/ 1279765 w 12192000"/>
              <a:gd name="connsiteY207" fmla="*/ 2229639 h 2237474"/>
              <a:gd name="connsiteX208" fmla="*/ 1195347 w 12192000"/>
              <a:gd name="connsiteY208" fmla="*/ 2212354 h 2237474"/>
              <a:gd name="connsiteX209" fmla="*/ 970251 w 12192000"/>
              <a:gd name="connsiteY209" fmla="*/ 2221029 h 2237474"/>
              <a:gd name="connsiteX210" fmla="*/ 812914 w 12192000"/>
              <a:gd name="connsiteY210" fmla="*/ 2202752 h 2237474"/>
              <a:gd name="connsiteX211" fmla="*/ 800195 w 12192000"/>
              <a:gd name="connsiteY211" fmla="*/ 2209407 h 2237474"/>
              <a:gd name="connsiteX212" fmla="*/ 784978 w 12192000"/>
              <a:gd name="connsiteY212" fmla="*/ 2212360 h 2237474"/>
              <a:gd name="connsiteX213" fmla="*/ 681987 w 12192000"/>
              <a:gd name="connsiteY213" fmla="*/ 2216757 h 2237474"/>
              <a:gd name="connsiteX214" fmla="*/ 669923 w 12192000"/>
              <a:gd name="connsiteY214" fmla="*/ 2211682 h 2237474"/>
              <a:gd name="connsiteX215" fmla="*/ 648680 w 12192000"/>
              <a:gd name="connsiteY215" fmla="*/ 2206229 h 2237474"/>
              <a:gd name="connsiteX216" fmla="*/ 597225 w 12192000"/>
              <a:gd name="connsiteY216" fmla="*/ 2180999 h 2237474"/>
              <a:gd name="connsiteX217" fmla="*/ 558449 w 12192000"/>
              <a:gd name="connsiteY217" fmla="*/ 2182346 h 2237474"/>
              <a:gd name="connsiteX218" fmla="*/ 550517 w 12192000"/>
              <a:gd name="connsiteY218" fmla="*/ 2182060 h 2237474"/>
              <a:gd name="connsiteX219" fmla="*/ 550309 w 12192000"/>
              <a:gd name="connsiteY219" fmla="*/ 2181825 h 2237474"/>
              <a:gd name="connsiteX220" fmla="*/ 541836 w 12192000"/>
              <a:gd name="connsiteY220" fmla="*/ 2181063 h 2237474"/>
              <a:gd name="connsiteX221" fmla="*/ 536057 w 12192000"/>
              <a:gd name="connsiteY221" fmla="*/ 2181537 h 2237474"/>
              <a:gd name="connsiteX222" fmla="*/ 520671 w 12192000"/>
              <a:gd name="connsiteY222" fmla="*/ 2180980 h 2237474"/>
              <a:gd name="connsiteX223" fmla="*/ 515024 w 12192000"/>
              <a:gd name="connsiteY223" fmla="*/ 2179258 h 2237474"/>
              <a:gd name="connsiteX224" fmla="*/ 512278 w 12192000"/>
              <a:gd name="connsiteY224" fmla="*/ 2176369 h 2237474"/>
              <a:gd name="connsiteX225" fmla="*/ 480419 w 12192000"/>
              <a:gd name="connsiteY225" fmla="*/ 2167807 h 2237474"/>
              <a:gd name="connsiteX226" fmla="*/ 413835 w 12192000"/>
              <a:gd name="connsiteY226" fmla="*/ 2156783 h 2237474"/>
              <a:gd name="connsiteX227" fmla="*/ 376513 w 12192000"/>
              <a:gd name="connsiteY227" fmla="*/ 2154014 h 2237474"/>
              <a:gd name="connsiteX228" fmla="*/ 273386 w 12192000"/>
              <a:gd name="connsiteY228" fmla="*/ 2142551 h 2237474"/>
              <a:gd name="connsiteX229" fmla="*/ 169207 w 12192000"/>
              <a:gd name="connsiteY229" fmla="*/ 2128100 h 2237474"/>
              <a:gd name="connsiteX230" fmla="*/ 93149 w 12192000"/>
              <a:gd name="connsiteY230" fmla="*/ 2105324 h 2237474"/>
              <a:gd name="connsiteX231" fmla="*/ 88109 w 12192000"/>
              <a:gd name="connsiteY231" fmla="*/ 2106704 h 2237474"/>
              <a:gd name="connsiteX232" fmla="*/ 80022 w 12192000"/>
              <a:gd name="connsiteY232" fmla="*/ 2107254 h 2237474"/>
              <a:gd name="connsiteX233" fmla="*/ 79717 w 12192000"/>
              <a:gd name="connsiteY233" fmla="*/ 2107046 h 2237474"/>
              <a:gd name="connsiteX234" fmla="*/ 72352 w 12192000"/>
              <a:gd name="connsiteY234" fmla="*/ 2107991 h 2237474"/>
              <a:gd name="connsiteX235" fmla="*/ 37645 w 12192000"/>
              <a:gd name="connsiteY235" fmla="*/ 2115401 h 2237474"/>
              <a:gd name="connsiteX236" fmla="*/ 4572 w 12192000"/>
              <a:gd name="connsiteY236" fmla="*/ 2111091 h 2237474"/>
              <a:gd name="connsiteX237" fmla="*/ 0 w 12192000"/>
              <a:gd name="connsiteY237" fmla="*/ 2110468 h 2237474"/>
              <a:gd name="connsiteX238" fmla="*/ 0 w 12192000"/>
              <a:gd name="connsiteY23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67672 w 12192000"/>
              <a:gd name="connsiteY150" fmla="*/ 1874600 h 2237474"/>
              <a:gd name="connsiteX151" fmla="*/ 3729530 w 12192000"/>
              <a:gd name="connsiteY151" fmla="*/ 1864513 h 2237474"/>
              <a:gd name="connsiteX152" fmla="*/ 3680177 w 12192000"/>
              <a:gd name="connsiteY152" fmla="*/ 1881552 h 2237474"/>
              <a:gd name="connsiteX153" fmla="*/ 3567259 w 12192000"/>
              <a:gd name="connsiteY153" fmla="*/ 1893482 h 2237474"/>
              <a:gd name="connsiteX154" fmla="*/ 3405770 w 12192000"/>
              <a:gd name="connsiteY154" fmla="*/ 1904591 h 2237474"/>
              <a:gd name="connsiteX155" fmla="*/ 3280097 w 12192000"/>
              <a:gd name="connsiteY155" fmla="*/ 1919610 h 2237474"/>
              <a:gd name="connsiteX156" fmla="*/ 3123424 w 12192000"/>
              <a:gd name="connsiteY156" fmla="*/ 1952930 h 2237474"/>
              <a:gd name="connsiteX157" fmla="*/ 3009910 w 12192000"/>
              <a:gd name="connsiteY157" fmla="*/ 1957866 h 2237474"/>
              <a:gd name="connsiteX158" fmla="*/ 2995934 w 12192000"/>
              <a:gd name="connsiteY158" fmla="*/ 1967085 h 2237474"/>
              <a:gd name="connsiteX159" fmla="*/ 2980071 w 12192000"/>
              <a:gd name="connsiteY159" fmla="*/ 1972988 h 2237474"/>
              <a:gd name="connsiteX160" fmla="*/ 2978094 w 12192000"/>
              <a:gd name="connsiteY160" fmla="*/ 1972369 h 2237474"/>
              <a:gd name="connsiteX161" fmla="*/ 2942858 w 12192000"/>
              <a:gd name="connsiteY161" fmla="*/ 1981367 h 2237474"/>
              <a:gd name="connsiteX162" fmla="*/ 2875436 w 12192000"/>
              <a:gd name="connsiteY162" fmla="*/ 1996977 h 2237474"/>
              <a:gd name="connsiteX163" fmla="*/ 2874892 w 12192000"/>
              <a:gd name="connsiteY163" fmla="*/ 1996085 h 2237474"/>
              <a:gd name="connsiteX164" fmla="*/ 2864145 w 12192000"/>
              <a:gd name="connsiteY164" fmla="*/ 1994061 h 2237474"/>
              <a:gd name="connsiteX165" fmla="*/ 2843662 w 12192000"/>
              <a:gd name="connsiteY165" fmla="*/ 1992498 h 2237474"/>
              <a:gd name="connsiteX166" fmla="*/ 2796128 w 12192000"/>
              <a:gd name="connsiteY166" fmla="*/ 1976403 h 2237474"/>
              <a:gd name="connsiteX167" fmla="*/ 2756784 w 12192000"/>
              <a:gd name="connsiteY167" fmla="*/ 1985116 h 2237474"/>
              <a:gd name="connsiteX168" fmla="*/ 2748833 w 12192000"/>
              <a:gd name="connsiteY168" fmla="*/ 1986323 h 2237474"/>
              <a:gd name="connsiteX169" fmla="*/ 2748661 w 12192000"/>
              <a:gd name="connsiteY169" fmla="*/ 1986122 h 2237474"/>
              <a:gd name="connsiteX170" fmla="*/ 2740251 w 12192000"/>
              <a:gd name="connsiteY170" fmla="*/ 1986946 h 2237474"/>
              <a:gd name="connsiteX171" fmla="*/ 2718916 w 12192000"/>
              <a:gd name="connsiteY171" fmla="*/ 1990867 h 2237474"/>
              <a:gd name="connsiteX172" fmla="*/ 2713522 w 12192000"/>
              <a:gd name="connsiteY172" fmla="*/ 1990173 h 2237474"/>
              <a:gd name="connsiteX173" fmla="*/ 2680597 w 12192000"/>
              <a:gd name="connsiteY173" fmla="*/ 1984996 h 2237474"/>
              <a:gd name="connsiteX174" fmla="*/ 2578178 w 12192000"/>
              <a:gd name="connsiteY174" fmla="*/ 1990531 h 2237474"/>
              <a:gd name="connsiteX175" fmla="*/ 2476147 w 12192000"/>
              <a:gd name="connsiteY175" fmla="*/ 1998305 h 2237474"/>
              <a:gd name="connsiteX176" fmla="*/ 2373568 w 12192000"/>
              <a:gd name="connsiteY176" fmla="*/ 2003219 h 2237474"/>
              <a:gd name="connsiteX177" fmla="*/ 2321399 w 12192000"/>
              <a:gd name="connsiteY177" fmla="*/ 1989467 h 2237474"/>
              <a:gd name="connsiteX178" fmla="*/ 2315525 w 12192000"/>
              <a:gd name="connsiteY178" fmla="*/ 1989708 h 2237474"/>
              <a:gd name="connsiteX179" fmla="*/ 2300792 w 12192000"/>
              <a:gd name="connsiteY179" fmla="*/ 1994290 h 2237474"/>
              <a:gd name="connsiteX180" fmla="*/ 2295469 w 12192000"/>
              <a:gd name="connsiteY180" fmla="*/ 1996659 h 2237474"/>
              <a:gd name="connsiteX181" fmla="*/ 2287219 w 12192000"/>
              <a:gd name="connsiteY181" fmla="*/ 1998750 h 2237474"/>
              <a:gd name="connsiteX182" fmla="*/ 2286948 w 12192000"/>
              <a:gd name="connsiteY182" fmla="*/ 1998596 h 2237474"/>
              <a:gd name="connsiteX183" fmla="*/ 2243069 w 12192000"/>
              <a:gd name="connsiteY183" fmla="*/ 2015111 h 2237474"/>
              <a:gd name="connsiteX184" fmla="*/ 2186609 w 12192000"/>
              <a:gd name="connsiteY184" fmla="*/ 2008263 h 2237474"/>
              <a:gd name="connsiteX185" fmla="*/ 2164831 w 12192000"/>
              <a:gd name="connsiteY185" fmla="*/ 2010143 h 2237474"/>
              <a:gd name="connsiteX186" fmla="*/ 2152836 w 12192000"/>
              <a:gd name="connsiteY186" fmla="*/ 2010048 h 2237474"/>
              <a:gd name="connsiteX187" fmla="*/ 2117102 w 12192000"/>
              <a:gd name="connsiteY187" fmla="*/ 2023004 h 2237474"/>
              <a:gd name="connsiteX188" fmla="*/ 2111935 w 12192000"/>
              <a:gd name="connsiteY188" fmla="*/ 2023163 h 2237474"/>
              <a:gd name="connsiteX189" fmla="*/ 2089991 w 12192000"/>
              <a:gd name="connsiteY189" fmla="*/ 2034193 h 2237474"/>
              <a:gd name="connsiteX190" fmla="*/ 2058061 w 12192000"/>
              <a:gd name="connsiteY190" fmla="*/ 2047942 h 2237474"/>
              <a:gd name="connsiteX191" fmla="*/ 2055737 w 12192000"/>
              <a:gd name="connsiteY191" fmla="*/ 2047704 h 2237474"/>
              <a:gd name="connsiteX192" fmla="*/ 2042244 w 12192000"/>
              <a:gd name="connsiteY192" fmla="*/ 2055560 h 2237474"/>
              <a:gd name="connsiteX193" fmla="*/ 1976224 w 12192000"/>
              <a:gd name="connsiteY193" fmla="*/ 2074257 h 2237474"/>
              <a:gd name="connsiteX194" fmla="*/ 1877728 w 12192000"/>
              <a:gd name="connsiteY194" fmla="*/ 2101004 h 2237474"/>
              <a:gd name="connsiteX195" fmla="*/ 1759056 w 12192000"/>
              <a:gd name="connsiteY195" fmla="*/ 2125608 h 2237474"/>
              <a:gd name="connsiteX196" fmla="*/ 1637948 w 12192000"/>
              <a:gd name="connsiteY196" fmla="*/ 2172597 h 2237474"/>
              <a:gd name="connsiteX197" fmla="*/ 1434549 w 12192000"/>
              <a:gd name="connsiteY197" fmla="*/ 2234522 h 2237474"/>
              <a:gd name="connsiteX198" fmla="*/ 1398481 w 12192000"/>
              <a:gd name="connsiteY198" fmla="*/ 2237074 h 2237474"/>
              <a:gd name="connsiteX199" fmla="*/ 1398407 w 12192000"/>
              <a:gd name="connsiteY199" fmla="*/ 2237095 h 2237474"/>
              <a:gd name="connsiteX200" fmla="*/ 1370962 w 12192000"/>
              <a:gd name="connsiteY200" fmla="*/ 2237474 h 2237474"/>
              <a:gd name="connsiteX201" fmla="*/ 1356367 w 12192000"/>
              <a:gd name="connsiteY201" fmla="*/ 2235089 h 2237474"/>
              <a:gd name="connsiteX202" fmla="*/ 1324828 w 12192000"/>
              <a:gd name="connsiteY202" fmla="*/ 2231968 h 2237474"/>
              <a:gd name="connsiteX203" fmla="*/ 1297744 w 12192000"/>
              <a:gd name="connsiteY203" fmla="*/ 2235849 h 2237474"/>
              <a:gd name="connsiteX204" fmla="*/ 1286236 w 12192000"/>
              <a:gd name="connsiteY204" fmla="*/ 2233135 h 2237474"/>
              <a:gd name="connsiteX205" fmla="*/ 1283504 w 12192000"/>
              <a:gd name="connsiteY205" fmla="*/ 2233797 h 2237474"/>
              <a:gd name="connsiteX206" fmla="*/ 1279765 w 12192000"/>
              <a:gd name="connsiteY206" fmla="*/ 2229639 h 2237474"/>
              <a:gd name="connsiteX207" fmla="*/ 1195347 w 12192000"/>
              <a:gd name="connsiteY207" fmla="*/ 2212354 h 2237474"/>
              <a:gd name="connsiteX208" fmla="*/ 970251 w 12192000"/>
              <a:gd name="connsiteY208" fmla="*/ 2221029 h 2237474"/>
              <a:gd name="connsiteX209" fmla="*/ 812914 w 12192000"/>
              <a:gd name="connsiteY209" fmla="*/ 2202752 h 2237474"/>
              <a:gd name="connsiteX210" fmla="*/ 800195 w 12192000"/>
              <a:gd name="connsiteY210" fmla="*/ 2209407 h 2237474"/>
              <a:gd name="connsiteX211" fmla="*/ 784978 w 12192000"/>
              <a:gd name="connsiteY211" fmla="*/ 2212360 h 2237474"/>
              <a:gd name="connsiteX212" fmla="*/ 681987 w 12192000"/>
              <a:gd name="connsiteY212" fmla="*/ 2216757 h 2237474"/>
              <a:gd name="connsiteX213" fmla="*/ 669923 w 12192000"/>
              <a:gd name="connsiteY213" fmla="*/ 2211682 h 2237474"/>
              <a:gd name="connsiteX214" fmla="*/ 648680 w 12192000"/>
              <a:gd name="connsiteY214" fmla="*/ 2206229 h 2237474"/>
              <a:gd name="connsiteX215" fmla="*/ 597225 w 12192000"/>
              <a:gd name="connsiteY215" fmla="*/ 2180999 h 2237474"/>
              <a:gd name="connsiteX216" fmla="*/ 558449 w 12192000"/>
              <a:gd name="connsiteY216" fmla="*/ 2182346 h 2237474"/>
              <a:gd name="connsiteX217" fmla="*/ 550517 w 12192000"/>
              <a:gd name="connsiteY217" fmla="*/ 2182060 h 2237474"/>
              <a:gd name="connsiteX218" fmla="*/ 550309 w 12192000"/>
              <a:gd name="connsiteY218" fmla="*/ 2181825 h 2237474"/>
              <a:gd name="connsiteX219" fmla="*/ 541836 w 12192000"/>
              <a:gd name="connsiteY219" fmla="*/ 2181063 h 2237474"/>
              <a:gd name="connsiteX220" fmla="*/ 536057 w 12192000"/>
              <a:gd name="connsiteY220" fmla="*/ 2181537 h 2237474"/>
              <a:gd name="connsiteX221" fmla="*/ 520671 w 12192000"/>
              <a:gd name="connsiteY221" fmla="*/ 2180980 h 2237474"/>
              <a:gd name="connsiteX222" fmla="*/ 515024 w 12192000"/>
              <a:gd name="connsiteY222" fmla="*/ 2179258 h 2237474"/>
              <a:gd name="connsiteX223" fmla="*/ 512278 w 12192000"/>
              <a:gd name="connsiteY223" fmla="*/ 2176369 h 2237474"/>
              <a:gd name="connsiteX224" fmla="*/ 480419 w 12192000"/>
              <a:gd name="connsiteY224" fmla="*/ 2167807 h 2237474"/>
              <a:gd name="connsiteX225" fmla="*/ 413835 w 12192000"/>
              <a:gd name="connsiteY225" fmla="*/ 2156783 h 2237474"/>
              <a:gd name="connsiteX226" fmla="*/ 376513 w 12192000"/>
              <a:gd name="connsiteY226" fmla="*/ 2154014 h 2237474"/>
              <a:gd name="connsiteX227" fmla="*/ 273386 w 12192000"/>
              <a:gd name="connsiteY227" fmla="*/ 2142551 h 2237474"/>
              <a:gd name="connsiteX228" fmla="*/ 169207 w 12192000"/>
              <a:gd name="connsiteY228" fmla="*/ 2128100 h 2237474"/>
              <a:gd name="connsiteX229" fmla="*/ 93149 w 12192000"/>
              <a:gd name="connsiteY229" fmla="*/ 2105324 h 2237474"/>
              <a:gd name="connsiteX230" fmla="*/ 88109 w 12192000"/>
              <a:gd name="connsiteY230" fmla="*/ 2106704 h 2237474"/>
              <a:gd name="connsiteX231" fmla="*/ 80022 w 12192000"/>
              <a:gd name="connsiteY231" fmla="*/ 2107254 h 2237474"/>
              <a:gd name="connsiteX232" fmla="*/ 79717 w 12192000"/>
              <a:gd name="connsiteY232" fmla="*/ 2107046 h 2237474"/>
              <a:gd name="connsiteX233" fmla="*/ 72352 w 12192000"/>
              <a:gd name="connsiteY233" fmla="*/ 2107991 h 2237474"/>
              <a:gd name="connsiteX234" fmla="*/ 37645 w 12192000"/>
              <a:gd name="connsiteY234" fmla="*/ 2115401 h 2237474"/>
              <a:gd name="connsiteX235" fmla="*/ 4572 w 12192000"/>
              <a:gd name="connsiteY235" fmla="*/ 2111091 h 2237474"/>
              <a:gd name="connsiteX236" fmla="*/ 0 w 12192000"/>
              <a:gd name="connsiteY236" fmla="*/ 2110468 h 2237474"/>
              <a:gd name="connsiteX237" fmla="*/ 0 w 12192000"/>
              <a:gd name="connsiteY23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098321 w 12192000"/>
              <a:gd name="connsiteY110" fmla="*/ 1721646 h 2237474"/>
              <a:gd name="connsiteX111" fmla="*/ 5880652 w 12192000"/>
              <a:gd name="connsiteY111" fmla="*/ 1779643 h 2237474"/>
              <a:gd name="connsiteX112" fmla="*/ 5785959 w 12192000"/>
              <a:gd name="connsiteY112" fmla="*/ 1775307 h 2237474"/>
              <a:gd name="connsiteX113" fmla="*/ 5643534 w 12192000"/>
              <a:gd name="connsiteY113" fmla="*/ 1802919 h 2237474"/>
              <a:gd name="connsiteX114" fmla="*/ 5518799 w 12192000"/>
              <a:gd name="connsiteY114" fmla="*/ 1818312 h 2237474"/>
              <a:gd name="connsiteX115" fmla="*/ 5505014 w 12192000"/>
              <a:gd name="connsiteY115" fmla="*/ 1819259 h 2237474"/>
              <a:gd name="connsiteX116" fmla="*/ 5453307 w 12192000"/>
              <a:gd name="connsiteY116" fmla="*/ 1815450 h 2237474"/>
              <a:gd name="connsiteX117" fmla="*/ 5364192 w 12192000"/>
              <a:gd name="connsiteY117" fmla="*/ 1826074 h 2237474"/>
              <a:gd name="connsiteX118" fmla="*/ 5350380 w 12192000"/>
              <a:gd name="connsiteY118" fmla="*/ 1830891 h 2237474"/>
              <a:gd name="connsiteX119" fmla="*/ 5259633 w 12192000"/>
              <a:gd name="connsiteY119" fmla="*/ 1837160 h 2237474"/>
              <a:gd name="connsiteX120" fmla="*/ 5197513 w 12192000"/>
              <a:gd name="connsiteY120" fmla="*/ 1844718 h 2237474"/>
              <a:gd name="connsiteX121" fmla="*/ 5184170 w 12192000"/>
              <a:gd name="connsiteY121" fmla="*/ 1849402 h 2237474"/>
              <a:gd name="connsiteX122" fmla="*/ 5168852 w 12192000"/>
              <a:gd name="connsiteY122" fmla="*/ 1844846 h 2237474"/>
              <a:gd name="connsiteX123" fmla="*/ 5164370 w 12192000"/>
              <a:gd name="connsiteY123" fmla="*/ 1840597 h 2237474"/>
              <a:gd name="connsiteX124" fmla="*/ 5114927 w 12192000"/>
              <a:gd name="connsiteY124" fmla="*/ 1847827 h 2237474"/>
              <a:gd name="connsiteX125" fmla="*/ 5108970 w 12192000"/>
              <a:gd name="connsiteY125" fmla="*/ 1847935 h 2237474"/>
              <a:gd name="connsiteX126" fmla="*/ 5067961 w 12192000"/>
              <a:gd name="connsiteY126" fmla="*/ 1845917 h 2237474"/>
              <a:gd name="connsiteX127" fmla="*/ 5007075 w 12192000"/>
              <a:gd name="connsiteY127" fmla="*/ 1838626 h 2237474"/>
              <a:gd name="connsiteX128" fmla="*/ 4944087 w 12192000"/>
              <a:gd name="connsiteY128" fmla="*/ 1823332 h 2237474"/>
              <a:gd name="connsiteX129" fmla="*/ 4907662 w 12192000"/>
              <a:gd name="connsiteY129" fmla="*/ 1816900 h 2237474"/>
              <a:gd name="connsiteX130" fmla="*/ 4882386 w 12192000"/>
              <a:gd name="connsiteY130" fmla="*/ 1809844 h 2237474"/>
              <a:gd name="connsiteX131" fmla="*/ 4811440 w 12192000"/>
              <a:gd name="connsiteY131" fmla="*/ 1804655 h 2237474"/>
              <a:gd name="connsiteX132" fmla="*/ 4691075 w 12192000"/>
              <a:gd name="connsiteY132" fmla="*/ 1801389 h 2237474"/>
              <a:gd name="connsiteX133" fmla="*/ 4611738 w 12192000"/>
              <a:gd name="connsiteY133" fmla="*/ 1776964 h 2237474"/>
              <a:gd name="connsiteX134" fmla="*/ 4560070 w 12192000"/>
              <a:gd name="connsiteY134" fmla="*/ 1785640 h 2237474"/>
              <a:gd name="connsiteX135" fmla="*/ 4536503 w 12192000"/>
              <a:gd name="connsiteY135" fmla="*/ 1785334 h 2237474"/>
              <a:gd name="connsiteX136" fmla="*/ 4513724 w 12192000"/>
              <a:gd name="connsiteY136" fmla="*/ 1791996 h 2237474"/>
              <a:gd name="connsiteX137" fmla="*/ 4459810 w 12192000"/>
              <a:gd name="connsiteY137" fmla="*/ 1797886 h 2237474"/>
              <a:gd name="connsiteX138" fmla="*/ 4379064 w 12192000"/>
              <a:gd name="connsiteY138" fmla="*/ 1817177 h 2237474"/>
              <a:gd name="connsiteX139" fmla="*/ 4319209 w 12192000"/>
              <a:gd name="connsiteY139" fmla="*/ 1834833 h 2237474"/>
              <a:gd name="connsiteX140" fmla="*/ 4290981 w 12192000"/>
              <a:gd name="connsiteY140" fmla="*/ 1839677 h 2237474"/>
              <a:gd name="connsiteX141" fmla="*/ 4285792 w 12192000"/>
              <a:gd name="connsiteY141" fmla="*/ 1836231 h 2237474"/>
              <a:gd name="connsiteX142" fmla="*/ 4238372 w 12192000"/>
              <a:gd name="connsiteY142" fmla="*/ 1851480 h 2237474"/>
              <a:gd name="connsiteX143" fmla="*/ 4232517 w 12192000"/>
              <a:gd name="connsiteY143" fmla="*/ 1852567 h 2237474"/>
              <a:gd name="connsiteX144" fmla="*/ 4191732 w 12192000"/>
              <a:gd name="connsiteY144" fmla="*/ 1857328 h 2237474"/>
              <a:gd name="connsiteX145" fmla="*/ 4065532 w 12192000"/>
              <a:gd name="connsiteY145" fmla="*/ 1855477 h 2237474"/>
              <a:gd name="connsiteX146" fmla="*/ 4028460 w 12192000"/>
              <a:gd name="connsiteY146" fmla="*/ 1855137 h 2237474"/>
              <a:gd name="connsiteX147" fmla="*/ 4002267 w 12192000"/>
              <a:gd name="connsiteY147" fmla="*/ 1852352 h 2237474"/>
              <a:gd name="connsiteX148" fmla="*/ 3931396 w 12192000"/>
              <a:gd name="connsiteY148" fmla="*/ 1858915 h 2237474"/>
              <a:gd name="connsiteX149" fmla="*/ 3812162 w 12192000"/>
              <a:gd name="connsiteY149" fmla="*/ 1875501 h 2237474"/>
              <a:gd name="connsiteX150" fmla="*/ 3729530 w 12192000"/>
              <a:gd name="connsiteY150" fmla="*/ 1864513 h 2237474"/>
              <a:gd name="connsiteX151" fmla="*/ 3680177 w 12192000"/>
              <a:gd name="connsiteY151" fmla="*/ 1881552 h 2237474"/>
              <a:gd name="connsiteX152" fmla="*/ 3567259 w 12192000"/>
              <a:gd name="connsiteY152" fmla="*/ 1893482 h 2237474"/>
              <a:gd name="connsiteX153" fmla="*/ 3405770 w 12192000"/>
              <a:gd name="connsiteY153" fmla="*/ 1904591 h 2237474"/>
              <a:gd name="connsiteX154" fmla="*/ 3280097 w 12192000"/>
              <a:gd name="connsiteY154" fmla="*/ 1919610 h 2237474"/>
              <a:gd name="connsiteX155" fmla="*/ 3123424 w 12192000"/>
              <a:gd name="connsiteY155" fmla="*/ 1952930 h 2237474"/>
              <a:gd name="connsiteX156" fmla="*/ 3009910 w 12192000"/>
              <a:gd name="connsiteY156" fmla="*/ 1957866 h 2237474"/>
              <a:gd name="connsiteX157" fmla="*/ 2995934 w 12192000"/>
              <a:gd name="connsiteY157" fmla="*/ 1967085 h 2237474"/>
              <a:gd name="connsiteX158" fmla="*/ 2980071 w 12192000"/>
              <a:gd name="connsiteY158" fmla="*/ 1972988 h 2237474"/>
              <a:gd name="connsiteX159" fmla="*/ 2978094 w 12192000"/>
              <a:gd name="connsiteY159" fmla="*/ 1972369 h 2237474"/>
              <a:gd name="connsiteX160" fmla="*/ 2942858 w 12192000"/>
              <a:gd name="connsiteY160" fmla="*/ 1981367 h 2237474"/>
              <a:gd name="connsiteX161" fmla="*/ 2875436 w 12192000"/>
              <a:gd name="connsiteY161" fmla="*/ 1996977 h 2237474"/>
              <a:gd name="connsiteX162" fmla="*/ 2874892 w 12192000"/>
              <a:gd name="connsiteY162" fmla="*/ 1996085 h 2237474"/>
              <a:gd name="connsiteX163" fmla="*/ 2864145 w 12192000"/>
              <a:gd name="connsiteY163" fmla="*/ 1994061 h 2237474"/>
              <a:gd name="connsiteX164" fmla="*/ 2843662 w 12192000"/>
              <a:gd name="connsiteY164" fmla="*/ 1992498 h 2237474"/>
              <a:gd name="connsiteX165" fmla="*/ 2796128 w 12192000"/>
              <a:gd name="connsiteY165" fmla="*/ 1976403 h 2237474"/>
              <a:gd name="connsiteX166" fmla="*/ 2756784 w 12192000"/>
              <a:gd name="connsiteY166" fmla="*/ 1985116 h 2237474"/>
              <a:gd name="connsiteX167" fmla="*/ 2748833 w 12192000"/>
              <a:gd name="connsiteY167" fmla="*/ 1986323 h 2237474"/>
              <a:gd name="connsiteX168" fmla="*/ 2748661 w 12192000"/>
              <a:gd name="connsiteY168" fmla="*/ 1986122 h 2237474"/>
              <a:gd name="connsiteX169" fmla="*/ 2740251 w 12192000"/>
              <a:gd name="connsiteY169" fmla="*/ 1986946 h 2237474"/>
              <a:gd name="connsiteX170" fmla="*/ 2718916 w 12192000"/>
              <a:gd name="connsiteY170" fmla="*/ 1990867 h 2237474"/>
              <a:gd name="connsiteX171" fmla="*/ 2713522 w 12192000"/>
              <a:gd name="connsiteY171" fmla="*/ 1990173 h 2237474"/>
              <a:gd name="connsiteX172" fmla="*/ 2680597 w 12192000"/>
              <a:gd name="connsiteY172" fmla="*/ 1984996 h 2237474"/>
              <a:gd name="connsiteX173" fmla="*/ 2578178 w 12192000"/>
              <a:gd name="connsiteY173" fmla="*/ 1990531 h 2237474"/>
              <a:gd name="connsiteX174" fmla="*/ 2476147 w 12192000"/>
              <a:gd name="connsiteY174" fmla="*/ 1998305 h 2237474"/>
              <a:gd name="connsiteX175" fmla="*/ 2373568 w 12192000"/>
              <a:gd name="connsiteY175" fmla="*/ 2003219 h 2237474"/>
              <a:gd name="connsiteX176" fmla="*/ 2321399 w 12192000"/>
              <a:gd name="connsiteY176" fmla="*/ 1989467 h 2237474"/>
              <a:gd name="connsiteX177" fmla="*/ 2315525 w 12192000"/>
              <a:gd name="connsiteY177" fmla="*/ 1989708 h 2237474"/>
              <a:gd name="connsiteX178" fmla="*/ 2300792 w 12192000"/>
              <a:gd name="connsiteY178" fmla="*/ 1994290 h 2237474"/>
              <a:gd name="connsiteX179" fmla="*/ 2295469 w 12192000"/>
              <a:gd name="connsiteY179" fmla="*/ 1996659 h 2237474"/>
              <a:gd name="connsiteX180" fmla="*/ 2287219 w 12192000"/>
              <a:gd name="connsiteY180" fmla="*/ 1998750 h 2237474"/>
              <a:gd name="connsiteX181" fmla="*/ 2286948 w 12192000"/>
              <a:gd name="connsiteY181" fmla="*/ 1998596 h 2237474"/>
              <a:gd name="connsiteX182" fmla="*/ 2243069 w 12192000"/>
              <a:gd name="connsiteY182" fmla="*/ 2015111 h 2237474"/>
              <a:gd name="connsiteX183" fmla="*/ 2186609 w 12192000"/>
              <a:gd name="connsiteY183" fmla="*/ 2008263 h 2237474"/>
              <a:gd name="connsiteX184" fmla="*/ 2164831 w 12192000"/>
              <a:gd name="connsiteY184" fmla="*/ 2010143 h 2237474"/>
              <a:gd name="connsiteX185" fmla="*/ 2152836 w 12192000"/>
              <a:gd name="connsiteY185" fmla="*/ 2010048 h 2237474"/>
              <a:gd name="connsiteX186" fmla="*/ 2117102 w 12192000"/>
              <a:gd name="connsiteY186" fmla="*/ 2023004 h 2237474"/>
              <a:gd name="connsiteX187" fmla="*/ 2111935 w 12192000"/>
              <a:gd name="connsiteY187" fmla="*/ 2023163 h 2237474"/>
              <a:gd name="connsiteX188" fmla="*/ 2089991 w 12192000"/>
              <a:gd name="connsiteY188" fmla="*/ 2034193 h 2237474"/>
              <a:gd name="connsiteX189" fmla="*/ 2058061 w 12192000"/>
              <a:gd name="connsiteY189" fmla="*/ 2047942 h 2237474"/>
              <a:gd name="connsiteX190" fmla="*/ 2055737 w 12192000"/>
              <a:gd name="connsiteY190" fmla="*/ 2047704 h 2237474"/>
              <a:gd name="connsiteX191" fmla="*/ 2042244 w 12192000"/>
              <a:gd name="connsiteY191" fmla="*/ 2055560 h 2237474"/>
              <a:gd name="connsiteX192" fmla="*/ 1976224 w 12192000"/>
              <a:gd name="connsiteY192" fmla="*/ 2074257 h 2237474"/>
              <a:gd name="connsiteX193" fmla="*/ 1877728 w 12192000"/>
              <a:gd name="connsiteY193" fmla="*/ 2101004 h 2237474"/>
              <a:gd name="connsiteX194" fmla="*/ 1759056 w 12192000"/>
              <a:gd name="connsiteY194" fmla="*/ 2125608 h 2237474"/>
              <a:gd name="connsiteX195" fmla="*/ 1637948 w 12192000"/>
              <a:gd name="connsiteY195" fmla="*/ 2172597 h 2237474"/>
              <a:gd name="connsiteX196" fmla="*/ 1434549 w 12192000"/>
              <a:gd name="connsiteY196" fmla="*/ 2234522 h 2237474"/>
              <a:gd name="connsiteX197" fmla="*/ 1398481 w 12192000"/>
              <a:gd name="connsiteY197" fmla="*/ 2237074 h 2237474"/>
              <a:gd name="connsiteX198" fmla="*/ 1398407 w 12192000"/>
              <a:gd name="connsiteY198" fmla="*/ 2237095 h 2237474"/>
              <a:gd name="connsiteX199" fmla="*/ 1370962 w 12192000"/>
              <a:gd name="connsiteY199" fmla="*/ 2237474 h 2237474"/>
              <a:gd name="connsiteX200" fmla="*/ 1356367 w 12192000"/>
              <a:gd name="connsiteY200" fmla="*/ 2235089 h 2237474"/>
              <a:gd name="connsiteX201" fmla="*/ 1324828 w 12192000"/>
              <a:gd name="connsiteY201" fmla="*/ 2231968 h 2237474"/>
              <a:gd name="connsiteX202" fmla="*/ 1297744 w 12192000"/>
              <a:gd name="connsiteY202" fmla="*/ 2235849 h 2237474"/>
              <a:gd name="connsiteX203" fmla="*/ 1286236 w 12192000"/>
              <a:gd name="connsiteY203" fmla="*/ 2233135 h 2237474"/>
              <a:gd name="connsiteX204" fmla="*/ 1283504 w 12192000"/>
              <a:gd name="connsiteY204" fmla="*/ 2233797 h 2237474"/>
              <a:gd name="connsiteX205" fmla="*/ 1279765 w 12192000"/>
              <a:gd name="connsiteY205" fmla="*/ 2229639 h 2237474"/>
              <a:gd name="connsiteX206" fmla="*/ 1195347 w 12192000"/>
              <a:gd name="connsiteY206" fmla="*/ 2212354 h 2237474"/>
              <a:gd name="connsiteX207" fmla="*/ 970251 w 12192000"/>
              <a:gd name="connsiteY207" fmla="*/ 2221029 h 2237474"/>
              <a:gd name="connsiteX208" fmla="*/ 812914 w 12192000"/>
              <a:gd name="connsiteY208" fmla="*/ 2202752 h 2237474"/>
              <a:gd name="connsiteX209" fmla="*/ 800195 w 12192000"/>
              <a:gd name="connsiteY209" fmla="*/ 2209407 h 2237474"/>
              <a:gd name="connsiteX210" fmla="*/ 784978 w 12192000"/>
              <a:gd name="connsiteY210" fmla="*/ 2212360 h 2237474"/>
              <a:gd name="connsiteX211" fmla="*/ 681987 w 12192000"/>
              <a:gd name="connsiteY211" fmla="*/ 2216757 h 2237474"/>
              <a:gd name="connsiteX212" fmla="*/ 669923 w 12192000"/>
              <a:gd name="connsiteY212" fmla="*/ 2211682 h 2237474"/>
              <a:gd name="connsiteX213" fmla="*/ 648680 w 12192000"/>
              <a:gd name="connsiteY213" fmla="*/ 2206229 h 2237474"/>
              <a:gd name="connsiteX214" fmla="*/ 597225 w 12192000"/>
              <a:gd name="connsiteY214" fmla="*/ 2180999 h 2237474"/>
              <a:gd name="connsiteX215" fmla="*/ 558449 w 12192000"/>
              <a:gd name="connsiteY215" fmla="*/ 2182346 h 2237474"/>
              <a:gd name="connsiteX216" fmla="*/ 550517 w 12192000"/>
              <a:gd name="connsiteY216" fmla="*/ 2182060 h 2237474"/>
              <a:gd name="connsiteX217" fmla="*/ 550309 w 12192000"/>
              <a:gd name="connsiteY217" fmla="*/ 2181825 h 2237474"/>
              <a:gd name="connsiteX218" fmla="*/ 541836 w 12192000"/>
              <a:gd name="connsiteY218" fmla="*/ 2181063 h 2237474"/>
              <a:gd name="connsiteX219" fmla="*/ 536057 w 12192000"/>
              <a:gd name="connsiteY219" fmla="*/ 2181537 h 2237474"/>
              <a:gd name="connsiteX220" fmla="*/ 520671 w 12192000"/>
              <a:gd name="connsiteY220" fmla="*/ 2180980 h 2237474"/>
              <a:gd name="connsiteX221" fmla="*/ 515024 w 12192000"/>
              <a:gd name="connsiteY221" fmla="*/ 2179258 h 2237474"/>
              <a:gd name="connsiteX222" fmla="*/ 512278 w 12192000"/>
              <a:gd name="connsiteY222" fmla="*/ 2176369 h 2237474"/>
              <a:gd name="connsiteX223" fmla="*/ 480419 w 12192000"/>
              <a:gd name="connsiteY223" fmla="*/ 2167807 h 2237474"/>
              <a:gd name="connsiteX224" fmla="*/ 413835 w 12192000"/>
              <a:gd name="connsiteY224" fmla="*/ 2156783 h 2237474"/>
              <a:gd name="connsiteX225" fmla="*/ 376513 w 12192000"/>
              <a:gd name="connsiteY225" fmla="*/ 2154014 h 2237474"/>
              <a:gd name="connsiteX226" fmla="*/ 273386 w 12192000"/>
              <a:gd name="connsiteY226" fmla="*/ 2142551 h 2237474"/>
              <a:gd name="connsiteX227" fmla="*/ 169207 w 12192000"/>
              <a:gd name="connsiteY227" fmla="*/ 2128100 h 2237474"/>
              <a:gd name="connsiteX228" fmla="*/ 93149 w 12192000"/>
              <a:gd name="connsiteY228" fmla="*/ 2105324 h 2237474"/>
              <a:gd name="connsiteX229" fmla="*/ 88109 w 12192000"/>
              <a:gd name="connsiteY229" fmla="*/ 2106704 h 2237474"/>
              <a:gd name="connsiteX230" fmla="*/ 80022 w 12192000"/>
              <a:gd name="connsiteY230" fmla="*/ 2107254 h 2237474"/>
              <a:gd name="connsiteX231" fmla="*/ 79717 w 12192000"/>
              <a:gd name="connsiteY231" fmla="*/ 2107046 h 2237474"/>
              <a:gd name="connsiteX232" fmla="*/ 72352 w 12192000"/>
              <a:gd name="connsiteY232" fmla="*/ 2107991 h 2237474"/>
              <a:gd name="connsiteX233" fmla="*/ 37645 w 12192000"/>
              <a:gd name="connsiteY233" fmla="*/ 2115401 h 2237474"/>
              <a:gd name="connsiteX234" fmla="*/ 4572 w 12192000"/>
              <a:gd name="connsiteY234" fmla="*/ 2111091 h 2237474"/>
              <a:gd name="connsiteX235" fmla="*/ 0 w 12192000"/>
              <a:gd name="connsiteY235" fmla="*/ 2110468 h 2237474"/>
              <a:gd name="connsiteX236" fmla="*/ 0 w 12192000"/>
              <a:gd name="connsiteY23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66765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64035 w 12192000"/>
              <a:gd name="connsiteY106" fmla="*/ 1667683 h 2237474"/>
              <a:gd name="connsiteX107" fmla="*/ 6280959 w 12192000"/>
              <a:gd name="connsiteY107" fmla="*/ 1689329 h 2237474"/>
              <a:gd name="connsiteX108" fmla="*/ 6243319 w 12192000"/>
              <a:gd name="connsiteY108" fmla="*/ 1695560 h 2237474"/>
              <a:gd name="connsiteX109" fmla="*/ 6098321 w 12192000"/>
              <a:gd name="connsiteY109" fmla="*/ 1721646 h 2237474"/>
              <a:gd name="connsiteX110" fmla="*/ 5880652 w 12192000"/>
              <a:gd name="connsiteY110" fmla="*/ 1779643 h 2237474"/>
              <a:gd name="connsiteX111" fmla="*/ 5785959 w 12192000"/>
              <a:gd name="connsiteY111" fmla="*/ 1775307 h 2237474"/>
              <a:gd name="connsiteX112" fmla="*/ 5643534 w 12192000"/>
              <a:gd name="connsiteY112" fmla="*/ 1802919 h 2237474"/>
              <a:gd name="connsiteX113" fmla="*/ 5518799 w 12192000"/>
              <a:gd name="connsiteY113" fmla="*/ 1818312 h 2237474"/>
              <a:gd name="connsiteX114" fmla="*/ 5505014 w 12192000"/>
              <a:gd name="connsiteY114" fmla="*/ 1819259 h 2237474"/>
              <a:gd name="connsiteX115" fmla="*/ 5453307 w 12192000"/>
              <a:gd name="connsiteY115" fmla="*/ 1815450 h 2237474"/>
              <a:gd name="connsiteX116" fmla="*/ 5364192 w 12192000"/>
              <a:gd name="connsiteY116" fmla="*/ 1826074 h 2237474"/>
              <a:gd name="connsiteX117" fmla="*/ 5350380 w 12192000"/>
              <a:gd name="connsiteY117" fmla="*/ 1830891 h 2237474"/>
              <a:gd name="connsiteX118" fmla="*/ 5259633 w 12192000"/>
              <a:gd name="connsiteY118" fmla="*/ 1837160 h 2237474"/>
              <a:gd name="connsiteX119" fmla="*/ 5197513 w 12192000"/>
              <a:gd name="connsiteY119" fmla="*/ 1844718 h 2237474"/>
              <a:gd name="connsiteX120" fmla="*/ 5184170 w 12192000"/>
              <a:gd name="connsiteY120" fmla="*/ 1849402 h 2237474"/>
              <a:gd name="connsiteX121" fmla="*/ 5168852 w 12192000"/>
              <a:gd name="connsiteY121" fmla="*/ 1844846 h 2237474"/>
              <a:gd name="connsiteX122" fmla="*/ 5164370 w 12192000"/>
              <a:gd name="connsiteY122" fmla="*/ 1840597 h 2237474"/>
              <a:gd name="connsiteX123" fmla="*/ 5114927 w 12192000"/>
              <a:gd name="connsiteY123" fmla="*/ 1847827 h 2237474"/>
              <a:gd name="connsiteX124" fmla="*/ 5108970 w 12192000"/>
              <a:gd name="connsiteY124" fmla="*/ 1847935 h 2237474"/>
              <a:gd name="connsiteX125" fmla="*/ 5067961 w 12192000"/>
              <a:gd name="connsiteY125" fmla="*/ 1845917 h 2237474"/>
              <a:gd name="connsiteX126" fmla="*/ 5007075 w 12192000"/>
              <a:gd name="connsiteY126" fmla="*/ 1838626 h 2237474"/>
              <a:gd name="connsiteX127" fmla="*/ 4944087 w 12192000"/>
              <a:gd name="connsiteY127" fmla="*/ 1823332 h 2237474"/>
              <a:gd name="connsiteX128" fmla="*/ 4907662 w 12192000"/>
              <a:gd name="connsiteY128" fmla="*/ 1816900 h 2237474"/>
              <a:gd name="connsiteX129" fmla="*/ 4882386 w 12192000"/>
              <a:gd name="connsiteY129" fmla="*/ 1809844 h 2237474"/>
              <a:gd name="connsiteX130" fmla="*/ 4811440 w 12192000"/>
              <a:gd name="connsiteY130" fmla="*/ 1804655 h 2237474"/>
              <a:gd name="connsiteX131" fmla="*/ 4691075 w 12192000"/>
              <a:gd name="connsiteY131" fmla="*/ 1801389 h 2237474"/>
              <a:gd name="connsiteX132" fmla="*/ 4611738 w 12192000"/>
              <a:gd name="connsiteY132" fmla="*/ 1776964 h 2237474"/>
              <a:gd name="connsiteX133" fmla="*/ 4560070 w 12192000"/>
              <a:gd name="connsiteY133" fmla="*/ 1785640 h 2237474"/>
              <a:gd name="connsiteX134" fmla="*/ 4536503 w 12192000"/>
              <a:gd name="connsiteY134" fmla="*/ 1785334 h 2237474"/>
              <a:gd name="connsiteX135" fmla="*/ 4513724 w 12192000"/>
              <a:gd name="connsiteY135" fmla="*/ 1791996 h 2237474"/>
              <a:gd name="connsiteX136" fmla="*/ 4459810 w 12192000"/>
              <a:gd name="connsiteY136" fmla="*/ 1797886 h 2237474"/>
              <a:gd name="connsiteX137" fmla="*/ 4379064 w 12192000"/>
              <a:gd name="connsiteY137" fmla="*/ 1817177 h 2237474"/>
              <a:gd name="connsiteX138" fmla="*/ 4319209 w 12192000"/>
              <a:gd name="connsiteY138" fmla="*/ 1834833 h 2237474"/>
              <a:gd name="connsiteX139" fmla="*/ 4290981 w 12192000"/>
              <a:gd name="connsiteY139" fmla="*/ 1839677 h 2237474"/>
              <a:gd name="connsiteX140" fmla="*/ 4285792 w 12192000"/>
              <a:gd name="connsiteY140" fmla="*/ 1836231 h 2237474"/>
              <a:gd name="connsiteX141" fmla="*/ 4238372 w 12192000"/>
              <a:gd name="connsiteY141" fmla="*/ 1851480 h 2237474"/>
              <a:gd name="connsiteX142" fmla="*/ 4232517 w 12192000"/>
              <a:gd name="connsiteY142" fmla="*/ 1852567 h 2237474"/>
              <a:gd name="connsiteX143" fmla="*/ 4191732 w 12192000"/>
              <a:gd name="connsiteY143" fmla="*/ 1857328 h 2237474"/>
              <a:gd name="connsiteX144" fmla="*/ 4065532 w 12192000"/>
              <a:gd name="connsiteY144" fmla="*/ 1855477 h 2237474"/>
              <a:gd name="connsiteX145" fmla="*/ 4028460 w 12192000"/>
              <a:gd name="connsiteY145" fmla="*/ 1855137 h 2237474"/>
              <a:gd name="connsiteX146" fmla="*/ 4002267 w 12192000"/>
              <a:gd name="connsiteY146" fmla="*/ 1852352 h 2237474"/>
              <a:gd name="connsiteX147" fmla="*/ 3931396 w 12192000"/>
              <a:gd name="connsiteY147" fmla="*/ 1858915 h 2237474"/>
              <a:gd name="connsiteX148" fmla="*/ 3812162 w 12192000"/>
              <a:gd name="connsiteY148" fmla="*/ 1875501 h 2237474"/>
              <a:gd name="connsiteX149" fmla="*/ 3729530 w 12192000"/>
              <a:gd name="connsiteY149" fmla="*/ 1864513 h 2237474"/>
              <a:gd name="connsiteX150" fmla="*/ 3680177 w 12192000"/>
              <a:gd name="connsiteY150" fmla="*/ 1881552 h 2237474"/>
              <a:gd name="connsiteX151" fmla="*/ 3567259 w 12192000"/>
              <a:gd name="connsiteY151" fmla="*/ 1893482 h 2237474"/>
              <a:gd name="connsiteX152" fmla="*/ 3405770 w 12192000"/>
              <a:gd name="connsiteY152" fmla="*/ 1904591 h 2237474"/>
              <a:gd name="connsiteX153" fmla="*/ 3280097 w 12192000"/>
              <a:gd name="connsiteY153" fmla="*/ 1919610 h 2237474"/>
              <a:gd name="connsiteX154" fmla="*/ 3123424 w 12192000"/>
              <a:gd name="connsiteY154" fmla="*/ 1952930 h 2237474"/>
              <a:gd name="connsiteX155" fmla="*/ 3009910 w 12192000"/>
              <a:gd name="connsiteY155" fmla="*/ 1957866 h 2237474"/>
              <a:gd name="connsiteX156" fmla="*/ 2995934 w 12192000"/>
              <a:gd name="connsiteY156" fmla="*/ 1967085 h 2237474"/>
              <a:gd name="connsiteX157" fmla="*/ 2980071 w 12192000"/>
              <a:gd name="connsiteY157" fmla="*/ 1972988 h 2237474"/>
              <a:gd name="connsiteX158" fmla="*/ 2978094 w 12192000"/>
              <a:gd name="connsiteY158" fmla="*/ 1972369 h 2237474"/>
              <a:gd name="connsiteX159" fmla="*/ 2942858 w 12192000"/>
              <a:gd name="connsiteY159" fmla="*/ 1981367 h 2237474"/>
              <a:gd name="connsiteX160" fmla="*/ 2875436 w 12192000"/>
              <a:gd name="connsiteY160" fmla="*/ 1996977 h 2237474"/>
              <a:gd name="connsiteX161" fmla="*/ 2874892 w 12192000"/>
              <a:gd name="connsiteY161" fmla="*/ 1996085 h 2237474"/>
              <a:gd name="connsiteX162" fmla="*/ 2864145 w 12192000"/>
              <a:gd name="connsiteY162" fmla="*/ 1994061 h 2237474"/>
              <a:gd name="connsiteX163" fmla="*/ 2843662 w 12192000"/>
              <a:gd name="connsiteY163" fmla="*/ 1992498 h 2237474"/>
              <a:gd name="connsiteX164" fmla="*/ 2796128 w 12192000"/>
              <a:gd name="connsiteY164" fmla="*/ 1976403 h 2237474"/>
              <a:gd name="connsiteX165" fmla="*/ 2756784 w 12192000"/>
              <a:gd name="connsiteY165" fmla="*/ 1985116 h 2237474"/>
              <a:gd name="connsiteX166" fmla="*/ 2748833 w 12192000"/>
              <a:gd name="connsiteY166" fmla="*/ 1986323 h 2237474"/>
              <a:gd name="connsiteX167" fmla="*/ 2748661 w 12192000"/>
              <a:gd name="connsiteY167" fmla="*/ 1986122 h 2237474"/>
              <a:gd name="connsiteX168" fmla="*/ 2740251 w 12192000"/>
              <a:gd name="connsiteY168" fmla="*/ 1986946 h 2237474"/>
              <a:gd name="connsiteX169" fmla="*/ 2718916 w 12192000"/>
              <a:gd name="connsiteY169" fmla="*/ 1990867 h 2237474"/>
              <a:gd name="connsiteX170" fmla="*/ 2713522 w 12192000"/>
              <a:gd name="connsiteY170" fmla="*/ 1990173 h 2237474"/>
              <a:gd name="connsiteX171" fmla="*/ 2680597 w 12192000"/>
              <a:gd name="connsiteY171" fmla="*/ 1984996 h 2237474"/>
              <a:gd name="connsiteX172" fmla="*/ 2578178 w 12192000"/>
              <a:gd name="connsiteY172" fmla="*/ 1990531 h 2237474"/>
              <a:gd name="connsiteX173" fmla="*/ 2476147 w 12192000"/>
              <a:gd name="connsiteY173" fmla="*/ 1998305 h 2237474"/>
              <a:gd name="connsiteX174" fmla="*/ 2373568 w 12192000"/>
              <a:gd name="connsiteY174" fmla="*/ 2003219 h 2237474"/>
              <a:gd name="connsiteX175" fmla="*/ 2321399 w 12192000"/>
              <a:gd name="connsiteY175" fmla="*/ 1989467 h 2237474"/>
              <a:gd name="connsiteX176" fmla="*/ 2315525 w 12192000"/>
              <a:gd name="connsiteY176" fmla="*/ 1989708 h 2237474"/>
              <a:gd name="connsiteX177" fmla="*/ 2300792 w 12192000"/>
              <a:gd name="connsiteY177" fmla="*/ 1994290 h 2237474"/>
              <a:gd name="connsiteX178" fmla="*/ 2295469 w 12192000"/>
              <a:gd name="connsiteY178" fmla="*/ 1996659 h 2237474"/>
              <a:gd name="connsiteX179" fmla="*/ 2287219 w 12192000"/>
              <a:gd name="connsiteY179" fmla="*/ 1998750 h 2237474"/>
              <a:gd name="connsiteX180" fmla="*/ 2286948 w 12192000"/>
              <a:gd name="connsiteY180" fmla="*/ 1998596 h 2237474"/>
              <a:gd name="connsiteX181" fmla="*/ 2243069 w 12192000"/>
              <a:gd name="connsiteY181" fmla="*/ 2015111 h 2237474"/>
              <a:gd name="connsiteX182" fmla="*/ 2186609 w 12192000"/>
              <a:gd name="connsiteY182" fmla="*/ 2008263 h 2237474"/>
              <a:gd name="connsiteX183" fmla="*/ 2164831 w 12192000"/>
              <a:gd name="connsiteY183" fmla="*/ 2010143 h 2237474"/>
              <a:gd name="connsiteX184" fmla="*/ 2152836 w 12192000"/>
              <a:gd name="connsiteY184" fmla="*/ 2010048 h 2237474"/>
              <a:gd name="connsiteX185" fmla="*/ 2117102 w 12192000"/>
              <a:gd name="connsiteY185" fmla="*/ 2023004 h 2237474"/>
              <a:gd name="connsiteX186" fmla="*/ 2111935 w 12192000"/>
              <a:gd name="connsiteY186" fmla="*/ 2023163 h 2237474"/>
              <a:gd name="connsiteX187" fmla="*/ 2089991 w 12192000"/>
              <a:gd name="connsiteY187" fmla="*/ 2034193 h 2237474"/>
              <a:gd name="connsiteX188" fmla="*/ 2058061 w 12192000"/>
              <a:gd name="connsiteY188" fmla="*/ 2047942 h 2237474"/>
              <a:gd name="connsiteX189" fmla="*/ 2055737 w 12192000"/>
              <a:gd name="connsiteY189" fmla="*/ 2047704 h 2237474"/>
              <a:gd name="connsiteX190" fmla="*/ 2042244 w 12192000"/>
              <a:gd name="connsiteY190" fmla="*/ 2055560 h 2237474"/>
              <a:gd name="connsiteX191" fmla="*/ 1976224 w 12192000"/>
              <a:gd name="connsiteY191" fmla="*/ 2074257 h 2237474"/>
              <a:gd name="connsiteX192" fmla="*/ 1877728 w 12192000"/>
              <a:gd name="connsiteY192" fmla="*/ 2101004 h 2237474"/>
              <a:gd name="connsiteX193" fmla="*/ 1759056 w 12192000"/>
              <a:gd name="connsiteY193" fmla="*/ 2125608 h 2237474"/>
              <a:gd name="connsiteX194" fmla="*/ 1637948 w 12192000"/>
              <a:gd name="connsiteY194" fmla="*/ 2172597 h 2237474"/>
              <a:gd name="connsiteX195" fmla="*/ 1434549 w 12192000"/>
              <a:gd name="connsiteY195" fmla="*/ 2234522 h 2237474"/>
              <a:gd name="connsiteX196" fmla="*/ 1398481 w 12192000"/>
              <a:gd name="connsiteY196" fmla="*/ 2237074 h 2237474"/>
              <a:gd name="connsiteX197" fmla="*/ 1398407 w 12192000"/>
              <a:gd name="connsiteY197" fmla="*/ 2237095 h 2237474"/>
              <a:gd name="connsiteX198" fmla="*/ 1370962 w 12192000"/>
              <a:gd name="connsiteY198" fmla="*/ 2237474 h 2237474"/>
              <a:gd name="connsiteX199" fmla="*/ 1356367 w 12192000"/>
              <a:gd name="connsiteY199" fmla="*/ 2235089 h 2237474"/>
              <a:gd name="connsiteX200" fmla="*/ 1324828 w 12192000"/>
              <a:gd name="connsiteY200" fmla="*/ 2231968 h 2237474"/>
              <a:gd name="connsiteX201" fmla="*/ 1297744 w 12192000"/>
              <a:gd name="connsiteY201" fmla="*/ 2235849 h 2237474"/>
              <a:gd name="connsiteX202" fmla="*/ 1286236 w 12192000"/>
              <a:gd name="connsiteY202" fmla="*/ 2233135 h 2237474"/>
              <a:gd name="connsiteX203" fmla="*/ 1283504 w 12192000"/>
              <a:gd name="connsiteY203" fmla="*/ 2233797 h 2237474"/>
              <a:gd name="connsiteX204" fmla="*/ 1279765 w 12192000"/>
              <a:gd name="connsiteY204" fmla="*/ 2229639 h 2237474"/>
              <a:gd name="connsiteX205" fmla="*/ 1195347 w 12192000"/>
              <a:gd name="connsiteY205" fmla="*/ 2212354 h 2237474"/>
              <a:gd name="connsiteX206" fmla="*/ 970251 w 12192000"/>
              <a:gd name="connsiteY206" fmla="*/ 2221029 h 2237474"/>
              <a:gd name="connsiteX207" fmla="*/ 812914 w 12192000"/>
              <a:gd name="connsiteY207" fmla="*/ 2202752 h 2237474"/>
              <a:gd name="connsiteX208" fmla="*/ 800195 w 12192000"/>
              <a:gd name="connsiteY208" fmla="*/ 2209407 h 2237474"/>
              <a:gd name="connsiteX209" fmla="*/ 784978 w 12192000"/>
              <a:gd name="connsiteY209" fmla="*/ 2212360 h 2237474"/>
              <a:gd name="connsiteX210" fmla="*/ 681987 w 12192000"/>
              <a:gd name="connsiteY210" fmla="*/ 2216757 h 2237474"/>
              <a:gd name="connsiteX211" fmla="*/ 669923 w 12192000"/>
              <a:gd name="connsiteY211" fmla="*/ 2211682 h 2237474"/>
              <a:gd name="connsiteX212" fmla="*/ 648680 w 12192000"/>
              <a:gd name="connsiteY212" fmla="*/ 2206229 h 2237474"/>
              <a:gd name="connsiteX213" fmla="*/ 597225 w 12192000"/>
              <a:gd name="connsiteY213" fmla="*/ 2180999 h 2237474"/>
              <a:gd name="connsiteX214" fmla="*/ 558449 w 12192000"/>
              <a:gd name="connsiteY214" fmla="*/ 2182346 h 2237474"/>
              <a:gd name="connsiteX215" fmla="*/ 550517 w 12192000"/>
              <a:gd name="connsiteY215" fmla="*/ 2182060 h 2237474"/>
              <a:gd name="connsiteX216" fmla="*/ 550309 w 12192000"/>
              <a:gd name="connsiteY216" fmla="*/ 2181825 h 2237474"/>
              <a:gd name="connsiteX217" fmla="*/ 541836 w 12192000"/>
              <a:gd name="connsiteY217" fmla="*/ 2181063 h 2237474"/>
              <a:gd name="connsiteX218" fmla="*/ 536057 w 12192000"/>
              <a:gd name="connsiteY218" fmla="*/ 2181537 h 2237474"/>
              <a:gd name="connsiteX219" fmla="*/ 520671 w 12192000"/>
              <a:gd name="connsiteY219" fmla="*/ 2180980 h 2237474"/>
              <a:gd name="connsiteX220" fmla="*/ 515024 w 12192000"/>
              <a:gd name="connsiteY220" fmla="*/ 2179258 h 2237474"/>
              <a:gd name="connsiteX221" fmla="*/ 512278 w 12192000"/>
              <a:gd name="connsiteY221" fmla="*/ 2176369 h 2237474"/>
              <a:gd name="connsiteX222" fmla="*/ 480419 w 12192000"/>
              <a:gd name="connsiteY222" fmla="*/ 2167807 h 2237474"/>
              <a:gd name="connsiteX223" fmla="*/ 413835 w 12192000"/>
              <a:gd name="connsiteY223" fmla="*/ 2156783 h 2237474"/>
              <a:gd name="connsiteX224" fmla="*/ 376513 w 12192000"/>
              <a:gd name="connsiteY224" fmla="*/ 2154014 h 2237474"/>
              <a:gd name="connsiteX225" fmla="*/ 273386 w 12192000"/>
              <a:gd name="connsiteY225" fmla="*/ 2142551 h 2237474"/>
              <a:gd name="connsiteX226" fmla="*/ 169207 w 12192000"/>
              <a:gd name="connsiteY226" fmla="*/ 2128100 h 2237474"/>
              <a:gd name="connsiteX227" fmla="*/ 93149 w 12192000"/>
              <a:gd name="connsiteY227" fmla="*/ 2105324 h 2237474"/>
              <a:gd name="connsiteX228" fmla="*/ 88109 w 12192000"/>
              <a:gd name="connsiteY228" fmla="*/ 2106704 h 2237474"/>
              <a:gd name="connsiteX229" fmla="*/ 80022 w 12192000"/>
              <a:gd name="connsiteY229" fmla="*/ 2107254 h 2237474"/>
              <a:gd name="connsiteX230" fmla="*/ 79717 w 12192000"/>
              <a:gd name="connsiteY230" fmla="*/ 2107046 h 2237474"/>
              <a:gd name="connsiteX231" fmla="*/ 72352 w 12192000"/>
              <a:gd name="connsiteY231" fmla="*/ 2107991 h 2237474"/>
              <a:gd name="connsiteX232" fmla="*/ 37645 w 12192000"/>
              <a:gd name="connsiteY232" fmla="*/ 2115401 h 2237474"/>
              <a:gd name="connsiteX233" fmla="*/ 4572 w 12192000"/>
              <a:gd name="connsiteY233" fmla="*/ 2111091 h 2237474"/>
              <a:gd name="connsiteX234" fmla="*/ 0 w 12192000"/>
              <a:gd name="connsiteY234" fmla="*/ 2110468 h 2237474"/>
              <a:gd name="connsiteX235" fmla="*/ 0 w 12192000"/>
              <a:gd name="connsiteY23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08541 w 12192000"/>
              <a:gd name="connsiteY102" fmla="*/ 1668757 h 2237474"/>
              <a:gd name="connsiteX103" fmla="*/ 6471012 w 12192000"/>
              <a:gd name="connsiteY103" fmla="*/ 1678604 h 2237474"/>
              <a:gd name="connsiteX104" fmla="*/ 6415265 w 12192000"/>
              <a:gd name="connsiteY104" fmla="*/ 1665317 h 2237474"/>
              <a:gd name="connsiteX105" fmla="*/ 6364035 w 12192000"/>
              <a:gd name="connsiteY105" fmla="*/ 1667683 h 2237474"/>
              <a:gd name="connsiteX106" fmla="*/ 6280959 w 12192000"/>
              <a:gd name="connsiteY106" fmla="*/ 1689329 h 2237474"/>
              <a:gd name="connsiteX107" fmla="*/ 6243319 w 12192000"/>
              <a:gd name="connsiteY107" fmla="*/ 1695560 h 2237474"/>
              <a:gd name="connsiteX108" fmla="*/ 6098321 w 12192000"/>
              <a:gd name="connsiteY108" fmla="*/ 1721646 h 2237474"/>
              <a:gd name="connsiteX109" fmla="*/ 5880652 w 12192000"/>
              <a:gd name="connsiteY109" fmla="*/ 1779643 h 2237474"/>
              <a:gd name="connsiteX110" fmla="*/ 5785959 w 12192000"/>
              <a:gd name="connsiteY110" fmla="*/ 1775307 h 2237474"/>
              <a:gd name="connsiteX111" fmla="*/ 5643534 w 12192000"/>
              <a:gd name="connsiteY111" fmla="*/ 1802919 h 2237474"/>
              <a:gd name="connsiteX112" fmla="*/ 5518799 w 12192000"/>
              <a:gd name="connsiteY112" fmla="*/ 1818312 h 2237474"/>
              <a:gd name="connsiteX113" fmla="*/ 5505014 w 12192000"/>
              <a:gd name="connsiteY113" fmla="*/ 1819259 h 2237474"/>
              <a:gd name="connsiteX114" fmla="*/ 5453307 w 12192000"/>
              <a:gd name="connsiteY114" fmla="*/ 1815450 h 2237474"/>
              <a:gd name="connsiteX115" fmla="*/ 5364192 w 12192000"/>
              <a:gd name="connsiteY115" fmla="*/ 1826074 h 2237474"/>
              <a:gd name="connsiteX116" fmla="*/ 5350380 w 12192000"/>
              <a:gd name="connsiteY116" fmla="*/ 1830891 h 2237474"/>
              <a:gd name="connsiteX117" fmla="*/ 5259633 w 12192000"/>
              <a:gd name="connsiteY117" fmla="*/ 1837160 h 2237474"/>
              <a:gd name="connsiteX118" fmla="*/ 5197513 w 12192000"/>
              <a:gd name="connsiteY118" fmla="*/ 1844718 h 2237474"/>
              <a:gd name="connsiteX119" fmla="*/ 5184170 w 12192000"/>
              <a:gd name="connsiteY119" fmla="*/ 1849402 h 2237474"/>
              <a:gd name="connsiteX120" fmla="*/ 5168852 w 12192000"/>
              <a:gd name="connsiteY120" fmla="*/ 1844846 h 2237474"/>
              <a:gd name="connsiteX121" fmla="*/ 5164370 w 12192000"/>
              <a:gd name="connsiteY121" fmla="*/ 1840597 h 2237474"/>
              <a:gd name="connsiteX122" fmla="*/ 5114927 w 12192000"/>
              <a:gd name="connsiteY122" fmla="*/ 1847827 h 2237474"/>
              <a:gd name="connsiteX123" fmla="*/ 5108970 w 12192000"/>
              <a:gd name="connsiteY123" fmla="*/ 1847935 h 2237474"/>
              <a:gd name="connsiteX124" fmla="*/ 5067961 w 12192000"/>
              <a:gd name="connsiteY124" fmla="*/ 1845917 h 2237474"/>
              <a:gd name="connsiteX125" fmla="*/ 5007075 w 12192000"/>
              <a:gd name="connsiteY125" fmla="*/ 1838626 h 2237474"/>
              <a:gd name="connsiteX126" fmla="*/ 4944087 w 12192000"/>
              <a:gd name="connsiteY126" fmla="*/ 1823332 h 2237474"/>
              <a:gd name="connsiteX127" fmla="*/ 4907662 w 12192000"/>
              <a:gd name="connsiteY127" fmla="*/ 1816900 h 2237474"/>
              <a:gd name="connsiteX128" fmla="*/ 4882386 w 12192000"/>
              <a:gd name="connsiteY128" fmla="*/ 1809844 h 2237474"/>
              <a:gd name="connsiteX129" fmla="*/ 4811440 w 12192000"/>
              <a:gd name="connsiteY129" fmla="*/ 1804655 h 2237474"/>
              <a:gd name="connsiteX130" fmla="*/ 4691075 w 12192000"/>
              <a:gd name="connsiteY130" fmla="*/ 1801389 h 2237474"/>
              <a:gd name="connsiteX131" fmla="*/ 4611738 w 12192000"/>
              <a:gd name="connsiteY131" fmla="*/ 1776964 h 2237474"/>
              <a:gd name="connsiteX132" fmla="*/ 4560070 w 12192000"/>
              <a:gd name="connsiteY132" fmla="*/ 1785640 h 2237474"/>
              <a:gd name="connsiteX133" fmla="*/ 4536503 w 12192000"/>
              <a:gd name="connsiteY133" fmla="*/ 1785334 h 2237474"/>
              <a:gd name="connsiteX134" fmla="*/ 4513724 w 12192000"/>
              <a:gd name="connsiteY134" fmla="*/ 1791996 h 2237474"/>
              <a:gd name="connsiteX135" fmla="*/ 4459810 w 12192000"/>
              <a:gd name="connsiteY135" fmla="*/ 1797886 h 2237474"/>
              <a:gd name="connsiteX136" fmla="*/ 4379064 w 12192000"/>
              <a:gd name="connsiteY136" fmla="*/ 1817177 h 2237474"/>
              <a:gd name="connsiteX137" fmla="*/ 4319209 w 12192000"/>
              <a:gd name="connsiteY137" fmla="*/ 1834833 h 2237474"/>
              <a:gd name="connsiteX138" fmla="*/ 4290981 w 12192000"/>
              <a:gd name="connsiteY138" fmla="*/ 1839677 h 2237474"/>
              <a:gd name="connsiteX139" fmla="*/ 4285792 w 12192000"/>
              <a:gd name="connsiteY139" fmla="*/ 1836231 h 2237474"/>
              <a:gd name="connsiteX140" fmla="*/ 4238372 w 12192000"/>
              <a:gd name="connsiteY140" fmla="*/ 1851480 h 2237474"/>
              <a:gd name="connsiteX141" fmla="*/ 4232517 w 12192000"/>
              <a:gd name="connsiteY141" fmla="*/ 1852567 h 2237474"/>
              <a:gd name="connsiteX142" fmla="*/ 4191732 w 12192000"/>
              <a:gd name="connsiteY142" fmla="*/ 1857328 h 2237474"/>
              <a:gd name="connsiteX143" fmla="*/ 4065532 w 12192000"/>
              <a:gd name="connsiteY143" fmla="*/ 1855477 h 2237474"/>
              <a:gd name="connsiteX144" fmla="*/ 4028460 w 12192000"/>
              <a:gd name="connsiteY144" fmla="*/ 1855137 h 2237474"/>
              <a:gd name="connsiteX145" fmla="*/ 4002267 w 12192000"/>
              <a:gd name="connsiteY145" fmla="*/ 1852352 h 2237474"/>
              <a:gd name="connsiteX146" fmla="*/ 3931396 w 12192000"/>
              <a:gd name="connsiteY146" fmla="*/ 1858915 h 2237474"/>
              <a:gd name="connsiteX147" fmla="*/ 3812162 w 12192000"/>
              <a:gd name="connsiteY147" fmla="*/ 1875501 h 2237474"/>
              <a:gd name="connsiteX148" fmla="*/ 3729530 w 12192000"/>
              <a:gd name="connsiteY148" fmla="*/ 1864513 h 2237474"/>
              <a:gd name="connsiteX149" fmla="*/ 3680177 w 12192000"/>
              <a:gd name="connsiteY149" fmla="*/ 1881552 h 2237474"/>
              <a:gd name="connsiteX150" fmla="*/ 3567259 w 12192000"/>
              <a:gd name="connsiteY150" fmla="*/ 1893482 h 2237474"/>
              <a:gd name="connsiteX151" fmla="*/ 3405770 w 12192000"/>
              <a:gd name="connsiteY151" fmla="*/ 1904591 h 2237474"/>
              <a:gd name="connsiteX152" fmla="*/ 3280097 w 12192000"/>
              <a:gd name="connsiteY152" fmla="*/ 1919610 h 2237474"/>
              <a:gd name="connsiteX153" fmla="*/ 3123424 w 12192000"/>
              <a:gd name="connsiteY153" fmla="*/ 1952930 h 2237474"/>
              <a:gd name="connsiteX154" fmla="*/ 3009910 w 12192000"/>
              <a:gd name="connsiteY154" fmla="*/ 1957866 h 2237474"/>
              <a:gd name="connsiteX155" fmla="*/ 2995934 w 12192000"/>
              <a:gd name="connsiteY155" fmla="*/ 1967085 h 2237474"/>
              <a:gd name="connsiteX156" fmla="*/ 2980071 w 12192000"/>
              <a:gd name="connsiteY156" fmla="*/ 1972988 h 2237474"/>
              <a:gd name="connsiteX157" fmla="*/ 2978094 w 12192000"/>
              <a:gd name="connsiteY157" fmla="*/ 1972369 h 2237474"/>
              <a:gd name="connsiteX158" fmla="*/ 2942858 w 12192000"/>
              <a:gd name="connsiteY158" fmla="*/ 1981367 h 2237474"/>
              <a:gd name="connsiteX159" fmla="*/ 2875436 w 12192000"/>
              <a:gd name="connsiteY159" fmla="*/ 1996977 h 2237474"/>
              <a:gd name="connsiteX160" fmla="*/ 2874892 w 12192000"/>
              <a:gd name="connsiteY160" fmla="*/ 1996085 h 2237474"/>
              <a:gd name="connsiteX161" fmla="*/ 2864145 w 12192000"/>
              <a:gd name="connsiteY161" fmla="*/ 1994061 h 2237474"/>
              <a:gd name="connsiteX162" fmla="*/ 2843662 w 12192000"/>
              <a:gd name="connsiteY162" fmla="*/ 1992498 h 2237474"/>
              <a:gd name="connsiteX163" fmla="*/ 2796128 w 12192000"/>
              <a:gd name="connsiteY163" fmla="*/ 1976403 h 2237474"/>
              <a:gd name="connsiteX164" fmla="*/ 2756784 w 12192000"/>
              <a:gd name="connsiteY164" fmla="*/ 1985116 h 2237474"/>
              <a:gd name="connsiteX165" fmla="*/ 2748833 w 12192000"/>
              <a:gd name="connsiteY165" fmla="*/ 1986323 h 2237474"/>
              <a:gd name="connsiteX166" fmla="*/ 2748661 w 12192000"/>
              <a:gd name="connsiteY166" fmla="*/ 1986122 h 2237474"/>
              <a:gd name="connsiteX167" fmla="*/ 2740251 w 12192000"/>
              <a:gd name="connsiteY167" fmla="*/ 1986946 h 2237474"/>
              <a:gd name="connsiteX168" fmla="*/ 2718916 w 12192000"/>
              <a:gd name="connsiteY168" fmla="*/ 1990867 h 2237474"/>
              <a:gd name="connsiteX169" fmla="*/ 2713522 w 12192000"/>
              <a:gd name="connsiteY169" fmla="*/ 1990173 h 2237474"/>
              <a:gd name="connsiteX170" fmla="*/ 2680597 w 12192000"/>
              <a:gd name="connsiteY170" fmla="*/ 1984996 h 2237474"/>
              <a:gd name="connsiteX171" fmla="*/ 2578178 w 12192000"/>
              <a:gd name="connsiteY171" fmla="*/ 1990531 h 2237474"/>
              <a:gd name="connsiteX172" fmla="*/ 2476147 w 12192000"/>
              <a:gd name="connsiteY172" fmla="*/ 1998305 h 2237474"/>
              <a:gd name="connsiteX173" fmla="*/ 2373568 w 12192000"/>
              <a:gd name="connsiteY173" fmla="*/ 2003219 h 2237474"/>
              <a:gd name="connsiteX174" fmla="*/ 2321399 w 12192000"/>
              <a:gd name="connsiteY174" fmla="*/ 1989467 h 2237474"/>
              <a:gd name="connsiteX175" fmla="*/ 2315525 w 12192000"/>
              <a:gd name="connsiteY175" fmla="*/ 1989708 h 2237474"/>
              <a:gd name="connsiteX176" fmla="*/ 2300792 w 12192000"/>
              <a:gd name="connsiteY176" fmla="*/ 1994290 h 2237474"/>
              <a:gd name="connsiteX177" fmla="*/ 2295469 w 12192000"/>
              <a:gd name="connsiteY177" fmla="*/ 1996659 h 2237474"/>
              <a:gd name="connsiteX178" fmla="*/ 2287219 w 12192000"/>
              <a:gd name="connsiteY178" fmla="*/ 1998750 h 2237474"/>
              <a:gd name="connsiteX179" fmla="*/ 2286948 w 12192000"/>
              <a:gd name="connsiteY179" fmla="*/ 1998596 h 2237474"/>
              <a:gd name="connsiteX180" fmla="*/ 2243069 w 12192000"/>
              <a:gd name="connsiteY180" fmla="*/ 2015111 h 2237474"/>
              <a:gd name="connsiteX181" fmla="*/ 2186609 w 12192000"/>
              <a:gd name="connsiteY181" fmla="*/ 2008263 h 2237474"/>
              <a:gd name="connsiteX182" fmla="*/ 2164831 w 12192000"/>
              <a:gd name="connsiteY182" fmla="*/ 2010143 h 2237474"/>
              <a:gd name="connsiteX183" fmla="*/ 2152836 w 12192000"/>
              <a:gd name="connsiteY183" fmla="*/ 2010048 h 2237474"/>
              <a:gd name="connsiteX184" fmla="*/ 2117102 w 12192000"/>
              <a:gd name="connsiteY184" fmla="*/ 2023004 h 2237474"/>
              <a:gd name="connsiteX185" fmla="*/ 2111935 w 12192000"/>
              <a:gd name="connsiteY185" fmla="*/ 2023163 h 2237474"/>
              <a:gd name="connsiteX186" fmla="*/ 2089991 w 12192000"/>
              <a:gd name="connsiteY186" fmla="*/ 2034193 h 2237474"/>
              <a:gd name="connsiteX187" fmla="*/ 2058061 w 12192000"/>
              <a:gd name="connsiteY187" fmla="*/ 2047942 h 2237474"/>
              <a:gd name="connsiteX188" fmla="*/ 2055737 w 12192000"/>
              <a:gd name="connsiteY188" fmla="*/ 2047704 h 2237474"/>
              <a:gd name="connsiteX189" fmla="*/ 2042244 w 12192000"/>
              <a:gd name="connsiteY189" fmla="*/ 2055560 h 2237474"/>
              <a:gd name="connsiteX190" fmla="*/ 1976224 w 12192000"/>
              <a:gd name="connsiteY190" fmla="*/ 2074257 h 2237474"/>
              <a:gd name="connsiteX191" fmla="*/ 1877728 w 12192000"/>
              <a:gd name="connsiteY191" fmla="*/ 2101004 h 2237474"/>
              <a:gd name="connsiteX192" fmla="*/ 1759056 w 12192000"/>
              <a:gd name="connsiteY192" fmla="*/ 2125608 h 2237474"/>
              <a:gd name="connsiteX193" fmla="*/ 1637948 w 12192000"/>
              <a:gd name="connsiteY193" fmla="*/ 2172597 h 2237474"/>
              <a:gd name="connsiteX194" fmla="*/ 1434549 w 12192000"/>
              <a:gd name="connsiteY194" fmla="*/ 2234522 h 2237474"/>
              <a:gd name="connsiteX195" fmla="*/ 1398481 w 12192000"/>
              <a:gd name="connsiteY195" fmla="*/ 2237074 h 2237474"/>
              <a:gd name="connsiteX196" fmla="*/ 1398407 w 12192000"/>
              <a:gd name="connsiteY196" fmla="*/ 2237095 h 2237474"/>
              <a:gd name="connsiteX197" fmla="*/ 1370962 w 12192000"/>
              <a:gd name="connsiteY197" fmla="*/ 2237474 h 2237474"/>
              <a:gd name="connsiteX198" fmla="*/ 1356367 w 12192000"/>
              <a:gd name="connsiteY198" fmla="*/ 2235089 h 2237474"/>
              <a:gd name="connsiteX199" fmla="*/ 1324828 w 12192000"/>
              <a:gd name="connsiteY199" fmla="*/ 2231968 h 2237474"/>
              <a:gd name="connsiteX200" fmla="*/ 1297744 w 12192000"/>
              <a:gd name="connsiteY200" fmla="*/ 2235849 h 2237474"/>
              <a:gd name="connsiteX201" fmla="*/ 1286236 w 12192000"/>
              <a:gd name="connsiteY201" fmla="*/ 2233135 h 2237474"/>
              <a:gd name="connsiteX202" fmla="*/ 1283504 w 12192000"/>
              <a:gd name="connsiteY202" fmla="*/ 2233797 h 2237474"/>
              <a:gd name="connsiteX203" fmla="*/ 1279765 w 12192000"/>
              <a:gd name="connsiteY203" fmla="*/ 2229639 h 2237474"/>
              <a:gd name="connsiteX204" fmla="*/ 1195347 w 12192000"/>
              <a:gd name="connsiteY204" fmla="*/ 2212354 h 2237474"/>
              <a:gd name="connsiteX205" fmla="*/ 970251 w 12192000"/>
              <a:gd name="connsiteY205" fmla="*/ 2221029 h 2237474"/>
              <a:gd name="connsiteX206" fmla="*/ 812914 w 12192000"/>
              <a:gd name="connsiteY206" fmla="*/ 2202752 h 2237474"/>
              <a:gd name="connsiteX207" fmla="*/ 800195 w 12192000"/>
              <a:gd name="connsiteY207" fmla="*/ 2209407 h 2237474"/>
              <a:gd name="connsiteX208" fmla="*/ 784978 w 12192000"/>
              <a:gd name="connsiteY208" fmla="*/ 2212360 h 2237474"/>
              <a:gd name="connsiteX209" fmla="*/ 681987 w 12192000"/>
              <a:gd name="connsiteY209" fmla="*/ 2216757 h 2237474"/>
              <a:gd name="connsiteX210" fmla="*/ 669923 w 12192000"/>
              <a:gd name="connsiteY210" fmla="*/ 2211682 h 2237474"/>
              <a:gd name="connsiteX211" fmla="*/ 648680 w 12192000"/>
              <a:gd name="connsiteY211" fmla="*/ 2206229 h 2237474"/>
              <a:gd name="connsiteX212" fmla="*/ 597225 w 12192000"/>
              <a:gd name="connsiteY212" fmla="*/ 2180999 h 2237474"/>
              <a:gd name="connsiteX213" fmla="*/ 558449 w 12192000"/>
              <a:gd name="connsiteY213" fmla="*/ 2182346 h 2237474"/>
              <a:gd name="connsiteX214" fmla="*/ 550517 w 12192000"/>
              <a:gd name="connsiteY214" fmla="*/ 2182060 h 2237474"/>
              <a:gd name="connsiteX215" fmla="*/ 550309 w 12192000"/>
              <a:gd name="connsiteY215" fmla="*/ 2181825 h 2237474"/>
              <a:gd name="connsiteX216" fmla="*/ 541836 w 12192000"/>
              <a:gd name="connsiteY216" fmla="*/ 2181063 h 2237474"/>
              <a:gd name="connsiteX217" fmla="*/ 536057 w 12192000"/>
              <a:gd name="connsiteY217" fmla="*/ 2181537 h 2237474"/>
              <a:gd name="connsiteX218" fmla="*/ 520671 w 12192000"/>
              <a:gd name="connsiteY218" fmla="*/ 2180980 h 2237474"/>
              <a:gd name="connsiteX219" fmla="*/ 515024 w 12192000"/>
              <a:gd name="connsiteY219" fmla="*/ 2179258 h 2237474"/>
              <a:gd name="connsiteX220" fmla="*/ 512278 w 12192000"/>
              <a:gd name="connsiteY220" fmla="*/ 2176369 h 2237474"/>
              <a:gd name="connsiteX221" fmla="*/ 480419 w 12192000"/>
              <a:gd name="connsiteY221" fmla="*/ 2167807 h 2237474"/>
              <a:gd name="connsiteX222" fmla="*/ 413835 w 12192000"/>
              <a:gd name="connsiteY222" fmla="*/ 2156783 h 2237474"/>
              <a:gd name="connsiteX223" fmla="*/ 376513 w 12192000"/>
              <a:gd name="connsiteY223" fmla="*/ 2154014 h 2237474"/>
              <a:gd name="connsiteX224" fmla="*/ 273386 w 12192000"/>
              <a:gd name="connsiteY224" fmla="*/ 2142551 h 2237474"/>
              <a:gd name="connsiteX225" fmla="*/ 169207 w 12192000"/>
              <a:gd name="connsiteY225" fmla="*/ 2128100 h 2237474"/>
              <a:gd name="connsiteX226" fmla="*/ 93149 w 12192000"/>
              <a:gd name="connsiteY226" fmla="*/ 2105324 h 2237474"/>
              <a:gd name="connsiteX227" fmla="*/ 88109 w 12192000"/>
              <a:gd name="connsiteY227" fmla="*/ 2106704 h 2237474"/>
              <a:gd name="connsiteX228" fmla="*/ 80022 w 12192000"/>
              <a:gd name="connsiteY228" fmla="*/ 2107254 h 2237474"/>
              <a:gd name="connsiteX229" fmla="*/ 79717 w 12192000"/>
              <a:gd name="connsiteY229" fmla="*/ 2107046 h 2237474"/>
              <a:gd name="connsiteX230" fmla="*/ 72352 w 12192000"/>
              <a:gd name="connsiteY230" fmla="*/ 2107991 h 2237474"/>
              <a:gd name="connsiteX231" fmla="*/ 37645 w 12192000"/>
              <a:gd name="connsiteY231" fmla="*/ 2115401 h 2237474"/>
              <a:gd name="connsiteX232" fmla="*/ 4572 w 12192000"/>
              <a:gd name="connsiteY232" fmla="*/ 2111091 h 2237474"/>
              <a:gd name="connsiteX233" fmla="*/ 0 w 12192000"/>
              <a:gd name="connsiteY233" fmla="*/ 2110468 h 2237474"/>
              <a:gd name="connsiteX234" fmla="*/ 0 w 12192000"/>
              <a:gd name="connsiteY23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16595 w 12192000"/>
              <a:gd name="connsiteY100" fmla="*/ 1667475 h 2237474"/>
              <a:gd name="connsiteX101" fmla="*/ 6508541 w 12192000"/>
              <a:gd name="connsiteY101" fmla="*/ 1668757 h 2237474"/>
              <a:gd name="connsiteX102" fmla="*/ 6471012 w 12192000"/>
              <a:gd name="connsiteY102" fmla="*/ 1678604 h 2237474"/>
              <a:gd name="connsiteX103" fmla="*/ 6415265 w 12192000"/>
              <a:gd name="connsiteY103" fmla="*/ 1665317 h 2237474"/>
              <a:gd name="connsiteX104" fmla="*/ 6364035 w 12192000"/>
              <a:gd name="connsiteY104" fmla="*/ 1667683 h 2237474"/>
              <a:gd name="connsiteX105" fmla="*/ 6280959 w 12192000"/>
              <a:gd name="connsiteY105" fmla="*/ 1689329 h 2237474"/>
              <a:gd name="connsiteX106" fmla="*/ 6243319 w 12192000"/>
              <a:gd name="connsiteY106" fmla="*/ 1695560 h 2237474"/>
              <a:gd name="connsiteX107" fmla="*/ 6098321 w 12192000"/>
              <a:gd name="connsiteY107" fmla="*/ 1721646 h 2237474"/>
              <a:gd name="connsiteX108" fmla="*/ 5880652 w 12192000"/>
              <a:gd name="connsiteY108" fmla="*/ 1779643 h 2237474"/>
              <a:gd name="connsiteX109" fmla="*/ 5785959 w 12192000"/>
              <a:gd name="connsiteY109" fmla="*/ 1775307 h 2237474"/>
              <a:gd name="connsiteX110" fmla="*/ 5643534 w 12192000"/>
              <a:gd name="connsiteY110" fmla="*/ 1802919 h 2237474"/>
              <a:gd name="connsiteX111" fmla="*/ 5518799 w 12192000"/>
              <a:gd name="connsiteY111" fmla="*/ 1818312 h 2237474"/>
              <a:gd name="connsiteX112" fmla="*/ 5505014 w 12192000"/>
              <a:gd name="connsiteY112" fmla="*/ 1819259 h 2237474"/>
              <a:gd name="connsiteX113" fmla="*/ 5453307 w 12192000"/>
              <a:gd name="connsiteY113" fmla="*/ 1815450 h 2237474"/>
              <a:gd name="connsiteX114" fmla="*/ 5364192 w 12192000"/>
              <a:gd name="connsiteY114" fmla="*/ 1826074 h 2237474"/>
              <a:gd name="connsiteX115" fmla="*/ 5350380 w 12192000"/>
              <a:gd name="connsiteY115" fmla="*/ 1830891 h 2237474"/>
              <a:gd name="connsiteX116" fmla="*/ 5259633 w 12192000"/>
              <a:gd name="connsiteY116" fmla="*/ 1837160 h 2237474"/>
              <a:gd name="connsiteX117" fmla="*/ 5197513 w 12192000"/>
              <a:gd name="connsiteY117" fmla="*/ 1844718 h 2237474"/>
              <a:gd name="connsiteX118" fmla="*/ 5184170 w 12192000"/>
              <a:gd name="connsiteY118" fmla="*/ 1849402 h 2237474"/>
              <a:gd name="connsiteX119" fmla="*/ 5168852 w 12192000"/>
              <a:gd name="connsiteY119" fmla="*/ 1844846 h 2237474"/>
              <a:gd name="connsiteX120" fmla="*/ 5164370 w 12192000"/>
              <a:gd name="connsiteY120" fmla="*/ 1840597 h 2237474"/>
              <a:gd name="connsiteX121" fmla="*/ 5114927 w 12192000"/>
              <a:gd name="connsiteY121" fmla="*/ 1847827 h 2237474"/>
              <a:gd name="connsiteX122" fmla="*/ 5108970 w 12192000"/>
              <a:gd name="connsiteY122" fmla="*/ 1847935 h 2237474"/>
              <a:gd name="connsiteX123" fmla="*/ 5067961 w 12192000"/>
              <a:gd name="connsiteY123" fmla="*/ 1845917 h 2237474"/>
              <a:gd name="connsiteX124" fmla="*/ 5007075 w 12192000"/>
              <a:gd name="connsiteY124" fmla="*/ 1838626 h 2237474"/>
              <a:gd name="connsiteX125" fmla="*/ 4944087 w 12192000"/>
              <a:gd name="connsiteY125" fmla="*/ 1823332 h 2237474"/>
              <a:gd name="connsiteX126" fmla="*/ 4907662 w 12192000"/>
              <a:gd name="connsiteY126" fmla="*/ 1816900 h 2237474"/>
              <a:gd name="connsiteX127" fmla="*/ 4882386 w 12192000"/>
              <a:gd name="connsiteY127" fmla="*/ 1809844 h 2237474"/>
              <a:gd name="connsiteX128" fmla="*/ 4811440 w 12192000"/>
              <a:gd name="connsiteY128" fmla="*/ 1804655 h 2237474"/>
              <a:gd name="connsiteX129" fmla="*/ 4691075 w 12192000"/>
              <a:gd name="connsiteY129" fmla="*/ 1801389 h 2237474"/>
              <a:gd name="connsiteX130" fmla="*/ 4611738 w 12192000"/>
              <a:gd name="connsiteY130" fmla="*/ 1776964 h 2237474"/>
              <a:gd name="connsiteX131" fmla="*/ 4560070 w 12192000"/>
              <a:gd name="connsiteY131" fmla="*/ 1785640 h 2237474"/>
              <a:gd name="connsiteX132" fmla="*/ 4536503 w 12192000"/>
              <a:gd name="connsiteY132" fmla="*/ 1785334 h 2237474"/>
              <a:gd name="connsiteX133" fmla="*/ 4513724 w 12192000"/>
              <a:gd name="connsiteY133" fmla="*/ 1791996 h 2237474"/>
              <a:gd name="connsiteX134" fmla="*/ 4459810 w 12192000"/>
              <a:gd name="connsiteY134" fmla="*/ 1797886 h 2237474"/>
              <a:gd name="connsiteX135" fmla="*/ 4379064 w 12192000"/>
              <a:gd name="connsiteY135" fmla="*/ 1817177 h 2237474"/>
              <a:gd name="connsiteX136" fmla="*/ 4319209 w 12192000"/>
              <a:gd name="connsiteY136" fmla="*/ 1834833 h 2237474"/>
              <a:gd name="connsiteX137" fmla="*/ 4290981 w 12192000"/>
              <a:gd name="connsiteY137" fmla="*/ 1839677 h 2237474"/>
              <a:gd name="connsiteX138" fmla="*/ 4285792 w 12192000"/>
              <a:gd name="connsiteY138" fmla="*/ 1836231 h 2237474"/>
              <a:gd name="connsiteX139" fmla="*/ 4238372 w 12192000"/>
              <a:gd name="connsiteY139" fmla="*/ 1851480 h 2237474"/>
              <a:gd name="connsiteX140" fmla="*/ 4232517 w 12192000"/>
              <a:gd name="connsiteY140" fmla="*/ 1852567 h 2237474"/>
              <a:gd name="connsiteX141" fmla="*/ 4191732 w 12192000"/>
              <a:gd name="connsiteY141" fmla="*/ 1857328 h 2237474"/>
              <a:gd name="connsiteX142" fmla="*/ 4065532 w 12192000"/>
              <a:gd name="connsiteY142" fmla="*/ 1855477 h 2237474"/>
              <a:gd name="connsiteX143" fmla="*/ 4028460 w 12192000"/>
              <a:gd name="connsiteY143" fmla="*/ 1855137 h 2237474"/>
              <a:gd name="connsiteX144" fmla="*/ 4002267 w 12192000"/>
              <a:gd name="connsiteY144" fmla="*/ 1852352 h 2237474"/>
              <a:gd name="connsiteX145" fmla="*/ 3931396 w 12192000"/>
              <a:gd name="connsiteY145" fmla="*/ 1858915 h 2237474"/>
              <a:gd name="connsiteX146" fmla="*/ 3812162 w 12192000"/>
              <a:gd name="connsiteY146" fmla="*/ 1875501 h 2237474"/>
              <a:gd name="connsiteX147" fmla="*/ 3729530 w 12192000"/>
              <a:gd name="connsiteY147" fmla="*/ 1864513 h 2237474"/>
              <a:gd name="connsiteX148" fmla="*/ 3680177 w 12192000"/>
              <a:gd name="connsiteY148" fmla="*/ 1881552 h 2237474"/>
              <a:gd name="connsiteX149" fmla="*/ 3567259 w 12192000"/>
              <a:gd name="connsiteY149" fmla="*/ 1893482 h 2237474"/>
              <a:gd name="connsiteX150" fmla="*/ 3405770 w 12192000"/>
              <a:gd name="connsiteY150" fmla="*/ 1904591 h 2237474"/>
              <a:gd name="connsiteX151" fmla="*/ 3280097 w 12192000"/>
              <a:gd name="connsiteY151" fmla="*/ 1919610 h 2237474"/>
              <a:gd name="connsiteX152" fmla="*/ 3123424 w 12192000"/>
              <a:gd name="connsiteY152" fmla="*/ 1952930 h 2237474"/>
              <a:gd name="connsiteX153" fmla="*/ 3009910 w 12192000"/>
              <a:gd name="connsiteY153" fmla="*/ 1957866 h 2237474"/>
              <a:gd name="connsiteX154" fmla="*/ 2995934 w 12192000"/>
              <a:gd name="connsiteY154" fmla="*/ 1967085 h 2237474"/>
              <a:gd name="connsiteX155" fmla="*/ 2980071 w 12192000"/>
              <a:gd name="connsiteY155" fmla="*/ 1972988 h 2237474"/>
              <a:gd name="connsiteX156" fmla="*/ 2978094 w 12192000"/>
              <a:gd name="connsiteY156" fmla="*/ 1972369 h 2237474"/>
              <a:gd name="connsiteX157" fmla="*/ 2942858 w 12192000"/>
              <a:gd name="connsiteY157" fmla="*/ 1981367 h 2237474"/>
              <a:gd name="connsiteX158" fmla="*/ 2875436 w 12192000"/>
              <a:gd name="connsiteY158" fmla="*/ 1996977 h 2237474"/>
              <a:gd name="connsiteX159" fmla="*/ 2874892 w 12192000"/>
              <a:gd name="connsiteY159" fmla="*/ 1996085 h 2237474"/>
              <a:gd name="connsiteX160" fmla="*/ 2864145 w 12192000"/>
              <a:gd name="connsiteY160" fmla="*/ 1994061 h 2237474"/>
              <a:gd name="connsiteX161" fmla="*/ 2843662 w 12192000"/>
              <a:gd name="connsiteY161" fmla="*/ 1992498 h 2237474"/>
              <a:gd name="connsiteX162" fmla="*/ 2796128 w 12192000"/>
              <a:gd name="connsiteY162" fmla="*/ 1976403 h 2237474"/>
              <a:gd name="connsiteX163" fmla="*/ 2756784 w 12192000"/>
              <a:gd name="connsiteY163" fmla="*/ 1985116 h 2237474"/>
              <a:gd name="connsiteX164" fmla="*/ 2748833 w 12192000"/>
              <a:gd name="connsiteY164" fmla="*/ 1986323 h 2237474"/>
              <a:gd name="connsiteX165" fmla="*/ 2748661 w 12192000"/>
              <a:gd name="connsiteY165" fmla="*/ 1986122 h 2237474"/>
              <a:gd name="connsiteX166" fmla="*/ 2740251 w 12192000"/>
              <a:gd name="connsiteY166" fmla="*/ 1986946 h 2237474"/>
              <a:gd name="connsiteX167" fmla="*/ 2718916 w 12192000"/>
              <a:gd name="connsiteY167" fmla="*/ 1990867 h 2237474"/>
              <a:gd name="connsiteX168" fmla="*/ 2713522 w 12192000"/>
              <a:gd name="connsiteY168" fmla="*/ 1990173 h 2237474"/>
              <a:gd name="connsiteX169" fmla="*/ 2680597 w 12192000"/>
              <a:gd name="connsiteY169" fmla="*/ 1984996 h 2237474"/>
              <a:gd name="connsiteX170" fmla="*/ 2578178 w 12192000"/>
              <a:gd name="connsiteY170" fmla="*/ 1990531 h 2237474"/>
              <a:gd name="connsiteX171" fmla="*/ 2476147 w 12192000"/>
              <a:gd name="connsiteY171" fmla="*/ 1998305 h 2237474"/>
              <a:gd name="connsiteX172" fmla="*/ 2373568 w 12192000"/>
              <a:gd name="connsiteY172" fmla="*/ 2003219 h 2237474"/>
              <a:gd name="connsiteX173" fmla="*/ 2321399 w 12192000"/>
              <a:gd name="connsiteY173" fmla="*/ 1989467 h 2237474"/>
              <a:gd name="connsiteX174" fmla="*/ 2315525 w 12192000"/>
              <a:gd name="connsiteY174" fmla="*/ 1989708 h 2237474"/>
              <a:gd name="connsiteX175" fmla="*/ 2300792 w 12192000"/>
              <a:gd name="connsiteY175" fmla="*/ 1994290 h 2237474"/>
              <a:gd name="connsiteX176" fmla="*/ 2295469 w 12192000"/>
              <a:gd name="connsiteY176" fmla="*/ 1996659 h 2237474"/>
              <a:gd name="connsiteX177" fmla="*/ 2287219 w 12192000"/>
              <a:gd name="connsiteY177" fmla="*/ 1998750 h 2237474"/>
              <a:gd name="connsiteX178" fmla="*/ 2286948 w 12192000"/>
              <a:gd name="connsiteY178" fmla="*/ 1998596 h 2237474"/>
              <a:gd name="connsiteX179" fmla="*/ 2243069 w 12192000"/>
              <a:gd name="connsiteY179" fmla="*/ 2015111 h 2237474"/>
              <a:gd name="connsiteX180" fmla="*/ 2186609 w 12192000"/>
              <a:gd name="connsiteY180" fmla="*/ 2008263 h 2237474"/>
              <a:gd name="connsiteX181" fmla="*/ 2164831 w 12192000"/>
              <a:gd name="connsiteY181" fmla="*/ 2010143 h 2237474"/>
              <a:gd name="connsiteX182" fmla="*/ 2152836 w 12192000"/>
              <a:gd name="connsiteY182" fmla="*/ 2010048 h 2237474"/>
              <a:gd name="connsiteX183" fmla="*/ 2117102 w 12192000"/>
              <a:gd name="connsiteY183" fmla="*/ 2023004 h 2237474"/>
              <a:gd name="connsiteX184" fmla="*/ 2111935 w 12192000"/>
              <a:gd name="connsiteY184" fmla="*/ 2023163 h 2237474"/>
              <a:gd name="connsiteX185" fmla="*/ 2089991 w 12192000"/>
              <a:gd name="connsiteY185" fmla="*/ 2034193 h 2237474"/>
              <a:gd name="connsiteX186" fmla="*/ 2058061 w 12192000"/>
              <a:gd name="connsiteY186" fmla="*/ 2047942 h 2237474"/>
              <a:gd name="connsiteX187" fmla="*/ 2055737 w 12192000"/>
              <a:gd name="connsiteY187" fmla="*/ 2047704 h 2237474"/>
              <a:gd name="connsiteX188" fmla="*/ 2042244 w 12192000"/>
              <a:gd name="connsiteY188" fmla="*/ 2055560 h 2237474"/>
              <a:gd name="connsiteX189" fmla="*/ 1976224 w 12192000"/>
              <a:gd name="connsiteY189" fmla="*/ 2074257 h 2237474"/>
              <a:gd name="connsiteX190" fmla="*/ 1877728 w 12192000"/>
              <a:gd name="connsiteY190" fmla="*/ 2101004 h 2237474"/>
              <a:gd name="connsiteX191" fmla="*/ 1759056 w 12192000"/>
              <a:gd name="connsiteY191" fmla="*/ 2125608 h 2237474"/>
              <a:gd name="connsiteX192" fmla="*/ 1637948 w 12192000"/>
              <a:gd name="connsiteY192" fmla="*/ 2172597 h 2237474"/>
              <a:gd name="connsiteX193" fmla="*/ 1434549 w 12192000"/>
              <a:gd name="connsiteY193" fmla="*/ 2234522 h 2237474"/>
              <a:gd name="connsiteX194" fmla="*/ 1398481 w 12192000"/>
              <a:gd name="connsiteY194" fmla="*/ 2237074 h 2237474"/>
              <a:gd name="connsiteX195" fmla="*/ 1398407 w 12192000"/>
              <a:gd name="connsiteY195" fmla="*/ 2237095 h 2237474"/>
              <a:gd name="connsiteX196" fmla="*/ 1370962 w 12192000"/>
              <a:gd name="connsiteY196" fmla="*/ 2237474 h 2237474"/>
              <a:gd name="connsiteX197" fmla="*/ 1356367 w 12192000"/>
              <a:gd name="connsiteY197" fmla="*/ 2235089 h 2237474"/>
              <a:gd name="connsiteX198" fmla="*/ 1324828 w 12192000"/>
              <a:gd name="connsiteY198" fmla="*/ 2231968 h 2237474"/>
              <a:gd name="connsiteX199" fmla="*/ 1297744 w 12192000"/>
              <a:gd name="connsiteY199" fmla="*/ 2235849 h 2237474"/>
              <a:gd name="connsiteX200" fmla="*/ 1286236 w 12192000"/>
              <a:gd name="connsiteY200" fmla="*/ 2233135 h 2237474"/>
              <a:gd name="connsiteX201" fmla="*/ 1283504 w 12192000"/>
              <a:gd name="connsiteY201" fmla="*/ 2233797 h 2237474"/>
              <a:gd name="connsiteX202" fmla="*/ 1279765 w 12192000"/>
              <a:gd name="connsiteY202" fmla="*/ 2229639 h 2237474"/>
              <a:gd name="connsiteX203" fmla="*/ 1195347 w 12192000"/>
              <a:gd name="connsiteY203" fmla="*/ 2212354 h 2237474"/>
              <a:gd name="connsiteX204" fmla="*/ 970251 w 12192000"/>
              <a:gd name="connsiteY204" fmla="*/ 2221029 h 2237474"/>
              <a:gd name="connsiteX205" fmla="*/ 812914 w 12192000"/>
              <a:gd name="connsiteY205" fmla="*/ 2202752 h 2237474"/>
              <a:gd name="connsiteX206" fmla="*/ 800195 w 12192000"/>
              <a:gd name="connsiteY206" fmla="*/ 2209407 h 2237474"/>
              <a:gd name="connsiteX207" fmla="*/ 784978 w 12192000"/>
              <a:gd name="connsiteY207" fmla="*/ 2212360 h 2237474"/>
              <a:gd name="connsiteX208" fmla="*/ 681987 w 12192000"/>
              <a:gd name="connsiteY208" fmla="*/ 2216757 h 2237474"/>
              <a:gd name="connsiteX209" fmla="*/ 669923 w 12192000"/>
              <a:gd name="connsiteY209" fmla="*/ 2211682 h 2237474"/>
              <a:gd name="connsiteX210" fmla="*/ 648680 w 12192000"/>
              <a:gd name="connsiteY210" fmla="*/ 2206229 h 2237474"/>
              <a:gd name="connsiteX211" fmla="*/ 597225 w 12192000"/>
              <a:gd name="connsiteY211" fmla="*/ 2180999 h 2237474"/>
              <a:gd name="connsiteX212" fmla="*/ 558449 w 12192000"/>
              <a:gd name="connsiteY212" fmla="*/ 2182346 h 2237474"/>
              <a:gd name="connsiteX213" fmla="*/ 550517 w 12192000"/>
              <a:gd name="connsiteY213" fmla="*/ 2182060 h 2237474"/>
              <a:gd name="connsiteX214" fmla="*/ 550309 w 12192000"/>
              <a:gd name="connsiteY214" fmla="*/ 2181825 h 2237474"/>
              <a:gd name="connsiteX215" fmla="*/ 541836 w 12192000"/>
              <a:gd name="connsiteY215" fmla="*/ 2181063 h 2237474"/>
              <a:gd name="connsiteX216" fmla="*/ 536057 w 12192000"/>
              <a:gd name="connsiteY216" fmla="*/ 2181537 h 2237474"/>
              <a:gd name="connsiteX217" fmla="*/ 520671 w 12192000"/>
              <a:gd name="connsiteY217" fmla="*/ 2180980 h 2237474"/>
              <a:gd name="connsiteX218" fmla="*/ 515024 w 12192000"/>
              <a:gd name="connsiteY218" fmla="*/ 2179258 h 2237474"/>
              <a:gd name="connsiteX219" fmla="*/ 512278 w 12192000"/>
              <a:gd name="connsiteY219" fmla="*/ 2176369 h 2237474"/>
              <a:gd name="connsiteX220" fmla="*/ 480419 w 12192000"/>
              <a:gd name="connsiteY220" fmla="*/ 2167807 h 2237474"/>
              <a:gd name="connsiteX221" fmla="*/ 413835 w 12192000"/>
              <a:gd name="connsiteY221" fmla="*/ 2156783 h 2237474"/>
              <a:gd name="connsiteX222" fmla="*/ 376513 w 12192000"/>
              <a:gd name="connsiteY222" fmla="*/ 2154014 h 2237474"/>
              <a:gd name="connsiteX223" fmla="*/ 273386 w 12192000"/>
              <a:gd name="connsiteY223" fmla="*/ 2142551 h 2237474"/>
              <a:gd name="connsiteX224" fmla="*/ 169207 w 12192000"/>
              <a:gd name="connsiteY224" fmla="*/ 2128100 h 2237474"/>
              <a:gd name="connsiteX225" fmla="*/ 93149 w 12192000"/>
              <a:gd name="connsiteY225" fmla="*/ 2105324 h 2237474"/>
              <a:gd name="connsiteX226" fmla="*/ 88109 w 12192000"/>
              <a:gd name="connsiteY226" fmla="*/ 2106704 h 2237474"/>
              <a:gd name="connsiteX227" fmla="*/ 80022 w 12192000"/>
              <a:gd name="connsiteY227" fmla="*/ 2107254 h 2237474"/>
              <a:gd name="connsiteX228" fmla="*/ 79717 w 12192000"/>
              <a:gd name="connsiteY228" fmla="*/ 2107046 h 2237474"/>
              <a:gd name="connsiteX229" fmla="*/ 72352 w 12192000"/>
              <a:gd name="connsiteY229" fmla="*/ 2107991 h 2237474"/>
              <a:gd name="connsiteX230" fmla="*/ 37645 w 12192000"/>
              <a:gd name="connsiteY230" fmla="*/ 2115401 h 2237474"/>
              <a:gd name="connsiteX231" fmla="*/ 4572 w 12192000"/>
              <a:gd name="connsiteY231" fmla="*/ 2111091 h 2237474"/>
              <a:gd name="connsiteX232" fmla="*/ 0 w 12192000"/>
              <a:gd name="connsiteY232" fmla="*/ 2110468 h 2237474"/>
              <a:gd name="connsiteX233" fmla="*/ 0 w 12192000"/>
              <a:gd name="connsiteY23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16595 w 12192000"/>
              <a:gd name="connsiteY99" fmla="*/ 1667475 h 2237474"/>
              <a:gd name="connsiteX100" fmla="*/ 6508541 w 12192000"/>
              <a:gd name="connsiteY100" fmla="*/ 1668757 h 2237474"/>
              <a:gd name="connsiteX101" fmla="*/ 6471012 w 12192000"/>
              <a:gd name="connsiteY101" fmla="*/ 1678604 h 2237474"/>
              <a:gd name="connsiteX102" fmla="*/ 6415265 w 12192000"/>
              <a:gd name="connsiteY102" fmla="*/ 1665317 h 2237474"/>
              <a:gd name="connsiteX103" fmla="*/ 6364035 w 12192000"/>
              <a:gd name="connsiteY103" fmla="*/ 1667683 h 2237474"/>
              <a:gd name="connsiteX104" fmla="*/ 6280959 w 12192000"/>
              <a:gd name="connsiteY104" fmla="*/ 1689329 h 2237474"/>
              <a:gd name="connsiteX105" fmla="*/ 6243319 w 12192000"/>
              <a:gd name="connsiteY105" fmla="*/ 1695560 h 2237474"/>
              <a:gd name="connsiteX106" fmla="*/ 6098321 w 12192000"/>
              <a:gd name="connsiteY106" fmla="*/ 1721646 h 2237474"/>
              <a:gd name="connsiteX107" fmla="*/ 5880652 w 12192000"/>
              <a:gd name="connsiteY107" fmla="*/ 1779643 h 2237474"/>
              <a:gd name="connsiteX108" fmla="*/ 5785959 w 12192000"/>
              <a:gd name="connsiteY108" fmla="*/ 1775307 h 2237474"/>
              <a:gd name="connsiteX109" fmla="*/ 5643534 w 12192000"/>
              <a:gd name="connsiteY109" fmla="*/ 1802919 h 2237474"/>
              <a:gd name="connsiteX110" fmla="*/ 5518799 w 12192000"/>
              <a:gd name="connsiteY110" fmla="*/ 1818312 h 2237474"/>
              <a:gd name="connsiteX111" fmla="*/ 5505014 w 12192000"/>
              <a:gd name="connsiteY111" fmla="*/ 1819259 h 2237474"/>
              <a:gd name="connsiteX112" fmla="*/ 5453307 w 12192000"/>
              <a:gd name="connsiteY112" fmla="*/ 1815450 h 2237474"/>
              <a:gd name="connsiteX113" fmla="*/ 5364192 w 12192000"/>
              <a:gd name="connsiteY113" fmla="*/ 1826074 h 2237474"/>
              <a:gd name="connsiteX114" fmla="*/ 5350380 w 12192000"/>
              <a:gd name="connsiteY114" fmla="*/ 1830891 h 2237474"/>
              <a:gd name="connsiteX115" fmla="*/ 5259633 w 12192000"/>
              <a:gd name="connsiteY115" fmla="*/ 1837160 h 2237474"/>
              <a:gd name="connsiteX116" fmla="*/ 5197513 w 12192000"/>
              <a:gd name="connsiteY116" fmla="*/ 1844718 h 2237474"/>
              <a:gd name="connsiteX117" fmla="*/ 5184170 w 12192000"/>
              <a:gd name="connsiteY117" fmla="*/ 1849402 h 2237474"/>
              <a:gd name="connsiteX118" fmla="*/ 5168852 w 12192000"/>
              <a:gd name="connsiteY118" fmla="*/ 1844846 h 2237474"/>
              <a:gd name="connsiteX119" fmla="*/ 5164370 w 12192000"/>
              <a:gd name="connsiteY119" fmla="*/ 1840597 h 2237474"/>
              <a:gd name="connsiteX120" fmla="*/ 5114927 w 12192000"/>
              <a:gd name="connsiteY120" fmla="*/ 1847827 h 2237474"/>
              <a:gd name="connsiteX121" fmla="*/ 5108970 w 12192000"/>
              <a:gd name="connsiteY121" fmla="*/ 1847935 h 2237474"/>
              <a:gd name="connsiteX122" fmla="*/ 5067961 w 12192000"/>
              <a:gd name="connsiteY122" fmla="*/ 1845917 h 2237474"/>
              <a:gd name="connsiteX123" fmla="*/ 5007075 w 12192000"/>
              <a:gd name="connsiteY123" fmla="*/ 1838626 h 2237474"/>
              <a:gd name="connsiteX124" fmla="*/ 4944087 w 12192000"/>
              <a:gd name="connsiteY124" fmla="*/ 1823332 h 2237474"/>
              <a:gd name="connsiteX125" fmla="*/ 4907662 w 12192000"/>
              <a:gd name="connsiteY125" fmla="*/ 1816900 h 2237474"/>
              <a:gd name="connsiteX126" fmla="*/ 4882386 w 12192000"/>
              <a:gd name="connsiteY126" fmla="*/ 1809844 h 2237474"/>
              <a:gd name="connsiteX127" fmla="*/ 4811440 w 12192000"/>
              <a:gd name="connsiteY127" fmla="*/ 1804655 h 2237474"/>
              <a:gd name="connsiteX128" fmla="*/ 4691075 w 12192000"/>
              <a:gd name="connsiteY128" fmla="*/ 1801389 h 2237474"/>
              <a:gd name="connsiteX129" fmla="*/ 4611738 w 12192000"/>
              <a:gd name="connsiteY129" fmla="*/ 1776964 h 2237474"/>
              <a:gd name="connsiteX130" fmla="*/ 4560070 w 12192000"/>
              <a:gd name="connsiteY130" fmla="*/ 1785640 h 2237474"/>
              <a:gd name="connsiteX131" fmla="*/ 4536503 w 12192000"/>
              <a:gd name="connsiteY131" fmla="*/ 1785334 h 2237474"/>
              <a:gd name="connsiteX132" fmla="*/ 4513724 w 12192000"/>
              <a:gd name="connsiteY132" fmla="*/ 1791996 h 2237474"/>
              <a:gd name="connsiteX133" fmla="*/ 4459810 w 12192000"/>
              <a:gd name="connsiteY133" fmla="*/ 1797886 h 2237474"/>
              <a:gd name="connsiteX134" fmla="*/ 4379064 w 12192000"/>
              <a:gd name="connsiteY134" fmla="*/ 1817177 h 2237474"/>
              <a:gd name="connsiteX135" fmla="*/ 4319209 w 12192000"/>
              <a:gd name="connsiteY135" fmla="*/ 1834833 h 2237474"/>
              <a:gd name="connsiteX136" fmla="*/ 4290981 w 12192000"/>
              <a:gd name="connsiteY136" fmla="*/ 1839677 h 2237474"/>
              <a:gd name="connsiteX137" fmla="*/ 4285792 w 12192000"/>
              <a:gd name="connsiteY137" fmla="*/ 1836231 h 2237474"/>
              <a:gd name="connsiteX138" fmla="*/ 4238372 w 12192000"/>
              <a:gd name="connsiteY138" fmla="*/ 1851480 h 2237474"/>
              <a:gd name="connsiteX139" fmla="*/ 4232517 w 12192000"/>
              <a:gd name="connsiteY139" fmla="*/ 1852567 h 2237474"/>
              <a:gd name="connsiteX140" fmla="*/ 4191732 w 12192000"/>
              <a:gd name="connsiteY140" fmla="*/ 1857328 h 2237474"/>
              <a:gd name="connsiteX141" fmla="*/ 4065532 w 12192000"/>
              <a:gd name="connsiteY141" fmla="*/ 1855477 h 2237474"/>
              <a:gd name="connsiteX142" fmla="*/ 4028460 w 12192000"/>
              <a:gd name="connsiteY142" fmla="*/ 1855137 h 2237474"/>
              <a:gd name="connsiteX143" fmla="*/ 4002267 w 12192000"/>
              <a:gd name="connsiteY143" fmla="*/ 1852352 h 2237474"/>
              <a:gd name="connsiteX144" fmla="*/ 3931396 w 12192000"/>
              <a:gd name="connsiteY144" fmla="*/ 1858915 h 2237474"/>
              <a:gd name="connsiteX145" fmla="*/ 3812162 w 12192000"/>
              <a:gd name="connsiteY145" fmla="*/ 1875501 h 2237474"/>
              <a:gd name="connsiteX146" fmla="*/ 3729530 w 12192000"/>
              <a:gd name="connsiteY146" fmla="*/ 1864513 h 2237474"/>
              <a:gd name="connsiteX147" fmla="*/ 3680177 w 12192000"/>
              <a:gd name="connsiteY147" fmla="*/ 1881552 h 2237474"/>
              <a:gd name="connsiteX148" fmla="*/ 3567259 w 12192000"/>
              <a:gd name="connsiteY148" fmla="*/ 1893482 h 2237474"/>
              <a:gd name="connsiteX149" fmla="*/ 3405770 w 12192000"/>
              <a:gd name="connsiteY149" fmla="*/ 1904591 h 2237474"/>
              <a:gd name="connsiteX150" fmla="*/ 3280097 w 12192000"/>
              <a:gd name="connsiteY150" fmla="*/ 1919610 h 2237474"/>
              <a:gd name="connsiteX151" fmla="*/ 3123424 w 12192000"/>
              <a:gd name="connsiteY151" fmla="*/ 1952930 h 2237474"/>
              <a:gd name="connsiteX152" fmla="*/ 3009910 w 12192000"/>
              <a:gd name="connsiteY152" fmla="*/ 1957866 h 2237474"/>
              <a:gd name="connsiteX153" fmla="*/ 2995934 w 12192000"/>
              <a:gd name="connsiteY153" fmla="*/ 1967085 h 2237474"/>
              <a:gd name="connsiteX154" fmla="*/ 2980071 w 12192000"/>
              <a:gd name="connsiteY154" fmla="*/ 1972988 h 2237474"/>
              <a:gd name="connsiteX155" fmla="*/ 2978094 w 12192000"/>
              <a:gd name="connsiteY155" fmla="*/ 1972369 h 2237474"/>
              <a:gd name="connsiteX156" fmla="*/ 2942858 w 12192000"/>
              <a:gd name="connsiteY156" fmla="*/ 1981367 h 2237474"/>
              <a:gd name="connsiteX157" fmla="*/ 2875436 w 12192000"/>
              <a:gd name="connsiteY157" fmla="*/ 1996977 h 2237474"/>
              <a:gd name="connsiteX158" fmla="*/ 2874892 w 12192000"/>
              <a:gd name="connsiteY158" fmla="*/ 1996085 h 2237474"/>
              <a:gd name="connsiteX159" fmla="*/ 2864145 w 12192000"/>
              <a:gd name="connsiteY159" fmla="*/ 1994061 h 2237474"/>
              <a:gd name="connsiteX160" fmla="*/ 2843662 w 12192000"/>
              <a:gd name="connsiteY160" fmla="*/ 1992498 h 2237474"/>
              <a:gd name="connsiteX161" fmla="*/ 2796128 w 12192000"/>
              <a:gd name="connsiteY161" fmla="*/ 1976403 h 2237474"/>
              <a:gd name="connsiteX162" fmla="*/ 2756784 w 12192000"/>
              <a:gd name="connsiteY162" fmla="*/ 1985116 h 2237474"/>
              <a:gd name="connsiteX163" fmla="*/ 2748833 w 12192000"/>
              <a:gd name="connsiteY163" fmla="*/ 1986323 h 2237474"/>
              <a:gd name="connsiteX164" fmla="*/ 2748661 w 12192000"/>
              <a:gd name="connsiteY164" fmla="*/ 1986122 h 2237474"/>
              <a:gd name="connsiteX165" fmla="*/ 2740251 w 12192000"/>
              <a:gd name="connsiteY165" fmla="*/ 1986946 h 2237474"/>
              <a:gd name="connsiteX166" fmla="*/ 2718916 w 12192000"/>
              <a:gd name="connsiteY166" fmla="*/ 1990867 h 2237474"/>
              <a:gd name="connsiteX167" fmla="*/ 2713522 w 12192000"/>
              <a:gd name="connsiteY167" fmla="*/ 1990173 h 2237474"/>
              <a:gd name="connsiteX168" fmla="*/ 2680597 w 12192000"/>
              <a:gd name="connsiteY168" fmla="*/ 1984996 h 2237474"/>
              <a:gd name="connsiteX169" fmla="*/ 2578178 w 12192000"/>
              <a:gd name="connsiteY169" fmla="*/ 1990531 h 2237474"/>
              <a:gd name="connsiteX170" fmla="*/ 2476147 w 12192000"/>
              <a:gd name="connsiteY170" fmla="*/ 1998305 h 2237474"/>
              <a:gd name="connsiteX171" fmla="*/ 2373568 w 12192000"/>
              <a:gd name="connsiteY171" fmla="*/ 2003219 h 2237474"/>
              <a:gd name="connsiteX172" fmla="*/ 2321399 w 12192000"/>
              <a:gd name="connsiteY172" fmla="*/ 1989467 h 2237474"/>
              <a:gd name="connsiteX173" fmla="*/ 2315525 w 12192000"/>
              <a:gd name="connsiteY173" fmla="*/ 1989708 h 2237474"/>
              <a:gd name="connsiteX174" fmla="*/ 2300792 w 12192000"/>
              <a:gd name="connsiteY174" fmla="*/ 1994290 h 2237474"/>
              <a:gd name="connsiteX175" fmla="*/ 2295469 w 12192000"/>
              <a:gd name="connsiteY175" fmla="*/ 1996659 h 2237474"/>
              <a:gd name="connsiteX176" fmla="*/ 2287219 w 12192000"/>
              <a:gd name="connsiteY176" fmla="*/ 1998750 h 2237474"/>
              <a:gd name="connsiteX177" fmla="*/ 2286948 w 12192000"/>
              <a:gd name="connsiteY177" fmla="*/ 1998596 h 2237474"/>
              <a:gd name="connsiteX178" fmla="*/ 2243069 w 12192000"/>
              <a:gd name="connsiteY178" fmla="*/ 2015111 h 2237474"/>
              <a:gd name="connsiteX179" fmla="*/ 2186609 w 12192000"/>
              <a:gd name="connsiteY179" fmla="*/ 2008263 h 2237474"/>
              <a:gd name="connsiteX180" fmla="*/ 2164831 w 12192000"/>
              <a:gd name="connsiteY180" fmla="*/ 2010143 h 2237474"/>
              <a:gd name="connsiteX181" fmla="*/ 2152836 w 12192000"/>
              <a:gd name="connsiteY181" fmla="*/ 2010048 h 2237474"/>
              <a:gd name="connsiteX182" fmla="*/ 2117102 w 12192000"/>
              <a:gd name="connsiteY182" fmla="*/ 2023004 h 2237474"/>
              <a:gd name="connsiteX183" fmla="*/ 2111935 w 12192000"/>
              <a:gd name="connsiteY183" fmla="*/ 2023163 h 2237474"/>
              <a:gd name="connsiteX184" fmla="*/ 2089991 w 12192000"/>
              <a:gd name="connsiteY184" fmla="*/ 2034193 h 2237474"/>
              <a:gd name="connsiteX185" fmla="*/ 2058061 w 12192000"/>
              <a:gd name="connsiteY185" fmla="*/ 2047942 h 2237474"/>
              <a:gd name="connsiteX186" fmla="*/ 2055737 w 12192000"/>
              <a:gd name="connsiteY186" fmla="*/ 2047704 h 2237474"/>
              <a:gd name="connsiteX187" fmla="*/ 2042244 w 12192000"/>
              <a:gd name="connsiteY187" fmla="*/ 2055560 h 2237474"/>
              <a:gd name="connsiteX188" fmla="*/ 1976224 w 12192000"/>
              <a:gd name="connsiteY188" fmla="*/ 2074257 h 2237474"/>
              <a:gd name="connsiteX189" fmla="*/ 1877728 w 12192000"/>
              <a:gd name="connsiteY189" fmla="*/ 2101004 h 2237474"/>
              <a:gd name="connsiteX190" fmla="*/ 1759056 w 12192000"/>
              <a:gd name="connsiteY190" fmla="*/ 2125608 h 2237474"/>
              <a:gd name="connsiteX191" fmla="*/ 1637948 w 12192000"/>
              <a:gd name="connsiteY191" fmla="*/ 2172597 h 2237474"/>
              <a:gd name="connsiteX192" fmla="*/ 1434549 w 12192000"/>
              <a:gd name="connsiteY192" fmla="*/ 2234522 h 2237474"/>
              <a:gd name="connsiteX193" fmla="*/ 1398481 w 12192000"/>
              <a:gd name="connsiteY193" fmla="*/ 2237074 h 2237474"/>
              <a:gd name="connsiteX194" fmla="*/ 1398407 w 12192000"/>
              <a:gd name="connsiteY194" fmla="*/ 2237095 h 2237474"/>
              <a:gd name="connsiteX195" fmla="*/ 1370962 w 12192000"/>
              <a:gd name="connsiteY195" fmla="*/ 2237474 h 2237474"/>
              <a:gd name="connsiteX196" fmla="*/ 1356367 w 12192000"/>
              <a:gd name="connsiteY196" fmla="*/ 2235089 h 2237474"/>
              <a:gd name="connsiteX197" fmla="*/ 1324828 w 12192000"/>
              <a:gd name="connsiteY197" fmla="*/ 2231968 h 2237474"/>
              <a:gd name="connsiteX198" fmla="*/ 1297744 w 12192000"/>
              <a:gd name="connsiteY198" fmla="*/ 2235849 h 2237474"/>
              <a:gd name="connsiteX199" fmla="*/ 1286236 w 12192000"/>
              <a:gd name="connsiteY199" fmla="*/ 2233135 h 2237474"/>
              <a:gd name="connsiteX200" fmla="*/ 1283504 w 12192000"/>
              <a:gd name="connsiteY200" fmla="*/ 2233797 h 2237474"/>
              <a:gd name="connsiteX201" fmla="*/ 1279765 w 12192000"/>
              <a:gd name="connsiteY201" fmla="*/ 2229639 h 2237474"/>
              <a:gd name="connsiteX202" fmla="*/ 1195347 w 12192000"/>
              <a:gd name="connsiteY202" fmla="*/ 2212354 h 2237474"/>
              <a:gd name="connsiteX203" fmla="*/ 970251 w 12192000"/>
              <a:gd name="connsiteY203" fmla="*/ 2221029 h 2237474"/>
              <a:gd name="connsiteX204" fmla="*/ 812914 w 12192000"/>
              <a:gd name="connsiteY204" fmla="*/ 2202752 h 2237474"/>
              <a:gd name="connsiteX205" fmla="*/ 800195 w 12192000"/>
              <a:gd name="connsiteY205" fmla="*/ 2209407 h 2237474"/>
              <a:gd name="connsiteX206" fmla="*/ 784978 w 12192000"/>
              <a:gd name="connsiteY206" fmla="*/ 2212360 h 2237474"/>
              <a:gd name="connsiteX207" fmla="*/ 681987 w 12192000"/>
              <a:gd name="connsiteY207" fmla="*/ 2216757 h 2237474"/>
              <a:gd name="connsiteX208" fmla="*/ 669923 w 12192000"/>
              <a:gd name="connsiteY208" fmla="*/ 2211682 h 2237474"/>
              <a:gd name="connsiteX209" fmla="*/ 648680 w 12192000"/>
              <a:gd name="connsiteY209" fmla="*/ 2206229 h 2237474"/>
              <a:gd name="connsiteX210" fmla="*/ 597225 w 12192000"/>
              <a:gd name="connsiteY210" fmla="*/ 2180999 h 2237474"/>
              <a:gd name="connsiteX211" fmla="*/ 558449 w 12192000"/>
              <a:gd name="connsiteY211" fmla="*/ 2182346 h 2237474"/>
              <a:gd name="connsiteX212" fmla="*/ 550517 w 12192000"/>
              <a:gd name="connsiteY212" fmla="*/ 2182060 h 2237474"/>
              <a:gd name="connsiteX213" fmla="*/ 550309 w 12192000"/>
              <a:gd name="connsiteY213" fmla="*/ 2181825 h 2237474"/>
              <a:gd name="connsiteX214" fmla="*/ 541836 w 12192000"/>
              <a:gd name="connsiteY214" fmla="*/ 2181063 h 2237474"/>
              <a:gd name="connsiteX215" fmla="*/ 536057 w 12192000"/>
              <a:gd name="connsiteY215" fmla="*/ 2181537 h 2237474"/>
              <a:gd name="connsiteX216" fmla="*/ 520671 w 12192000"/>
              <a:gd name="connsiteY216" fmla="*/ 2180980 h 2237474"/>
              <a:gd name="connsiteX217" fmla="*/ 515024 w 12192000"/>
              <a:gd name="connsiteY217" fmla="*/ 2179258 h 2237474"/>
              <a:gd name="connsiteX218" fmla="*/ 512278 w 12192000"/>
              <a:gd name="connsiteY218" fmla="*/ 2176369 h 2237474"/>
              <a:gd name="connsiteX219" fmla="*/ 480419 w 12192000"/>
              <a:gd name="connsiteY219" fmla="*/ 2167807 h 2237474"/>
              <a:gd name="connsiteX220" fmla="*/ 413835 w 12192000"/>
              <a:gd name="connsiteY220" fmla="*/ 2156783 h 2237474"/>
              <a:gd name="connsiteX221" fmla="*/ 376513 w 12192000"/>
              <a:gd name="connsiteY221" fmla="*/ 2154014 h 2237474"/>
              <a:gd name="connsiteX222" fmla="*/ 273386 w 12192000"/>
              <a:gd name="connsiteY222" fmla="*/ 2142551 h 2237474"/>
              <a:gd name="connsiteX223" fmla="*/ 169207 w 12192000"/>
              <a:gd name="connsiteY223" fmla="*/ 2128100 h 2237474"/>
              <a:gd name="connsiteX224" fmla="*/ 93149 w 12192000"/>
              <a:gd name="connsiteY224" fmla="*/ 2105324 h 2237474"/>
              <a:gd name="connsiteX225" fmla="*/ 88109 w 12192000"/>
              <a:gd name="connsiteY225" fmla="*/ 2106704 h 2237474"/>
              <a:gd name="connsiteX226" fmla="*/ 80022 w 12192000"/>
              <a:gd name="connsiteY226" fmla="*/ 2107254 h 2237474"/>
              <a:gd name="connsiteX227" fmla="*/ 79717 w 12192000"/>
              <a:gd name="connsiteY227" fmla="*/ 2107046 h 2237474"/>
              <a:gd name="connsiteX228" fmla="*/ 72352 w 12192000"/>
              <a:gd name="connsiteY228" fmla="*/ 2107991 h 2237474"/>
              <a:gd name="connsiteX229" fmla="*/ 37645 w 12192000"/>
              <a:gd name="connsiteY229" fmla="*/ 2115401 h 2237474"/>
              <a:gd name="connsiteX230" fmla="*/ 4572 w 12192000"/>
              <a:gd name="connsiteY230" fmla="*/ 2111091 h 2237474"/>
              <a:gd name="connsiteX231" fmla="*/ 0 w 12192000"/>
              <a:gd name="connsiteY231" fmla="*/ 2110468 h 2237474"/>
              <a:gd name="connsiteX232" fmla="*/ 0 w 12192000"/>
              <a:gd name="connsiteY23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16595 w 12192000"/>
              <a:gd name="connsiteY98" fmla="*/ 1667475 h 2237474"/>
              <a:gd name="connsiteX99" fmla="*/ 6508541 w 12192000"/>
              <a:gd name="connsiteY99" fmla="*/ 1668757 h 2237474"/>
              <a:gd name="connsiteX100" fmla="*/ 6471012 w 12192000"/>
              <a:gd name="connsiteY100" fmla="*/ 1678604 h 2237474"/>
              <a:gd name="connsiteX101" fmla="*/ 6415265 w 12192000"/>
              <a:gd name="connsiteY101" fmla="*/ 1665317 h 2237474"/>
              <a:gd name="connsiteX102" fmla="*/ 6364035 w 12192000"/>
              <a:gd name="connsiteY102" fmla="*/ 1667683 h 2237474"/>
              <a:gd name="connsiteX103" fmla="*/ 6280959 w 12192000"/>
              <a:gd name="connsiteY103" fmla="*/ 1689329 h 2237474"/>
              <a:gd name="connsiteX104" fmla="*/ 6243319 w 12192000"/>
              <a:gd name="connsiteY104" fmla="*/ 1695560 h 2237474"/>
              <a:gd name="connsiteX105" fmla="*/ 6098321 w 12192000"/>
              <a:gd name="connsiteY105" fmla="*/ 1721646 h 2237474"/>
              <a:gd name="connsiteX106" fmla="*/ 5880652 w 12192000"/>
              <a:gd name="connsiteY106" fmla="*/ 1779643 h 2237474"/>
              <a:gd name="connsiteX107" fmla="*/ 5785959 w 12192000"/>
              <a:gd name="connsiteY107" fmla="*/ 1775307 h 2237474"/>
              <a:gd name="connsiteX108" fmla="*/ 5643534 w 12192000"/>
              <a:gd name="connsiteY108" fmla="*/ 1802919 h 2237474"/>
              <a:gd name="connsiteX109" fmla="*/ 5518799 w 12192000"/>
              <a:gd name="connsiteY109" fmla="*/ 1818312 h 2237474"/>
              <a:gd name="connsiteX110" fmla="*/ 5505014 w 12192000"/>
              <a:gd name="connsiteY110" fmla="*/ 1819259 h 2237474"/>
              <a:gd name="connsiteX111" fmla="*/ 5453307 w 12192000"/>
              <a:gd name="connsiteY111" fmla="*/ 1815450 h 2237474"/>
              <a:gd name="connsiteX112" fmla="*/ 5364192 w 12192000"/>
              <a:gd name="connsiteY112" fmla="*/ 1826074 h 2237474"/>
              <a:gd name="connsiteX113" fmla="*/ 5350380 w 12192000"/>
              <a:gd name="connsiteY113" fmla="*/ 1830891 h 2237474"/>
              <a:gd name="connsiteX114" fmla="*/ 5259633 w 12192000"/>
              <a:gd name="connsiteY114" fmla="*/ 1837160 h 2237474"/>
              <a:gd name="connsiteX115" fmla="*/ 5197513 w 12192000"/>
              <a:gd name="connsiteY115" fmla="*/ 1844718 h 2237474"/>
              <a:gd name="connsiteX116" fmla="*/ 5184170 w 12192000"/>
              <a:gd name="connsiteY116" fmla="*/ 1849402 h 2237474"/>
              <a:gd name="connsiteX117" fmla="*/ 5168852 w 12192000"/>
              <a:gd name="connsiteY117" fmla="*/ 1844846 h 2237474"/>
              <a:gd name="connsiteX118" fmla="*/ 5164370 w 12192000"/>
              <a:gd name="connsiteY118" fmla="*/ 1840597 h 2237474"/>
              <a:gd name="connsiteX119" fmla="*/ 5114927 w 12192000"/>
              <a:gd name="connsiteY119" fmla="*/ 1847827 h 2237474"/>
              <a:gd name="connsiteX120" fmla="*/ 5108970 w 12192000"/>
              <a:gd name="connsiteY120" fmla="*/ 1847935 h 2237474"/>
              <a:gd name="connsiteX121" fmla="*/ 5067961 w 12192000"/>
              <a:gd name="connsiteY121" fmla="*/ 1845917 h 2237474"/>
              <a:gd name="connsiteX122" fmla="*/ 5007075 w 12192000"/>
              <a:gd name="connsiteY122" fmla="*/ 1838626 h 2237474"/>
              <a:gd name="connsiteX123" fmla="*/ 4944087 w 12192000"/>
              <a:gd name="connsiteY123" fmla="*/ 1823332 h 2237474"/>
              <a:gd name="connsiteX124" fmla="*/ 4907662 w 12192000"/>
              <a:gd name="connsiteY124" fmla="*/ 1816900 h 2237474"/>
              <a:gd name="connsiteX125" fmla="*/ 4882386 w 12192000"/>
              <a:gd name="connsiteY125" fmla="*/ 1809844 h 2237474"/>
              <a:gd name="connsiteX126" fmla="*/ 4811440 w 12192000"/>
              <a:gd name="connsiteY126" fmla="*/ 1804655 h 2237474"/>
              <a:gd name="connsiteX127" fmla="*/ 4691075 w 12192000"/>
              <a:gd name="connsiteY127" fmla="*/ 1801389 h 2237474"/>
              <a:gd name="connsiteX128" fmla="*/ 4611738 w 12192000"/>
              <a:gd name="connsiteY128" fmla="*/ 1776964 h 2237474"/>
              <a:gd name="connsiteX129" fmla="*/ 4560070 w 12192000"/>
              <a:gd name="connsiteY129" fmla="*/ 1785640 h 2237474"/>
              <a:gd name="connsiteX130" fmla="*/ 4536503 w 12192000"/>
              <a:gd name="connsiteY130" fmla="*/ 1785334 h 2237474"/>
              <a:gd name="connsiteX131" fmla="*/ 4513724 w 12192000"/>
              <a:gd name="connsiteY131" fmla="*/ 1791996 h 2237474"/>
              <a:gd name="connsiteX132" fmla="*/ 4459810 w 12192000"/>
              <a:gd name="connsiteY132" fmla="*/ 1797886 h 2237474"/>
              <a:gd name="connsiteX133" fmla="*/ 4379064 w 12192000"/>
              <a:gd name="connsiteY133" fmla="*/ 1817177 h 2237474"/>
              <a:gd name="connsiteX134" fmla="*/ 4319209 w 12192000"/>
              <a:gd name="connsiteY134" fmla="*/ 1834833 h 2237474"/>
              <a:gd name="connsiteX135" fmla="*/ 4290981 w 12192000"/>
              <a:gd name="connsiteY135" fmla="*/ 1839677 h 2237474"/>
              <a:gd name="connsiteX136" fmla="*/ 4285792 w 12192000"/>
              <a:gd name="connsiteY136" fmla="*/ 1836231 h 2237474"/>
              <a:gd name="connsiteX137" fmla="*/ 4238372 w 12192000"/>
              <a:gd name="connsiteY137" fmla="*/ 1851480 h 2237474"/>
              <a:gd name="connsiteX138" fmla="*/ 4232517 w 12192000"/>
              <a:gd name="connsiteY138" fmla="*/ 1852567 h 2237474"/>
              <a:gd name="connsiteX139" fmla="*/ 4191732 w 12192000"/>
              <a:gd name="connsiteY139" fmla="*/ 1857328 h 2237474"/>
              <a:gd name="connsiteX140" fmla="*/ 4065532 w 12192000"/>
              <a:gd name="connsiteY140" fmla="*/ 1855477 h 2237474"/>
              <a:gd name="connsiteX141" fmla="*/ 4028460 w 12192000"/>
              <a:gd name="connsiteY141" fmla="*/ 1855137 h 2237474"/>
              <a:gd name="connsiteX142" fmla="*/ 4002267 w 12192000"/>
              <a:gd name="connsiteY142" fmla="*/ 1852352 h 2237474"/>
              <a:gd name="connsiteX143" fmla="*/ 3931396 w 12192000"/>
              <a:gd name="connsiteY143" fmla="*/ 1858915 h 2237474"/>
              <a:gd name="connsiteX144" fmla="*/ 3812162 w 12192000"/>
              <a:gd name="connsiteY144" fmla="*/ 1875501 h 2237474"/>
              <a:gd name="connsiteX145" fmla="*/ 3729530 w 12192000"/>
              <a:gd name="connsiteY145" fmla="*/ 1864513 h 2237474"/>
              <a:gd name="connsiteX146" fmla="*/ 3680177 w 12192000"/>
              <a:gd name="connsiteY146" fmla="*/ 1881552 h 2237474"/>
              <a:gd name="connsiteX147" fmla="*/ 3567259 w 12192000"/>
              <a:gd name="connsiteY147" fmla="*/ 1893482 h 2237474"/>
              <a:gd name="connsiteX148" fmla="*/ 3405770 w 12192000"/>
              <a:gd name="connsiteY148" fmla="*/ 1904591 h 2237474"/>
              <a:gd name="connsiteX149" fmla="*/ 3280097 w 12192000"/>
              <a:gd name="connsiteY149" fmla="*/ 1919610 h 2237474"/>
              <a:gd name="connsiteX150" fmla="*/ 3123424 w 12192000"/>
              <a:gd name="connsiteY150" fmla="*/ 1952930 h 2237474"/>
              <a:gd name="connsiteX151" fmla="*/ 3009910 w 12192000"/>
              <a:gd name="connsiteY151" fmla="*/ 1957866 h 2237474"/>
              <a:gd name="connsiteX152" fmla="*/ 2995934 w 12192000"/>
              <a:gd name="connsiteY152" fmla="*/ 1967085 h 2237474"/>
              <a:gd name="connsiteX153" fmla="*/ 2980071 w 12192000"/>
              <a:gd name="connsiteY153" fmla="*/ 1972988 h 2237474"/>
              <a:gd name="connsiteX154" fmla="*/ 2978094 w 12192000"/>
              <a:gd name="connsiteY154" fmla="*/ 1972369 h 2237474"/>
              <a:gd name="connsiteX155" fmla="*/ 2942858 w 12192000"/>
              <a:gd name="connsiteY155" fmla="*/ 1981367 h 2237474"/>
              <a:gd name="connsiteX156" fmla="*/ 2875436 w 12192000"/>
              <a:gd name="connsiteY156" fmla="*/ 1996977 h 2237474"/>
              <a:gd name="connsiteX157" fmla="*/ 2874892 w 12192000"/>
              <a:gd name="connsiteY157" fmla="*/ 1996085 h 2237474"/>
              <a:gd name="connsiteX158" fmla="*/ 2864145 w 12192000"/>
              <a:gd name="connsiteY158" fmla="*/ 1994061 h 2237474"/>
              <a:gd name="connsiteX159" fmla="*/ 2843662 w 12192000"/>
              <a:gd name="connsiteY159" fmla="*/ 1992498 h 2237474"/>
              <a:gd name="connsiteX160" fmla="*/ 2796128 w 12192000"/>
              <a:gd name="connsiteY160" fmla="*/ 1976403 h 2237474"/>
              <a:gd name="connsiteX161" fmla="*/ 2756784 w 12192000"/>
              <a:gd name="connsiteY161" fmla="*/ 1985116 h 2237474"/>
              <a:gd name="connsiteX162" fmla="*/ 2748833 w 12192000"/>
              <a:gd name="connsiteY162" fmla="*/ 1986323 h 2237474"/>
              <a:gd name="connsiteX163" fmla="*/ 2748661 w 12192000"/>
              <a:gd name="connsiteY163" fmla="*/ 1986122 h 2237474"/>
              <a:gd name="connsiteX164" fmla="*/ 2740251 w 12192000"/>
              <a:gd name="connsiteY164" fmla="*/ 1986946 h 2237474"/>
              <a:gd name="connsiteX165" fmla="*/ 2718916 w 12192000"/>
              <a:gd name="connsiteY165" fmla="*/ 1990867 h 2237474"/>
              <a:gd name="connsiteX166" fmla="*/ 2713522 w 12192000"/>
              <a:gd name="connsiteY166" fmla="*/ 1990173 h 2237474"/>
              <a:gd name="connsiteX167" fmla="*/ 2680597 w 12192000"/>
              <a:gd name="connsiteY167" fmla="*/ 1984996 h 2237474"/>
              <a:gd name="connsiteX168" fmla="*/ 2578178 w 12192000"/>
              <a:gd name="connsiteY168" fmla="*/ 1990531 h 2237474"/>
              <a:gd name="connsiteX169" fmla="*/ 2476147 w 12192000"/>
              <a:gd name="connsiteY169" fmla="*/ 1998305 h 2237474"/>
              <a:gd name="connsiteX170" fmla="*/ 2373568 w 12192000"/>
              <a:gd name="connsiteY170" fmla="*/ 2003219 h 2237474"/>
              <a:gd name="connsiteX171" fmla="*/ 2321399 w 12192000"/>
              <a:gd name="connsiteY171" fmla="*/ 1989467 h 2237474"/>
              <a:gd name="connsiteX172" fmla="*/ 2315525 w 12192000"/>
              <a:gd name="connsiteY172" fmla="*/ 1989708 h 2237474"/>
              <a:gd name="connsiteX173" fmla="*/ 2300792 w 12192000"/>
              <a:gd name="connsiteY173" fmla="*/ 1994290 h 2237474"/>
              <a:gd name="connsiteX174" fmla="*/ 2295469 w 12192000"/>
              <a:gd name="connsiteY174" fmla="*/ 1996659 h 2237474"/>
              <a:gd name="connsiteX175" fmla="*/ 2287219 w 12192000"/>
              <a:gd name="connsiteY175" fmla="*/ 1998750 h 2237474"/>
              <a:gd name="connsiteX176" fmla="*/ 2286948 w 12192000"/>
              <a:gd name="connsiteY176" fmla="*/ 1998596 h 2237474"/>
              <a:gd name="connsiteX177" fmla="*/ 2243069 w 12192000"/>
              <a:gd name="connsiteY177" fmla="*/ 2015111 h 2237474"/>
              <a:gd name="connsiteX178" fmla="*/ 2186609 w 12192000"/>
              <a:gd name="connsiteY178" fmla="*/ 2008263 h 2237474"/>
              <a:gd name="connsiteX179" fmla="*/ 2164831 w 12192000"/>
              <a:gd name="connsiteY179" fmla="*/ 2010143 h 2237474"/>
              <a:gd name="connsiteX180" fmla="*/ 2152836 w 12192000"/>
              <a:gd name="connsiteY180" fmla="*/ 2010048 h 2237474"/>
              <a:gd name="connsiteX181" fmla="*/ 2117102 w 12192000"/>
              <a:gd name="connsiteY181" fmla="*/ 2023004 h 2237474"/>
              <a:gd name="connsiteX182" fmla="*/ 2111935 w 12192000"/>
              <a:gd name="connsiteY182" fmla="*/ 2023163 h 2237474"/>
              <a:gd name="connsiteX183" fmla="*/ 2089991 w 12192000"/>
              <a:gd name="connsiteY183" fmla="*/ 2034193 h 2237474"/>
              <a:gd name="connsiteX184" fmla="*/ 2058061 w 12192000"/>
              <a:gd name="connsiteY184" fmla="*/ 2047942 h 2237474"/>
              <a:gd name="connsiteX185" fmla="*/ 2055737 w 12192000"/>
              <a:gd name="connsiteY185" fmla="*/ 2047704 h 2237474"/>
              <a:gd name="connsiteX186" fmla="*/ 2042244 w 12192000"/>
              <a:gd name="connsiteY186" fmla="*/ 2055560 h 2237474"/>
              <a:gd name="connsiteX187" fmla="*/ 1976224 w 12192000"/>
              <a:gd name="connsiteY187" fmla="*/ 2074257 h 2237474"/>
              <a:gd name="connsiteX188" fmla="*/ 1877728 w 12192000"/>
              <a:gd name="connsiteY188" fmla="*/ 2101004 h 2237474"/>
              <a:gd name="connsiteX189" fmla="*/ 1759056 w 12192000"/>
              <a:gd name="connsiteY189" fmla="*/ 2125608 h 2237474"/>
              <a:gd name="connsiteX190" fmla="*/ 1637948 w 12192000"/>
              <a:gd name="connsiteY190" fmla="*/ 2172597 h 2237474"/>
              <a:gd name="connsiteX191" fmla="*/ 1434549 w 12192000"/>
              <a:gd name="connsiteY191" fmla="*/ 2234522 h 2237474"/>
              <a:gd name="connsiteX192" fmla="*/ 1398481 w 12192000"/>
              <a:gd name="connsiteY192" fmla="*/ 2237074 h 2237474"/>
              <a:gd name="connsiteX193" fmla="*/ 1398407 w 12192000"/>
              <a:gd name="connsiteY193" fmla="*/ 2237095 h 2237474"/>
              <a:gd name="connsiteX194" fmla="*/ 1370962 w 12192000"/>
              <a:gd name="connsiteY194" fmla="*/ 2237474 h 2237474"/>
              <a:gd name="connsiteX195" fmla="*/ 1356367 w 12192000"/>
              <a:gd name="connsiteY195" fmla="*/ 2235089 h 2237474"/>
              <a:gd name="connsiteX196" fmla="*/ 1324828 w 12192000"/>
              <a:gd name="connsiteY196" fmla="*/ 2231968 h 2237474"/>
              <a:gd name="connsiteX197" fmla="*/ 1297744 w 12192000"/>
              <a:gd name="connsiteY197" fmla="*/ 2235849 h 2237474"/>
              <a:gd name="connsiteX198" fmla="*/ 1286236 w 12192000"/>
              <a:gd name="connsiteY198" fmla="*/ 2233135 h 2237474"/>
              <a:gd name="connsiteX199" fmla="*/ 1283504 w 12192000"/>
              <a:gd name="connsiteY199" fmla="*/ 2233797 h 2237474"/>
              <a:gd name="connsiteX200" fmla="*/ 1279765 w 12192000"/>
              <a:gd name="connsiteY200" fmla="*/ 2229639 h 2237474"/>
              <a:gd name="connsiteX201" fmla="*/ 1195347 w 12192000"/>
              <a:gd name="connsiteY201" fmla="*/ 2212354 h 2237474"/>
              <a:gd name="connsiteX202" fmla="*/ 970251 w 12192000"/>
              <a:gd name="connsiteY202" fmla="*/ 2221029 h 2237474"/>
              <a:gd name="connsiteX203" fmla="*/ 812914 w 12192000"/>
              <a:gd name="connsiteY203" fmla="*/ 2202752 h 2237474"/>
              <a:gd name="connsiteX204" fmla="*/ 800195 w 12192000"/>
              <a:gd name="connsiteY204" fmla="*/ 2209407 h 2237474"/>
              <a:gd name="connsiteX205" fmla="*/ 784978 w 12192000"/>
              <a:gd name="connsiteY205" fmla="*/ 2212360 h 2237474"/>
              <a:gd name="connsiteX206" fmla="*/ 681987 w 12192000"/>
              <a:gd name="connsiteY206" fmla="*/ 2216757 h 2237474"/>
              <a:gd name="connsiteX207" fmla="*/ 669923 w 12192000"/>
              <a:gd name="connsiteY207" fmla="*/ 2211682 h 2237474"/>
              <a:gd name="connsiteX208" fmla="*/ 648680 w 12192000"/>
              <a:gd name="connsiteY208" fmla="*/ 2206229 h 2237474"/>
              <a:gd name="connsiteX209" fmla="*/ 597225 w 12192000"/>
              <a:gd name="connsiteY209" fmla="*/ 2180999 h 2237474"/>
              <a:gd name="connsiteX210" fmla="*/ 558449 w 12192000"/>
              <a:gd name="connsiteY210" fmla="*/ 2182346 h 2237474"/>
              <a:gd name="connsiteX211" fmla="*/ 550517 w 12192000"/>
              <a:gd name="connsiteY211" fmla="*/ 2182060 h 2237474"/>
              <a:gd name="connsiteX212" fmla="*/ 550309 w 12192000"/>
              <a:gd name="connsiteY212" fmla="*/ 2181825 h 2237474"/>
              <a:gd name="connsiteX213" fmla="*/ 541836 w 12192000"/>
              <a:gd name="connsiteY213" fmla="*/ 2181063 h 2237474"/>
              <a:gd name="connsiteX214" fmla="*/ 536057 w 12192000"/>
              <a:gd name="connsiteY214" fmla="*/ 2181537 h 2237474"/>
              <a:gd name="connsiteX215" fmla="*/ 520671 w 12192000"/>
              <a:gd name="connsiteY215" fmla="*/ 2180980 h 2237474"/>
              <a:gd name="connsiteX216" fmla="*/ 515024 w 12192000"/>
              <a:gd name="connsiteY216" fmla="*/ 2179258 h 2237474"/>
              <a:gd name="connsiteX217" fmla="*/ 512278 w 12192000"/>
              <a:gd name="connsiteY217" fmla="*/ 2176369 h 2237474"/>
              <a:gd name="connsiteX218" fmla="*/ 480419 w 12192000"/>
              <a:gd name="connsiteY218" fmla="*/ 2167807 h 2237474"/>
              <a:gd name="connsiteX219" fmla="*/ 413835 w 12192000"/>
              <a:gd name="connsiteY219" fmla="*/ 2156783 h 2237474"/>
              <a:gd name="connsiteX220" fmla="*/ 376513 w 12192000"/>
              <a:gd name="connsiteY220" fmla="*/ 2154014 h 2237474"/>
              <a:gd name="connsiteX221" fmla="*/ 273386 w 12192000"/>
              <a:gd name="connsiteY221" fmla="*/ 2142551 h 2237474"/>
              <a:gd name="connsiteX222" fmla="*/ 169207 w 12192000"/>
              <a:gd name="connsiteY222" fmla="*/ 2128100 h 2237474"/>
              <a:gd name="connsiteX223" fmla="*/ 93149 w 12192000"/>
              <a:gd name="connsiteY223" fmla="*/ 2105324 h 2237474"/>
              <a:gd name="connsiteX224" fmla="*/ 88109 w 12192000"/>
              <a:gd name="connsiteY224" fmla="*/ 2106704 h 2237474"/>
              <a:gd name="connsiteX225" fmla="*/ 80022 w 12192000"/>
              <a:gd name="connsiteY225" fmla="*/ 2107254 h 2237474"/>
              <a:gd name="connsiteX226" fmla="*/ 79717 w 12192000"/>
              <a:gd name="connsiteY226" fmla="*/ 2107046 h 2237474"/>
              <a:gd name="connsiteX227" fmla="*/ 72352 w 12192000"/>
              <a:gd name="connsiteY227" fmla="*/ 2107991 h 2237474"/>
              <a:gd name="connsiteX228" fmla="*/ 37645 w 12192000"/>
              <a:gd name="connsiteY228" fmla="*/ 2115401 h 2237474"/>
              <a:gd name="connsiteX229" fmla="*/ 4572 w 12192000"/>
              <a:gd name="connsiteY229" fmla="*/ 2111091 h 2237474"/>
              <a:gd name="connsiteX230" fmla="*/ 0 w 12192000"/>
              <a:gd name="connsiteY230" fmla="*/ 2110468 h 2237474"/>
              <a:gd name="connsiteX231" fmla="*/ 0 w 12192000"/>
              <a:gd name="connsiteY23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16595 w 12192000"/>
              <a:gd name="connsiteY97" fmla="*/ 1667475 h 2237474"/>
              <a:gd name="connsiteX98" fmla="*/ 6508541 w 12192000"/>
              <a:gd name="connsiteY98" fmla="*/ 1668757 h 2237474"/>
              <a:gd name="connsiteX99" fmla="*/ 6471012 w 12192000"/>
              <a:gd name="connsiteY99" fmla="*/ 1678604 h 2237474"/>
              <a:gd name="connsiteX100" fmla="*/ 6415265 w 12192000"/>
              <a:gd name="connsiteY100" fmla="*/ 1665317 h 2237474"/>
              <a:gd name="connsiteX101" fmla="*/ 6364035 w 12192000"/>
              <a:gd name="connsiteY101" fmla="*/ 1667683 h 2237474"/>
              <a:gd name="connsiteX102" fmla="*/ 6280959 w 12192000"/>
              <a:gd name="connsiteY102" fmla="*/ 1689329 h 2237474"/>
              <a:gd name="connsiteX103" fmla="*/ 6243319 w 12192000"/>
              <a:gd name="connsiteY103" fmla="*/ 1695560 h 2237474"/>
              <a:gd name="connsiteX104" fmla="*/ 6098321 w 12192000"/>
              <a:gd name="connsiteY104" fmla="*/ 1721646 h 2237474"/>
              <a:gd name="connsiteX105" fmla="*/ 5880652 w 12192000"/>
              <a:gd name="connsiteY105" fmla="*/ 1779643 h 2237474"/>
              <a:gd name="connsiteX106" fmla="*/ 5785959 w 12192000"/>
              <a:gd name="connsiteY106" fmla="*/ 1775307 h 2237474"/>
              <a:gd name="connsiteX107" fmla="*/ 5643534 w 12192000"/>
              <a:gd name="connsiteY107" fmla="*/ 1802919 h 2237474"/>
              <a:gd name="connsiteX108" fmla="*/ 5518799 w 12192000"/>
              <a:gd name="connsiteY108" fmla="*/ 1818312 h 2237474"/>
              <a:gd name="connsiteX109" fmla="*/ 5505014 w 12192000"/>
              <a:gd name="connsiteY109" fmla="*/ 1819259 h 2237474"/>
              <a:gd name="connsiteX110" fmla="*/ 5453307 w 12192000"/>
              <a:gd name="connsiteY110" fmla="*/ 1815450 h 2237474"/>
              <a:gd name="connsiteX111" fmla="*/ 5364192 w 12192000"/>
              <a:gd name="connsiteY111" fmla="*/ 1826074 h 2237474"/>
              <a:gd name="connsiteX112" fmla="*/ 5350380 w 12192000"/>
              <a:gd name="connsiteY112" fmla="*/ 1830891 h 2237474"/>
              <a:gd name="connsiteX113" fmla="*/ 5259633 w 12192000"/>
              <a:gd name="connsiteY113" fmla="*/ 1837160 h 2237474"/>
              <a:gd name="connsiteX114" fmla="*/ 5197513 w 12192000"/>
              <a:gd name="connsiteY114" fmla="*/ 1844718 h 2237474"/>
              <a:gd name="connsiteX115" fmla="*/ 5184170 w 12192000"/>
              <a:gd name="connsiteY115" fmla="*/ 1849402 h 2237474"/>
              <a:gd name="connsiteX116" fmla="*/ 5168852 w 12192000"/>
              <a:gd name="connsiteY116" fmla="*/ 1844846 h 2237474"/>
              <a:gd name="connsiteX117" fmla="*/ 5164370 w 12192000"/>
              <a:gd name="connsiteY117" fmla="*/ 1840597 h 2237474"/>
              <a:gd name="connsiteX118" fmla="*/ 5114927 w 12192000"/>
              <a:gd name="connsiteY118" fmla="*/ 1847827 h 2237474"/>
              <a:gd name="connsiteX119" fmla="*/ 5108970 w 12192000"/>
              <a:gd name="connsiteY119" fmla="*/ 1847935 h 2237474"/>
              <a:gd name="connsiteX120" fmla="*/ 5067961 w 12192000"/>
              <a:gd name="connsiteY120" fmla="*/ 1845917 h 2237474"/>
              <a:gd name="connsiteX121" fmla="*/ 5007075 w 12192000"/>
              <a:gd name="connsiteY121" fmla="*/ 1838626 h 2237474"/>
              <a:gd name="connsiteX122" fmla="*/ 4944087 w 12192000"/>
              <a:gd name="connsiteY122" fmla="*/ 1823332 h 2237474"/>
              <a:gd name="connsiteX123" fmla="*/ 4907662 w 12192000"/>
              <a:gd name="connsiteY123" fmla="*/ 1816900 h 2237474"/>
              <a:gd name="connsiteX124" fmla="*/ 4882386 w 12192000"/>
              <a:gd name="connsiteY124" fmla="*/ 1809844 h 2237474"/>
              <a:gd name="connsiteX125" fmla="*/ 4811440 w 12192000"/>
              <a:gd name="connsiteY125" fmla="*/ 1804655 h 2237474"/>
              <a:gd name="connsiteX126" fmla="*/ 4691075 w 12192000"/>
              <a:gd name="connsiteY126" fmla="*/ 1801389 h 2237474"/>
              <a:gd name="connsiteX127" fmla="*/ 4611738 w 12192000"/>
              <a:gd name="connsiteY127" fmla="*/ 1776964 h 2237474"/>
              <a:gd name="connsiteX128" fmla="*/ 4560070 w 12192000"/>
              <a:gd name="connsiteY128" fmla="*/ 1785640 h 2237474"/>
              <a:gd name="connsiteX129" fmla="*/ 4536503 w 12192000"/>
              <a:gd name="connsiteY129" fmla="*/ 1785334 h 2237474"/>
              <a:gd name="connsiteX130" fmla="*/ 4513724 w 12192000"/>
              <a:gd name="connsiteY130" fmla="*/ 1791996 h 2237474"/>
              <a:gd name="connsiteX131" fmla="*/ 4459810 w 12192000"/>
              <a:gd name="connsiteY131" fmla="*/ 1797886 h 2237474"/>
              <a:gd name="connsiteX132" fmla="*/ 4379064 w 12192000"/>
              <a:gd name="connsiteY132" fmla="*/ 1817177 h 2237474"/>
              <a:gd name="connsiteX133" fmla="*/ 4319209 w 12192000"/>
              <a:gd name="connsiteY133" fmla="*/ 1834833 h 2237474"/>
              <a:gd name="connsiteX134" fmla="*/ 4290981 w 12192000"/>
              <a:gd name="connsiteY134" fmla="*/ 1839677 h 2237474"/>
              <a:gd name="connsiteX135" fmla="*/ 4285792 w 12192000"/>
              <a:gd name="connsiteY135" fmla="*/ 1836231 h 2237474"/>
              <a:gd name="connsiteX136" fmla="*/ 4238372 w 12192000"/>
              <a:gd name="connsiteY136" fmla="*/ 1851480 h 2237474"/>
              <a:gd name="connsiteX137" fmla="*/ 4232517 w 12192000"/>
              <a:gd name="connsiteY137" fmla="*/ 1852567 h 2237474"/>
              <a:gd name="connsiteX138" fmla="*/ 4191732 w 12192000"/>
              <a:gd name="connsiteY138" fmla="*/ 1857328 h 2237474"/>
              <a:gd name="connsiteX139" fmla="*/ 4065532 w 12192000"/>
              <a:gd name="connsiteY139" fmla="*/ 1855477 h 2237474"/>
              <a:gd name="connsiteX140" fmla="*/ 4028460 w 12192000"/>
              <a:gd name="connsiteY140" fmla="*/ 1855137 h 2237474"/>
              <a:gd name="connsiteX141" fmla="*/ 4002267 w 12192000"/>
              <a:gd name="connsiteY141" fmla="*/ 1852352 h 2237474"/>
              <a:gd name="connsiteX142" fmla="*/ 3931396 w 12192000"/>
              <a:gd name="connsiteY142" fmla="*/ 1858915 h 2237474"/>
              <a:gd name="connsiteX143" fmla="*/ 3812162 w 12192000"/>
              <a:gd name="connsiteY143" fmla="*/ 1875501 h 2237474"/>
              <a:gd name="connsiteX144" fmla="*/ 3729530 w 12192000"/>
              <a:gd name="connsiteY144" fmla="*/ 1864513 h 2237474"/>
              <a:gd name="connsiteX145" fmla="*/ 3680177 w 12192000"/>
              <a:gd name="connsiteY145" fmla="*/ 1881552 h 2237474"/>
              <a:gd name="connsiteX146" fmla="*/ 3567259 w 12192000"/>
              <a:gd name="connsiteY146" fmla="*/ 1893482 h 2237474"/>
              <a:gd name="connsiteX147" fmla="*/ 3405770 w 12192000"/>
              <a:gd name="connsiteY147" fmla="*/ 1904591 h 2237474"/>
              <a:gd name="connsiteX148" fmla="*/ 3280097 w 12192000"/>
              <a:gd name="connsiteY148" fmla="*/ 1919610 h 2237474"/>
              <a:gd name="connsiteX149" fmla="*/ 3123424 w 12192000"/>
              <a:gd name="connsiteY149" fmla="*/ 1952930 h 2237474"/>
              <a:gd name="connsiteX150" fmla="*/ 3009910 w 12192000"/>
              <a:gd name="connsiteY150" fmla="*/ 1957866 h 2237474"/>
              <a:gd name="connsiteX151" fmla="*/ 2995934 w 12192000"/>
              <a:gd name="connsiteY151" fmla="*/ 1967085 h 2237474"/>
              <a:gd name="connsiteX152" fmla="*/ 2980071 w 12192000"/>
              <a:gd name="connsiteY152" fmla="*/ 1972988 h 2237474"/>
              <a:gd name="connsiteX153" fmla="*/ 2978094 w 12192000"/>
              <a:gd name="connsiteY153" fmla="*/ 1972369 h 2237474"/>
              <a:gd name="connsiteX154" fmla="*/ 2942858 w 12192000"/>
              <a:gd name="connsiteY154" fmla="*/ 1981367 h 2237474"/>
              <a:gd name="connsiteX155" fmla="*/ 2875436 w 12192000"/>
              <a:gd name="connsiteY155" fmla="*/ 1996977 h 2237474"/>
              <a:gd name="connsiteX156" fmla="*/ 2874892 w 12192000"/>
              <a:gd name="connsiteY156" fmla="*/ 1996085 h 2237474"/>
              <a:gd name="connsiteX157" fmla="*/ 2864145 w 12192000"/>
              <a:gd name="connsiteY157" fmla="*/ 1994061 h 2237474"/>
              <a:gd name="connsiteX158" fmla="*/ 2843662 w 12192000"/>
              <a:gd name="connsiteY158" fmla="*/ 1992498 h 2237474"/>
              <a:gd name="connsiteX159" fmla="*/ 2796128 w 12192000"/>
              <a:gd name="connsiteY159" fmla="*/ 1976403 h 2237474"/>
              <a:gd name="connsiteX160" fmla="*/ 2756784 w 12192000"/>
              <a:gd name="connsiteY160" fmla="*/ 1985116 h 2237474"/>
              <a:gd name="connsiteX161" fmla="*/ 2748833 w 12192000"/>
              <a:gd name="connsiteY161" fmla="*/ 1986323 h 2237474"/>
              <a:gd name="connsiteX162" fmla="*/ 2748661 w 12192000"/>
              <a:gd name="connsiteY162" fmla="*/ 1986122 h 2237474"/>
              <a:gd name="connsiteX163" fmla="*/ 2740251 w 12192000"/>
              <a:gd name="connsiteY163" fmla="*/ 1986946 h 2237474"/>
              <a:gd name="connsiteX164" fmla="*/ 2718916 w 12192000"/>
              <a:gd name="connsiteY164" fmla="*/ 1990867 h 2237474"/>
              <a:gd name="connsiteX165" fmla="*/ 2713522 w 12192000"/>
              <a:gd name="connsiteY165" fmla="*/ 1990173 h 2237474"/>
              <a:gd name="connsiteX166" fmla="*/ 2680597 w 12192000"/>
              <a:gd name="connsiteY166" fmla="*/ 1984996 h 2237474"/>
              <a:gd name="connsiteX167" fmla="*/ 2578178 w 12192000"/>
              <a:gd name="connsiteY167" fmla="*/ 1990531 h 2237474"/>
              <a:gd name="connsiteX168" fmla="*/ 2476147 w 12192000"/>
              <a:gd name="connsiteY168" fmla="*/ 1998305 h 2237474"/>
              <a:gd name="connsiteX169" fmla="*/ 2373568 w 12192000"/>
              <a:gd name="connsiteY169" fmla="*/ 2003219 h 2237474"/>
              <a:gd name="connsiteX170" fmla="*/ 2321399 w 12192000"/>
              <a:gd name="connsiteY170" fmla="*/ 1989467 h 2237474"/>
              <a:gd name="connsiteX171" fmla="*/ 2315525 w 12192000"/>
              <a:gd name="connsiteY171" fmla="*/ 1989708 h 2237474"/>
              <a:gd name="connsiteX172" fmla="*/ 2300792 w 12192000"/>
              <a:gd name="connsiteY172" fmla="*/ 1994290 h 2237474"/>
              <a:gd name="connsiteX173" fmla="*/ 2295469 w 12192000"/>
              <a:gd name="connsiteY173" fmla="*/ 1996659 h 2237474"/>
              <a:gd name="connsiteX174" fmla="*/ 2287219 w 12192000"/>
              <a:gd name="connsiteY174" fmla="*/ 1998750 h 2237474"/>
              <a:gd name="connsiteX175" fmla="*/ 2286948 w 12192000"/>
              <a:gd name="connsiteY175" fmla="*/ 1998596 h 2237474"/>
              <a:gd name="connsiteX176" fmla="*/ 2243069 w 12192000"/>
              <a:gd name="connsiteY176" fmla="*/ 2015111 h 2237474"/>
              <a:gd name="connsiteX177" fmla="*/ 2186609 w 12192000"/>
              <a:gd name="connsiteY177" fmla="*/ 2008263 h 2237474"/>
              <a:gd name="connsiteX178" fmla="*/ 2164831 w 12192000"/>
              <a:gd name="connsiteY178" fmla="*/ 2010143 h 2237474"/>
              <a:gd name="connsiteX179" fmla="*/ 2152836 w 12192000"/>
              <a:gd name="connsiteY179" fmla="*/ 2010048 h 2237474"/>
              <a:gd name="connsiteX180" fmla="*/ 2117102 w 12192000"/>
              <a:gd name="connsiteY180" fmla="*/ 2023004 h 2237474"/>
              <a:gd name="connsiteX181" fmla="*/ 2111935 w 12192000"/>
              <a:gd name="connsiteY181" fmla="*/ 2023163 h 2237474"/>
              <a:gd name="connsiteX182" fmla="*/ 2089991 w 12192000"/>
              <a:gd name="connsiteY182" fmla="*/ 2034193 h 2237474"/>
              <a:gd name="connsiteX183" fmla="*/ 2058061 w 12192000"/>
              <a:gd name="connsiteY183" fmla="*/ 2047942 h 2237474"/>
              <a:gd name="connsiteX184" fmla="*/ 2055737 w 12192000"/>
              <a:gd name="connsiteY184" fmla="*/ 2047704 h 2237474"/>
              <a:gd name="connsiteX185" fmla="*/ 2042244 w 12192000"/>
              <a:gd name="connsiteY185" fmla="*/ 2055560 h 2237474"/>
              <a:gd name="connsiteX186" fmla="*/ 1976224 w 12192000"/>
              <a:gd name="connsiteY186" fmla="*/ 2074257 h 2237474"/>
              <a:gd name="connsiteX187" fmla="*/ 1877728 w 12192000"/>
              <a:gd name="connsiteY187" fmla="*/ 2101004 h 2237474"/>
              <a:gd name="connsiteX188" fmla="*/ 1759056 w 12192000"/>
              <a:gd name="connsiteY188" fmla="*/ 2125608 h 2237474"/>
              <a:gd name="connsiteX189" fmla="*/ 1637948 w 12192000"/>
              <a:gd name="connsiteY189" fmla="*/ 2172597 h 2237474"/>
              <a:gd name="connsiteX190" fmla="*/ 1434549 w 12192000"/>
              <a:gd name="connsiteY190" fmla="*/ 2234522 h 2237474"/>
              <a:gd name="connsiteX191" fmla="*/ 1398481 w 12192000"/>
              <a:gd name="connsiteY191" fmla="*/ 2237074 h 2237474"/>
              <a:gd name="connsiteX192" fmla="*/ 1398407 w 12192000"/>
              <a:gd name="connsiteY192" fmla="*/ 2237095 h 2237474"/>
              <a:gd name="connsiteX193" fmla="*/ 1370962 w 12192000"/>
              <a:gd name="connsiteY193" fmla="*/ 2237474 h 2237474"/>
              <a:gd name="connsiteX194" fmla="*/ 1356367 w 12192000"/>
              <a:gd name="connsiteY194" fmla="*/ 2235089 h 2237474"/>
              <a:gd name="connsiteX195" fmla="*/ 1324828 w 12192000"/>
              <a:gd name="connsiteY195" fmla="*/ 2231968 h 2237474"/>
              <a:gd name="connsiteX196" fmla="*/ 1297744 w 12192000"/>
              <a:gd name="connsiteY196" fmla="*/ 2235849 h 2237474"/>
              <a:gd name="connsiteX197" fmla="*/ 1286236 w 12192000"/>
              <a:gd name="connsiteY197" fmla="*/ 2233135 h 2237474"/>
              <a:gd name="connsiteX198" fmla="*/ 1283504 w 12192000"/>
              <a:gd name="connsiteY198" fmla="*/ 2233797 h 2237474"/>
              <a:gd name="connsiteX199" fmla="*/ 1279765 w 12192000"/>
              <a:gd name="connsiteY199" fmla="*/ 2229639 h 2237474"/>
              <a:gd name="connsiteX200" fmla="*/ 1195347 w 12192000"/>
              <a:gd name="connsiteY200" fmla="*/ 2212354 h 2237474"/>
              <a:gd name="connsiteX201" fmla="*/ 970251 w 12192000"/>
              <a:gd name="connsiteY201" fmla="*/ 2221029 h 2237474"/>
              <a:gd name="connsiteX202" fmla="*/ 812914 w 12192000"/>
              <a:gd name="connsiteY202" fmla="*/ 2202752 h 2237474"/>
              <a:gd name="connsiteX203" fmla="*/ 800195 w 12192000"/>
              <a:gd name="connsiteY203" fmla="*/ 2209407 h 2237474"/>
              <a:gd name="connsiteX204" fmla="*/ 784978 w 12192000"/>
              <a:gd name="connsiteY204" fmla="*/ 2212360 h 2237474"/>
              <a:gd name="connsiteX205" fmla="*/ 681987 w 12192000"/>
              <a:gd name="connsiteY205" fmla="*/ 2216757 h 2237474"/>
              <a:gd name="connsiteX206" fmla="*/ 669923 w 12192000"/>
              <a:gd name="connsiteY206" fmla="*/ 2211682 h 2237474"/>
              <a:gd name="connsiteX207" fmla="*/ 648680 w 12192000"/>
              <a:gd name="connsiteY207" fmla="*/ 2206229 h 2237474"/>
              <a:gd name="connsiteX208" fmla="*/ 597225 w 12192000"/>
              <a:gd name="connsiteY208" fmla="*/ 2180999 h 2237474"/>
              <a:gd name="connsiteX209" fmla="*/ 558449 w 12192000"/>
              <a:gd name="connsiteY209" fmla="*/ 2182346 h 2237474"/>
              <a:gd name="connsiteX210" fmla="*/ 550517 w 12192000"/>
              <a:gd name="connsiteY210" fmla="*/ 2182060 h 2237474"/>
              <a:gd name="connsiteX211" fmla="*/ 550309 w 12192000"/>
              <a:gd name="connsiteY211" fmla="*/ 2181825 h 2237474"/>
              <a:gd name="connsiteX212" fmla="*/ 541836 w 12192000"/>
              <a:gd name="connsiteY212" fmla="*/ 2181063 h 2237474"/>
              <a:gd name="connsiteX213" fmla="*/ 536057 w 12192000"/>
              <a:gd name="connsiteY213" fmla="*/ 2181537 h 2237474"/>
              <a:gd name="connsiteX214" fmla="*/ 520671 w 12192000"/>
              <a:gd name="connsiteY214" fmla="*/ 2180980 h 2237474"/>
              <a:gd name="connsiteX215" fmla="*/ 515024 w 12192000"/>
              <a:gd name="connsiteY215" fmla="*/ 2179258 h 2237474"/>
              <a:gd name="connsiteX216" fmla="*/ 512278 w 12192000"/>
              <a:gd name="connsiteY216" fmla="*/ 2176369 h 2237474"/>
              <a:gd name="connsiteX217" fmla="*/ 480419 w 12192000"/>
              <a:gd name="connsiteY217" fmla="*/ 2167807 h 2237474"/>
              <a:gd name="connsiteX218" fmla="*/ 413835 w 12192000"/>
              <a:gd name="connsiteY218" fmla="*/ 2156783 h 2237474"/>
              <a:gd name="connsiteX219" fmla="*/ 376513 w 12192000"/>
              <a:gd name="connsiteY219" fmla="*/ 2154014 h 2237474"/>
              <a:gd name="connsiteX220" fmla="*/ 273386 w 12192000"/>
              <a:gd name="connsiteY220" fmla="*/ 2142551 h 2237474"/>
              <a:gd name="connsiteX221" fmla="*/ 169207 w 12192000"/>
              <a:gd name="connsiteY221" fmla="*/ 2128100 h 2237474"/>
              <a:gd name="connsiteX222" fmla="*/ 93149 w 12192000"/>
              <a:gd name="connsiteY222" fmla="*/ 2105324 h 2237474"/>
              <a:gd name="connsiteX223" fmla="*/ 88109 w 12192000"/>
              <a:gd name="connsiteY223" fmla="*/ 2106704 h 2237474"/>
              <a:gd name="connsiteX224" fmla="*/ 80022 w 12192000"/>
              <a:gd name="connsiteY224" fmla="*/ 2107254 h 2237474"/>
              <a:gd name="connsiteX225" fmla="*/ 79717 w 12192000"/>
              <a:gd name="connsiteY225" fmla="*/ 2107046 h 2237474"/>
              <a:gd name="connsiteX226" fmla="*/ 72352 w 12192000"/>
              <a:gd name="connsiteY226" fmla="*/ 2107991 h 2237474"/>
              <a:gd name="connsiteX227" fmla="*/ 37645 w 12192000"/>
              <a:gd name="connsiteY227" fmla="*/ 2115401 h 2237474"/>
              <a:gd name="connsiteX228" fmla="*/ 4572 w 12192000"/>
              <a:gd name="connsiteY228" fmla="*/ 2111091 h 2237474"/>
              <a:gd name="connsiteX229" fmla="*/ 0 w 12192000"/>
              <a:gd name="connsiteY229" fmla="*/ 2110468 h 2237474"/>
              <a:gd name="connsiteX230" fmla="*/ 0 w 12192000"/>
              <a:gd name="connsiteY23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02328 w 12192000"/>
              <a:gd name="connsiteY67" fmla="*/ 1345865 h 2237474"/>
              <a:gd name="connsiteX68" fmla="*/ 7898322 w 12192000"/>
              <a:gd name="connsiteY68" fmla="*/ 1345689 h 2237474"/>
              <a:gd name="connsiteX69" fmla="*/ 7875879 w 12192000"/>
              <a:gd name="connsiteY69" fmla="*/ 1345646 h 2237474"/>
              <a:gd name="connsiteX70" fmla="*/ 7840612 w 12192000"/>
              <a:gd name="connsiteY70" fmla="*/ 1369373 h 2237474"/>
              <a:gd name="connsiteX71" fmla="*/ 7786819 w 12192000"/>
              <a:gd name="connsiteY71" fmla="*/ 1378970 h 2237474"/>
              <a:gd name="connsiteX72" fmla="*/ 7548172 w 12192000"/>
              <a:gd name="connsiteY72" fmla="*/ 1417460 h 2237474"/>
              <a:gd name="connsiteX73" fmla="*/ 7483437 w 12192000"/>
              <a:gd name="connsiteY73" fmla="*/ 1478152 h 2237474"/>
              <a:gd name="connsiteX74" fmla="*/ 7377870 w 12192000"/>
              <a:gd name="connsiteY74" fmla="*/ 1523319 h 2237474"/>
              <a:gd name="connsiteX75" fmla="*/ 7230737 w 12192000"/>
              <a:gd name="connsiteY75" fmla="*/ 1562633 h 2237474"/>
              <a:gd name="connsiteX76" fmla="*/ 7224458 w 12192000"/>
              <a:gd name="connsiteY76" fmla="*/ 1573008 h 2237474"/>
              <a:gd name="connsiteX77" fmla="*/ 7213486 w 12192000"/>
              <a:gd name="connsiteY77" fmla="*/ 1580987 h 2237474"/>
              <a:gd name="connsiteX78" fmla="*/ 7210972 w 12192000"/>
              <a:gd name="connsiteY78" fmla="*/ 1580856 h 2237474"/>
              <a:gd name="connsiteX79" fmla="*/ 7183121 w 12192000"/>
              <a:gd name="connsiteY79" fmla="*/ 1595162 h 2237474"/>
              <a:gd name="connsiteX80" fmla="*/ 7164601 w 12192000"/>
              <a:gd name="connsiteY80" fmla="*/ 1606490 h 2237474"/>
              <a:gd name="connsiteX81" fmla="*/ 7159286 w 12192000"/>
              <a:gd name="connsiteY81" fmla="*/ 1606850 h 2237474"/>
              <a:gd name="connsiteX82" fmla="*/ 7114651 w 12192000"/>
              <a:gd name="connsiteY82" fmla="*/ 1620959 h 2237474"/>
              <a:gd name="connsiteX83" fmla="*/ 7092727 w 12192000"/>
              <a:gd name="connsiteY83" fmla="*/ 1623628 h 2237474"/>
              <a:gd name="connsiteX84" fmla="*/ 7031309 w 12192000"/>
              <a:gd name="connsiteY84" fmla="*/ 1619451 h 2237474"/>
              <a:gd name="connsiteX85" fmla="*/ 6999084 w 12192000"/>
              <a:gd name="connsiteY85" fmla="*/ 1634317 h 2237474"/>
              <a:gd name="connsiteX86" fmla="*/ 6992107 w 12192000"/>
              <a:gd name="connsiteY86" fmla="*/ 1636860 h 2237474"/>
              <a:gd name="connsiteX87" fmla="*/ 6991765 w 12192000"/>
              <a:gd name="connsiteY87" fmla="*/ 1636725 h 2237474"/>
              <a:gd name="connsiteX88" fmla="*/ 6983996 w 12192000"/>
              <a:gd name="connsiteY88" fmla="*/ 1639040 h 2237474"/>
              <a:gd name="connsiteX89" fmla="*/ 6979383 w 12192000"/>
              <a:gd name="connsiteY89" fmla="*/ 1641496 h 2237474"/>
              <a:gd name="connsiteX90" fmla="*/ 6900177 w 12192000"/>
              <a:gd name="connsiteY90" fmla="*/ 1636016 h 2237474"/>
              <a:gd name="connsiteX91" fmla="*/ 6795372 w 12192000"/>
              <a:gd name="connsiteY91" fmla="*/ 1644845 h 2237474"/>
              <a:gd name="connsiteX92" fmla="*/ 6692251 w 12192000"/>
              <a:gd name="connsiteY92" fmla="*/ 1656357 h 2237474"/>
              <a:gd name="connsiteX93" fmla="*/ 6655235 w 12192000"/>
              <a:gd name="connsiteY93" fmla="*/ 1661869 h 2237474"/>
              <a:gd name="connsiteX94" fmla="*/ 6587857 w 12192000"/>
              <a:gd name="connsiteY94" fmla="*/ 1665769 h 2237474"/>
              <a:gd name="connsiteX95" fmla="*/ 6554894 w 12192000"/>
              <a:gd name="connsiteY95" fmla="*/ 1664428 h 2237474"/>
              <a:gd name="connsiteX96" fmla="*/ 6516595 w 12192000"/>
              <a:gd name="connsiteY96" fmla="*/ 1667475 h 2237474"/>
              <a:gd name="connsiteX97" fmla="*/ 6508541 w 12192000"/>
              <a:gd name="connsiteY97" fmla="*/ 1668757 h 2237474"/>
              <a:gd name="connsiteX98" fmla="*/ 6471012 w 12192000"/>
              <a:gd name="connsiteY98" fmla="*/ 1678604 h 2237474"/>
              <a:gd name="connsiteX99" fmla="*/ 6415265 w 12192000"/>
              <a:gd name="connsiteY99" fmla="*/ 1665317 h 2237474"/>
              <a:gd name="connsiteX100" fmla="*/ 6364035 w 12192000"/>
              <a:gd name="connsiteY100" fmla="*/ 1667683 h 2237474"/>
              <a:gd name="connsiteX101" fmla="*/ 6280959 w 12192000"/>
              <a:gd name="connsiteY101" fmla="*/ 1689329 h 2237474"/>
              <a:gd name="connsiteX102" fmla="*/ 6243319 w 12192000"/>
              <a:gd name="connsiteY102" fmla="*/ 1695560 h 2237474"/>
              <a:gd name="connsiteX103" fmla="*/ 6098321 w 12192000"/>
              <a:gd name="connsiteY103" fmla="*/ 1721646 h 2237474"/>
              <a:gd name="connsiteX104" fmla="*/ 5880652 w 12192000"/>
              <a:gd name="connsiteY104" fmla="*/ 1779643 h 2237474"/>
              <a:gd name="connsiteX105" fmla="*/ 5785959 w 12192000"/>
              <a:gd name="connsiteY105" fmla="*/ 1775307 h 2237474"/>
              <a:gd name="connsiteX106" fmla="*/ 5643534 w 12192000"/>
              <a:gd name="connsiteY106" fmla="*/ 1802919 h 2237474"/>
              <a:gd name="connsiteX107" fmla="*/ 5518799 w 12192000"/>
              <a:gd name="connsiteY107" fmla="*/ 1818312 h 2237474"/>
              <a:gd name="connsiteX108" fmla="*/ 5505014 w 12192000"/>
              <a:gd name="connsiteY108" fmla="*/ 1819259 h 2237474"/>
              <a:gd name="connsiteX109" fmla="*/ 5453307 w 12192000"/>
              <a:gd name="connsiteY109" fmla="*/ 1815450 h 2237474"/>
              <a:gd name="connsiteX110" fmla="*/ 5364192 w 12192000"/>
              <a:gd name="connsiteY110" fmla="*/ 1826074 h 2237474"/>
              <a:gd name="connsiteX111" fmla="*/ 5350380 w 12192000"/>
              <a:gd name="connsiteY111" fmla="*/ 1830891 h 2237474"/>
              <a:gd name="connsiteX112" fmla="*/ 5259633 w 12192000"/>
              <a:gd name="connsiteY112" fmla="*/ 1837160 h 2237474"/>
              <a:gd name="connsiteX113" fmla="*/ 5197513 w 12192000"/>
              <a:gd name="connsiteY113" fmla="*/ 1844718 h 2237474"/>
              <a:gd name="connsiteX114" fmla="*/ 5184170 w 12192000"/>
              <a:gd name="connsiteY114" fmla="*/ 1849402 h 2237474"/>
              <a:gd name="connsiteX115" fmla="*/ 5168852 w 12192000"/>
              <a:gd name="connsiteY115" fmla="*/ 1844846 h 2237474"/>
              <a:gd name="connsiteX116" fmla="*/ 5164370 w 12192000"/>
              <a:gd name="connsiteY116" fmla="*/ 1840597 h 2237474"/>
              <a:gd name="connsiteX117" fmla="*/ 5114927 w 12192000"/>
              <a:gd name="connsiteY117" fmla="*/ 1847827 h 2237474"/>
              <a:gd name="connsiteX118" fmla="*/ 5108970 w 12192000"/>
              <a:gd name="connsiteY118" fmla="*/ 1847935 h 2237474"/>
              <a:gd name="connsiteX119" fmla="*/ 5067961 w 12192000"/>
              <a:gd name="connsiteY119" fmla="*/ 1845917 h 2237474"/>
              <a:gd name="connsiteX120" fmla="*/ 5007075 w 12192000"/>
              <a:gd name="connsiteY120" fmla="*/ 1838626 h 2237474"/>
              <a:gd name="connsiteX121" fmla="*/ 4944087 w 12192000"/>
              <a:gd name="connsiteY121" fmla="*/ 1823332 h 2237474"/>
              <a:gd name="connsiteX122" fmla="*/ 4907662 w 12192000"/>
              <a:gd name="connsiteY122" fmla="*/ 1816900 h 2237474"/>
              <a:gd name="connsiteX123" fmla="*/ 4882386 w 12192000"/>
              <a:gd name="connsiteY123" fmla="*/ 1809844 h 2237474"/>
              <a:gd name="connsiteX124" fmla="*/ 4811440 w 12192000"/>
              <a:gd name="connsiteY124" fmla="*/ 1804655 h 2237474"/>
              <a:gd name="connsiteX125" fmla="*/ 4691075 w 12192000"/>
              <a:gd name="connsiteY125" fmla="*/ 1801389 h 2237474"/>
              <a:gd name="connsiteX126" fmla="*/ 4611738 w 12192000"/>
              <a:gd name="connsiteY126" fmla="*/ 1776964 h 2237474"/>
              <a:gd name="connsiteX127" fmla="*/ 4560070 w 12192000"/>
              <a:gd name="connsiteY127" fmla="*/ 1785640 h 2237474"/>
              <a:gd name="connsiteX128" fmla="*/ 4536503 w 12192000"/>
              <a:gd name="connsiteY128" fmla="*/ 1785334 h 2237474"/>
              <a:gd name="connsiteX129" fmla="*/ 4513724 w 12192000"/>
              <a:gd name="connsiteY129" fmla="*/ 1791996 h 2237474"/>
              <a:gd name="connsiteX130" fmla="*/ 4459810 w 12192000"/>
              <a:gd name="connsiteY130" fmla="*/ 1797886 h 2237474"/>
              <a:gd name="connsiteX131" fmla="*/ 4379064 w 12192000"/>
              <a:gd name="connsiteY131" fmla="*/ 1817177 h 2237474"/>
              <a:gd name="connsiteX132" fmla="*/ 4319209 w 12192000"/>
              <a:gd name="connsiteY132" fmla="*/ 1834833 h 2237474"/>
              <a:gd name="connsiteX133" fmla="*/ 4290981 w 12192000"/>
              <a:gd name="connsiteY133" fmla="*/ 1839677 h 2237474"/>
              <a:gd name="connsiteX134" fmla="*/ 4285792 w 12192000"/>
              <a:gd name="connsiteY134" fmla="*/ 1836231 h 2237474"/>
              <a:gd name="connsiteX135" fmla="*/ 4238372 w 12192000"/>
              <a:gd name="connsiteY135" fmla="*/ 1851480 h 2237474"/>
              <a:gd name="connsiteX136" fmla="*/ 4232517 w 12192000"/>
              <a:gd name="connsiteY136" fmla="*/ 1852567 h 2237474"/>
              <a:gd name="connsiteX137" fmla="*/ 4191732 w 12192000"/>
              <a:gd name="connsiteY137" fmla="*/ 1857328 h 2237474"/>
              <a:gd name="connsiteX138" fmla="*/ 4065532 w 12192000"/>
              <a:gd name="connsiteY138" fmla="*/ 1855477 h 2237474"/>
              <a:gd name="connsiteX139" fmla="*/ 4028460 w 12192000"/>
              <a:gd name="connsiteY139" fmla="*/ 1855137 h 2237474"/>
              <a:gd name="connsiteX140" fmla="*/ 4002267 w 12192000"/>
              <a:gd name="connsiteY140" fmla="*/ 1852352 h 2237474"/>
              <a:gd name="connsiteX141" fmla="*/ 3931396 w 12192000"/>
              <a:gd name="connsiteY141" fmla="*/ 1858915 h 2237474"/>
              <a:gd name="connsiteX142" fmla="*/ 3812162 w 12192000"/>
              <a:gd name="connsiteY142" fmla="*/ 1875501 h 2237474"/>
              <a:gd name="connsiteX143" fmla="*/ 3729530 w 12192000"/>
              <a:gd name="connsiteY143" fmla="*/ 1864513 h 2237474"/>
              <a:gd name="connsiteX144" fmla="*/ 3680177 w 12192000"/>
              <a:gd name="connsiteY144" fmla="*/ 1881552 h 2237474"/>
              <a:gd name="connsiteX145" fmla="*/ 3567259 w 12192000"/>
              <a:gd name="connsiteY145" fmla="*/ 1893482 h 2237474"/>
              <a:gd name="connsiteX146" fmla="*/ 3405770 w 12192000"/>
              <a:gd name="connsiteY146" fmla="*/ 1904591 h 2237474"/>
              <a:gd name="connsiteX147" fmla="*/ 3280097 w 12192000"/>
              <a:gd name="connsiteY147" fmla="*/ 1919610 h 2237474"/>
              <a:gd name="connsiteX148" fmla="*/ 3123424 w 12192000"/>
              <a:gd name="connsiteY148" fmla="*/ 1952930 h 2237474"/>
              <a:gd name="connsiteX149" fmla="*/ 3009910 w 12192000"/>
              <a:gd name="connsiteY149" fmla="*/ 1957866 h 2237474"/>
              <a:gd name="connsiteX150" fmla="*/ 2995934 w 12192000"/>
              <a:gd name="connsiteY150" fmla="*/ 1967085 h 2237474"/>
              <a:gd name="connsiteX151" fmla="*/ 2980071 w 12192000"/>
              <a:gd name="connsiteY151" fmla="*/ 1972988 h 2237474"/>
              <a:gd name="connsiteX152" fmla="*/ 2978094 w 12192000"/>
              <a:gd name="connsiteY152" fmla="*/ 1972369 h 2237474"/>
              <a:gd name="connsiteX153" fmla="*/ 2942858 w 12192000"/>
              <a:gd name="connsiteY153" fmla="*/ 1981367 h 2237474"/>
              <a:gd name="connsiteX154" fmla="*/ 2875436 w 12192000"/>
              <a:gd name="connsiteY154" fmla="*/ 1996977 h 2237474"/>
              <a:gd name="connsiteX155" fmla="*/ 2874892 w 12192000"/>
              <a:gd name="connsiteY155" fmla="*/ 1996085 h 2237474"/>
              <a:gd name="connsiteX156" fmla="*/ 2864145 w 12192000"/>
              <a:gd name="connsiteY156" fmla="*/ 1994061 h 2237474"/>
              <a:gd name="connsiteX157" fmla="*/ 2843662 w 12192000"/>
              <a:gd name="connsiteY157" fmla="*/ 1992498 h 2237474"/>
              <a:gd name="connsiteX158" fmla="*/ 2796128 w 12192000"/>
              <a:gd name="connsiteY158" fmla="*/ 1976403 h 2237474"/>
              <a:gd name="connsiteX159" fmla="*/ 2756784 w 12192000"/>
              <a:gd name="connsiteY159" fmla="*/ 1985116 h 2237474"/>
              <a:gd name="connsiteX160" fmla="*/ 2748833 w 12192000"/>
              <a:gd name="connsiteY160" fmla="*/ 1986323 h 2237474"/>
              <a:gd name="connsiteX161" fmla="*/ 2748661 w 12192000"/>
              <a:gd name="connsiteY161" fmla="*/ 1986122 h 2237474"/>
              <a:gd name="connsiteX162" fmla="*/ 2740251 w 12192000"/>
              <a:gd name="connsiteY162" fmla="*/ 1986946 h 2237474"/>
              <a:gd name="connsiteX163" fmla="*/ 2718916 w 12192000"/>
              <a:gd name="connsiteY163" fmla="*/ 1990867 h 2237474"/>
              <a:gd name="connsiteX164" fmla="*/ 2713522 w 12192000"/>
              <a:gd name="connsiteY164" fmla="*/ 1990173 h 2237474"/>
              <a:gd name="connsiteX165" fmla="*/ 2680597 w 12192000"/>
              <a:gd name="connsiteY165" fmla="*/ 1984996 h 2237474"/>
              <a:gd name="connsiteX166" fmla="*/ 2578178 w 12192000"/>
              <a:gd name="connsiteY166" fmla="*/ 1990531 h 2237474"/>
              <a:gd name="connsiteX167" fmla="*/ 2476147 w 12192000"/>
              <a:gd name="connsiteY167" fmla="*/ 1998305 h 2237474"/>
              <a:gd name="connsiteX168" fmla="*/ 2373568 w 12192000"/>
              <a:gd name="connsiteY168" fmla="*/ 2003219 h 2237474"/>
              <a:gd name="connsiteX169" fmla="*/ 2321399 w 12192000"/>
              <a:gd name="connsiteY169" fmla="*/ 1989467 h 2237474"/>
              <a:gd name="connsiteX170" fmla="*/ 2315525 w 12192000"/>
              <a:gd name="connsiteY170" fmla="*/ 1989708 h 2237474"/>
              <a:gd name="connsiteX171" fmla="*/ 2300792 w 12192000"/>
              <a:gd name="connsiteY171" fmla="*/ 1994290 h 2237474"/>
              <a:gd name="connsiteX172" fmla="*/ 2295469 w 12192000"/>
              <a:gd name="connsiteY172" fmla="*/ 1996659 h 2237474"/>
              <a:gd name="connsiteX173" fmla="*/ 2287219 w 12192000"/>
              <a:gd name="connsiteY173" fmla="*/ 1998750 h 2237474"/>
              <a:gd name="connsiteX174" fmla="*/ 2286948 w 12192000"/>
              <a:gd name="connsiteY174" fmla="*/ 1998596 h 2237474"/>
              <a:gd name="connsiteX175" fmla="*/ 2243069 w 12192000"/>
              <a:gd name="connsiteY175" fmla="*/ 2015111 h 2237474"/>
              <a:gd name="connsiteX176" fmla="*/ 2186609 w 12192000"/>
              <a:gd name="connsiteY176" fmla="*/ 2008263 h 2237474"/>
              <a:gd name="connsiteX177" fmla="*/ 2164831 w 12192000"/>
              <a:gd name="connsiteY177" fmla="*/ 2010143 h 2237474"/>
              <a:gd name="connsiteX178" fmla="*/ 2152836 w 12192000"/>
              <a:gd name="connsiteY178" fmla="*/ 2010048 h 2237474"/>
              <a:gd name="connsiteX179" fmla="*/ 2117102 w 12192000"/>
              <a:gd name="connsiteY179" fmla="*/ 2023004 h 2237474"/>
              <a:gd name="connsiteX180" fmla="*/ 2111935 w 12192000"/>
              <a:gd name="connsiteY180" fmla="*/ 2023163 h 2237474"/>
              <a:gd name="connsiteX181" fmla="*/ 2089991 w 12192000"/>
              <a:gd name="connsiteY181" fmla="*/ 2034193 h 2237474"/>
              <a:gd name="connsiteX182" fmla="*/ 2058061 w 12192000"/>
              <a:gd name="connsiteY182" fmla="*/ 2047942 h 2237474"/>
              <a:gd name="connsiteX183" fmla="*/ 2055737 w 12192000"/>
              <a:gd name="connsiteY183" fmla="*/ 2047704 h 2237474"/>
              <a:gd name="connsiteX184" fmla="*/ 2042244 w 12192000"/>
              <a:gd name="connsiteY184" fmla="*/ 2055560 h 2237474"/>
              <a:gd name="connsiteX185" fmla="*/ 1976224 w 12192000"/>
              <a:gd name="connsiteY185" fmla="*/ 2074257 h 2237474"/>
              <a:gd name="connsiteX186" fmla="*/ 1877728 w 12192000"/>
              <a:gd name="connsiteY186" fmla="*/ 2101004 h 2237474"/>
              <a:gd name="connsiteX187" fmla="*/ 1759056 w 12192000"/>
              <a:gd name="connsiteY187" fmla="*/ 2125608 h 2237474"/>
              <a:gd name="connsiteX188" fmla="*/ 1637948 w 12192000"/>
              <a:gd name="connsiteY188" fmla="*/ 2172597 h 2237474"/>
              <a:gd name="connsiteX189" fmla="*/ 1434549 w 12192000"/>
              <a:gd name="connsiteY189" fmla="*/ 2234522 h 2237474"/>
              <a:gd name="connsiteX190" fmla="*/ 1398481 w 12192000"/>
              <a:gd name="connsiteY190" fmla="*/ 2237074 h 2237474"/>
              <a:gd name="connsiteX191" fmla="*/ 1398407 w 12192000"/>
              <a:gd name="connsiteY191" fmla="*/ 2237095 h 2237474"/>
              <a:gd name="connsiteX192" fmla="*/ 1370962 w 12192000"/>
              <a:gd name="connsiteY192" fmla="*/ 2237474 h 2237474"/>
              <a:gd name="connsiteX193" fmla="*/ 1356367 w 12192000"/>
              <a:gd name="connsiteY193" fmla="*/ 2235089 h 2237474"/>
              <a:gd name="connsiteX194" fmla="*/ 1324828 w 12192000"/>
              <a:gd name="connsiteY194" fmla="*/ 2231968 h 2237474"/>
              <a:gd name="connsiteX195" fmla="*/ 1297744 w 12192000"/>
              <a:gd name="connsiteY195" fmla="*/ 2235849 h 2237474"/>
              <a:gd name="connsiteX196" fmla="*/ 1286236 w 12192000"/>
              <a:gd name="connsiteY196" fmla="*/ 2233135 h 2237474"/>
              <a:gd name="connsiteX197" fmla="*/ 1283504 w 12192000"/>
              <a:gd name="connsiteY197" fmla="*/ 2233797 h 2237474"/>
              <a:gd name="connsiteX198" fmla="*/ 1279765 w 12192000"/>
              <a:gd name="connsiteY198" fmla="*/ 2229639 h 2237474"/>
              <a:gd name="connsiteX199" fmla="*/ 1195347 w 12192000"/>
              <a:gd name="connsiteY199" fmla="*/ 2212354 h 2237474"/>
              <a:gd name="connsiteX200" fmla="*/ 970251 w 12192000"/>
              <a:gd name="connsiteY200" fmla="*/ 2221029 h 2237474"/>
              <a:gd name="connsiteX201" fmla="*/ 812914 w 12192000"/>
              <a:gd name="connsiteY201" fmla="*/ 2202752 h 2237474"/>
              <a:gd name="connsiteX202" fmla="*/ 800195 w 12192000"/>
              <a:gd name="connsiteY202" fmla="*/ 2209407 h 2237474"/>
              <a:gd name="connsiteX203" fmla="*/ 784978 w 12192000"/>
              <a:gd name="connsiteY203" fmla="*/ 2212360 h 2237474"/>
              <a:gd name="connsiteX204" fmla="*/ 681987 w 12192000"/>
              <a:gd name="connsiteY204" fmla="*/ 2216757 h 2237474"/>
              <a:gd name="connsiteX205" fmla="*/ 669923 w 12192000"/>
              <a:gd name="connsiteY205" fmla="*/ 2211682 h 2237474"/>
              <a:gd name="connsiteX206" fmla="*/ 648680 w 12192000"/>
              <a:gd name="connsiteY206" fmla="*/ 2206229 h 2237474"/>
              <a:gd name="connsiteX207" fmla="*/ 597225 w 12192000"/>
              <a:gd name="connsiteY207" fmla="*/ 2180999 h 2237474"/>
              <a:gd name="connsiteX208" fmla="*/ 558449 w 12192000"/>
              <a:gd name="connsiteY208" fmla="*/ 2182346 h 2237474"/>
              <a:gd name="connsiteX209" fmla="*/ 550517 w 12192000"/>
              <a:gd name="connsiteY209" fmla="*/ 2182060 h 2237474"/>
              <a:gd name="connsiteX210" fmla="*/ 550309 w 12192000"/>
              <a:gd name="connsiteY210" fmla="*/ 2181825 h 2237474"/>
              <a:gd name="connsiteX211" fmla="*/ 541836 w 12192000"/>
              <a:gd name="connsiteY211" fmla="*/ 2181063 h 2237474"/>
              <a:gd name="connsiteX212" fmla="*/ 536057 w 12192000"/>
              <a:gd name="connsiteY212" fmla="*/ 2181537 h 2237474"/>
              <a:gd name="connsiteX213" fmla="*/ 520671 w 12192000"/>
              <a:gd name="connsiteY213" fmla="*/ 2180980 h 2237474"/>
              <a:gd name="connsiteX214" fmla="*/ 515024 w 12192000"/>
              <a:gd name="connsiteY214" fmla="*/ 2179258 h 2237474"/>
              <a:gd name="connsiteX215" fmla="*/ 512278 w 12192000"/>
              <a:gd name="connsiteY215" fmla="*/ 2176369 h 2237474"/>
              <a:gd name="connsiteX216" fmla="*/ 480419 w 12192000"/>
              <a:gd name="connsiteY216" fmla="*/ 2167807 h 2237474"/>
              <a:gd name="connsiteX217" fmla="*/ 413835 w 12192000"/>
              <a:gd name="connsiteY217" fmla="*/ 2156783 h 2237474"/>
              <a:gd name="connsiteX218" fmla="*/ 376513 w 12192000"/>
              <a:gd name="connsiteY218" fmla="*/ 2154014 h 2237474"/>
              <a:gd name="connsiteX219" fmla="*/ 273386 w 12192000"/>
              <a:gd name="connsiteY219" fmla="*/ 2142551 h 2237474"/>
              <a:gd name="connsiteX220" fmla="*/ 169207 w 12192000"/>
              <a:gd name="connsiteY220" fmla="*/ 2128100 h 2237474"/>
              <a:gd name="connsiteX221" fmla="*/ 93149 w 12192000"/>
              <a:gd name="connsiteY221" fmla="*/ 2105324 h 2237474"/>
              <a:gd name="connsiteX222" fmla="*/ 88109 w 12192000"/>
              <a:gd name="connsiteY222" fmla="*/ 2106704 h 2237474"/>
              <a:gd name="connsiteX223" fmla="*/ 80022 w 12192000"/>
              <a:gd name="connsiteY223" fmla="*/ 2107254 h 2237474"/>
              <a:gd name="connsiteX224" fmla="*/ 79717 w 12192000"/>
              <a:gd name="connsiteY224" fmla="*/ 2107046 h 2237474"/>
              <a:gd name="connsiteX225" fmla="*/ 72352 w 12192000"/>
              <a:gd name="connsiteY225" fmla="*/ 2107991 h 2237474"/>
              <a:gd name="connsiteX226" fmla="*/ 37645 w 12192000"/>
              <a:gd name="connsiteY226" fmla="*/ 2115401 h 2237474"/>
              <a:gd name="connsiteX227" fmla="*/ 4572 w 12192000"/>
              <a:gd name="connsiteY227" fmla="*/ 2111091 h 2237474"/>
              <a:gd name="connsiteX228" fmla="*/ 0 w 12192000"/>
              <a:gd name="connsiteY228" fmla="*/ 2110468 h 2237474"/>
              <a:gd name="connsiteX229" fmla="*/ 0 w 12192000"/>
              <a:gd name="connsiteY22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83996 w 12192000"/>
              <a:gd name="connsiteY87" fmla="*/ 1639040 h 2237474"/>
              <a:gd name="connsiteX88" fmla="*/ 6979383 w 12192000"/>
              <a:gd name="connsiteY88" fmla="*/ 1641496 h 2237474"/>
              <a:gd name="connsiteX89" fmla="*/ 6900177 w 12192000"/>
              <a:gd name="connsiteY89" fmla="*/ 1636016 h 2237474"/>
              <a:gd name="connsiteX90" fmla="*/ 6795372 w 12192000"/>
              <a:gd name="connsiteY90" fmla="*/ 1644845 h 2237474"/>
              <a:gd name="connsiteX91" fmla="*/ 6692251 w 12192000"/>
              <a:gd name="connsiteY91" fmla="*/ 1656357 h 2237474"/>
              <a:gd name="connsiteX92" fmla="*/ 6655235 w 12192000"/>
              <a:gd name="connsiteY92" fmla="*/ 1661869 h 2237474"/>
              <a:gd name="connsiteX93" fmla="*/ 6587857 w 12192000"/>
              <a:gd name="connsiteY93" fmla="*/ 1665769 h 2237474"/>
              <a:gd name="connsiteX94" fmla="*/ 6554894 w 12192000"/>
              <a:gd name="connsiteY94" fmla="*/ 1664428 h 2237474"/>
              <a:gd name="connsiteX95" fmla="*/ 6516595 w 12192000"/>
              <a:gd name="connsiteY95" fmla="*/ 1667475 h 2237474"/>
              <a:gd name="connsiteX96" fmla="*/ 6508541 w 12192000"/>
              <a:gd name="connsiteY96" fmla="*/ 1668757 h 2237474"/>
              <a:gd name="connsiteX97" fmla="*/ 6471012 w 12192000"/>
              <a:gd name="connsiteY97" fmla="*/ 1678604 h 2237474"/>
              <a:gd name="connsiteX98" fmla="*/ 6415265 w 12192000"/>
              <a:gd name="connsiteY98" fmla="*/ 1665317 h 2237474"/>
              <a:gd name="connsiteX99" fmla="*/ 6364035 w 12192000"/>
              <a:gd name="connsiteY99" fmla="*/ 1667683 h 2237474"/>
              <a:gd name="connsiteX100" fmla="*/ 6280959 w 12192000"/>
              <a:gd name="connsiteY100" fmla="*/ 1689329 h 2237474"/>
              <a:gd name="connsiteX101" fmla="*/ 6243319 w 12192000"/>
              <a:gd name="connsiteY101" fmla="*/ 1695560 h 2237474"/>
              <a:gd name="connsiteX102" fmla="*/ 6098321 w 12192000"/>
              <a:gd name="connsiteY102" fmla="*/ 1721646 h 2237474"/>
              <a:gd name="connsiteX103" fmla="*/ 5880652 w 12192000"/>
              <a:gd name="connsiteY103" fmla="*/ 1779643 h 2237474"/>
              <a:gd name="connsiteX104" fmla="*/ 5785959 w 12192000"/>
              <a:gd name="connsiteY104" fmla="*/ 1775307 h 2237474"/>
              <a:gd name="connsiteX105" fmla="*/ 5643534 w 12192000"/>
              <a:gd name="connsiteY105" fmla="*/ 1802919 h 2237474"/>
              <a:gd name="connsiteX106" fmla="*/ 5518799 w 12192000"/>
              <a:gd name="connsiteY106" fmla="*/ 1818312 h 2237474"/>
              <a:gd name="connsiteX107" fmla="*/ 5505014 w 12192000"/>
              <a:gd name="connsiteY107" fmla="*/ 1819259 h 2237474"/>
              <a:gd name="connsiteX108" fmla="*/ 5453307 w 12192000"/>
              <a:gd name="connsiteY108" fmla="*/ 1815450 h 2237474"/>
              <a:gd name="connsiteX109" fmla="*/ 5364192 w 12192000"/>
              <a:gd name="connsiteY109" fmla="*/ 1826074 h 2237474"/>
              <a:gd name="connsiteX110" fmla="*/ 5350380 w 12192000"/>
              <a:gd name="connsiteY110" fmla="*/ 1830891 h 2237474"/>
              <a:gd name="connsiteX111" fmla="*/ 5259633 w 12192000"/>
              <a:gd name="connsiteY111" fmla="*/ 1837160 h 2237474"/>
              <a:gd name="connsiteX112" fmla="*/ 5197513 w 12192000"/>
              <a:gd name="connsiteY112" fmla="*/ 1844718 h 2237474"/>
              <a:gd name="connsiteX113" fmla="*/ 5184170 w 12192000"/>
              <a:gd name="connsiteY113" fmla="*/ 1849402 h 2237474"/>
              <a:gd name="connsiteX114" fmla="*/ 5168852 w 12192000"/>
              <a:gd name="connsiteY114" fmla="*/ 1844846 h 2237474"/>
              <a:gd name="connsiteX115" fmla="*/ 5164370 w 12192000"/>
              <a:gd name="connsiteY115" fmla="*/ 1840597 h 2237474"/>
              <a:gd name="connsiteX116" fmla="*/ 5114927 w 12192000"/>
              <a:gd name="connsiteY116" fmla="*/ 1847827 h 2237474"/>
              <a:gd name="connsiteX117" fmla="*/ 5108970 w 12192000"/>
              <a:gd name="connsiteY117" fmla="*/ 1847935 h 2237474"/>
              <a:gd name="connsiteX118" fmla="*/ 5067961 w 12192000"/>
              <a:gd name="connsiteY118" fmla="*/ 1845917 h 2237474"/>
              <a:gd name="connsiteX119" fmla="*/ 5007075 w 12192000"/>
              <a:gd name="connsiteY119" fmla="*/ 1838626 h 2237474"/>
              <a:gd name="connsiteX120" fmla="*/ 4944087 w 12192000"/>
              <a:gd name="connsiteY120" fmla="*/ 1823332 h 2237474"/>
              <a:gd name="connsiteX121" fmla="*/ 4907662 w 12192000"/>
              <a:gd name="connsiteY121" fmla="*/ 1816900 h 2237474"/>
              <a:gd name="connsiteX122" fmla="*/ 4882386 w 12192000"/>
              <a:gd name="connsiteY122" fmla="*/ 1809844 h 2237474"/>
              <a:gd name="connsiteX123" fmla="*/ 4811440 w 12192000"/>
              <a:gd name="connsiteY123" fmla="*/ 1804655 h 2237474"/>
              <a:gd name="connsiteX124" fmla="*/ 4691075 w 12192000"/>
              <a:gd name="connsiteY124" fmla="*/ 1801389 h 2237474"/>
              <a:gd name="connsiteX125" fmla="*/ 4611738 w 12192000"/>
              <a:gd name="connsiteY125" fmla="*/ 1776964 h 2237474"/>
              <a:gd name="connsiteX126" fmla="*/ 4560070 w 12192000"/>
              <a:gd name="connsiteY126" fmla="*/ 1785640 h 2237474"/>
              <a:gd name="connsiteX127" fmla="*/ 4536503 w 12192000"/>
              <a:gd name="connsiteY127" fmla="*/ 1785334 h 2237474"/>
              <a:gd name="connsiteX128" fmla="*/ 4513724 w 12192000"/>
              <a:gd name="connsiteY128" fmla="*/ 1791996 h 2237474"/>
              <a:gd name="connsiteX129" fmla="*/ 4459810 w 12192000"/>
              <a:gd name="connsiteY129" fmla="*/ 1797886 h 2237474"/>
              <a:gd name="connsiteX130" fmla="*/ 4379064 w 12192000"/>
              <a:gd name="connsiteY130" fmla="*/ 1817177 h 2237474"/>
              <a:gd name="connsiteX131" fmla="*/ 4319209 w 12192000"/>
              <a:gd name="connsiteY131" fmla="*/ 1834833 h 2237474"/>
              <a:gd name="connsiteX132" fmla="*/ 4290981 w 12192000"/>
              <a:gd name="connsiteY132" fmla="*/ 1839677 h 2237474"/>
              <a:gd name="connsiteX133" fmla="*/ 4285792 w 12192000"/>
              <a:gd name="connsiteY133" fmla="*/ 1836231 h 2237474"/>
              <a:gd name="connsiteX134" fmla="*/ 4238372 w 12192000"/>
              <a:gd name="connsiteY134" fmla="*/ 1851480 h 2237474"/>
              <a:gd name="connsiteX135" fmla="*/ 4232517 w 12192000"/>
              <a:gd name="connsiteY135" fmla="*/ 1852567 h 2237474"/>
              <a:gd name="connsiteX136" fmla="*/ 4191732 w 12192000"/>
              <a:gd name="connsiteY136" fmla="*/ 1857328 h 2237474"/>
              <a:gd name="connsiteX137" fmla="*/ 4065532 w 12192000"/>
              <a:gd name="connsiteY137" fmla="*/ 1855477 h 2237474"/>
              <a:gd name="connsiteX138" fmla="*/ 4028460 w 12192000"/>
              <a:gd name="connsiteY138" fmla="*/ 1855137 h 2237474"/>
              <a:gd name="connsiteX139" fmla="*/ 4002267 w 12192000"/>
              <a:gd name="connsiteY139" fmla="*/ 1852352 h 2237474"/>
              <a:gd name="connsiteX140" fmla="*/ 3931396 w 12192000"/>
              <a:gd name="connsiteY140" fmla="*/ 1858915 h 2237474"/>
              <a:gd name="connsiteX141" fmla="*/ 3812162 w 12192000"/>
              <a:gd name="connsiteY141" fmla="*/ 1875501 h 2237474"/>
              <a:gd name="connsiteX142" fmla="*/ 3729530 w 12192000"/>
              <a:gd name="connsiteY142" fmla="*/ 1864513 h 2237474"/>
              <a:gd name="connsiteX143" fmla="*/ 3680177 w 12192000"/>
              <a:gd name="connsiteY143" fmla="*/ 1881552 h 2237474"/>
              <a:gd name="connsiteX144" fmla="*/ 3567259 w 12192000"/>
              <a:gd name="connsiteY144" fmla="*/ 1893482 h 2237474"/>
              <a:gd name="connsiteX145" fmla="*/ 3405770 w 12192000"/>
              <a:gd name="connsiteY145" fmla="*/ 1904591 h 2237474"/>
              <a:gd name="connsiteX146" fmla="*/ 3280097 w 12192000"/>
              <a:gd name="connsiteY146" fmla="*/ 1919610 h 2237474"/>
              <a:gd name="connsiteX147" fmla="*/ 3123424 w 12192000"/>
              <a:gd name="connsiteY147" fmla="*/ 1952930 h 2237474"/>
              <a:gd name="connsiteX148" fmla="*/ 3009910 w 12192000"/>
              <a:gd name="connsiteY148" fmla="*/ 1957866 h 2237474"/>
              <a:gd name="connsiteX149" fmla="*/ 2995934 w 12192000"/>
              <a:gd name="connsiteY149" fmla="*/ 1967085 h 2237474"/>
              <a:gd name="connsiteX150" fmla="*/ 2980071 w 12192000"/>
              <a:gd name="connsiteY150" fmla="*/ 1972988 h 2237474"/>
              <a:gd name="connsiteX151" fmla="*/ 2978094 w 12192000"/>
              <a:gd name="connsiteY151" fmla="*/ 1972369 h 2237474"/>
              <a:gd name="connsiteX152" fmla="*/ 2942858 w 12192000"/>
              <a:gd name="connsiteY152" fmla="*/ 1981367 h 2237474"/>
              <a:gd name="connsiteX153" fmla="*/ 2875436 w 12192000"/>
              <a:gd name="connsiteY153" fmla="*/ 1996977 h 2237474"/>
              <a:gd name="connsiteX154" fmla="*/ 2874892 w 12192000"/>
              <a:gd name="connsiteY154" fmla="*/ 1996085 h 2237474"/>
              <a:gd name="connsiteX155" fmla="*/ 2864145 w 12192000"/>
              <a:gd name="connsiteY155" fmla="*/ 1994061 h 2237474"/>
              <a:gd name="connsiteX156" fmla="*/ 2843662 w 12192000"/>
              <a:gd name="connsiteY156" fmla="*/ 1992498 h 2237474"/>
              <a:gd name="connsiteX157" fmla="*/ 2796128 w 12192000"/>
              <a:gd name="connsiteY157" fmla="*/ 1976403 h 2237474"/>
              <a:gd name="connsiteX158" fmla="*/ 2756784 w 12192000"/>
              <a:gd name="connsiteY158" fmla="*/ 1985116 h 2237474"/>
              <a:gd name="connsiteX159" fmla="*/ 2748833 w 12192000"/>
              <a:gd name="connsiteY159" fmla="*/ 1986323 h 2237474"/>
              <a:gd name="connsiteX160" fmla="*/ 2748661 w 12192000"/>
              <a:gd name="connsiteY160" fmla="*/ 1986122 h 2237474"/>
              <a:gd name="connsiteX161" fmla="*/ 2740251 w 12192000"/>
              <a:gd name="connsiteY161" fmla="*/ 1986946 h 2237474"/>
              <a:gd name="connsiteX162" fmla="*/ 2718916 w 12192000"/>
              <a:gd name="connsiteY162" fmla="*/ 1990867 h 2237474"/>
              <a:gd name="connsiteX163" fmla="*/ 2713522 w 12192000"/>
              <a:gd name="connsiteY163" fmla="*/ 1990173 h 2237474"/>
              <a:gd name="connsiteX164" fmla="*/ 2680597 w 12192000"/>
              <a:gd name="connsiteY164" fmla="*/ 1984996 h 2237474"/>
              <a:gd name="connsiteX165" fmla="*/ 2578178 w 12192000"/>
              <a:gd name="connsiteY165" fmla="*/ 1990531 h 2237474"/>
              <a:gd name="connsiteX166" fmla="*/ 2476147 w 12192000"/>
              <a:gd name="connsiteY166" fmla="*/ 1998305 h 2237474"/>
              <a:gd name="connsiteX167" fmla="*/ 2373568 w 12192000"/>
              <a:gd name="connsiteY167" fmla="*/ 2003219 h 2237474"/>
              <a:gd name="connsiteX168" fmla="*/ 2321399 w 12192000"/>
              <a:gd name="connsiteY168" fmla="*/ 1989467 h 2237474"/>
              <a:gd name="connsiteX169" fmla="*/ 2315525 w 12192000"/>
              <a:gd name="connsiteY169" fmla="*/ 1989708 h 2237474"/>
              <a:gd name="connsiteX170" fmla="*/ 2300792 w 12192000"/>
              <a:gd name="connsiteY170" fmla="*/ 1994290 h 2237474"/>
              <a:gd name="connsiteX171" fmla="*/ 2295469 w 12192000"/>
              <a:gd name="connsiteY171" fmla="*/ 1996659 h 2237474"/>
              <a:gd name="connsiteX172" fmla="*/ 2287219 w 12192000"/>
              <a:gd name="connsiteY172" fmla="*/ 1998750 h 2237474"/>
              <a:gd name="connsiteX173" fmla="*/ 2286948 w 12192000"/>
              <a:gd name="connsiteY173" fmla="*/ 1998596 h 2237474"/>
              <a:gd name="connsiteX174" fmla="*/ 2243069 w 12192000"/>
              <a:gd name="connsiteY174" fmla="*/ 2015111 h 2237474"/>
              <a:gd name="connsiteX175" fmla="*/ 2186609 w 12192000"/>
              <a:gd name="connsiteY175" fmla="*/ 2008263 h 2237474"/>
              <a:gd name="connsiteX176" fmla="*/ 2164831 w 12192000"/>
              <a:gd name="connsiteY176" fmla="*/ 2010143 h 2237474"/>
              <a:gd name="connsiteX177" fmla="*/ 2152836 w 12192000"/>
              <a:gd name="connsiteY177" fmla="*/ 2010048 h 2237474"/>
              <a:gd name="connsiteX178" fmla="*/ 2117102 w 12192000"/>
              <a:gd name="connsiteY178" fmla="*/ 2023004 h 2237474"/>
              <a:gd name="connsiteX179" fmla="*/ 2111935 w 12192000"/>
              <a:gd name="connsiteY179" fmla="*/ 2023163 h 2237474"/>
              <a:gd name="connsiteX180" fmla="*/ 2089991 w 12192000"/>
              <a:gd name="connsiteY180" fmla="*/ 2034193 h 2237474"/>
              <a:gd name="connsiteX181" fmla="*/ 2058061 w 12192000"/>
              <a:gd name="connsiteY181" fmla="*/ 2047942 h 2237474"/>
              <a:gd name="connsiteX182" fmla="*/ 2055737 w 12192000"/>
              <a:gd name="connsiteY182" fmla="*/ 2047704 h 2237474"/>
              <a:gd name="connsiteX183" fmla="*/ 2042244 w 12192000"/>
              <a:gd name="connsiteY183" fmla="*/ 2055560 h 2237474"/>
              <a:gd name="connsiteX184" fmla="*/ 1976224 w 12192000"/>
              <a:gd name="connsiteY184" fmla="*/ 2074257 h 2237474"/>
              <a:gd name="connsiteX185" fmla="*/ 1877728 w 12192000"/>
              <a:gd name="connsiteY185" fmla="*/ 2101004 h 2237474"/>
              <a:gd name="connsiteX186" fmla="*/ 1759056 w 12192000"/>
              <a:gd name="connsiteY186" fmla="*/ 2125608 h 2237474"/>
              <a:gd name="connsiteX187" fmla="*/ 1637948 w 12192000"/>
              <a:gd name="connsiteY187" fmla="*/ 2172597 h 2237474"/>
              <a:gd name="connsiteX188" fmla="*/ 1434549 w 12192000"/>
              <a:gd name="connsiteY188" fmla="*/ 2234522 h 2237474"/>
              <a:gd name="connsiteX189" fmla="*/ 1398481 w 12192000"/>
              <a:gd name="connsiteY189" fmla="*/ 2237074 h 2237474"/>
              <a:gd name="connsiteX190" fmla="*/ 1398407 w 12192000"/>
              <a:gd name="connsiteY190" fmla="*/ 2237095 h 2237474"/>
              <a:gd name="connsiteX191" fmla="*/ 1370962 w 12192000"/>
              <a:gd name="connsiteY191" fmla="*/ 2237474 h 2237474"/>
              <a:gd name="connsiteX192" fmla="*/ 1356367 w 12192000"/>
              <a:gd name="connsiteY192" fmla="*/ 2235089 h 2237474"/>
              <a:gd name="connsiteX193" fmla="*/ 1324828 w 12192000"/>
              <a:gd name="connsiteY193" fmla="*/ 2231968 h 2237474"/>
              <a:gd name="connsiteX194" fmla="*/ 1297744 w 12192000"/>
              <a:gd name="connsiteY194" fmla="*/ 2235849 h 2237474"/>
              <a:gd name="connsiteX195" fmla="*/ 1286236 w 12192000"/>
              <a:gd name="connsiteY195" fmla="*/ 2233135 h 2237474"/>
              <a:gd name="connsiteX196" fmla="*/ 1283504 w 12192000"/>
              <a:gd name="connsiteY196" fmla="*/ 2233797 h 2237474"/>
              <a:gd name="connsiteX197" fmla="*/ 1279765 w 12192000"/>
              <a:gd name="connsiteY197" fmla="*/ 2229639 h 2237474"/>
              <a:gd name="connsiteX198" fmla="*/ 1195347 w 12192000"/>
              <a:gd name="connsiteY198" fmla="*/ 2212354 h 2237474"/>
              <a:gd name="connsiteX199" fmla="*/ 970251 w 12192000"/>
              <a:gd name="connsiteY199" fmla="*/ 2221029 h 2237474"/>
              <a:gd name="connsiteX200" fmla="*/ 812914 w 12192000"/>
              <a:gd name="connsiteY200" fmla="*/ 2202752 h 2237474"/>
              <a:gd name="connsiteX201" fmla="*/ 800195 w 12192000"/>
              <a:gd name="connsiteY201" fmla="*/ 2209407 h 2237474"/>
              <a:gd name="connsiteX202" fmla="*/ 784978 w 12192000"/>
              <a:gd name="connsiteY202" fmla="*/ 2212360 h 2237474"/>
              <a:gd name="connsiteX203" fmla="*/ 681987 w 12192000"/>
              <a:gd name="connsiteY203" fmla="*/ 2216757 h 2237474"/>
              <a:gd name="connsiteX204" fmla="*/ 669923 w 12192000"/>
              <a:gd name="connsiteY204" fmla="*/ 2211682 h 2237474"/>
              <a:gd name="connsiteX205" fmla="*/ 648680 w 12192000"/>
              <a:gd name="connsiteY205" fmla="*/ 2206229 h 2237474"/>
              <a:gd name="connsiteX206" fmla="*/ 597225 w 12192000"/>
              <a:gd name="connsiteY206" fmla="*/ 2180999 h 2237474"/>
              <a:gd name="connsiteX207" fmla="*/ 558449 w 12192000"/>
              <a:gd name="connsiteY207" fmla="*/ 2182346 h 2237474"/>
              <a:gd name="connsiteX208" fmla="*/ 550517 w 12192000"/>
              <a:gd name="connsiteY208" fmla="*/ 2182060 h 2237474"/>
              <a:gd name="connsiteX209" fmla="*/ 550309 w 12192000"/>
              <a:gd name="connsiteY209" fmla="*/ 2181825 h 2237474"/>
              <a:gd name="connsiteX210" fmla="*/ 541836 w 12192000"/>
              <a:gd name="connsiteY210" fmla="*/ 2181063 h 2237474"/>
              <a:gd name="connsiteX211" fmla="*/ 536057 w 12192000"/>
              <a:gd name="connsiteY211" fmla="*/ 2181537 h 2237474"/>
              <a:gd name="connsiteX212" fmla="*/ 520671 w 12192000"/>
              <a:gd name="connsiteY212" fmla="*/ 2180980 h 2237474"/>
              <a:gd name="connsiteX213" fmla="*/ 515024 w 12192000"/>
              <a:gd name="connsiteY213" fmla="*/ 2179258 h 2237474"/>
              <a:gd name="connsiteX214" fmla="*/ 512278 w 12192000"/>
              <a:gd name="connsiteY214" fmla="*/ 2176369 h 2237474"/>
              <a:gd name="connsiteX215" fmla="*/ 480419 w 12192000"/>
              <a:gd name="connsiteY215" fmla="*/ 2167807 h 2237474"/>
              <a:gd name="connsiteX216" fmla="*/ 413835 w 12192000"/>
              <a:gd name="connsiteY216" fmla="*/ 2156783 h 2237474"/>
              <a:gd name="connsiteX217" fmla="*/ 376513 w 12192000"/>
              <a:gd name="connsiteY217" fmla="*/ 2154014 h 2237474"/>
              <a:gd name="connsiteX218" fmla="*/ 273386 w 12192000"/>
              <a:gd name="connsiteY218" fmla="*/ 2142551 h 2237474"/>
              <a:gd name="connsiteX219" fmla="*/ 169207 w 12192000"/>
              <a:gd name="connsiteY219" fmla="*/ 2128100 h 2237474"/>
              <a:gd name="connsiteX220" fmla="*/ 93149 w 12192000"/>
              <a:gd name="connsiteY220" fmla="*/ 2105324 h 2237474"/>
              <a:gd name="connsiteX221" fmla="*/ 88109 w 12192000"/>
              <a:gd name="connsiteY221" fmla="*/ 2106704 h 2237474"/>
              <a:gd name="connsiteX222" fmla="*/ 80022 w 12192000"/>
              <a:gd name="connsiteY222" fmla="*/ 2107254 h 2237474"/>
              <a:gd name="connsiteX223" fmla="*/ 79717 w 12192000"/>
              <a:gd name="connsiteY223" fmla="*/ 2107046 h 2237474"/>
              <a:gd name="connsiteX224" fmla="*/ 72352 w 12192000"/>
              <a:gd name="connsiteY224" fmla="*/ 2107991 h 2237474"/>
              <a:gd name="connsiteX225" fmla="*/ 37645 w 12192000"/>
              <a:gd name="connsiteY225" fmla="*/ 2115401 h 2237474"/>
              <a:gd name="connsiteX226" fmla="*/ 4572 w 12192000"/>
              <a:gd name="connsiteY226" fmla="*/ 2111091 h 2237474"/>
              <a:gd name="connsiteX227" fmla="*/ 0 w 12192000"/>
              <a:gd name="connsiteY227" fmla="*/ 2110468 h 2237474"/>
              <a:gd name="connsiteX228" fmla="*/ 0 w 12192000"/>
              <a:gd name="connsiteY22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83996 w 12192000"/>
              <a:gd name="connsiteY87" fmla="*/ 1639040 h 2237474"/>
              <a:gd name="connsiteX88" fmla="*/ 6900177 w 12192000"/>
              <a:gd name="connsiteY88" fmla="*/ 1636016 h 2237474"/>
              <a:gd name="connsiteX89" fmla="*/ 6795372 w 12192000"/>
              <a:gd name="connsiteY89" fmla="*/ 1644845 h 2237474"/>
              <a:gd name="connsiteX90" fmla="*/ 6692251 w 12192000"/>
              <a:gd name="connsiteY90" fmla="*/ 1656357 h 2237474"/>
              <a:gd name="connsiteX91" fmla="*/ 6655235 w 12192000"/>
              <a:gd name="connsiteY91" fmla="*/ 1661869 h 2237474"/>
              <a:gd name="connsiteX92" fmla="*/ 6587857 w 12192000"/>
              <a:gd name="connsiteY92" fmla="*/ 1665769 h 2237474"/>
              <a:gd name="connsiteX93" fmla="*/ 6554894 w 12192000"/>
              <a:gd name="connsiteY93" fmla="*/ 1664428 h 2237474"/>
              <a:gd name="connsiteX94" fmla="*/ 6516595 w 12192000"/>
              <a:gd name="connsiteY94" fmla="*/ 1667475 h 2237474"/>
              <a:gd name="connsiteX95" fmla="*/ 6508541 w 12192000"/>
              <a:gd name="connsiteY95" fmla="*/ 1668757 h 2237474"/>
              <a:gd name="connsiteX96" fmla="*/ 6471012 w 12192000"/>
              <a:gd name="connsiteY96" fmla="*/ 1678604 h 2237474"/>
              <a:gd name="connsiteX97" fmla="*/ 6415265 w 12192000"/>
              <a:gd name="connsiteY97" fmla="*/ 1665317 h 2237474"/>
              <a:gd name="connsiteX98" fmla="*/ 6364035 w 12192000"/>
              <a:gd name="connsiteY98" fmla="*/ 1667683 h 2237474"/>
              <a:gd name="connsiteX99" fmla="*/ 6280959 w 12192000"/>
              <a:gd name="connsiteY99" fmla="*/ 1689329 h 2237474"/>
              <a:gd name="connsiteX100" fmla="*/ 6243319 w 12192000"/>
              <a:gd name="connsiteY100" fmla="*/ 1695560 h 2237474"/>
              <a:gd name="connsiteX101" fmla="*/ 6098321 w 12192000"/>
              <a:gd name="connsiteY101" fmla="*/ 1721646 h 2237474"/>
              <a:gd name="connsiteX102" fmla="*/ 5880652 w 12192000"/>
              <a:gd name="connsiteY102" fmla="*/ 1779643 h 2237474"/>
              <a:gd name="connsiteX103" fmla="*/ 5785959 w 12192000"/>
              <a:gd name="connsiteY103" fmla="*/ 1775307 h 2237474"/>
              <a:gd name="connsiteX104" fmla="*/ 5643534 w 12192000"/>
              <a:gd name="connsiteY104" fmla="*/ 1802919 h 2237474"/>
              <a:gd name="connsiteX105" fmla="*/ 5518799 w 12192000"/>
              <a:gd name="connsiteY105" fmla="*/ 1818312 h 2237474"/>
              <a:gd name="connsiteX106" fmla="*/ 5505014 w 12192000"/>
              <a:gd name="connsiteY106" fmla="*/ 1819259 h 2237474"/>
              <a:gd name="connsiteX107" fmla="*/ 5453307 w 12192000"/>
              <a:gd name="connsiteY107" fmla="*/ 1815450 h 2237474"/>
              <a:gd name="connsiteX108" fmla="*/ 5364192 w 12192000"/>
              <a:gd name="connsiteY108" fmla="*/ 1826074 h 2237474"/>
              <a:gd name="connsiteX109" fmla="*/ 5350380 w 12192000"/>
              <a:gd name="connsiteY109" fmla="*/ 1830891 h 2237474"/>
              <a:gd name="connsiteX110" fmla="*/ 5259633 w 12192000"/>
              <a:gd name="connsiteY110" fmla="*/ 1837160 h 2237474"/>
              <a:gd name="connsiteX111" fmla="*/ 5197513 w 12192000"/>
              <a:gd name="connsiteY111" fmla="*/ 1844718 h 2237474"/>
              <a:gd name="connsiteX112" fmla="*/ 5184170 w 12192000"/>
              <a:gd name="connsiteY112" fmla="*/ 1849402 h 2237474"/>
              <a:gd name="connsiteX113" fmla="*/ 5168852 w 12192000"/>
              <a:gd name="connsiteY113" fmla="*/ 1844846 h 2237474"/>
              <a:gd name="connsiteX114" fmla="*/ 5164370 w 12192000"/>
              <a:gd name="connsiteY114" fmla="*/ 1840597 h 2237474"/>
              <a:gd name="connsiteX115" fmla="*/ 5114927 w 12192000"/>
              <a:gd name="connsiteY115" fmla="*/ 1847827 h 2237474"/>
              <a:gd name="connsiteX116" fmla="*/ 5108970 w 12192000"/>
              <a:gd name="connsiteY116" fmla="*/ 1847935 h 2237474"/>
              <a:gd name="connsiteX117" fmla="*/ 5067961 w 12192000"/>
              <a:gd name="connsiteY117" fmla="*/ 1845917 h 2237474"/>
              <a:gd name="connsiteX118" fmla="*/ 5007075 w 12192000"/>
              <a:gd name="connsiteY118" fmla="*/ 1838626 h 2237474"/>
              <a:gd name="connsiteX119" fmla="*/ 4944087 w 12192000"/>
              <a:gd name="connsiteY119" fmla="*/ 1823332 h 2237474"/>
              <a:gd name="connsiteX120" fmla="*/ 4907662 w 12192000"/>
              <a:gd name="connsiteY120" fmla="*/ 1816900 h 2237474"/>
              <a:gd name="connsiteX121" fmla="*/ 4882386 w 12192000"/>
              <a:gd name="connsiteY121" fmla="*/ 1809844 h 2237474"/>
              <a:gd name="connsiteX122" fmla="*/ 4811440 w 12192000"/>
              <a:gd name="connsiteY122" fmla="*/ 1804655 h 2237474"/>
              <a:gd name="connsiteX123" fmla="*/ 4691075 w 12192000"/>
              <a:gd name="connsiteY123" fmla="*/ 1801389 h 2237474"/>
              <a:gd name="connsiteX124" fmla="*/ 4611738 w 12192000"/>
              <a:gd name="connsiteY124" fmla="*/ 1776964 h 2237474"/>
              <a:gd name="connsiteX125" fmla="*/ 4560070 w 12192000"/>
              <a:gd name="connsiteY125" fmla="*/ 1785640 h 2237474"/>
              <a:gd name="connsiteX126" fmla="*/ 4536503 w 12192000"/>
              <a:gd name="connsiteY126" fmla="*/ 1785334 h 2237474"/>
              <a:gd name="connsiteX127" fmla="*/ 4513724 w 12192000"/>
              <a:gd name="connsiteY127" fmla="*/ 1791996 h 2237474"/>
              <a:gd name="connsiteX128" fmla="*/ 4459810 w 12192000"/>
              <a:gd name="connsiteY128" fmla="*/ 1797886 h 2237474"/>
              <a:gd name="connsiteX129" fmla="*/ 4379064 w 12192000"/>
              <a:gd name="connsiteY129" fmla="*/ 1817177 h 2237474"/>
              <a:gd name="connsiteX130" fmla="*/ 4319209 w 12192000"/>
              <a:gd name="connsiteY130" fmla="*/ 1834833 h 2237474"/>
              <a:gd name="connsiteX131" fmla="*/ 4290981 w 12192000"/>
              <a:gd name="connsiteY131" fmla="*/ 1839677 h 2237474"/>
              <a:gd name="connsiteX132" fmla="*/ 4285792 w 12192000"/>
              <a:gd name="connsiteY132" fmla="*/ 1836231 h 2237474"/>
              <a:gd name="connsiteX133" fmla="*/ 4238372 w 12192000"/>
              <a:gd name="connsiteY133" fmla="*/ 1851480 h 2237474"/>
              <a:gd name="connsiteX134" fmla="*/ 4232517 w 12192000"/>
              <a:gd name="connsiteY134" fmla="*/ 1852567 h 2237474"/>
              <a:gd name="connsiteX135" fmla="*/ 4191732 w 12192000"/>
              <a:gd name="connsiteY135" fmla="*/ 1857328 h 2237474"/>
              <a:gd name="connsiteX136" fmla="*/ 4065532 w 12192000"/>
              <a:gd name="connsiteY136" fmla="*/ 1855477 h 2237474"/>
              <a:gd name="connsiteX137" fmla="*/ 4028460 w 12192000"/>
              <a:gd name="connsiteY137" fmla="*/ 1855137 h 2237474"/>
              <a:gd name="connsiteX138" fmla="*/ 4002267 w 12192000"/>
              <a:gd name="connsiteY138" fmla="*/ 1852352 h 2237474"/>
              <a:gd name="connsiteX139" fmla="*/ 3931396 w 12192000"/>
              <a:gd name="connsiteY139" fmla="*/ 1858915 h 2237474"/>
              <a:gd name="connsiteX140" fmla="*/ 3812162 w 12192000"/>
              <a:gd name="connsiteY140" fmla="*/ 1875501 h 2237474"/>
              <a:gd name="connsiteX141" fmla="*/ 3729530 w 12192000"/>
              <a:gd name="connsiteY141" fmla="*/ 1864513 h 2237474"/>
              <a:gd name="connsiteX142" fmla="*/ 3680177 w 12192000"/>
              <a:gd name="connsiteY142" fmla="*/ 1881552 h 2237474"/>
              <a:gd name="connsiteX143" fmla="*/ 3567259 w 12192000"/>
              <a:gd name="connsiteY143" fmla="*/ 1893482 h 2237474"/>
              <a:gd name="connsiteX144" fmla="*/ 3405770 w 12192000"/>
              <a:gd name="connsiteY144" fmla="*/ 1904591 h 2237474"/>
              <a:gd name="connsiteX145" fmla="*/ 3280097 w 12192000"/>
              <a:gd name="connsiteY145" fmla="*/ 1919610 h 2237474"/>
              <a:gd name="connsiteX146" fmla="*/ 3123424 w 12192000"/>
              <a:gd name="connsiteY146" fmla="*/ 1952930 h 2237474"/>
              <a:gd name="connsiteX147" fmla="*/ 3009910 w 12192000"/>
              <a:gd name="connsiteY147" fmla="*/ 1957866 h 2237474"/>
              <a:gd name="connsiteX148" fmla="*/ 2995934 w 12192000"/>
              <a:gd name="connsiteY148" fmla="*/ 1967085 h 2237474"/>
              <a:gd name="connsiteX149" fmla="*/ 2980071 w 12192000"/>
              <a:gd name="connsiteY149" fmla="*/ 1972988 h 2237474"/>
              <a:gd name="connsiteX150" fmla="*/ 2978094 w 12192000"/>
              <a:gd name="connsiteY150" fmla="*/ 1972369 h 2237474"/>
              <a:gd name="connsiteX151" fmla="*/ 2942858 w 12192000"/>
              <a:gd name="connsiteY151" fmla="*/ 1981367 h 2237474"/>
              <a:gd name="connsiteX152" fmla="*/ 2875436 w 12192000"/>
              <a:gd name="connsiteY152" fmla="*/ 1996977 h 2237474"/>
              <a:gd name="connsiteX153" fmla="*/ 2874892 w 12192000"/>
              <a:gd name="connsiteY153" fmla="*/ 1996085 h 2237474"/>
              <a:gd name="connsiteX154" fmla="*/ 2864145 w 12192000"/>
              <a:gd name="connsiteY154" fmla="*/ 1994061 h 2237474"/>
              <a:gd name="connsiteX155" fmla="*/ 2843662 w 12192000"/>
              <a:gd name="connsiteY155" fmla="*/ 1992498 h 2237474"/>
              <a:gd name="connsiteX156" fmla="*/ 2796128 w 12192000"/>
              <a:gd name="connsiteY156" fmla="*/ 1976403 h 2237474"/>
              <a:gd name="connsiteX157" fmla="*/ 2756784 w 12192000"/>
              <a:gd name="connsiteY157" fmla="*/ 1985116 h 2237474"/>
              <a:gd name="connsiteX158" fmla="*/ 2748833 w 12192000"/>
              <a:gd name="connsiteY158" fmla="*/ 1986323 h 2237474"/>
              <a:gd name="connsiteX159" fmla="*/ 2748661 w 12192000"/>
              <a:gd name="connsiteY159" fmla="*/ 1986122 h 2237474"/>
              <a:gd name="connsiteX160" fmla="*/ 2740251 w 12192000"/>
              <a:gd name="connsiteY160" fmla="*/ 1986946 h 2237474"/>
              <a:gd name="connsiteX161" fmla="*/ 2718916 w 12192000"/>
              <a:gd name="connsiteY161" fmla="*/ 1990867 h 2237474"/>
              <a:gd name="connsiteX162" fmla="*/ 2713522 w 12192000"/>
              <a:gd name="connsiteY162" fmla="*/ 1990173 h 2237474"/>
              <a:gd name="connsiteX163" fmla="*/ 2680597 w 12192000"/>
              <a:gd name="connsiteY163" fmla="*/ 1984996 h 2237474"/>
              <a:gd name="connsiteX164" fmla="*/ 2578178 w 12192000"/>
              <a:gd name="connsiteY164" fmla="*/ 1990531 h 2237474"/>
              <a:gd name="connsiteX165" fmla="*/ 2476147 w 12192000"/>
              <a:gd name="connsiteY165" fmla="*/ 1998305 h 2237474"/>
              <a:gd name="connsiteX166" fmla="*/ 2373568 w 12192000"/>
              <a:gd name="connsiteY166" fmla="*/ 2003219 h 2237474"/>
              <a:gd name="connsiteX167" fmla="*/ 2321399 w 12192000"/>
              <a:gd name="connsiteY167" fmla="*/ 1989467 h 2237474"/>
              <a:gd name="connsiteX168" fmla="*/ 2315525 w 12192000"/>
              <a:gd name="connsiteY168" fmla="*/ 1989708 h 2237474"/>
              <a:gd name="connsiteX169" fmla="*/ 2300792 w 12192000"/>
              <a:gd name="connsiteY169" fmla="*/ 1994290 h 2237474"/>
              <a:gd name="connsiteX170" fmla="*/ 2295469 w 12192000"/>
              <a:gd name="connsiteY170" fmla="*/ 1996659 h 2237474"/>
              <a:gd name="connsiteX171" fmla="*/ 2287219 w 12192000"/>
              <a:gd name="connsiteY171" fmla="*/ 1998750 h 2237474"/>
              <a:gd name="connsiteX172" fmla="*/ 2286948 w 12192000"/>
              <a:gd name="connsiteY172" fmla="*/ 1998596 h 2237474"/>
              <a:gd name="connsiteX173" fmla="*/ 2243069 w 12192000"/>
              <a:gd name="connsiteY173" fmla="*/ 2015111 h 2237474"/>
              <a:gd name="connsiteX174" fmla="*/ 2186609 w 12192000"/>
              <a:gd name="connsiteY174" fmla="*/ 2008263 h 2237474"/>
              <a:gd name="connsiteX175" fmla="*/ 2164831 w 12192000"/>
              <a:gd name="connsiteY175" fmla="*/ 2010143 h 2237474"/>
              <a:gd name="connsiteX176" fmla="*/ 2152836 w 12192000"/>
              <a:gd name="connsiteY176" fmla="*/ 2010048 h 2237474"/>
              <a:gd name="connsiteX177" fmla="*/ 2117102 w 12192000"/>
              <a:gd name="connsiteY177" fmla="*/ 2023004 h 2237474"/>
              <a:gd name="connsiteX178" fmla="*/ 2111935 w 12192000"/>
              <a:gd name="connsiteY178" fmla="*/ 2023163 h 2237474"/>
              <a:gd name="connsiteX179" fmla="*/ 2089991 w 12192000"/>
              <a:gd name="connsiteY179" fmla="*/ 2034193 h 2237474"/>
              <a:gd name="connsiteX180" fmla="*/ 2058061 w 12192000"/>
              <a:gd name="connsiteY180" fmla="*/ 2047942 h 2237474"/>
              <a:gd name="connsiteX181" fmla="*/ 2055737 w 12192000"/>
              <a:gd name="connsiteY181" fmla="*/ 2047704 h 2237474"/>
              <a:gd name="connsiteX182" fmla="*/ 2042244 w 12192000"/>
              <a:gd name="connsiteY182" fmla="*/ 2055560 h 2237474"/>
              <a:gd name="connsiteX183" fmla="*/ 1976224 w 12192000"/>
              <a:gd name="connsiteY183" fmla="*/ 2074257 h 2237474"/>
              <a:gd name="connsiteX184" fmla="*/ 1877728 w 12192000"/>
              <a:gd name="connsiteY184" fmla="*/ 2101004 h 2237474"/>
              <a:gd name="connsiteX185" fmla="*/ 1759056 w 12192000"/>
              <a:gd name="connsiteY185" fmla="*/ 2125608 h 2237474"/>
              <a:gd name="connsiteX186" fmla="*/ 1637948 w 12192000"/>
              <a:gd name="connsiteY186" fmla="*/ 2172597 h 2237474"/>
              <a:gd name="connsiteX187" fmla="*/ 1434549 w 12192000"/>
              <a:gd name="connsiteY187" fmla="*/ 2234522 h 2237474"/>
              <a:gd name="connsiteX188" fmla="*/ 1398481 w 12192000"/>
              <a:gd name="connsiteY188" fmla="*/ 2237074 h 2237474"/>
              <a:gd name="connsiteX189" fmla="*/ 1398407 w 12192000"/>
              <a:gd name="connsiteY189" fmla="*/ 2237095 h 2237474"/>
              <a:gd name="connsiteX190" fmla="*/ 1370962 w 12192000"/>
              <a:gd name="connsiteY190" fmla="*/ 2237474 h 2237474"/>
              <a:gd name="connsiteX191" fmla="*/ 1356367 w 12192000"/>
              <a:gd name="connsiteY191" fmla="*/ 2235089 h 2237474"/>
              <a:gd name="connsiteX192" fmla="*/ 1324828 w 12192000"/>
              <a:gd name="connsiteY192" fmla="*/ 2231968 h 2237474"/>
              <a:gd name="connsiteX193" fmla="*/ 1297744 w 12192000"/>
              <a:gd name="connsiteY193" fmla="*/ 2235849 h 2237474"/>
              <a:gd name="connsiteX194" fmla="*/ 1286236 w 12192000"/>
              <a:gd name="connsiteY194" fmla="*/ 2233135 h 2237474"/>
              <a:gd name="connsiteX195" fmla="*/ 1283504 w 12192000"/>
              <a:gd name="connsiteY195" fmla="*/ 2233797 h 2237474"/>
              <a:gd name="connsiteX196" fmla="*/ 1279765 w 12192000"/>
              <a:gd name="connsiteY196" fmla="*/ 2229639 h 2237474"/>
              <a:gd name="connsiteX197" fmla="*/ 1195347 w 12192000"/>
              <a:gd name="connsiteY197" fmla="*/ 2212354 h 2237474"/>
              <a:gd name="connsiteX198" fmla="*/ 970251 w 12192000"/>
              <a:gd name="connsiteY198" fmla="*/ 2221029 h 2237474"/>
              <a:gd name="connsiteX199" fmla="*/ 812914 w 12192000"/>
              <a:gd name="connsiteY199" fmla="*/ 2202752 h 2237474"/>
              <a:gd name="connsiteX200" fmla="*/ 800195 w 12192000"/>
              <a:gd name="connsiteY200" fmla="*/ 2209407 h 2237474"/>
              <a:gd name="connsiteX201" fmla="*/ 784978 w 12192000"/>
              <a:gd name="connsiteY201" fmla="*/ 2212360 h 2237474"/>
              <a:gd name="connsiteX202" fmla="*/ 681987 w 12192000"/>
              <a:gd name="connsiteY202" fmla="*/ 2216757 h 2237474"/>
              <a:gd name="connsiteX203" fmla="*/ 669923 w 12192000"/>
              <a:gd name="connsiteY203" fmla="*/ 2211682 h 2237474"/>
              <a:gd name="connsiteX204" fmla="*/ 648680 w 12192000"/>
              <a:gd name="connsiteY204" fmla="*/ 2206229 h 2237474"/>
              <a:gd name="connsiteX205" fmla="*/ 597225 w 12192000"/>
              <a:gd name="connsiteY205" fmla="*/ 2180999 h 2237474"/>
              <a:gd name="connsiteX206" fmla="*/ 558449 w 12192000"/>
              <a:gd name="connsiteY206" fmla="*/ 2182346 h 2237474"/>
              <a:gd name="connsiteX207" fmla="*/ 550517 w 12192000"/>
              <a:gd name="connsiteY207" fmla="*/ 2182060 h 2237474"/>
              <a:gd name="connsiteX208" fmla="*/ 550309 w 12192000"/>
              <a:gd name="connsiteY208" fmla="*/ 2181825 h 2237474"/>
              <a:gd name="connsiteX209" fmla="*/ 541836 w 12192000"/>
              <a:gd name="connsiteY209" fmla="*/ 2181063 h 2237474"/>
              <a:gd name="connsiteX210" fmla="*/ 536057 w 12192000"/>
              <a:gd name="connsiteY210" fmla="*/ 2181537 h 2237474"/>
              <a:gd name="connsiteX211" fmla="*/ 520671 w 12192000"/>
              <a:gd name="connsiteY211" fmla="*/ 2180980 h 2237474"/>
              <a:gd name="connsiteX212" fmla="*/ 515024 w 12192000"/>
              <a:gd name="connsiteY212" fmla="*/ 2179258 h 2237474"/>
              <a:gd name="connsiteX213" fmla="*/ 512278 w 12192000"/>
              <a:gd name="connsiteY213" fmla="*/ 2176369 h 2237474"/>
              <a:gd name="connsiteX214" fmla="*/ 480419 w 12192000"/>
              <a:gd name="connsiteY214" fmla="*/ 2167807 h 2237474"/>
              <a:gd name="connsiteX215" fmla="*/ 413835 w 12192000"/>
              <a:gd name="connsiteY215" fmla="*/ 2156783 h 2237474"/>
              <a:gd name="connsiteX216" fmla="*/ 376513 w 12192000"/>
              <a:gd name="connsiteY216" fmla="*/ 2154014 h 2237474"/>
              <a:gd name="connsiteX217" fmla="*/ 273386 w 12192000"/>
              <a:gd name="connsiteY217" fmla="*/ 2142551 h 2237474"/>
              <a:gd name="connsiteX218" fmla="*/ 169207 w 12192000"/>
              <a:gd name="connsiteY218" fmla="*/ 2128100 h 2237474"/>
              <a:gd name="connsiteX219" fmla="*/ 93149 w 12192000"/>
              <a:gd name="connsiteY219" fmla="*/ 2105324 h 2237474"/>
              <a:gd name="connsiteX220" fmla="*/ 88109 w 12192000"/>
              <a:gd name="connsiteY220" fmla="*/ 2106704 h 2237474"/>
              <a:gd name="connsiteX221" fmla="*/ 80022 w 12192000"/>
              <a:gd name="connsiteY221" fmla="*/ 2107254 h 2237474"/>
              <a:gd name="connsiteX222" fmla="*/ 79717 w 12192000"/>
              <a:gd name="connsiteY222" fmla="*/ 2107046 h 2237474"/>
              <a:gd name="connsiteX223" fmla="*/ 72352 w 12192000"/>
              <a:gd name="connsiteY223" fmla="*/ 2107991 h 2237474"/>
              <a:gd name="connsiteX224" fmla="*/ 37645 w 12192000"/>
              <a:gd name="connsiteY224" fmla="*/ 2115401 h 2237474"/>
              <a:gd name="connsiteX225" fmla="*/ 4572 w 12192000"/>
              <a:gd name="connsiteY225" fmla="*/ 2111091 h 2237474"/>
              <a:gd name="connsiteX226" fmla="*/ 0 w 12192000"/>
              <a:gd name="connsiteY226" fmla="*/ 2110468 h 2237474"/>
              <a:gd name="connsiteX227" fmla="*/ 0 w 12192000"/>
              <a:gd name="connsiteY22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59286 w 12192000"/>
              <a:gd name="connsiteY80" fmla="*/ 1606850 h 2237474"/>
              <a:gd name="connsiteX81" fmla="*/ 7114651 w 12192000"/>
              <a:gd name="connsiteY81" fmla="*/ 1620959 h 2237474"/>
              <a:gd name="connsiteX82" fmla="*/ 7092727 w 12192000"/>
              <a:gd name="connsiteY82" fmla="*/ 1623628 h 2237474"/>
              <a:gd name="connsiteX83" fmla="*/ 7031309 w 12192000"/>
              <a:gd name="connsiteY83" fmla="*/ 1619451 h 2237474"/>
              <a:gd name="connsiteX84" fmla="*/ 6999084 w 12192000"/>
              <a:gd name="connsiteY84" fmla="*/ 1634317 h 2237474"/>
              <a:gd name="connsiteX85" fmla="*/ 6992107 w 12192000"/>
              <a:gd name="connsiteY85" fmla="*/ 1636860 h 2237474"/>
              <a:gd name="connsiteX86" fmla="*/ 6991765 w 12192000"/>
              <a:gd name="connsiteY86" fmla="*/ 1636725 h 2237474"/>
              <a:gd name="connsiteX87" fmla="*/ 6900177 w 12192000"/>
              <a:gd name="connsiteY87" fmla="*/ 1636016 h 2237474"/>
              <a:gd name="connsiteX88" fmla="*/ 6795372 w 12192000"/>
              <a:gd name="connsiteY88" fmla="*/ 1644845 h 2237474"/>
              <a:gd name="connsiteX89" fmla="*/ 6692251 w 12192000"/>
              <a:gd name="connsiteY89" fmla="*/ 1656357 h 2237474"/>
              <a:gd name="connsiteX90" fmla="*/ 6655235 w 12192000"/>
              <a:gd name="connsiteY90" fmla="*/ 1661869 h 2237474"/>
              <a:gd name="connsiteX91" fmla="*/ 6587857 w 12192000"/>
              <a:gd name="connsiteY91" fmla="*/ 1665769 h 2237474"/>
              <a:gd name="connsiteX92" fmla="*/ 6554894 w 12192000"/>
              <a:gd name="connsiteY92" fmla="*/ 1664428 h 2237474"/>
              <a:gd name="connsiteX93" fmla="*/ 6516595 w 12192000"/>
              <a:gd name="connsiteY93" fmla="*/ 1667475 h 2237474"/>
              <a:gd name="connsiteX94" fmla="*/ 6508541 w 12192000"/>
              <a:gd name="connsiteY94" fmla="*/ 1668757 h 2237474"/>
              <a:gd name="connsiteX95" fmla="*/ 6471012 w 12192000"/>
              <a:gd name="connsiteY95" fmla="*/ 1678604 h 2237474"/>
              <a:gd name="connsiteX96" fmla="*/ 6415265 w 12192000"/>
              <a:gd name="connsiteY96" fmla="*/ 1665317 h 2237474"/>
              <a:gd name="connsiteX97" fmla="*/ 6364035 w 12192000"/>
              <a:gd name="connsiteY97" fmla="*/ 1667683 h 2237474"/>
              <a:gd name="connsiteX98" fmla="*/ 6280959 w 12192000"/>
              <a:gd name="connsiteY98" fmla="*/ 1689329 h 2237474"/>
              <a:gd name="connsiteX99" fmla="*/ 6243319 w 12192000"/>
              <a:gd name="connsiteY99" fmla="*/ 1695560 h 2237474"/>
              <a:gd name="connsiteX100" fmla="*/ 6098321 w 12192000"/>
              <a:gd name="connsiteY100" fmla="*/ 1721646 h 2237474"/>
              <a:gd name="connsiteX101" fmla="*/ 5880652 w 12192000"/>
              <a:gd name="connsiteY101" fmla="*/ 1779643 h 2237474"/>
              <a:gd name="connsiteX102" fmla="*/ 5785959 w 12192000"/>
              <a:gd name="connsiteY102" fmla="*/ 1775307 h 2237474"/>
              <a:gd name="connsiteX103" fmla="*/ 5643534 w 12192000"/>
              <a:gd name="connsiteY103" fmla="*/ 1802919 h 2237474"/>
              <a:gd name="connsiteX104" fmla="*/ 5518799 w 12192000"/>
              <a:gd name="connsiteY104" fmla="*/ 1818312 h 2237474"/>
              <a:gd name="connsiteX105" fmla="*/ 5505014 w 12192000"/>
              <a:gd name="connsiteY105" fmla="*/ 1819259 h 2237474"/>
              <a:gd name="connsiteX106" fmla="*/ 5453307 w 12192000"/>
              <a:gd name="connsiteY106" fmla="*/ 1815450 h 2237474"/>
              <a:gd name="connsiteX107" fmla="*/ 5364192 w 12192000"/>
              <a:gd name="connsiteY107" fmla="*/ 1826074 h 2237474"/>
              <a:gd name="connsiteX108" fmla="*/ 5350380 w 12192000"/>
              <a:gd name="connsiteY108" fmla="*/ 1830891 h 2237474"/>
              <a:gd name="connsiteX109" fmla="*/ 5259633 w 12192000"/>
              <a:gd name="connsiteY109" fmla="*/ 1837160 h 2237474"/>
              <a:gd name="connsiteX110" fmla="*/ 5197513 w 12192000"/>
              <a:gd name="connsiteY110" fmla="*/ 1844718 h 2237474"/>
              <a:gd name="connsiteX111" fmla="*/ 5184170 w 12192000"/>
              <a:gd name="connsiteY111" fmla="*/ 1849402 h 2237474"/>
              <a:gd name="connsiteX112" fmla="*/ 5168852 w 12192000"/>
              <a:gd name="connsiteY112" fmla="*/ 1844846 h 2237474"/>
              <a:gd name="connsiteX113" fmla="*/ 5164370 w 12192000"/>
              <a:gd name="connsiteY113" fmla="*/ 1840597 h 2237474"/>
              <a:gd name="connsiteX114" fmla="*/ 5114927 w 12192000"/>
              <a:gd name="connsiteY114" fmla="*/ 1847827 h 2237474"/>
              <a:gd name="connsiteX115" fmla="*/ 5108970 w 12192000"/>
              <a:gd name="connsiteY115" fmla="*/ 1847935 h 2237474"/>
              <a:gd name="connsiteX116" fmla="*/ 5067961 w 12192000"/>
              <a:gd name="connsiteY116" fmla="*/ 1845917 h 2237474"/>
              <a:gd name="connsiteX117" fmla="*/ 5007075 w 12192000"/>
              <a:gd name="connsiteY117" fmla="*/ 1838626 h 2237474"/>
              <a:gd name="connsiteX118" fmla="*/ 4944087 w 12192000"/>
              <a:gd name="connsiteY118" fmla="*/ 1823332 h 2237474"/>
              <a:gd name="connsiteX119" fmla="*/ 4907662 w 12192000"/>
              <a:gd name="connsiteY119" fmla="*/ 1816900 h 2237474"/>
              <a:gd name="connsiteX120" fmla="*/ 4882386 w 12192000"/>
              <a:gd name="connsiteY120" fmla="*/ 1809844 h 2237474"/>
              <a:gd name="connsiteX121" fmla="*/ 4811440 w 12192000"/>
              <a:gd name="connsiteY121" fmla="*/ 1804655 h 2237474"/>
              <a:gd name="connsiteX122" fmla="*/ 4691075 w 12192000"/>
              <a:gd name="connsiteY122" fmla="*/ 1801389 h 2237474"/>
              <a:gd name="connsiteX123" fmla="*/ 4611738 w 12192000"/>
              <a:gd name="connsiteY123" fmla="*/ 1776964 h 2237474"/>
              <a:gd name="connsiteX124" fmla="*/ 4560070 w 12192000"/>
              <a:gd name="connsiteY124" fmla="*/ 1785640 h 2237474"/>
              <a:gd name="connsiteX125" fmla="*/ 4536503 w 12192000"/>
              <a:gd name="connsiteY125" fmla="*/ 1785334 h 2237474"/>
              <a:gd name="connsiteX126" fmla="*/ 4513724 w 12192000"/>
              <a:gd name="connsiteY126" fmla="*/ 1791996 h 2237474"/>
              <a:gd name="connsiteX127" fmla="*/ 4459810 w 12192000"/>
              <a:gd name="connsiteY127" fmla="*/ 1797886 h 2237474"/>
              <a:gd name="connsiteX128" fmla="*/ 4379064 w 12192000"/>
              <a:gd name="connsiteY128" fmla="*/ 1817177 h 2237474"/>
              <a:gd name="connsiteX129" fmla="*/ 4319209 w 12192000"/>
              <a:gd name="connsiteY129" fmla="*/ 1834833 h 2237474"/>
              <a:gd name="connsiteX130" fmla="*/ 4290981 w 12192000"/>
              <a:gd name="connsiteY130" fmla="*/ 1839677 h 2237474"/>
              <a:gd name="connsiteX131" fmla="*/ 4285792 w 12192000"/>
              <a:gd name="connsiteY131" fmla="*/ 1836231 h 2237474"/>
              <a:gd name="connsiteX132" fmla="*/ 4238372 w 12192000"/>
              <a:gd name="connsiteY132" fmla="*/ 1851480 h 2237474"/>
              <a:gd name="connsiteX133" fmla="*/ 4232517 w 12192000"/>
              <a:gd name="connsiteY133" fmla="*/ 1852567 h 2237474"/>
              <a:gd name="connsiteX134" fmla="*/ 4191732 w 12192000"/>
              <a:gd name="connsiteY134" fmla="*/ 1857328 h 2237474"/>
              <a:gd name="connsiteX135" fmla="*/ 4065532 w 12192000"/>
              <a:gd name="connsiteY135" fmla="*/ 1855477 h 2237474"/>
              <a:gd name="connsiteX136" fmla="*/ 4028460 w 12192000"/>
              <a:gd name="connsiteY136" fmla="*/ 1855137 h 2237474"/>
              <a:gd name="connsiteX137" fmla="*/ 4002267 w 12192000"/>
              <a:gd name="connsiteY137" fmla="*/ 1852352 h 2237474"/>
              <a:gd name="connsiteX138" fmla="*/ 3931396 w 12192000"/>
              <a:gd name="connsiteY138" fmla="*/ 1858915 h 2237474"/>
              <a:gd name="connsiteX139" fmla="*/ 3812162 w 12192000"/>
              <a:gd name="connsiteY139" fmla="*/ 1875501 h 2237474"/>
              <a:gd name="connsiteX140" fmla="*/ 3729530 w 12192000"/>
              <a:gd name="connsiteY140" fmla="*/ 1864513 h 2237474"/>
              <a:gd name="connsiteX141" fmla="*/ 3680177 w 12192000"/>
              <a:gd name="connsiteY141" fmla="*/ 1881552 h 2237474"/>
              <a:gd name="connsiteX142" fmla="*/ 3567259 w 12192000"/>
              <a:gd name="connsiteY142" fmla="*/ 1893482 h 2237474"/>
              <a:gd name="connsiteX143" fmla="*/ 3405770 w 12192000"/>
              <a:gd name="connsiteY143" fmla="*/ 1904591 h 2237474"/>
              <a:gd name="connsiteX144" fmla="*/ 3280097 w 12192000"/>
              <a:gd name="connsiteY144" fmla="*/ 1919610 h 2237474"/>
              <a:gd name="connsiteX145" fmla="*/ 3123424 w 12192000"/>
              <a:gd name="connsiteY145" fmla="*/ 1952930 h 2237474"/>
              <a:gd name="connsiteX146" fmla="*/ 3009910 w 12192000"/>
              <a:gd name="connsiteY146" fmla="*/ 1957866 h 2237474"/>
              <a:gd name="connsiteX147" fmla="*/ 2995934 w 12192000"/>
              <a:gd name="connsiteY147" fmla="*/ 1967085 h 2237474"/>
              <a:gd name="connsiteX148" fmla="*/ 2980071 w 12192000"/>
              <a:gd name="connsiteY148" fmla="*/ 1972988 h 2237474"/>
              <a:gd name="connsiteX149" fmla="*/ 2978094 w 12192000"/>
              <a:gd name="connsiteY149" fmla="*/ 1972369 h 2237474"/>
              <a:gd name="connsiteX150" fmla="*/ 2942858 w 12192000"/>
              <a:gd name="connsiteY150" fmla="*/ 1981367 h 2237474"/>
              <a:gd name="connsiteX151" fmla="*/ 2875436 w 12192000"/>
              <a:gd name="connsiteY151" fmla="*/ 1996977 h 2237474"/>
              <a:gd name="connsiteX152" fmla="*/ 2874892 w 12192000"/>
              <a:gd name="connsiteY152" fmla="*/ 1996085 h 2237474"/>
              <a:gd name="connsiteX153" fmla="*/ 2864145 w 12192000"/>
              <a:gd name="connsiteY153" fmla="*/ 1994061 h 2237474"/>
              <a:gd name="connsiteX154" fmla="*/ 2843662 w 12192000"/>
              <a:gd name="connsiteY154" fmla="*/ 1992498 h 2237474"/>
              <a:gd name="connsiteX155" fmla="*/ 2796128 w 12192000"/>
              <a:gd name="connsiteY155" fmla="*/ 1976403 h 2237474"/>
              <a:gd name="connsiteX156" fmla="*/ 2756784 w 12192000"/>
              <a:gd name="connsiteY156" fmla="*/ 1985116 h 2237474"/>
              <a:gd name="connsiteX157" fmla="*/ 2748833 w 12192000"/>
              <a:gd name="connsiteY157" fmla="*/ 1986323 h 2237474"/>
              <a:gd name="connsiteX158" fmla="*/ 2748661 w 12192000"/>
              <a:gd name="connsiteY158" fmla="*/ 1986122 h 2237474"/>
              <a:gd name="connsiteX159" fmla="*/ 2740251 w 12192000"/>
              <a:gd name="connsiteY159" fmla="*/ 1986946 h 2237474"/>
              <a:gd name="connsiteX160" fmla="*/ 2718916 w 12192000"/>
              <a:gd name="connsiteY160" fmla="*/ 1990867 h 2237474"/>
              <a:gd name="connsiteX161" fmla="*/ 2713522 w 12192000"/>
              <a:gd name="connsiteY161" fmla="*/ 1990173 h 2237474"/>
              <a:gd name="connsiteX162" fmla="*/ 2680597 w 12192000"/>
              <a:gd name="connsiteY162" fmla="*/ 1984996 h 2237474"/>
              <a:gd name="connsiteX163" fmla="*/ 2578178 w 12192000"/>
              <a:gd name="connsiteY163" fmla="*/ 1990531 h 2237474"/>
              <a:gd name="connsiteX164" fmla="*/ 2476147 w 12192000"/>
              <a:gd name="connsiteY164" fmla="*/ 1998305 h 2237474"/>
              <a:gd name="connsiteX165" fmla="*/ 2373568 w 12192000"/>
              <a:gd name="connsiteY165" fmla="*/ 2003219 h 2237474"/>
              <a:gd name="connsiteX166" fmla="*/ 2321399 w 12192000"/>
              <a:gd name="connsiteY166" fmla="*/ 1989467 h 2237474"/>
              <a:gd name="connsiteX167" fmla="*/ 2315525 w 12192000"/>
              <a:gd name="connsiteY167" fmla="*/ 1989708 h 2237474"/>
              <a:gd name="connsiteX168" fmla="*/ 2300792 w 12192000"/>
              <a:gd name="connsiteY168" fmla="*/ 1994290 h 2237474"/>
              <a:gd name="connsiteX169" fmla="*/ 2295469 w 12192000"/>
              <a:gd name="connsiteY169" fmla="*/ 1996659 h 2237474"/>
              <a:gd name="connsiteX170" fmla="*/ 2287219 w 12192000"/>
              <a:gd name="connsiteY170" fmla="*/ 1998750 h 2237474"/>
              <a:gd name="connsiteX171" fmla="*/ 2286948 w 12192000"/>
              <a:gd name="connsiteY171" fmla="*/ 1998596 h 2237474"/>
              <a:gd name="connsiteX172" fmla="*/ 2243069 w 12192000"/>
              <a:gd name="connsiteY172" fmla="*/ 2015111 h 2237474"/>
              <a:gd name="connsiteX173" fmla="*/ 2186609 w 12192000"/>
              <a:gd name="connsiteY173" fmla="*/ 2008263 h 2237474"/>
              <a:gd name="connsiteX174" fmla="*/ 2164831 w 12192000"/>
              <a:gd name="connsiteY174" fmla="*/ 2010143 h 2237474"/>
              <a:gd name="connsiteX175" fmla="*/ 2152836 w 12192000"/>
              <a:gd name="connsiteY175" fmla="*/ 2010048 h 2237474"/>
              <a:gd name="connsiteX176" fmla="*/ 2117102 w 12192000"/>
              <a:gd name="connsiteY176" fmla="*/ 2023004 h 2237474"/>
              <a:gd name="connsiteX177" fmla="*/ 2111935 w 12192000"/>
              <a:gd name="connsiteY177" fmla="*/ 2023163 h 2237474"/>
              <a:gd name="connsiteX178" fmla="*/ 2089991 w 12192000"/>
              <a:gd name="connsiteY178" fmla="*/ 2034193 h 2237474"/>
              <a:gd name="connsiteX179" fmla="*/ 2058061 w 12192000"/>
              <a:gd name="connsiteY179" fmla="*/ 2047942 h 2237474"/>
              <a:gd name="connsiteX180" fmla="*/ 2055737 w 12192000"/>
              <a:gd name="connsiteY180" fmla="*/ 2047704 h 2237474"/>
              <a:gd name="connsiteX181" fmla="*/ 2042244 w 12192000"/>
              <a:gd name="connsiteY181" fmla="*/ 2055560 h 2237474"/>
              <a:gd name="connsiteX182" fmla="*/ 1976224 w 12192000"/>
              <a:gd name="connsiteY182" fmla="*/ 2074257 h 2237474"/>
              <a:gd name="connsiteX183" fmla="*/ 1877728 w 12192000"/>
              <a:gd name="connsiteY183" fmla="*/ 2101004 h 2237474"/>
              <a:gd name="connsiteX184" fmla="*/ 1759056 w 12192000"/>
              <a:gd name="connsiteY184" fmla="*/ 2125608 h 2237474"/>
              <a:gd name="connsiteX185" fmla="*/ 1637948 w 12192000"/>
              <a:gd name="connsiteY185" fmla="*/ 2172597 h 2237474"/>
              <a:gd name="connsiteX186" fmla="*/ 1434549 w 12192000"/>
              <a:gd name="connsiteY186" fmla="*/ 2234522 h 2237474"/>
              <a:gd name="connsiteX187" fmla="*/ 1398481 w 12192000"/>
              <a:gd name="connsiteY187" fmla="*/ 2237074 h 2237474"/>
              <a:gd name="connsiteX188" fmla="*/ 1398407 w 12192000"/>
              <a:gd name="connsiteY188" fmla="*/ 2237095 h 2237474"/>
              <a:gd name="connsiteX189" fmla="*/ 1370962 w 12192000"/>
              <a:gd name="connsiteY189" fmla="*/ 2237474 h 2237474"/>
              <a:gd name="connsiteX190" fmla="*/ 1356367 w 12192000"/>
              <a:gd name="connsiteY190" fmla="*/ 2235089 h 2237474"/>
              <a:gd name="connsiteX191" fmla="*/ 1324828 w 12192000"/>
              <a:gd name="connsiteY191" fmla="*/ 2231968 h 2237474"/>
              <a:gd name="connsiteX192" fmla="*/ 1297744 w 12192000"/>
              <a:gd name="connsiteY192" fmla="*/ 2235849 h 2237474"/>
              <a:gd name="connsiteX193" fmla="*/ 1286236 w 12192000"/>
              <a:gd name="connsiteY193" fmla="*/ 2233135 h 2237474"/>
              <a:gd name="connsiteX194" fmla="*/ 1283504 w 12192000"/>
              <a:gd name="connsiteY194" fmla="*/ 2233797 h 2237474"/>
              <a:gd name="connsiteX195" fmla="*/ 1279765 w 12192000"/>
              <a:gd name="connsiteY195" fmla="*/ 2229639 h 2237474"/>
              <a:gd name="connsiteX196" fmla="*/ 1195347 w 12192000"/>
              <a:gd name="connsiteY196" fmla="*/ 2212354 h 2237474"/>
              <a:gd name="connsiteX197" fmla="*/ 970251 w 12192000"/>
              <a:gd name="connsiteY197" fmla="*/ 2221029 h 2237474"/>
              <a:gd name="connsiteX198" fmla="*/ 812914 w 12192000"/>
              <a:gd name="connsiteY198" fmla="*/ 2202752 h 2237474"/>
              <a:gd name="connsiteX199" fmla="*/ 800195 w 12192000"/>
              <a:gd name="connsiteY199" fmla="*/ 2209407 h 2237474"/>
              <a:gd name="connsiteX200" fmla="*/ 784978 w 12192000"/>
              <a:gd name="connsiteY200" fmla="*/ 2212360 h 2237474"/>
              <a:gd name="connsiteX201" fmla="*/ 681987 w 12192000"/>
              <a:gd name="connsiteY201" fmla="*/ 2216757 h 2237474"/>
              <a:gd name="connsiteX202" fmla="*/ 669923 w 12192000"/>
              <a:gd name="connsiteY202" fmla="*/ 2211682 h 2237474"/>
              <a:gd name="connsiteX203" fmla="*/ 648680 w 12192000"/>
              <a:gd name="connsiteY203" fmla="*/ 2206229 h 2237474"/>
              <a:gd name="connsiteX204" fmla="*/ 597225 w 12192000"/>
              <a:gd name="connsiteY204" fmla="*/ 2180999 h 2237474"/>
              <a:gd name="connsiteX205" fmla="*/ 558449 w 12192000"/>
              <a:gd name="connsiteY205" fmla="*/ 2182346 h 2237474"/>
              <a:gd name="connsiteX206" fmla="*/ 550517 w 12192000"/>
              <a:gd name="connsiteY206" fmla="*/ 2182060 h 2237474"/>
              <a:gd name="connsiteX207" fmla="*/ 550309 w 12192000"/>
              <a:gd name="connsiteY207" fmla="*/ 2181825 h 2237474"/>
              <a:gd name="connsiteX208" fmla="*/ 541836 w 12192000"/>
              <a:gd name="connsiteY208" fmla="*/ 2181063 h 2237474"/>
              <a:gd name="connsiteX209" fmla="*/ 536057 w 12192000"/>
              <a:gd name="connsiteY209" fmla="*/ 2181537 h 2237474"/>
              <a:gd name="connsiteX210" fmla="*/ 520671 w 12192000"/>
              <a:gd name="connsiteY210" fmla="*/ 2180980 h 2237474"/>
              <a:gd name="connsiteX211" fmla="*/ 515024 w 12192000"/>
              <a:gd name="connsiteY211" fmla="*/ 2179258 h 2237474"/>
              <a:gd name="connsiteX212" fmla="*/ 512278 w 12192000"/>
              <a:gd name="connsiteY212" fmla="*/ 2176369 h 2237474"/>
              <a:gd name="connsiteX213" fmla="*/ 480419 w 12192000"/>
              <a:gd name="connsiteY213" fmla="*/ 2167807 h 2237474"/>
              <a:gd name="connsiteX214" fmla="*/ 413835 w 12192000"/>
              <a:gd name="connsiteY214" fmla="*/ 2156783 h 2237474"/>
              <a:gd name="connsiteX215" fmla="*/ 376513 w 12192000"/>
              <a:gd name="connsiteY215" fmla="*/ 2154014 h 2237474"/>
              <a:gd name="connsiteX216" fmla="*/ 273386 w 12192000"/>
              <a:gd name="connsiteY216" fmla="*/ 2142551 h 2237474"/>
              <a:gd name="connsiteX217" fmla="*/ 169207 w 12192000"/>
              <a:gd name="connsiteY217" fmla="*/ 2128100 h 2237474"/>
              <a:gd name="connsiteX218" fmla="*/ 93149 w 12192000"/>
              <a:gd name="connsiteY218" fmla="*/ 2105324 h 2237474"/>
              <a:gd name="connsiteX219" fmla="*/ 88109 w 12192000"/>
              <a:gd name="connsiteY219" fmla="*/ 2106704 h 2237474"/>
              <a:gd name="connsiteX220" fmla="*/ 80022 w 12192000"/>
              <a:gd name="connsiteY220" fmla="*/ 2107254 h 2237474"/>
              <a:gd name="connsiteX221" fmla="*/ 79717 w 12192000"/>
              <a:gd name="connsiteY221" fmla="*/ 2107046 h 2237474"/>
              <a:gd name="connsiteX222" fmla="*/ 72352 w 12192000"/>
              <a:gd name="connsiteY222" fmla="*/ 2107991 h 2237474"/>
              <a:gd name="connsiteX223" fmla="*/ 37645 w 12192000"/>
              <a:gd name="connsiteY223" fmla="*/ 2115401 h 2237474"/>
              <a:gd name="connsiteX224" fmla="*/ 4572 w 12192000"/>
              <a:gd name="connsiteY224" fmla="*/ 2111091 h 2237474"/>
              <a:gd name="connsiteX225" fmla="*/ 0 w 12192000"/>
              <a:gd name="connsiteY225" fmla="*/ 2110468 h 2237474"/>
              <a:gd name="connsiteX226" fmla="*/ 0 w 12192000"/>
              <a:gd name="connsiteY22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210972 w 12192000"/>
              <a:gd name="connsiteY77" fmla="*/ 1580856 h 2237474"/>
              <a:gd name="connsiteX78" fmla="*/ 7183121 w 12192000"/>
              <a:gd name="connsiteY78" fmla="*/ 1595162 h 2237474"/>
              <a:gd name="connsiteX79" fmla="*/ 7164601 w 12192000"/>
              <a:gd name="connsiteY79" fmla="*/ 1606490 h 2237474"/>
              <a:gd name="connsiteX80" fmla="*/ 7114651 w 12192000"/>
              <a:gd name="connsiteY80" fmla="*/ 1620959 h 2237474"/>
              <a:gd name="connsiteX81" fmla="*/ 7092727 w 12192000"/>
              <a:gd name="connsiteY81" fmla="*/ 1623628 h 2237474"/>
              <a:gd name="connsiteX82" fmla="*/ 7031309 w 12192000"/>
              <a:gd name="connsiteY82" fmla="*/ 1619451 h 2237474"/>
              <a:gd name="connsiteX83" fmla="*/ 6999084 w 12192000"/>
              <a:gd name="connsiteY83" fmla="*/ 1634317 h 2237474"/>
              <a:gd name="connsiteX84" fmla="*/ 6992107 w 12192000"/>
              <a:gd name="connsiteY84" fmla="*/ 1636860 h 2237474"/>
              <a:gd name="connsiteX85" fmla="*/ 6991765 w 12192000"/>
              <a:gd name="connsiteY85" fmla="*/ 1636725 h 2237474"/>
              <a:gd name="connsiteX86" fmla="*/ 6900177 w 12192000"/>
              <a:gd name="connsiteY86" fmla="*/ 1636016 h 2237474"/>
              <a:gd name="connsiteX87" fmla="*/ 6795372 w 12192000"/>
              <a:gd name="connsiteY87" fmla="*/ 1644845 h 2237474"/>
              <a:gd name="connsiteX88" fmla="*/ 6692251 w 12192000"/>
              <a:gd name="connsiteY88" fmla="*/ 1656357 h 2237474"/>
              <a:gd name="connsiteX89" fmla="*/ 6655235 w 12192000"/>
              <a:gd name="connsiteY89" fmla="*/ 1661869 h 2237474"/>
              <a:gd name="connsiteX90" fmla="*/ 6587857 w 12192000"/>
              <a:gd name="connsiteY90" fmla="*/ 1665769 h 2237474"/>
              <a:gd name="connsiteX91" fmla="*/ 6554894 w 12192000"/>
              <a:gd name="connsiteY91" fmla="*/ 1664428 h 2237474"/>
              <a:gd name="connsiteX92" fmla="*/ 6516595 w 12192000"/>
              <a:gd name="connsiteY92" fmla="*/ 1667475 h 2237474"/>
              <a:gd name="connsiteX93" fmla="*/ 6508541 w 12192000"/>
              <a:gd name="connsiteY93" fmla="*/ 1668757 h 2237474"/>
              <a:gd name="connsiteX94" fmla="*/ 6471012 w 12192000"/>
              <a:gd name="connsiteY94" fmla="*/ 1678604 h 2237474"/>
              <a:gd name="connsiteX95" fmla="*/ 6415265 w 12192000"/>
              <a:gd name="connsiteY95" fmla="*/ 1665317 h 2237474"/>
              <a:gd name="connsiteX96" fmla="*/ 6364035 w 12192000"/>
              <a:gd name="connsiteY96" fmla="*/ 1667683 h 2237474"/>
              <a:gd name="connsiteX97" fmla="*/ 6280959 w 12192000"/>
              <a:gd name="connsiteY97" fmla="*/ 1689329 h 2237474"/>
              <a:gd name="connsiteX98" fmla="*/ 6243319 w 12192000"/>
              <a:gd name="connsiteY98" fmla="*/ 1695560 h 2237474"/>
              <a:gd name="connsiteX99" fmla="*/ 6098321 w 12192000"/>
              <a:gd name="connsiteY99" fmla="*/ 1721646 h 2237474"/>
              <a:gd name="connsiteX100" fmla="*/ 5880652 w 12192000"/>
              <a:gd name="connsiteY100" fmla="*/ 1779643 h 2237474"/>
              <a:gd name="connsiteX101" fmla="*/ 5785959 w 12192000"/>
              <a:gd name="connsiteY101" fmla="*/ 1775307 h 2237474"/>
              <a:gd name="connsiteX102" fmla="*/ 5643534 w 12192000"/>
              <a:gd name="connsiteY102" fmla="*/ 1802919 h 2237474"/>
              <a:gd name="connsiteX103" fmla="*/ 5518799 w 12192000"/>
              <a:gd name="connsiteY103" fmla="*/ 1818312 h 2237474"/>
              <a:gd name="connsiteX104" fmla="*/ 5505014 w 12192000"/>
              <a:gd name="connsiteY104" fmla="*/ 1819259 h 2237474"/>
              <a:gd name="connsiteX105" fmla="*/ 5453307 w 12192000"/>
              <a:gd name="connsiteY105" fmla="*/ 1815450 h 2237474"/>
              <a:gd name="connsiteX106" fmla="*/ 5364192 w 12192000"/>
              <a:gd name="connsiteY106" fmla="*/ 1826074 h 2237474"/>
              <a:gd name="connsiteX107" fmla="*/ 5350380 w 12192000"/>
              <a:gd name="connsiteY107" fmla="*/ 1830891 h 2237474"/>
              <a:gd name="connsiteX108" fmla="*/ 5259633 w 12192000"/>
              <a:gd name="connsiteY108" fmla="*/ 1837160 h 2237474"/>
              <a:gd name="connsiteX109" fmla="*/ 5197513 w 12192000"/>
              <a:gd name="connsiteY109" fmla="*/ 1844718 h 2237474"/>
              <a:gd name="connsiteX110" fmla="*/ 5184170 w 12192000"/>
              <a:gd name="connsiteY110" fmla="*/ 1849402 h 2237474"/>
              <a:gd name="connsiteX111" fmla="*/ 5168852 w 12192000"/>
              <a:gd name="connsiteY111" fmla="*/ 1844846 h 2237474"/>
              <a:gd name="connsiteX112" fmla="*/ 5164370 w 12192000"/>
              <a:gd name="connsiteY112" fmla="*/ 1840597 h 2237474"/>
              <a:gd name="connsiteX113" fmla="*/ 5114927 w 12192000"/>
              <a:gd name="connsiteY113" fmla="*/ 1847827 h 2237474"/>
              <a:gd name="connsiteX114" fmla="*/ 5108970 w 12192000"/>
              <a:gd name="connsiteY114" fmla="*/ 1847935 h 2237474"/>
              <a:gd name="connsiteX115" fmla="*/ 5067961 w 12192000"/>
              <a:gd name="connsiteY115" fmla="*/ 1845917 h 2237474"/>
              <a:gd name="connsiteX116" fmla="*/ 5007075 w 12192000"/>
              <a:gd name="connsiteY116" fmla="*/ 1838626 h 2237474"/>
              <a:gd name="connsiteX117" fmla="*/ 4944087 w 12192000"/>
              <a:gd name="connsiteY117" fmla="*/ 1823332 h 2237474"/>
              <a:gd name="connsiteX118" fmla="*/ 4907662 w 12192000"/>
              <a:gd name="connsiteY118" fmla="*/ 1816900 h 2237474"/>
              <a:gd name="connsiteX119" fmla="*/ 4882386 w 12192000"/>
              <a:gd name="connsiteY119" fmla="*/ 1809844 h 2237474"/>
              <a:gd name="connsiteX120" fmla="*/ 4811440 w 12192000"/>
              <a:gd name="connsiteY120" fmla="*/ 1804655 h 2237474"/>
              <a:gd name="connsiteX121" fmla="*/ 4691075 w 12192000"/>
              <a:gd name="connsiteY121" fmla="*/ 1801389 h 2237474"/>
              <a:gd name="connsiteX122" fmla="*/ 4611738 w 12192000"/>
              <a:gd name="connsiteY122" fmla="*/ 1776964 h 2237474"/>
              <a:gd name="connsiteX123" fmla="*/ 4560070 w 12192000"/>
              <a:gd name="connsiteY123" fmla="*/ 1785640 h 2237474"/>
              <a:gd name="connsiteX124" fmla="*/ 4536503 w 12192000"/>
              <a:gd name="connsiteY124" fmla="*/ 1785334 h 2237474"/>
              <a:gd name="connsiteX125" fmla="*/ 4513724 w 12192000"/>
              <a:gd name="connsiteY125" fmla="*/ 1791996 h 2237474"/>
              <a:gd name="connsiteX126" fmla="*/ 4459810 w 12192000"/>
              <a:gd name="connsiteY126" fmla="*/ 1797886 h 2237474"/>
              <a:gd name="connsiteX127" fmla="*/ 4379064 w 12192000"/>
              <a:gd name="connsiteY127" fmla="*/ 1817177 h 2237474"/>
              <a:gd name="connsiteX128" fmla="*/ 4319209 w 12192000"/>
              <a:gd name="connsiteY128" fmla="*/ 1834833 h 2237474"/>
              <a:gd name="connsiteX129" fmla="*/ 4290981 w 12192000"/>
              <a:gd name="connsiteY129" fmla="*/ 1839677 h 2237474"/>
              <a:gd name="connsiteX130" fmla="*/ 4285792 w 12192000"/>
              <a:gd name="connsiteY130" fmla="*/ 1836231 h 2237474"/>
              <a:gd name="connsiteX131" fmla="*/ 4238372 w 12192000"/>
              <a:gd name="connsiteY131" fmla="*/ 1851480 h 2237474"/>
              <a:gd name="connsiteX132" fmla="*/ 4232517 w 12192000"/>
              <a:gd name="connsiteY132" fmla="*/ 1852567 h 2237474"/>
              <a:gd name="connsiteX133" fmla="*/ 4191732 w 12192000"/>
              <a:gd name="connsiteY133" fmla="*/ 1857328 h 2237474"/>
              <a:gd name="connsiteX134" fmla="*/ 4065532 w 12192000"/>
              <a:gd name="connsiteY134" fmla="*/ 1855477 h 2237474"/>
              <a:gd name="connsiteX135" fmla="*/ 4028460 w 12192000"/>
              <a:gd name="connsiteY135" fmla="*/ 1855137 h 2237474"/>
              <a:gd name="connsiteX136" fmla="*/ 4002267 w 12192000"/>
              <a:gd name="connsiteY136" fmla="*/ 1852352 h 2237474"/>
              <a:gd name="connsiteX137" fmla="*/ 3931396 w 12192000"/>
              <a:gd name="connsiteY137" fmla="*/ 1858915 h 2237474"/>
              <a:gd name="connsiteX138" fmla="*/ 3812162 w 12192000"/>
              <a:gd name="connsiteY138" fmla="*/ 1875501 h 2237474"/>
              <a:gd name="connsiteX139" fmla="*/ 3729530 w 12192000"/>
              <a:gd name="connsiteY139" fmla="*/ 1864513 h 2237474"/>
              <a:gd name="connsiteX140" fmla="*/ 3680177 w 12192000"/>
              <a:gd name="connsiteY140" fmla="*/ 1881552 h 2237474"/>
              <a:gd name="connsiteX141" fmla="*/ 3567259 w 12192000"/>
              <a:gd name="connsiteY141" fmla="*/ 1893482 h 2237474"/>
              <a:gd name="connsiteX142" fmla="*/ 3405770 w 12192000"/>
              <a:gd name="connsiteY142" fmla="*/ 1904591 h 2237474"/>
              <a:gd name="connsiteX143" fmla="*/ 3280097 w 12192000"/>
              <a:gd name="connsiteY143" fmla="*/ 1919610 h 2237474"/>
              <a:gd name="connsiteX144" fmla="*/ 3123424 w 12192000"/>
              <a:gd name="connsiteY144" fmla="*/ 1952930 h 2237474"/>
              <a:gd name="connsiteX145" fmla="*/ 3009910 w 12192000"/>
              <a:gd name="connsiteY145" fmla="*/ 1957866 h 2237474"/>
              <a:gd name="connsiteX146" fmla="*/ 2995934 w 12192000"/>
              <a:gd name="connsiteY146" fmla="*/ 1967085 h 2237474"/>
              <a:gd name="connsiteX147" fmla="*/ 2980071 w 12192000"/>
              <a:gd name="connsiteY147" fmla="*/ 1972988 h 2237474"/>
              <a:gd name="connsiteX148" fmla="*/ 2978094 w 12192000"/>
              <a:gd name="connsiteY148" fmla="*/ 1972369 h 2237474"/>
              <a:gd name="connsiteX149" fmla="*/ 2942858 w 12192000"/>
              <a:gd name="connsiteY149" fmla="*/ 1981367 h 2237474"/>
              <a:gd name="connsiteX150" fmla="*/ 2875436 w 12192000"/>
              <a:gd name="connsiteY150" fmla="*/ 1996977 h 2237474"/>
              <a:gd name="connsiteX151" fmla="*/ 2874892 w 12192000"/>
              <a:gd name="connsiteY151" fmla="*/ 1996085 h 2237474"/>
              <a:gd name="connsiteX152" fmla="*/ 2864145 w 12192000"/>
              <a:gd name="connsiteY152" fmla="*/ 1994061 h 2237474"/>
              <a:gd name="connsiteX153" fmla="*/ 2843662 w 12192000"/>
              <a:gd name="connsiteY153" fmla="*/ 1992498 h 2237474"/>
              <a:gd name="connsiteX154" fmla="*/ 2796128 w 12192000"/>
              <a:gd name="connsiteY154" fmla="*/ 1976403 h 2237474"/>
              <a:gd name="connsiteX155" fmla="*/ 2756784 w 12192000"/>
              <a:gd name="connsiteY155" fmla="*/ 1985116 h 2237474"/>
              <a:gd name="connsiteX156" fmla="*/ 2748833 w 12192000"/>
              <a:gd name="connsiteY156" fmla="*/ 1986323 h 2237474"/>
              <a:gd name="connsiteX157" fmla="*/ 2748661 w 12192000"/>
              <a:gd name="connsiteY157" fmla="*/ 1986122 h 2237474"/>
              <a:gd name="connsiteX158" fmla="*/ 2740251 w 12192000"/>
              <a:gd name="connsiteY158" fmla="*/ 1986946 h 2237474"/>
              <a:gd name="connsiteX159" fmla="*/ 2718916 w 12192000"/>
              <a:gd name="connsiteY159" fmla="*/ 1990867 h 2237474"/>
              <a:gd name="connsiteX160" fmla="*/ 2713522 w 12192000"/>
              <a:gd name="connsiteY160" fmla="*/ 1990173 h 2237474"/>
              <a:gd name="connsiteX161" fmla="*/ 2680597 w 12192000"/>
              <a:gd name="connsiteY161" fmla="*/ 1984996 h 2237474"/>
              <a:gd name="connsiteX162" fmla="*/ 2578178 w 12192000"/>
              <a:gd name="connsiteY162" fmla="*/ 1990531 h 2237474"/>
              <a:gd name="connsiteX163" fmla="*/ 2476147 w 12192000"/>
              <a:gd name="connsiteY163" fmla="*/ 1998305 h 2237474"/>
              <a:gd name="connsiteX164" fmla="*/ 2373568 w 12192000"/>
              <a:gd name="connsiteY164" fmla="*/ 2003219 h 2237474"/>
              <a:gd name="connsiteX165" fmla="*/ 2321399 w 12192000"/>
              <a:gd name="connsiteY165" fmla="*/ 1989467 h 2237474"/>
              <a:gd name="connsiteX166" fmla="*/ 2315525 w 12192000"/>
              <a:gd name="connsiteY166" fmla="*/ 1989708 h 2237474"/>
              <a:gd name="connsiteX167" fmla="*/ 2300792 w 12192000"/>
              <a:gd name="connsiteY167" fmla="*/ 1994290 h 2237474"/>
              <a:gd name="connsiteX168" fmla="*/ 2295469 w 12192000"/>
              <a:gd name="connsiteY168" fmla="*/ 1996659 h 2237474"/>
              <a:gd name="connsiteX169" fmla="*/ 2287219 w 12192000"/>
              <a:gd name="connsiteY169" fmla="*/ 1998750 h 2237474"/>
              <a:gd name="connsiteX170" fmla="*/ 2286948 w 12192000"/>
              <a:gd name="connsiteY170" fmla="*/ 1998596 h 2237474"/>
              <a:gd name="connsiteX171" fmla="*/ 2243069 w 12192000"/>
              <a:gd name="connsiteY171" fmla="*/ 2015111 h 2237474"/>
              <a:gd name="connsiteX172" fmla="*/ 2186609 w 12192000"/>
              <a:gd name="connsiteY172" fmla="*/ 2008263 h 2237474"/>
              <a:gd name="connsiteX173" fmla="*/ 2164831 w 12192000"/>
              <a:gd name="connsiteY173" fmla="*/ 2010143 h 2237474"/>
              <a:gd name="connsiteX174" fmla="*/ 2152836 w 12192000"/>
              <a:gd name="connsiteY174" fmla="*/ 2010048 h 2237474"/>
              <a:gd name="connsiteX175" fmla="*/ 2117102 w 12192000"/>
              <a:gd name="connsiteY175" fmla="*/ 2023004 h 2237474"/>
              <a:gd name="connsiteX176" fmla="*/ 2111935 w 12192000"/>
              <a:gd name="connsiteY176" fmla="*/ 2023163 h 2237474"/>
              <a:gd name="connsiteX177" fmla="*/ 2089991 w 12192000"/>
              <a:gd name="connsiteY177" fmla="*/ 2034193 h 2237474"/>
              <a:gd name="connsiteX178" fmla="*/ 2058061 w 12192000"/>
              <a:gd name="connsiteY178" fmla="*/ 2047942 h 2237474"/>
              <a:gd name="connsiteX179" fmla="*/ 2055737 w 12192000"/>
              <a:gd name="connsiteY179" fmla="*/ 2047704 h 2237474"/>
              <a:gd name="connsiteX180" fmla="*/ 2042244 w 12192000"/>
              <a:gd name="connsiteY180" fmla="*/ 2055560 h 2237474"/>
              <a:gd name="connsiteX181" fmla="*/ 1976224 w 12192000"/>
              <a:gd name="connsiteY181" fmla="*/ 2074257 h 2237474"/>
              <a:gd name="connsiteX182" fmla="*/ 1877728 w 12192000"/>
              <a:gd name="connsiteY182" fmla="*/ 2101004 h 2237474"/>
              <a:gd name="connsiteX183" fmla="*/ 1759056 w 12192000"/>
              <a:gd name="connsiteY183" fmla="*/ 2125608 h 2237474"/>
              <a:gd name="connsiteX184" fmla="*/ 1637948 w 12192000"/>
              <a:gd name="connsiteY184" fmla="*/ 2172597 h 2237474"/>
              <a:gd name="connsiteX185" fmla="*/ 1434549 w 12192000"/>
              <a:gd name="connsiteY185" fmla="*/ 2234522 h 2237474"/>
              <a:gd name="connsiteX186" fmla="*/ 1398481 w 12192000"/>
              <a:gd name="connsiteY186" fmla="*/ 2237074 h 2237474"/>
              <a:gd name="connsiteX187" fmla="*/ 1398407 w 12192000"/>
              <a:gd name="connsiteY187" fmla="*/ 2237095 h 2237474"/>
              <a:gd name="connsiteX188" fmla="*/ 1370962 w 12192000"/>
              <a:gd name="connsiteY188" fmla="*/ 2237474 h 2237474"/>
              <a:gd name="connsiteX189" fmla="*/ 1356367 w 12192000"/>
              <a:gd name="connsiteY189" fmla="*/ 2235089 h 2237474"/>
              <a:gd name="connsiteX190" fmla="*/ 1324828 w 12192000"/>
              <a:gd name="connsiteY190" fmla="*/ 2231968 h 2237474"/>
              <a:gd name="connsiteX191" fmla="*/ 1297744 w 12192000"/>
              <a:gd name="connsiteY191" fmla="*/ 2235849 h 2237474"/>
              <a:gd name="connsiteX192" fmla="*/ 1286236 w 12192000"/>
              <a:gd name="connsiteY192" fmla="*/ 2233135 h 2237474"/>
              <a:gd name="connsiteX193" fmla="*/ 1283504 w 12192000"/>
              <a:gd name="connsiteY193" fmla="*/ 2233797 h 2237474"/>
              <a:gd name="connsiteX194" fmla="*/ 1279765 w 12192000"/>
              <a:gd name="connsiteY194" fmla="*/ 2229639 h 2237474"/>
              <a:gd name="connsiteX195" fmla="*/ 1195347 w 12192000"/>
              <a:gd name="connsiteY195" fmla="*/ 2212354 h 2237474"/>
              <a:gd name="connsiteX196" fmla="*/ 970251 w 12192000"/>
              <a:gd name="connsiteY196" fmla="*/ 2221029 h 2237474"/>
              <a:gd name="connsiteX197" fmla="*/ 812914 w 12192000"/>
              <a:gd name="connsiteY197" fmla="*/ 2202752 h 2237474"/>
              <a:gd name="connsiteX198" fmla="*/ 800195 w 12192000"/>
              <a:gd name="connsiteY198" fmla="*/ 2209407 h 2237474"/>
              <a:gd name="connsiteX199" fmla="*/ 784978 w 12192000"/>
              <a:gd name="connsiteY199" fmla="*/ 2212360 h 2237474"/>
              <a:gd name="connsiteX200" fmla="*/ 681987 w 12192000"/>
              <a:gd name="connsiteY200" fmla="*/ 2216757 h 2237474"/>
              <a:gd name="connsiteX201" fmla="*/ 669923 w 12192000"/>
              <a:gd name="connsiteY201" fmla="*/ 2211682 h 2237474"/>
              <a:gd name="connsiteX202" fmla="*/ 648680 w 12192000"/>
              <a:gd name="connsiteY202" fmla="*/ 2206229 h 2237474"/>
              <a:gd name="connsiteX203" fmla="*/ 597225 w 12192000"/>
              <a:gd name="connsiteY203" fmla="*/ 2180999 h 2237474"/>
              <a:gd name="connsiteX204" fmla="*/ 558449 w 12192000"/>
              <a:gd name="connsiteY204" fmla="*/ 2182346 h 2237474"/>
              <a:gd name="connsiteX205" fmla="*/ 550517 w 12192000"/>
              <a:gd name="connsiteY205" fmla="*/ 2182060 h 2237474"/>
              <a:gd name="connsiteX206" fmla="*/ 550309 w 12192000"/>
              <a:gd name="connsiteY206" fmla="*/ 2181825 h 2237474"/>
              <a:gd name="connsiteX207" fmla="*/ 541836 w 12192000"/>
              <a:gd name="connsiteY207" fmla="*/ 2181063 h 2237474"/>
              <a:gd name="connsiteX208" fmla="*/ 536057 w 12192000"/>
              <a:gd name="connsiteY208" fmla="*/ 2181537 h 2237474"/>
              <a:gd name="connsiteX209" fmla="*/ 520671 w 12192000"/>
              <a:gd name="connsiteY209" fmla="*/ 2180980 h 2237474"/>
              <a:gd name="connsiteX210" fmla="*/ 515024 w 12192000"/>
              <a:gd name="connsiteY210" fmla="*/ 2179258 h 2237474"/>
              <a:gd name="connsiteX211" fmla="*/ 512278 w 12192000"/>
              <a:gd name="connsiteY211" fmla="*/ 2176369 h 2237474"/>
              <a:gd name="connsiteX212" fmla="*/ 480419 w 12192000"/>
              <a:gd name="connsiteY212" fmla="*/ 2167807 h 2237474"/>
              <a:gd name="connsiteX213" fmla="*/ 413835 w 12192000"/>
              <a:gd name="connsiteY213" fmla="*/ 2156783 h 2237474"/>
              <a:gd name="connsiteX214" fmla="*/ 376513 w 12192000"/>
              <a:gd name="connsiteY214" fmla="*/ 2154014 h 2237474"/>
              <a:gd name="connsiteX215" fmla="*/ 273386 w 12192000"/>
              <a:gd name="connsiteY215" fmla="*/ 2142551 h 2237474"/>
              <a:gd name="connsiteX216" fmla="*/ 169207 w 12192000"/>
              <a:gd name="connsiteY216" fmla="*/ 2128100 h 2237474"/>
              <a:gd name="connsiteX217" fmla="*/ 93149 w 12192000"/>
              <a:gd name="connsiteY217" fmla="*/ 2105324 h 2237474"/>
              <a:gd name="connsiteX218" fmla="*/ 88109 w 12192000"/>
              <a:gd name="connsiteY218" fmla="*/ 2106704 h 2237474"/>
              <a:gd name="connsiteX219" fmla="*/ 80022 w 12192000"/>
              <a:gd name="connsiteY219" fmla="*/ 2107254 h 2237474"/>
              <a:gd name="connsiteX220" fmla="*/ 79717 w 12192000"/>
              <a:gd name="connsiteY220" fmla="*/ 2107046 h 2237474"/>
              <a:gd name="connsiteX221" fmla="*/ 72352 w 12192000"/>
              <a:gd name="connsiteY221" fmla="*/ 2107991 h 2237474"/>
              <a:gd name="connsiteX222" fmla="*/ 37645 w 12192000"/>
              <a:gd name="connsiteY222" fmla="*/ 2115401 h 2237474"/>
              <a:gd name="connsiteX223" fmla="*/ 4572 w 12192000"/>
              <a:gd name="connsiteY223" fmla="*/ 2111091 h 2237474"/>
              <a:gd name="connsiteX224" fmla="*/ 0 w 12192000"/>
              <a:gd name="connsiteY224" fmla="*/ 2110468 h 2237474"/>
              <a:gd name="connsiteX225" fmla="*/ 0 w 12192000"/>
              <a:gd name="connsiteY22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84170 w 12192000"/>
              <a:gd name="connsiteY109" fmla="*/ 1849402 h 2237474"/>
              <a:gd name="connsiteX110" fmla="*/ 5168852 w 12192000"/>
              <a:gd name="connsiteY110" fmla="*/ 1844846 h 2237474"/>
              <a:gd name="connsiteX111" fmla="*/ 5164370 w 12192000"/>
              <a:gd name="connsiteY111" fmla="*/ 1840597 h 2237474"/>
              <a:gd name="connsiteX112" fmla="*/ 5114927 w 12192000"/>
              <a:gd name="connsiteY112" fmla="*/ 1847827 h 2237474"/>
              <a:gd name="connsiteX113" fmla="*/ 5108970 w 12192000"/>
              <a:gd name="connsiteY113" fmla="*/ 1847935 h 2237474"/>
              <a:gd name="connsiteX114" fmla="*/ 5067961 w 12192000"/>
              <a:gd name="connsiteY114" fmla="*/ 1845917 h 2237474"/>
              <a:gd name="connsiteX115" fmla="*/ 5007075 w 12192000"/>
              <a:gd name="connsiteY115" fmla="*/ 1838626 h 2237474"/>
              <a:gd name="connsiteX116" fmla="*/ 4944087 w 12192000"/>
              <a:gd name="connsiteY116" fmla="*/ 1823332 h 2237474"/>
              <a:gd name="connsiteX117" fmla="*/ 4907662 w 12192000"/>
              <a:gd name="connsiteY117" fmla="*/ 1816900 h 2237474"/>
              <a:gd name="connsiteX118" fmla="*/ 4882386 w 12192000"/>
              <a:gd name="connsiteY118" fmla="*/ 1809844 h 2237474"/>
              <a:gd name="connsiteX119" fmla="*/ 4811440 w 12192000"/>
              <a:gd name="connsiteY119" fmla="*/ 1804655 h 2237474"/>
              <a:gd name="connsiteX120" fmla="*/ 4691075 w 12192000"/>
              <a:gd name="connsiteY120" fmla="*/ 1801389 h 2237474"/>
              <a:gd name="connsiteX121" fmla="*/ 4611738 w 12192000"/>
              <a:gd name="connsiteY121" fmla="*/ 1776964 h 2237474"/>
              <a:gd name="connsiteX122" fmla="*/ 4560070 w 12192000"/>
              <a:gd name="connsiteY122" fmla="*/ 1785640 h 2237474"/>
              <a:gd name="connsiteX123" fmla="*/ 4536503 w 12192000"/>
              <a:gd name="connsiteY123" fmla="*/ 1785334 h 2237474"/>
              <a:gd name="connsiteX124" fmla="*/ 4513724 w 12192000"/>
              <a:gd name="connsiteY124" fmla="*/ 1791996 h 2237474"/>
              <a:gd name="connsiteX125" fmla="*/ 4459810 w 12192000"/>
              <a:gd name="connsiteY125" fmla="*/ 1797886 h 2237474"/>
              <a:gd name="connsiteX126" fmla="*/ 4379064 w 12192000"/>
              <a:gd name="connsiteY126" fmla="*/ 1817177 h 2237474"/>
              <a:gd name="connsiteX127" fmla="*/ 4319209 w 12192000"/>
              <a:gd name="connsiteY127" fmla="*/ 1834833 h 2237474"/>
              <a:gd name="connsiteX128" fmla="*/ 4290981 w 12192000"/>
              <a:gd name="connsiteY128" fmla="*/ 1839677 h 2237474"/>
              <a:gd name="connsiteX129" fmla="*/ 4285792 w 12192000"/>
              <a:gd name="connsiteY129" fmla="*/ 1836231 h 2237474"/>
              <a:gd name="connsiteX130" fmla="*/ 4238372 w 12192000"/>
              <a:gd name="connsiteY130" fmla="*/ 1851480 h 2237474"/>
              <a:gd name="connsiteX131" fmla="*/ 4232517 w 12192000"/>
              <a:gd name="connsiteY131" fmla="*/ 1852567 h 2237474"/>
              <a:gd name="connsiteX132" fmla="*/ 4191732 w 12192000"/>
              <a:gd name="connsiteY132" fmla="*/ 1857328 h 2237474"/>
              <a:gd name="connsiteX133" fmla="*/ 4065532 w 12192000"/>
              <a:gd name="connsiteY133" fmla="*/ 1855477 h 2237474"/>
              <a:gd name="connsiteX134" fmla="*/ 4028460 w 12192000"/>
              <a:gd name="connsiteY134" fmla="*/ 1855137 h 2237474"/>
              <a:gd name="connsiteX135" fmla="*/ 4002267 w 12192000"/>
              <a:gd name="connsiteY135" fmla="*/ 1852352 h 2237474"/>
              <a:gd name="connsiteX136" fmla="*/ 3931396 w 12192000"/>
              <a:gd name="connsiteY136" fmla="*/ 1858915 h 2237474"/>
              <a:gd name="connsiteX137" fmla="*/ 3812162 w 12192000"/>
              <a:gd name="connsiteY137" fmla="*/ 1875501 h 2237474"/>
              <a:gd name="connsiteX138" fmla="*/ 3729530 w 12192000"/>
              <a:gd name="connsiteY138" fmla="*/ 1864513 h 2237474"/>
              <a:gd name="connsiteX139" fmla="*/ 3680177 w 12192000"/>
              <a:gd name="connsiteY139" fmla="*/ 1881552 h 2237474"/>
              <a:gd name="connsiteX140" fmla="*/ 3567259 w 12192000"/>
              <a:gd name="connsiteY140" fmla="*/ 1893482 h 2237474"/>
              <a:gd name="connsiteX141" fmla="*/ 3405770 w 12192000"/>
              <a:gd name="connsiteY141" fmla="*/ 1904591 h 2237474"/>
              <a:gd name="connsiteX142" fmla="*/ 3280097 w 12192000"/>
              <a:gd name="connsiteY142" fmla="*/ 1919610 h 2237474"/>
              <a:gd name="connsiteX143" fmla="*/ 3123424 w 12192000"/>
              <a:gd name="connsiteY143" fmla="*/ 1952930 h 2237474"/>
              <a:gd name="connsiteX144" fmla="*/ 3009910 w 12192000"/>
              <a:gd name="connsiteY144" fmla="*/ 1957866 h 2237474"/>
              <a:gd name="connsiteX145" fmla="*/ 2995934 w 12192000"/>
              <a:gd name="connsiteY145" fmla="*/ 1967085 h 2237474"/>
              <a:gd name="connsiteX146" fmla="*/ 2980071 w 12192000"/>
              <a:gd name="connsiteY146" fmla="*/ 1972988 h 2237474"/>
              <a:gd name="connsiteX147" fmla="*/ 2978094 w 12192000"/>
              <a:gd name="connsiteY147" fmla="*/ 1972369 h 2237474"/>
              <a:gd name="connsiteX148" fmla="*/ 2942858 w 12192000"/>
              <a:gd name="connsiteY148" fmla="*/ 1981367 h 2237474"/>
              <a:gd name="connsiteX149" fmla="*/ 2875436 w 12192000"/>
              <a:gd name="connsiteY149" fmla="*/ 1996977 h 2237474"/>
              <a:gd name="connsiteX150" fmla="*/ 2874892 w 12192000"/>
              <a:gd name="connsiteY150" fmla="*/ 1996085 h 2237474"/>
              <a:gd name="connsiteX151" fmla="*/ 2864145 w 12192000"/>
              <a:gd name="connsiteY151" fmla="*/ 1994061 h 2237474"/>
              <a:gd name="connsiteX152" fmla="*/ 2843662 w 12192000"/>
              <a:gd name="connsiteY152" fmla="*/ 1992498 h 2237474"/>
              <a:gd name="connsiteX153" fmla="*/ 2796128 w 12192000"/>
              <a:gd name="connsiteY153" fmla="*/ 1976403 h 2237474"/>
              <a:gd name="connsiteX154" fmla="*/ 2756784 w 12192000"/>
              <a:gd name="connsiteY154" fmla="*/ 1985116 h 2237474"/>
              <a:gd name="connsiteX155" fmla="*/ 2748833 w 12192000"/>
              <a:gd name="connsiteY155" fmla="*/ 1986323 h 2237474"/>
              <a:gd name="connsiteX156" fmla="*/ 2748661 w 12192000"/>
              <a:gd name="connsiteY156" fmla="*/ 1986122 h 2237474"/>
              <a:gd name="connsiteX157" fmla="*/ 2740251 w 12192000"/>
              <a:gd name="connsiteY157" fmla="*/ 1986946 h 2237474"/>
              <a:gd name="connsiteX158" fmla="*/ 2718916 w 12192000"/>
              <a:gd name="connsiteY158" fmla="*/ 1990867 h 2237474"/>
              <a:gd name="connsiteX159" fmla="*/ 2713522 w 12192000"/>
              <a:gd name="connsiteY159" fmla="*/ 1990173 h 2237474"/>
              <a:gd name="connsiteX160" fmla="*/ 2680597 w 12192000"/>
              <a:gd name="connsiteY160" fmla="*/ 1984996 h 2237474"/>
              <a:gd name="connsiteX161" fmla="*/ 2578178 w 12192000"/>
              <a:gd name="connsiteY161" fmla="*/ 1990531 h 2237474"/>
              <a:gd name="connsiteX162" fmla="*/ 2476147 w 12192000"/>
              <a:gd name="connsiteY162" fmla="*/ 1998305 h 2237474"/>
              <a:gd name="connsiteX163" fmla="*/ 2373568 w 12192000"/>
              <a:gd name="connsiteY163" fmla="*/ 2003219 h 2237474"/>
              <a:gd name="connsiteX164" fmla="*/ 2321399 w 12192000"/>
              <a:gd name="connsiteY164" fmla="*/ 1989467 h 2237474"/>
              <a:gd name="connsiteX165" fmla="*/ 2315525 w 12192000"/>
              <a:gd name="connsiteY165" fmla="*/ 1989708 h 2237474"/>
              <a:gd name="connsiteX166" fmla="*/ 2300792 w 12192000"/>
              <a:gd name="connsiteY166" fmla="*/ 1994290 h 2237474"/>
              <a:gd name="connsiteX167" fmla="*/ 2295469 w 12192000"/>
              <a:gd name="connsiteY167" fmla="*/ 1996659 h 2237474"/>
              <a:gd name="connsiteX168" fmla="*/ 2287219 w 12192000"/>
              <a:gd name="connsiteY168" fmla="*/ 1998750 h 2237474"/>
              <a:gd name="connsiteX169" fmla="*/ 2286948 w 12192000"/>
              <a:gd name="connsiteY169" fmla="*/ 1998596 h 2237474"/>
              <a:gd name="connsiteX170" fmla="*/ 2243069 w 12192000"/>
              <a:gd name="connsiteY170" fmla="*/ 2015111 h 2237474"/>
              <a:gd name="connsiteX171" fmla="*/ 2186609 w 12192000"/>
              <a:gd name="connsiteY171" fmla="*/ 2008263 h 2237474"/>
              <a:gd name="connsiteX172" fmla="*/ 2164831 w 12192000"/>
              <a:gd name="connsiteY172" fmla="*/ 2010143 h 2237474"/>
              <a:gd name="connsiteX173" fmla="*/ 2152836 w 12192000"/>
              <a:gd name="connsiteY173" fmla="*/ 2010048 h 2237474"/>
              <a:gd name="connsiteX174" fmla="*/ 2117102 w 12192000"/>
              <a:gd name="connsiteY174" fmla="*/ 2023004 h 2237474"/>
              <a:gd name="connsiteX175" fmla="*/ 2111935 w 12192000"/>
              <a:gd name="connsiteY175" fmla="*/ 2023163 h 2237474"/>
              <a:gd name="connsiteX176" fmla="*/ 2089991 w 12192000"/>
              <a:gd name="connsiteY176" fmla="*/ 2034193 h 2237474"/>
              <a:gd name="connsiteX177" fmla="*/ 2058061 w 12192000"/>
              <a:gd name="connsiteY177" fmla="*/ 2047942 h 2237474"/>
              <a:gd name="connsiteX178" fmla="*/ 2055737 w 12192000"/>
              <a:gd name="connsiteY178" fmla="*/ 2047704 h 2237474"/>
              <a:gd name="connsiteX179" fmla="*/ 2042244 w 12192000"/>
              <a:gd name="connsiteY179" fmla="*/ 2055560 h 2237474"/>
              <a:gd name="connsiteX180" fmla="*/ 1976224 w 12192000"/>
              <a:gd name="connsiteY180" fmla="*/ 2074257 h 2237474"/>
              <a:gd name="connsiteX181" fmla="*/ 1877728 w 12192000"/>
              <a:gd name="connsiteY181" fmla="*/ 2101004 h 2237474"/>
              <a:gd name="connsiteX182" fmla="*/ 1759056 w 12192000"/>
              <a:gd name="connsiteY182" fmla="*/ 2125608 h 2237474"/>
              <a:gd name="connsiteX183" fmla="*/ 1637948 w 12192000"/>
              <a:gd name="connsiteY183" fmla="*/ 2172597 h 2237474"/>
              <a:gd name="connsiteX184" fmla="*/ 1434549 w 12192000"/>
              <a:gd name="connsiteY184" fmla="*/ 2234522 h 2237474"/>
              <a:gd name="connsiteX185" fmla="*/ 1398481 w 12192000"/>
              <a:gd name="connsiteY185" fmla="*/ 2237074 h 2237474"/>
              <a:gd name="connsiteX186" fmla="*/ 1398407 w 12192000"/>
              <a:gd name="connsiteY186" fmla="*/ 2237095 h 2237474"/>
              <a:gd name="connsiteX187" fmla="*/ 1370962 w 12192000"/>
              <a:gd name="connsiteY187" fmla="*/ 2237474 h 2237474"/>
              <a:gd name="connsiteX188" fmla="*/ 1356367 w 12192000"/>
              <a:gd name="connsiteY188" fmla="*/ 2235089 h 2237474"/>
              <a:gd name="connsiteX189" fmla="*/ 1324828 w 12192000"/>
              <a:gd name="connsiteY189" fmla="*/ 2231968 h 2237474"/>
              <a:gd name="connsiteX190" fmla="*/ 1297744 w 12192000"/>
              <a:gd name="connsiteY190" fmla="*/ 2235849 h 2237474"/>
              <a:gd name="connsiteX191" fmla="*/ 1286236 w 12192000"/>
              <a:gd name="connsiteY191" fmla="*/ 2233135 h 2237474"/>
              <a:gd name="connsiteX192" fmla="*/ 1283504 w 12192000"/>
              <a:gd name="connsiteY192" fmla="*/ 2233797 h 2237474"/>
              <a:gd name="connsiteX193" fmla="*/ 1279765 w 12192000"/>
              <a:gd name="connsiteY193" fmla="*/ 2229639 h 2237474"/>
              <a:gd name="connsiteX194" fmla="*/ 1195347 w 12192000"/>
              <a:gd name="connsiteY194" fmla="*/ 2212354 h 2237474"/>
              <a:gd name="connsiteX195" fmla="*/ 970251 w 12192000"/>
              <a:gd name="connsiteY195" fmla="*/ 2221029 h 2237474"/>
              <a:gd name="connsiteX196" fmla="*/ 812914 w 12192000"/>
              <a:gd name="connsiteY196" fmla="*/ 2202752 h 2237474"/>
              <a:gd name="connsiteX197" fmla="*/ 800195 w 12192000"/>
              <a:gd name="connsiteY197" fmla="*/ 2209407 h 2237474"/>
              <a:gd name="connsiteX198" fmla="*/ 784978 w 12192000"/>
              <a:gd name="connsiteY198" fmla="*/ 2212360 h 2237474"/>
              <a:gd name="connsiteX199" fmla="*/ 681987 w 12192000"/>
              <a:gd name="connsiteY199" fmla="*/ 2216757 h 2237474"/>
              <a:gd name="connsiteX200" fmla="*/ 669923 w 12192000"/>
              <a:gd name="connsiteY200" fmla="*/ 2211682 h 2237474"/>
              <a:gd name="connsiteX201" fmla="*/ 648680 w 12192000"/>
              <a:gd name="connsiteY201" fmla="*/ 2206229 h 2237474"/>
              <a:gd name="connsiteX202" fmla="*/ 597225 w 12192000"/>
              <a:gd name="connsiteY202" fmla="*/ 2180999 h 2237474"/>
              <a:gd name="connsiteX203" fmla="*/ 558449 w 12192000"/>
              <a:gd name="connsiteY203" fmla="*/ 2182346 h 2237474"/>
              <a:gd name="connsiteX204" fmla="*/ 550517 w 12192000"/>
              <a:gd name="connsiteY204" fmla="*/ 2182060 h 2237474"/>
              <a:gd name="connsiteX205" fmla="*/ 550309 w 12192000"/>
              <a:gd name="connsiteY205" fmla="*/ 2181825 h 2237474"/>
              <a:gd name="connsiteX206" fmla="*/ 541836 w 12192000"/>
              <a:gd name="connsiteY206" fmla="*/ 2181063 h 2237474"/>
              <a:gd name="connsiteX207" fmla="*/ 536057 w 12192000"/>
              <a:gd name="connsiteY207" fmla="*/ 2181537 h 2237474"/>
              <a:gd name="connsiteX208" fmla="*/ 520671 w 12192000"/>
              <a:gd name="connsiteY208" fmla="*/ 2180980 h 2237474"/>
              <a:gd name="connsiteX209" fmla="*/ 515024 w 12192000"/>
              <a:gd name="connsiteY209" fmla="*/ 2179258 h 2237474"/>
              <a:gd name="connsiteX210" fmla="*/ 512278 w 12192000"/>
              <a:gd name="connsiteY210" fmla="*/ 2176369 h 2237474"/>
              <a:gd name="connsiteX211" fmla="*/ 480419 w 12192000"/>
              <a:gd name="connsiteY211" fmla="*/ 2167807 h 2237474"/>
              <a:gd name="connsiteX212" fmla="*/ 413835 w 12192000"/>
              <a:gd name="connsiteY212" fmla="*/ 2156783 h 2237474"/>
              <a:gd name="connsiteX213" fmla="*/ 376513 w 12192000"/>
              <a:gd name="connsiteY213" fmla="*/ 2154014 h 2237474"/>
              <a:gd name="connsiteX214" fmla="*/ 273386 w 12192000"/>
              <a:gd name="connsiteY214" fmla="*/ 2142551 h 2237474"/>
              <a:gd name="connsiteX215" fmla="*/ 169207 w 12192000"/>
              <a:gd name="connsiteY215" fmla="*/ 2128100 h 2237474"/>
              <a:gd name="connsiteX216" fmla="*/ 93149 w 12192000"/>
              <a:gd name="connsiteY216" fmla="*/ 2105324 h 2237474"/>
              <a:gd name="connsiteX217" fmla="*/ 88109 w 12192000"/>
              <a:gd name="connsiteY217" fmla="*/ 2106704 h 2237474"/>
              <a:gd name="connsiteX218" fmla="*/ 80022 w 12192000"/>
              <a:gd name="connsiteY218" fmla="*/ 2107254 h 2237474"/>
              <a:gd name="connsiteX219" fmla="*/ 79717 w 12192000"/>
              <a:gd name="connsiteY219" fmla="*/ 2107046 h 2237474"/>
              <a:gd name="connsiteX220" fmla="*/ 72352 w 12192000"/>
              <a:gd name="connsiteY220" fmla="*/ 2107991 h 2237474"/>
              <a:gd name="connsiteX221" fmla="*/ 37645 w 12192000"/>
              <a:gd name="connsiteY221" fmla="*/ 2115401 h 2237474"/>
              <a:gd name="connsiteX222" fmla="*/ 4572 w 12192000"/>
              <a:gd name="connsiteY222" fmla="*/ 2111091 h 2237474"/>
              <a:gd name="connsiteX223" fmla="*/ 0 w 12192000"/>
              <a:gd name="connsiteY223" fmla="*/ 2110468 h 2237474"/>
              <a:gd name="connsiteX224" fmla="*/ 0 w 12192000"/>
              <a:gd name="connsiteY22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84170 w 12192000"/>
              <a:gd name="connsiteY109" fmla="*/ 1849402 h 2237474"/>
              <a:gd name="connsiteX110" fmla="*/ 5168852 w 12192000"/>
              <a:gd name="connsiteY110" fmla="*/ 1844846 h 2237474"/>
              <a:gd name="connsiteX111" fmla="*/ 5114927 w 12192000"/>
              <a:gd name="connsiteY111" fmla="*/ 1847827 h 2237474"/>
              <a:gd name="connsiteX112" fmla="*/ 5108970 w 12192000"/>
              <a:gd name="connsiteY112" fmla="*/ 1847935 h 2237474"/>
              <a:gd name="connsiteX113" fmla="*/ 5067961 w 12192000"/>
              <a:gd name="connsiteY113" fmla="*/ 1845917 h 2237474"/>
              <a:gd name="connsiteX114" fmla="*/ 5007075 w 12192000"/>
              <a:gd name="connsiteY114" fmla="*/ 1838626 h 2237474"/>
              <a:gd name="connsiteX115" fmla="*/ 4944087 w 12192000"/>
              <a:gd name="connsiteY115" fmla="*/ 1823332 h 2237474"/>
              <a:gd name="connsiteX116" fmla="*/ 4907662 w 12192000"/>
              <a:gd name="connsiteY116" fmla="*/ 1816900 h 2237474"/>
              <a:gd name="connsiteX117" fmla="*/ 4882386 w 12192000"/>
              <a:gd name="connsiteY117" fmla="*/ 1809844 h 2237474"/>
              <a:gd name="connsiteX118" fmla="*/ 4811440 w 12192000"/>
              <a:gd name="connsiteY118" fmla="*/ 1804655 h 2237474"/>
              <a:gd name="connsiteX119" fmla="*/ 4691075 w 12192000"/>
              <a:gd name="connsiteY119" fmla="*/ 1801389 h 2237474"/>
              <a:gd name="connsiteX120" fmla="*/ 4611738 w 12192000"/>
              <a:gd name="connsiteY120" fmla="*/ 1776964 h 2237474"/>
              <a:gd name="connsiteX121" fmla="*/ 4560070 w 12192000"/>
              <a:gd name="connsiteY121" fmla="*/ 1785640 h 2237474"/>
              <a:gd name="connsiteX122" fmla="*/ 4536503 w 12192000"/>
              <a:gd name="connsiteY122" fmla="*/ 1785334 h 2237474"/>
              <a:gd name="connsiteX123" fmla="*/ 4513724 w 12192000"/>
              <a:gd name="connsiteY123" fmla="*/ 1791996 h 2237474"/>
              <a:gd name="connsiteX124" fmla="*/ 4459810 w 12192000"/>
              <a:gd name="connsiteY124" fmla="*/ 1797886 h 2237474"/>
              <a:gd name="connsiteX125" fmla="*/ 4379064 w 12192000"/>
              <a:gd name="connsiteY125" fmla="*/ 1817177 h 2237474"/>
              <a:gd name="connsiteX126" fmla="*/ 4319209 w 12192000"/>
              <a:gd name="connsiteY126" fmla="*/ 1834833 h 2237474"/>
              <a:gd name="connsiteX127" fmla="*/ 4290981 w 12192000"/>
              <a:gd name="connsiteY127" fmla="*/ 1839677 h 2237474"/>
              <a:gd name="connsiteX128" fmla="*/ 4285792 w 12192000"/>
              <a:gd name="connsiteY128" fmla="*/ 1836231 h 2237474"/>
              <a:gd name="connsiteX129" fmla="*/ 4238372 w 12192000"/>
              <a:gd name="connsiteY129" fmla="*/ 1851480 h 2237474"/>
              <a:gd name="connsiteX130" fmla="*/ 4232517 w 12192000"/>
              <a:gd name="connsiteY130" fmla="*/ 1852567 h 2237474"/>
              <a:gd name="connsiteX131" fmla="*/ 4191732 w 12192000"/>
              <a:gd name="connsiteY131" fmla="*/ 1857328 h 2237474"/>
              <a:gd name="connsiteX132" fmla="*/ 4065532 w 12192000"/>
              <a:gd name="connsiteY132" fmla="*/ 1855477 h 2237474"/>
              <a:gd name="connsiteX133" fmla="*/ 4028460 w 12192000"/>
              <a:gd name="connsiteY133" fmla="*/ 1855137 h 2237474"/>
              <a:gd name="connsiteX134" fmla="*/ 4002267 w 12192000"/>
              <a:gd name="connsiteY134" fmla="*/ 1852352 h 2237474"/>
              <a:gd name="connsiteX135" fmla="*/ 3931396 w 12192000"/>
              <a:gd name="connsiteY135" fmla="*/ 1858915 h 2237474"/>
              <a:gd name="connsiteX136" fmla="*/ 3812162 w 12192000"/>
              <a:gd name="connsiteY136" fmla="*/ 1875501 h 2237474"/>
              <a:gd name="connsiteX137" fmla="*/ 3729530 w 12192000"/>
              <a:gd name="connsiteY137" fmla="*/ 1864513 h 2237474"/>
              <a:gd name="connsiteX138" fmla="*/ 3680177 w 12192000"/>
              <a:gd name="connsiteY138" fmla="*/ 1881552 h 2237474"/>
              <a:gd name="connsiteX139" fmla="*/ 3567259 w 12192000"/>
              <a:gd name="connsiteY139" fmla="*/ 1893482 h 2237474"/>
              <a:gd name="connsiteX140" fmla="*/ 3405770 w 12192000"/>
              <a:gd name="connsiteY140" fmla="*/ 1904591 h 2237474"/>
              <a:gd name="connsiteX141" fmla="*/ 3280097 w 12192000"/>
              <a:gd name="connsiteY141" fmla="*/ 1919610 h 2237474"/>
              <a:gd name="connsiteX142" fmla="*/ 3123424 w 12192000"/>
              <a:gd name="connsiteY142" fmla="*/ 1952930 h 2237474"/>
              <a:gd name="connsiteX143" fmla="*/ 3009910 w 12192000"/>
              <a:gd name="connsiteY143" fmla="*/ 1957866 h 2237474"/>
              <a:gd name="connsiteX144" fmla="*/ 2995934 w 12192000"/>
              <a:gd name="connsiteY144" fmla="*/ 1967085 h 2237474"/>
              <a:gd name="connsiteX145" fmla="*/ 2980071 w 12192000"/>
              <a:gd name="connsiteY145" fmla="*/ 1972988 h 2237474"/>
              <a:gd name="connsiteX146" fmla="*/ 2978094 w 12192000"/>
              <a:gd name="connsiteY146" fmla="*/ 1972369 h 2237474"/>
              <a:gd name="connsiteX147" fmla="*/ 2942858 w 12192000"/>
              <a:gd name="connsiteY147" fmla="*/ 1981367 h 2237474"/>
              <a:gd name="connsiteX148" fmla="*/ 2875436 w 12192000"/>
              <a:gd name="connsiteY148" fmla="*/ 1996977 h 2237474"/>
              <a:gd name="connsiteX149" fmla="*/ 2874892 w 12192000"/>
              <a:gd name="connsiteY149" fmla="*/ 1996085 h 2237474"/>
              <a:gd name="connsiteX150" fmla="*/ 2864145 w 12192000"/>
              <a:gd name="connsiteY150" fmla="*/ 1994061 h 2237474"/>
              <a:gd name="connsiteX151" fmla="*/ 2843662 w 12192000"/>
              <a:gd name="connsiteY151" fmla="*/ 1992498 h 2237474"/>
              <a:gd name="connsiteX152" fmla="*/ 2796128 w 12192000"/>
              <a:gd name="connsiteY152" fmla="*/ 1976403 h 2237474"/>
              <a:gd name="connsiteX153" fmla="*/ 2756784 w 12192000"/>
              <a:gd name="connsiteY153" fmla="*/ 1985116 h 2237474"/>
              <a:gd name="connsiteX154" fmla="*/ 2748833 w 12192000"/>
              <a:gd name="connsiteY154" fmla="*/ 1986323 h 2237474"/>
              <a:gd name="connsiteX155" fmla="*/ 2748661 w 12192000"/>
              <a:gd name="connsiteY155" fmla="*/ 1986122 h 2237474"/>
              <a:gd name="connsiteX156" fmla="*/ 2740251 w 12192000"/>
              <a:gd name="connsiteY156" fmla="*/ 1986946 h 2237474"/>
              <a:gd name="connsiteX157" fmla="*/ 2718916 w 12192000"/>
              <a:gd name="connsiteY157" fmla="*/ 1990867 h 2237474"/>
              <a:gd name="connsiteX158" fmla="*/ 2713522 w 12192000"/>
              <a:gd name="connsiteY158" fmla="*/ 1990173 h 2237474"/>
              <a:gd name="connsiteX159" fmla="*/ 2680597 w 12192000"/>
              <a:gd name="connsiteY159" fmla="*/ 1984996 h 2237474"/>
              <a:gd name="connsiteX160" fmla="*/ 2578178 w 12192000"/>
              <a:gd name="connsiteY160" fmla="*/ 1990531 h 2237474"/>
              <a:gd name="connsiteX161" fmla="*/ 2476147 w 12192000"/>
              <a:gd name="connsiteY161" fmla="*/ 1998305 h 2237474"/>
              <a:gd name="connsiteX162" fmla="*/ 2373568 w 12192000"/>
              <a:gd name="connsiteY162" fmla="*/ 2003219 h 2237474"/>
              <a:gd name="connsiteX163" fmla="*/ 2321399 w 12192000"/>
              <a:gd name="connsiteY163" fmla="*/ 1989467 h 2237474"/>
              <a:gd name="connsiteX164" fmla="*/ 2315525 w 12192000"/>
              <a:gd name="connsiteY164" fmla="*/ 1989708 h 2237474"/>
              <a:gd name="connsiteX165" fmla="*/ 2300792 w 12192000"/>
              <a:gd name="connsiteY165" fmla="*/ 1994290 h 2237474"/>
              <a:gd name="connsiteX166" fmla="*/ 2295469 w 12192000"/>
              <a:gd name="connsiteY166" fmla="*/ 1996659 h 2237474"/>
              <a:gd name="connsiteX167" fmla="*/ 2287219 w 12192000"/>
              <a:gd name="connsiteY167" fmla="*/ 1998750 h 2237474"/>
              <a:gd name="connsiteX168" fmla="*/ 2286948 w 12192000"/>
              <a:gd name="connsiteY168" fmla="*/ 1998596 h 2237474"/>
              <a:gd name="connsiteX169" fmla="*/ 2243069 w 12192000"/>
              <a:gd name="connsiteY169" fmla="*/ 2015111 h 2237474"/>
              <a:gd name="connsiteX170" fmla="*/ 2186609 w 12192000"/>
              <a:gd name="connsiteY170" fmla="*/ 2008263 h 2237474"/>
              <a:gd name="connsiteX171" fmla="*/ 2164831 w 12192000"/>
              <a:gd name="connsiteY171" fmla="*/ 2010143 h 2237474"/>
              <a:gd name="connsiteX172" fmla="*/ 2152836 w 12192000"/>
              <a:gd name="connsiteY172" fmla="*/ 2010048 h 2237474"/>
              <a:gd name="connsiteX173" fmla="*/ 2117102 w 12192000"/>
              <a:gd name="connsiteY173" fmla="*/ 2023004 h 2237474"/>
              <a:gd name="connsiteX174" fmla="*/ 2111935 w 12192000"/>
              <a:gd name="connsiteY174" fmla="*/ 2023163 h 2237474"/>
              <a:gd name="connsiteX175" fmla="*/ 2089991 w 12192000"/>
              <a:gd name="connsiteY175" fmla="*/ 2034193 h 2237474"/>
              <a:gd name="connsiteX176" fmla="*/ 2058061 w 12192000"/>
              <a:gd name="connsiteY176" fmla="*/ 2047942 h 2237474"/>
              <a:gd name="connsiteX177" fmla="*/ 2055737 w 12192000"/>
              <a:gd name="connsiteY177" fmla="*/ 2047704 h 2237474"/>
              <a:gd name="connsiteX178" fmla="*/ 2042244 w 12192000"/>
              <a:gd name="connsiteY178" fmla="*/ 2055560 h 2237474"/>
              <a:gd name="connsiteX179" fmla="*/ 1976224 w 12192000"/>
              <a:gd name="connsiteY179" fmla="*/ 2074257 h 2237474"/>
              <a:gd name="connsiteX180" fmla="*/ 1877728 w 12192000"/>
              <a:gd name="connsiteY180" fmla="*/ 2101004 h 2237474"/>
              <a:gd name="connsiteX181" fmla="*/ 1759056 w 12192000"/>
              <a:gd name="connsiteY181" fmla="*/ 2125608 h 2237474"/>
              <a:gd name="connsiteX182" fmla="*/ 1637948 w 12192000"/>
              <a:gd name="connsiteY182" fmla="*/ 2172597 h 2237474"/>
              <a:gd name="connsiteX183" fmla="*/ 1434549 w 12192000"/>
              <a:gd name="connsiteY183" fmla="*/ 2234522 h 2237474"/>
              <a:gd name="connsiteX184" fmla="*/ 1398481 w 12192000"/>
              <a:gd name="connsiteY184" fmla="*/ 2237074 h 2237474"/>
              <a:gd name="connsiteX185" fmla="*/ 1398407 w 12192000"/>
              <a:gd name="connsiteY185" fmla="*/ 2237095 h 2237474"/>
              <a:gd name="connsiteX186" fmla="*/ 1370962 w 12192000"/>
              <a:gd name="connsiteY186" fmla="*/ 2237474 h 2237474"/>
              <a:gd name="connsiteX187" fmla="*/ 1356367 w 12192000"/>
              <a:gd name="connsiteY187" fmla="*/ 2235089 h 2237474"/>
              <a:gd name="connsiteX188" fmla="*/ 1324828 w 12192000"/>
              <a:gd name="connsiteY188" fmla="*/ 2231968 h 2237474"/>
              <a:gd name="connsiteX189" fmla="*/ 1297744 w 12192000"/>
              <a:gd name="connsiteY189" fmla="*/ 2235849 h 2237474"/>
              <a:gd name="connsiteX190" fmla="*/ 1286236 w 12192000"/>
              <a:gd name="connsiteY190" fmla="*/ 2233135 h 2237474"/>
              <a:gd name="connsiteX191" fmla="*/ 1283504 w 12192000"/>
              <a:gd name="connsiteY191" fmla="*/ 2233797 h 2237474"/>
              <a:gd name="connsiteX192" fmla="*/ 1279765 w 12192000"/>
              <a:gd name="connsiteY192" fmla="*/ 2229639 h 2237474"/>
              <a:gd name="connsiteX193" fmla="*/ 1195347 w 12192000"/>
              <a:gd name="connsiteY193" fmla="*/ 2212354 h 2237474"/>
              <a:gd name="connsiteX194" fmla="*/ 970251 w 12192000"/>
              <a:gd name="connsiteY194" fmla="*/ 2221029 h 2237474"/>
              <a:gd name="connsiteX195" fmla="*/ 812914 w 12192000"/>
              <a:gd name="connsiteY195" fmla="*/ 2202752 h 2237474"/>
              <a:gd name="connsiteX196" fmla="*/ 800195 w 12192000"/>
              <a:gd name="connsiteY196" fmla="*/ 2209407 h 2237474"/>
              <a:gd name="connsiteX197" fmla="*/ 784978 w 12192000"/>
              <a:gd name="connsiteY197" fmla="*/ 2212360 h 2237474"/>
              <a:gd name="connsiteX198" fmla="*/ 681987 w 12192000"/>
              <a:gd name="connsiteY198" fmla="*/ 2216757 h 2237474"/>
              <a:gd name="connsiteX199" fmla="*/ 669923 w 12192000"/>
              <a:gd name="connsiteY199" fmla="*/ 2211682 h 2237474"/>
              <a:gd name="connsiteX200" fmla="*/ 648680 w 12192000"/>
              <a:gd name="connsiteY200" fmla="*/ 2206229 h 2237474"/>
              <a:gd name="connsiteX201" fmla="*/ 597225 w 12192000"/>
              <a:gd name="connsiteY201" fmla="*/ 2180999 h 2237474"/>
              <a:gd name="connsiteX202" fmla="*/ 558449 w 12192000"/>
              <a:gd name="connsiteY202" fmla="*/ 2182346 h 2237474"/>
              <a:gd name="connsiteX203" fmla="*/ 550517 w 12192000"/>
              <a:gd name="connsiteY203" fmla="*/ 2182060 h 2237474"/>
              <a:gd name="connsiteX204" fmla="*/ 550309 w 12192000"/>
              <a:gd name="connsiteY204" fmla="*/ 2181825 h 2237474"/>
              <a:gd name="connsiteX205" fmla="*/ 541836 w 12192000"/>
              <a:gd name="connsiteY205" fmla="*/ 2181063 h 2237474"/>
              <a:gd name="connsiteX206" fmla="*/ 536057 w 12192000"/>
              <a:gd name="connsiteY206" fmla="*/ 2181537 h 2237474"/>
              <a:gd name="connsiteX207" fmla="*/ 520671 w 12192000"/>
              <a:gd name="connsiteY207" fmla="*/ 2180980 h 2237474"/>
              <a:gd name="connsiteX208" fmla="*/ 515024 w 12192000"/>
              <a:gd name="connsiteY208" fmla="*/ 2179258 h 2237474"/>
              <a:gd name="connsiteX209" fmla="*/ 512278 w 12192000"/>
              <a:gd name="connsiteY209" fmla="*/ 2176369 h 2237474"/>
              <a:gd name="connsiteX210" fmla="*/ 480419 w 12192000"/>
              <a:gd name="connsiteY210" fmla="*/ 2167807 h 2237474"/>
              <a:gd name="connsiteX211" fmla="*/ 413835 w 12192000"/>
              <a:gd name="connsiteY211" fmla="*/ 2156783 h 2237474"/>
              <a:gd name="connsiteX212" fmla="*/ 376513 w 12192000"/>
              <a:gd name="connsiteY212" fmla="*/ 2154014 h 2237474"/>
              <a:gd name="connsiteX213" fmla="*/ 273386 w 12192000"/>
              <a:gd name="connsiteY213" fmla="*/ 2142551 h 2237474"/>
              <a:gd name="connsiteX214" fmla="*/ 169207 w 12192000"/>
              <a:gd name="connsiteY214" fmla="*/ 2128100 h 2237474"/>
              <a:gd name="connsiteX215" fmla="*/ 93149 w 12192000"/>
              <a:gd name="connsiteY215" fmla="*/ 2105324 h 2237474"/>
              <a:gd name="connsiteX216" fmla="*/ 88109 w 12192000"/>
              <a:gd name="connsiteY216" fmla="*/ 2106704 h 2237474"/>
              <a:gd name="connsiteX217" fmla="*/ 80022 w 12192000"/>
              <a:gd name="connsiteY217" fmla="*/ 2107254 h 2237474"/>
              <a:gd name="connsiteX218" fmla="*/ 79717 w 12192000"/>
              <a:gd name="connsiteY218" fmla="*/ 2107046 h 2237474"/>
              <a:gd name="connsiteX219" fmla="*/ 72352 w 12192000"/>
              <a:gd name="connsiteY219" fmla="*/ 2107991 h 2237474"/>
              <a:gd name="connsiteX220" fmla="*/ 37645 w 12192000"/>
              <a:gd name="connsiteY220" fmla="*/ 2115401 h 2237474"/>
              <a:gd name="connsiteX221" fmla="*/ 4572 w 12192000"/>
              <a:gd name="connsiteY221" fmla="*/ 2111091 h 2237474"/>
              <a:gd name="connsiteX222" fmla="*/ 0 w 12192000"/>
              <a:gd name="connsiteY222" fmla="*/ 2110468 h 2237474"/>
              <a:gd name="connsiteX223" fmla="*/ 0 w 12192000"/>
              <a:gd name="connsiteY22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98322 w 12192000"/>
              <a:gd name="connsiteY67" fmla="*/ 1345689 h 2237474"/>
              <a:gd name="connsiteX68" fmla="*/ 7875879 w 12192000"/>
              <a:gd name="connsiteY68" fmla="*/ 1345646 h 2237474"/>
              <a:gd name="connsiteX69" fmla="*/ 7840612 w 12192000"/>
              <a:gd name="connsiteY69" fmla="*/ 1369373 h 2237474"/>
              <a:gd name="connsiteX70" fmla="*/ 7786819 w 12192000"/>
              <a:gd name="connsiteY70" fmla="*/ 1378970 h 2237474"/>
              <a:gd name="connsiteX71" fmla="*/ 7548172 w 12192000"/>
              <a:gd name="connsiteY71" fmla="*/ 1417460 h 2237474"/>
              <a:gd name="connsiteX72" fmla="*/ 7483437 w 12192000"/>
              <a:gd name="connsiteY72" fmla="*/ 1478152 h 2237474"/>
              <a:gd name="connsiteX73" fmla="*/ 7377870 w 12192000"/>
              <a:gd name="connsiteY73" fmla="*/ 1523319 h 2237474"/>
              <a:gd name="connsiteX74" fmla="*/ 7230737 w 12192000"/>
              <a:gd name="connsiteY74" fmla="*/ 1562633 h 2237474"/>
              <a:gd name="connsiteX75" fmla="*/ 7224458 w 12192000"/>
              <a:gd name="connsiteY75" fmla="*/ 1573008 h 2237474"/>
              <a:gd name="connsiteX76" fmla="*/ 7213486 w 12192000"/>
              <a:gd name="connsiteY76" fmla="*/ 1580987 h 2237474"/>
              <a:gd name="connsiteX77" fmla="*/ 7183121 w 12192000"/>
              <a:gd name="connsiteY77" fmla="*/ 1595162 h 2237474"/>
              <a:gd name="connsiteX78" fmla="*/ 7164601 w 12192000"/>
              <a:gd name="connsiteY78" fmla="*/ 1606490 h 2237474"/>
              <a:gd name="connsiteX79" fmla="*/ 7114651 w 12192000"/>
              <a:gd name="connsiteY79" fmla="*/ 1620959 h 2237474"/>
              <a:gd name="connsiteX80" fmla="*/ 7092727 w 12192000"/>
              <a:gd name="connsiteY80" fmla="*/ 1623628 h 2237474"/>
              <a:gd name="connsiteX81" fmla="*/ 7031309 w 12192000"/>
              <a:gd name="connsiteY81" fmla="*/ 1619451 h 2237474"/>
              <a:gd name="connsiteX82" fmla="*/ 6999084 w 12192000"/>
              <a:gd name="connsiteY82" fmla="*/ 1634317 h 2237474"/>
              <a:gd name="connsiteX83" fmla="*/ 6992107 w 12192000"/>
              <a:gd name="connsiteY83" fmla="*/ 1636860 h 2237474"/>
              <a:gd name="connsiteX84" fmla="*/ 6991765 w 12192000"/>
              <a:gd name="connsiteY84" fmla="*/ 1636725 h 2237474"/>
              <a:gd name="connsiteX85" fmla="*/ 6900177 w 12192000"/>
              <a:gd name="connsiteY85" fmla="*/ 1636016 h 2237474"/>
              <a:gd name="connsiteX86" fmla="*/ 6795372 w 12192000"/>
              <a:gd name="connsiteY86" fmla="*/ 1644845 h 2237474"/>
              <a:gd name="connsiteX87" fmla="*/ 6692251 w 12192000"/>
              <a:gd name="connsiteY87" fmla="*/ 1656357 h 2237474"/>
              <a:gd name="connsiteX88" fmla="*/ 6655235 w 12192000"/>
              <a:gd name="connsiteY88" fmla="*/ 1661869 h 2237474"/>
              <a:gd name="connsiteX89" fmla="*/ 6587857 w 12192000"/>
              <a:gd name="connsiteY89" fmla="*/ 1665769 h 2237474"/>
              <a:gd name="connsiteX90" fmla="*/ 6554894 w 12192000"/>
              <a:gd name="connsiteY90" fmla="*/ 1664428 h 2237474"/>
              <a:gd name="connsiteX91" fmla="*/ 6516595 w 12192000"/>
              <a:gd name="connsiteY91" fmla="*/ 1667475 h 2237474"/>
              <a:gd name="connsiteX92" fmla="*/ 6508541 w 12192000"/>
              <a:gd name="connsiteY92" fmla="*/ 1668757 h 2237474"/>
              <a:gd name="connsiteX93" fmla="*/ 6471012 w 12192000"/>
              <a:gd name="connsiteY93" fmla="*/ 1678604 h 2237474"/>
              <a:gd name="connsiteX94" fmla="*/ 6415265 w 12192000"/>
              <a:gd name="connsiteY94" fmla="*/ 1665317 h 2237474"/>
              <a:gd name="connsiteX95" fmla="*/ 6364035 w 12192000"/>
              <a:gd name="connsiteY95" fmla="*/ 1667683 h 2237474"/>
              <a:gd name="connsiteX96" fmla="*/ 6280959 w 12192000"/>
              <a:gd name="connsiteY96" fmla="*/ 1689329 h 2237474"/>
              <a:gd name="connsiteX97" fmla="*/ 6243319 w 12192000"/>
              <a:gd name="connsiteY97" fmla="*/ 1695560 h 2237474"/>
              <a:gd name="connsiteX98" fmla="*/ 6098321 w 12192000"/>
              <a:gd name="connsiteY98" fmla="*/ 1721646 h 2237474"/>
              <a:gd name="connsiteX99" fmla="*/ 5880652 w 12192000"/>
              <a:gd name="connsiteY99" fmla="*/ 1779643 h 2237474"/>
              <a:gd name="connsiteX100" fmla="*/ 5785959 w 12192000"/>
              <a:gd name="connsiteY100" fmla="*/ 1775307 h 2237474"/>
              <a:gd name="connsiteX101" fmla="*/ 5643534 w 12192000"/>
              <a:gd name="connsiteY101" fmla="*/ 1802919 h 2237474"/>
              <a:gd name="connsiteX102" fmla="*/ 5518799 w 12192000"/>
              <a:gd name="connsiteY102" fmla="*/ 1818312 h 2237474"/>
              <a:gd name="connsiteX103" fmla="*/ 5505014 w 12192000"/>
              <a:gd name="connsiteY103" fmla="*/ 1819259 h 2237474"/>
              <a:gd name="connsiteX104" fmla="*/ 5453307 w 12192000"/>
              <a:gd name="connsiteY104" fmla="*/ 1815450 h 2237474"/>
              <a:gd name="connsiteX105" fmla="*/ 5364192 w 12192000"/>
              <a:gd name="connsiteY105" fmla="*/ 1826074 h 2237474"/>
              <a:gd name="connsiteX106" fmla="*/ 5350380 w 12192000"/>
              <a:gd name="connsiteY106" fmla="*/ 1830891 h 2237474"/>
              <a:gd name="connsiteX107" fmla="*/ 5259633 w 12192000"/>
              <a:gd name="connsiteY107" fmla="*/ 1837160 h 2237474"/>
              <a:gd name="connsiteX108" fmla="*/ 5197513 w 12192000"/>
              <a:gd name="connsiteY108" fmla="*/ 1844718 h 2237474"/>
              <a:gd name="connsiteX109" fmla="*/ 5168852 w 12192000"/>
              <a:gd name="connsiteY109" fmla="*/ 1844846 h 2237474"/>
              <a:gd name="connsiteX110" fmla="*/ 5114927 w 12192000"/>
              <a:gd name="connsiteY110" fmla="*/ 1847827 h 2237474"/>
              <a:gd name="connsiteX111" fmla="*/ 5108970 w 12192000"/>
              <a:gd name="connsiteY111" fmla="*/ 1847935 h 2237474"/>
              <a:gd name="connsiteX112" fmla="*/ 5067961 w 12192000"/>
              <a:gd name="connsiteY112" fmla="*/ 1845917 h 2237474"/>
              <a:gd name="connsiteX113" fmla="*/ 5007075 w 12192000"/>
              <a:gd name="connsiteY113" fmla="*/ 1838626 h 2237474"/>
              <a:gd name="connsiteX114" fmla="*/ 4944087 w 12192000"/>
              <a:gd name="connsiteY114" fmla="*/ 1823332 h 2237474"/>
              <a:gd name="connsiteX115" fmla="*/ 4907662 w 12192000"/>
              <a:gd name="connsiteY115" fmla="*/ 1816900 h 2237474"/>
              <a:gd name="connsiteX116" fmla="*/ 4882386 w 12192000"/>
              <a:gd name="connsiteY116" fmla="*/ 1809844 h 2237474"/>
              <a:gd name="connsiteX117" fmla="*/ 4811440 w 12192000"/>
              <a:gd name="connsiteY117" fmla="*/ 1804655 h 2237474"/>
              <a:gd name="connsiteX118" fmla="*/ 4691075 w 12192000"/>
              <a:gd name="connsiteY118" fmla="*/ 1801389 h 2237474"/>
              <a:gd name="connsiteX119" fmla="*/ 4611738 w 12192000"/>
              <a:gd name="connsiteY119" fmla="*/ 1776964 h 2237474"/>
              <a:gd name="connsiteX120" fmla="*/ 4560070 w 12192000"/>
              <a:gd name="connsiteY120" fmla="*/ 1785640 h 2237474"/>
              <a:gd name="connsiteX121" fmla="*/ 4536503 w 12192000"/>
              <a:gd name="connsiteY121" fmla="*/ 1785334 h 2237474"/>
              <a:gd name="connsiteX122" fmla="*/ 4513724 w 12192000"/>
              <a:gd name="connsiteY122" fmla="*/ 1791996 h 2237474"/>
              <a:gd name="connsiteX123" fmla="*/ 4459810 w 12192000"/>
              <a:gd name="connsiteY123" fmla="*/ 1797886 h 2237474"/>
              <a:gd name="connsiteX124" fmla="*/ 4379064 w 12192000"/>
              <a:gd name="connsiteY124" fmla="*/ 1817177 h 2237474"/>
              <a:gd name="connsiteX125" fmla="*/ 4319209 w 12192000"/>
              <a:gd name="connsiteY125" fmla="*/ 1834833 h 2237474"/>
              <a:gd name="connsiteX126" fmla="*/ 4290981 w 12192000"/>
              <a:gd name="connsiteY126" fmla="*/ 1839677 h 2237474"/>
              <a:gd name="connsiteX127" fmla="*/ 4285792 w 12192000"/>
              <a:gd name="connsiteY127" fmla="*/ 1836231 h 2237474"/>
              <a:gd name="connsiteX128" fmla="*/ 4238372 w 12192000"/>
              <a:gd name="connsiteY128" fmla="*/ 1851480 h 2237474"/>
              <a:gd name="connsiteX129" fmla="*/ 4232517 w 12192000"/>
              <a:gd name="connsiteY129" fmla="*/ 1852567 h 2237474"/>
              <a:gd name="connsiteX130" fmla="*/ 4191732 w 12192000"/>
              <a:gd name="connsiteY130" fmla="*/ 1857328 h 2237474"/>
              <a:gd name="connsiteX131" fmla="*/ 4065532 w 12192000"/>
              <a:gd name="connsiteY131" fmla="*/ 1855477 h 2237474"/>
              <a:gd name="connsiteX132" fmla="*/ 4028460 w 12192000"/>
              <a:gd name="connsiteY132" fmla="*/ 1855137 h 2237474"/>
              <a:gd name="connsiteX133" fmla="*/ 4002267 w 12192000"/>
              <a:gd name="connsiteY133" fmla="*/ 1852352 h 2237474"/>
              <a:gd name="connsiteX134" fmla="*/ 3931396 w 12192000"/>
              <a:gd name="connsiteY134" fmla="*/ 1858915 h 2237474"/>
              <a:gd name="connsiteX135" fmla="*/ 3812162 w 12192000"/>
              <a:gd name="connsiteY135" fmla="*/ 1875501 h 2237474"/>
              <a:gd name="connsiteX136" fmla="*/ 3729530 w 12192000"/>
              <a:gd name="connsiteY136" fmla="*/ 1864513 h 2237474"/>
              <a:gd name="connsiteX137" fmla="*/ 3680177 w 12192000"/>
              <a:gd name="connsiteY137" fmla="*/ 1881552 h 2237474"/>
              <a:gd name="connsiteX138" fmla="*/ 3567259 w 12192000"/>
              <a:gd name="connsiteY138" fmla="*/ 1893482 h 2237474"/>
              <a:gd name="connsiteX139" fmla="*/ 3405770 w 12192000"/>
              <a:gd name="connsiteY139" fmla="*/ 1904591 h 2237474"/>
              <a:gd name="connsiteX140" fmla="*/ 3280097 w 12192000"/>
              <a:gd name="connsiteY140" fmla="*/ 1919610 h 2237474"/>
              <a:gd name="connsiteX141" fmla="*/ 3123424 w 12192000"/>
              <a:gd name="connsiteY141" fmla="*/ 1952930 h 2237474"/>
              <a:gd name="connsiteX142" fmla="*/ 3009910 w 12192000"/>
              <a:gd name="connsiteY142" fmla="*/ 1957866 h 2237474"/>
              <a:gd name="connsiteX143" fmla="*/ 2995934 w 12192000"/>
              <a:gd name="connsiteY143" fmla="*/ 1967085 h 2237474"/>
              <a:gd name="connsiteX144" fmla="*/ 2980071 w 12192000"/>
              <a:gd name="connsiteY144" fmla="*/ 1972988 h 2237474"/>
              <a:gd name="connsiteX145" fmla="*/ 2978094 w 12192000"/>
              <a:gd name="connsiteY145" fmla="*/ 1972369 h 2237474"/>
              <a:gd name="connsiteX146" fmla="*/ 2942858 w 12192000"/>
              <a:gd name="connsiteY146" fmla="*/ 1981367 h 2237474"/>
              <a:gd name="connsiteX147" fmla="*/ 2875436 w 12192000"/>
              <a:gd name="connsiteY147" fmla="*/ 1996977 h 2237474"/>
              <a:gd name="connsiteX148" fmla="*/ 2874892 w 12192000"/>
              <a:gd name="connsiteY148" fmla="*/ 1996085 h 2237474"/>
              <a:gd name="connsiteX149" fmla="*/ 2864145 w 12192000"/>
              <a:gd name="connsiteY149" fmla="*/ 1994061 h 2237474"/>
              <a:gd name="connsiteX150" fmla="*/ 2843662 w 12192000"/>
              <a:gd name="connsiteY150" fmla="*/ 1992498 h 2237474"/>
              <a:gd name="connsiteX151" fmla="*/ 2796128 w 12192000"/>
              <a:gd name="connsiteY151" fmla="*/ 1976403 h 2237474"/>
              <a:gd name="connsiteX152" fmla="*/ 2756784 w 12192000"/>
              <a:gd name="connsiteY152" fmla="*/ 1985116 h 2237474"/>
              <a:gd name="connsiteX153" fmla="*/ 2748833 w 12192000"/>
              <a:gd name="connsiteY153" fmla="*/ 1986323 h 2237474"/>
              <a:gd name="connsiteX154" fmla="*/ 2748661 w 12192000"/>
              <a:gd name="connsiteY154" fmla="*/ 1986122 h 2237474"/>
              <a:gd name="connsiteX155" fmla="*/ 2740251 w 12192000"/>
              <a:gd name="connsiteY155" fmla="*/ 1986946 h 2237474"/>
              <a:gd name="connsiteX156" fmla="*/ 2718916 w 12192000"/>
              <a:gd name="connsiteY156" fmla="*/ 1990867 h 2237474"/>
              <a:gd name="connsiteX157" fmla="*/ 2713522 w 12192000"/>
              <a:gd name="connsiteY157" fmla="*/ 1990173 h 2237474"/>
              <a:gd name="connsiteX158" fmla="*/ 2680597 w 12192000"/>
              <a:gd name="connsiteY158" fmla="*/ 1984996 h 2237474"/>
              <a:gd name="connsiteX159" fmla="*/ 2578178 w 12192000"/>
              <a:gd name="connsiteY159" fmla="*/ 1990531 h 2237474"/>
              <a:gd name="connsiteX160" fmla="*/ 2476147 w 12192000"/>
              <a:gd name="connsiteY160" fmla="*/ 1998305 h 2237474"/>
              <a:gd name="connsiteX161" fmla="*/ 2373568 w 12192000"/>
              <a:gd name="connsiteY161" fmla="*/ 2003219 h 2237474"/>
              <a:gd name="connsiteX162" fmla="*/ 2321399 w 12192000"/>
              <a:gd name="connsiteY162" fmla="*/ 1989467 h 2237474"/>
              <a:gd name="connsiteX163" fmla="*/ 2315525 w 12192000"/>
              <a:gd name="connsiteY163" fmla="*/ 1989708 h 2237474"/>
              <a:gd name="connsiteX164" fmla="*/ 2300792 w 12192000"/>
              <a:gd name="connsiteY164" fmla="*/ 1994290 h 2237474"/>
              <a:gd name="connsiteX165" fmla="*/ 2295469 w 12192000"/>
              <a:gd name="connsiteY165" fmla="*/ 1996659 h 2237474"/>
              <a:gd name="connsiteX166" fmla="*/ 2287219 w 12192000"/>
              <a:gd name="connsiteY166" fmla="*/ 1998750 h 2237474"/>
              <a:gd name="connsiteX167" fmla="*/ 2286948 w 12192000"/>
              <a:gd name="connsiteY167" fmla="*/ 1998596 h 2237474"/>
              <a:gd name="connsiteX168" fmla="*/ 2243069 w 12192000"/>
              <a:gd name="connsiteY168" fmla="*/ 2015111 h 2237474"/>
              <a:gd name="connsiteX169" fmla="*/ 2186609 w 12192000"/>
              <a:gd name="connsiteY169" fmla="*/ 2008263 h 2237474"/>
              <a:gd name="connsiteX170" fmla="*/ 2164831 w 12192000"/>
              <a:gd name="connsiteY170" fmla="*/ 2010143 h 2237474"/>
              <a:gd name="connsiteX171" fmla="*/ 2152836 w 12192000"/>
              <a:gd name="connsiteY171" fmla="*/ 2010048 h 2237474"/>
              <a:gd name="connsiteX172" fmla="*/ 2117102 w 12192000"/>
              <a:gd name="connsiteY172" fmla="*/ 2023004 h 2237474"/>
              <a:gd name="connsiteX173" fmla="*/ 2111935 w 12192000"/>
              <a:gd name="connsiteY173" fmla="*/ 2023163 h 2237474"/>
              <a:gd name="connsiteX174" fmla="*/ 2089991 w 12192000"/>
              <a:gd name="connsiteY174" fmla="*/ 2034193 h 2237474"/>
              <a:gd name="connsiteX175" fmla="*/ 2058061 w 12192000"/>
              <a:gd name="connsiteY175" fmla="*/ 2047942 h 2237474"/>
              <a:gd name="connsiteX176" fmla="*/ 2055737 w 12192000"/>
              <a:gd name="connsiteY176" fmla="*/ 2047704 h 2237474"/>
              <a:gd name="connsiteX177" fmla="*/ 2042244 w 12192000"/>
              <a:gd name="connsiteY177" fmla="*/ 2055560 h 2237474"/>
              <a:gd name="connsiteX178" fmla="*/ 1976224 w 12192000"/>
              <a:gd name="connsiteY178" fmla="*/ 2074257 h 2237474"/>
              <a:gd name="connsiteX179" fmla="*/ 1877728 w 12192000"/>
              <a:gd name="connsiteY179" fmla="*/ 2101004 h 2237474"/>
              <a:gd name="connsiteX180" fmla="*/ 1759056 w 12192000"/>
              <a:gd name="connsiteY180" fmla="*/ 2125608 h 2237474"/>
              <a:gd name="connsiteX181" fmla="*/ 1637948 w 12192000"/>
              <a:gd name="connsiteY181" fmla="*/ 2172597 h 2237474"/>
              <a:gd name="connsiteX182" fmla="*/ 1434549 w 12192000"/>
              <a:gd name="connsiteY182" fmla="*/ 2234522 h 2237474"/>
              <a:gd name="connsiteX183" fmla="*/ 1398481 w 12192000"/>
              <a:gd name="connsiteY183" fmla="*/ 2237074 h 2237474"/>
              <a:gd name="connsiteX184" fmla="*/ 1398407 w 12192000"/>
              <a:gd name="connsiteY184" fmla="*/ 2237095 h 2237474"/>
              <a:gd name="connsiteX185" fmla="*/ 1370962 w 12192000"/>
              <a:gd name="connsiteY185" fmla="*/ 2237474 h 2237474"/>
              <a:gd name="connsiteX186" fmla="*/ 1356367 w 12192000"/>
              <a:gd name="connsiteY186" fmla="*/ 2235089 h 2237474"/>
              <a:gd name="connsiteX187" fmla="*/ 1324828 w 12192000"/>
              <a:gd name="connsiteY187" fmla="*/ 2231968 h 2237474"/>
              <a:gd name="connsiteX188" fmla="*/ 1297744 w 12192000"/>
              <a:gd name="connsiteY188" fmla="*/ 2235849 h 2237474"/>
              <a:gd name="connsiteX189" fmla="*/ 1286236 w 12192000"/>
              <a:gd name="connsiteY189" fmla="*/ 2233135 h 2237474"/>
              <a:gd name="connsiteX190" fmla="*/ 1283504 w 12192000"/>
              <a:gd name="connsiteY190" fmla="*/ 2233797 h 2237474"/>
              <a:gd name="connsiteX191" fmla="*/ 1279765 w 12192000"/>
              <a:gd name="connsiteY191" fmla="*/ 2229639 h 2237474"/>
              <a:gd name="connsiteX192" fmla="*/ 1195347 w 12192000"/>
              <a:gd name="connsiteY192" fmla="*/ 2212354 h 2237474"/>
              <a:gd name="connsiteX193" fmla="*/ 970251 w 12192000"/>
              <a:gd name="connsiteY193" fmla="*/ 2221029 h 2237474"/>
              <a:gd name="connsiteX194" fmla="*/ 812914 w 12192000"/>
              <a:gd name="connsiteY194" fmla="*/ 2202752 h 2237474"/>
              <a:gd name="connsiteX195" fmla="*/ 800195 w 12192000"/>
              <a:gd name="connsiteY195" fmla="*/ 2209407 h 2237474"/>
              <a:gd name="connsiteX196" fmla="*/ 784978 w 12192000"/>
              <a:gd name="connsiteY196" fmla="*/ 2212360 h 2237474"/>
              <a:gd name="connsiteX197" fmla="*/ 681987 w 12192000"/>
              <a:gd name="connsiteY197" fmla="*/ 2216757 h 2237474"/>
              <a:gd name="connsiteX198" fmla="*/ 669923 w 12192000"/>
              <a:gd name="connsiteY198" fmla="*/ 2211682 h 2237474"/>
              <a:gd name="connsiteX199" fmla="*/ 648680 w 12192000"/>
              <a:gd name="connsiteY199" fmla="*/ 2206229 h 2237474"/>
              <a:gd name="connsiteX200" fmla="*/ 597225 w 12192000"/>
              <a:gd name="connsiteY200" fmla="*/ 2180999 h 2237474"/>
              <a:gd name="connsiteX201" fmla="*/ 558449 w 12192000"/>
              <a:gd name="connsiteY201" fmla="*/ 2182346 h 2237474"/>
              <a:gd name="connsiteX202" fmla="*/ 550517 w 12192000"/>
              <a:gd name="connsiteY202" fmla="*/ 2182060 h 2237474"/>
              <a:gd name="connsiteX203" fmla="*/ 550309 w 12192000"/>
              <a:gd name="connsiteY203" fmla="*/ 2181825 h 2237474"/>
              <a:gd name="connsiteX204" fmla="*/ 541836 w 12192000"/>
              <a:gd name="connsiteY204" fmla="*/ 2181063 h 2237474"/>
              <a:gd name="connsiteX205" fmla="*/ 536057 w 12192000"/>
              <a:gd name="connsiteY205" fmla="*/ 2181537 h 2237474"/>
              <a:gd name="connsiteX206" fmla="*/ 520671 w 12192000"/>
              <a:gd name="connsiteY206" fmla="*/ 2180980 h 2237474"/>
              <a:gd name="connsiteX207" fmla="*/ 515024 w 12192000"/>
              <a:gd name="connsiteY207" fmla="*/ 2179258 h 2237474"/>
              <a:gd name="connsiteX208" fmla="*/ 512278 w 12192000"/>
              <a:gd name="connsiteY208" fmla="*/ 2176369 h 2237474"/>
              <a:gd name="connsiteX209" fmla="*/ 480419 w 12192000"/>
              <a:gd name="connsiteY209" fmla="*/ 2167807 h 2237474"/>
              <a:gd name="connsiteX210" fmla="*/ 413835 w 12192000"/>
              <a:gd name="connsiteY210" fmla="*/ 2156783 h 2237474"/>
              <a:gd name="connsiteX211" fmla="*/ 376513 w 12192000"/>
              <a:gd name="connsiteY211" fmla="*/ 2154014 h 2237474"/>
              <a:gd name="connsiteX212" fmla="*/ 273386 w 12192000"/>
              <a:gd name="connsiteY212" fmla="*/ 2142551 h 2237474"/>
              <a:gd name="connsiteX213" fmla="*/ 169207 w 12192000"/>
              <a:gd name="connsiteY213" fmla="*/ 2128100 h 2237474"/>
              <a:gd name="connsiteX214" fmla="*/ 93149 w 12192000"/>
              <a:gd name="connsiteY214" fmla="*/ 2105324 h 2237474"/>
              <a:gd name="connsiteX215" fmla="*/ 88109 w 12192000"/>
              <a:gd name="connsiteY215" fmla="*/ 2106704 h 2237474"/>
              <a:gd name="connsiteX216" fmla="*/ 80022 w 12192000"/>
              <a:gd name="connsiteY216" fmla="*/ 2107254 h 2237474"/>
              <a:gd name="connsiteX217" fmla="*/ 79717 w 12192000"/>
              <a:gd name="connsiteY217" fmla="*/ 2107046 h 2237474"/>
              <a:gd name="connsiteX218" fmla="*/ 72352 w 12192000"/>
              <a:gd name="connsiteY218" fmla="*/ 2107991 h 2237474"/>
              <a:gd name="connsiteX219" fmla="*/ 37645 w 12192000"/>
              <a:gd name="connsiteY219" fmla="*/ 2115401 h 2237474"/>
              <a:gd name="connsiteX220" fmla="*/ 4572 w 12192000"/>
              <a:gd name="connsiteY220" fmla="*/ 2111091 h 2237474"/>
              <a:gd name="connsiteX221" fmla="*/ 0 w 12192000"/>
              <a:gd name="connsiteY221" fmla="*/ 2110468 h 2237474"/>
              <a:gd name="connsiteX222" fmla="*/ 0 w 12192000"/>
              <a:gd name="connsiteY22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02328 w 12192000"/>
              <a:gd name="connsiteY66" fmla="*/ 1345865 h 2237474"/>
              <a:gd name="connsiteX67" fmla="*/ 7875879 w 12192000"/>
              <a:gd name="connsiteY67" fmla="*/ 1345646 h 2237474"/>
              <a:gd name="connsiteX68" fmla="*/ 7840612 w 12192000"/>
              <a:gd name="connsiteY68" fmla="*/ 1369373 h 2237474"/>
              <a:gd name="connsiteX69" fmla="*/ 7786819 w 12192000"/>
              <a:gd name="connsiteY69" fmla="*/ 1378970 h 2237474"/>
              <a:gd name="connsiteX70" fmla="*/ 7548172 w 12192000"/>
              <a:gd name="connsiteY70" fmla="*/ 1417460 h 2237474"/>
              <a:gd name="connsiteX71" fmla="*/ 7483437 w 12192000"/>
              <a:gd name="connsiteY71" fmla="*/ 1478152 h 2237474"/>
              <a:gd name="connsiteX72" fmla="*/ 7377870 w 12192000"/>
              <a:gd name="connsiteY72" fmla="*/ 1523319 h 2237474"/>
              <a:gd name="connsiteX73" fmla="*/ 7230737 w 12192000"/>
              <a:gd name="connsiteY73" fmla="*/ 1562633 h 2237474"/>
              <a:gd name="connsiteX74" fmla="*/ 7224458 w 12192000"/>
              <a:gd name="connsiteY74" fmla="*/ 1573008 h 2237474"/>
              <a:gd name="connsiteX75" fmla="*/ 7213486 w 12192000"/>
              <a:gd name="connsiteY75" fmla="*/ 1580987 h 2237474"/>
              <a:gd name="connsiteX76" fmla="*/ 7183121 w 12192000"/>
              <a:gd name="connsiteY76" fmla="*/ 1595162 h 2237474"/>
              <a:gd name="connsiteX77" fmla="*/ 7164601 w 12192000"/>
              <a:gd name="connsiteY77" fmla="*/ 1606490 h 2237474"/>
              <a:gd name="connsiteX78" fmla="*/ 7114651 w 12192000"/>
              <a:gd name="connsiteY78" fmla="*/ 1620959 h 2237474"/>
              <a:gd name="connsiteX79" fmla="*/ 7092727 w 12192000"/>
              <a:gd name="connsiteY79" fmla="*/ 1623628 h 2237474"/>
              <a:gd name="connsiteX80" fmla="*/ 7031309 w 12192000"/>
              <a:gd name="connsiteY80" fmla="*/ 1619451 h 2237474"/>
              <a:gd name="connsiteX81" fmla="*/ 6999084 w 12192000"/>
              <a:gd name="connsiteY81" fmla="*/ 1634317 h 2237474"/>
              <a:gd name="connsiteX82" fmla="*/ 6992107 w 12192000"/>
              <a:gd name="connsiteY82" fmla="*/ 1636860 h 2237474"/>
              <a:gd name="connsiteX83" fmla="*/ 6991765 w 12192000"/>
              <a:gd name="connsiteY83" fmla="*/ 1636725 h 2237474"/>
              <a:gd name="connsiteX84" fmla="*/ 6900177 w 12192000"/>
              <a:gd name="connsiteY84" fmla="*/ 1636016 h 2237474"/>
              <a:gd name="connsiteX85" fmla="*/ 6795372 w 12192000"/>
              <a:gd name="connsiteY85" fmla="*/ 1644845 h 2237474"/>
              <a:gd name="connsiteX86" fmla="*/ 6692251 w 12192000"/>
              <a:gd name="connsiteY86" fmla="*/ 1656357 h 2237474"/>
              <a:gd name="connsiteX87" fmla="*/ 6655235 w 12192000"/>
              <a:gd name="connsiteY87" fmla="*/ 1661869 h 2237474"/>
              <a:gd name="connsiteX88" fmla="*/ 6587857 w 12192000"/>
              <a:gd name="connsiteY88" fmla="*/ 1665769 h 2237474"/>
              <a:gd name="connsiteX89" fmla="*/ 6554894 w 12192000"/>
              <a:gd name="connsiteY89" fmla="*/ 1664428 h 2237474"/>
              <a:gd name="connsiteX90" fmla="*/ 6516595 w 12192000"/>
              <a:gd name="connsiteY90" fmla="*/ 1667475 h 2237474"/>
              <a:gd name="connsiteX91" fmla="*/ 6508541 w 12192000"/>
              <a:gd name="connsiteY91" fmla="*/ 1668757 h 2237474"/>
              <a:gd name="connsiteX92" fmla="*/ 6471012 w 12192000"/>
              <a:gd name="connsiteY92" fmla="*/ 1678604 h 2237474"/>
              <a:gd name="connsiteX93" fmla="*/ 6415265 w 12192000"/>
              <a:gd name="connsiteY93" fmla="*/ 1665317 h 2237474"/>
              <a:gd name="connsiteX94" fmla="*/ 6364035 w 12192000"/>
              <a:gd name="connsiteY94" fmla="*/ 1667683 h 2237474"/>
              <a:gd name="connsiteX95" fmla="*/ 6280959 w 12192000"/>
              <a:gd name="connsiteY95" fmla="*/ 1689329 h 2237474"/>
              <a:gd name="connsiteX96" fmla="*/ 6243319 w 12192000"/>
              <a:gd name="connsiteY96" fmla="*/ 1695560 h 2237474"/>
              <a:gd name="connsiteX97" fmla="*/ 6098321 w 12192000"/>
              <a:gd name="connsiteY97" fmla="*/ 1721646 h 2237474"/>
              <a:gd name="connsiteX98" fmla="*/ 5880652 w 12192000"/>
              <a:gd name="connsiteY98" fmla="*/ 1779643 h 2237474"/>
              <a:gd name="connsiteX99" fmla="*/ 5785959 w 12192000"/>
              <a:gd name="connsiteY99" fmla="*/ 1775307 h 2237474"/>
              <a:gd name="connsiteX100" fmla="*/ 5643534 w 12192000"/>
              <a:gd name="connsiteY100" fmla="*/ 1802919 h 2237474"/>
              <a:gd name="connsiteX101" fmla="*/ 5518799 w 12192000"/>
              <a:gd name="connsiteY101" fmla="*/ 1818312 h 2237474"/>
              <a:gd name="connsiteX102" fmla="*/ 5505014 w 12192000"/>
              <a:gd name="connsiteY102" fmla="*/ 1819259 h 2237474"/>
              <a:gd name="connsiteX103" fmla="*/ 5453307 w 12192000"/>
              <a:gd name="connsiteY103" fmla="*/ 1815450 h 2237474"/>
              <a:gd name="connsiteX104" fmla="*/ 5364192 w 12192000"/>
              <a:gd name="connsiteY104" fmla="*/ 1826074 h 2237474"/>
              <a:gd name="connsiteX105" fmla="*/ 5350380 w 12192000"/>
              <a:gd name="connsiteY105" fmla="*/ 1830891 h 2237474"/>
              <a:gd name="connsiteX106" fmla="*/ 5259633 w 12192000"/>
              <a:gd name="connsiteY106" fmla="*/ 1837160 h 2237474"/>
              <a:gd name="connsiteX107" fmla="*/ 5197513 w 12192000"/>
              <a:gd name="connsiteY107" fmla="*/ 1844718 h 2237474"/>
              <a:gd name="connsiteX108" fmla="*/ 5168852 w 12192000"/>
              <a:gd name="connsiteY108" fmla="*/ 1844846 h 2237474"/>
              <a:gd name="connsiteX109" fmla="*/ 5114927 w 12192000"/>
              <a:gd name="connsiteY109" fmla="*/ 1847827 h 2237474"/>
              <a:gd name="connsiteX110" fmla="*/ 5108970 w 12192000"/>
              <a:gd name="connsiteY110" fmla="*/ 1847935 h 2237474"/>
              <a:gd name="connsiteX111" fmla="*/ 5067961 w 12192000"/>
              <a:gd name="connsiteY111" fmla="*/ 1845917 h 2237474"/>
              <a:gd name="connsiteX112" fmla="*/ 5007075 w 12192000"/>
              <a:gd name="connsiteY112" fmla="*/ 1838626 h 2237474"/>
              <a:gd name="connsiteX113" fmla="*/ 4944087 w 12192000"/>
              <a:gd name="connsiteY113" fmla="*/ 1823332 h 2237474"/>
              <a:gd name="connsiteX114" fmla="*/ 4907662 w 12192000"/>
              <a:gd name="connsiteY114" fmla="*/ 1816900 h 2237474"/>
              <a:gd name="connsiteX115" fmla="*/ 4882386 w 12192000"/>
              <a:gd name="connsiteY115" fmla="*/ 1809844 h 2237474"/>
              <a:gd name="connsiteX116" fmla="*/ 4811440 w 12192000"/>
              <a:gd name="connsiteY116" fmla="*/ 1804655 h 2237474"/>
              <a:gd name="connsiteX117" fmla="*/ 4691075 w 12192000"/>
              <a:gd name="connsiteY117" fmla="*/ 1801389 h 2237474"/>
              <a:gd name="connsiteX118" fmla="*/ 4611738 w 12192000"/>
              <a:gd name="connsiteY118" fmla="*/ 1776964 h 2237474"/>
              <a:gd name="connsiteX119" fmla="*/ 4560070 w 12192000"/>
              <a:gd name="connsiteY119" fmla="*/ 1785640 h 2237474"/>
              <a:gd name="connsiteX120" fmla="*/ 4536503 w 12192000"/>
              <a:gd name="connsiteY120" fmla="*/ 1785334 h 2237474"/>
              <a:gd name="connsiteX121" fmla="*/ 4513724 w 12192000"/>
              <a:gd name="connsiteY121" fmla="*/ 1791996 h 2237474"/>
              <a:gd name="connsiteX122" fmla="*/ 4459810 w 12192000"/>
              <a:gd name="connsiteY122" fmla="*/ 1797886 h 2237474"/>
              <a:gd name="connsiteX123" fmla="*/ 4379064 w 12192000"/>
              <a:gd name="connsiteY123" fmla="*/ 1817177 h 2237474"/>
              <a:gd name="connsiteX124" fmla="*/ 4319209 w 12192000"/>
              <a:gd name="connsiteY124" fmla="*/ 1834833 h 2237474"/>
              <a:gd name="connsiteX125" fmla="*/ 4290981 w 12192000"/>
              <a:gd name="connsiteY125" fmla="*/ 1839677 h 2237474"/>
              <a:gd name="connsiteX126" fmla="*/ 4285792 w 12192000"/>
              <a:gd name="connsiteY126" fmla="*/ 1836231 h 2237474"/>
              <a:gd name="connsiteX127" fmla="*/ 4238372 w 12192000"/>
              <a:gd name="connsiteY127" fmla="*/ 1851480 h 2237474"/>
              <a:gd name="connsiteX128" fmla="*/ 4232517 w 12192000"/>
              <a:gd name="connsiteY128" fmla="*/ 1852567 h 2237474"/>
              <a:gd name="connsiteX129" fmla="*/ 4191732 w 12192000"/>
              <a:gd name="connsiteY129" fmla="*/ 1857328 h 2237474"/>
              <a:gd name="connsiteX130" fmla="*/ 4065532 w 12192000"/>
              <a:gd name="connsiteY130" fmla="*/ 1855477 h 2237474"/>
              <a:gd name="connsiteX131" fmla="*/ 4028460 w 12192000"/>
              <a:gd name="connsiteY131" fmla="*/ 1855137 h 2237474"/>
              <a:gd name="connsiteX132" fmla="*/ 4002267 w 12192000"/>
              <a:gd name="connsiteY132" fmla="*/ 1852352 h 2237474"/>
              <a:gd name="connsiteX133" fmla="*/ 3931396 w 12192000"/>
              <a:gd name="connsiteY133" fmla="*/ 1858915 h 2237474"/>
              <a:gd name="connsiteX134" fmla="*/ 3812162 w 12192000"/>
              <a:gd name="connsiteY134" fmla="*/ 1875501 h 2237474"/>
              <a:gd name="connsiteX135" fmla="*/ 3729530 w 12192000"/>
              <a:gd name="connsiteY135" fmla="*/ 1864513 h 2237474"/>
              <a:gd name="connsiteX136" fmla="*/ 3680177 w 12192000"/>
              <a:gd name="connsiteY136" fmla="*/ 1881552 h 2237474"/>
              <a:gd name="connsiteX137" fmla="*/ 3567259 w 12192000"/>
              <a:gd name="connsiteY137" fmla="*/ 1893482 h 2237474"/>
              <a:gd name="connsiteX138" fmla="*/ 3405770 w 12192000"/>
              <a:gd name="connsiteY138" fmla="*/ 1904591 h 2237474"/>
              <a:gd name="connsiteX139" fmla="*/ 3280097 w 12192000"/>
              <a:gd name="connsiteY139" fmla="*/ 1919610 h 2237474"/>
              <a:gd name="connsiteX140" fmla="*/ 3123424 w 12192000"/>
              <a:gd name="connsiteY140" fmla="*/ 1952930 h 2237474"/>
              <a:gd name="connsiteX141" fmla="*/ 3009910 w 12192000"/>
              <a:gd name="connsiteY141" fmla="*/ 1957866 h 2237474"/>
              <a:gd name="connsiteX142" fmla="*/ 2995934 w 12192000"/>
              <a:gd name="connsiteY142" fmla="*/ 1967085 h 2237474"/>
              <a:gd name="connsiteX143" fmla="*/ 2980071 w 12192000"/>
              <a:gd name="connsiteY143" fmla="*/ 1972988 h 2237474"/>
              <a:gd name="connsiteX144" fmla="*/ 2978094 w 12192000"/>
              <a:gd name="connsiteY144" fmla="*/ 1972369 h 2237474"/>
              <a:gd name="connsiteX145" fmla="*/ 2942858 w 12192000"/>
              <a:gd name="connsiteY145" fmla="*/ 1981367 h 2237474"/>
              <a:gd name="connsiteX146" fmla="*/ 2875436 w 12192000"/>
              <a:gd name="connsiteY146" fmla="*/ 1996977 h 2237474"/>
              <a:gd name="connsiteX147" fmla="*/ 2874892 w 12192000"/>
              <a:gd name="connsiteY147" fmla="*/ 1996085 h 2237474"/>
              <a:gd name="connsiteX148" fmla="*/ 2864145 w 12192000"/>
              <a:gd name="connsiteY148" fmla="*/ 1994061 h 2237474"/>
              <a:gd name="connsiteX149" fmla="*/ 2843662 w 12192000"/>
              <a:gd name="connsiteY149" fmla="*/ 1992498 h 2237474"/>
              <a:gd name="connsiteX150" fmla="*/ 2796128 w 12192000"/>
              <a:gd name="connsiteY150" fmla="*/ 1976403 h 2237474"/>
              <a:gd name="connsiteX151" fmla="*/ 2756784 w 12192000"/>
              <a:gd name="connsiteY151" fmla="*/ 1985116 h 2237474"/>
              <a:gd name="connsiteX152" fmla="*/ 2748833 w 12192000"/>
              <a:gd name="connsiteY152" fmla="*/ 1986323 h 2237474"/>
              <a:gd name="connsiteX153" fmla="*/ 2748661 w 12192000"/>
              <a:gd name="connsiteY153" fmla="*/ 1986122 h 2237474"/>
              <a:gd name="connsiteX154" fmla="*/ 2740251 w 12192000"/>
              <a:gd name="connsiteY154" fmla="*/ 1986946 h 2237474"/>
              <a:gd name="connsiteX155" fmla="*/ 2718916 w 12192000"/>
              <a:gd name="connsiteY155" fmla="*/ 1990867 h 2237474"/>
              <a:gd name="connsiteX156" fmla="*/ 2713522 w 12192000"/>
              <a:gd name="connsiteY156" fmla="*/ 1990173 h 2237474"/>
              <a:gd name="connsiteX157" fmla="*/ 2680597 w 12192000"/>
              <a:gd name="connsiteY157" fmla="*/ 1984996 h 2237474"/>
              <a:gd name="connsiteX158" fmla="*/ 2578178 w 12192000"/>
              <a:gd name="connsiteY158" fmla="*/ 1990531 h 2237474"/>
              <a:gd name="connsiteX159" fmla="*/ 2476147 w 12192000"/>
              <a:gd name="connsiteY159" fmla="*/ 1998305 h 2237474"/>
              <a:gd name="connsiteX160" fmla="*/ 2373568 w 12192000"/>
              <a:gd name="connsiteY160" fmla="*/ 2003219 h 2237474"/>
              <a:gd name="connsiteX161" fmla="*/ 2321399 w 12192000"/>
              <a:gd name="connsiteY161" fmla="*/ 1989467 h 2237474"/>
              <a:gd name="connsiteX162" fmla="*/ 2315525 w 12192000"/>
              <a:gd name="connsiteY162" fmla="*/ 1989708 h 2237474"/>
              <a:gd name="connsiteX163" fmla="*/ 2300792 w 12192000"/>
              <a:gd name="connsiteY163" fmla="*/ 1994290 h 2237474"/>
              <a:gd name="connsiteX164" fmla="*/ 2295469 w 12192000"/>
              <a:gd name="connsiteY164" fmla="*/ 1996659 h 2237474"/>
              <a:gd name="connsiteX165" fmla="*/ 2287219 w 12192000"/>
              <a:gd name="connsiteY165" fmla="*/ 1998750 h 2237474"/>
              <a:gd name="connsiteX166" fmla="*/ 2286948 w 12192000"/>
              <a:gd name="connsiteY166" fmla="*/ 1998596 h 2237474"/>
              <a:gd name="connsiteX167" fmla="*/ 2243069 w 12192000"/>
              <a:gd name="connsiteY167" fmla="*/ 2015111 h 2237474"/>
              <a:gd name="connsiteX168" fmla="*/ 2186609 w 12192000"/>
              <a:gd name="connsiteY168" fmla="*/ 2008263 h 2237474"/>
              <a:gd name="connsiteX169" fmla="*/ 2164831 w 12192000"/>
              <a:gd name="connsiteY169" fmla="*/ 2010143 h 2237474"/>
              <a:gd name="connsiteX170" fmla="*/ 2152836 w 12192000"/>
              <a:gd name="connsiteY170" fmla="*/ 2010048 h 2237474"/>
              <a:gd name="connsiteX171" fmla="*/ 2117102 w 12192000"/>
              <a:gd name="connsiteY171" fmla="*/ 2023004 h 2237474"/>
              <a:gd name="connsiteX172" fmla="*/ 2111935 w 12192000"/>
              <a:gd name="connsiteY172" fmla="*/ 2023163 h 2237474"/>
              <a:gd name="connsiteX173" fmla="*/ 2089991 w 12192000"/>
              <a:gd name="connsiteY173" fmla="*/ 2034193 h 2237474"/>
              <a:gd name="connsiteX174" fmla="*/ 2058061 w 12192000"/>
              <a:gd name="connsiteY174" fmla="*/ 2047942 h 2237474"/>
              <a:gd name="connsiteX175" fmla="*/ 2055737 w 12192000"/>
              <a:gd name="connsiteY175" fmla="*/ 2047704 h 2237474"/>
              <a:gd name="connsiteX176" fmla="*/ 2042244 w 12192000"/>
              <a:gd name="connsiteY176" fmla="*/ 2055560 h 2237474"/>
              <a:gd name="connsiteX177" fmla="*/ 1976224 w 12192000"/>
              <a:gd name="connsiteY177" fmla="*/ 2074257 h 2237474"/>
              <a:gd name="connsiteX178" fmla="*/ 1877728 w 12192000"/>
              <a:gd name="connsiteY178" fmla="*/ 2101004 h 2237474"/>
              <a:gd name="connsiteX179" fmla="*/ 1759056 w 12192000"/>
              <a:gd name="connsiteY179" fmla="*/ 2125608 h 2237474"/>
              <a:gd name="connsiteX180" fmla="*/ 1637948 w 12192000"/>
              <a:gd name="connsiteY180" fmla="*/ 2172597 h 2237474"/>
              <a:gd name="connsiteX181" fmla="*/ 1434549 w 12192000"/>
              <a:gd name="connsiteY181" fmla="*/ 2234522 h 2237474"/>
              <a:gd name="connsiteX182" fmla="*/ 1398481 w 12192000"/>
              <a:gd name="connsiteY182" fmla="*/ 2237074 h 2237474"/>
              <a:gd name="connsiteX183" fmla="*/ 1398407 w 12192000"/>
              <a:gd name="connsiteY183" fmla="*/ 2237095 h 2237474"/>
              <a:gd name="connsiteX184" fmla="*/ 1370962 w 12192000"/>
              <a:gd name="connsiteY184" fmla="*/ 2237474 h 2237474"/>
              <a:gd name="connsiteX185" fmla="*/ 1356367 w 12192000"/>
              <a:gd name="connsiteY185" fmla="*/ 2235089 h 2237474"/>
              <a:gd name="connsiteX186" fmla="*/ 1324828 w 12192000"/>
              <a:gd name="connsiteY186" fmla="*/ 2231968 h 2237474"/>
              <a:gd name="connsiteX187" fmla="*/ 1297744 w 12192000"/>
              <a:gd name="connsiteY187" fmla="*/ 2235849 h 2237474"/>
              <a:gd name="connsiteX188" fmla="*/ 1286236 w 12192000"/>
              <a:gd name="connsiteY188" fmla="*/ 2233135 h 2237474"/>
              <a:gd name="connsiteX189" fmla="*/ 1283504 w 12192000"/>
              <a:gd name="connsiteY189" fmla="*/ 2233797 h 2237474"/>
              <a:gd name="connsiteX190" fmla="*/ 1279765 w 12192000"/>
              <a:gd name="connsiteY190" fmla="*/ 2229639 h 2237474"/>
              <a:gd name="connsiteX191" fmla="*/ 1195347 w 12192000"/>
              <a:gd name="connsiteY191" fmla="*/ 2212354 h 2237474"/>
              <a:gd name="connsiteX192" fmla="*/ 970251 w 12192000"/>
              <a:gd name="connsiteY192" fmla="*/ 2221029 h 2237474"/>
              <a:gd name="connsiteX193" fmla="*/ 812914 w 12192000"/>
              <a:gd name="connsiteY193" fmla="*/ 2202752 h 2237474"/>
              <a:gd name="connsiteX194" fmla="*/ 800195 w 12192000"/>
              <a:gd name="connsiteY194" fmla="*/ 2209407 h 2237474"/>
              <a:gd name="connsiteX195" fmla="*/ 784978 w 12192000"/>
              <a:gd name="connsiteY195" fmla="*/ 2212360 h 2237474"/>
              <a:gd name="connsiteX196" fmla="*/ 681987 w 12192000"/>
              <a:gd name="connsiteY196" fmla="*/ 2216757 h 2237474"/>
              <a:gd name="connsiteX197" fmla="*/ 669923 w 12192000"/>
              <a:gd name="connsiteY197" fmla="*/ 2211682 h 2237474"/>
              <a:gd name="connsiteX198" fmla="*/ 648680 w 12192000"/>
              <a:gd name="connsiteY198" fmla="*/ 2206229 h 2237474"/>
              <a:gd name="connsiteX199" fmla="*/ 597225 w 12192000"/>
              <a:gd name="connsiteY199" fmla="*/ 2180999 h 2237474"/>
              <a:gd name="connsiteX200" fmla="*/ 558449 w 12192000"/>
              <a:gd name="connsiteY200" fmla="*/ 2182346 h 2237474"/>
              <a:gd name="connsiteX201" fmla="*/ 550517 w 12192000"/>
              <a:gd name="connsiteY201" fmla="*/ 2182060 h 2237474"/>
              <a:gd name="connsiteX202" fmla="*/ 550309 w 12192000"/>
              <a:gd name="connsiteY202" fmla="*/ 2181825 h 2237474"/>
              <a:gd name="connsiteX203" fmla="*/ 541836 w 12192000"/>
              <a:gd name="connsiteY203" fmla="*/ 2181063 h 2237474"/>
              <a:gd name="connsiteX204" fmla="*/ 536057 w 12192000"/>
              <a:gd name="connsiteY204" fmla="*/ 2181537 h 2237474"/>
              <a:gd name="connsiteX205" fmla="*/ 520671 w 12192000"/>
              <a:gd name="connsiteY205" fmla="*/ 2180980 h 2237474"/>
              <a:gd name="connsiteX206" fmla="*/ 515024 w 12192000"/>
              <a:gd name="connsiteY206" fmla="*/ 2179258 h 2237474"/>
              <a:gd name="connsiteX207" fmla="*/ 512278 w 12192000"/>
              <a:gd name="connsiteY207" fmla="*/ 2176369 h 2237474"/>
              <a:gd name="connsiteX208" fmla="*/ 480419 w 12192000"/>
              <a:gd name="connsiteY208" fmla="*/ 2167807 h 2237474"/>
              <a:gd name="connsiteX209" fmla="*/ 413835 w 12192000"/>
              <a:gd name="connsiteY209" fmla="*/ 2156783 h 2237474"/>
              <a:gd name="connsiteX210" fmla="*/ 376513 w 12192000"/>
              <a:gd name="connsiteY210" fmla="*/ 2154014 h 2237474"/>
              <a:gd name="connsiteX211" fmla="*/ 273386 w 12192000"/>
              <a:gd name="connsiteY211" fmla="*/ 2142551 h 2237474"/>
              <a:gd name="connsiteX212" fmla="*/ 169207 w 12192000"/>
              <a:gd name="connsiteY212" fmla="*/ 2128100 h 2237474"/>
              <a:gd name="connsiteX213" fmla="*/ 93149 w 12192000"/>
              <a:gd name="connsiteY213" fmla="*/ 2105324 h 2237474"/>
              <a:gd name="connsiteX214" fmla="*/ 88109 w 12192000"/>
              <a:gd name="connsiteY214" fmla="*/ 2106704 h 2237474"/>
              <a:gd name="connsiteX215" fmla="*/ 80022 w 12192000"/>
              <a:gd name="connsiteY215" fmla="*/ 2107254 h 2237474"/>
              <a:gd name="connsiteX216" fmla="*/ 79717 w 12192000"/>
              <a:gd name="connsiteY216" fmla="*/ 2107046 h 2237474"/>
              <a:gd name="connsiteX217" fmla="*/ 72352 w 12192000"/>
              <a:gd name="connsiteY217" fmla="*/ 2107991 h 2237474"/>
              <a:gd name="connsiteX218" fmla="*/ 37645 w 12192000"/>
              <a:gd name="connsiteY218" fmla="*/ 2115401 h 2237474"/>
              <a:gd name="connsiteX219" fmla="*/ 4572 w 12192000"/>
              <a:gd name="connsiteY219" fmla="*/ 2111091 h 2237474"/>
              <a:gd name="connsiteX220" fmla="*/ 0 w 12192000"/>
              <a:gd name="connsiteY220" fmla="*/ 2110468 h 2237474"/>
              <a:gd name="connsiteX221" fmla="*/ 0 w 12192000"/>
              <a:gd name="connsiteY22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278619 w 12192000"/>
              <a:gd name="connsiteY39" fmla="*/ 1011878 h 2237474"/>
              <a:gd name="connsiteX40" fmla="*/ 9268019 w 12192000"/>
              <a:gd name="connsiteY40" fmla="*/ 1007442 h 2237474"/>
              <a:gd name="connsiteX41" fmla="*/ 9234662 w 12192000"/>
              <a:gd name="connsiteY41" fmla="*/ 1023056 h 2237474"/>
              <a:gd name="connsiteX42" fmla="*/ 9181033 w 12192000"/>
              <a:gd name="connsiteY42" fmla="*/ 1037921 h 2237474"/>
              <a:gd name="connsiteX43" fmla="*/ 9155969 w 12192000"/>
              <a:gd name="connsiteY43" fmla="*/ 1046804 h 2237474"/>
              <a:gd name="connsiteX44" fmla="*/ 9133985 w 12192000"/>
              <a:gd name="connsiteY44" fmla="*/ 1046450 h 2237474"/>
              <a:gd name="connsiteX45" fmla="*/ 9012987 w 12192000"/>
              <a:gd name="connsiteY45" fmla="*/ 1061986 h 2237474"/>
              <a:gd name="connsiteX46" fmla="*/ 8968445 w 12192000"/>
              <a:gd name="connsiteY46" fmla="*/ 1052169 h 2237474"/>
              <a:gd name="connsiteX47" fmla="*/ 8958984 w 12192000"/>
              <a:gd name="connsiteY47" fmla="*/ 1057212 h 2237474"/>
              <a:gd name="connsiteX48" fmla="*/ 8886001 w 12192000"/>
              <a:gd name="connsiteY48" fmla="*/ 1067468 h 2237474"/>
              <a:gd name="connsiteX49" fmla="*/ 8838610 w 12192000"/>
              <a:gd name="connsiteY49" fmla="*/ 1075091 h 2237474"/>
              <a:gd name="connsiteX50" fmla="*/ 8750383 w 12192000"/>
              <a:gd name="connsiteY50" fmla="*/ 1097387 h 2237474"/>
              <a:gd name="connsiteX51" fmla="*/ 8697365 w 12192000"/>
              <a:gd name="connsiteY51" fmla="*/ 1105869 h 2237474"/>
              <a:gd name="connsiteX52" fmla="*/ 8665605 w 12192000"/>
              <a:gd name="connsiteY52" fmla="*/ 1110791 h 2237474"/>
              <a:gd name="connsiteX53" fmla="*/ 8584946 w 12192000"/>
              <a:gd name="connsiteY53" fmla="*/ 1135226 h 2237474"/>
              <a:gd name="connsiteX54" fmla="*/ 8460755 w 12192000"/>
              <a:gd name="connsiteY54" fmla="*/ 1203427 h 2237474"/>
              <a:gd name="connsiteX55" fmla="*/ 8419755 w 12192000"/>
              <a:gd name="connsiteY55" fmla="*/ 1216260 h 2237474"/>
              <a:gd name="connsiteX56" fmla="*/ 8411626 w 12192000"/>
              <a:gd name="connsiteY56" fmla="*/ 1214397 h 2237474"/>
              <a:gd name="connsiteX57" fmla="*/ 8363469 w 12192000"/>
              <a:gd name="connsiteY57" fmla="*/ 1246658 h 2237474"/>
              <a:gd name="connsiteX58" fmla="*/ 8275497 w 12192000"/>
              <a:gd name="connsiteY58" fmla="*/ 1264396 h 2237474"/>
              <a:gd name="connsiteX59" fmla="*/ 8206287 w 12192000"/>
              <a:gd name="connsiteY59" fmla="*/ 1273060 h 2237474"/>
              <a:gd name="connsiteX60" fmla="*/ 8168705 w 12192000"/>
              <a:gd name="connsiteY60" fmla="*/ 1279956 h 2237474"/>
              <a:gd name="connsiteX61" fmla="*/ 8139997 w 12192000"/>
              <a:gd name="connsiteY61" fmla="*/ 1282713 h 2237474"/>
              <a:gd name="connsiteX62" fmla="*/ 8074238 w 12192000"/>
              <a:gd name="connsiteY62" fmla="*/ 1301895 h 2237474"/>
              <a:gd name="connsiteX63" fmla="*/ 7968292 w 12192000"/>
              <a:gd name="connsiteY63" fmla="*/ 1338779 h 2237474"/>
              <a:gd name="connsiteX64" fmla="*/ 7945122 w 12192000"/>
              <a:gd name="connsiteY64" fmla="*/ 1345477 h 2237474"/>
              <a:gd name="connsiteX65" fmla="*/ 7902328 w 12192000"/>
              <a:gd name="connsiteY65" fmla="*/ 1345865 h 2237474"/>
              <a:gd name="connsiteX66" fmla="*/ 7875879 w 12192000"/>
              <a:gd name="connsiteY66" fmla="*/ 1345646 h 2237474"/>
              <a:gd name="connsiteX67" fmla="*/ 7840612 w 12192000"/>
              <a:gd name="connsiteY67" fmla="*/ 1369373 h 2237474"/>
              <a:gd name="connsiteX68" fmla="*/ 7786819 w 12192000"/>
              <a:gd name="connsiteY68" fmla="*/ 1378970 h 2237474"/>
              <a:gd name="connsiteX69" fmla="*/ 7548172 w 12192000"/>
              <a:gd name="connsiteY69" fmla="*/ 1417460 h 2237474"/>
              <a:gd name="connsiteX70" fmla="*/ 7483437 w 12192000"/>
              <a:gd name="connsiteY70" fmla="*/ 1478152 h 2237474"/>
              <a:gd name="connsiteX71" fmla="*/ 7377870 w 12192000"/>
              <a:gd name="connsiteY71" fmla="*/ 1523319 h 2237474"/>
              <a:gd name="connsiteX72" fmla="*/ 7230737 w 12192000"/>
              <a:gd name="connsiteY72" fmla="*/ 1562633 h 2237474"/>
              <a:gd name="connsiteX73" fmla="*/ 7224458 w 12192000"/>
              <a:gd name="connsiteY73" fmla="*/ 1573008 h 2237474"/>
              <a:gd name="connsiteX74" fmla="*/ 7213486 w 12192000"/>
              <a:gd name="connsiteY74" fmla="*/ 1580987 h 2237474"/>
              <a:gd name="connsiteX75" fmla="*/ 7183121 w 12192000"/>
              <a:gd name="connsiteY75" fmla="*/ 1595162 h 2237474"/>
              <a:gd name="connsiteX76" fmla="*/ 7164601 w 12192000"/>
              <a:gd name="connsiteY76" fmla="*/ 1606490 h 2237474"/>
              <a:gd name="connsiteX77" fmla="*/ 7114651 w 12192000"/>
              <a:gd name="connsiteY77" fmla="*/ 1620959 h 2237474"/>
              <a:gd name="connsiteX78" fmla="*/ 7092727 w 12192000"/>
              <a:gd name="connsiteY78" fmla="*/ 1623628 h 2237474"/>
              <a:gd name="connsiteX79" fmla="*/ 7031309 w 12192000"/>
              <a:gd name="connsiteY79" fmla="*/ 1619451 h 2237474"/>
              <a:gd name="connsiteX80" fmla="*/ 6999084 w 12192000"/>
              <a:gd name="connsiteY80" fmla="*/ 1634317 h 2237474"/>
              <a:gd name="connsiteX81" fmla="*/ 6992107 w 12192000"/>
              <a:gd name="connsiteY81" fmla="*/ 1636860 h 2237474"/>
              <a:gd name="connsiteX82" fmla="*/ 6991765 w 12192000"/>
              <a:gd name="connsiteY82" fmla="*/ 1636725 h 2237474"/>
              <a:gd name="connsiteX83" fmla="*/ 6900177 w 12192000"/>
              <a:gd name="connsiteY83" fmla="*/ 1636016 h 2237474"/>
              <a:gd name="connsiteX84" fmla="*/ 6795372 w 12192000"/>
              <a:gd name="connsiteY84" fmla="*/ 1644845 h 2237474"/>
              <a:gd name="connsiteX85" fmla="*/ 6692251 w 12192000"/>
              <a:gd name="connsiteY85" fmla="*/ 1656357 h 2237474"/>
              <a:gd name="connsiteX86" fmla="*/ 6655235 w 12192000"/>
              <a:gd name="connsiteY86" fmla="*/ 1661869 h 2237474"/>
              <a:gd name="connsiteX87" fmla="*/ 6587857 w 12192000"/>
              <a:gd name="connsiteY87" fmla="*/ 1665769 h 2237474"/>
              <a:gd name="connsiteX88" fmla="*/ 6554894 w 12192000"/>
              <a:gd name="connsiteY88" fmla="*/ 1664428 h 2237474"/>
              <a:gd name="connsiteX89" fmla="*/ 6516595 w 12192000"/>
              <a:gd name="connsiteY89" fmla="*/ 1667475 h 2237474"/>
              <a:gd name="connsiteX90" fmla="*/ 6508541 w 12192000"/>
              <a:gd name="connsiteY90" fmla="*/ 1668757 h 2237474"/>
              <a:gd name="connsiteX91" fmla="*/ 6471012 w 12192000"/>
              <a:gd name="connsiteY91" fmla="*/ 1678604 h 2237474"/>
              <a:gd name="connsiteX92" fmla="*/ 6415265 w 12192000"/>
              <a:gd name="connsiteY92" fmla="*/ 1665317 h 2237474"/>
              <a:gd name="connsiteX93" fmla="*/ 6364035 w 12192000"/>
              <a:gd name="connsiteY93" fmla="*/ 1667683 h 2237474"/>
              <a:gd name="connsiteX94" fmla="*/ 6280959 w 12192000"/>
              <a:gd name="connsiteY94" fmla="*/ 1689329 h 2237474"/>
              <a:gd name="connsiteX95" fmla="*/ 6243319 w 12192000"/>
              <a:gd name="connsiteY95" fmla="*/ 1695560 h 2237474"/>
              <a:gd name="connsiteX96" fmla="*/ 6098321 w 12192000"/>
              <a:gd name="connsiteY96" fmla="*/ 1721646 h 2237474"/>
              <a:gd name="connsiteX97" fmla="*/ 5880652 w 12192000"/>
              <a:gd name="connsiteY97" fmla="*/ 1779643 h 2237474"/>
              <a:gd name="connsiteX98" fmla="*/ 5785959 w 12192000"/>
              <a:gd name="connsiteY98" fmla="*/ 1775307 h 2237474"/>
              <a:gd name="connsiteX99" fmla="*/ 5643534 w 12192000"/>
              <a:gd name="connsiteY99" fmla="*/ 1802919 h 2237474"/>
              <a:gd name="connsiteX100" fmla="*/ 5518799 w 12192000"/>
              <a:gd name="connsiteY100" fmla="*/ 1818312 h 2237474"/>
              <a:gd name="connsiteX101" fmla="*/ 5505014 w 12192000"/>
              <a:gd name="connsiteY101" fmla="*/ 1819259 h 2237474"/>
              <a:gd name="connsiteX102" fmla="*/ 5453307 w 12192000"/>
              <a:gd name="connsiteY102" fmla="*/ 1815450 h 2237474"/>
              <a:gd name="connsiteX103" fmla="*/ 5364192 w 12192000"/>
              <a:gd name="connsiteY103" fmla="*/ 1826074 h 2237474"/>
              <a:gd name="connsiteX104" fmla="*/ 5350380 w 12192000"/>
              <a:gd name="connsiteY104" fmla="*/ 1830891 h 2237474"/>
              <a:gd name="connsiteX105" fmla="*/ 5259633 w 12192000"/>
              <a:gd name="connsiteY105" fmla="*/ 1837160 h 2237474"/>
              <a:gd name="connsiteX106" fmla="*/ 5197513 w 12192000"/>
              <a:gd name="connsiteY106" fmla="*/ 1844718 h 2237474"/>
              <a:gd name="connsiteX107" fmla="*/ 5168852 w 12192000"/>
              <a:gd name="connsiteY107" fmla="*/ 1844846 h 2237474"/>
              <a:gd name="connsiteX108" fmla="*/ 5114927 w 12192000"/>
              <a:gd name="connsiteY108" fmla="*/ 1847827 h 2237474"/>
              <a:gd name="connsiteX109" fmla="*/ 5108970 w 12192000"/>
              <a:gd name="connsiteY109" fmla="*/ 1847935 h 2237474"/>
              <a:gd name="connsiteX110" fmla="*/ 5067961 w 12192000"/>
              <a:gd name="connsiteY110" fmla="*/ 1845917 h 2237474"/>
              <a:gd name="connsiteX111" fmla="*/ 5007075 w 12192000"/>
              <a:gd name="connsiteY111" fmla="*/ 1838626 h 2237474"/>
              <a:gd name="connsiteX112" fmla="*/ 4944087 w 12192000"/>
              <a:gd name="connsiteY112" fmla="*/ 1823332 h 2237474"/>
              <a:gd name="connsiteX113" fmla="*/ 4907662 w 12192000"/>
              <a:gd name="connsiteY113" fmla="*/ 1816900 h 2237474"/>
              <a:gd name="connsiteX114" fmla="*/ 4882386 w 12192000"/>
              <a:gd name="connsiteY114" fmla="*/ 1809844 h 2237474"/>
              <a:gd name="connsiteX115" fmla="*/ 4811440 w 12192000"/>
              <a:gd name="connsiteY115" fmla="*/ 1804655 h 2237474"/>
              <a:gd name="connsiteX116" fmla="*/ 4691075 w 12192000"/>
              <a:gd name="connsiteY116" fmla="*/ 1801389 h 2237474"/>
              <a:gd name="connsiteX117" fmla="*/ 4611738 w 12192000"/>
              <a:gd name="connsiteY117" fmla="*/ 1776964 h 2237474"/>
              <a:gd name="connsiteX118" fmla="*/ 4560070 w 12192000"/>
              <a:gd name="connsiteY118" fmla="*/ 1785640 h 2237474"/>
              <a:gd name="connsiteX119" fmla="*/ 4536503 w 12192000"/>
              <a:gd name="connsiteY119" fmla="*/ 1785334 h 2237474"/>
              <a:gd name="connsiteX120" fmla="*/ 4513724 w 12192000"/>
              <a:gd name="connsiteY120" fmla="*/ 1791996 h 2237474"/>
              <a:gd name="connsiteX121" fmla="*/ 4459810 w 12192000"/>
              <a:gd name="connsiteY121" fmla="*/ 1797886 h 2237474"/>
              <a:gd name="connsiteX122" fmla="*/ 4379064 w 12192000"/>
              <a:gd name="connsiteY122" fmla="*/ 1817177 h 2237474"/>
              <a:gd name="connsiteX123" fmla="*/ 4319209 w 12192000"/>
              <a:gd name="connsiteY123" fmla="*/ 1834833 h 2237474"/>
              <a:gd name="connsiteX124" fmla="*/ 4290981 w 12192000"/>
              <a:gd name="connsiteY124" fmla="*/ 1839677 h 2237474"/>
              <a:gd name="connsiteX125" fmla="*/ 4285792 w 12192000"/>
              <a:gd name="connsiteY125" fmla="*/ 1836231 h 2237474"/>
              <a:gd name="connsiteX126" fmla="*/ 4238372 w 12192000"/>
              <a:gd name="connsiteY126" fmla="*/ 1851480 h 2237474"/>
              <a:gd name="connsiteX127" fmla="*/ 4232517 w 12192000"/>
              <a:gd name="connsiteY127" fmla="*/ 1852567 h 2237474"/>
              <a:gd name="connsiteX128" fmla="*/ 4191732 w 12192000"/>
              <a:gd name="connsiteY128" fmla="*/ 1857328 h 2237474"/>
              <a:gd name="connsiteX129" fmla="*/ 4065532 w 12192000"/>
              <a:gd name="connsiteY129" fmla="*/ 1855477 h 2237474"/>
              <a:gd name="connsiteX130" fmla="*/ 4028460 w 12192000"/>
              <a:gd name="connsiteY130" fmla="*/ 1855137 h 2237474"/>
              <a:gd name="connsiteX131" fmla="*/ 4002267 w 12192000"/>
              <a:gd name="connsiteY131" fmla="*/ 1852352 h 2237474"/>
              <a:gd name="connsiteX132" fmla="*/ 3931396 w 12192000"/>
              <a:gd name="connsiteY132" fmla="*/ 1858915 h 2237474"/>
              <a:gd name="connsiteX133" fmla="*/ 3812162 w 12192000"/>
              <a:gd name="connsiteY133" fmla="*/ 1875501 h 2237474"/>
              <a:gd name="connsiteX134" fmla="*/ 3729530 w 12192000"/>
              <a:gd name="connsiteY134" fmla="*/ 1864513 h 2237474"/>
              <a:gd name="connsiteX135" fmla="*/ 3680177 w 12192000"/>
              <a:gd name="connsiteY135" fmla="*/ 1881552 h 2237474"/>
              <a:gd name="connsiteX136" fmla="*/ 3567259 w 12192000"/>
              <a:gd name="connsiteY136" fmla="*/ 1893482 h 2237474"/>
              <a:gd name="connsiteX137" fmla="*/ 3405770 w 12192000"/>
              <a:gd name="connsiteY137" fmla="*/ 1904591 h 2237474"/>
              <a:gd name="connsiteX138" fmla="*/ 3280097 w 12192000"/>
              <a:gd name="connsiteY138" fmla="*/ 1919610 h 2237474"/>
              <a:gd name="connsiteX139" fmla="*/ 3123424 w 12192000"/>
              <a:gd name="connsiteY139" fmla="*/ 1952930 h 2237474"/>
              <a:gd name="connsiteX140" fmla="*/ 3009910 w 12192000"/>
              <a:gd name="connsiteY140" fmla="*/ 1957866 h 2237474"/>
              <a:gd name="connsiteX141" fmla="*/ 2995934 w 12192000"/>
              <a:gd name="connsiteY141" fmla="*/ 1967085 h 2237474"/>
              <a:gd name="connsiteX142" fmla="*/ 2980071 w 12192000"/>
              <a:gd name="connsiteY142" fmla="*/ 1972988 h 2237474"/>
              <a:gd name="connsiteX143" fmla="*/ 2978094 w 12192000"/>
              <a:gd name="connsiteY143" fmla="*/ 1972369 h 2237474"/>
              <a:gd name="connsiteX144" fmla="*/ 2942858 w 12192000"/>
              <a:gd name="connsiteY144" fmla="*/ 1981367 h 2237474"/>
              <a:gd name="connsiteX145" fmla="*/ 2875436 w 12192000"/>
              <a:gd name="connsiteY145" fmla="*/ 1996977 h 2237474"/>
              <a:gd name="connsiteX146" fmla="*/ 2874892 w 12192000"/>
              <a:gd name="connsiteY146" fmla="*/ 1996085 h 2237474"/>
              <a:gd name="connsiteX147" fmla="*/ 2864145 w 12192000"/>
              <a:gd name="connsiteY147" fmla="*/ 1994061 h 2237474"/>
              <a:gd name="connsiteX148" fmla="*/ 2843662 w 12192000"/>
              <a:gd name="connsiteY148" fmla="*/ 1992498 h 2237474"/>
              <a:gd name="connsiteX149" fmla="*/ 2796128 w 12192000"/>
              <a:gd name="connsiteY149" fmla="*/ 1976403 h 2237474"/>
              <a:gd name="connsiteX150" fmla="*/ 2756784 w 12192000"/>
              <a:gd name="connsiteY150" fmla="*/ 1985116 h 2237474"/>
              <a:gd name="connsiteX151" fmla="*/ 2748833 w 12192000"/>
              <a:gd name="connsiteY151" fmla="*/ 1986323 h 2237474"/>
              <a:gd name="connsiteX152" fmla="*/ 2748661 w 12192000"/>
              <a:gd name="connsiteY152" fmla="*/ 1986122 h 2237474"/>
              <a:gd name="connsiteX153" fmla="*/ 2740251 w 12192000"/>
              <a:gd name="connsiteY153" fmla="*/ 1986946 h 2237474"/>
              <a:gd name="connsiteX154" fmla="*/ 2718916 w 12192000"/>
              <a:gd name="connsiteY154" fmla="*/ 1990867 h 2237474"/>
              <a:gd name="connsiteX155" fmla="*/ 2713522 w 12192000"/>
              <a:gd name="connsiteY155" fmla="*/ 1990173 h 2237474"/>
              <a:gd name="connsiteX156" fmla="*/ 2680597 w 12192000"/>
              <a:gd name="connsiteY156" fmla="*/ 1984996 h 2237474"/>
              <a:gd name="connsiteX157" fmla="*/ 2578178 w 12192000"/>
              <a:gd name="connsiteY157" fmla="*/ 1990531 h 2237474"/>
              <a:gd name="connsiteX158" fmla="*/ 2476147 w 12192000"/>
              <a:gd name="connsiteY158" fmla="*/ 1998305 h 2237474"/>
              <a:gd name="connsiteX159" fmla="*/ 2373568 w 12192000"/>
              <a:gd name="connsiteY159" fmla="*/ 2003219 h 2237474"/>
              <a:gd name="connsiteX160" fmla="*/ 2321399 w 12192000"/>
              <a:gd name="connsiteY160" fmla="*/ 1989467 h 2237474"/>
              <a:gd name="connsiteX161" fmla="*/ 2315525 w 12192000"/>
              <a:gd name="connsiteY161" fmla="*/ 1989708 h 2237474"/>
              <a:gd name="connsiteX162" fmla="*/ 2300792 w 12192000"/>
              <a:gd name="connsiteY162" fmla="*/ 1994290 h 2237474"/>
              <a:gd name="connsiteX163" fmla="*/ 2295469 w 12192000"/>
              <a:gd name="connsiteY163" fmla="*/ 1996659 h 2237474"/>
              <a:gd name="connsiteX164" fmla="*/ 2287219 w 12192000"/>
              <a:gd name="connsiteY164" fmla="*/ 1998750 h 2237474"/>
              <a:gd name="connsiteX165" fmla="*/ 2286948 w 12192000"/>
              <a:gd name="connsiteY165" fmla="*/ 1998596 h 2237474"/>
              <a:gd name="connsiteX166" fmla="*/ 2243069 w 12192000"/>
              <a:gd name="connsiteY166" fmla="*/ 2015111 h 2237474"/>
              <a:gd name="connsiteX167" fmla="*/ 2186609 w 12192000"/>
              <a:gd name="connsiteY167" fmla="*/ 2008263 h 2237474"/>
              <a:gd name="connsiteX168" fmla="*/ 2164831 w 12192000"/>
              <a:gd name="connsiteY168" fmla="*/ 2010143 h 2237474"/>
              <a:gd name="connsiteX169" fmla="*/ 2152836 w 12192000"/>
              <a:gd name="connsiteY169" fmla="*/ 2010048 h 2237474"/>
              <a:gd name="connsiteX170" fmla="*/ 2117102 w 12192000"/>
              <a:gd name="connsiteY170" fmla="*/ 2023004 h 2237474"/>
              <a:gd name="connsiteX171" fmla="*/ 2111935 w 12192000"/>
              <a:gd name="connsiteY171" fmla="*/ 2023163 h 2237474"/>
              <a:gd name="connsiteX172" fmla="*/ 2089991 w 12192000"/>
              <a:gd name="connsiteY172" fmla="*/ 2034193 h 2237474"/>
              <a:gd name="connsiteX173" fmla="*/ 2058061 w 12192000"/>
              <a:gd name="connsiteY173" fmla="*/ 2047942 h 2237474"/>
              <a:gd name="connsiteX174" fmla="*/ 2055737 w 12192000"/>
              <a:gd name="connsiteY174" fmla="*/ 2047704 h 2237474"/>
              <a:gd name="connsiteX175" fmla="*/ 2042244 w 12192000"/>
              <a:gd name="connsiteY175" fmla="*/ 2055560 h 2237474"/>
              <a:gd name="connsiteX176" fmla="*/ 1976224 w 12192000"/>
              <a:gd name="connsiteY176" fmla="*/ 2074257 h 2237474"/>
              <a:gd name="connsiteX177" fmla="*/ 1877728 w 12192000"/>
              <a:gd name="connsiteY177" fmla="*/ 2101004 h 2237474"/>
              <a:gd name="connsiteX178" fmla="*/ 1759056 w 12192000"/>
              <a:gd name="connsiteY178" fmla="*/ 2125608 h 2237474"/>
              <a:gd name="connsiteX179" fmla="*/ 1637948 w 12192000"/>
              <a:gd name="connsiteY179" fmla="*/ 2172597 h 2237474"/>
              <a:gd name="connsiteX180" fmla="*/ 1434549 w 12192000"/>
              <a:gd name="connsiteY180" fmla="*/ 2234522 h 2237474"/>
              <a:gd name="connsiteX181" fmla="*/ 1398481 w 12192000"/>
              <a:gd name="connsiteY181" fmla="*/ 2237074 h 2237474"/>
              <a:gd name="connsiteX182" fmla="*/ 1398407 w 12192000"/>
              <a:gd name="connsiteY182" fmla="*/ 2237095 h 2237474"/>
              <a:gd name="connsiteX183" fmla="*/ 1370962 w 12192000"/>
              <a:gd name="connsiteY183" fmla="*/ 2237474 h 2237474"/>
              <a:gd name="connsiteX184" fmla="*/ 1356367 w 12192000"/>
              <a:gd name="connsiteY184" fmla="*/ 2235089 h 2237474"/>
              <a:gd name="connsiteX185" fmla="*/ 1324828 w 12192000"/>
              <a:gd name="connsiteY185" fmla="*/ 2231968 h 2237474"/>
              <a:gd name="connsiteX186" fmla="*/ 1297744 w 12192000"/>
              <a:gd name="connsiteY186" fmla="*/ 2235849 h 2237474"/>
              <a:gd name="connsiteX187" fmla="*/ 1286236 w 12192000"/>
              <a:gd name="connsiteY187" fmla="*/ 2233135 h 2237474"/>
              <a:gd name="connsiteX188" fmla="*/ 1283504 w 12192000"/>
              <a:gd name="connsiteY188" fmla="*/ 2233797 h 2237474"/>
              <a:gd name="connsiteX189" fmla="*/ 1279765 w 12192000"/>
              <a:gd name="connsiteY189" fmla="*/ 2229639 h 2237474"/>
              <a:gd name="connsiteX190" fmla="*/ 1195347 w 12192000"/>
              <a:gd name="connsiteY190" fmla="*/ 2212354 h 2237474"/>
              <a:gd name="connsiteX191" fmla="*/ 970251 w 12192000"/>
              <a:gd name="connsiteY191" fmla="*/ 2221029 h 2237474"/>
              <a:gd name="connsiteX192" fmla="*/ 812914 w 12192000"/>
              <a:gd name="connsiteY192" fmla="*/ 2202752 h 2237474"/>
              <a:gd name="connsiteX193" fmla="*/ 800195 w 12192000"/>
              <a:gd name="connsiteY193" fmla="*/ 2209407 h 2237474"/>
              <a:gd name="connsiteX194" fmla="*/ 784978 w 12192000"/>
              <a:gd name="connsiteY194" fmla="*/ 2212360 h 2237474"/>
              <a:gd name="connsiteX195" fmla="*/ 681987 w 12192000"/>
              <a:gd name="connsiteY195" fmla="*/ 2216757 h 2237474"/>
              <a:gd name="connsiteX196" fmla="*/ 669923 w 12192000"/>
              <a:gd name="connsiteY196" fmla="*/ 2211682 h 2237474"/>
              <a:gd name="connsiteX197" fmla="*/ 648680 w 12192000"/>
              <a:gd name="connsiteY197" fmla="*/ 2206229 h 2237474"/>
              <a:gd name="connsiteX198" fmla="*/ 597225 w 12192000"/>
              <a:gd name="connsiteY198" fmla="*/ 2180999 h 2237474"/>
              <a:gd name="connsiteX199" fmla="*/ 558449 w 12192000"/>
              <a:gd name="connsiteY199" fmla="*/ 2182346 h 2237474"/>
              <a:gd name="connsiteX200" fmla="*/ 550517 w 12192000"/>
              <a:gd name="connsiteY200" fmla="*/ 2182060 h 2237474"/>
              <a:gd name="connsiteX201" fmla="*/ 550309 w 12192000"/>
              <a:gd name="connsiteY201" fmla="*/ 2181825 h 2237474"/>
              <a:gd name="connsiteX202" fmla="*/ 541836 w 12192000"/>
              <a:gd name="connsiteY202" fmla="*/ 2181063 h 2237474"/>
              <a:gd name="connsiteX203" fmla="*/ 536057 w 12192000"/>
              <a:gd name="connsiteY203" fmla="*/ 2181537 h 2237474"/>
              <a:gd name="connsiteX204" fmla="*/ 520671 w 12192000"/>
              <a:gd name="connsiteY204" fmla="*/ 2180980 h 2237474"/>
              <a:gd name="connsiteX205" fmla="*/ 515024 w 12192000"/>
              <a:gd name="connsiteY205" fmla="*/ 2179258 h 2237474"/>
              <a:gd name="connsiteX206" fmla="*/ 512278 w 12192000"/>
              <a:gd name="connsiteY206" fmla="*/ 2176369 h 2237474"/>
              <a:gd name="connsiteX207" fmla="*/ 480419 w 12192000"/>
              <a:gd name="connsiteY207" fmla="*/ 2167807 h 2237474"/>
              <a:gd name="connsiteX208" fmla="*/ 413835 w 12192000"/>
              <a:gd name="connsiteY208" fmla="*/ 2156783 h 2237474"/>
              <a:gd name="connsiteX209" fmla="*/ 376513 w 12192000"/>
              <a:gd name="connsiteY209" fmla="*/ 2154014 h 2237474"/>
              <a:gd name="connsiteX210" fmla="*/ 273386 w 12192000"/>
              <a:gd name="connsiteY210" fmla="*/ 2142551 h 2237474"/>
              <a:gd name="connsiteX211" fmla="*/ 169207 w 12192000"/>
              <a:gd name="connsiteY211" fmla="*/ 2128100 h 2237474"/>
              <a:gd name="connsiteX212" fmla="*/ 93149 w 12192000"/>
              <a:gd name="connsiteY212" fmla="*/ 2105324 h 2237474"/>
              <a:gd name="connsiteX213" fmla="*/ 88109 w 12192000"/>
              <a:gd name="connsiteY213" fmla="*/ 2106704 h 2237474"/>
              <a:gd name="connsiteX214" fmla="*/ 80022 w 12192000"/>
              <a:gd name="connsiteY214" fmla="*/ 2107254 h 2237474"/>
              <a:gd name="connsiteX215" fmla="*/ 79717 w 12192000"/>
              <a:gd name="connsiteY215" fmla="*/ 2107046 h 2237474"/>
              <a:gd name="connsiteX216" fmla="*/ 72352 w 12192000"/>
              <a:gd name="connsiteY216" fmla="*/ 2107991 h 2237474"/>
              <a:gd name="connsiteX217" fmla="*/ 37645 w 12192000"/>
              <a:gd name="connsiteY217" fmla="*/ 2115401 h 2237474"/>
              <a:gd name="connsiteX218" fmla="*/ 4572 w 12192000"/>
              <a:gd name="connsiteY218" fmla="*/ 2111091 h 2237474"/>
              <a:gd name="connsiteX219" fmla="*/ 0 w 12192000"/>
              <a:gd name="connsiteY219" fmla="*/ 2110468 h 2237474"/>
              <a:gd name="connsiteX220" fmla="*/ 0 w 12192000"/>
              <a:gd name="connsiteY22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00499 w 12192000"/>
              <a:gd name="connsiteY34" fmla="*/ 954680 h 2237474"/>
              <a:gd name="connsiteX35" fmla="*/ 9428195 w 12192000"/>
              <a:gd name="connsiteY35" fmla="*/ 986225 h 2237474"/>
              <a:gd name="connsiteX36" fmla="*/ 9410017 w 12192000"/>
              <a:gd name="connsiteY36" fmla="*/ 993931 h 2237474"/>
              <a:gd name="connsiteX37" fmla="*/ 9392919 w 12192000"/>
              <a:gd name="connsiteY37" fmla="*/ 994656 h 2237474"/>
              <a:gd name="connsiteX38" fmla="*/ 9278619 w 12192000"/>
              <a:gd name="connsiteY38" fmla="*/ 1011878 h 2237474"/>
              <a:gd name="connsiteX39" fmla="*/ 9268019 w 12192000"/>
              <a:gd name="connsiteY39" fmla="*/ 1007442 h 2237474"/>
              <a:gd name="connsiteX40" fmla="*/ 9234662 w 12192000"/>
              <a:gd name="connsiteY40" fmla="*/ 1023056 h 2237474"/>
              <a:gd name="connsiteX41" fmla="*/ 9181033 w 12192000"/>
              <a:gd name="connsiteY41" fmla="*/ 1037921 h 2237474"/>
              <a:gd name="connsiteX42" fmla="*/ 9155969 w 12192000"/>
              <a:gd name="connsiteY42" fmla="*/ 1046804 h 2237474"/>
              <a:gd name="connsiteX43" fmla="*/ 9133985 w 12192000"/>
              <a:gd name="connsiteY43" fmla="*/ 1046450 h 2237474"/>
              <a:gd name="connsiteX44" fmla="*/ 9012987 w 12192000"/>
              <a:gd name="connsiteY44" fmla="*/ 1061986 h 2237474"/>
              <a:gd name="connsiteX45" fmla="*/ 8968445 w 12192000"/>
              <a:gd name="connsiteY45" fmla="*/ 1052169 h 2237474"/>
              <a:gd name="connsiteX46" fmla="*/ 8958984 w 12192000"/>
              <a:gd name="connsiteY46" fmla="*/ 1057212 h 2237474"/>
              <a:gd name="connsiteX47" fmla="*/ 8886001 w 12192000"/>
              <a:gd name="connsiteY47" fmla="*/ 1067468 h 2237474"/>
              <a:gd name="connsiteX48" fmla="*/ 8838610 w 12192000"/>
              <a:gd name="connsiteY48" fmla="*/ 1075091 h 2237474"/>
              <a:gd name="connsiteX49" fmla="*/ 8750383 w 12192000"/>
              <a:gd name="connsiteY49" fmla="*/ 1097387 h 2237474"/>
              <a:gd name="connsiteX50" fmla="*/ 8697365 w 12192000"/>
              <a:gd name="connsiteY50" fmla="*/ 1105869 h 2237474"/>
              <a:gd name="connsiteX51" fmla="*/ 8665605 w 12192000"/>
              <a:gd name="connsiteY51" fmla="*/ 1110791 h 2237474"/>
              <a:gd name="connsiteX52" fmla="*/ 8584946 w 12192000"/>
              <a:gd name="connsiteY52" fmla="*/ 1135226 h 2237474"/>
              <a:gd name="connsiteX53" fmla="*/ 8460755 w 12192000"/>
              <a:gd name="connsiteY53" fmla="*/ 1203427 h 2237474"/>
              <a:gd name="connsiteX54" fmla="*/ 8419755 w 12192000"/>
              <a:gd name="connsiteY54" fmla="*/ 1216260 h 2237474"/>
              <a:gd name="connsiteX55" fmla="*/ 8411626 w 12192000"/>
              <a:gd name="connsiteY55" fmla="*/ 1214397 h 2237474"/>
              <a:gd name="connsiteX56" fmla="*/ 8363469 w 12192000"/>
              <a:gd name="connsiteY56" fmla="*/ 1246658 h 2237474"/>
              <a:gd name="connsiteX57" fmla="*/ 8275497 w 12192000"/>
              <a:gd name="connsiteY57" fmla="*/ 1264396 h 2237474"/>
              <a:gd name="connsiteX58" fmla="*/ 8206287 w 12192000"/>
              <a:gd name="connsiteY58" fmla="*/ 1273060 h 2237474"/>
              <a:gd name="connsiteX59" fmla="*/ 8168705 w 12192000"/>
              <a:gd name="connsiteY59" fmla="*/ 1279956 h 2237474"/>
              <a:gd name="connsiteX60" fmla="*/ 8139997 w 12192000"/>
              <a:gd name="connsiteY60" fmla="*/ 1282713 h 2237474"/>
              <a:gd name="connsiteX61" fmla="*/ 8074238 w 12192000"/>
              <a:gd name="connsiteY61" fmla="*/ 1301895 h 2237474"/>
              <a:gd name="connsiteX62" fmla="*/ 7968292 w 12192000"/>
              <a:gd name="connsiteY62" fmla="*/ 1338779 h 2237474"/>
              <a:gd name="connsiteX63" fmla="*/ 7945122 w 12192000"/>
              <a:gd name="connsiteY63" fmla="*/ 1345477 h 2237474"/>
              <a:gd name="connsiteX64" fmla="*/ 7902328 w 12192000"/>
              <a:gd name="connsiteY64" fmla="*/ 1345865 h 2237474"/>
              <a:gd name="connsiteX65" fmla="*/ 7875879 w 12192000"/>
              <a:gd name="connsiteY65" fmla="*/ 1345646 h 2237474"/>
              <a:gd name="connsiteX66" fmla="*/ 7840612 w 12192000"/>
              <a:gd name="connsiteY66" fmla="*/ 1369373 h 2237474"/>
              <a:gd name="connsiteX67" fmla="*/ 7786819 w 12192000"/>
              <a:gd name="connsiteY67" fmla="*/ 1378970 h 2237474"/>
              <a:gd name="connsiteX68" fmla="*/ 7548172 w 12192000"/>
              <a:gd name="connsiteY68" fmla="*/ 1417460 h 2237474"/>
              <a:gd name="connsiteX69" fmla="*/ 7483437 w 12192000"/>
              <a:gd name="connsiteY69" fmla="*/ 1478152 h 2237474"/>
              <a:gd name="connsiteX70" fmla="*/ 7377870 w 12192000"/>
              <a:gd name="connsiteY70" fmla="*/ 1523319 h 2237474"/>
              <a:gd name="connsiteX71" fmla="*/ 7230737 w 12192000"/>
              <a:gd name="connsiteY71" fmla="*/ 1562633 h 2237474"/>
              <a:gd name="connsiteX72" fmla="*/ 7224458 w 12192000"/>
              <a:gd name="connsiteY72" fmla="*/ 1573008 h 2237474"/>
              <a:gd name="connsiteX73" fmla="*/ 7213486 w 12192000"/>
              <a:gd name="connsiteY73" fmla="*/ 1580987 h 2237474"/>
              <a:gd name="connsiteX74" fmla="*/ 7183121 w 12192000"/>
              <a:gd name="connsiteY74" fmla="*/ 1595162 h 2237474"/>
              <a:gd name="connsiteX75" fmla="*/ 7164601 w 12192000"/>
              <a:gd name="connsiteY75" fmla="*/ 1606490 h 2237474"/>
              <a:gd name="connsiteX76" fmla="*/ 7114651 w 12192000"/>
              <a:gd name="connsiteY76" fmla="*/ 1620959 h 2237474"/>
              <a:gd name="connsiteX77" fmla="*/ 7092727 w 12192000"/>
              <a:gd name="connsiteY77" fmla="*/ 1623628 h 2237474"/>
              <a:gd name="connsiteX78" fmla="*/ 7031309 w 12192000"/>
              <a:gd name="connsiteY78" fmla="*/ 1619451 h 2237474"/>
              <a:gd name="connsiteX79" fmla="*/ 6999084 w 12192000"/>
              <a:gd name="connsiteY79" fmla="*/ 1634317 h 2237474"/>
              <a:gd name="connsiteX80" fmla="*/ 6992107 w 12192000"/>
              <a:gd name="connsiteY80" fmla="*/ 1636860 h 2237474"/>
              <a:gd name="connsiteX81" fmla="*/ 6991765 w 12192000"/>
              <a:gd name="connsiteY81" fmla="*/ 1636725 h 2237474"/>
              <a:gd name="connsiteX82" fmla="*/ 6900177 w 12192000"/>
              <a:gd name="connsiteY82" fmla="*/ 1636016 h 2237474"/>
              <a:gd name="connsiteX83" fmla="*/ 6795372 w 12192000"/>
              <a:gd name="connsiteY83" fmla="*/ 1644845 h 2237474"/>
              <a:gd name="connsiteX84" fmla="*/ 6692251 w 12192000"/>
              <a:gd name="connsiteY84" fmla="*/ 1656357 h 2237474"/>
              <a:gd name="connsiteX85" fmla="*/ 6655235 w 12192000"/>
              <a:gd name="connsiteY85" fmla="*/ 1661869 h 2237474"/>
              <a:gd name="connsiteX86" fmla="*/ 6587857 w 12192000"/>
              <a:gd name="connsiteY86" fmla="*/ 1665769 h 2237474"/>
              <a:gd name="connsiteX87" fmla="*/ 6554894 w 12192000"/>
              <a:gd name="connsiteY87" fmla="*/ 1664428 h 2237474"/>
              <a:gd name="connsiteX88" fmla="*/ 6516595 w 12192000"/>
              <a:gd name="connsiteY88" fmla="*/ 1667475 h 2237474"/>
              <a:gd name="connsiteX89" fmla="*/ 6508541 w 12192000"/>
              <a:gd name="connsiteY89" fmla="*/ 1668757 h 2237474"/>
              <a:gd name="connsiteX90" fmla="*/ 6471012 w 12192000"/>
              <a:gd name="connsiteY90" fmla="*/ 1678604 h 2237474"/>
              <a:gd name="connsiteX91" fmla="*/ 6415265 w 12192000"/>
              <a:gd name="connsiteY91" fmla="*/ 1665317 h 2237474"/>
              <a:gd name="connsiteX92" fmla="*/ 6364035 w 12192000"/>
              <a:gd name="connsiteY92" fmla="*/ 1667683 h 2237474"/>
              <a:gd name="connsiteX93" fmla="*/ 6280959 w 12192000"/>
              <a:gd name="connsiteY93" fmla="*/ 1689329 h 2237474"/>
              <a:gd name="connsiteX94" fmla="*/ 6243319 w 12192000"/>
              <a:gd name="connsiteY94" fmla="*/ 1695560 h 2237474"/>
              <a:gd name="connsiteX95" fmla="*/ 6098321 w 12192000"/>
              <a:gd name="connsiteY95" fmla="*/ 1721646 h 2237474"/>
              <a:gd name="connsiteX96" fmla="*/ 5880652 w 12192000"/>
              <a:gd name="connsiteY96" fmla="*/ 1779643 h 2237474"/>
              <a:gd name="connsiteX97" fmla="*/ 5785959 w 12192000"/>
              <a:gd name="connsiteY97" fmla="*/ 1775307 h 2237474"/>
              <a:gd name="connsiteX98" fmla="*/ 5643534 w 12192000"/>
              <a:gd name="connsiteY98" fmla="*/ 1802919 h 2237474"/>
              <a:gd name="connsiteX99" fmla="*/ 5518799 w 12192000"/>
              <a:gd name="connsiteY99" fmla="*/ 1818312 h 2237474"/>
              <a:gd name="connsiteX100" fmla="*/ 5505014 w 12192000"/>
              <a:gd name="connsiteY100" fmla="*/ 1819259 h 2237474"/>
              <a:gd name="connsiteX101" fmla="*/ 5453307 w 12192000"/>
              <a:gd name="connsiteY101" fmla="*/ 1815450 h 2237474"/>
              <a:gd name="connsiteX102" fmla="*/ 5364192 w 12192000"/>
              <a:gd name="connsiteY102" fmla="*/ 1826074 h 2237474"/>
              <a:gd name="connsiteX103" fmla="*/ 5350380 w 12192000"/>
              <a:gd name="connsiteY103" fmla="*/ 1830891 h 2237474"/>
              <a:gd name="connsiteX104" fmla="*/ 5259633 w 12192000"/>
              <a:gd name="connsiteY104" fmla="*/ 1837160 h 2237474"/>
              <a:gd name="connsiteX105" fmla="*/ 5197513 w 12192000"/>
              <a:gd name="connsiteY105" fmla="*/ 1844718 h 2237474"/>
              <a:gd name="connsiteX106" fmla="*/ 5168852 w 12192000"/>
              <a:gd name="connsiteY106" fmla="*/ 1844846 h 2237474"/>
              <a:gd name="connsiteX107" fmla="*/ 5114927 w 12192000"/>
              <a:gd name="connsiteY107" fmla="*/ 1847827 h 2237474"/>
              <a:gd name="connsiteX108" fmla="*/ 5108970 w 12192000"/>
              <a:gd name="connsiteY108" fmla="*/ 1847935 h 2237474"/>
              <a:gd name="connsiteX109" fmla="*/ 5067961 w 12192000"/>
              <a:gd name="connsiteY109" fmla="*/ 1845917 h 2237474"/>
              <a:gd name="connsiteX110" fmla="*/ 5007075 w 12192000"/>
              <a:gd name="connsiteY110" fmla="*/ 1838626 h 2237474"/>
              <a:gd name="connsiteX111" fmla="*/ 4944087 w 12192000"/>
              <a:gd name="connsiteY111" fmla="*/ 1823332 h 2237474"/>
              <a:gd name="connsiteX112" fmla="*/ 4907662 w 12192000"/>
              <a:gd name="connsiteY112" fmla="*/ 1816900 h 2237474"/>
              <a:gd name="connsiteX113" fmla="*/ 4882386 w 12192000"/>
              <a:gd name="connsiteY113" fmla="*/ 1809844 h 2237474"/>
              <a:gd name="connsiteX114" fmla="*/ 4811440 w 12192000"/>
              <a:gd name="connsiteY114" fmla="*/ 1804655 h 2237474"/>
              <a:gd name="connsiteX115" fmla="*/ 4691075 w 12192000"/>
              <a:gd name="connsiteY115" fmla="*/ 1801389 h 2237474"/>
              <a:gd name="connsiteX116" fmla="*/ 4611738 w 12192000"/>
              <a:gd name="connsiteY116" fmla="*/ 1776964 h 2237474"/>
              <a:gd name="connsiteX117" fmla="*/ 4560070 w 12192000"/>
              <a:gd name="connsiteY117" fmla="*/ 1785640 h 2237474"/>
              <a:gd name="connsiteX118" fmla="*/ 4536503 w 12192000"/>
              <a:gd name="connsiteY118" fmla="*/ 1785334 h 2237474"/>
              <a:gd name="connsiteX119" fmla="*/ 4513724 w 12192000"/>
              <a:gd name="connsiteY119" fmla="*/ 1791996 h 2237474"/>
              <a:gd name="connsiteX120" fmla="*/ 4459810 w 12192000"/>
              <a:gd name="connsiteY120" fmla="*/ 1797886 h 2237474"/>
              <a:gd name="connsiteX121" fmla="*/ 4379064 w 12192000"/>
              <a:gd name="connsiteY121" fmla="*/ 1817177 h 2237474"/>
              <a:gd name="connsiteX122" fmla="*/ 4319209 w 12192000"/>
              <a:gd name="connsiteY122" fmla="*/ 1834833 h 2237474"/>
              <a:gd name="connsiteX123" fmla="*/ 4290981 w 12192000"/>
              <a:gd name="connsiteY123" fmla="*/ 1839677 h 2237474"/>
              <a:gd name="connsiteX124" fmla="*/ 4285792 w 12192000"/>
              <a:gd name="connsiteY124" fmla="*/ 1836231 h 2237474"/>
              <a:gd name="connsiteX125" fmla="*/ 4238372 w 12192000"/>
              <a:gd name="connsiteY125" fmla="*/ 1851480 h 2237474"/>
              <a:gd name="connsiteX126" fmla="*/ 4232517 w 12192000"/>
              <a:gd name="connsiteY126" fmla="*/ 1852567 h 2237474"/>
              <a:gd name="connsiteX127" fmla="*/ 4191732 w 12192000"/>
              <a:gd name="connsiteY127" fmla="*/ 1857328 h 2237474"/>
              <a:gd name="connsiteX128" fmla="*/ 4065532 w 12192000"/>
              <a:gd name="connsiteY128" fmla="*/ 1855477 h 2237474"/>
              <a:gd name="connsiteX129" fmla="*/ 4028460 w 12192000"/>
              <a:gd name="connsiteY129" fmla="*/ 1855137 h 2237474"/>
              <a:gd name="connsiteX130" fmla="*/ 4002267 w 12192000"/>
              <a:gd name="connsiteY130" fmla="*/ 1852352 h 2237474"/>
              <a:gd name="connsiteX131" fmla="*/ 3931396 w 12192000"/>
              <a:gd name="connsiteY131" fmla="*/ 1858915 h 2237474"/>
              <a:gd name="connsiteX132" fmla="*/ 3812162 w 12192000"/>
              <a:gd name="connsiteY132" fmla="*/ 1875501 h 2237474"/>
              <a:gd name="connsiteX133" fmla="*/ 3729530 w 12192000"/>
              <a:gd name="connsiteY133" fmla="*/ 1864513 h 2237474"/>
              <a:gd name="connsiteX134" fmla="*/ 3680177 w 12192000"/>
              <a:gd name="connsiteY134" fmla="*/ 1881552 h 2237474"/>
              <a:gd name="connsiteX135" fmla="*/ 3567259 w 12192000"/>
              <a:gd name="connsiteY135" fmla="*/ 1893482 h 2237474"/>
              <a:gd name="connsiteX136" fmla="*/ 3405770 w 12192000"/>
              <a:gd name="connsiteY136" fmla="*/ 1904591 h 2237474"/>
              <a:gd name="connsiteX137" fmla="*/ 3280097 w 12192000"/>
              <a:gd name="connsiteY137" fmla="*/ 1919610 h 2237474"/>
              <a:gd name="connsiteX138" fmla="*/ 3123424 w 12192000"/>
              <a:gd name="connsiteY138" fmla="*/ 1952930 h 2237474"/>
              <a:gd name="connsiteX139" fmla="*/ 3009910 w 12192000"/>
              <a:gd name="connsiteY139" fmla="*/ 1957866 h 2237474"/>
              <a:gd name="connsiteX140" fmla="*/ 2995934 w 12192000"/>
              <a:gd name="connsiteY140" fmla="*/ 1967085 h 2237474"/>
              <a:gd name="connsiteX141" fmla="*/ 2980071 w 12192000"/>
              <a:gd name="connsiteY141" fmla="*/ 1972988 h 2237474"/>
              <a:gd name="connsiteX142" fmla="*/ 2978094 w 12192000"/>
              <a:gd name="connsiteY142" fmla="*/ 1972369 h 2237474"/>
              <a:gd name="connsiteX143" fmla="*/ 2942858 w 12192000"/>
              <a:gd name="connsiteY143" fmla="*/ 1981367 h 2237474"/>
              <a:gd name="connsiteX144" fmla="*/ 2875436 w 12192000"/>
              <a:gd name="connsiteY144" fmla="*/ 1996977 h 2237474"/>
              <a:gd name="connsiteX145" fmla="*/ 2874892 w 12192000"/>
              <a:gd name="connsiteY145" fmla="*/ 1996085 h 2237474"/>
              <a:gd name="connsiteX146" fmla="*/ 2864145 w 12192000"/>
              <a:gd name="connsiteY146" fmla="*/ 1994061 h 2237474"/>
              <a:gd name="connsiteX147" fmla="*/ 2843662 w 12192000"/>
              <a:gd name="connsiteY147" fmla="*/ 1992498 h 2237474"/>
              <a:gd name="connsiteX148" fmla="*/ 2796128 w 12192000"/>
              <a:gd name="connsiteY148" fmla="*/ 1976403 h 2237474"/>
              <a:gd name="connsiteX149" fmla="*/ 2756784 w 12192000"/>
              <a:gd name="connsiteY149" fmla="*/ 1985116 h 2237474"/>
              <a:gd name="connsiteX150" fmla="*/ 2748833 w 12192000"/>
              <a:gd name="connsiteY150" fmla="*/ 1986323 h 2237474"/>
              <a:gd name="connsiteX151" fmla="*/ 2748661 w 12192000"/>
              <a:gd name="connsiteY151" fmla="*/ 1986122 h 2237474"/>
              <a:gd name="connsiteX152" fmla="*/ 2740251 w 12192000"/>
              <a:gd name="connsiteY152" fmla="*/ 1986946 h 2237474"/>
              <a:gd name="connsiteX153" fmla="*/ 2718916 w 12192000"/>
              <a:gd name="connsiteY153" fmla="*/ 1990867 h 2237474"/>
              <a:gd name="connsiteX154" fmla="*/ 2713522 w 12192000"/>
              <a:gd name="connsiteY154" fmla="*/ 1990173 h 2237474"/>
              <a:gd name="connsiteX155" fmla="*/ 2680597 w 12192000"/>
              <a:gd name="connsiteY155" fmla="*/ 1984996 h 2237474"/>
              <a:gd name="connsiteX156" fmla="*/ 2578178 w 12192000"/>
              <a:gd name="connsiteY156" fmla="*/ 1990531 h 2237474"/>
              <a:gd name="connsiteX157" fmla="*/ 2476147 w 12192000"/>
              <a:gd name="connsiteY157" fmla="*/ 1998305 h 2237474"/>
              <a:gd name="connsiteX158" fmla="*/ 2373568 w 12192000"/>
              <a:gd name="connsiteY158" fmla="*/ 2003219 h 2237474"/>
              <a:gd name="connsiteX159" fmla="*/ 2321399 w 12192000"/>
              <a:gd name="connsiteY159" fmla="*/ 1989467 h 2237474"/>
              <a:gd name="connsiteX160" fmla="*/ 2315525 w 12192000"/>
              <a:gd name="connsiteY160" fmla="*/ 1989708 h 2237474"/>
              <a:gd name="connsiteX161" fmla="*/ 2300792 w 12192000"/>
              <a:gd name="connsiteY161" fmla="*/ 1994290 h 2237474"/>
              <a:gd name="connsiteX162" fmla="*/ 2295469 w 12192000"/>
              <a:gd name="connsiteY162" fmla="*/ 1996659 h 2237474"/>
              <a:gd name="connsiteX163" fmla="*/ 2287219 w 12192000"/>
              <a:gd name="connsiteY163" fmla="*/ 1998750 h 2237474"/>
              <a:gd name="connsiteX164" fmla="*/ 2286948 w 12192000"/>
              <a:gd name="connsiteY164" fmla="*/ 1998596 h 2237474"/>
              <a:gd name="connsiteX165" fmla="*/ 2243069 w 12192000"/>
              <a:gd name="connsiteY165" fmla="*/ 2015111 h 2237474"/>
              <a:gd name="connsiteX166" fmla="*/ 2186609 w 12192000"/>
              <a:gd name="connsiteY166" fmla="*/ 2008263 h 2237474"/>
              <a:gd name="connsiteX167" fmla="*/ 2164831 w 12192000"/>
              <a:gd name="connsiteY167" fmla="*/ 2010143 h 2237474"/>
              <a:gd name="connsiteX168" fmla="*/ 2152836 w 12192000"/>
              <a:gd name="connsiteY168" fmla="*/ 2010048 h 2237474"/>
              <a:gd name="connsiteX169" fmla="*/ 2117102 w 12192000"/>
              <a:gd name="connsiteY169" fmla="*/ 2023004 h 2237474"/>
              <a:gd name="connsiteX170" fmla="*/ 2111935 w 12192000"/>
              <a:gd name="connsiteY170" fmla="*/ 2023163 h 2237474"/>
              <a:gd name="connsiteX171" fmla="*/ 2089991 w 12192000"/>
              <a:gd name="connsiteY171" fmla="*/ 2034193 h 2237474"/>
              <a:gd name="connsiteX172" fmla="*/ 2058061 w 12192000"/>
              <a:gd name="connsiteY172" fmla="*/ 2047942 h 2237474"/>
              <a:gd name="connsiteX173" fmla="*/ 2055737 w 12192000"/>
              <a:gd name="connsiteY173" fmla="*/ 2047704 h 2237474"/>
              <a:gd name="connsiteX174" fmla="*/ 2042244 w 12192000"/>
              <a:gd name="connsiteY174" fmla="*/ 2055560 h 2237474"/>
              <a:gd name="connsiteX175" fmla="*/ 1976224 w 12192000"/>
              <a:gd name="connsiteY175" fmla="*/ 2074257 h 2237474"/>
              <a:gd name="connsiteX176" fmla="*/ 1877728 w 12192000"/>
              <a:gd name="connsiteY176" fmla="*/ 2101004 h 2237474"/>
              <a:gd name="connsiteX177" fmla="*/ 1759056 w 12192000"/>
              <a:gd name="connsiteY177" fmla="*/ 2125608 h 2237474"/>
              <a:gd name="connsiteX178" fmla="*/ 1637948 w 12192000"/>
              <a:gd name="connsiteY178" fmla="*/ 2172597 h 2237474"/>
              <a:gd name="connsiteX179" fmla="*/ 1434549 w 12192000"/>
              <a:gd name="connsiteY179" fmla="*/ 2234522 h 2237474"/>
              <a:gd name="connsiteX180" fmla="*/ 1398481 w 12192000"/>
              <a:gd name="connsiteY180" fmla="*/ 2237074 h 2237474"/>
              <a:gd name="connsiteX181" fmla="*/ 1398407 w 12192000"/>
              <a:gd name="connsiteY181" fmla="*/ 2237095 h 2237474"/>
              <a:gd name="connsiteX182" fmla="*/ 1370962 w 12192000"/>
              <a:gd name="connsiteY182" fmla="*/ 2237474 h 2237474"/>
              <a:gd name="connsiteX183" fmla="*/ 1356367 w 12192000"/>
              <a:gd name="connsiteY183" fmla="*/ 2235089 h 2237474"/>
              <a:gd name="connsiteX184" fmla="*/ 1324828 w 12192000"/>
              <a:gd name="connsiteY184" fmla="*/ 2231968 h 2237474"/>
              <a:gd name="connsiteX185" fmla="*/ 1297744 w 12192000"/>
              <a:gd name="connsiteY185" fmla="*/ 2235849 h 2237474"/>
              <a:gd name="connsiteX186" fmla="*/ 1286236 w 12192000"/>
              <a:gd name="connsiteY186" fmla="*/ 2233135 h 2237474"/>
              <a:gd name="connsiteX187" fmla="*/ 1283504 w 12192000"/>
              <a:gd name="connsiteY187" fmla="*/ 2233797 h 2237474"/>
              <a:gd name="connsiteX188" fmla="*/ 1279765 w 12192000"/>
              <a:gd name="connsiteY188" fmla="*/ 2229639 h 2237474"/>
              <a:gd name="connsiteX189" fmla="*/ 1195347 w 12192000"/>
              <a:gd name="connsiteY189" fmla="*/ 2212354 h 2237474"/>
              <a:gd name="connsiteX190" fmla="*/ 970251 w 12192000"/>
              <a:gd name="connsiteY190" fmla="*/ 2221029 h 2237474"/>
              <a:gd name="connsiteX191" fmla="*/ 812914 w 12192000"/>
              <a:gd name="connsiteY191" fmla="*/ 2202752 h 2237474"/>
              <a:gd name="connsiteX192" fmla="*/ 800195 w 12192000"/>
              <a:gd name="connsiteY192" fmla="*/ 2209407 h 2237474"/>
              <a:gd name="connsiteX193" fmla="*/ 784978 w 12192000"/>
              <a:gd name="connsiteY193" fmla="*/ 2212360 h 2237474"/>
              <a:gd name="connsiteX194" fmla="*/ 681987 w 12192000"/>
              <a:gd name="connsiteY194" fmla="*/ 2216757 h 2237474"/>
              <a:gd name="connsiteX195" fmla="*/ 669923 w 12192000"/>
              <a:gd name="connsiteY195" fmla="*/ 2211682 h 2237474"/>
              <a:gd name="connsiteX196" fmla="*/ 648680 w 12192000"/>
              <a:gd name="connsiteY196" fmla="*/ 2206229 h 2237474"/>
              <a:gd name="connsiteX197" fmla="*/ 597225 w 12192000"/>
              <a:gd name="connsiteY197" fmla="*/ 2180999 h 2237474"/>
              <a:gd name="connsiteX198" fmla="*/ 558449 w 12192000"/>
              <a:gd name="connsiteY198" fmla="*/ 2182346 h 2237474"/>
              <a:gd name="connsiteX199" fmla="*/ 550517 w 12192000"/>
              <a:gd name="connsiteY199" fmla="*/ 2182060 h 2237474"/>
              <a:gd name="connsiteX200" fmla="*/ 550309 w 12192000"/>
              <a:gd name="connsiteY200" fmla="*/ 2181825 h 2237474"/>
              <a:gd name="connsiteX201" fmla="*/ 541836 w 12192000"/>
              <a:gd name="connsiteY201" fmla="*/ 2181063 h 2237474"/>
              <a:gd name="connsiteX202" fmla="*/ 536057 w 12192000"/>
              <a:gd name="connsiteY202" fmla="*/ 2181537 h 2237474"/>
              <a:gd name="connsiteX203" fmla="*/ 520671 w 12192000"/>
              <a:gd name="connsiteY203" fmla="*/ 2180980 h 2237474"/>
              <a:gd name="connsiteX204" fmla="*/ 515024 w 12192000"/>
              <a:gd name="connsiteY204" fmla="*/ 2179258 h 2237474"/>
              <a:gd name="connsiteX205" fmla="*/ 512278 w 12192000"/>
              <a:gd name="connsiteY205" fmla="*/ 2176369 h 2237474"/>
              <a:gd name="connsiteX206" fmla="*/ 480419 w 12192000"/>
              <a:gd name="connsiteY206" fmla="*/ 2167807 h 2237474"/>
              <a:gd name="connsiteX207" fmla="*/ 413835 w 12192000"/>
              <a:gd name="connsiteY207" fmla="*/ 2156783 h 2237474"/>
              <a:gd name="connsiteX208" fmla="*/ 376513 w 12192000"/>
              <a:gd name="connsiteY208" fmla="*/ 2154014 h 2237474"/>
              <a:gd name="connsiteX209" fmla="*/ 273386 w 12192000"/>
              <a:gd name="connsiteY209" fmla="*/ 2142551 h 2237474"/>
              <a:gd name="connsiteX210" fmla="*/ 169207 w 12192000"/>
              <a:gd name="connsiteY210" fmla="*/ 2128100 h 2237474"/>
              <a:gd name="connsiteX211" fmla="*/ 93149 w 12192000"/>
              <a:gd name="connsiteY211" fmla="*/ 2105324 h 2237474"/>
              <a:gd name="connsiteX212" fmla="*/ 88109 w 12192000"/>
              <a:gd name="connsiteY212" fmla="*/ 2106704 h 2237474"/>
              <a:gd name="connsiteX213" fmla="*/ 80022 w 12192000"/>
              <a:gd name="connsiteY213" fmla="*/ 2107254 h 2237474"/>
              <a:gd name="connsiteX214" fmla="*/ 79717 w 12192000"/>
              <a:gd name="connsiteY214" fmla="*/ 2107046 h 2237474"/>
              <a:gd name="connsiteX215" fmla="*/ 72352 w 12192000"/>
              <a:gd name="connsiteY215" fmla="*/ 2107991 h 2237474"/>
              <a:gd name="connsiteX216" fmla="*/ 37645 w 12192000"/>
              <a:gd name="connsiteY216" fmla="*/ 2115401 h 2237474"/>
              <a:gd name="connsiteX217" fmla="*/ 4572 w 12192000"/>
              <a:gd name="connsiteY217" fmla="*/ 2111091 h 2237474"/>
              <a:gd name="connsiteX218" fmla="*/ 0 w 12192000"/>
              <a:gd name="connsiteY218" fmla="*/ 2110468 h 2237474"/>
              <a:gd name="connsiteX219" fmla="*/ 0 w 12192000"/>
              <a:gd name="connsiteY21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61459 w 12192000"/>
              <a:gd name="connsiteY27" fmla="*/ 862394 h 2237474"/>
              <a:gd name="connsiteX28" fmla="*/ 9705768 w 12192000"/>
              <a:gd name="connsiteY28" fmla="*/ 894610 h 2237474"/>
              <a:gd name="connsiteX29" fmla="*/ 9683005 w 12192000"/>
              <a:gd name="connsiteY29" fmla="*/ 894128 h 2237474"/>
              <a:gd name="connsiteX30" fmla="*/ 9594438 w 12192000"/>
              <a:gd name="connsiteY30" fmla="*/ 919051 h 2237474"/>
              <a:gd name="connsiteX31" fmla="*/ 9577033 w 12192000"/>
              <a:gd name="connsiteY31" fmla="*/ 922857 h 2237474"/>
              <a:gd name="connsiteX32" fmla="*/ 9544189 w 12192000"/>
              <a:gd name="connsiteY32" fmla="*/ 938966 h 2237474"/>
              <a:gd name="connsiteX33" fmla="*/ 9500499 w 12192000"/>
              <a:gd name="connsiteY33" fmla="*/ 954680 h 2237474"/>
              <a:gd name="connsiteX34" fmla="*/ 9428195 w 12192000"/>
              <a:gd name="connsiteY34" fmla="*/ 986225 h 2237474"/>
              <a:gd name="connsiteX35" fmla="*/ 9410017 w 12192000"/>
              <a:gd name="connsiteY35" fmla="*/ 993931 h 2237474"/>
              <a:gd name="connsiteX36" fmla="*/ 9392919 w 12192000"/>
              <a:gd name="connsiteY36" fmla="*/ 994656 h 2237474"/>
              <a:gd name="connsiteX37" fmla="*/ 9278619 w 12192000"/>
              <a:gd name="connsiteY37" fmla="*/ 1011878 h 2237474"/>
              <a:gd name="connsiteX38" fmla="*/ 9268019 w 12192000"/>
              <a:gd name="connsiteY38" fmla="*/ 1007442 h 2237474"/>
              <a:gd name="connsiteX39" fmla="*/ 9234662 w 12192000"/>
              <a:gd name="connsiteY39" fmla="*/ 1023056 h 2237474"/>
              <a:gd name="connsiteX40" fmla="*/ 9181033 w 12192000"/>
              <a:gd name="connsiteY40" fmla="*/ 1037921 h 2237474"/>
              <a:gd name="connsiteX41" fmla="*/ 9155969 w 12192000"/>
              <a:gd name="connsiteY41" fmla="*/ 1046804 h 2237474"/>
              <a:gd name="connsiteX42" fmla="*/ 9133985 w 12192000"/>
              <a:gd name="connsiteY42" fmla="*/ 1046450 h 2237474"/>
              <a:gd name="connsiteX43" fmla="*/ 9012987 w 12192000"/>
              <a:gd name="connsiteY43" fmla="*/ 1061986 h 2237474"/>
              <a:gd name="connsiteX44" fmla="*/ 8968445 w 12192000"/>
              <a:gd name="connsiteY44" fmla="*/ 1052169 h 2237474"/>
              <a:gd name="connsiteX45" fmla="*/ 8958984 w 12192000"/>
              <a:gd name="connsiteY45" fmla="*/ 1057212 h 2237474"/>
              <a:gd name="connsiteX46" fmla="*/ 8886001 w 12192000"/>
              <a:gd name="connsiteY46" fmla="*/ 1067468 h 2237474"/>
              <a:gd name="connsiteX47" fmla="*/ 8838610 w 12192000"/>
              <a:gd name="connsiteY47" fmla="*/ 1075091 h 2237474"/>
              <a:gd name="connsiteX48" fmla="*/ 8750383 w 12192000"/>
              <a:gd name="connsiteY48" fmla="*/ 1097387 h 2237474"/>
              <a:gd name="connsiteX49" fmla="*/ 8697365 w 12192000"/>
              <a:gd name="connsiteY49" fmla="*/ 1105869 h 2237474"/>
              <a:gd name="connsiteX50" fmla="*/ 8665605 w 12192000"/>
              <a:gd name="connsiteY50" fmla="*/ 1110791 h 2237474"/>
              <a:gd name="connsiteX51" fmla="*/ 8584946 w 12192000"/>
              <a:gd name="connsiteY51" fmla="*/ 1135226 h 2237474"/>
              <a:gd name="connsiteX52" fmla="*/ 8460755 w 12192000"/>
              <a:gd name="connsiteY52" fmla="*/ 1203427 h 2237474"/>
              <a:gd name="connsiteX53" fmla="*/ 8419755 w 12192000"/>
              <a:gd name="connsiteY53" fmla="*/ 1216260 h 2237474"/>
              <a:gd name="connsiteX54" fmla="*/ 8411626 w 12192000"/>
              <a:gd name="connsiteY54" fmla="*/ 1214397 h 2237474"/>
              <a:gd name="connsiteX55" fmla="*/ 8363469 w 12192000"/>
              <a:gd name="connsiteY55" fmla="*/ 1246658 h 2237474"/>
              <a:gd name="connsiteX56" fmla="*/ 8275497 w 12192000"/>
              <a:gd name="connsiteY56" fmla="*/ 1264396 h 2237474"/>
              <a:gd name="connsiteX57" fmla="*/ 8206287 w 12192000"/>
              <a:gd name="connsiteY57" fmla="*/ 1273060 h 2237474"/>
              <a:gd name="connsiteX58" fmla="*/ 8168705 w 12192000"/>
              <a:gd name="connsiteY58" fmla="*/ 1279956 h 2237474"/>
              <a:gd name="connsiteX59" fmla="*/ 8139997 w 12192000"/>
              <a:gd name="connsiteY59" fmla="*/ 1282713 h 2237474"/>
              <a:gd name="connsiteX60" fmla="*/ 8074238 w 12192000"/>
              <a:gd name="connsiteY60" fmla="*/ 1301895 h 2237474"/>
              <a:gd name="connsiteX61" fmla="*/ 7968292 w 12192000"/>
              <a:gd name="connsiteY61" fmla="*/ 1338779 h 2237474"/>
              <a:gd name="connsiteX62" fmla="*/ 7945122 w 12192000"/>
              <a:gd name="connsiteY62" fmla="*/ 1345477 h 2237474"/>
              <a:gd name="connsiteX63" fmla="*/ 7902328 w 12192000"/>
              <a:gd name="connsiteY63" fmla="*/ 1345865 h 2237474"/>
              <a:gd name="connsiteX64" fmla="*/ 7875879 w 12192000"/>
              <a:gd name="connsiteY64" fmla="*/ 1345646 h 2237474"/>
              <a:gd name="connsiteX65" fmla="*/ 7840612 w 12192000"/>
              <a:gd name="connsiteY65" fmla="*/ 1369373 h 2237474"/>
              <a:gd name="connsiteX66" fmla="*/ 7786819 w 12192000"/>
              <a:gd name="connsiteY66" fmla="*/ 1378970 h 2237474"/>
              <a:gd name="connsiteX67" fmla="*/ 7548172 w 12192000"/>
              <a:gd name="connsiteY67" fmla="*/ 1417460 h 2237474"/>
              <a:gd name="connsiteX68" fmla="*/ 7483437 w 12192000"/>
              <a:gd name="connsiteY68" fmla="*/ 1478152 h 2237474"/>
              <a:gd name="connsiteX69" fmla="*/ 7377870 w 12192000"/>
              <a:gd name="connsiteY69" fmla="*/ 1523319 h 2237474"/>
              <a:gd name="connsiteX70" fmla="*/ 7230737 w 12192000"/>
              <a:gd name="connsiteY70" fmla="*/ 1562633 h 2237474"/>
              <a:gd name="connsiteX71" fmla="*/ 7224458 w 12192000"/>
              <a:gd name="connsiteY71" fmla="*/ 1573008 h 2237474"/>
              <a:gd name="connsiteX72" fmla="*/ 7213486 w 12192000"/>
              <a:gd name="connsiteY72" fmla="*/ 1580987 h 2237474"/>
              <a:gd name="connsiteX73" fmla="*/ 7183121 w 12192000"/>
              <a:gd name="connsiteY73" fmla="*/ 1595162 h 2237474"/>
              <a:gd name="connsiteX74" fmla="*/ 7164601 w 12192000"/>
              <a:gd name="connsiteY74" fmla="*/ 1606490 h 2237474"/>
              <a:gd name="connsiteX75" fmla="*/ 7114651 w 12192000"/>
              <a:gd name="connsiteY75" fmla="*/ 1620959 h 2237474"/>
              <a:gd name="connsiteX76" fmla="*/ 7092727 w 12192000"/>
              <a:gd name="connsiteY76" fmla="*/ 1623628 h 2237474"/>
              <a:gd name="connsiteX77" fmla="*/ 7031309 w 12192000"/>
              <a:gd name="connsiteY77" fmla="*/ 1619451 h 2237474"/>
              <a:gd name="connsiteX78" fmla="*/ 6999084 w 12192000"/>
              <a:gd name="connsiteY78" fmla="*/ 1634317 h 2237474"/>
              <a:gd name="connsiteX79" fmla="*/ 6992107 w 12192000"/>
              <a:gd name="connsiteY79" fmla="*/ 1636860 h 2237474"/>
              <a:gd name="connsiteX80" fmla="*/ 6991765 w 12192000"/>
              <a:gd name="connsiteY80" fmla="*/ 1636725 h 2237474"/>
              <a:gd name="connsiteX81" fmla="*/ 6900177 w 12192000"/>
              <a:gd name="connsiteY81" fmla="*/ 1636016 h 2237474"/>
              <a:gd name="connsiteX82" fmla="*/ 6795372 w 12192000"/>
              <a:gd name="connsiteY82" fmla="*/ 1644845 h 2237474"/>
              <a:gd name="connsiteX83" fmla="*/ 6692251 w 12192000"/>
              <a:gd name="connsiteY83" fmla="*/ 1656357 h 2237474"/>
              <a:gd name="connsiteX84" fmla="*/ 6655235 w 12192000"/>
              <a:gd name="connsiteY84" fmla="*/ 1661869 h 2237474"/>
              <a:gd name="connsiteX85" fmla="*/ 6587857 w 12192000"/>
              <a:gd name="connsiteY85" fmla="*/ 1665769 h 2237474"/>
              <a:gd name="connsiteX86" fmla="*/ 6554894 w 12192000"/>
              <a:gd name="connsiteY86" fmla="*/ 1664428 h 2237474"/>
              <a:gd name="connsiteX87" fmla="*/ 6516595 w 12192000"/>
              <a:gd name="connsiteY87" fmla="*/ 1667475 h 2237474"/>
              <a:gd name="connsiteX88" fmla="*/ 6508541 w 12192000"/>
              <a:gd name="connsiteY88" fmla="*/ 1668757 h 2237474"/>
              <a:gd name="connsiteX89" fmla="*/ 6471012 w 12192000"/>
              <a:gd name="connsiteY89" fmla="*/ 1678604 h 2237474"/>
              <a:gd name="connsiteX90" fmla="*/ 6415265 w 12192000"/>
              <a:gd name="connsiteY90" fmla="*/ 1665317 h 2237474"/>
              <a:gd name="connsiteX91" fmla="*/ 6364035 w 12192000"/>
              <a:gd name="connsiteY91" fmla="*/ 1667683 h 2237474"/>
              <a:gd name="connsiteX92" fmla="*/ 6280959 w 12192000"/>
              <a:gd name="connsiteY92" fmla="*/ 1689329 h 2237474"/>
              <a:gd name="connsiteX93" fmla="*/ 6243319 w 12192000"/>
              <a:gd name="connsiteY93" fmla="*/ 1695560 h 2237474"/>
              <a:gd name="connsiteX94" fmla="*/ 6098321 w 12192000"/>
              <a:gd name="connsiteY94" fmla="*/ 1721646 h 2237474"/>
              <a:gd name="connsiteX95" fmla="*/ 5880652 w 12192000"/>
              <a:gd name="connsiteY95" fmla="*/ 1779643 h 2237474"/>
              <a:gd name="connsiteX96" fmla="*/ 5785959 w 12192000"/>
              <a:gd name="connsiteY96" fmla="*/ 1775307 h 2237474"/>
              <a:gd name="connsiteX97" fmla="*/ 5643534 w 12192000"/>
              <a:gd name="connsiteY97" fmla="*/ 1802919 h 2237474"/>
              <a:gd name="connsiteX98" fmla="*/ 5518799 w 12192000"/>
              <a:gd name="connsiteY98" fmla="*/ 1818312 h 2237474"/>
              <a:gd name="connsiteX99" fmla="*/ 5505014 w 12192000"/>
              <a:gd name="connsiteY99" fmla="*/ 1819259 h 2237474"/>
              <a:gd name="connsiteX100" fmla="*/ 5453307 w 12192000"/>
              <a:gd name="connsiteY100" fmla="*/ 1815450 h 2237474"/>
              <a:gd name="connsiteX101" fmla="*/ 5364192 w 12192000"/>
              <a:gd name="connsiteY101" fmla="*/ 1826074 h 2237474"/>
              <a:gd name="connsiteX102" fmla="*/ 5350380 w 12192000"/>
              <a:gd name="connsiteY102" fmla="*/ 1830891 h 2237474"/>
              <a:gd name="connsiteX103" fmla="*/ 5259633 w 12192000"/>
              <a:gd name="connsiteY103" fmla="*/ 1837160 h 2237474"/>
              <a:gd name="connsiteX104" fmla="*/ 5197513 w 12192000"/>
              <a:gd name="connsiteY104" fmla="*/ 1844718 h 2237474"/>
              <a:gd name="connsiteX105" fmla="*/ 5168852 w 12192000"/>
              <a:gd name="connsiteY105" fmla="*/ 1844846 h 2237474"/>
              <a:gd name="connsiteX106" fmla="*/ 5114927 w 12192000"/>
              <a:gd name="connsiteY106" fmla="*/ 1847827 h 2237474"/>
              <a:gd name="connsiteX107" fmla="*/ 5108970 w 12192000"/>
              <a:gd name="connsiteY107" fmla="*/ 1847935 h 2237474"/>
              <a:gd name="connsiteX108" fmla="*/ 5067961 w 12192000"/>
              <a:gd name="connsiteY108" fmla="*/ 1845917 h 2237474"/>
              <a:gd name="connsiteX109" fmla="*/ 5007075 w 12192000"/>
              <a:gd name="connsiteY109" fmla="*/ 1838626 h 2237474"/>
              <a:gd name="connsiteX110" fmla="*/ 4944087 w 12192000"/>
              <a:gd name="connsiteY110" fmla="*/ 1823332 h 2237474"/>
              <a:gd name="connsiteX111" fmla="*/ 4907662 w 12192000"/>
              <a:gd name="connsiteY111" fmla="*/ 1816900 h 2237474"/>
              <a:gd name="connsiteX112" fmla="*/ 4882386 w 12192000"/>
              <a:gd name="connsiteY112" fmla="*/ 1809844 h 2237474"/>
              <a:gd name="connsiteX113" fmla="*/ 4811440 w 12192000"/>
              <a:gd name="connsiteY113" fmla="*/ 1804655 h 2237474"/>
              <a:gd name="connsiteX114" fmla="*/ 4691075 w 12192000"/>
              <a:gd name="connsiteY114" fmla="*/ 1801389 h 2237474"/>
              <a:gd name="connsiteX115" fmla="*/ 4611738 w 12192000"/>
              <a:gd name="connsiteY115" fmla="*/ 1776964 h 2237474"/>
              <a:gd name="connsiteX116" fmla="*/ 4560070 w 12192000"/>
              <a:gd name="connsiteY116" fmla="*/ 1785640 h 2237474"/>
              <a:gd name="connsiteX117" fmla="*/ 4536503 w 12192000"/>
              <a:gd name="connsiteY117" fmla="*/ 1785334 h 2237474"/>
              <a:gd name="connsiteX118" fmla="*/ 4513724 w 12192000"/>
              <a:gd name="connsiteY118" fmla="*/ 1791996 h 2237474"/>
              <a:gd name="connsiteX119" fmla="*/ 4459810 w 12192000"/>
              <a:gd name="connsiteY119" fmla="*/ 1797886 h 2237474"/>
              <a:gd name="connsiteX120" fmla="*/ 4379064 w 12192000"/>
              <a:gd name="connsiteY120" fmla="*/ 1817177 h 2237474"/>
              <a:gd name="connsiteX121" fmla="*/ 4319209 w 12192000"/>
              <a:gd name="connsiteY121" fmla="*/ 1834833 h 2237474"/>
              <a:gd name="connsiteX122" fmla="*/ 4290981 w 12192000"/>
              <a:gd name="connsiteY122" fmla="*/ 1839677 h 2237474"/>
              <a:gd name="connsiteX123" fmla="*/ 4285792 w 12192000"/>
              <a:gd name="connsiteY123" fmla="*/ 1836231 h 2237474"/>
              <a:gd name="connsiteX124" fmla="*/ 4238372 w 12192000"/>
              <a:gd name="connsiteY124" fmla="*/ 1851480 h 2237474"/>
              <a:gd name="connsiteX125" fmla="*/ 4232517 w 12192000"/>
              <a:gd name="connsiteY125" fmla="*/ 1852567 h 2237474"/>
              <a:gd name="connsiteX126" fmla="*/ 4191732 w 12192000"/>
              <a:gd name="connsiteY126" fmla="*/ 1857328 h 2237474"/>
              <a:gd name="connsiteX127" fmla="*/ 4065532 w 12192000"/>
              <a:gd name="connsiteY127" fmla="*/ 1855477 h 2237474"/>
              <a:gd name="connsiteX128" fmla="*/ 4028460 w 12192000"/>
              <a:gd name="connsiteY128" fmla="*/ 1855137 h 2237474"/>
              <a:gd name="connsiteX129" fmla="*/ 4002267 w 12192000"/>
              <a:gd name="connsiteY129" fmla="*/ 1852352 h 2237474"/>
              <a:gd name="connsiteX130" fmla="*/ 3931396 w 12192000"/>
              <a:gd name="connsiteY130" fmla="*/ 1858915 h 2237474"/>
              <a:gd name="connsiteX131" fmla="*/ 3812162 w 12192000"/>
              <a:gd name="connsiteY131" fmla="*/ 1875501 h 2237474"/>
              <a:gd name="connsiteX132" fmla="*/ 3729530 w 12192000"/>
              <a:gd name="connsiteY132" fmla="*/ 1864513 h 2237474"/>
              <a:gd name="connsiteX133" fmla="*/ 3680177 w 12192000"/>
              <a:gd name="connsiteY133" fmla="*/ 1881552 h 2237474"/>
              <a:gd name="connsiteX134" fmla="*/ 3567259 w 12192000"/>
              <a:gd name="connsiteY134" fmla="*/ 1893482 h 2237474"/>
              <a:gd name="connsiteX135" fmla="*/ 3405770 w 12192000"/>
              <a:gd name="connsiteY135" fmla="*/ 1904591 h 2237474"/>
              <a:gd name="connsiteX136" fmla="*/ 3280097 w 12192000"/>
              <a:gd name="connsiteY136" fmla="*/ 1919610 h 2237474"/>
              <a:gd name="connsiteX137" fmla="*/ 3123424 w 12192000"/>
              <a:gd name="connsiteY137" fmla="*/ 1952930 h 2237474"/>
              <a:gd name="connsiteX138" fmla="*/ 3009910 w 12192000"/>
              <a:gd name="connsiteY138" fmla="*/ 1957866 h 2237474"/>
              <a:gd name="connsiteX139" fmla="*/ 2995934 w 12192000"/>
              <a:gd name="connsiteY139" fmla="*/ 1967085 h 2237474"/>
              <a:gd name="connsiteX140" fmla="*/ 2980071 w 12192000"/>
              <a:gd name="connsiteY140" fmla="*/ 1972988 h 2237474"/>
              <a:gd name="connsiteX141" fmla="*/ 2978094 w 12192000"/>
              <a:gd name="connsiteY141" fmla="*/ 1972369 h 2237474"/>
              <a:gd name="connsiteX142" fmla="*/ 2942858 w 12192000"/>
              <a:gd name="connsiteY142" fmla="*/ 1981367 h 2237474"/>
              <a:gd name="connsiteX143" fmla="*/ 2875436 w 12192000"/>
              <a:gd name="connsiteY143" fmla="*/ 1996977 h 2237474"/>
              <a:gd name="connsiteX144" fmla="*/ 2874892 w 12192000"/>
              <a:gd name="connsiteY144" fmla="*/ 1996085 h 2237474"/>
              <a:gd name="connsiteX145" fmla="*/ 2864145 w 12192000"/>
              <a:gd name="connsiteY145" fmla="*/ 1994061 h 2237474"/>
              <a:gd name="connsiteX146" fmla="*/ 2843662 w 12192000"/>
              <a:gd name="connsiteY146" fmla="*/ 1992498 h 2237474"/>
              <a:gd name="connsiteX147" fmla="*/ 2796128 w 12192000"/>
              <a:gd name="connsiteY147" fmla="*/ 1976403 h 2237474"/>
              <a:gd name="connsiteX148" fmla="*/ 2756784 w 12192000"/>
              <a:gd name="connsiteY148" fmla="*/ 1985116 h 2237474"/>
              <a:gd name="connsiteX149" fmla="*/ 2748833 w 12192000"/>
              <a:gd name="connsiteY149" fmla="*/ 1986323 h 2237474"/>
              <a:gd name="connsiteX150" fmla="*/ 2748661 w 12192000"/>
              <a:gd name="connsiteY150" fmla="*/ 1986122 h 2237474"/>
              <a:gd name="connsiteX151" fmla="*/ 2740251 w 12192000"/>
              <a:gd name="connsiteY151" fmla="*/ 1986946 h 2237474"/>
              <a:gd name="connsiteX152" fmla="*/ 2718916 w 12192000"/>
              <a:gd name="connsiteY152" fmla="*/ 1990867 h 2237474"/>
              <a:gd name="connsiteX153" fmla="*/ 2713522 w 12192000"/>
              <a:gd name="connsiteY153" fmla="*/ 1990173 h 2237474"/>
              <a:gd name="connsiteX154" fmla="*/ 2680597 w 12192000"/>
              <a:gd name="connsiteY154" fmla="*/ 1984996 h 2237474"/>
              <a:gd name="connsiteX155" fmla="*/ 2578178 w 12192000"/>
              <a:gd name="connsiteY155" fmla="*/ 1990531 h 2237474"/>
              <a:gd name="connsiteX156" fmla="*/ 2476147 w 12192000"/>
              <a:gd name="connsiteY156" fmla="*/ 1998305 h 2237474"/>
              <a:gd name="connsiteX157" fmla="*/ 2373568 w 12192000"/>
              <a:gd name="connsiteY157" fmla="*/ 2003219 h 2237474"/>
              <a:gd name="connsiteX158" fmla="*/ 2321399 w 12192000"/>
              <a:gd name="connsiteY158" fmla="*/ 1989467 h 2237474"/>
              <a:gd name="connsiteX159" fmla="*/ 2315525 w 12192000"/>
              <a:gd name="connsiteY159" fmla="*/ 1989708 h 2237474"/>
              <a:gd name="connsiteX160" fmla="*/ 2300792 w 12192000"/>
              <a:gd name="connsiteY160" fmla="*/ 1994290 h 2237474"/>
              <a:gd name="connsiteX161" fmla="*/ 2295469 w 12192000"/>
              <a:gd name="connsiteY161" fmla="*/ 1996659 h 2237474"/>
              <a:gd name="connsiteX162" fmla="*/ 2287219 w 12192000"/>
              <a:gd name="connsiteY162" fmla="*/ 1998750 h 2237474"/>
              <a:gd name="connsiteX163" fmla="*/ 2286948 w 12192000"/>
              <a:gd name="connsiteY163" fmla="*/ 1998596 h 2237474"/>
              <a:gd name="connsiteX164" fmla="*/ 2243069 w 12192000"/>
              <a:gd name="connsiteY164" fmla="*/ 2015111 h 2237474"/>
              <a:gd name="connsiteX165" fmla="*/ 2186609 w 12192000"/>
              <a:gd name="connsiteY165" fmla="*/ 2008263 h 2237474"/>
              <a:gd name="connsiteX166" fmla="*/ 2164831 w 12192000"/>
              <a:gd name="connsiteY166" fmla="*/ 2010143 h 2237474"/>
              <a:gd name="connsiteX167" fmla="*/ 2152836 w 12192000"/>
              <a:gd name="connsiteY167" fmla="*/ 2010048 h 2237474"/>
              <a:gd name="connsiteX168" fmla="*/ 2117102 w 12192000"/>
              <a:gd name="connsiteY168" fmla="*/ 2023004 h 2237474"/>
              <a:gd name="connsiteX169" fmla="*/ 2111935 w 12192000"/>
              <a:gd name="connsiteY169" fmla="*/ 2023163 h 2237474"/>
              <a:gd name="connsiteX170" fmla="*/ 2089991 w 12192000"/>
              <a:gd name="connsiteY170" fmla="*/ 2034193 h 2237474"/>
              <a:gd name="connsiteX171" fmla="*/ 2058061 w 12192000"/>
              <a:gd name="connsiteY171" fmla="*/ 2047942 h 2237474"/>
              <a:gd name="connsiteX172" fmla="*/ 2055737 w 12192000"/>
              <a:gd name="connsiteY172" fmla="*/ 2047704 h 2237474"/>
              <a:gd name="connsiteX173" fmla="*/ 2042244 w 12192000"/>
              <a:gd name="connsiteY173" fmla="*/ 2055560 h 2237474"/>
              <a:gd name="connsiteX174" fmla="*/ 1976224 w 12192000"/>
              <a:gd name="connsiteY174" fmla="*/ 2074257 h 2237474"/>
              <a:gd name="connsiteX175" fmla="*/ 1877728 w 12192000"/>
              <a:gd name="connsiteY175" fmla="*/ 2101004 h 2237474"/>
              <a:gd name="connsiteX176" fmla="*/ 1759056 w 12192000"/>
              <a:gd name="connsiteY176" fmla="*/ 2125608 h 2237474"/>
              <a:gd name="connsiteX177" fmla="*/ 1637948 w 12192000"/>
              <a:gd name="connsiteY177" fmla="*/ 2172597 h 2237474"/>
              <a:gd name="connsiteX178" fmla="*/ 1434549 w 12192000"/>
              <a:gd name="connsiteY178" fmla="*/ 2234522 h 2237474"/>
              <a:gd name="connsiteX179" fmla="*/ 1398481 w 12192000"/>
              <a:gd name="connsiteY179" fmla="*/ 2237074 h 2237474"/>
              <a:gd name="connsiteX180" fmla="*/ 1398407 w 12192000"/>
              <a:gd name="connsiteY180" fmla="*/ 2237095 h 2237474"/>
              <a:gd name="connsiteX181" fmla="*/ 1370962 w 12192000"/>
              <a:gd name="connsiteY181" fmla="*/ 2237474 h 2237474"/>
              <a:gd name="connsiteX182" fmla="*/ 1356367 w 12192000"/>
              <a:gd name="connsiteY182" fmla="*/ 2235089 h 2237474"/>
              <a:gd name="connsiteX183" fmla="*/ 1324828 w 12192000"/>
              <a:gd name="connsiteY183" fmla="*/ 2231968 h 2237474"/>
              <a:gd name="connsiteX184" fmla="*/ 1297744 w 12192000"/>
              <a:gd name="connsiteY184" fmla="*/ 2235849 h 2237474"/>
              <a:gd name="connsiteX185" fmla="*/ 1286236 w 12192000"/>
              <a:gd name="connsiteY185" fmla="*/ 2233135 h 2237474"/>
              <a:gd name="connsiteX186" fmla="*/ 1283504 w 12192000"/>
              <a:gd name="connsiteY186" fmla="*/ 2233797 h 2237474"/>
              <a:gd name="connsiteX187" fmla="*/ 1279765 w 12192000"/>
              <a:gd name="connsiteY187" fmla="*/ 2229639 h 2237474"/>
              <a:gd name="connsiteX188" fmla="*/ 1195347 w 12192000"/>
              <a:gd name="connsiteY188" fmla="*/ 2212354 h 2237474"/>
              <a:gd name="connsiteX189" fmla="*/ 970251 w 12192000"/>
              <a:gd name="connsiteY189" fmla="*/ 2221029 h 2237474"/>
              <a:gd name="connsiteX190" fmla="*/ 812914 w 12192000"/>
              <a:gd name="connsiteY190" fmla="*/ 2202752 h 2237474"/>
              <a:gd name="connsiteX191" fmla="*/ 800195 w 12192000"/>
              <a:gd name="connsiteY191" fmla="*/ 2209407 h 2237474"/>
              <a:gd name="connsiteX192" fmla="*/ 784978 w 12192000"/>
              <a:gd name="connsiteY192" fmla="*/ 2212360 h 2237474"/>
              <a:gd name="connsiteX193" fmla="*/ 681987 w 12192000"/>
              <a:gd name="connsiteY193" fmla="*/ 2216757 h 2237474"/>
              <a:gd name="connsiteX194" fmla="*/ 669923 w 12192000"/>
              <a:gd name="connsiteY194" fmla="*/ 2211682 h 2237474"/>
              <a:gd name="connsiteX195" fmla="*/ 648680 w 12192000"/>
              <a:gd name="connsiteY195" fmla="*/ 2206229 h 2237474"/>
              <a:gd name="connsiteX196" fmla="*/ 597225 w 12192000"/>
              <a:gd name="connsiteY196" fmla="*/ 2180999 h 2237474"/>
              <a:gd name="connsiteX197" fmla="*/ 558449 w 12192000"/>
              <a:gd name="connsiteY197" fmla="*/ 2182346 h 2237474"/>
              <a:gd name="connsiteX198" fmla="*/ 550517 w 12192000"/>
              <a:gd name="connsiteY198" fmla="*/ 2182060 h 2237474"/>
              <a:gd name="connsiteX199" fmla="*/ 550309 w 12192000"/>
              <a:gd name="connsiteY199" fmla="*/ 2181825 h 2237474"/>
              <a:gd name="connsiteX200" fmla="*/ 541836 w 12192000"/>
              <a:gd name="connsiteY200" fmla="*/ 2181063 h 2237474"/>
              <a:gd name="connsiteX201" fmla="*/ 536057 w 12192000"/>
              <a:gd name="connsiteY201" fmla="*/ 2181537 h 2237474"/>
              <a:gd name="connsiteX202" fmla="*/ 520671 w 12192000"/>
              <a:gd name="connsiteY202" fmla="*/ 2180980 h 2237474"/>
              <a:gd name="connsiteX203" fmla="*/ 515024 w 12192000"/>
              <a:gd name="connsiteY203" fmla="*/ 2179258 h 2237474"/>
              <a:gd name="connsiteX204" fmla="*/ 512278 w 12192000"/>
              <a:gd name="connsiteY204" fmla="*/ 2176369 h 2237474"/>
              <a:gd name="connsiteX205" fmla="*/ 480419 w 12192000"/>
              <a:gd name="connsiteY205" fmla="*/ 2167807 h 2237474"/>
              <a:gd name="connsiteX206" fmla="*/ 413835 w 12192000"/>
              <a:gd name="connsiteY206" fmla="*/ 2156783 h 2237474"/>
              <a:gd name="connsiteX207" fmla="*/ 376513 w 12192000"/>
              <a:gd name="connsiteY207" fmla="*/ 2154014 h 2237474"/>
              <a:gd name="connsiteX208" fmla="*/ 273386 w 12192000"/>
              <a:gd name="connsiteY208" fmla="*/ 2142551 h 2237474"/>
              <a:gd name="connsiteX209" fmla="*/ 169207 w 12192000"/>
              <a:gd name="connsiteY209" fmla="*/ 2128100 h 2237474"/>
              <a:gd name="connsiteX210" fmla="*/ 93149 w 12192000"/>
              <a:gd name="connsiteY210" fmla="*/ 2105324 h 2237474"/>
              <a:gd name="connsiteX211" fmla="*/ 88109 w 12192000"/>
              <a:gd name="connsiteY211" fmla="*/ 2106704 h 2237474"/>
              <a:gd name="connsiteX212" fmla="*/ 80022 w 12192000"/>
              <a:gd name="connsiteY212" fmla="*/ 2107254 h 2237474"/>
              <a:gd name="connsiteX213" fmla="*/ 79717 w 12192000"/>
              <a:gd name="connsiteY213" fmla="*/ 2107046 h 2237474"/>
              <a:gd name="connsiteX214" fmla="*/ 72352 w 12192000"/>
              <a:gd name="connsiteY214" fmla="*/ 2107991 h 2237474"/>
              <a:gd name="connsiteX215" fmla="*/ 37645 w 12192000"/>
              <a:gd name="connsiteY215" fmla="*/ 2115401 h 2237474"/>
              <a:gd name="connsiteX216" fmla="*/ 4572 w 12192000"/>
              <a:gd name="connsiteY216" fmla="*/ 2111091 h 2237474"/>
              <a:gd name="connsiteX217" fmla="*/ 0 w 12192000"/>
              <a:gd name="connsiteY217" fmla="*/ 2110468 h 2237474"/>
              <a:gd name="connsiteX218" fmla="*/ 0 w 12192000"/>
              <a:gd name="connsiteY21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78288 w 12192000"/>
              <a:gd name="connsiteY25" fmla="*/ 854362 h 2237474"/>
              <a:gd name="connsiteX26" fmla="*/ 9761459 w 12192000"/>
              <a:gd name="connsiteY26" fmla="*/ 862394 h 2237474"/>
              <a:gd name="connsiteX27" fmla="*/ 9705768 w 12192000"/>
              <a:gd name="connsiteY27" fmla="*/ 894610 h 2237474"/>
              <a:gd name="connsiteX28" fmla="*/ 9683005 w 12192000"/>
              <a:gd name="connsiteY28" fmla="*/ 894128 h 2237474"/>
              <a:gd name="connsiteX29" fmla="*/ 9594438 w 12192000"/>
              <a:gd name="connsiteY29" fmla="*/ 919051 h 2237474"/>
              <a:gd name="connsiteX30" fmla="*/ 9577033 w 12192000"/>
              <a:gd name="connsiteY30" fmla="*/ 922857 h 2237474"/>
              <a:gd name="connsiteX31" fmla="*/ 9544189 w 12192000"/>
              <a:gd name="connsiteY31" fmla="*/ 938966 h 2237474"/>
              <a:gd name="connsiteX32" fmla="*/ 9500499 w 12192000"/>
              <a:gd name="connsiteY32" fmla="*/ 954680 h 2237474"/>
              <a:gd name="connsiteX33" fmla="*/ 9428195 w 12192000"/>
              <a:gd name="connsiteY33" fmla="*/ 986225 h 2237474"/>
              <a:gd name="connsiteX34" fmla="*/ 9410017 w 12192000"/>
              <a:gd name="connsiteY34" fmla="*/ 993931 h 2237474"/>
              <a:gd name="connsiteX35" fmla="*/ 9392919 w 12192000"/>
              <a:gd name="connsiteY35" fmla="*/ 994656 h 2237474"/>
              <a:gd name="connsiteX36" fmla="*/ 9278619 w 12192000"/>
              <a:gd name="connsiteY36" fmla="*/ 1011878 h 2237474"/>
              <a:gd name="connsiteX37" fmla="*/ 9268019 w 12192000"/>
              <a:gd name="connsiteY37" fmla="*/ 1007442 h 2237474"/>
              <a:gd name="connsiteX38" fmla="*/ 9234662 w 12192000"/>
              <a:gd name="connsiteY38" fmla="*/ 1023056 h 2237474"/>
              <a:gd name="connsiteX39" fmla="*/ 9181033 w 12192000"/>
              <a:gd name="connsiteY39" fmla="*/ 1037921 h 2237474"/>
              <a:gd name="connsiteX40" fmla="*/ 9155969 w 12192000"/>
              <a:gd name="connsiteY40" fmla="*/ 1046804 h 2237474"/>
              <a:gd name="connsiteX41" fmla="*/ 9133985 w 12192000"/>
              <a:gd name="connsiteY41" fmla="*/ 1046450 h 2237474"/>
              <a:gd name="connsiteX42" fmla="*/ 9012987 w 12192000"/>
              <a:gd name="connsiteY42" fmla="*/ 1061986 h 2237474"/>
              <a:gd name="connsiteX43" fmla="*/ 8968445 w 12192000"/>
              <a:gd name="connsiteY43" fmla="*/ 1052169 h 2237474"/>
              <a:gd name="connsiteX44" fmla="*/ 8958984 w 12192000"/>
              <a:gd name="connsiteY44" fmla="*/ 1057212 h 2237474"/>
              <a:gd name="connsiteX45" fmla="*/ 8886001 w 12192000"/>
              <a:gd name="connsiteY45" fmla="*/ 1067468 h 2237474"/>
              <a:gd name="connsiteX46" fmla="*/ 8838610 w 12192000"/>
              <a:gd name="connsiteY46" fmla="*/ 1075091 h 2237474"/>
              <a:gd name="connsiteX47" fmla="*/ 8750383 w 12192000"/>
              <a:gd name="connsiteY47" fmla="*/ 1097387 h 2237474"/>
              <a:gd name="connsiteX48" fmla="*/ 8697365 w 12192000"/>
              <a:gd name="connsiteY48" fmla="*/ 1105869 h 2237474"/>
              <a:gd name="connsiteX49" fmla="*/ 8665605 w 12192000"/>
              <a:gd name="connsiteY49" fmla="*/ 1110791 h 2237474"/>
              <a:gd name="connsiteX50" fmla="*/ 8584946 w 12192000"/>
              <a:gd name="connsiteY50" fmla="*/ 1135226 h 2237474"/>
              <a:gd name="connsiteX51" fmla="*/ 8460755 w 12192000"/>
              <a:gd name="connsiteY51" fmla="*/ 1203427 h 2237474"/>
              <a:gd name="connsiteX52" fmla="*/ 8419755 w 12192000"/>
              <a:gd name="connsiteY52" fmla="*/ 1216260 h 2237474"/>
              <a:gd name="connsiteX53" fmla="*/ 8411626 w 12192000"/>
              <a:gd name="connsiteY53" fmla="*/ 1214397 h 2237474"/>
              <a:gd name="connsiteX54" fmla="*/ 8363469 w 12192000"/>
              <a:gd name="connsiteY54" fmla="*/ 1246658 h 2237474"/>
              <a:gd name="connsiteX55" fmla="*/ 8275497 w 12192000"/>
              <a:gd name="connsiteY55" fmla="*/ 1264396 h 2237474"/>
              <a:gd name="connsiteX56" fmla="*/ 8206287 w 12192000"/>
              <a:gd name="connsiteY56" fmla="*/ 1273060 h 2237474"/>
              <a:gd name="connsiteX57" fmla="*/ 8168705 w 12192000"/>
              <a:gd name="connsiteY57" fmla="*/ 1279956 h 2237474"/>
              <a:gd name="connsiteX58" fmla="*/ 8139997 w 12192000"/>
              <a:gd name="connsiteY58" fmla="*/ 1282713 h 2237474"/>
              <a:gd name="connsiteX59" fmla="*/ 8074238 w 12192000"/>
              <a:gd name="connsiteY59" fmla="*/ 1301895 h 2237474"/>
              <a:gd name="connsiteX60" fmla="*/ 7968292 w 12192000"/>
              <a:gd name="connsiteY60" fmla="*/ 1338779 h 2237474"/>
              <a:gd name="connsiteX61" fmla="*/ 7945122 w 12192000"/>
              <a:gd name="connsiteY61" fmla="*/ 1345477 h 2237474"/>
              <a:gd name="connsiteX62" fmla="*/ 7902328 w 12192000"/>
              <a:gd name="connsiteY62" fmla="*/ 1345865 h 2237474"/>
              <a:gd name="connsiteX63" fmla="*/ 7875879 w 12192000"/>
              <a:gd name="connsiteY63" fmla="*/ 1345646 h 2237474"/>
              <a:gd name="connsiteX64" fmla="*/ 7840612 w 12192000"/>
              <a:gd name="connsiteY64" fmla="*/ 1369373 h 2237474"/>
              <a:gd name="connsiteX65" fmla="*/ 7786819 w 12192000"/>
              <a:gd name="connsiteY65" fmla="*/ 1378970 h 2237474"/>
              <a:gd name="connsiteX66" fmla="*/ 7548172 w 12192000"/>
              <a:gd name="connsiteY66" fmla="*/ 1417460 h 2237474"/>
              <a:gd name="connsiteX67" fmla="*/ 7483437 w 12192000"/>
              <a:gd name="connsiteY67" fmla="*/ 1478152 h 2237474"/>
              <a:gd name="connsiteX68" fmla="*/ 7377870 w 12192000"/>
              <a:gd name="connsiteY68" fmla="*/ 1523319 h 2237474"/>
              <a:gd name="connsiteX69" fmla="*/ 7230737 w 12192000"/>
              <a:gd name="connsiteY69" fmla="*/ 1562633 h 2237474"/>
              <a:gd name="connsiteX70" fmla="*/ 7224458 w 12192000"/>
              <a:gd name="connsiteY70" fmla="*/ 1573008 h 2237474"/>
              <a:gd name="connsiteX71" fmla="*/ 7213486 w 12192000"/>
              <a:gd name="connsiteY71" fmla="*/ 1580987 h 2237474"/>
              <a:gd name="connsiteX72" fmla="*/ 7183121 w 12192000"/>
              <a:gd name="connsiteY72" fmla="*/ 1595162 h 2237474"/>
              <a:gd name="connsiteX73" fmla="*/ 7164601 w 12192000"/>
              <a:gd name="connsiteY73" fmla="*/ 1606490 h 2237474"/>
              <a:gd name="connsiteX74" fmla="*/ 7114651 w 12192000"/>
              <a:gd name="connsiteY74" fmla="*/ 1620959 h 2237474"/>
              <a:gd name="connsiteX75" fmla="*/ 7092727 w 12192000"/>
              <a:gd name="connsiteY75" fmla="*/ 1623628 h 2237474"/>
              <a:gd name="connsiteX76" fmla="*/ 7031309 w 12192000"/>
              <a:gd name="connsiteY76" fmla="*/ 1619451 h 2237474"/>
              <a:gd name="connsiteX77" fmla="*/ 6999084 w 12192000"/>
              <a:gd name="connsiteY77" fmla="*/ 1634317 h 2237474"/>
              <a:gd name="connsiteX78" fmla="*/ 6992107 w 12192000"/>
              <a:gd name="connsiteY78" fmla="*/ 1636860 h 2237474"/>
              <a:gd name="connsiteX79" fmla="*/ 6991765 w 12192000"/>
              <a:gd name="connsiteY79" fmla="*/ 1636725 h 2237474"/>
              <a:gd name="connsiteX80" fmla="*/ 6900177 w 12192000"/>
              <a:gd name="connsiteY80" fmla="*/ 1636016 h 2237474"/>
              <a:gd name="connsiteX81" fmla="*/ 6795372 w 12192000"/>
              <a:gd name="connsiteY81" fmla="*/ 1644845 h 2237474"/>
              <a:gd name="connsiteX82" fmla="*/ 6692251 w 12192000"/>
              <a:gd name="connsiteY82" fmla="*/ 1656357 h 2237474"/>
              <a:gd name="connsiteX83" fmla="*/ 6655235 w 12192000"/>
              <a:gd name="connsiteY83" fmla="*/ 1661869 h 2237474"/>
              <a:gd name="connsiteX84" fmla="*/ 6587857 w 12192000"/>
              <a:gd name="connsiteY84" fmla="*/ 1665769 h 2237474"/>
              <a:gd name="connsiteX85" fmla="*/ 6554894 w 12192000"/>
              <a:gd name="connsiteY85" fmla="*/ 1664428 h 2237474"/>
              <a:gd name="connsiteX86" fmla="*/ 6516595 w 12192000"/>
              <a:gd name="connsiteY86" fmla="*/ 1667475 h 2237474"/>
              <a:gd name="connsiteX87" fmla="*/ 6508541 w 12192000"/>
              <a:gd name="connsiteY87" fmla="*/ 1668757 h 2237474"/>
              <a:gd name="connsiteX88" fmla="*/ 6471012 w 12192000"/>
              <a:gd name="connsiteY88" fmla="*/ 1678604 h 2237474"/>
              <a:gd name="connsiteX89" fmla="*/ 6415265 w 12192000"/>
              <a:gd name="connsiteY89" fmla="*/ 1665317 h 2237474"/>
              <a:gd name="connsiteX90" fmla="*/ 6364035 w 12192000"/>
              <a:gd name="connsiteY90" fmla="*/ 1667683 h 2237474"/>
              <a:gd name="connsiteX91" fmla="*/ 6280959 w 12192000"/>
              <a:gd name="connsiteY91" fmla="*/ 1689329 h 2237474"/>
              <a:gd name="connsiteX92" fmla="*/ 6243319 w 12192000"/>
              <a:gd name="connsiteY92" fmla="*/ 1695560 h 2237474"/>
              <a:gd name="connsiteX93" fmla="*/ 6098321 w 12192000"/>
              <a:gd name="connsiteY93" fmla="*/ 1721646 h 2237474"/>
              <a:gd name="connsiteX94" fmla="*/ 5880652 w 12192000"/>
              <a:gd name="connsiteY94" fmla="*/ 1779643 h 2237474"/>
              <a:gd name="connsiteX95" fmla="*/ 5785959 w 12192000"/>
              <a:gd name="connsiteY95" fmla="*/ 1775307 h 2237474"/>
              <a:gd name="connsiteX96" fmla="*/ 5643534 w 12192000"/>
              <a:gd name="connsiteY96" fmla="*/ 1802919 h 2237474"/>
              <a:gd name="connsiteX97" fmla="*/ 5518799 w 12192000"/>
              <a:gd name="connsiteY97" fmla="*/ 1818312 h 2237474"/>
              <a:gd name="connsiteX98" fmla="*/ 5505014 w 12192000"/>
              <a:gd name="connsiteY98" fmla="*/ 1819259 h 2237474"/>
              <a:gd name="connsiteX99" fmla="*/ 5453307 w 12192000"/>
              <a:gd name="connsiteY99" fmla="*/ 1815450 h 2237474"/>
              <a:gd name="connsiteX100" fmla="*/ 5364192 w 12192000"/>
              <a:gd name="connsiteY100" fmla="*/ 1826074 h 2237474"/>
              <a:gd name="connsiteX101" fmla="*/ 5350380 w 12192000"/>
              <a:gd name="connsiteY101" fmla="*/ 1830891 h 2237474"/>
              <a:gd name="connsiteX102" fmla="*/ 5259633 w 12192000"/>
              <a:gd name="connsiteY102" fmla="*/ 1837160 h 2237474"/>
              <a:gd name="connsiteX103" fmla="*/ 5197513 w 12192000"/>
              <a:gd name="connsiteY103" fmla="*/ 1844718 h 2237474"/>
              <a:gd name="connsiteX104" fmla="*/ 5168852 w 12192000"/>
              <a:gd name="connsiteY104" fmla="*/ 1844846 h 2237474"/>
              <a:gd name="connsiteX105" fmla="*/ 5114927 w 12192000"/>
              <a:gd name="connsiteY105" fmla="*/ 1847827 h 2237474"/>
              <a:gd name="connsiteX106" fmla="*/ 5108970 w 12192000"/>
              <a:gd name="connsiteY106" fmla="*/ 1847935 h 2237474"/>
              <a:gd name="connsiteX107" fmla="*/ 5067961 w 12192000"/>
              <a:gd name="connsiteY107" fmla="*/ 1845917 h 2237474"/>
              <a:gd name="connsiteX108" fmla="*/ 5007075 w 12192000"/>
              <a:gd name="connsiteY108" fmla="*/ 1838626 h 2237474"/>
              <a:gd name="connsiteX109" fmla="*/ 4944087 w 12192000"/>
              <a:gd name="connsiteY109" fmla="*/ 1823332 h 2237474"/>
              <a:gd name="connsiteX110" fmla="*/ 4907662 w 12192000"/>
              <a:gd name="connsiteY110" fmla="*/ 1816900 h 2237474"/>
              <a:gd name="connsiteX111" fmla="*/ 4882386 w 12192000"/>
              <a:gd name="connsiteY111" fmla="*/ 1809844 h 2237474"/>
              <a:gd name="connsiteX112" fmla="*/ 4811440 w 12192000"/>
              <a:gd name="connsiteY112" fmla="*/ 1804655 h 2237474"/>
              <a:gd name="connsiteX113" fmla="*/ 4691075 w 12192000"/>
              <a:gd name="connsiteY113" fmla="*/ 1801389 h 2237474"/>
              <a:gd name="connsiteX114" fmla="*/ 4611738 w 12192000"/>
              <a:gd name="connsiteY114" fmla="*/ 1776964 h 2237474"/>
              <a:gd name="connsiteX115" fmla="*/ 4560070 w 12192000"/>
              <a:gd name="connsiteY115" fmla="*/ 1785640 h 2237474"/>
              <a:gd name="connsiteX116" fmla="*/ 4536503 w 12192000"/>
              <a:gd name="connsiteY116" fmla="*/ 1785334 h 2237474"/>
              <a:gd name="connsiteX117" fmla="*/ 4513724 w 12192000"/>
              <a:gd name="connsiteY117" fmla="*/ 1791996 h 2237474"/>
              <a:gd name="connsiteX118" fmla="*/ 4459810 w 12192000"/>
              <a:gd name="connsiteY118" fmla="*/ 1797886 h 2237474"/>
              <a:gd name="connsiteX119" fmla="*/ 4379064 w 12192000"/>
              <a:gd name="connsiteY119" fmla="*/ 1817177 h 2237474"/>
              <a:gd name="connsiteX120" fmla="*/ 4319209 w 12192000"/>
              <a:gd name="connsiteY120" fmla="*/ 1834833 h 2237474"/>
              <a:gd name="connsiteX121" fmla="*/ 4290981 w 12192000"/>
              <a:gd name="connsiteY121" fmla="*/ 1839677 h 2237474"/>
              <a:gd name="connsiteX122" fmla="*/ 4285792 w 12192000"/>
              <a:gd name="connsiteY122" fmla="*/ 1836231 h 2237474"/>
              <a:gd name="connsiteX123" fmla="*/ 4238372 w 12192000"/>
              <a:gd name="connsiteY123" fmla="*/ 1851480 h 2237474"/>
              <a:gd name="connsiteX124" fmla="*/ 4232517 w 12192000"/>
              <a:gd name="connsiteY124" fmla="*/ 1852567 h 2237474"/>
              <a:gd name="connsiteX125" fmla="*/ 4191732 w 12192000"/>
              <a:gd name="connsiteY125" fmla="*/ 1857328 h 2237474"/>
              <a:gd name="connsiteX126" fmla="*/ 4065532 w 12192000"/>
              <a:gd name="connsiteY126" fmla="*/ 1855477 h 2237474"/>
              <a:gd name="connsiteX127" fmla="*/ 4028460 w 12192000"/>
              <a:gd name="connsiteY127" fmla="*/ 1855137 h 2237474"/>
              <a:gd name="connsiteX128" fmla="*/ 4002267 w 12192000"/>
              <a:gd name="connsiteY128" fmla="*/ 1852352 h 2237474"/>
              <a:gd name="connsiteX129" fmla="*/ 3931396 w 12192000"/>
              <a:gd name="connsiteY129" fmla="*/ 1858915 h 2237474"/>
              <a:gd name="connsiteX130" fmla="*/ 3812162 w 12192000"/>
              <a:gd name="connsiteY130" fmla="*/ 1875501 h 2237474"/>
              <a:gd name="connsiteX131" fmla="*/ 3729530 w 12192000"/>
              <a:gd name="connsiteY131" fmla="*/ 1864513 h 2237474"/>
              <a:gd name="connsiteX132" fmla="*/ 3680177 w 12192000"/>
              <a:gd name="connsiteY132" fmla="*/ 1881552 h 2237474"/>
              <a:gd name="connsiteX133" fmla="*/ 3567259 w 12192000"/>
              <a:gd name="connsiteY133" fmla="*/ 1893482 h 2237474"/>
              <a:gd name="connsiteX134" fmla="*/ 3405770 w 12192000"/>
              <a:gd name="connsiteY134" fmla="*/ 1904591 h 2237474"/>
              <a:gd name="connsiteX135" fmla="*/ 3280097 w 12192000"/>
              <a:gd name="connsiteY135" fmla="*/ 1919610 h 2237474"/>
              <a:gd name="connsiteX136" fmla="*/ 3123424 w 12192000"/>
              <a:gd name="connsiteY136" fmla="*/ 1952930 h 2237474"/>
              <a:gd name="connsiteX137" fmla="*/ 3009910 w 12192000"/>
              <a:gd name="connsiteY137" fmla="*/ 1957866 h 2237474"/>
              <a:gd name="connsiteX138" fmla="*/ 2995934 w 12192000"/>
              <a:gd name="connsiteY138" fmla="*/ 1967085 h 2237474"/>
              <a:gd name="connsiteX139" fmla="*/ 2980071 w 12192000"/>
              <a:gd name="connsiteY139" fmla="*/ 1972988 h 2237474"/>
              <a:gd name="connsiteX140" fmla="*/ 2978094 w 12192000"/>
              <a:gd name="connsiteY140" fmla="*/ 1972369 h 2237474"/>
              <a:gd name="connsiteX141" fmla="*/ 2942858 w 12192000"/>
              <a:gd name="connsiteY141" fmla="*/ 1981367 h 2237474"/>
              <a:gd name="connsiteX142" fmla="*/ 2875436 w 12192000"/>
              <a:gd name="connsiteY142" fmla="*/ 1996977 h 2237474"/>
              <a:gd name="connsiteX143" fmla="*/ 2874892 w 12192000"/>
              <a:gd name="connsiteY143" fmla="*/ 1996085 h 2237474"/>
              <a:gd name="connsiteX144" fmla="*/ 2864145 w 12192000"/>
              <a:gd name="connsiteY144" fmla="*/ 1994061 h 2237474"/>
              <a:gd name="connsiteX145" fmla="*/ 2843662 w 12192000"/>
              <a:gd name="connsiteY145" fmla="*/ 1992498 h 2237474"/>
              <a:gd name="connsiteX146" fmla="*/ 2796128 w 12192000"/>
              <a:gd name="connsiteY146" fmla="*/ 1976403 h 2237474"/>
              <a:gd name="connsiteX147" fmla="*/ 2756784 w 12192000"/>
              <a:gd name="connsiteY147" fmla="*/ 1985116 h 2237474"/>
              <a:gd name="connsiteX148" fmla="*/ 2748833 w 12192000"/>
              <a:gd name="connsiteY148" fmla="*/ 1986323 h 2237474"/>
              <a:gd name="connsiteX149" fmla="*/ 2748661 w 12192000"/>
              <a:gd name="connsiteY149" fmla="*/ 1986122 h 2237474"/>
              <a:gd name="connsiteX150" fmla="*/ 2740251 w 12192000"/>
              <a:gd name="connsiteY150" fmla="*/ 1986946 h 2237474"/>
              <a:gd name="connsiteX151" fmla="*/ 2718916 w 12192000"/>
              <a:gd name="connsiteY151" fmla="*/ 1990867 h 2237474"/>
              <a:gd name="connsiteX152" fmla="*/ 2713522 w 12192000"/>
              <a:gd name="connsiteY152" fmla="*/ 1990173 h 2237474"/>
              <a:gd name="connsiteX153" fmla="*/ 2680597 w 12192000"/>
              <a:gd name="connsiteY153" fmla="*/ 1984996 h 2237474"/>
              <a:gd name="connsiteX154" fmla="*/ 2578178 w 12192000"/>
              <a:gd name="connsiteY154" fmla="*/ 1990531 h 2237474"/>
              <a:gd name="connsiteX155" fmla="*/ 2476147 w 12192000"/>
              <a:gd name="connsiteY155" fmla="*/ 1998305 h 2237474"/>
              <a:gd name="connsiteX156" fmla="*/ 2373568 w 12192000"/>
              <a:gd name="connsiteY156" fmla="*/ 2003219 h 2237474"/>
              <a:gd name="connsiteX157" fmla="*/ 2321399 w 12192000"/>
              <a:gd name="connsiteY157" fmla="*/ 1989467 h 2237474"/>
              <a:gd name="connsiteX158" fmla="*/ 2315525 w 12192000"/>
              <a:gd name="connsiteY158" fmla="*/ 1989708 h 2237474"/>
              <a:gd name="connsiteX159" fmla="*/ 2300792 w 12192000"/>
              <a:gd name="connsiteY159" fmla="*/ 1994290 h 2237474"/>
              <a:gd name="connsiteX160" fmla="*/ 2295469 w 12192000"/>
              <a:gd name="connsiteY160" fmla="*/ 1996659 h 2237474"/>
              <a:gd name="connsiteX161" fmla="*/ 2287219 w 12192000"/>
              <a:gd name="connsiteY161" fmla="*/ 1998750 h 2237474"/>
              <a:gd name="connsiteX162" fmla="*/ 2286948 w 12192000"/>
              <a:gd name="connsiteY162" fmla="*/ 1998596 h 2237474"/>
              <a:gd name="connsiteX163" fmla="*/ 2243069 w 12192000"/>
              <a:gd name="connsiteY163" fmla="*/ 2015111 h 2237474"/>
              <a:gd name="connsiteX164" fmla="*/ 2186609 w 12192000"/>
              <a:gd name="connsiteY164" fmla="*/ 2008263 h 2237474"/>
              <a:gd name="connsiteX165" fmla="*/ 2164831 w 12192000"/>
              <a:gd name="connsiteY165" fmla="*/ 2010143 h 2237474"/>
              <a:gd name="connsiteX166" fmla="*/ 2152836 w 12192000"/>
              <a:gd name="connsiteY166" fmla="*/ 2010048 h 2237474"/>
              <a:gd name="connsiteX167" fmla="*/ 2117102 w 12192000"/>
              <a:gd name="connsiteY167" fmla="*/ 2023004 h 2237474"/>
              <a:gd name="connsiteX168" fmla="*/ 2111935 w 12192000"/>
              <a:gd name="connsiteY168" fmla="*/ 2023163 h 2237474"/>
              <a:gd name="connsiteX169" fmla="*/ 2089991 w 12192000"/>
              <a:gd name="connsiteY169" fmla="*/ 2034193 h 2237474"/>
              <a:gd name="connsiteX170" fmla="*/ 2058061 w 12192000"/>
              <a:gd name="connsiteY170" fmla="*/ 2047942 h 2237474"/>
              <a:gd name="connsiteX171" fmla="*/ 2055737 w 12192000"/>
              <a:gd name="connsiteY171" fmla="*/ 2047704 h 2237474"/>
              <a:gd name="connsiteX172" fmla="*/ 2042244 w 12192000"/>
              <a:gd name="connsiteY172" fmla="*/ 2055560 h 2237474"/>
              <a:gd name="connsiteX173" fmla="*/ 1976224 w 12192000"/>
              <a:gd name="connsiteY173" fmla="*/ 2074257 h 2237474"/>
              <a:gd name="connsiteX174" fmla="*/ 1877728 w 12192000"/>
              <a:gd name="connsiteY174" fmla="*/ 2101004 h 2237474"/>
              <a:gd name="connsiteX175" fmla="*/ 1759056 w 12192000"/>
              <a:gd name="connsiteY175" fmla="*/ 2125608 h 2237474"/>
              <a:gd name="connsiteX176" fmla="*/ 1637948 w 12192000"/>
              <a:gd name="connsiteY176" fmla="*/ 2172597 h 2237474"/>
              <a:gd name="connsiteX177" fmla="*/ 1434549 w 12192000"/>
              <a:gd name="connsiteY177" fmla="*/ 2234522 h 2237474"/>
              <a:gd name="connsiteX178" fmla="*/ 1398481 w 12192000"/>
              <a:gd name="connsiteY178" fmla="*/ 2237074 h 2237474"/>
              <a:gd name="connsiteX179" fmla="*/ 1398407 w 12192000"/>
              <a:gd name="connsiteY179" fmla="*/ 2237095 h 2237474"/>
              <a:gd name="connsiteX180" fmla="*/ 1370962 w 12192000"/>
              <a:gd name="connsiteY180" fmla="*/ 2237474 h 2237474"/>
              <a:gd name="connsiteX181" fmla="*/ 1356367 w 12192000"/>
              <a:gd name="connsiteY181" fmla="*/ 2235089 h 2237474"/>
              <a:gd name="connsiteX182" fmla="*/ 1324828 w 12192000"/>
              <a:gd name="connsiteY182" fmla="*/ 2231968 h 2237474"/>
              <a:gd name="connsiteX183" fmla="*/ 1297744 w 12192000"/>
              <a:gd name="connsiteY183" fmla="*/ 2235849 h 2237474"/>
              <a:gd name="connsiteX184" fmla="*/ 1286236 w 12192000"/>
              <a:gd name="connsiteY184" fmla="*/ 2233135 h 2237474"/>
              <a:gd name="connsiteX185" fmla="*/ 1283504 w 12192000"/>
              <a:gd name="connsiteY185" fmla="*/ 2233797 h 2237474"/>
              <a:gd name="connsiteX186" fmla="*/ 1279765 w 12192000"/>
              <a:gd name="connsiteY186" fmla="*/ 2229639 h 2237474"/>
              <a:gd name="connsiteX187" fmla="*/ 1195347 w 12192000"/>
              <a:gd name="connsiteY187" fmla="*/ 2212354 h 2237474"/>
              <a:gd name="connsiteX188" fmla="*/ 970251 w 12192000"/>
              <a:gd name="connsiteY188" fmla="*/ 2221029 h 2237474"/>
              <a:gd name="connsiteX189" fmla="*/ 812914 w 12192000"/>
              <a:gd name="connsiteY189" fmla="*/ 2202752 h 2237474"/>
              <a:gd name="connsiteX190" fmla="*/ 800195 w 12192000"/>
              <a:gd name="connsiteY190" fmla="*/ 2209407 h 2237474"/>
              <a:gd name="connsiteX191" fmla="*/ 784978 w 12192000"/>
              <a:gd name="connsiteY191" fmla="*/ 2212360 h 2237474"/>
              <a:gd name="connsiteX192" fmla="*/ 681987 w 12192000"/>
              <a:gd name="connsiteY192" fmla="*/ 2216757 h 2237474"/>
              <a:gd name="connsiteX193" fmla="*/ 669923 w 12192000"/>
              <a:gd name="connsiteY193" fmla="*/ 2211682 h 2237474"/>
              <a:gd name="connsiteX194" fmla="*/ 648680 w 12192000"/>
              <a:gd name="connsiteY194" fmla="*/ 2206229 h 2237474"/>
              <a:gd name="connsiteX195" fmla="*/ 597225 w 12192000"/>
              <a:gd name="connsiteY195" fmla="*/ 2180999 h 2237474"/>
              <a:gd name="connsiteX196" fmla="*/ 558449 w 12192000"/>
              <a:gd name="connsiteY196" fmla="*/ 2182346 h 2237474"/>
              <a:gd name="connsiteX197" fmla="*/ 550517 w 12192000"/>
              <a:gd name="connsiteY197" fmla="*/ 2182060 h 2237474"/>
              <a:gd name="connsiteX198" fmla="*/ 550309 w 12192000"/>
              <a:gd name="connsiteY198" fmla="*/ 2181825 h 2237474"/>
              <a:gd name="connsiteX199" fmla="*/ 541836 w 12192000"/>
              <a:gd name="connsiteY199" fmla="*/ 2181063 h 2237474"/>
              <a:gd name="connsiteX200" fmla="*/ 536057 w 12192000"/>
              <a:gd name="connsiteY200" fmla="*/ 2181537 h 2237474"/>
              <a:gd name="connsiteX201" fmla="*/ 520671 w 12192000"/>
              <a:gd name="connsiteY201" fmla="*/ 2180980 h 2237474"/>
              <a:gd name="connsiteX202" fmla="*/ 515024 w 12192000"/>
              <a:gd name="connsiteY202" fmla="*/ 2179258 h 2237474"/>
              <a:gd name="connsiteX203" fmla="*/ 512278 w 12192000"/>
              <a:gd name="connsiteY203" fmla="*/ 2176369 h 2237474"/>
              <a:gd name="connsiteX204" fmla="*/ 480419 w 12192000"/>
              <a:gd name="connsiteY204" fmla="*/ 2167807 h 2237474"/>
              <a:gd name="connsiteX205" fmla="*/ 413835 w 12192000"/>
              <a:gd name="connsiteY205" fmla="*/ 2156783 h 2237474"/>
              <a:gd name="connsiteX206" fmla="*/ 376513 w 12192000"/>
              <a:gd name="connsiteY206" fmla="*/ 2154014 h 2237474"/>
              <a:gd name="connsiteX207" fmla="*/ 273386 w 12192000"/>
              <a:gd name="connsiteY207" fmla="*/ 2142551 h 2237474"/>
              <a:gd name="connsiteX208" fmla="*/ 169207 w 12192000"/>
              <a:gd name="connsiteY208" fmla="*/ 2128100 h 2237474"/>
              <a:gd name="connsiteX209" fmla="*/ 93149 w 12192000"/>
              <a:gd name="connsiteY209" fmla="*/ 2105324 h 2237474"/>
              <a:gd name="connsiteX210" fmla="*/ 88109 w 12192000"/>
              <a:gd name="connsiteY210" fmla="*/ 2106704 h 2237474"/>
              <a:gd name="connsiteX211" fmla="*/ 80022 w 12192000"/>
              <a:gd name="connsiteY211" fmla="*/ 2107254 h 2237474"/>
              <a:gd name="connsiteX212" fmla="*/ 79717 w 12192000"/>
              <a:gd name="connsiteY212" fmla="*/ 2107046 h 2237474"/>
              <a:gd name="connsiteX213" fmla="*/ 72352 w 12192000"/>
              <a:gd name="connsiteY213" fmla="*/ 2107991 h 2237474"/>
              <a:gd name="connsiteX214" fmla="*/ 37645 w 12192000"/>
              <a:gd name="connsiteY214" fmla="*/ 2115401 h 2237474"/>
              <a:gd name="connsiteX215" fmla="*/ 4572 w 12192000"/>
              <a:gd name="connsiteY215" fmla="*/ 2111091 h 2237474"/>
              <a:gd name="connsiteX216" fmla="*/ 0 w 12192000"/>
              <a:gd name="connsiteY216" fmla="*/ 2110468 h 2237474"/>
              <a:gd name="connsiteX217" fmla="*/ 0 w 12192000"/>
              <a:gd name="connsiteY21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61459 w 12192000"/>
              <a:gd name="connsiteY25" fmla="*/ 862394 h 2237474"/>
              <a:gd name="connsiteX26" fmla="*/ 9705768 w 12192000"/>
              <a:gd name="connsiteY26" fmla="*/ 894610 h 2237474"/>
              <a:gd name="connsiteX27" fmla="*/ 9683005 w 12192000"/>
              <a:gd name="connsiteY27" fmla="*/ 894128 h 2237474"/>
              <a:gd name="connsiteX28" fmla="*/ 9594438 w 12192000"/>
              <a:gd name="connsiteY28" fmla="*/ 919051 h 2237474"/>
              <a:gd name="connsiteX29" fmla="*/ 9577033 w 12192000"/>
              <a:gd name="connsiteY29" fmla="*/ 922857 h 2237474"/>
              <a:gd name="connsiteX30" fmla="*/ 9544189 w 12192000"/>
              <a:gd name="connsiteY30" fmla="*/ 938966 h 2237474"/>
              <a:gd name="connsiteX31" fmla="*/ 9500499 w 12192000"/>
              <a:gd name="connsiteY31" fmla="*/ 954680 h 2237474"/>
              <a:gd name="connsiteX32" fmla="*/ 9428195 w 12192000"/>
              <a:gd name="connsiteY32" fmla="*/ 986225 h 2237474"/>
              <a:gd name="connsiteX33" fmla="*/ 9410017 w 12192000"/>
              <a:gd name="connsiteY33" fmla="*/ 993931 h 2237474"/>
              <a:gd name="connsiteX34" fmla="*/ 9392919 w 12192000"/>
              <a:gd name="connsiteY34" fmla="*/ 994656 h 2237474"/>
              <a:gd name="connsiteX35" fmla="*/ 9278619 w 12192000"/>
              <a:gd name="connsiteY35" fmla="*/ 1011878 h 2237474"/>
              <a:gd name="connsiteX36" fmla="*/ 9268019 w 12192000"/>
              <a:gd name="connsiteY36" fmla="*/ 1007442 h 2237474"/>
              <a:gd name="connsiteX37" fmla="*/ 9234662 w 12192000"/>
              <a:gd name="connsiteY37" fmla="*/ 1023056 h 2237474"/>
              <a:gd name="connsiteX38" fmla="*/ 9181033 w 12192000"/>
              <a:gd name="connsiteY38" fmla="*/ 1037921 h 2237474"/>
              <a:gd name="connsiteX39" fmla="*/ 9155969 w 12192000"/>
              <a:gd name="connsiteY39" fmla="*/ 1046804 h 2237474"/>
              <a:gd name="connsiteX40" fmla="*/ 9133985 w 12192000"/>
              <a:gd name="connsiteY40" fmla="*/ 1046450 h 2237474"/>
              <a:gd name="connsiteX41" fmla="*/ 9012987 w 12192000"/>
              <a:gd name="connsiteY41" fmla="*/ 1061986 h 2237474"/>
              <a:gd name="connsiteX42" fmla="*/ 8968445 w 12192000"/>
              <a:gd name="connsiteY42" fmla="*/ 1052169 h 2237474"/>
              <a:gd name="connsiteX43" fmla="*/ 8958984 w 12192000"/>
              <a:gd name="connsiteY43" fmla="*/ 1057212 h 2237474"/>
              <a:gd name="connsiteX44" fmla="*/ 8886001 w 12192000"/>
              <a:gd name="connsiteY44" fmla="*/ 1067468 h 2237474"/>
              <a:gd name="connsiteX45" fmla="*/ 8838610 w 12192000"/>
              <a:gd name="connsiteY45" fmla="*/ 1075091 h 2237474"/>
              <a:gd name="connsiteX46" fmla="*/ 8750383 w 12192000"/>
              <a:gd name="connsiteY46" fmla="*/ 1097387 h 2237474"/>
              <a:gd name="connsiteX47" fmla="*/ 8697365 w 12192000"/>
              <a:gd name="connsiteY47" fmla="*/ 1105869 h 2237474"/>
              <a:gd name="connsiteX48" fmla="*/ 8665605 w 12192000"/>
              <a:gd name="connsiteY48" fmla="*/ 1110791 h 2237474"/>
              <a:gd name="connsiteX49" fmla="*/ 8584946 w 12192000"/>
              <a:gd name="connsiteY49" fmla="*/ 1135226 h 2237474"/>
              <a:gd name="connsiteX50" fmla="*/ 8460755 w 12192000"/>
              <a:gd name="connsiteY50" fmla="*/ 1203427 h 2237474"/>
              <a:gd name="connsiteX51" fmla="*/ 8419755 w 12192000"/>
              <a:gd name="connsiteY51" fmla="*/ 1216260 h 2237474"/>
              <a:gd name="connsiteX52" fmla="*/ 8411626 w 12192000"/>
              <a:gd name="connsiteY52" fmla="*/ 1214397 h 2237474"/>
              <a:gd name="connsiteX53" fmla="*/ 8363469 w 12192000"/>
              <a:gd name="connsiteY53" fmla="*/ 1246658 h 2237474"/>
              <a:gd name="connsiteX54" fmla="*/ 8275497 w 12192000"/>
              <a:gd name="connsiteY54" fmla="*/ 1264396 h 2237474"/>
              <a:gd name="connsiteX55" fmla="*/ 8206287 w 12192000"/>
              <a:gd name="connsiteY55" fmla="*/ 1273060 h 2237474"/>
              <a:gd name="connsiteX56" fmla="*/ 8168705 w 12192000"/>
              <a:gd name="connsiteY56" fmla="*/ 1279956 h 2237474"/>
              <a:gd name="connsiteX57" fmla="*/ 8139997 w 12192000"/>
              <a:gd name="connsiteY57" fmla="*/ 1282713 h 2237474"/>
              <a:gd name="connsiteX58" fmla="*/ 8074238 w 12192000"/>
              <a:gd name="connsiteY58" fmla="*/ 1301895 h 2237474"/>
              <a:gd name="connsiteX59" fmla="*/ 7968292 w 12192000"/>
              <a:gd name="connsiteY59" fmla="*/ 1338779 h 2237474"/>
              <a:gd name="connsiteX60" fmla="*/ 7945122 w 12192000"/>
              <a:gd name="connsiteY60" fmla="*/ 1345477 h 2237474"/>
              <a:gd name="connsiteX61" fmla="*/ 7902328 w 12192000"/>
              <a:gd name="connsiteY61" fmla="*/ 1345865 h 2237474"/>
              <a:gd name="connsiteX62" fmla="*/ 7875879 w 12192000"/>
              <a:gd name="connsiteY62" fmla="*/ 1345646 h 2237474"/>
              <a:gd name="connsiteX63" fmla="*/ 7840612 w 12192000"/>
              <a:gd name="connsiteY63" fmla="*/ 1369373 h 2237474"/>
              <a:gd name="connsiteX64" fmla="*/ 7786819 w 12192000"/>
              <a:gd name="connsiteY64" fmla="*/ 1378970 h 2237474"/>
              <a:gd name="connsiteX65" fmla="*/ 7548172 w 12192000"/>
              <a:gd name="connsiteY65" fmla="*/ 1417460 h 2237474"/>
              <a:gd name="connsiteX66" fmla="*/ 7483437 w 12192000"/>
              <a:gd name="connsiteY66" fmla="*/ 1478152 h 2237474"/>
              <a:gd name="connsiteX67" fmla="*/ 7377870 w 12192000"/>
              <a:gd name="connsiteY67" fmla="*/ 1523319 h 2237474"/>
              <a:gd name="connsiteX68" fmla="*/ 7230737 w 12192000"/>
              <a:gd name="connsiteY68" fmla="*/ 1562633 h 2237474"/>
              <a:gd name="connsiteX69" fmla="*/ 7224458 w 12192000"/>
              <a:gd name="connsiteY69" fmla="*/ 1573008 h 2237474"/>
              <a:gd name="connsiteX70" fmla="*/ 7213486 w 12192000"/>
              <a:gd name="connsiteY70" fmla="*/ 1580987 h 2237474"/>
              <a:gd name="connsiteX71" fmla="*/ 7183121 w 12192000"/>
              <a:gd name="connsiteY71" fmla="*/ 1595162 h 2237474"/>
              <a:gd name="connsiteX72" fmla="*/ 7164601 w 12192000"/>
              <a:gd name="connsiteY72" fmla="*/ 1606490 h 2237474"/>
              <a:gd name="connsiteX73" fmla="*/ 7114651 w 12192000"/>
              <a:gd name="connsiteY73" fmla="*/ 1620959 h 2237474"/>
              <a:gd name="connsiteX74" fmla="*/ 7092727 w 12192000"/>
              <a:gd name="connsiteY74" fmla="*/ 1623628 h 2237474"/>
              <a:gd name="connsiteX75" fmla="*/ 7031309 w 12192000"/>
              <a:gd name="connsiteY75" fmla="*/ 1619451 h 2237474"/>
              <a:gd name="connsiteX76" fmla="*/ 6999084 w 12192000"/>
              <a:gd name="connsiteY76" fmla="*/ 1634317 h 2237474"/>
              <a:gd name="connsiteX77" fmla="*/ 6992107 w 12192000"/>
              <a:gd name="connsiteY77" fmla="*/ 1636860 h 2237474"/>
              <a:gd name="connsiteX78" fmla="*/ 6991765 w 12192000"/>
              <a:gd name="connsiteY78" fmla="*/ 1636725 h 2237474"/>
              <a:gd name="connsiteX79" fmla="*/ 6900177 w 12192000"/>
              <a:gd name="connsiteY79" fmla="*/ 1636016 h 2237474"/>
              <a:gd name="connsiteX80" fmla="*/ 6795372 w 12192000"/>
              <a:gd name="connsiteY80" fmla="*/ 1644845 h 2237474"/>
              <a:gd name="connsiteX81" fmla="*/ 6692251 w 12192000"/>
              <a:gd name="connsiteY81" fmla="*/ 1656357 h 2237474"/>
              <a:gd name="connsiteX82" fmla="*/ 6655235 w 12192000"/>
              <a:gd name="connsiteY82" fmla="*/ 1661869 h 2237474"/>
              <a:gd name="connsiteX83" fmla="*/ 6587857 w 12192000"/>
              <a:gd name="connsiteY83" fmla="*/ 1665769 h 2237474"/>
              <a:gd name="connsiteX84" fmla="*/ 6554894 w 12192000"/>
              <a:gd name="connsiteY84" fmla="*/ 1664428 h 2237474"/>
              <a:gd name="connsiteX85" fmla="*/ 6516595 w 12192000"/>
              <a:gd name="connsiteY85" fmla="*/ 1667475 h 2237474"/>
              <a:gd name="connsiteX86" fmla="*/ 6508541 w 12192000"/>
              <a:gd name="connsiteY86" fmla="*/ 1668757 h 2237474"/>
              <a:gd name="connsiteX87" fmla="*/ 6471012 w 12192000"/>
              <a:gd name="connsiteY87" fmla="*/ 1678604 h 2237474"/>
              <a:gd name="connsiteX88" fmla="*/ 6415265 w 12192000"/>
              <a:gd name="connsiteY88" fmla="*/ 1665317 h 2237474"/>
              <a:gd name="connsiteX89" fmla="*/ 6364035 w 12192000"/>
              <a:gd name="connsiteY89" fmla="*/ 1667683 h 2237474"/>
              <a:gd name="connsiteX90" fmla="*/ 6280959 w 12192000"/>
              <a:gd name="connsiteY90" fmla="*/ 1689329 h 2237474"/>
              <a:gd name="connsiteX91" fmla="*/ 6243319 w 12192000"/>
              <a:gd name="connsiteY91" fmla="*/ 1695560 h 2237474"/>
              <a:gd name="connsiteX92" fmla="*/ 6098321 w 12192000"/>
              <a:gd name="connsiteY92" fmla="*/ 1721646 h 2237474"/>
              <a:gd name="connsiteX93" fmla="*/ 5880652 w 12192000"/>
              <a:gd name="connsiteY93" fmla="*/ 1779643 h 2237474"/>
              <a:gd name="connsiteX94" fmla="*/ 5785959 w 12192000"/>
              <a:gd name="connsiteY94" fmla="*/ 1775307 h 2237474"/>
              <a:gd name="connsiteX95" fmla="*/ 5643534 w 12192000"/>
              <a:gd name="connsiteY95" fmla="*/ 1802919 h 2237474"/>
              <a:gd name="connsiteX96" fmla="*/ 5518799 w 12192000"/>
              <a:gd name="connsiteY96" fmla="*/ 1818312 h 2237474"/>
              <a:gd name="connsiteX97" fmla="*/ 5505014 w 12192000"/>
              <a:gd name="connsiteY97" fmla="*/ 1819259 h 2237474"/>
              <a:gd name="connsiteX98" fmla="*/ 5453307 w 12192000"/>
              <a:gd name="connsiteY98" fmla="*/ 1815450 h 2237474"/>
              <a:gd name="connsiteX99" fmla="*/ 5364192 w 12192000"/>
              <a:gd name="connsiteY99" fmla="*/ 1826074 h 2237474"/>
              <a:gd name="connsiteX100" fmla="*/ 5350380 w 12192000"/>
              <a:gd name="connsiteY100" fmla="*/ 1830891 h 2237474"/>
              <a:gd name="connsiteX101" fmla="*/ 5259633 w 12192000"/>
              <a:gd name="connsiteY101" fmla="*/ 1837160 h 2237474"/>
              <a:gd name="connsiteX102" fmla="*/ 5197513 w 12192000"/>
              <a:gd name="connsiteY102" fmla="*/ 1844718 h 2237474"/>
              <a:gd name="connsiteX103" fmla="*/ 5168852 w 12192000"/>
              <a:gd name="connsiteY103" fmla="*/ 1844846 h 2237474"/>
              <a:gd name="connsiteX104" fmla="*/ 5114927 w 12192000"/>
              <a:gd name="connsiteY104" fmla="*/ 1847827 h 2237474"/>
              <a:gd name="connsiteX105" fmla="*/ 5108970 w 12192000"/>
              <a:gd name="connsiteY105" fmla="*/ 1847935 h 2237474"/>
              <a:gd name="connsiteX106" fmla="*/ 5067961 w 12192000"/>
              <a:gd name="connsiteY106" fmla="*/ 1845917 h 2237474"/>
              <a:gd name="connsiteX107" fmla="*/ 5007075 w 12192000"/>
              <a:gd name="connsiteY107" fmla="*/ 1838626 h 2237474"/>
              <a:gd name="connsiteX108" fmla="*/ 4944087 w 12192000"/>
              <a:gd name="connsiteY108" fmla="*/ 1823332 h 2237474"/>
              <a:gd name="connsiteX109" fmla="*/ 4907662 w 12192000"/>
              <a:gd name="connsiteY109" fmla="*/ 1816900 h 2237474"/>
              <a:gd name="connsiteX110" fmla="*/ 4882386 w 12192000"/>
              <a:gd name="connsiteY110" fmla="*/ 1809844 h 2237474"/>
              <a:gd name="connsiteX111" fmla="*/ 4811440 w 12192000"/>
              <a:gd name="connsiteY111" fmla="*/ 1804655 h 2237474"/>
              <a:gd name="connsiteX112" fmla="*/ 4691075 w 12192000"/>
              <a:gd name="connsiteY112" fmla="*/ 1801389 h 2237474"/>
              <a:gd name="connsiteX113" fmla="*/ 4611738 w 12192000"/>
              <a:gd name="connsiteY113" fmla="*/ 1776964 h 2237474"/>
              <a:gd name="connsiteX114" fmla="*/ 4560070 w 12192000"/>
              <a:gd name="connsiteY114" fmla="*/ 1785640 h 2237474"/>
              <a:gd name="connsiteX115" fmla="*/ 4536503 w 12192000"/>
              <a:gd name="connsiteY115" fmla="*/ 1785334 h 2237474"/>
              <a:gd name="connsiteX116" fmla="*/ 4513724 w 12192000"/>
              <a:gd name="connsiteY116" fmla="*/ 1791996 h 2237474"/>
              <a:gd name="connsiteX117" fmla="*/ 4459810 w 12192000"/>
              <a:gd name="connsiteY117" fmla="*/ 1797886 h 2237474"/>
              <a:gd name="connsiteX118" fmla="*/ 4379064 w 12192000"/>
              <a:gd name="connsiteY118" fmla="*/ 1817177 h 2237474"/>
              <a:gd name="connsiteX119" fmla="*/ 4319209 w 12192000"/>
              <a:gd name="connsiteY119" fmla="*/ 1834833 h 2237474"/>
              <a:gd name="connsiteX120" fmla="*/ 4290981 w 12192000"/>
              <a:gd name="connsiteY120" fmla="*/ 1839677 h 2237474"/>
              <a:gd name="connsiteX121" fmla="*/ 4285792 w 12192000"/>
              <a:gd name="connsiteY121" fmla="*/ 1836231 h 2237474"/>
              <a:gd name="connsiteX122" fmla="*/ 4238372 w 12192000"/>
              <a:gd name="connsiteY122" fmla="*/ 1851480 h 2237474"/>
              <a:gd name="connsiteX123" fmla="*/ 4232517 w 12192000"/>
              <a:gd name="connsiteY123" fmla="*/ 1852567 h 2237474"/>
              <a:gd name="connsiteX124" fmla="*/ 4191732 w 12192000"/>
              <a:gd name="connsiteY124" fmla="*/ 1857328 h 2237474"/>
              <a:gd name="connsiteX125" fmla="*/ 4065532 w 12192000"/>
              <a:gd name="connsiteY125" fmla="*/ 1855477 h 2237474"/>
              <a:gd name="connsiteX126" fmla="*/ 4028460 w 12192000"/>
              <a:gd name="connsiteY126" fmla="*/ 1855137 h 2237474"/>
              <a:gd name="connsiteX127" fmla="*/ 4002267 w 12192000"/>
              <a:gd name="connsiteY127" fmla="*/ 1852352 h 2237474"/>
              <a:gd name="connsiteX128" fmla="*/ 3931396 w 12192000"/>
              <a:gd name="connsiteY128" fmla="*/ 1858915 h 2237474"/>
              <a:gd name="connsiteX129" fmla="*/ 3812162 w 12192000"/>
              <a:gd name="connsiteY129" fmla="*/ 1875501 h 2237474"/>
              <a:gd name="connsiteX130" fmla="*/ 3729530 w 12192000"/>
              <a:gd name="connsiteY130" fmla="*/ 1864513 h 2237474"/>
              <a:gd name="connsiteX131" fmla="*/ 3680177 w 12192000"/>
              <a:gd name="connsiteY131" fmla="*/ 1881552 h 2237474"/>
              <a:gd name="connsiteX132" fmla="*/ 3567259 w 12192000"/>
              <a:gd name="connsiteY132" fmla="*/ 1893482 h 2237474"/>
              <a:gd name="connsiteX133" fmla="*/ 3405770 w 12192000"/>
              <a:gd name="connsiteY133" fmla="*/ 1904591 h 2237474"/>
              <a:gd name="connsiteX134" fmla="*/ 3280097 w 12192000"/>
              <a:gd name="connsiteY134" fmla="*/ 1919610 h 2237474"/>
              <a:gd name="connsiteX135" fmla="*/ 3123424 w 12192000"/>
              <a:gd name="connsiteY135" fmla="*/ 1952930 h 2237474"/>
              <a:gd name="connsiteX136" fmla="*/ 3009910 w 12192000"/>
              <a:gd name="connsiteY136" fmla="*/ 1957866 h 2237474"/>
              <a:gd name="connsiteX137" fmla="*/ 2995934 w 12192000"/>
              <a:gd name="connsiteY137" fmla="*/ 1967085 h 2237474"/>
              <a:gd name="connsiteX138" fmla="*/ 2980071 w 12192000"/>
              <a:gd name="connsiteY138" fmla="*/ 1972988 h 2237474"/>
              <a:gd name="connsiteX139" fmla="*/ 2978094 w 12192000"/>
              <a:gd name="connsiteY139" fmla="*/ 1972369 h 2237474"/>
              <a:gd name="connsiteX140" fmla="*/ 2942858 w 12192000"/>
              <a:gd name="connsiteY140" fmla="*/ 1981367 h 2237474"/>
              <a:gd name="connsiteX141" fmla="*/ 2875436 w 12192000"/>
              <a:gd name="connsiteY141" fmla="*/ 1996977 h 2237474"/>
              <a:gd name="connsiteX142" fmla="*/ 2874892 w 12192000"/>
              <a:gd name="connsiteY142" fmla="*/ 1996085 h 2237474"/>
              <a:gd name="connsiteX143" fmla="*/ 2864145 w 12192000"/>
              <a:gd name="connsiteY143" fmla="*/ 1994061 h 2237474"/>
              <a:gd name="connsiteX144" fmla="*/ 2843662 w 12192000"/>
              <a:gd name="connsiteY144" fmla="*/ 1992498 h 2237474"/>
              <a:gd name="connsiteX145" fmla="*/ 2796128 w 12192000"/>
              <a:gd name="connsiteY145" fmla="*/ 1976403 h 2237474"/>
              <a:gd name="connsiteX146" fmla="*/ 2756784 w 12192000"/>
              <a:gd name="connsiteY146" fmla="*/ 1985116 h 2237474"/>
              <a:gd name="connsiteX147" fmla="*/ 2748833 w 12192000"/>
              <a:gd name="connsiteY147" fmla="*/ 1986323 h 2237474"/>
              <a:gd name="connsiteX148" fmla="*/ 2748661 w 12192000"/>
              <a:gd name="connsiteY148" fmla="*/ 1986122 h 2237474"/>
              <a:gd name="connsiteX149" fmla="*/ 2740251 w 12192000"/>
              <a:gd name="connsiteY149" fmla="*/ 1986946 h 2237474"/>
              <a:gd name="connsiteX150" fmla="*/ 2718916 w 12192000"/>
              <a:gd name="connsiteY150" fmla="*/ 1990867 h 2237474"/>
              <a:gd name="connsiteX151" fmla="*/ 2713522 w 12192000"/>
              <a:gd name="connsiteY151" fmla="*/ 1990173 h 2237474"/>
              <a:gd name="connsiteX152" fmla="*/ 2680597 w 12192000"/>
              <a:gd name="connsiteY152" fmla="*/ 1984996 h 2237474"/>
              <a:gd name="connsiteX153" fmla="*/ 2578178 w 12192000"/>
              <a:gd name="connsiteY153" fmla="*/ 1990531 h 2237474"/>
              <a:gd name="connsiteX154" fmla="*/ 2476147 w 12192000"/>
              <a:gd name="connsiteY154" fmla="*/ 1998305 h 2237474"/>
              <a:gd name="connsiteX155" fmla="*/ 2373568 w 12192000"/>
              <a:gd name="connsiteY155" fmla="*/ 2003219 h 2237474"/>
              <a:gd name="connsiteX156" fmla="*/ 2321399 w 12192000"/>
              <a:gd name="connsiteY156" fmla="*/ 1989467 h 2237474"/>
              <a:gd name="connsiteX157" fmla="*/ 2315525 w 12192000"/>
              <a:gd name="connsiteY157" fmla="*/ 1989708 h 2237474"/>
              <a:gd name="connsiteX158" fmla="*/ 2300792 w 12192000"/>
              <a:gd name="connsiteY158" fmla="*/ 1994290 h 2237474"/>
              <a:gd name="connsiteX159" fmla="*/ 2295469 w 12192000"/>
              <a:gd name="connsiteY159" fmla="*/ 1996659 h 2237474"/>
              <a:gd name="connsiteX160" fmla="*/ 2287219 w 12192000"/>
              <a:gd name="connsiteY160" fmla="*/ 1998750 h 2237474"/>
              <a:gd name="connsiteX161" fmla="*/ 2286948 w 12192000"/>
              <a:gd name="connsiteY161" fmla="*/ 1998596 h 2237474"/>
              <a:gd name="connsiteX162" fmla="*/ 2243069 w 12192000"/>
              <a:gd name="connsiteY162" fmla="*/ 2015111 h 2237474"/>
              <a:gd name="connsiteX163" fmla="*/ 2186609 w 12192000"/>
              <a:gd name="connsiteY163" fmla="*/ 2008263 h 2237474"/>
              <a:gd name="connsiteX164" fmla="*/ 2164831 w 12192000"/>
              <a:gd name="connsiteY164" fmla="*/ 2010143 h 2237474"/>
              <a:gd name="connsiteX165" fmla="*/ 2152836 w 12192000"/>
              <a:gd name="connsiteY165" fmla="*/ 2010048 h 2237474"/>
              <a:gd name="connsiteX166" fmla="*/ 2117102 w 12192000"/>
              <a:gd name="connsiteY166" fmla="*/ 2023004 h 2237474"/>
              <a:gd name="connsiteX167" fmla="*/ 2111935 w 12192000"/>
              <a:gd name="connsiteY167" fmla="*/ 2023163 h 2237474"/>
              <a:gd name="connsiteX168" fmla="*/ 2089991 w 12192000"/>
              <a:gd name="connsiteY168" fmla="*/ 2034193 h 2237474"/>
              <a:gd name="connsiteX169" fmla="*/ 2058061 w 12192000"/>
              <a:gd name="connsiteY169" fmla="*/ 2047942 h 2237474"/>
              <a:gd name="connsiteX170" fmla="*/ 2055737 w 12192000"/>
              <a:gd name="connsiteY170" fmla="*/ 2047704 h 2237474"/>
              <a:gd name="connsiteX171" fmla="*/ 2042244 w 12192000"/>
              <a:gd name="connsiteY171" fmla="*/ 2055560 h 2237474"/>
              <a:gd name="connsiteX172" fmla="*/ 1976224 w 12192000"/>
              <a:gd name="connsiteY172" fmla="*/ 2074257 h 2237474"/>
              <a:gd name="connsiteX173" fmla="*/ 1877728 w 12192000"/>
              <a:gd name="connsiteY173" fmla="*/ 2101004 h 2237474"/>
              <a:gd name="connsiteX174" fmla="*/ 1759056 w 12192000"/>
              <a:gd name="connsiteY174" fmla="*/ 2125608 h 2237474"/>
              <a:gd name="connsiteX175" fmla="*/ 1637948 w 12192000"/>
              <a:gd name="connsiteY175" fmla="*/ 2172597 h 2237474"/>
              <a:gd name="connsiteX176" fmla="*/ 1434549 w 12192000"/>
              <a:gd name="connsiteY176" fmla="*/ 2234522 h 2237474"/>
              <a:gd name="connsiteX177" fmla="*/ 1398481 w 12192000"/>
              <a:gd name="connsiteY177" fmla="*/ 2237074 h 2237474"/>
              <a:gd name="connsiteX178" fmla="*/ 1398407 w 12192000"/>
              <a:gd name="connsiteY178" fmla="*/ 2237095 h 2237474"/>
              <a:gd name="connsiteX179" fmla="*/ 1370962 w 12192000"/>
              <a:gd name="connsiteY179" fmla="*/ 2237474 h 2237474"/>
              <a:gd name="connsiteX180" fmla="*/ 1356367 w 12192000"/>
              <a:gd name="connsiteY180" fmla="*/ 2235089 h 2237474"/>
              <a:gd name="connsiteX181" fmla="*/ 1324828 w 12192000"/>
              <a:gd name="connsiteY181" fmla="*/ 2231968 h 2237474"/>
              <a:gd name="connsiteX182" fmla="*/ 1297744 w 12192000"/>
              <a:gd name="connsiteY182" fmla="*/ 2235849 h 2237474"/>
              <a:gd name="connsiteX183" fmla="*/ 1286236 w 12192000"/>
              <a:gd name="connsiteY183" fmla="*/ 2233135 h 2237474"/>
              <a:gd name="connsiteX184" fmla="*/ 1283504 w 12192000"/>
              <a:gd name="connsiteY184" fmla="*/ 2233797 h 2237474"/>
              <a:gd name="connsiteX185" fmla="*/ 1279765 w 12192000"/>
              <a:gd name="connsiteY185" fmla="*/ 2229639 h 2237474"/>
              <a:gd name="connsiteX186" fmla="*/ 1195347 w 12192000"/>
              <a:gd name="connsiteY186" fmla="*/ 2212354 h 2237474"/>
              <a:gd name="connsiteX187" fmla="*/ 970251 w 12192000"/>
              <a:gd name="connsiteY187" fmla="*/ 2221029 h 2237474"/>
              <a:gd name="connsiteX188" fmla="*/ 812914 w 12192000"/>
              <a:gd name="connsiteY188" fmla="*/ 2202752 h 2237474"/>
              <a:gd name="connsiteX189" fmla="*/ 800195 w 12192000"/>
              <a:gd name="connsiteY189" fmla="*/ 2209407 h 2237474"/>
              <a:gd name="connsiteX190" fmla="*/ 784978 w 12192000"/>
              <a:gd name="connsiteY190" fmla="*/ 2212360 h 2237474"/>
              <a:gd name="connsiteX191" fmla="*/ 681987 w 12192000"/>
              <a:gd name="connsiteY191" fmla="*/ 2216757 h 2237474"/>
              <a:gd name="connsiteX192" fmla="*/ 669923 w 12192000"/>
              <a:gd name="connsiteY192" fmla="*/ 2211682 h 2237474"/>
              <a:gd name="connsiteX193" fmla="*/ 648680 w 12192000"/>
              <a:gd name="connsiteY193" fmla="*/ 2206229 h 2237474"/>
              <a:gd name="connsiteX194" fmla="*/ 597225 w 12192000"/>
              <a:gd name="connsiteY194" fmla="*/ 2180999 h 2237474"/>
              <a:gd name="connsiteX195" fmla="*/ 558449 w 12192000"/>
              <a:gd name="connsiteY195" fmla="*/ 2182346 h 2237474"/>
              <a:gd name="connsiteX196" fmla="*/ 550517 w 12192000"/>
              <a:gd name="connsiteY196" fmla="*/ 2182060 h 2237474"/>
              <a:gd name="connsiteX197" fmla="*/ 550309 w 12192000"/>
              <a:gd name="connsiteY197" fmla="*/ 2181825 h 2237474"/>
              <a:gd name="connsiteX198" fmla="*/ 541836 w 12192000"/>
              <a:gd name="connsiteY198" fmla="*/ 2181063 h 2237474"/>
              <a:gd name="connsiteX199" fmla="*/ 536057 w 12192000"/>
              <a:gd name="connsiteY199" fmla="*/ 2181537 h 2237474"/>
              <a:gd name="connsiteX200" fmla="*/ 520671 w 12192000"/>
              <a:gd name="connsiteY200" fmla="*/ 2180980 h 2237474"/>
              <a:gd name="connsiteX201" fmla="*/ 515024 w 12192000"/>
              <a:gd name="connsiteY201" fmla="*/ 2179258 h 2237474"/>
              <a:gd name="connsiteX202" fmla="*/ 512278 w 12192000"/>
              <a:gd name="connsiteY202" fmla="*/ 2176369 h 2237474"/>
              <a:gd name="connsiteX203" fmla="*/ 480419 w 12192000"/>
              <a:gd name="connsiteY203" fmla="*/ 2167807 h 2237474"/>
              <a:gd name="connsiteX204" fmla="*/ 413835 w 12192000"/>
              <a:gd name="connsiteY204" fmla="*/ 2156783 h 2237474"/>
              <a:gd name="connsiteX205" fmla="*/ 376513 w 12192000"/>
              <a:gd name="connsiteY205" fmla="*/ 2154014 h 2237474"/>
              <a:gd name="connsiteX206" fmla="*/ 273386 w 12192000"/>
              <a:gd name="connsiteY206" fmla="*/ 2142551 h 2237474"/>
              <a:gd name="connsiteX207" fmla="*/ 169207 w 12192000"/>
              <a:gd name="connsiteY207" fmla="*/ 2128100 h 2237474"/>
              <a:gd name="connsiteX208" fmla="*/ 93149 w 12192000"/>
              <a:gd name="connsiteY208" fmla="*/ 2105324 h 2237474"/>
              <a:gd name="connsiteX209" fmla="*/ 88109 w 12192000"/>
              <a:gd name="connsiteY209" fmla="*/ 2106704 h 2237474"/>
              <a:gd name="connsiteX210" fmla="*/ 80022 w 12192000"/>
              <a:gd name="connsiteY210" fmla="*/ 2107254 h 2237474"/>
              <a:gd name="connsiteX211" fmla="*/ 79717 w 12192000"/>
              <a:gd name="connsiteY211" fmla="*/ 2107046 h 2237474"/>
              <a:gd name="connsiteX212" fmla="*/ 72352 w 12192000"/>
              <a:gd name="connsiteY212" fmla="*/ 2107991 h 2237474"/>
              <a:gd name="connsiteX213" fmla="*/ 37645 w 12192000"/>
              <a:gd name="connsiteY213" fmla="*/ 2115401 h 2237474"/>
              <a:gd name="connsiteX214" fmla="*/ 4572 w 12192000"/>
              <a:gd name="connsiteY214" fmla="*/ 2111091 h 2237474"/>
              <a:gd name="connsiteX215" fmla="*/ 0 w 12192000"/>
              <a:gd name="connsiteY215" fmla="*/ 2110468 h 2237474"/>
              <a:gd name="connsiteX216" fmla="*/ 0 w 12192000"/>
              <a:gd name="connsiteY21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61459 w 12192000"/>
              <a:gd name="connsiteY25" fmla="*/ 862394 h 2237474"/>
              <a:gd name="connsiteX26" fmla="*/ 9705768 w 12192000"/>
              <a:gd name="connsiteY26" fmla="*/ 894610 h 2237474"/>
              <a:gd name="connsiteX27" fmla="*/ 9683005 w 12192000"/>
              <a:gd name="connsiteY27" fmla="*/ 894128 h 2237474"/>
              <a:gd name="connsiteX28" fmla="*/ 9594438 w 12192000"/>
              <a:gd name="connsiteY28" fmla="*/ 919051 h 2237474"/>
              <a:gd name="connsiteX29" fmla="*/ 9577033 w 12192000"/>
              <a:gd name="connsiteY29" fmla="*/ 922857 h 2237474"/>
              <a:gd name="connsiteX30" fmla="*/ 9544189 w 12192000"/>
              <a:gd name="connsiteY30" fmla="*/ 938966 h 2237474"/>
              <a:gd name="connsiteX31" fmla="*/ 9500499 w 12192000"/>
              <a:gd name="connsiteY31" fmla="*/ 954680 h 2237474"/>
              <a:gd name="connsiteX32" fmla="*/ 9428195 w 12192000"/>
              <a:gd name="connsiteY32" fmla="*/ 986225 h 2237474"/>
              <a:gd name="connsiteX33" fmla="*/ 9410017 w 12192000"/>
              <a:gd name="connsiteY33" fmla="*/ 993931 h 2237474"/>
              <a:gd name="connsiteX34" fmla="*/ 9392919 w 12192000"/>
              <a:gd name="connsiteY34" fmla="*/ 994656 h 2237474"/>
              <a:gd name="connsiteX35" fmla="*/ 9278619 w 12192000"/>
              <a:gd name="connsiteY35" fmla="*/ 1011878 h 2237474"/>
              <a:gd name="connsiteX36" fmla="*/ 9268019 w 12192000"/>
              <a:gd name="connsiteY36" fmla="*/ 1007442 h 2237474"/>
              <a:gd name="connsiteX37" fmla="*/ 9234662 w 12192000"/>
              <a:gd name="connsiteY37" fmla="*/ 1023056 h 2237474"/>
              <a:gd name="connsiteX38" fmla="*/ 9181033 w 12192000"/>
              <a:gd name="connsiteY38" fmla="*/ 1037921 h 2237474"/>
              <a:gd name="connsiteX39" fmla="*/ 9155969 w 12192000"/>
              <a:gd name="connsiteY39" fmla="*/ 1046804 h 2237474"/>
              <a:gd name="connsiteX40" fmla="*/ 9133985 w 12192000"/>
              <a:gd name="connsiteY40" fmla="*/ 1046450 h 2237474"/>
              <a:gd name="connsiteX41" fmla="*/ 9012987 w 12192000"/>
              <a:gd name="connsiteY41" fmla="*/ 1061986 h 2237474"/>
              <a:gd name="connsiteX42" fmla="*/ 8968445 w 12192000"/>
              <a:gd name="connsiteY42" fmla="*/ 1052169 h 2237474"/>
              <a:gd name="connsiteX43" fmla="*/ 8958984 w 12192000"/>
              <a:gd name="connsiteY43" fmla="*/ 1057212 h 2237474"/>
              <a:gd name="connsiteX44" fmla="*/ 8886001 w 12192000"/>
              <a:gd name="connsiteY44" fmla="*/ 1067468 h 2237474"/>
              <a:gd name="connsiteX45" fmla="*/ 8838610 w 12192000"/>
              <a:gd name="connsiteY45" fmla="*/ 1075091 h 2237474"/>
              <a:gd name="connsiteX46" fmla="*/ 8750383 w 12192000"/>
              <a:gd name="connsiteY46" fmla="*/ 1097387 h 2237474"/>
              <a:gd name="connsiteX47" fmla="*/ 8697365 w 12192000"/>
              <a:gd name="connsiteY47" fmla="*/ 1105869 h 2237474"/>
              <a:gd name="connsiteX48" fmla="*/ 8665605 w 12192000"/>
              <a:gd name="connsiteY48" fmla="*/ 1110791 h 2237474"/>
              <a:gd name="connsiteX49" fmla="*/ 8584946 w 12192000"/>
              <a:gd name="connsiteY49" fmla="*/ 1135226 h 2237474"/>
              <a:gd name="connsiteX50" fmla="*/ 8460755 w 12192000"/>
              <a:gd name="connsiteY50" fmla="*/ 1203427 h 2237474"/>
              <a:gd name="connsiteX51" fmla="*/ 8419755 w 12192000"/>
              <a:gd name="connsiteY51" fmla="*/ 1216260 h 2237474"/>
              <a:gd name="connsiteX52" fmla="*/ 8411626 w 12192000"/>
              <a:gd name="connsiteY52" fmla="*/ 1214397 h 2237474"/>
              <a:gd name="connsiteX53" fmla="*/ 8363469 w 12192000"/>
              <a:gd name="connsiteY53" fmla="*/ 1246658 h 2237474"/>
              <a:gd name="connsiteX54" fmla="*/ 8275497 w 12192000"/>
              <a:gd name="connsiteY54" fmla="*/ 1264396 h 2237474"/>
              <a:gd name="connsiteX55" fmla="*/ 8206287 w 12192000"/>
              <a:gd name="connsiteY55" fmla="*/ 1273060 h 2237474"/>
              <a:gd name="connsiteX56" fmla="*/ 8168705 w 12192000"/>
              <a:gd name="connsiteY56" fmla="*/ 1279956 h 2237474"/>
              <a:gd name="connsiteX57" fmla="*/ 8139997 w 12192000"/>
              <a:gd name="connsiteY57" fmla="*/ 1282713 h 2237474"/>
              <a:gd name="connsiteX58" fmla="*/ 8074238 w 12192000"/>
              <a:gd name="connsiteY58" fmla="*/ 1301895 h 2237474"/>
              <a:gd name="connsiteX59" fmla="*/ 7968292 w 12192000"/>
              <a:gd name="connsiteY59" fmla="*/ 1338779 h 2237474"/>
              <a:gd name="connsiteX60" fmla="*/ 7945122 w 12192000"/>
              <a:gd name="connsiteY60" fmla="*/ 1345477 h 2237474"/>
              <a:gd name="connsiteX61" fmla="*/ 7902328 w 12192000"/>
              <a:gd name="connsiteY61" fmla="*/ 1345865 h 2237474"/>
              <a:gd name="connsiteX62" fmla="*/ 7875879 w 12192000"/>
              <a:gd name="connsiteY62" fmla="*/ 1345646 h 2237474"/>
              <a:gd name="connsiteX63" fmla="*/ 7840612 w 12192000"/>
              <a:gd name="connsiteY63" fmla="*/ 1369373 h 2237474"/>
              <a:gd name="connsiteX64" fmla="*/ 7786819 w 12192000"/>
              <a:gd name="connsiteY64" fmla="*/ 1378970 h 2237474"/>
              <a:gd name="connsiteX65" fmla="*/ 7548172 w 12192000"/>
              <a:gd name="connsiteY65" fmla="*/ 1417460 h 2237474"/>
              <a:gd name="connsiteX66" fmla="*/ 7483437 w 12192000"/>
              <a:gd name="connsiteY66" fmla="*/ 1478152 h 2237474"/>
              <a:gd name="connsiteX67" fmla="*/ 7377870 w 12192000"/>
              <a:gd name="connsiteY67" fmla="*/ 1523319 h 2237474"/>
              <a:gd name="connsiteX68" fmla="*/ 7230737 w 12192000"/>
              <a:gd name="connsiteY68" fmla="*/ 1562633 h 2237474"/>
              <a:gd name="connsiteX69" fmla="*/ 7224458 w 12192000"/>
              <a:gd name="connsiteY69" fmla="*/ 1573008 h 2237474"/>
              <a:gd name="connsiteX70" fmla="*/ 7213486 w 12192000"/>
              <a:gd name="connsiteY70" fmla="*/ 1580987 h 2237474"/>
              <a:gd name="connsiteX71" fmla="*/ 7183121 w 12192000"/>
              <a:gd name="connsiteY71" fmla="*/ 1595162 h 2237474"/>
              <a:gd name="connsiteX72" fmla="*/ 7164601 w 12192000"/>
              <a:gd name="connsiteY72" fmla="*/ 1606490 h 2237474"/>
              <a:gd name="connsiteX73" fmla="*/ 7114651 w 12192000"/>
              <a:gd name="connsiteY73" fmla="*/ 1620959 h 2237474"/>
              <a:gd name="connsiteX74" fmla="*/ 7092727 w 12192000"/>
              <a:gd name="connsiteY74" fmla="*/ 1623628 h 2237474"/>
              <a:gd name="connsiteX75" fmla="*/ 7031309 w 12192000"/>
              <a:gd name="connsiteY75" fmla="*/ 1619451 h 2237474"/>
              <a:gd name="connsiteX76" fmla="*/ 6999084 w 12192000"/>
              <a:gd name="connsiteY76" fmla="*/ 1634317 h 2237474"/>
              <a:gd name="connsiteX77" fmla="*/ 6992107 w 12192000"/>
              <a:gd name="connsiteY77" fmla="*/ 1636860 h 2237474"/>
              <a:gd name="connsiteX78" fmla="*/ 6991765 w 12192000"/>
              <a:gd name="connsiteY78" fmla="*/ 1636725 h 2237474"/>
              <a:gd name="connsiteX79" fmla="*/ 6900177 w 12192000"/>
              <a:gd name="connsiteY79" fmla="*/ 1636016 h 2237474"/>
              <a:gd name="connsiteX80" fmla="*/ 6795372 w 12192000"/>
              <a:gd name="connsiteY80" fmla="*/ 1644845 h 2237474"/>
              <a:gd name="connsiteX81" fmla="*/ 6692251 w 12192000"/>
              <a:gd name="connsiteY81" fmla="*/ 1656357 h 2237474"/>
              <a:gd name="connsiteX82" fmla="*/ 6655235 w 12192000"/>
              <a:gd name="connsiteY82" fmla="*/ 1661869 h 2237474"/>
              <a:gd name="connsiteX83" fmla="*/ 6587857 w 12192000"/>
              <a:gd name="connsiteY83" fmla="*/ 1665769 h 2237474"/>
              <a:gd name="connsiteX84" fmla="*/ 6554894 w 12192000"/>
              <a:gd name="connsiteY84" fmla="*/ 1664428 h 2237474"/>
              <a:gd name="connsiteX85" fmla="*/ 6516595 w 12192000"/>
              <a:gd name="connsiteY85" fmla="*/ 1667475 h 2237474"/>
              <a:gd name="connsiteX86" fmla="*/ 6508541 w 12192000"/>
              <a:gd name="connsiteY86" fmla="*/ 1668757 h 2237474"/>
              <a:gd name="connsiteX87" fmla="*/ 6471012 w 12192000"/>
              <a:gd name="connsiteY87" fmla="*/ 1678604 h 2237474"/>
              <a:gd name="connsiteX88" fmla="*/ 6415265 w 12192000"/>
              <a:gd name="connsiteY88" fmla="*/ 1665317 h 2237474"/>
              <a:gd name="connsiteX89" fmla="*/ 6364035 w 12192000"/>
              <a:gd name="connsiteY89" fmla="*/ 1667683 h 2237474"/>
              <a:gd name="connsiteX90" fmla="*/ 6280959 w 12192000"/>
              <a:gd name="connsiteY90" fmla="*/ 1689329 h 2237474"/>
              <a:gd name="connsiteX91" fmla="*/ 6243319 w 12192000"/>
              <a:gd name="connsiteY91" fmla="*/ 1695560 h 2237474"/>
              <a:gd name="connsiteX92" fmla="*/ 6098321 w 12192000"/>
              <a:gd name="connsiteY92" fmla="*/ 1721646 h 2237474"/>
              <a:gd name="connsiteX93" fmla="*/ 5880652 w 12192000"/>
              <a:gd name="connsiteY93" fmla="*/ 1779643 h 2237474"/>
              <a:gd name="connsiteX94" fmla="*/ 5785959 w 12192000"/>
              <a:gd name="connsiteY94" fmla="*/ 1775307 h 2237474"/>
              <a:gd name="connsiteX95" fmla="*/ 5643534 w 12192000"/>
              <a:gd name="connsiteY95" fmla="*/ 1802919 h 2237474"/>
              <a:gd name="connsiteX96" fmla="*/ 5518799 w 12192000"/>
              <a:gd name="connsiteY96" fmla="*/ 1818312 h 2237474"/>
              <a:gd name="connsiteX97" fmla="*/ 5505014 w 12192000"/>
              <a:gd name="connsiteY97" fmla="*/ 1819259 h 2237474"/>
              <a:gd name="connsiteX98" fmla="*/ 5453307 w 12192000"/>
              <a:gd name="connsiteY98" fmla="*/ 1815450 h 2237474"/>
              <a:gd name="connsiteX99" fmla="*/ 5364192 w 12192000"/>
              <a:gd name="connsiteY99" fmla="*/ 1826074 h 2237474"/>
              <a:gd name="connsiteX100" fmla="*/ 5350380 w 12192000"/>
              <a:gd name="connsiteY100" fmla="*/ 1830891 h 2237474"/>
              <a:gd name="connsiteX101" fmla="*/ 5259633 w 12192000"/>
              <a:gd name="connsiteY101" fmla="*/ 1837160 h 2237474"/>
              <a:gd name="connsiteX102" fmla="*/ 5197513 w 12192000"/>
              <a:gd name="connsiteY102" fmla="*/ 1844718 h 2237474"/>
              <a:gd name="connsiteX103" fmla="*/ 5168852 w 12192000"/>
              <a:gd name="connsiteY103" fmla="*/ 1844846 h 2237474"/>
              <a:gd name="connsiteX104" fmla="*/ 5114927 w 12192000"/>
              <a:gd name="connsiteY104" fmla="*/ 1847827 h 2237474"/>
              <a:gd name="connsiteX105" fmla="*/ 5108970 w 12192000"/>
              <a:gd name="connsiteY105" fmla="*/ 1847935 h 2237474"/>
              <a:gd name="connsiteX106" fmla="*/ 5067961 w 12192000"/>
              <a:gd name="connsiteY106" fmla="*/ 1845917 h 2237474"/>
              <a:gd name="connsiteX107" fmla="*/ 5007075 w 12192000"/>
              <a:gd name="connsiteY107" fmla="*/ 1838626 h 2237474"/>
              <a:gd name="connsiteX108" fmla="*/ 4944087 w 12192000"/>
              <a:gd name="connsiteY108" fmla="*/ 1823332 h 2237474"/>
              <a:gd name="connsiteX109" fmla="*/ 4907662 w 12192000"/>
              <a:gd name="connsiteY109" fmla="*/ 1816900 h 2237474"/>
              <a:gd name="connsiteX110" fmla="*/ 4882386 w 12192000"/>
              <a:gd name="connsiteY110" fmla="*/ 1809844 h 2237474"/>
              <a:gd name="connsiteX111" fmla="*/ 4811440 w 12192000"/>
              <a:gd name="connsiteY111" fmla="*/ 1804655 h 2237474"/>
              <a:gd name="connsiteX112" fmla="*/ 4691075 w 12192000"/>
              <a:gd name="connsiteY112" fmla="*/ 1801389 h 2237474"/>
              <a:gd name="connsiteX113" fmla="*/ 4611738 w 12192000"/>
              <a:gd name="connsiteY113" fmla="*/ 1776964 h 2237474"/>
              <a:gd name="connsiteX114" fmla="*/ 4560070 w 12192000"/>
              <a:gd name="connsiteY114" fmla="*/ 1785640 h 2237474"/>
              <a:gd name="connsiteX115" fmla="*/ 4536503 w 12192000"/>
              <a:gd name="connsiteY115" fmla="*/ 1785334 h 2237474"/>
              <a:gd name="connsiteX116" fmla="*/ 4513724 w 12192000"/>
              <a:gd name="connsiteY116" fmla="*/ 1791996 h 2237474"/>
              <a:gd name="connsiteX117" fmla="*/ 4459810 w 12192000"/>
              <a:gd name="connsiteY117" fmla="*/ 1797886 h 2237474"/>
              <a:gd name="connsiteX118" fmla="*/ 4379064 w 12192000"/>
              <a:gd name="connsiteY118" fmla="*/ 1817177 h 2237474"/>
              <a:gd name="connsiteX119" fmla="*/ 4319209 w 12192000"/>
              <a:gd name="connsiteY119" fmla="*/ 1834833 h 2237474"/>
              <a:gd name="connsiteX120" fmla="*/ 4290981 w 12192000"/>
              <a:gd name="connsiteY120" fmla="*/ 1839677 h 2237474"/>
              <a:gd name="connsiteX121" fmla="*/ 4285792 w 12192000"/>
              <a:gd name="connsiteY121" fmla="*/ 1836231 h 2237474"/>
              <a:gd name="connsiteX122" fmla="*/ 4238372 w 12192000"/>
              <a:gd name="connsiteY122" fmla="*/ 1851480 h 2237474"/>
              <a:gd name="connsiteX123" fmla="*/ 4232517 w 12192000"/>
              <a:gd name="connsiteY123" fmla="*/ 1852567 h 2237474"/>
              <a:gd name="connsiteX124" fmla="*/ 4191732 w 12192000"/>
              <a:gd name="connsiteY124" fmla="*/ 1857328 h 2237474"/>
              <a:gd name="connsiteX125" fmla="*/ 4065532 w 12192000"/>
              <a:gd name="connsiteY125" fmla="*/ 1855477 h 2237474"/>
              <a:gd name="connsiteX126" fmla="*/ 4028460 w 12192000"/>
              <a:gd name="connsiteY126" fmla="*/ 1855137 h 2237474"/>
              <a:gd name="connsiteX127" fmla="*/ 4002267 w 12192000"/>
              <a:gd name="connsiteY127" fmla="*/ 1852352 h 2237474"/>
              <a:gd name="connsiteX128" fmla="*/ 3931396 w 12192000"/>
              <a:gd name="connsiteY128" fmla="*/ 1858915 h 2237474"/>
              <a:gd name="connsiteX129" fmla="*/ 3812162 w 12192000"/>
              <a:gd name="connsiteY129" fmla="*/ 1875501 h 2237474"/>
              <a:gd name="connsiteX130" fmla="*/ 3729530 w 12192000"/>
              <a:gd name="connsiteY130" fmla="*/ 1864513 h 2237474"/>
              <a:gd name="connsiteX131" fmla="*/ 3680177 w 12192000"/>
              <a:gd name="connsiteY131" fmla="*/ 1881552 h 2237474"/>
              <a:gd name="connsiteX132" fmla="*/ 3567259 w 12192000"/>
              <a:gd name="connsiteY132" fmla="*/ 1893482 h 2237474"/>
              <a:gd name="connsiteX133" fmla="*/ 3405770 w 12192000"/>
              <a:gd name="connsiteY133" fmla="*/ 1904591 h 2237474"/>
              <a:gd name="connsiteX134" fmla="*/ 3280097 w 12192000"/>
              <a:gd name="connsiteY134" fmla="*/ 1919610 h 2237474"/>
              <a:gd name="connsiteX135" fmla="*/ 3123424 w 12192000"/>
              <a:gd name="connsiteY135" fmla="*/ 1952930 h 2237474"/>
              <a:gd name="connsiteX136" fmla="*/ 3009910 w 12192000"/>
              <a:gd name="connsiteY136" fmla="*/ 1957866 h 2237474"/>
              <a:gd name="connsiteX137" fmla="*/ 2995934 w 12192000"/>
              <a:gd name="connsiteY137" fmla="*/ 1967085 h 2237474"/>
              <a:gd name="connsiteX138" fmla="*/ 2980071 w 12192000"/>
              <a:gd name="connsiteY138" fmla="*/ 1972988 h 2237474"/>
              <a:gd name="connsiteX139" fmla="*/ 2978094 w 12192000"/>
              <a:gd name="connsiteY139" fmla="*/ 1972369 h 2237474"/>
              <a:gd name="connsiteX140" fmla="*/ 2942858 w 12192000"/>
              <a:gd name="connsiteY140" fmla="*/ 1981367 h 2237474"/>
              <a:gd name="connsiteX141" fmla="*/ 2875436 w 12192000"/>
              <a:gd name="connsiteY141" fmla="*/ 1996977 h 2237474"/>
              <a:gd name="connsiteX142" fmla="*/ 2874892 w 12192000"/>
              <a:gd name="connsiteY142" fmla="*/ 1996085 h 2237474"/>
              <a:gd name="connsiteX143" fmla="*/ 2864145 w 12192000"/>
              <a:gd name="connsiteY143" fmla="*/ 1994061 h 2237474"/>
              <a:gd name="connsiteX144" fmla="*/ 2843662 w 12192000"/>
              <a:gd name="connsiteY144" fmla="*/ 1992498 h 2237474"/>
              <a:gd name="connsiteX145" fmla="*/ 2796128 w 12192000"/>
              <a:gd name="connsiteY145" fmla="*/ 1976403 h 2237474"/>
              <a:gd name="connsiteX146" fmla="*/ 2756784 w 12192000"/>
              <a:gd name="connsiteY146" fmla="*/ 1985116 h 2237474"/>
              <a:gd name="connsiteX147" fmla="*/ 2748833 w 12192000"/>
              <a:gd name="connsiteY147" fmla="*/ 1986323 h 2237474"/>
              <a:gd name="connsiteX148" fmla="*/ 2748661 w 12192000"/>
              <a:gd name="connsiteY148" fmla="*/ 1986122 h 2237474"/>
              <a:gd name="connsiteX149" fmla="*/ 2740251 w 12192000"/>
              <a:gd name="connsiteY149" fmla="*/ 1986946 h 2237474"/>
              <a:gd name="connsiteX150" fmla="*/ 2718916 w 12192000"/>
              <a:gd name="connsiteY150" fmla="*/ 1990867 h 2237474"/>
              <a:gd name="connsiteX151" fmla="*/ 2713522 w 12192000"/>
              <a:gd name="connsiteY151" fmla="*/ 1990173 h 2237474"/>
              <a:gd name="connsiteX152" fmla="*/ 2680597 w 12192000"/>
              <a:gd name="connsiteY152" fmla="*/ 1984996 h 2237474"/>
              <a:gd name="connsiteX153" fmla="*/ 2578178 w 12192000"/>
              <a:gd name="connsiteY153" fmla="*/ 1990531 h 2237474"/>
              <a:gd name="connsiteX154" fmla="*/ 2476147 w 12192000"/>
              <a:gd name="connsiteY154" fmla="*/ 1998305 h 2237474"/>
              <a:gd name="connsiteX155" fmla="*/ 2373568 w 12192000"/>
              <a:gd name="connsiteY155" fmla="*/ 2003219 h 2237474"/>
              <a:gd name="connsiteX156" fmla="*/ 2321399 w 12192000"/>
              <a:gd name="connsiteY156" fmla="*/ 1989467 h 2237474"/>
              <a:gd name="connsiteX157" fmla="*/ 2315525 w 12192000"/>
              <a:gd name="connsiteY157" fmla="*/ 1989708 h 2237474"/>
              <a:gd name="connsiteX158" fmla="*/ 2300792 w 12192000"/>
              <a:gd name="connsiteY158" fmla="*/ 1994290 h 2237474"/>
              <a:gd name="connsiteX159" fmla="*/ 2295469 w 12192000"/>
              <a:gd name="connsiteY159" fmla="*/ 1996659 h 2237474"/>
              <a:gd name="connsiteX160" fmla="*/ 2287219 w 12192000"/>
              <a:gd name="connsiteY160" fmla="*/ 1998750 h 2237474"/>
              <a:gd name="connsiteX161" fmla="*/ 2286948 w 12192000"/>
              <a:gd name="connsiteY161" fmla="*/ 1998596 h 2237474"/>
              <a:gd name="connsiteX162" fmla="*/ 2243069 w 12192000"/>
              <a:gd name="connsiteY162" fmla="*/ 2015111 h 2237474"/>
              <a:gd name="connsiteX163" fmla="*/ 2186609 w 12192000"/>
              <a:gd name="connsiteY163" fmla="*/ 2008263 h 2237474"/>
              <a:gd name="connsiteX164" fmla="*/ 2164831 w 12192000"/>
              <a:gd name="connsiteY164" fmla="*/ 2010143 h 2237474"/>
              <a:gd name="connsiteX165" fmla="*/ 2152836 w 12192000"/>
              <a:gd name="connsiteY165" fmla="*/ 2010048 h 2237474"/>
              <a:gd name="connsiteX166" fmla="*/ 2117102 w 12192000"/>
              <a:gd name="connsiteY166" fmla="*/ 2023004 h 2237474"/>
              <a:gd name="connsiteX167" fmla="*/ 2111935 w 12192000"/>
              <a:gd name="connsiteY167" fmla="*/ 2023163 h 2237474"/>
              <a:gd name="connsiteX168" fmla="*/ 2089991 w 12192000"/>
              <a:gd name="connsiteY168" fmla="*/ 2034193 h 2237474"/>
              <a:gd name="connsiteX169" fmla="*/ 2058061 w 12192000"/>
              <a:gd name="connsiteY169" fmla="*/ 2047942 h 2237474"/>
              <a:gd name="connsiteX170" fmla="*/ 2055737 w 12192000"/>
              <a:gd name="connsiteY170" fmla="*/ 2047704 h 2237474"/>
              <a:gd name="connsiteX171" fmla="*/ 2042244 w 12192000"/>
              <a:gd name="connsiteY171" fmla="*/ 2055560 h 2237474"/>
              <a:gd name="connsiteX172" fmla="*/ 1976224 w 12192000"/>
              <a:gd name="connsiteY172" fmla="*/ 2074257 h 2237474"/>
              <a:gd name="connsiteX173" fmla="*/ 1877728 w 12192000"/>
              <a:gd name="connsiteY173" fmla="*/ 2101004 h 2237474"/>
              <a:gd name="connsiteX174" fmla="*/ 1759056 w 12192000"/>
              <a:gd name="connsiteY174" fmla="*/ 2125608 h 2237474"/>
              <a:gd name="connsiteX175" fmla="*/ 1637948 w 12192000"/>
              <a:gd name="connsiteY175" fmla="*/ 2172597 h 2237474"/>
              <a:gd name="connsiteX176" fmla="*/ 1434549 w 12192000"/>
              <a:gd name="connsiteY176" fmla="*/ 2234522 h 2237474"/>
              <a:gd name="connsiteX177" fmla="*/ 1398481 w 12192000"/>
              <a:gd name="connsiteY177" fmla="*/ 2237074 h 2237474"/>
              <a:gd name="connsiteX178" fmla="*/ 1398407 w 12192000"/>
              <a:gd name="connsiteY178" fmla="*/ 2237095 h 2237474"/>
              <a:gd name="connsiteX179" fmla="*/ 1370962 w 12192000"/>
              <a:gd name="connsiteY179" fmla="*/ 2237474 h 2237474"/>
              <a:gd name="connsiteX180" fmla="*/ 1356367 w 12192000"/>
              <a:gd name="connsiteY180" fmla="*/ 2235089 h 2237474"/>
              <a:gd name="connsiteX181" fmla="*/ 1324828 w 12192000"/>
              <a:gd name="connsiteY181" fmla="*/ 2231968 h 2237474"/>
              <a:gd name="connsiteX182" fmla="*/ 1297744 w 12192000"/>
              <a:gd name="connsiteY182" fmla="*/ 2235849 h 2237474"/>
              <a:gd name="connsiteX183" fmla="*/ 1286236 w 12192000"/>
              <a:gd name="connsiteY183" fmla="*/ 2233135 h 2237474"/>
              <a:gd name="connsiteX184" fmla="*/ 1283504 w 12192000"/>
              <a:gd name="connsiteY184" fmla="*/ 2233797 h 2237474"/>
              <a:gd name="connsiteX185" fmla="*/ 1279765 w 12192000"/>
              <a:gd name="connsiteY185" fmla="*/ 2229639 h 2237474"/>
              <a:gd name="connsiteX186" fmla="*/ 1195347 w 12192000"/>
              <a:gd name="connsiteY186" fmla="*/ 2212354 h 2237474"/>
              <a:gd name="connsiteX187" fmla="*/ 970251 w 12192000"/>
              <a:gd name="connsiteY187" fmla="*/ 2221029 h 2237474"/>
              <a:gd name="connsiteX188" fmla="*/ 812914 w 12192000"/>
              <a:gd name="connsiteY188" fmla="*/ 2202752 h 2237474"/>
              <a:gd name="connsiteX189" fmla="*/ 800195 w 12192000"/>
              <a:gd name="connsiteY189" fmla="*/ 2209407 h 2237474"/>
              <a:gd name="connsiteX190" fmla="*/ 784978 w 12192000"/>
              <a:gd name="connsiteY190" fmla="*/ 2212360 h 2237474"/>
              <a:gd name="connsiteX191" fmla="*/ 681987 w 12192000"/>
              <a:gd name="connsiteY191" fmla="*/ 2216757 h 2237474"/>
              <a:gd name="connsiteX192" fmla="*/ 669923 w 12192000"/>
              <a:gd name="connsiteY192" fmla="*/ 2211682 h 2237474"/>
              <a:gd name="connsiteX193" fmla="*/ 648680 w 12192000"/>
              <a:gd name="connsiteY193" fmla="*/ 2206229 h 2237474"/>
              <a:gd name="connsiteX194" fmla="*/ 597225 w 12192000"/>
              <a:gd name="connsiteY194" fmla="*/ 2180999 h 2237474"/>
              <a:gd name="connsiteX195" fmla="*/ 558449 w 12192000"/>
              <a:gd name="connsiteY195" fmla="*/ 2182346 h 2237474"/>
              <a:gd name="connsiteX196" fmla="*/ 550517 w 12192000"/>
              <a:gd name="connsiteY196" fmla="*/ 2182060 h 2237474"/>
              <a:gd name="connsiteX197" fmla="*/ 550309 w 12192000"/>
              <a:gd name="connsiteY197" fmla="*/ 2181825 h 2237474"/>
              <a:gd name="connsiteX198" fmla="*/ 541836 w 12192000"/>
              <a:gd name="connsiteY198" fmla="*/ 2181063 h 2237474"/>
              <a:gd name="connsiteX199" fmla="*/ 536057 w 12192000"/>
              <a:gd name="connsiteY199" fmla="*/ 2181537 h 2237474"/>
              <a:gd name="connsiteX200" fmla="*/ 520671 w 12192000"/>
              <a:gd name="connsiteY200" fmla="*/ 2180980 h 2237474"/>
              <a:gd name="connsiteX201" fmla="*/ 515024 w 12192000"/>
              <a:gd name="connsiteY201" fmla="*/ 2179258 h 2237474"/>
              <a:gd name="connsiteX202" fmla="*/ 512278 w 12192000"/>
              <a:gd name="connsiteY202" fmla="*/ 2176369 h 2237474"/>
              <a:gd name="connsiteX203" fmla="*/ 480419 w 12192000"/>
              <a:gd name="connsiteY203" fmla="*/ 2167807 h 2237474"/>
              <a:gd name="connsiteX204" fmla="*/ 413835 w 12192000"/>
              <a:gd name="connsiteY204" fmla="*/ 2156783 h 2237474"/>
              <a:gd name="connsiteX205" fmla="*/ 376513 w 12192000"/>
              <a:gd name="connsiteY205" fmla="*/ 2154014 h 2237474"/>
              <a:gd name="connsiteX206" fmla="*/ 273386 w 12192000"/>
              <a:gd name="connsiteY206" fmla="*/ 2142551 h 2237474"/>
              <a:gd name="connsiteX207" fmla="*/ 169207 w 12192000"/>
              <a:gd name="connsiteY207" fmla="*/ 2128100 h 2237474"/>
              <a:gd name="connsiteX208" fmla="*/ 93149 w 12192000"/>
              <a:gd name="connsiteY208" fmla="*/ 2105324 h 2237474"/>
              <a:gd name="connsiteX209" fmla="*/ 88109 w 12192000"/>
              <a:gd name="connsiteY209" fmla="*/ 2106704 h 2237474"/>
              <a:gd name="connsiteX210" fmla="*/ 80022 w 12192000"/>
              <a:gd name="connsiteY210" fmla="*/ 2107254 h 2237474"/>
              <a:gd name="connsiteX211" fmla="*/ 79717 w 12192000"/>
              <a:gd name="connsiteY211" fmla="*/ 2107046 h 2237474"/>
              <a:gd name="connsiteX212" fmla="*/ 72352 w 12192000"/>
              <a:gd name="connsiteY212" fmla="*/ 2107991 h 2237474"/>
              <a:gd name="connsiteX213" fmla="*/ 37645 w 12192000"/>
              <a:gd name="connsiteY213" fmla="*/ 2115401 h 2237474"/>
              <a:gd name="connsiteX214" fmla="*/ 4572 w 12192000"/>
              <a:gd name="connsiteY214" fmla="*/ 2111091 h 2237474"/>
              <a:gd name="connsiteX215" fmla="*/ 0 w 12192000"/>
              <a:gd name="connsiteY215" fmla="*/ 2110468 h 2237474"/>
              <a:gd name="connsiteX216" fmla="*/ 0 w 12192000"/>
              <a:gd name="connsiteY21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114651 w 12192000"/>
              <a:gd name="connsiteY72" fmla="*/ 1620959 h 2237474"/>
              <a:gd name="connsiteX73" fmla="*/ 7092727 w 12192000"/>
              <a:gd name="connsiteY73" fmla="*/ 1623628 h 2237474"/>
              <a:gd name="connsiteX74" fmla="*/ 7031309 w 12192000"/>
              <a:gd name="connsiteY74" fmla="*/ 1619451 h 2237474"/>
              <a:gd name="connsiteX75" fmla="*/ 6999084 w 12192000"/>
              <a:gd name="connsiteY75" fmla="*/ 1634317 h 2237474"/>
              <a:gd name="connsiteX76" fmla="*/ 6992107 w 12192000"/>
              <a:gd name="connsiteY76" fmla="*/ 1636860 h 2237474"/>
              <a:gd name="connsiteX77" fmla="*/ 6991765 w 12192000"/>
              <a:gd name="connsiteY77" fmla="*/ 1636725 h 2237474"/>
              <a:gd name="connsiteX78" fmla="*/ 6900177 w 12192000"/>
              <a:gd name="connsiteY78" fmla="*/ 1636016 h 2237474"/>
              <a:gd name="connsiteX79" fmla="*/ 6795372 w 12192000"/>
              <a:gd name="connsiteY79" fmla="*/ 1644845 h 2237474"/>
              <a:gd name="connsiteX80" fmla="*/ 6692251 w 12192000"/>
              <a:gd name="connsiteY80" fmla="*/ 1656357 h 2237474"/>
              <a:gd name="connsiteX81" fmla="*/ 6655235 w 12192000"/>
              <a:gd name="connsiteY81" fmla="*/ 1661869 h 2237474"/>
              <a:gd name="connsiteX82" fmla="*/ 6587857 w 12192000"/>
              <a:gd name="connsiteY82" fmla="*/ 1665769 h 2237474"/>
              <a:gd name="connsiteX83" fmla="*/ 6554894 w 12192000"/>
              <a:gd name="connsiteY83" fmla="*/ 1664428 h 2237474"/>
              <a:gd name="connsiteX84" fmla="*/ 6516595 w 12192000"/>
              <a:gd name="connsiteY84" fmla="*/ 1667475 h 2237474"/>
              <a:gd name="connsiteX85" fmla="*/ 6508541 w 12192000"/>
              <a:gd name="connsiteY85" fmla="*/ 1668757 h 2237474"/>
              <a:gd name="connsiteX86" fmla="*/ 6471012 w 12192000"/>
              <a:gd name="connsiteY86" fmla="*/ 1678604 h 2237474"/>
              <a:gd name="connsiteX87" fmla="*/ 6415265 w 12192000"/>
              <a:gd name="connsiteY87" fmla="*/ 1665317 h 2237474"/>
              <a:gd name="connsiteX88" fmla="*/ 6364035 w 12192000"/>
              <a:gd name="connsiteY88" fmla="*/ 1667683 h 2237474"/>
              <a:gd name="connsiteX89" fmla="*/ 6280959 w 12192000"/>
              <a:gd name="connsiteY89" fmla="*/ 1689329 h 2237474"/>
              <a:gd name="connsiteX90" fmla="*/ 6243319 w 12192000"/>
              <a:gd name="connsiteY90" fmla="*/ 1695560 h 2237474"/>
              <a:gd name="connsiteX91" fmla="*/ 6098321 w 12192000"/>
              <a:gd name="connsiteY91" fmla="*/ 1721646 h 2237474"/>
              <a:gd name="connsiteX92" fmla="*/ 5880652 w 12192000"/>
              <a:gd name="connsiteY92" fmla="*/ 1779643 h 2237474"/>
              <a:gd name="connsiteX93" fmla="*/ 5785959 w 12192000"/>
              <a:gd name="connsiteY93" fmla="*/ 1775307 h 2237474"/>
              <a:gd name="connsiteX94" fmla="*/ 5643534 w 12192000"/>
              <a:gd name="connsiteY94" fmla="*/ 1802919 h 2237474"/>
              <a:gd name="connsiteX95" fmla="*/ 5518799 w 12192000"/>
              <a:gd name="connsiteY95" fmla="*/ 1818312 h 2237474"/>
              <a:gd name="connsiteX96" fmla="*/ 5505014 w 12192000"/>
              <a:gd name="connsiteY96" fmla="*/ 1819259 h 2237474"/>
              <a:gd name="connsiteX97" fmla="*/ 5453307 w 12192000"/>
              <a:gd name="connsiteY97" fmla="*/ 1815450 h 2237474"/>
              <a:gd name="connsiteX98" fmla="*/ 5364192 w 12192000"/>
              <a:gd name="connsiteY98" fmla="*/ 1826074 h 2237474"/>
              <a:gd name="connsiteX99" fmla="*/ 5350380 w 12192000"/>
              <a:gd name="connsiteY99" fmla="*/ 1830891 h 2237474"/>
              <a:gd name="connsiteX100" fmla="*/ 5259633 w 12192000"/>
              <a:gd name="connsiteY100" fmla="*/ 1837160 h 2237474"/>
              <a:gd name="connsiteX101" fmla="*/ 5197513 w 12192000"/>
              <a:gd name="connsiteY101" fmla="*/ 1844718 h 2237474"/>
              <a:gd name="connsiteX102" fmla="*/ 5168852 w 12192000"/>
              <a:gd name="connsiteY102" fmla="*/ 1844846 h 2237474"/>
              <a:gd name="connsiteX103" fmla="*/ 5114927 w 12192000"/>
              <a:gd name="connsiteY103" fmla="*/ 1847827 h 2237474"/>
              <a:gd name="connsiteX104" fmla="*/ 5108970 w 12192000"/>
              <a:gd name="connsiteY104" fmla="*/ 1847935 h 2237474"/>
              <a:gd name="connsiteX105" fmla="*/ 5067961 w 12192000"/>
              <a:gd name="connsiteY105" fmla="*/ 1845917 h 2237474"/>
              <a:gd name="connsiteX106" fmla="*/ 5007075 w 12192000"/>
              <a:gd name="connsiteY106" fmla="*/ 1838626 h 2237474"/>
              <a:gd name="connsiteX107" fmla="*/ 4944087 w 12192000"/>
              <a:gd name="connsiteY107" fmla="*/ 1823332 h 2237474"/>
              <a:gd name="connsiteX108" fmla="*/ 4907662 w 12192000"/>
              <a:gd name="connsiteY108" fmla="*/ 1816900 h 2237474"/>
              <a:gd name="connsiteX109" fmla="*/ 4882386 w 12192000"/>
              <a:gd name="connsiteY109" fmla="*/ 1809844 h 2237474"/>
              <a:gd name="connsiteX110" fmla="*/ 4811440 w 12192000"/>
              <a:gd name="connsiteY110" fmla="*/ 1804655 h 2237474"/>
              <a:gd name="connsiteX111" fmla="*/ 4691075 w 12192000"/>
              <a:gd name="connsiteY111" fmla="*/ 1801389 h 2237474"/>
              <a:gd name="connsiteX112" fmla="*/ 4611738 w 12192000"/>
              <a:gd name="connsiteY112" fmla="*/ 1776964 h 2237474"/>
              <a:gd name="connsiteX113" fmla="*/ 4560070 w 12192000"/>
              <a:gd name="connsiteY113" fmla="*/ 1785640 h 2237474"/>
              <a:gd name="connsiteX114" fmla="*/ 4536503 w 12192000"/>
              <a:gd name="connsiteY114" fmla="*/ 1785334 h 2237474"/>
              <a:gd name="connsiteX115" fmla="*/ 4513724 w 12192000"/>
              <a:gd name="connsiteY115" fmla="*/ 1791996 h 2237474"/>
              <a:gd name="connsiteX116" fmla="*/ 4459810 w 12192000"/>
              <a:gd name="connsiteY116" fmla="*/ 1797886 h 2237474"/>
              <a:gd name="connsiteX117" fmla="*/ 4379064 w 12192000"/>
              <a:gd name="connsiteY117" fmla="*/ 1817177 h 2237474"/>
              <a:gd name="connsiteX118" fmla="*/ 4319209 w 12192000"/>
              <a:gd name="connsiteY118" fmla="*/ 1834833 h 2237474"/>
              <a:gd name="connsiteX119" fmla="*/ 4290981 w 12192000"/>
              <a:gd name="connsiteY119" fmla="*/ 1839677 h 2237474"/>
              <a:gd name="connsiteX120" fmla="*/ 4285792 w 12192000"/>
              <a:gd name="connsiteY120" fmla="*/ 1836231 h 2237474"/>
              <a:gd name="connsiteX121" fmla="*/ 4238372 w 12192000"/>
              <a:gd name="connsiteY121" fmla="*/ 1851480 h 2237474"/>
              <a:gd name="connsiteX122" fmla="*/ 4232517 w 12192000"/>
              <a:gd name="connsiteY122" fmla="*/ 1852567 h 2237474"/>
              <a:gd name="connsiteX123" fmla="*/ 4191732 w 12192000"/>
              <a:gd name="connsiteY123" fmla="*/ 1857328 h 2237474"/>
              <a:gd name="connsiteX124" fmla="*/ 4065532 w 12192000"/>
              <a:gd name="connsiteY124" fmla="*/ 1855477 h 2237474"/>
              <a:gd name="connsiteX125" fmla="*/ 4028460 w 12192000"/>
              <a:gd name="connsiteY125" fmla="*/ 1855137 h 2237474"/>
              <a:gd name="connsiteX126" fmla="*/ 4002267 w 12192000"/>
              <a:gd name="connsiteY126" fmla="*/ 1852352 h 2237474"/>
              <a:gd name="connsiteX127" fmla="*/ 3931396 w 12192000"/>
              <a:gd name="connsiteY127" fmla="*/ 1858915 h 2237474"/>
              <a:gd name="connsiteX128" fmla="*/ 3812162 w 12192000"/>
              <a:gd name="connsiteY128" fmla="*/ 1875501 h 2237474"/>
              <a:gd name="connsiteX129" fmla="*/ 3729530 w 12192000"/>
              <a:gd name="connsiteY129" fmla="*/ 1864513 h 2237474"/>
              <a:gd name="connsiteX130" fmla="*/ 3680177 w 12192000"/>
              <a:gd name="connsiteY130" fmla="*/ 1881552 h 2237474"/>
              <a:gd name="connsiteX131" fmla="*/ 3567259 w 12192000"/>
              <a:gd name="connsiteY131" fmla="*/ 1893482 h 2237474"/>
              <a:gd name="connsiteX132" fmla="*/ 3405770 w 12192000"/>
              <a:gd name="connsiteY132" fmla="*/ 1904591 h 2237474"/>
              <a:gd name="connsiteX133" fmla="*/ 3280097 w 12192000"/>
              <a:gd name="connsiteY133" fmla="*/ 1919610 h 2237474"/>
              <a:gd name="connsiteX134" fmla="*/ 3123424 w 12192000"/>
              <a:gd name="connsiteY134" fmla="*/ 1952930 h 2237474"/>
              <a:gd name="connsiteX135" fmla="*/ 3009910 w 12192000"/>
              <a:gd name="connsiteY135" fmla="*/ 1957866 h 2237474"/>
              <a:gd name="connsiteX136" fmla="*/ 2995934 w 12192000"/>
              <a:gd name="connsiteY136" fmla="*/ 1967085 h 2237474"/>
              <a:gd name="connsiteX137" fmla="*/ 2980071 w 12192000"/>
              <a:gd name="connsiteY137" fmla="*/ 1972988 h 2237474"/>
              <a:gd name="connsiteX138" fmla="*/ 2978094 w 12192000"/>
              <a:gd name="connsiteY138" fmla="*/ 1972369 h 2237474"/>
              <a:gd name="connsiteX139" fmla="*/ 2942858 w 12192000"/>
              <a:gd name="connsiteY139" fmla="*/ 1981367 h 2237474"/>
              <a:gd name="connsiteX140" fmla="*/ 2875436 w 12192000"/>
              <a:gd name="connsiteY140" fmla="*/ 1996977 h 2237474"/>
              <a:gd name="connsiteX141" fmla="*/ 2874892 w 12192000"/>
              <a:gd name="connsiteY141" fmla="*/ 1996085 h 2237474"/>
              <a:gd name="connsiteX142" fmla="*/ 2864145 w 12192000"/>
              <a:gd name="connsiteY142" fmla="*/ 1994061 h 2237474"/>
              <a:gd name="connsiteX143" fmla="*/ 2843662 w 12192000"/>
              <a:gd name="connsiteY143" fmla="*/ 1992498 h 2237474"/>
              <a:gd name="connsiteX144" fmla="*/ 2796128 w 12192000"/>
              <a:gd name="connsiteY144" fmla="*/ 1976403 h 2237474"/>
              <a:gd name="connsiteX145" fmla="*/ 2756784 w 12192000"/>
              <a:gd name="connsiteY145" fmla="*/ 1985116 h 2237474"/>
              <a:gd name="connsiteX146" fmla="*/ 2748833 w 12192000"/>
              <a:gd name="connsiteY146" fmla="*/ 1986323 h 2237474"/>
              <a:gd name="connsiteX147" fmla="*/ 2748661 w 12192000"/>
              <a:gd name="connsiteY147" fmla="*/ 1986122 h 2237474"/>
              <a:gd name="connsiteX148" fmla="*/ 2740251 w 12192000"/>
              <a:gd name="connsiteY148" fmla="*/ 1986946 h 2237474"/>
              <a:gd name="connsiteX149" fmla="*/ 2718916 w 12192000"/>
              <a:gd name="connsiteY149" fmla="*/ 1990867 h 2237474"/>
              <a:gd name="connsiteX150" fmla="*/ 2713522 w 12192000"/>
              <a:gd name="connsiteY150" fmla="*/ 1990173 h 2237474"/>
              <a:gd name="connsiteX151" fmla="*/ 2680597 w 12192000"/>
              <a:gd name="connsiteY151" fmla="*/ 1984996 h 2237474"/>
              <a:gd name="connsiteX152" fmla="*/ 2578178 w 12192000"/>
              <a:gd name="connsiteY152" fmla="*/ 1990531 h 2237474"/>
              <a:gd name="connsiteX153" fmla="*/ 2476147 w 12192000"/>
              <a:gd name="connsiteY153" fmla="*/ 1998305 h 2237474"/>
              <a:gd name="connsiteX154" fmla="*/ 2373568 w 12192000"/>
              <a:gd name="connsiteY154" fmla="*/ 2003219 h 2237474"/>
              <a:gd name="connsiteX155" fmla="*/ 2321399 w 12192000"/>
              <a:gd name="connsiteY155" fmla="*/ 1989467 h 2237474"/>
              <a:gd name="connsiteX156" fmla="*/ 2315525 w 12192000"/>
              <a:gd name="connsiteY156" fmla="*/ 1989708 h 2237474"/>
              <a:gd name="connsiteX157" fmla="*/ 2300792 w 12192000"/>
              <a:gd name="connsiteY157" fmla="*/ 1994290 h 2237474"/>
              <a:gd name="connsiteX158" fmla="*/ 2295469 w 12192000"/>
              <a:gd name="connsiteY158" fmla="*/ 1996659 h 2237474"/>
              <a:gd name="connsiteX159" fmla="*/ 2287219 w 12192000"/>
              <a:gd name="connsiteY159" fmla="*/ 1998750 h 2237474"/>
              <a:gd name="connsiteX160" fmla="*/ 2286948 w 12192000"/>
              <a:gd name="connsiteY160" fmla="*/ 1998596 h 2237474"/>
              <a:gd name="connsiteX161" fmla="*/ 2243069 w 12192000"/>
              <a:gd name="connsiteY161" fmla="*/ 2015111 h 2237474"/>
              <a:gd name="connsiteX162" fmla="*/ 2186609 w 12192000"/>
              <a:gd name="connsiteY162" fmla="*/ 2008263 h 2237474"/>
              <a:gd name="connsiteX163" fmla="*/ 2164831 w 12192000"/>
              <a:gd name="connsiteY163" fmla="*/ 2010143 h 2237474"/>
              <a:gd name="connsiteX164" fmla="*/ 2152836 w 12192000"/>
              <a:gd name="connsiteY164" fmla="*/ 2010048 h 2237474"/>
              <a:gd name="connsiteX165" fmla="*/ 2117102 w 12192000"/>
              <a:gd name="connsiteY165" fmla="*/ 2023004 h 2237474"/>
              <a:gd name="connsiteX166" fmla="*/ 2111935 w 12192000"/>
              <a:gd name="connsiteY166" fmla="*/ 2023163 h 2237474"/>
              <a:gd name="connsiteX167" fmla="*/ 2089991 w 12192000"/>
              <a:gd name="connsiteY167" fmla="*/ 2034193 h 2237474"/>
              <a:gd name="connsiteX168" fmla="*/ 2058061 w 12192000"/>
              <a:gd name="connsiteY168" fmla="*/ 2047942 h 2237474"/>
              <a:gd name="connsiteX169" fmla="*/ 2055737 w 12192000"/>
              <a:gd name="connsiteY169" fmla="*/ 2047704 h 2237474"/>
              <a:gd name="connsiteX170" fmla="*/ 2042244 w 12192000"/>
              <a:gd name="connsiteY170" fmla="*/ 2055560 h 2237474"/>
              <a:gd name="connsiteX171" fmla="*/ 1976224 w 12192000"/>
              <a:gd name="connsiteY171" fmla="*/ 2074257 h 2237474"/>
              <a:gd name="connsiteX172" fmla="*/ 1877728 w 12192000"/>
              <a:gd name="connsiteY172" fmla="*/ 2101004 h 2237474"/>
              <a:gd name="connsiteX173" fmla="*/ 1759056 w 12192000"/>
              <a:gd name="connsiteY173" fmla="*/ 2125608 h 2237474"/>
              <a:gd name="connsiteX174" fmla="*/ 1637948 w 12192000"/>
              <a:gd name="connsiteY174" fmla="*/ 2172597 h 2237474"/>
              <a:gd name="connsiteX175" fmla="*/ 1434549 w 12192000"/>
              <a:gd name="connsiteY175" fmla="*/ 2234522 h 2237474"/>
              <a:gd name="connsiteX176" fmla="*/ 1398481 w 12192000"/>
              <a:gd name="connsiteY176" fmla="*/ 2237074 h 2237474"/>
              <a:gd name="connsiteX177" fmla="*/ 1398407 w 12192000"/>
              <a:gd name="connsiteY177" fmla="*/ 2237095 h 2237474"/>
              <a:gd name="connsiteX178" fmla="*/ 1370962 w 12192000"/>
              <a:gd name="connsiteY178" fmla="*/ 2237474 h 2237474"/>
              <a:gd name="connsiteX179" fmla="*/ 1356367 w 12192000"/>
              <a:gd name="connsiteY179" fmla="*/ 2235089 h 2237474"/>
              <a:gd name="connsiteX180" fmla="*/ 1324828 w 12192000"/>
              <a:gd name="connsiteY180" fmla="*/ 2231968 h 2237474"/>
              <a:gd name="connsiteX181" fmla="*/ 1297744 w 12192000"/>
              <a:gd name="connsiteY181" fmla="*/ 2235849 h 2237474"/>
              <a:gd name="connsiteX182" fmla="*/ 1286236 w 12192000"/>
              <a:gd name="connsiteY182" fmla="*/ 2233135 h 2237474"/>
              <a:gd name="connsiteX183" fmla="*/ 1283504 w 12192000"/>
              <a:gd name="connsiteY183" fmla="*/ 2233797 h 2237474"/>
              <a:gd name="connsiteX184" fmla="*/ 1279765 w 12192000"/>
              <a:gd name="connsiteY184" fmla="*/ 2229639 h 2237474"/>
              <a:gd name="connsiteX185" fmla="*/ 1195347 w 12192000"/>
              <a:gd name="connsiteY185" fmla="*/ 2212354 h 2237474"/>
              <a:gd name="connsiteX186" fmla="*/ 970251 w 12192000"/>
              <a:gd name="connsiteY186" fmla="*/ 2221029 h 2237474"/>
              <a:gd name="connsiteX187" fmla="*/ 812914 w 12192000"/>
              <a:gd name="connsiteY187" fmla="*/ 2202752 h 2237474"/>
              <a:gd name="connsiteX188" fmla="*/ 800195 w 12192000"/>
              <a:gd name="connsiteY188" fmla="*/ 2209407 h 2237474"/>
              <a:gd name="connsiteX189" fmla="*/ 784978 w 12192000"/>
              <a:gd name="connsiteY189" fmla="*/ 2212360 h 2237474"/>
              <a:gd name="connsiteX190" fmla="*/ 681987 w 12192000"/>
              <a:gd name="connsiteY190" fmla="*/ 2216757 h 2237474"/>
              <a:gd name="connsiteX191" fmla="*/ 669923 w 12192000"/>
              <a:gd name="connsiteY191" fmla="*/ 2211682 h 2237474"/>
              <a:gd name="connsiteX192" fmla="*/ 648680 w 12192000"/>
              <a:gd name="connsiteY192" fmla="*/ 2206229 h 2237474"/>
              <a:gd name="connsiteX193" fmla="*/ 597225 w 12192000"/>
              <a:gd name="connsiteY193" fmla="*/ 2180999 h 2237474"/>
              <a:gd name="connsiteX194" fmla="*/ 558449 w 12192000"/>
              <a:gd name="connsiteY194" fmla="*/ 2182346 h 2237474"/>
              <a:gd name="connsiteX195" fmla="*/ 550517 w 12192000"/>
              <a:gd name="connsiteY195" fmla="*/ 2182060 h 2237474"/>
              <a:gd name="connsiteX196" fmla="*/ 550309 w 12192000"/>
              <a:gd name="connsiteY196" fmla="*/ 2181825 h 2237474"/>
              <a:gd name="connsiteX197" fmla="*/ 541836 w 12192000"/>
              <a:gd name="connsiteY197" fmla="*/ 2181063 h 2237474"/>
              <a:gd name="connsiteX198" fmla="*/ 536057 w 12192000"/>
              <a:gd name="connsiteY198" fmla="*/ 2181537 h 2237474"/>
              <a:gd name="connsiteX199" fmla="*/ 520671 w 12192000"/>
              <a:gd name="connsiteY199" fmla="*/ 2180980 h 2237474"/>
              <a:gd name="connsiteX200" fmla="*/ 515024 w 12192000"/>
              <a:gd name="connsiteY200" fmla="*/ 2179258 h 2237474"/>
              <a:gd name="connsiteX201" fmla="*/ 512278 w 12192000"/>
              <a:gd name="connsiteY201" fmla="*/ 2176369 h 2237474"/>
              <a:gd name="connsiteX202" fmla="*/ 480419 w 12192000"/>
              <a:gd name="connsiteY202" fmla="*/ 2167807 h 2237474"/>
              <a:gd name="connsiteX203" fmla="*/ 413835 w 12192000"/>
              <a:gd name="connsiteY203" fmla="*/ 2156783 h 2237474"/>
              <a:gd name="connsiteX204" fmla="*/ 376513 w 12192000"/>
              <a:gd name="connsiteY204" fmla="*/ 2154014 h 2237474"/>
              <a:gd name="connsiteX205" fmla="*/ 273386 w 12192000"/>
              <a:gd name="connsiteY205" fmla="*/ 2142551 h 2237474"/>
              <a:gd name="connsiteX206" fmla="*/ 169207 w 12192000"/>
              <a:gd name="connsiteY206" fmla="*/ 2128100 h 2237474"/>
              <a:gd name="connsiteX207" fmla="*/ 93149 w 12192000"/>
              <a:gd name="connsiteY207" fmla="*/ 2105324 h 2237474"/>
              <a:gd name="connsiteX208" fmla="*/ 88109 w 12192000"/>
              <a:gd name="connsiteY208" fmla="*/ 2106704 h 2237474"/>
              <a:gd name="connsiteX209" fmla="*/ 80022 w 12192000"/>
              <a:gd name="connsiteY209" fmla="*/ 2107254 h 2237474"/>
              <a:gd name="connsiteX210" fmla="*/ 79717 w 12192000"/>
              <a:gd name="connsiteY210" fmla="*/ 2107046 h 2237474"/>
              <a:gd name="connsiteX211" fmla="*/ 72352 w 12192000"/>
              <a:gd name="connsiteY211" fmla="*/ 2107991 h 2237474"/>
              <a:gd name="connsiteX212" fmla="*/ 37645 w 12192000"/>
              <a:gd name="connsiteY212" fmla="*/ 2115401 h 2237474"/>
              <a:gd name="connsiteX213" fmla="*/ 4572 w 12192000"/>
              <a:gd name="connsiteY213" fmla="*/ 2111091 h 2237474"/>
              <a:gd name="connsiteX214" fmla="*/ 0 w 12192000"/>
              <a:gd name="connsiteY214" fmla="*/ 2110468 h 2237474"/>
              <a:gd name="connsiteX215" fmla="*/ 0 w 12192000"/>
              <a:gd name="connsiteY21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213486 w 12192000"/>
              <a:gd name="connsiteY69" fmla="*/ 1580987 h 2237474"/>
              <a:gd name="connsiteX70" fmla="*/ 7183121 w 12192000"/>
              <a:gd name="connsiteY70" fmla="*/ 1595162 h 2237474"/>
              <a:gd name="connsiteX71" fmla="*/ 7164601 w 12192000"/>
              <a:gd name="connsiteY71" fmla="*/ 1606490 h 2237474"/>
              <a:gd name="connsiteX72" fmla="*/ 7092727 w 12192000"/>
              <a:gd name="connsiteY72" fmla="*/ 1623628 h 2237474"/>
              <a:gd name="connsiteX73" fmla="*/ 7031309 w 12192000"/>
              <a:gd name="connsiteY73" fmla="*/ 1619451 h 2237474"/>
              <a:gd name="connsiteX74" fmla="*/ 6999084 w 12192000"/>
              <a:gd name="connsiteY74" fmla="*/ 1634317 h 2237474"/>
              <a:gd name="connsiteX75" fmla="*/ 6992107 w 12192000"/>
              <a:gd name="connsiteY75" fmla="*/ 1636860 h 2237474"/>
              <a:gd name="connsiteX76" fmla="*/ 6991765 w 12192000"/>
              <a:gd name="connsiteY76" fmla="*/ 1636725 h 2237474"/>
              <a:gd name="connsiteX77" fmla="*/ 6900177 w 12192000"/>
              <a:gd name="connsiteY77" fmla="*/ 1636016 h 2237474"/>
              <a:gd name="connsiteX78" fmla="*/ 6795372 w 12192000"/>
              <a:gd name="connsiteY78" fmla="*/ 1644845 h 2237474"/>
              <a:gd name="connsiteX79" fmla="*/ 6692251 w 12192000"/>
              <a:gd name="connsiteY79" fmla="*/ 1656357 h 2237474"/>
              <a:gd name="connsiteX80" fmla="*/ 6655235 w 12192000"/>
              <a:gd name="connsiteY80" fmla="*/ 1661869 h 2237474"/>
              <a:gd name="connsiteX81" fmla="*/ 6587857 w 12192000"/>
              <a:gd name="connsiteY81" fmla="*/ 1665769 h 2237474"/>
              <a:gd name="connsiteX82" fmla="*/ 6554894 w 12192000"/>
              <a:gd name="connsiteY82" fmla="*/ 1664428 h 2237474"/>
              <a:gd name="connsiteX83" fmla="*/ 6516595 w 12192000"/>
              <a:gd name="connsiteY83" fmla="*/ 1667475 h 2237474"/>
              <a:gd name="connsiteX84" fmla="*/ 6508541 w 12192000"/>
              <a:gd name="connsiteY84" fmla="*/ 1668757 h 2237474"/>
              <a:gd name="connsiteX85" fmla="*/ 6471012 w 12192000"/>
              <a:gd name="connsiteY85" fmla="*/ 1678604 h 2237474"/>
              <a:gd name="connsiteX86" fmla="*/ 6415265 w 12192000"/>
              <a:gd name="connsiteY86" fmla="*/ 1665317 h 2237474"/>
              <a:gd name="connsiteX87" fmla="*/ 6364035 w 12192000"/>
              <a:gd name="connsiteY87" fmla="*/ 1667683 h 2237474"/>
              <a:gd name="connsiteX88" fmla="*/ 6280959 w 12192000"/>
              <a:gd name="connsiteY88" fmla="*/ 1689329 h 2237474"/>
              <a:gd name="connsiteX89" fmla="*/ 6243319 w 12192000"/>
              <a:gd name="connsiteY89" fmla="*/ 1695560 h 2237474"/>
              <a:gd name="connsiteX90" fmla="*/ 6098321 w 12192000"/>
              <a:gd name="connsiteY90" fmla="*/ 1721646 h 2237474"/>
              <a:gd name="connsiteX91" fmla="*/ 5880652 w 12192000"/>
              <a:gd name="connsiteY91" fmla="*/ 1779643 h 2237474"/>
              <a:gd name="connsiteX92" fmla="*/ 5785959 w 12192000"/>
              <a:gd name="connsiteY92" fmla="*/ 1775307 h 2237474"/>
              <a:gd name="connsiteX93" fmla="*/ 5643534 w 12192000"/>
              <a:gd name="connsiteY93" fmla="*/ 1802919 h 2237474"/>
              <a:gd name="connsiteX94" fmla="*/ 5518799 w 12192000"/>
              <a:gd name="connsiteY94" fmla="*/ 1818312 h 2237474"/>
              <a:gd name="connsiteX95" fmla="*/ 5505014 w 12192000"/>
              <a:gd name="connsiteY95" fmla="*/ 1819259 h 2237474"/>
              <a:gd name="connsiteX96" fmla="*/ 5453307 w 12192000"/>
              <a:gd name="connsiteY96" fmla="*/ 1815450 h 2237474"/>
              <a:gd name="connsiteX97" fmla="*/ 5364192 w 12192000"/>
              <a:gd name="connsiteY97" fmla="*/ 1826074 h 2237474"/>
              <a:gd name="connsiteX98" fmla="*/ 5350380 w 12192000"/>
              <a:gd name="connsiteY98" fmla="*/ 1830891 h 2237474"/>
              <a:gd name="connsiteX99" fmla="*/ 5259633 w 12192000"/>
              <a:gd name="connsiteY99" fmla="*/ 1837160 h 2237474"/>
              <a:gd name="connsiteX100" fmla="*/ 5197513 w 12192000"/>
              <a:gd name="connsiteY100" fmla="*/ 1844718 h 2237474"/>
              <a:gd name="connsiteX101" fmla="*/ 5168852 w 12192000"/>
              <a:gd name="connsiteY101" fmla="*/ 1844846 h 2237474"/>
              <a:gd name="connsiteX102" fmla="*/ 5114927 w 12192000"/>
              <a:gd name="connsiteY102" fmla="*/ 1847827 h 2237474"/>
              <a:gd name="connsiteX103" fmla="*/ 5108970 w 12192000"/>
              <a:gd name="connsiteY103" fmla="*/ 1847935 h 2237474"/>
              <a:gd name="connsiteX104" fmla="*/ 5067961 w 12192000"/>
              <a:gd name="connsiteY104" fmla="*/ 1845917 h 2237474"/>
              <a:gd name="connsiteX105" fmla="*/ 5007075 w 12192000"/>
              <a:gd name="connsiteY105" fmla="*/ 1838626 h 2237474"/>
              <a:gd name="connsiteX106" fmla="*/ 4944087 w 12192000"/>
              <a:gd name="connsiteY106" fmla="*/ 1823332 h 2237474"/>
              <a:gd name="connsiteX107" fmla="*/ 4907662 w 12192000"/>
              <a:gd name="connsiteY107" fmla="*/ 1816900 h 2237474"/>
              <a:gd name="connsiteX108" fmla="*/ 4882386 w 12192000"/>
              <a:gd name="connsiteY108" fmla="*/ 1809844 h 2237474"/>
              <a:gd name="connsiteX109" fmla="*/ 4811440 w 12192000"/>
              <a:gd name="connsiteY109" fmla="*/ 1804655 h 2237474"/>
              <a:gd name="connsiteX110" fmla="*/ 4691075 w 12192000"/>
              <a:gd name="connsiteY110" fmla="*/ 1801389 h 2237474"/>
              <a:gd name="connsiteX111" fmla="*/ 4611738 w 12192000"/>
              <a:gd name="connsiteY111" fmla="*/ 1776964 h 2237474"/>
              <a:gd name="connsiteX112" fmla="*/ 4560070 w 12192000"/>
              <a:gd name="connsiteY112" fmla="*/ 1785640 h 2237474"/>
              <a:gd name="connsiteX113" fmla="*/ 4536503 w 12192000"/>
              <a:gd name="connsiteY113" fmla="*/ 1785334 h 2237474"/>
              <a:gd name="connsiteX114" fmla="*/ 4513724 w 12192000"/>
              <a:gd name="connsiteY114" fmla="*/ 1791996 h 2237474"/>
              <a:gd name="connsiteX115" fmla="*/ 4459810 w 12192000"/>
              <a:gd name="connsiteY115" fmla="*/ 1797886 h 2237474"/>
              <a:gd name="connsiteX116" fmla="*/ 4379064 w 12192000"/>
              <a:gd name="connsiteY116" fmla="*/ 1817177 h 2237474"/>
              <a:gd name="connsiteX117" fmla="*/ 4319209 w 12192000"/>
              <a:gd name="connsiteY117" fmla="*/ 1834833 h 2237474"/>
              <a:gd name="connsiteX118" fmla="*/ 4290981 w 12192000"/>
              <a:gd name="connsiteY118" fmla="*/ 1839677 h 2237474"/>
              <a:gd name="connsiteX119" fmla="*/ 4285792 w 12192000"/>
              <a:gd name="connsiteY119" fmla="*/ 1836231 h 2237474"/>
              <a:gd name="connsiteX120" fmla="*/ 4238372 w 12192000"/>
              <a:gd name="connsiteY120" fmla="*/ 1851480 h 2237474"/>
              <a:gd name="connsiteX121" fmla="*/ 4232517 w 12192000"/>
              <a:gd name="connsiteY121" fmla="*/ 1852567 h 2237474"/>
              <a:gd name="connsiteX122" fmla="*/ 4191732 w 12192000"/>
              <a:gd name="connsiteY122" fmla="*/ 1857328 h 2237474"/>
              <a:gd name="connsiteX123" fmla="*/ 4065532 w 12192000"/>
              <a:gd name="connsiteY123" fmla="*/ 1855477 h 2237474"/>
              <a:gd name="connsiteX124" fmla="*/ 4028460 w 12192000"/>
              <a:gd name="connsiteY124" fmla="*/ 1855137 h 2237474"/>
              <a:gd name="connsiteX125" fmla="*/ 4002267 w 12192000"/>
              <a:gd name="connsiteY125" fmla="*/ 1852352 h 2237474"/>
              <a:gd name="connsiteX126" fmla="*/ 3931396 w 12192000"/>
              <a:gd name="connsiteY126" fmla="*/ 1858915 h 2237474"/>
              <a:gd name="connsiteX127" fmla="*/ 3812162 w 12192000"/>
              <a:gd name="connsiteY127" fmla="*/ 1875501 h 2237474"/>
              <a:gd name="connsiteX128" fmla="*/ 3729530 w 12192000"/>
              <a:gd name="connsiteY128" fmla="*/ 1864513 h 2237474"/>
              <a:gd name="connsiteX129" fmla="*/ 3680177 w 12192000"/>
              <a:gd name="connsiteY129" fmla="*/ 1881552 h 2237474"/>
              <a:gd name="connsiteX130" fmla="*/ 3567259 w 12192000"/>
              <a:gd name="connsiteY130" fmla="*/ 1893482 h 2237474"/>
              <a:gd name="connsiteX131" fmla="*/ 3405770 w 12192000"/>
              <a:gd name="connsiteY131" fmla="*/ 1904591 h 2237474"/>
              <a:gd name="connsiteX132" fmla="*/ 3280097 w 12192000"/>
              <a:gd name="connsiteY132" fmla="*/ 1919610 h 2237474"/>
              <a:gd name="connsiteX133" fmla="*/ 3123424 w 12192000"/>
              <a:gd name="connsiteY133" fmla="*/ 1952930 h 2237474"/>
              <a:gd name="connsiteX134" fmla="*/ 3009910 w 12192000"/>
              <a:gd name="connsiteY134" fmla="*/ 1957866 h 2237474"/>
              <a:gd name="connsiteX135" fmla="*/ 2995934 w 12192000"/>
              <a:gd name="connsiteY135" fmla="*/ 1967085 h 2237474"/>
              <a:gd name="connsiteX136" fmla="*/ 2980071 w 12192000"/>
              <a:gd name="connsiteY136" fmla="*/ 1972988 h 2237474"/>
              <a:gd name="connsiteX137" fmla="*/ 2978094 w 12192000"/>
              <a:gd name="connsiteY137" fmla="*/ 1972369 h 2237474"/>
              <a:gd name="connsiteX138" fmla="*/ 2942858 w 12192000"/>
              <a:gd name="connsiteY138" fmla="*/ 1981367 h 2237474"/>
              <a:gd name="connsiteX139" fmla="*/ 2875436 w 12192000"/>
              <a:gd name="connsiteY139" fmla="*/ 1996977 h 2237474"/>
              <a:gd name="connsiteX140" fmla="*/ 2874892 w 12192000"/>
              <a:gd name="connsiteY140" fmla="*/ 1996085 h 2237474"/>
              <a:gd name="connsiteX141" fmla="*/ 2864145 w 12192000"/>
              <a:gd name="connsiteY141" fmla="*/ 1994061 h 2237474"/>
              <a:gd name="connsiteX142" fmla="*/ 2843662 w 12192000"/>
              <a:gd name="connsiteY142" fmla="*/ 1992498 h 2237474"/>
              <a:gd name="connsiteX143" fmla="*/ 2796128 w 12192000"/>
              <a:gd name="connsiteY143" fmla="*/ 1976403 h 2237474"/>
              <a:gd name="connsiteX144" fmla="*/ 2756784 w 12192000"/>
              <a:gd name="connsiteY144" fmla="*/ 1985116 h 2237474"/>
              <a:gd name="connsiteX145" fmla="*/ 2748833 w 12192000"/>
              <a:gd name="connsiteY145" fmla="*/ 1986323 h 2237474"/>
              <a:gd name="connsiteX146" fmla="*/ 2748661 w 12192000"/>
              <a:gd name="connsiteY146" fmla="*/ 1986122 h 2237474"/>
              <a:gd name="connsiteX147" fmla="*/ 2740251 w 12192000"/>
              <a:gd name="connsiteY147" fmla="*/ 1986946 h 2237474"/>
              <a:gd name="connsiteX148" fmla="*/ 2718916 w 12192000"/>
              <a:gd name="connsiteY148" fmla="*/ 1990867 h 2237474"/>
              <a:gd name="connsiteX149" fmla="*/ 2713522 w 12192000"/>
              <a:gd name="connsiteY149" fmla="*/ 1990173 h 2237474"/>
              <a:gd name="connsiteX150" fmla="*/ 2680597 w 12192000"/>
              <a:gd name="connsiteY150" fmla="*/ 1984996 h 2237474"/>
              <a:gd name="connsiteX151" fmla="*/ 2578178 w 12192000"/>
              <a:gd name="connsiteY151" fmla="*/ 1990531 h 2237474"/>
              <a:gd name="connsiteX152" fmla="*/ 2476147 w 12192000"/>
              <a:gd name="connsiteY152" fmla="*/ 1998305 h 2237474"/>
              <a:gd name="connsiteX153" fmla="*/ 2373568 w 12192000"/>
              <a:gd name="connsiteY153" fmla="*/ 2003219 h 2237474"/>
              <a:gd name="connsiteX154" fmla="*/ 2321399 w 12192000"/>
              <a:gd name="connsiteY154" fmla="*/ 1989467 h 2237474"/>
              <a:gd name="connsiteX155" fmla="*/ 2315525 w 12192000"/>
              <a:gd name="connsiteY155" fmla="*/ 1989708 h 2237474"/>
              <a:gd name="connsiteX156" fmla="*/ 2300792 w 12192000"/>
              <a:gd name="connsiteY156" fmla="*/ 1994290 h 2237474"/>
              <a:gd name="connsiteX157" fmla="*/ 2295469 w 12192000"/>
              <a:gd name="connsiteY157" fmla="*/ 1996659 h 2237474"/>
              <a:gd name="connsiteX158" fmla="*/ 2287219 w 12192000"/>
              <a:gd name="connsiteY158" fmla="*/ 1998750 h 2237474"/>
              <a:gd name="connsiteX159" fmla="*/ 2286948 w 12192000"/>
              <a:gd name="connsiteY159" fmla="*/ 1998596 h 2237474"/>
              <a:gd name="connsiteX160" fmla="*/ 2243069 w 12192000"/>
              <a:gd name="connsiteY160" fmla="*/ 2015111 h 2237474"/>
              <a:gd name="connsiteX161" fmla="*/ 2186609 w 12192000"/>
              <a:gd name="connsiteY161" fmla="*/ 2008263 h 2237474"/>
              <a:gd name="connsiteX162" fmla="*/ 2164831 w 12192000"/>
              <a:gd name="connsiteY162" fmla="*/ 2010143 h 2237474"/>
              <a:gd name="connsiteX163" fmla="*/ 2152836 w 12192000"/>
              <a:gd name="connsiteY163" fmla="*/ 2010048 h 2237474"/>
              <a:gd name="connsiteX164" fmla="*/ 2117102 w 12192000"/>
              <a:gd name="connsiteY164" fmla="*/ 2023004 h 2237474"/>
              <a:gd name="connsiteX165" fmla="*/ 2111935 w 12192000"/>
              <a:gd name="connsiteY165" fmla="*/ 2023163 h 2237474"/>
              <a:gd name="connsiteX166" fmla="*/ 2089991 w 12192000"/>
              <a:gd name="connsiteY166" fmla="*/ 2034193 h 2237474"/>
              <a:gd name="connsiteX167" fmla="*/ 2058061 w 12192000"/>
              <a:gd name="connsiteY167" fmla="*/ 2047942 h 2237474"/>
              <a:gd name="connsiteX168" fmla="*/ 2055737 w 12192000"/>
              <a:gd name="connsiteY168" fmla="*/ 2047704 h 2237474"/>
              <a:gd name="connsiteX169" fmla="*/ 2042244 w 12192000"/>
              <a:gd name="connsiteY169" fmla="*/ 2055560 h 2237474"/>
              <a:gd name="connsiteX170" fmla="*/ 1976224 w 12192000"/>
              <a:gd name="connsiteY170" fmla="*/ 2074257 h 2237474"/>
              <a:gd name="connsiteX171" fmla="*/ 1877728 w 12192000"/>
              <a:gd name="connsiteY171" fmla="*/ 2101004 h 2237474"/>
              <a:gd name="connsiteX172" fmla="*/ 1759056 w 12192000"/>
              <a:gd name="connsiteY172" fmla="*/ 2125608 h 2237474"/>
              <a:gd name="connsiteX173" fmla="*/ 1637948 w 12192000"/>
              <a:gd name="connsiteY173" fmla="*/ 2172597 h 2237474"/>
              <a:gd name="connsiteX174" fmla="*/ 1434549 w 12192000"/>
              <a:gd name="connsiteY174" fmla="*/ 2234522 h 2237474"/>
              <a:gd name="connsiteX175" fmla="*/ 1398481 w 12192000"/>
              <a:gd name="connsiteY175" fmla="*/ 2237074 h 2237474"/>
              <a:gd name="connsiteX176" fmla="*/ 1398407 w 12192000"/>
              <a:gd name="connsiteY176" fmla="*/ 2237095 h 2237474"/>
              <a:gd name="connsiteX177" fmla="*/ 1370962 w 12192000"/>
              <a:gd name="connsiteY177" fmla="*/ 2237474 h 2237474"/>
              <a:gd name="connsiteX178" fmla="*/ 1356367 w 12192000"/>
              <a:gd name="connsiteY178" fmla="*/ 2235089 h 2237474"/>
              <a:gd name="connsiteX179" fmla="*/ 1324828 w 12192000"/>
              <a:gd name="connsiteY179" fmla="*/ 2231968 h 2237474"/>
              <a:gd name="connsiteX180" fmla="*/ 1297744 w 12192000"/>
              <a:gd name="connsiteY180" fmla="*/ 2235849 h 2237474"/>
              <a:gd name="connsiteX181" fmla="*/ 1286236 w 12192000"/>
              <a:gd name="connsiteY181" fmla="*/ 2233135 h 2237474"/>
              <a:gd name="connsiteX182" fmla="*/ 1283504 w 12192000"/>
              <a:gd name="connsiteY182" fmla="*/ 2233797 h 2237474"/>
              <a:gd name="connsiteX183" fmla="*/ 1279765 w 12192000"/>
              <a:gd name="connsiteY183" fmla="*/ 2229639 h 2237474"/>
              <a:gd name="connsiteX184" fmla="*/ 1195347 w 12192000"/>
              <a:gd name="connsiteY184" fmla="*/ 2212354 h 2237474"/>
              <a:gd name="connsiteX185" fmla="*/ 970251 w 12192000"/>
              <a:gd name="connsiteY185" fmla="*/ 2221029 h 2237474"/>
              <a:gd name="connsiteX186" fmla="*/ 812914 w 12192000"/>
              <a:gd name="connsiteY186" fmla="*/ 2202752 h 2237474"/>
              <a:gd name="connsiteX187" fmla="*/ 800195 w 12192000"/>
              <a:gd name="connsiteY187" fmla="*/ 2209407 h 2237474"/>
              <a:gd name="connsiteX188" fmla="*/ 784978 w 12192000"/>
              <a:gd name="connsiteY188" fmla="*/ 2212360 h 2237474"/>
              <a:gd name="connsiteX189" fmla="*/ 681987 w 12192000"/>
              <a:gd name="connsiteY189" fmla="*/ 2216757 h 2237474"/>
              <a:gd name="connsiteX190" fmla="*/ 669923 w 12192000"/>
              <a:gd name="connsiteY190" fmla="*/ 2211682 h 2237474"/>
              <a:gd name="connsiteX191" fmla="*/ 648680 w 12192000"/>
              <a:gd name="connsiteY191" fmla="*/ 2206229 h 2237474"/>
              <a:gd name="connsiteX192" fmla="*/ 597225 w 12192000"/>
              <a:gd name="connsiteY192" fmla="*/ 2180999 h 2237474"/>
              <a:gd name="connsiteX193" fmla="*/ 558449 w 12192000"/>
              <a:gd name="connsiteY193" fmla="*/ 2182346 h 2237474"/>
              <a:gd name="connsiteX194" fmla="*/ 550517 w 12192000"/>
              <a:gd name="connsiteY194" fmla="*/ 2182060 h 2237474"/>
              <a:gd name="connsiteX195" fmla="*/ 550309 w 12192000"/>
              <a:gd name="connsiteY195" fmla="*/ 2181825 h 2237474"/>
              <a:gd name="connsiteX196" fmla="*/ 541836 w 12192000"/>
              <a:gd name="connsiteY196" fmla="*/ 2181063 h 2237474"/>
              <a:gd name="connsiteX197" fmla="*/ 536057 w 12192000"/>
              <a:gd name="connsiteY197" fmla="*/ 2181537 h 2237474"/>
              <a:gd name="connsiteX198" fmla="*/ 520671 w 12192000"/>
              <a:gd name="connsiteY198" fmla="*/ 2180980 h 2237474"/>
              <a:gd name="connsiteX199" fmla="*/ 515024 w 12192000"/>
              <a:gd name="connsiteY199" fmla="*/ 2179258 h 2237474"/>
              <a:gd name="connsiteX200" fmla="*/ 512278 w 12192000"/>
              <a:gd name="connsiteY200" fmla="*/ 2176369 h 2237474"/>
              <a:gd name="connsiteX201" fmla="*/ 480419 w 12192000"/>
              <a:gd name="connsiteY201" fmla="*/ 2167807 h 2237474"/>
              <a:gd name="connsiteX202" fmla="*/ 413835 w 12192000"/>
              <a:gd name="connsiteY202" fmla="*/ 2156783 h 2237474"/>
              <a:gd name="connsiteX203" fmla="*/ 376513 w 12192000"/>
              <a:gd name="connsiteY203" fmla="*/ 2154014 h 2237474"/>
              <a:gd name="connsiteX204" fmla="*/ 273386 w 12192000"/>
              <a:gd name="connsiteY204" fmla="*/ 2142551 h 2237474"/>
              <a:gd name="connsiteX205" fmla="*/ 169207 w 12192000"/>
              <a:gd name="connsiteY205" fmla="*/ 2128100 h 2237474"/>
              <a:gd name="connsiteX206" fmla="*/ 93149 w 12192000"/>
              <a:gd name="connsiteY206" fmla="*/ 2105324 h 2237474"/>
              <a:gd name="connsiteX207" fmla="*/ 88109 w 12192000"/>
              <a:gd name="connsiteY207" fmla="*/ 2106704 h 2237474"/>
              <a:gd name="connsiteX208" fmla="*/ 80022 w 12192000"/>
              <a:gd name="connsiteY208" fmla="*/ 2107254 h 2237474"/>
              <a:gd name="connsiteX209" fmla="*/ 79717 w 12192000"/>
              <a:gd name="connsiteY209" fmla="*/ 2107046 h 2237474"/>
              <a:gd name="connsiteX210" fmla="*/ 72352 w 12192000"/>
              <a:gd name="connsiteY210" fmla="*/ 2107991 h 2237474"/>
              <a:gd name="connsiteX211" fmla="*/ 37645 w 12192000"/>
              <a:gd name="connsiteY211" fmla="*/ 2115401 h 2237474"/>
              <a:gd name="connsiteX212" fmla="*/ 4572 w 12192000"/>
              <a:gd name="connsiteY212" fmla="*/ 2111091 h 2237474"/>
              <a:gd name="connsiteX213" fmla="*/ 0 w 12192000"/>
              <a:gd name="connsiteY213" fmla="*/ 2110468 h 2237474"/>
              <a:gd name="connsiteX214" fmla="*/ 0 w 12192000"/>
              <a:gd name="connsiteY21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91765 w 12192000"/>
              <a:gd name="connsiteY75" fmla="*/ 1636725 h 2237474"/>
              <a:gd name="connsiteX76" fmla="*/ 6900177 w 12192000"/>
              <a:gd name="connsiteY76" fmla="*/ 1636016 h 2237474"/>
              <a:gd name="connsiteX77" fmla="*/ 6795372 w 12192000"/>
              <a:gd name="connsiteY77" fmla="*/ 1644845 h 2237474"/>
              <a:gd name="connsiteX78" fmla="*/ 6692251 w 12192000"/>
              <a:gd name="connsiteY78" fmla="*/ 1656357 h 2237474"/>
              <a:gd name="connsiteX79" fmla="*/ 6655235 w 12192000"/>
              <a:gd name="connsiteY79" fmla="*/ 1661869 h 2237474"/>
              <a:gd name="connsiteX80" fmla="*/ 6587857 w 12192000"/>
              <a:gd name="connsiteY80" fmla="*/ 1665769 h 2237474"/>
              <a:gd name="connsiteX81" fmla="*/ 6554894 w 12192000"/>
              <a:gd name="connsiteY81" fmla="*/ 1664428 h 2237474"/>
              <a:gd name="connsiteX82" fmla="*/ 6516595 w 12192000"/>
              <a:gd name="connsiteY82" fmla="*/ 1667475 h 2237474"/>
              <a:gd name="connsiteX83" fmla="*/ 6508541 w 12192000"/>
              <a:gd name="connsiteY83" fmla="*/ 1668757 h 2237474"/>
              <a:gd name="connsiteX84" fmla="*/ 6471012 w 12192000"/>
              <a:gd name="connsiteY84" fmla="*/ 1678604 h 2237474"/>
              <a:gd name="connsiteX85" fmla="*/ 6415265 w 12192000"/>
              <a:gd name="connsiteY85" fmla="*/ 1665317 h 2237474"/>
              <a:gd name="connsiteX86" fmla="*/ 6364035 w 12192000"/>
              <a:gd name="connsiteY86" fmla="*/ 1667683 h 2237474"/>
              <a:gd name="connsiteX87" fmla="*/ 6280959 w 12192000"/>
              <a:gd name="connsiteY87" fmla="*/ 1689329 h 2237474"/>
              <a:gd name="connsiteX88" fmla="*/ 6243319 w 12192000"/>
              <a:gd name="connsiteY88" fmla="*/ 1695560 h 2237474"/>
              <a:gd name="connsiteX89" fmla="*/ 6098321 w 12192000"/>
              <a:gd name="connsiteY89" fmla="*/ 1721646 h 2237474"/>
              <a:gd name="connsiteX90" fmla="*/ 5880652 w 12192000"/>
              <a:gd name="connsiteY90" fmla="*/ 1779643 h 2237474"/>
              <a:gd name="connsiteX91" fmla="*/ 5785959 w 12192000"/>
              <a:gd name="connsiteY91" fmla="*/ 1775307 h 2237474"/>
              <a:gd name="connsiteX92" fmla="*/ 5643534 w 12192000"/>
              <a:gd name="connsiteY92" fmla="*/ 1802919 h 2237474"/>
              <a:gd name="connsiteX93" fmla="*/ 5518799 w 12192000"/>
              <a:gd name="connsiteY93" fmla="*/ 1818312 h 2237474"/>
              <a:gd name="connsiteX94" fmla="*/ 5505014 w 12192000"/>
              <a:gd name="connsiteY94" fmla="*/ 1819259 h 2237474"/>
              <a:gd name="connsiteX95" fmla="*/ 5453307 w 12192000"/>
              <a:gd name="connsiteY95" fmla="*/ 1815450 h 2237474"/>
              <a:gd name="connsiteX96" fmla="*/ 5364192 w 12192000"/>
              <a:gd name="connsiteY96" fmla="*/ 1826074 h 2237474"/>
              <a:gd name="connsiteX97" fmla="*/ 5350380 w 12192000"/>
              <a:gd name="connsiteY97" fmla="*/ 1830891 h 2237474"/>
              <a:gd name="connsiteX98" fmla="*/ 5259633 w 12192000"/>
              <a:gd name="connsiteY98" fmla="*/ 1837160 h 2237474"/>
              <a:gd name="connsiteX99" fmla="*/ 5197513 w 12192000"/>
              <a:gd name="connsiteY99" fmla="*/ 1844718 h 2237474"/>
              <a:gd name="connsiteX100" fmla="*/ 5168852 w 12192000"/>
              <a:gd name="connsiteY100" fmla="*/ 1844846 h 2237474"/>
              <a:gd name="connsiteX101" fmla="*/ 5114927 w 12192000"/>
              <a:gd name="connsiteY101" fmla="*/ 1847827 h 2237474"/>
              <a:gd name="connsiteX102" fmla="*/ 5108970 w 12192000"/>
              <a:gd name="connsiteY102" fmla="*/ 1847935 h 2237474"/>
              <a:gd name="connsiteX103" fmla="*/ 5067961 w 12192000"/>
              <a:gd name="connsiteY103" fmla="*/ 1845917 h 2237474"/>
              <a:gd name="connsiteX104" fmla="*/ 5007075 w 12192000"/>
              <a:gd name="connsiteY104" fmla="*/ 1838626 h 2237474"/>
              <a:gd name="connsiteX105" fmla="*/ 4944087 w 12192000"/>
              <a:gd name="connsiteY105" fmla="*/ 1823332 h 2237474"/>
              <a:gd name="connsiteX106" fmla="*/ 4907662 w 12192000"/>
              <a:gd name="connsiteY106" fmla="*/ 1816900 h 2237474"/>
              <a:gd name="connsiteX107" fmla="*/ 4882386 w 12192000"/>
              <a:gd name="connsiteY107" fmla="*/ 1809844 h 2237474"/>
              <a:gd name="connsiteX108" fmla="*/ 4811440 w 12192000"/>
              <a:gd name="connsiteY108" fmla="*/ 1804655 h 2237474"/>
              <a:gd name="connsiteX109" fmla="*/ 4691075 w 12192000"/>
              <a:gd name="connsiteY109" fmla="*/ 1801389 h 2237474"/>
              <a:gd name="connsiteX110" fmla="*/ 4611738 w 12192000"/>
              <a:gd name="connsiteY110" fmla="*/ 1776964 h 2237474"/>
              <a:gd name="connsiteX111" fmla="*/ 4560070 w 12192000"/>
              <a:gd name="connsiteY111" fmla="*/ 1785640 h 2237474"/>
              <a:gd name="connsiteX112" fmla="*/ 4536503 w 12192000"/>
              <a:gd name="connsiteY112" fmla="*/ 1785334 h 2237474"/>
              <a:gd name="connsiteX113" fmla="*/ 4513724 w 12192000"/>
              <a:gd name="connsiteY113" fmla="*/ 1791996 h 2237474"/>
              <a:gd name="connsiteX114" fmla="*/ 4459810 w 12192000"/>
              <a:gd name="connsiteY114" fmla="*/ 1797886 h 2237474"/>
              <a:gd name="connsiteX115" fmla="*/ 4379064 w 12192000"/>
              <a:gd name="connsiteY115" fmla="*/ 1817177 h 2237474"/>
              <a:gd name="connsiteX116" fmla="*/ 4319209 w 12192000"/>
              <a:gd name="connsiteY116" fmla="*/ 1834833 h 2237474"/>
              <a:gd name="connsiteX117" fmla="*/ 4290981 w 12192000"/>
              <a:gd name="connsiteY117" fmla="*/ 1839677 h 2237474"/>
              <a:gd name="connsiteX118" fmla="*/ 4285792 w 12192000"/>
              <a:gd name="connsiteY118" fmla="*/ 1836231 h 2237474"/>
              <a:gd name="connsiteX119" fmla="*/ 4238372 w 12192000"/>
              <a:gd name="connsiteY119" fmla="*/ 1851480 h 2237474"/>
              <a:gd name="connsiteX120" fmla="*/ 4232517 w 12192000"/>
              <a:gd name="connsiteY120" fmla="*/ 1852567 h 2237474"/>
              <a:gd name="connsiteX121" fmla="*/ 4191732 w 12192000"/>
              <a:gd name="connsiteY121" fmla="*/ 1857328 h 2237474"/>
              <a:gd name="connsiteX122" fmla="*/ 4065532 w 12192000"/>
              <a:gd name="connsiteY122" fmla="*/ 1855477 h 2237474"/>
              <a:gd name="connsiteX123" fmla="*/ 4028460 w 12192000"/>
              <a:gd name="connsiteY123" fmla="*/ 1855137 h 2237474"/>
              <a:gd name="connsiteX124" fmla="*/ 4002267 w 12192000"/>
              <a:gd name="connsiteY124" fmla="*/ 1852352 h 2237474"/>
              <a:gd name="connsiteX125" fmla="*/ 3931396 w 12192000"/>
              <a:gd name="connsiteY125" fmla="*/ 1858915 h 2237474"/>
              <a:gd name="connsiteX126" fmla="*/ 3812162 w 12192000"/>
              <a:gd name="connsiteY126" fmla="*/ 1875501 h 2237474"/>
              <a:gd name="connsiteX127" fmla="*/ 3729530 w 12192000"/>
              <a:gd name="connsiteY127" fmla="*/ 1864513 h 2237474"/>
              <a:gd name="connsiteX128" fmla="*/ 3680177 w 12192000"/>
              <a:gd name="connsiteY128" fmla="*/ 1881552 h 2237474"/>
              <a:gd name="connsiteX129" fmla="*/ 3567259 w 12192000"/>
              <a:gd name="connsiteY129" fmla="*/ 1893482 h 2237474"/>
              <a:gd name="connsiteX130" fmla="*/ 3405770 w 12192000"/>
              <a:gd name="connsiteY130" fmla="*/ 1904591 h 2237474"/>
              <a:gd name="connsiteX131" fmla="*/ 3280097 w 12192000"/>
              <a:gd name="connsiteY131" fmla="*/ 1919610 h 2237474"/>
              <a:gd name="connsiteX132" fmla="*/ 3123424 w 12192000"/>
              <a:gd name="connsiteY132" fmla="*/ 1952930 h 2237474"/>
              <a:gd name="connsiteX133" fmla="*/ 3009910 w 12192000"/>
              <a:gd name="connsiteY133" fmla="*/ 1957866 h 2237474"/>
              <a:gd name="connsiteX134" fmla="*/ 2995934 w 12192000"/>
              <a:gd name="connsiteY134" fmla="*/ 1967085 h 2237474"/>
              <a:gd name="connsiteX135" fmla="*/ 2980071 w 12192000"/>
              <a:gd name="connsiteY135" fmla="*/ 1972988 h 2237474"/>
              <a:gd name="connsiteX136" fmla="*/ 2978094 w 12192000"/>
              <a:gd name="connsiteY136" fmla="*/ 1972369 h 2237474"/>
              <a:gd name="connsiteX137" fmla="*/ 2942858 w 12192000"/>
              <a:gd name="connsiteY137" fmla="*/ 1981367 h 2237474"/>
              <a:gd name="connsiteX138" fmla="*/ 2875436 w 12192000"/>
              <a:gd name="connsiteY138" fmla="*/ 1996977 h 2237474"/>
              <a:gd name="connsiteX139" fmla="*/ 2874892 w 12192000"/>
              <a:gd name="connsiteY139" fmla="*/ 1996085 h 2237474"/>
              <a:gd name="connsiteX140" fmla="*/ 2864145 w 12192000"/>
              <a:gd name="connsiteY140" fmla="*/ 1994061 h 2237474"/>
              <a:gd name="connsiteX141" fmla="*/ 2843662 w 12192000"/>
              <a:gd name="connsiteY141" fmla="*/ 1992498 h 2237474"/>
              <a:gd name="connsiteX142" fmla="*/ 2796128 w 12192000"/>
              <a:gd name="connsiteY142" fmla="*/ 1976403 h 2237474"/>
              <a:gd name="connsiteX143" fmla="*/ 2756784 w 12192000"/>
              <a:gd name="connsiteY143" fmla="*/ 1985116 h 2237474"/>
              <a:gd name="connsiteX144" fmla="*/ 2748833 w 12192000"/>
              <a:gd name="connsiteY144" fmla="*/ 1986323 h 2237474"/>
              <a:gd name="connsiteX145" fmla="*/ 2748661 w 12192000"/>
              <a:gd name="connsiteY145" fmla="*/ 1986122 h 2237474"/>
              <a:gd name="connsiteX146" fmla="*/ 2740251 w 12192000"/>
              <a:gd name="connsiteY146" fmla="*/ 1986946 h 2237474"/>
              <a:gd name="connsiteX147" fmla="*/ 2718916 w 12192000"/>
              <a:gd name="connsiteY147" fmla="*/ 1990867 h 2237474"/>
              <a:gd name="connsiteX148" fmla="*/ 2713522 w 12192000"/>
              <a:gd name="connsiteY148" fmla="*/ 1990173 h 2237474"/>
              <a:gd name="connsiteX149" fmla="*/ 2680597 w 12192000"/>
              <a:gd name="connsiteY149" fmla="*/ 1984996 h 2237474"/>
              <a:gd name="connsiteX150" fmla="*/ 2578178 w 12192000"/>
              <a:gd name="connsiteY150" fmla="*/ 1990531 h 2237474"/>
              <a:gd name="connsiteX151" fmla="*/ 2476147 w 12192000"/>
              <a:gd name="connsiteY151" fmla="*/ 1998305 h 2237474"/>
              <a:gd name="connsiteX152" fmla="*/ 2373568 w 12192000"/>
              <a:gd name="connsiteY152" fmla="*/ 2003219 h 2237474"/>
              <a:gd name="connsiteX153" fmla="*/ 2321399 w 12192000"/>
              <a:gd name="connsiteY153" fmla="*/ 1989467 h 2237474"/>
              <a:gd name="connsiteX154" fmla="*/ 2315525 w 12192000"/>
              <a:gd name="connsiteY154" fmla="*/ 1989708 h 2237474"/>
              <a:gd name="connsiteX155" fmla="*/ 2300792 w 12192000"/>
              <a:gd name="connsiteY155" fmla="*/ 1994290 h 2237474"/>
              <a:gd name="connsiteX156" fmla="*/ 2295469 w 12192000"/>
              <a:gd name="connsiteY156" fmla="*/ 1996659 h 2237474"/>
              <a:gd name="connsiteX157" fmla="*/ 2287219 w 12192000"/>
              <a:gd name="connsiteY157" fmla="*/ 1998750 h 2237474"/>
              <a:gd name="connsiteX158" fmla="*/ 2286948 w 12192000"/>
              <a:gd name="connsiteY158" fmla="*/ 1998596 h 2237474"/>
              <a:gd name="connsiteX159" fmla="*/ 2243069 w 12192000"/>
              <a:gd name="connsiteY159" fmla="*/ 2015111 h 2237474"/>
              <a:gd name="connsiteX160" fmla="*/ 2186609 w 12192000"/>
              <a:gd name="connsiteY160" fmla="*/ 2008263 h 2237474"/>
              <a:gd name="connsiteX161" fmla="*/ 2164831 w 12192000"/>
              <a:gd name="connsiteY161" fmla="*/ 2010143 h 2237474"/>
              <a:gd name="connsiteX162" fmla="*/ 2152836 w 12192000"/>
              <a:gd name="connsiteY162" fmla="*/ 2010048 h 2237474"/>
              <a:gd name="connsiteX163" fmla="*/ 2117102 w 12192000"/>
              <a:gd name="connsiteY163" fmla="*/ 2023004 h 2237474"/>
              <a:gd name="connsiteX164" fmla="*/ 2111935 w 12192000"/>
              <a:gd name="connsiteY164" fmla="*/ 2023163 h 2237474"/>
              <a:gd name="connsiteX165" fmla="*/ 2089991 w 12192000"/>
              <a:gd name="connsiteY165" fmla="*/ 2034193 h 2237474"/>
              <a:gd name="connsiteX166" fmla="*/ 2058061 w 12192000"/>
              <a:gd name="connsiteY166" fmla="*/ 2047942 h 2237474"/>
              <a:gd name="connsiteX167" fmla="*/ 2055737 w 12192000"/>
              <a:gd name="connsiteY167" fmla="*/ 2047704 h 2237474"/>
              <a:gd name="connsiteX168" fmla="*/ 2042244 w 12192000"/>
              <a:gd name="connsiteY168" fmla="*/ 2055560 h 2237474"/>
              <a:gd name="connsiteX169" fmla="*/ 1976224 w 12192000"/>
              <a:gd name="connsiteY169" fmla="*/ 2074257 h 2237474"/>
              <a:gd name="connsiteX170" fmla="*/ 1877728 w 12192000"/>
              <a:gd name="connsiteY170" fmla="*/ 2101004 h 2237474"/>
              <a:gd name="connsiteX171" fmla="*/ 1759056 w 12192000"/>
              <a:gd name="connsiteY171" fmla="*/ 2125608 h 2237474"/>
              <a:gd name="connsiteX172" fmla="*/ 1637948 w 12192000"/>
              <a:gd name="connsiteY172" fmla="*/ 2172597 h 2237474"/>
              <a:gd name="connsiteX173" fmla="*/ 1434549 w 12192000"/>
              <a:gd name="connsiteY173" fmla="*/ 2234522 h 2237474"/>
              <a:gd name="connsiteX174" fmla="*/ 1398481 w 12192000"/>
              <a:gd name="connsiteY174" fmla="*/ 2237074 h 2237474"/>
              <a:gd name="connsiteX175" fmla="*/ 1398407 w 12192000"/>
              <a:gd name="connsiteY175" fmla="*/ 2237095 h 2237474"/>
              <a:gd name="connsiteX176" fmla="*/ 1370962 w 12192000"/>
              <a:gd name="connsiteY176" fmla="*/ 2237474 h 2237474"/>
              <a:gd name="connsiteX177" fmla="*/ 1356367 w 12192000"/>
              <a:gd name="connsiteY177" fmla="*/ 2235089 h 2237474"/>
              <a:gd name="connsiteX178" fmla="*/ 1324828 w 12192000"/>
              <a:gd name="connsiteY178" fmla="*/ 2231968 h 2237474"/>
              <a:gd name="connsiteX179" fmla="*/ 1297744 w 12192000"/>
              <a:gd name="connsiteY179" fmla="*/ 2235849 h 2237474"/>
              <a:gd name="connsiteX180" fmla="*/ 1286236 w 12192000"/>
              <a:gd name="connsiteY180" fmla="*/ 2233135 h 2237474"/>
              <a:gd name="connsiteX181" fmla="*/ 1283504 w 12192000"/>
              <a:gd name="connsiteY181" fmla="*/ 2233797 h 2237474"/>
              <a:gd name="connsiteX182" fmla="*/ 1279765 w 12192000"/>
              <a:gd name="connsiteY182" fmla="*/ 2229639 h 2237474"/>
              <a:gd name="connsiteX183" fmla="*/ 1195347 w 12192000"/>
              <a:gd name="connsiteY183" fmla="*/ 2212354 h 2237474"/>
              <a:gd name="connsiteX184" fmla="*/ 970251 w 12192000"/>
              <a:gd name="connsiteY184" fmla="*/ 2221029 h 2237474"/>
              <a:gd name="connsiteX185" fmla="*/ 812914 w 12192000"/>
              <a:gd name="connsiteY185" fmla="*/ 2202752 h 2237474"/>
              <a:gd name="connsiteX186" fmla="*/ 800195 w 12192000"/>
              <a:gd name="connsiteY186" fmla="*/ 2209407 h 2237474"/>
              <a:gd name="connsiteX187" fmla="*/ 784978 w 12192000"/>
              <a:gd name="connsiteY187" fmla="*/ 2212360 h 2237474"/>
              <a:gd name="connsiteX188" fmla="*/ 681987 w 12192000"/>
              <a:gd name="connsiteY188" fmla="*/ 2216757 h 2237474"/>
              <a:gd name="connsiteX189" fmla="*/ 669923 w 12192000"/>
              <a:gd name="connsiteY189" fmla="*/ 2211682 h 2237474"/>
              <a:gd name="connsiteX190" fmla="*/ 648680 w 12192000"/>
              <a:gd name="connsiteY190" fmla="*/ 2206229 h 2237474"/>
              <a:gd name="connsiteX191" fmla="*/ 597225 w 12192000"/>
              <a:gd name="connsiteY191" fmla="*/ 2180999 h 2237474"/>
              <a:gd name="connsiteX192" fmla="*/ 558449 w 12192000"/>
              <a:gd name="connsiteY192" fmla="*/ 2182346 h 2237474"/>
              <a:gd name="connsiteX193" fmla="*/ 550517 w 12192000"/>
              <a:gd name="connsiteY193" fmla="*/ 2182060 h 2237474"/>
              <a:gd name="connsiteX194" fmla="*/ 550309 w 12192000"/>
              <a:gd name="connsiteY194" fmla="*/ 2181825 h 2237474"/>
              <a:gd name="connsiteX195" fmla="*/ 541836 w 12192000"/>
              <a:gd name="connsiteY195" fmla="*/ 2181063 h 2237474"/>
              <a:gd name="connsiteX196" fmla="*/ 536057 w 12192000"/>
              <a:gd name="connsiteY196" fmla="*/ 2181537 h 2237474"/>
              <a:gd name="connsiteX197" fmla="*/ 520671 w 12192000"/>
              <a:gd name="connsiteY197" fmla="*/ 2180980 h 2237474"/>
              <a:gd name="connsiteX198" fmla="*/ 515024 w 12192000"/>
              <a:gd name="connsiteY198" fmla="*/ 2179258 h 2237474"/>
              <a:gd name="connsiteX199" fmla="*/ 512278 w 12192000"/>
              <a:gd name="connsiteY199" fmla="*/ 2176369 h 2237474"/>
              <a:gd name="connsiteX200" fmla="*/ 480419 w 12192000"/>
              <a:gd name="connsiteY200" fmla="*/ 2167807 h 2237474"/>
              <a:gd name="connsiteX201" fmla="*/ 413835 w 12192000"/>
              <a:gd name="connsiteY201" fmla="*/ 2156783 h 2237474"/>
              <a:gd name="connsiteX202" fmla="*/ 376513 w 12192000"/>
              <a:gd name="connsiteY202" fmla="*/ 2154014 h 2237474"/>
              <a:gd name="connsiteX203" fmla="*/ 273386 w 12192000"/>
              <a:gd name="connsiteY203" fmla="*/ 2142551 h 2237474"/>
              <a:gd name="connsiteX204" fmla="*/ 169207 w 12192000"/>
              <a:gd name="connsiteY204" fmla="*/ 2128100 h 2237474"/>
              <a:gd name="connsiteX205" fmla="*/ 93149 w 12192000"/>
              <a:gd name="connsiteY205" fmla="*/ 2105324 h 2237474"/>
              <a:gd name="connsiteX206" fmla="*/ 88109 w 12192000"/>
              <a:gd name="connsiteY206" fmla="*/ 2106704 h 2237474"/>
              <a:gd name="connsiteX207" fmla="*/ 80022 w 12192000"/>
              <a:gd name="connsiteY207" fmla="*/ 2107254 h 2237474"/>
              <a:gd name="connsiteX208" fmla="*/ 79717 w 12192000"/>
              <a:gd name="connsiteY208" fmla="*/ 2107046 h 2237474"/>
              <a:gd name="connsiteX209" fmla="*/ 72352 w 12192000"/>
              <a:gd name="connsiteY209" fmla="*/ 2107991 h 2237474"/>
              <a:gd name="connsiteX210" fmla="*/ 37645 w 12192000"/>
              <a:gd name="connsiteY210" fmla="*/ 2115401 h 2237474"/>
              <a:gd name="connsiteX211" fmla="*/ 4572 w 12192000"/>
              <a:gd name="connsiteY211" fmla="*/ 2111091 h 2237474"/>
              <a:gd name="connsiteX212" fmla="*/ 0 w 12192000"/>
              <a:gd name="connsiteY212" fmla="*/ 2110468 h 2237474"/>
              <a:gd name="connsiteX213" fmla="*/ 0 w 12192000"/>
              <a:gd name="connsiteY21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91765 w 12192000"/>
              <a:gd name="connsiteY75" fmla="*/ 1636725 h 2237474"/>
              <a:gd name="connsiteX76" fmla="*/ 6900177 w 12192000"/>
              <a:gd name="connsiteY76" fmla="*/ 1636016 h 2237474"/>
              <a:gd name="connsiteX77" fmla="*/ 6795372 w 12192000"/>
              <a:gd name="connsiteY77" fmla="*/ 1644845 h 2237474"/>
              <a:gd name="connsiteX78" fmla="*/ 6692251 w 12192000"/>
              <a:gd name="connsiteY78" fmla="*/ 1656357 h 2237474"/>
              <a:gd name="connsiteX79" fmla="*/ 6655235 w 12192000"/>
              <a:gd name="connsiteY79" fmla="*/ 1661869 h 2237474"/>
              <a:gd name="connsiteX80" fmla="*/ 6554894 w 12192000"/>
              <a:gd name="connsiteY80" fmla="*/ 1664428 h 2237474"/>
              <a:gd name="connsiteX81" fmla="*/ 6516595 w 12192000"/>
              <a:gd name="connsiteY81" fmla="*/ 1667475 h 2237474"/>
              <a:gd name="connsiteX82" fmla="*/ 6508541 w 12192000"/>
              <a:gd name="connsiteY82" fmla="*/ 1668757 h 2237474"/>
              <a:gd name="connsiteX83" fmla="*/ 6471012 w 12192000"/>
              <a:gd name="connsiteY83" fmla="*/ 1678604 h 2237474"/>
              <a:gd name="connsiteX84" fmla="*/ 6415265 w 12192000"/>
              <a:gd name="connsiteY84" fmla="*/ 1665317 h 2237474"/>
              <a:gd name="connsiteX85" fmla="*/ 6364035 w 12192000"/>
              <a:gd name="connsiteY85" fmla="*/ 1667683 h 2237474"/>
              <a:gd name="connsiteX86" fmla="*/ 6280959 w 12192000"/>
              <a:gd name="connsiteY86" fmla="*/ 1689329 h 2237474"/>
              <a:gd name="connsiteX87" fmla="*/ 6243319 w 12192000"/>
              <a:gd name="connsiteY87" fmla="*/ 1695560 h 2237474"/>
              <a:gd name="connsiteX88" fmla="*/ 6098321 w 12192000"/>
              <a:gd name="connsiteY88" fmla="*/ 1721646 h 2237474"/>
              <a:gd name="connsiteX89" fmla="*/ 5880652 w 12192000"/>
              <a:gd name="connsiteY89" fmla="*/ 1779643 h 2237474"/>
              <a:gd name="connsiteX90" fmla="*/ 5785959 w 12192000"/>
              <a:gd name="connsiteY90" fmla="*/ 1775307 h 2237474"/>
              <a:gd name="connsiteX91" fmla="*/ 5643534 w 12192000"/>
              <a:gd name="connsiteY91" fmla="*/ 1802919 h 2237474"/>
              <a:gd name="connsiteX92" fmla="*/ 5518799 w 12192000"/>
              <a:gd name="connsiteY92" fmla="*/ 1818312 h 2237474"/>
              <a:gd name="connsiteX93" fmla="*/ 5505014 w 12192000"/>
              <a:gd name="connsiteY93" fmla="*/ 1819259 h 2237474"/>
              <a:gd name="connsiteX94" fmla="*/ 5453307 w 12192000"/>
              <a:gd name="connsiteY94" fmla="*/ 1815450 h 2237474"/>
              <a:gd name="connsiteX95" fmla="*/ 5364192 w 12192000"/>
              <a:gd name="connsiteY95" fmla="*/ 1826074 h 2237474"/>
              <a:gd name="connsiteX96" fmla="*/ 5350380 w 12192000"/>
              <a:gd name="connsiteY96" fmla="*/ 1830891 h 2237474"/>
              <a:gd name="connsiteX97" fmla="*/ 5259633 w 12192000"/>
              <a:gd name="connsiteY97" fmla="*/ 1837160 h 2237474"/>
              <a:gd name="connsiteX98" fmla="*/ 5197513 w 12192000"/>
              <a:gd name="connsiteY98" fmla="*/ 1844718 h 2237474"/>
              <a:gd name="connsiteX99" fmla="*/ 5168852 w 12192000"/>
              <a:gd name="connsiteY99" fmla="*/ 1844846 h 2237474"/>
              <a:gd name="connsiteX100" fmla="*/ 5114927 w 12192000"/>
              <a:gd name="connsiteY100" fmla="*/ 1847827 h 2237474"/>
              <a:gd name="connsiteX101" fmla="*/ 5108970 w 12192000"/>
              <a:gd name="connsiteY101" fmla="*/ 1847935 h 2237474"/>
              <a:gd name="connsiteX102" fmla="*/ 5067961 w 12192000"/>
              <a:gd name="connsiteY102" fmla="*/ 1845917 h 2237474"/>
              <a:gd name="connsiteX103" fmla="*/ 5007075 w 12192000"/>
              <a:gd name="connsiteY103" fmla="*/ 1838626 h 2237474"/>
              <a:gd name="connsiteX104" fmla="*/ 4944087 w 12192000"/>
              <a:gd name="connsiteY104" fmla="*/ 1823332 h 2237474"/>
              <a:gd name="connsiteX105" fmla="*/ 4907662 w 12192000"/>
              <a:gd name="connsiteY105" fmla="*/ 1816900 h 2237474"/>
              <a:gd name="connsiteX106" fmla="*/ 4882386 w 12192000"/>
              <a:gd name="connsiteY106" fmla="*/ 1809844 h 2237474"/>
              <a:gd name="connsiteX107" fmla="*/ 4811440 w 12192000"/>
              <a:gd name="connsiteY107" fmla="*/ 1804655 h 2237474"/>
              <a:gd name="connsiteX108" fmla="*/ 4691075 w 12192000"/>
              <a:gd name="connsiteY108" fmla="*/ 1801389 h 2237474"/>
              <a:gd name="connsiteX109" fmla="*/ 4611738 w 12192000"/>
              <a:gd name="connsiteY109" fmla="*/ 1776964 h 2237474"/>
              <a:gd name="connsiteX110" fmla="*/ 4560070 w 12192000"/>
              <a:gd name="connsiteY110" fmla="*/ 1785640 h 2237474"/>
              <a:gd name="connsiteX111" fmla="*/ 4536503 w 12192000"/>
              <a:gd name="connsiteY111" fmla="*/ 1785334 h 2237474"/>
              <a:gd name="connsiteX112" fmla="*/ 4513724 w 12192000"/>
              <a:gd name="connsiteY112" fmla="*/ 1791996 h 2237474"/>
              <a:gd name="connsiteX113" fmla="*/ 4459810 w 12192000"/>
              <a:gd name="connsiteY113" fmla="*/ 1797886 h 2237474"/>
              <a:gd name="connsiteX114" fmla="*/ 4379064 w 12192000"/>
              <a:gd name="connsiteY114" fmla="*/ 1817177 h 2237474"/>
              <a:gd name="connsiteX115" fmla="*/ 4319209 w 12192000"/>
              <a:gd name="connsiteY115" fmla="*/ 1834833 h 2237474"/>
              <a:gd name="connsiteX116" fmla="*/ 4290981 w 12192000"/>
              <a:gd name="connsiteY116" fmla="*/ 1839677 h 2237474"/>
              <a:gd name="connsiteX117" fmla="*/ 4285792 w 12192000"/>
              <a:gd name="connsiteY117" fmla="*/ 1836231 h 2237474"/>
              <a:gd name="connsiteX118" fmla="*/ 4238372 w 12192000"/>
              <a:gd name="connsiteY118" fmla="*/ 1851480 h 2237474"/>
              <a:gd name="connsiteX119" fmla="*/ 4232517 w 12192000"/>
              <a:gd name="connsiteY119" fmla="*/ 1852567 h 2237474"/>
              <a:gd name="connsiteX120" fmla="*/ 4191732 w 12192000"/>
              <a:gd name="connsiteY120" fmla="*/ 1857328 h 2237474"/>
              <a:gd name="connsiteX121" fmla="*/ 4065532 w 12192000"/>
              <a:gd name="connsiteY121" fmla="*/ 1855477 h 2237474"/>
              <a:gd name="connsiteX122" fmla="*/ 4028460 w 12192000"/>
              <a:gd name="connsiteY122" fmla="*/ 1855137 h 2237474"/>
              <a:gd name="connsiteX123" fmla="*/ 4002267 w 12192000"/>
              <a:gd name="connsiteY123" fmla="*/ 1852352 h 2237474"/>
              <a:gd name="connsiteX124" fmla="*/ 3931396 w 12192000"/>
              <a:gd name="connsiteY124" fmla="*/ 1858915 h 2237474"/>
              <a:gd name="connsiteX125" fmla="*/ 3812162 w 12192000"/>
              <a:gd name="connsiteY125" fmla="*/ 1875501 h 2237474"/>
              <a:gd name="connsiteX126" fmla="*/ 3729530 w 12192000"/>
              <a:gd name="connsiteY126" fmla="*/ 1864513 h 2237474"/>
              <a:gd name="connsiteX127" fmla="*/ 3680177 w 12192000"/>
              <a:gd name="connsiteY127" fmla="*/ 1881552 h 2237474"/>
              <a:gd name="connsiteX128" fmla="*/ 3567259 w 12192000"/>
              <a:gd name="connsiteY128" fmla="*/ 1893482 h 2237474"/>
              <a:gd name="connsiteX129" fmla="*/ 3405770 w 12192000"/>
              <a:gd name="connsiteY129" fmla="*/ 1904591 h 2237474"/>
              <a:gd name="connsiteX130" fmla="*/ 3280097 w 12192000"/>
              <a:gd name="connsiteY130" fmla="*/ 1919610 h 2237474"/>
              <a:gd name="connsiteX131" fmla="*/ 3123424 w 12192000"/>
              <a:gd name="connsiteY131" fmla="*/ 1952930 h 2237474"/>
              <a:gd name="connsiteX132" fmla="*/ 3009910 w 12192000"/>
              <a:gd name="connsiteY132" fmla="*/ 1957866 h 2237474"/>
              <a:gd name="connsiteX133" fmla="*/ 2995934 w 12192000"/>
              <a:gd name="connsiteY133" fmla="*/ 1967085 h 2237474"/>
              <a:gd name="connsiteX134" fmla="*/ 2980071 w 12192000"/>
              <a:gd name="connsiteY134" fmla="*/ 1972988 h 2237474"/>
              <a:gd name="connsiteX135" fmla="*/ 2978094 w 12192000"/>
              <a:gd name="connsiteY135" fmla="*/ 1972369 h 2237474"/>
              <a:gd name="connsiteX136" fmla="*/ 2942858 w 12192000"/>
              <a:gd name="connsiteY136" fmla="*/ 1981367 h 2237474"/>
              <a:gd name="connsiteX137" fmla="*/ 2875436 w 12192000"/>
              <a:gd name="connsiteY137" fmla="*/ 1996977 h 2237474"/>
              <a:gd name="connsiteX138" fmla="*/ 2874892 w 12192000"/>
              <a:gd name="connsiteY138" fmla="*/ 1996085 h 2237474"/>
              <a:gd name="connsiteX139" fmla="*/ 2864145 w 12192000"/>
              <a:gd name="connsiteY139" fmla="*/ 1994061 h 2237474"/>
              <a:gd name="connsiteX140" fmla="*/ 2843662 w 12192000"/>
              <a:gd name="connsiteY140" fmla="*/ 1992498 h 2237474"/>
              <a:gd name="connsiteX141" fmla="*/ 2796128 w 12192000"/>
              <a:gd name="connsiteY141" fmla="*/ 1976403 h 2237474"/>
              <a:gd name="connsiteX142" fmla="*/ 2756784 w 12192000"/>
              <a:gd name="connsiteY142" fmla="*/ 1985116 h 2237474"/>
              <a:gd name="connsiteX143" fmla="*/ 2748833 w 12192000"/>
              <a:gd name="connsiteY143" fmla="*/ 1986323 h 2237474"/>
              <a:gd name="connsiteX144" fmla="*/ 2748661 w 12192000"/>
              <a:gd name="connsiteY144" fmla="*/ 1986122 h 2237474"/>
              <a:gd name="connsiteX145" fmla="*/ 2740251 w 12192000"/>
              <a:gd name="connsiteY145" fmla="*/ 1986946 h 2237474"/>
              <a:gd name="connsiteX146" fmla="*/ 2718916 w 12192000"/>
              <a:gd name="connsiteY146" fmla="*/ 1990867 h 2237474"/>
              <a:gd name="connsiteX147" fmla="*/ 2713522 w 12192000"/>
              <a:gd name="connsiteY147" fmla="*/ 1990173 h 2237474"/>
              <a:gd name="connsiteX148" fmla="*/ 2680597 w 12192000"/>
              <a:gd name="connsiteY148" fmla="*/ 1984996 h 2237474"/>
              <a:gd name="connsiteX149" fmla="*/ 2578178 w 12192000"/>
              <a:gd name="connsiteY149" fmla="*/ 1990531 h 2237474"/>
              <a:gd name="connsiteX150" fmla="*/ 2476147 w 12192000"/>
              <a:gd name="connsiteY150" fmla="*/ 1998305 h 2237474"/>
              <a:gd name="connsiteX151" fmla="*/ 2373568 w 12192000"/>
              <a:gd name="connsiteY151" fmla="*/ 2003219 h 2237474"/>
              <a:gd name="connsiteX152" fmla="*/ 2321399 w 12192000"/>
              <a:gd name="connsiteY152" fmla="*/ 1989467 h 2237474"/>
              <a:gd name="connsiteX153" fmla="*/ 2315525 w 12192000"/>
              <a:gd name="connsiteY153" fmla="*/ 1989708 h 2237474"/>
              <a:gd name="connsiteX154" fmla="*/ 2300792 w 12192000"/>
              <a:gd name="connsiteY154" fmla="*/ 1994290 h 2237474"/>
              <a:gd name="connsiteX155" fmla="*/ 2295469 w 12192000"/>
              <a:gd name="connsiteY155" fmla="*/ 1996659 h 2237474"/>
              <a:gd name="connsiteX156" fmla="*/ 2287219 w 12192000"/>
              <a:gd name="connsiteY156" fmla="*/ 1998750 h 2237474"/>
              <a:gd name="connsiteX157" fmla="*/ 2286948 w 12192000"/>
              <a:gd name="connsiteY157" fmla="*/ 1998596 h 2237474"/>
              <a:gd name="connsiteX158" fmla="*/ 2243069 w 12192000"/>
              <a:gd name="connsiteY158" fmla="*/ 2015111 h 2237474"/>
              <a:gd name="connsiteX159" fmla="*/ 2186609 w 12192000"/>
              <a:gd name="connsiteY159" fmla="*/ 2008263 h 2237474"/>
              <a:gd name="connsiteX160" fmla="*/ 2164831 w 12192000"/>
              <a:gd name="connsiteY160" fmla="*/ 2010143 h 2237474"/>
              <a:gd name="connsiteX161" fmla="*/ 2152836 w 12192000"/>
              <a:gd name="connsiteY161" fmla="*/ 2010048 h 2237474"/>
              <a:gd name="connsiteX162" fmla="*/ 2117102 w 12192000"/>
              <a:gd name="connsiteY162" fmla="*/ 2023004 h 2237474"/>
              <a:gd name="connsiteX163" fmla="*/ 2111935 w 12192000"/>
              <a:gd name="connsiteY163" fmla="*/ 2023163 h 2237474"/>
              <a:gd name="connsiteX164" fmla="*/ 2089991 w 12192000"/>
              <a:gd name="connsiteY164" fmla="*/ 2034193 h 2237474"/>
              <a:gd name="connsiteX165" fmla="*/ 2058061 w 12192000"/>
              <a:gd name="connsiteY165" fmla="*/ 2047942 h 2237474"/>
              <a:gd name="connsiteX166" fmla="*/ 2055737 w 12192000"/>
              <a:gd name="connsiteY166" fmla="*/ 2047704 h 2237474"/>
              <a:gd name="connsiteX167" fmla="*/ 2042244 w 12192000"/>
              <a:gd name="connsiteY167" fmla="*/ 2055560 h 2237474"/>
              <a:gd name="connsiteX168" fmla="*/ 1976224 w 12192000"/>
              <a:gd name="connsiteY168" fmla="*/ 2074257 h 2237474"/>
              <a:gd name="connsiteX169" fmla="*/ 1877728 w 12192000"/>
              <a:gd name="connsiteY169" fmla="*/ 2101004 h 2237474"/>
              <a:gd name="connsiteX170" fmla="*/ 1759056 w 12192000"/>
              <a:gd name="connsiteY170" fmla="*/ 2125608 h 2237474"/>
              <a:gd name="connsiteX171" fmla="*/ 1637948 w 12192000"/>
              <a:gd name="connsiteY171" fmla="*/ 2172597 h 2237474"/>
              <a:gd name="connsiteX172" fmla="*/ 1434549 w 12192000"/>
              <a:gd name="connsiteY172" fmla="*/ 2234522 h 2237474"/>
              <a:gd name="connsiteX173" fmla="*/ 1398481 w 12192000"/>
              <a:gd name="connsiteY173" fmla="*/ 2237074 h 2237474"/>
              <a:gd name="connsiteX174" fmla="*/ 1398407 w 12192000"/>
              <a:gd name="connsiteY174" fmla="*/ 2237095 h 2237474"/>
              <a:gd name="connsiteX175" fmla="*/ 1370962 w 12192000"/>
              <a:gd name="connsiteY175" fmla="*/ 2237474 h 2237474"/>
              <a:gd name="connsiteX176" fmla="*/ 1356367 w 12192000"/>
              <a:gd name="connsiteY176" fmla="*/ 2235089 h 2237474"/>
              <a:gd name="connsiteX177" fmla="*/ 1324828 w 12192000"/>
              <a:gd name="connsiteY177" fmla="*/ 2231968 h 2237474"/>
              <a:gd name="connsiteX178" fmla="*/ 1297744 w 12192000"/>
              <a:gd name="connsiteY178" fmla="*/ 2235849 h 2237474"/>
              <a:gd name="connsiteX179" fmla="*/ 1286236 w 12192000"/>
              <a:gd name="connsiteY179" fmla="*/ 2233135 h 2237474"/>
              <a:gd name="connsiteX180" fmla="*/ 1283504 w 12192000"/>
              <a:gd name="connsiteY180" fmla="*/ 2233797 h 2237474"/>
              <a:gd name="connsiteX181" fmla="*/ 1279765 w 12192000"/>
              <a:gd name="connsiteY181" fmla="*/ 2229639 h 2237474"/>
              <a:gd name="connsiteX182" fmla="*/ 1195347 w 12192000"/>
              <a:gd name="connsiteY182" fmla="*/ 2212354 h 2237474"/>
              <a:gd name="connsiteX183" fmla="*/ 970251 w 12192000"/>
              <a:gd name="connsiteY183" fmla="*/ 2221029 h 2237474"/>
              <a:gd name="connsiteX184" fmla="*/ 812914 w 12192000"/>
              <a:gd name="connsiteY184" fmla="*/ 2202752 h 2237474"/>
              <a:gd name="connsiteX185" fmla="*/ 800195 w 12192000"/>
              <a:gd name="connsiteY185" fmla="*/ 2209407 h 2237474"/>
              <a:gd name="connsiteX186" fmla="*/ 784978 w 12192000"/>
              <a:gd name="connsiteY186" fmla="*/ 2212360 h 2237474"/>
              <a:gd name="connsiteX187" fmla="*/ 681987 w 12192000"/>
              <a:gd name="connsiteY187" fmla="*/ 2216757 h 2237474"/>
              <a:gd name="connsiteX188" fmla="*/ 669923 w 12192000"/>
              <a:gd name="connsiteY188" fmla="*/ 2211682 h 2237474"/>
              <a:gd name="connsiteX189" fmla="*/ 648680 w 12192000"/>
              <a:gd name="connsiteY189" fmla="*/ 2206229 h 2237474"/>
              <a:gd name="connsiteX190" fmla="*/ 597225 w 12192000"/>
              <a:gd name="connsiteY190" fmla="*/ 2180999 h 2237474"/>
              <a:gd name="connsiteX191" fmla="*/ 558449 w 12192000"/>
              <a:gd name="connsiteY191" fmla="*/ 2182346 h 2237474"/>
              <a:gd name="connsiteX192" fmla="*/ 550517 w 12192000"/>
              <a:gd name="connsiteY192" fmla="*/ 2182060 h 2237474"/>
              <a:gd name="connsiteX193" fmla="*/ 550309 w 12192000"/>
              <a:gd name="connsiteY193" fmla="*/ 2181825 h 2237474"/>
              <a:gd name="connsiteX194" fmla="*/ 541836 w 12192000"/>
              <a:gd name="connsiteY194" fmla="*/ 2181063 h 2237474"/>
              <a:gd name="connsiteX195" fmla="*/ 536057 w 12192000"/>
              <a:gd name="connsiteY195" fmla="*/ 2181537 h 2237474"/>
              <a:gd name="connsiteX196" fmla="*/ 520671 w 12192000"/>
              <a:gd name="connsiteY196" fmla="*/ 2180980 h 2237474"/>
              <a:gd name="connsiteX197" fmla="*/ 515024 w 12192000"/>
              <a:gd name="connsiteY197" fmla="*/ 2179258 h 2237474"/>
              <a:gd name="connsiteX198" fmla="*/ 512278 w 12192000"/>
              <a:gd name="connsiteY198" fmla="*/ 2176369 h 2237474"/>
              <a:gd name="connsiteX199" fmla="*/ 480419 w 12192000"/>
              <a:gd name="connsiteY199" fmla="*/ 2167807 h 2237474"/>
              <a:gd name="connsiteX200" fmla="*/ 413835 w 12192000"/>
              <a:gd name="connsiteY200" fmla="*/ 2156783 h 2237474"/>
              <a:gd name="connsiteX201" fmla="*/ 376513 w 12192000"/>
              <a:gd name="connsiteY201" fmla="*/ 2154014 h 2237474"/>
              <a:gd name="connsiteX202" fmla="*/ 273386 w 12192000"/>
              <a:gd name="connsiteY202" fmla="*/ 2142551 h 2237474"/>
              <a:gd name="connsiteX203" fmla="*/ 169207 w 12192000"/>
              <a:gd name="connsiteY203" fmla="*/ 2128100 h 2237474"/>
              <a:gd name="connsiteX204" fmla="*/ 93149 w 12192000"/>
              <a:gd name="connsiteY204" fmla="*/ 2105324 h 2237474"/>
              <a:gd name="connsiteX205" fmla="*/ 88109 w 12192000"/>
              <a:gd name="connsiteY205" fmla="*/ 2106704 h 2237474"/>
              <a:gd name="connsiteX206" fmla="*/ 80022 w 12192000"/>
              <a:gd name="connsiteY206" fmla="*/ 2107254 h 2237474"/>
              <a:gd name="connsiteX207" fmla="*/ 79717 w 12192000"/>
              <a:gd name="connsiteY207" fmla="*/ 2107046 h 2237474"/>
              <a:gd name="connsiteX208" fmla="*/ 72352 w 12192000"/>
              <a:gd name="connsiteY208" fmla="*/ 2107991 h 2237474"/>
              <a:gd name="connsiteX209" fmla="*/ 37645 w 12192000"/>
              <a:gd name="connsiteY209" fmla="*/ 2115401 h 2237474"/>
              <a:gd name="connsiteX210" fmla="*/ 4572 w 12192000"/>
              <a:gd name="connsiteY210" fmla="*/ 2111091 h 2237474"/>
              <a:gd name="connsiteX211" fmla="*/ 0 w 12192000"/>
              <a:gd name="connsiteY211" fmla="*/ 2110468 h 2237474"/>
              <a:gd name="connsiteX212" fmla="*/ 0 w 12192000"/>
              <a:gd name="connsiteY21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00177 w 12192000"/>
              <a:gd name="connsiteY75" fmla="*/ 1636016 h 2237474"/>
              <a:gd name="connsiteX76" fmla="*/ 6795372 w 12192000"/>
              <a:gd name="connsiteY76" fmla="*/ 1644845 h 2237474"/>
              <a:gd name="connsiteX77" fmla="*/ 6692251 w 12192000"/>
              <a:gd name="connsiteY77" fmla="*/ 1656357 h 2237474"/>
              <a:gd name="connsiteX78" fmla="*/ 6655235 w 12192000"/>
              <a:gd name="connsiteY78" fmla="*/ 1661869 h 2237474"/>
              <a:gd name="connsiteX79" fmla="*/ 6554894 w 12192000"/>
              <a:gd name="connsiteY79" fmla="*/ 1664428 h 2237474"/>
              <a:gd name="connsiteX80" fmla="*/ 6516595 w 12192000"/>
              <a:gd name="connsiteY80" fmla="*/ 1667475 h 2237474"/>
              <a:gd name="connsiteX81" fmla="*/ 6508541 w 12192000"/>
              <a:gd name="connsiteY81" fmla="*/ 1668757 h 2237474"/>
              <a:gd name="connsiteX82" fmla="*/ 6471012 w 12192000"/>
              <a:gd name="connsiteY82" fmla="*/ 1678604 h 2237474"/>
              <a:gd name="connsiteX83" fmla="*/ 6415265 w 12192000"/>
              <a:gd name="connsiteY83" fmla="*/ 1665317 h 2237474"/>
              <a:gd name="connsiteX84" fmla="*/ 6364035 w 12192000"/>
              <a:gd name="connsiteY84" fmla="*/ 1667683 h 2237474"/>
              <a:gd name="connsiteX85" fmla="*/ 6280959 w 12192000"/>
              <a:gd name="connsiteY85" fmla="*/ 1689329 h 2237474"/>
              <a:gd name="connsiteX86" fmla="*/ 6243319 w 12192000"/>
              <a:gd name="connsiteY86" fmla="*/ 1695560 h 2237474"/>
              <a:gd name="connsiteX87" fmla="*/ 6098321 w 12192000"/>
              <a:gd name="connsiteY87" fmla="*/ 1721646 h 2237474"/>
              <a:gd name="connsiteX88" fmla="*/ 5880652 w 12192000"/>
              <a:gd name="connsiteY88" fmla="*/ 1779643 h 2237474"/>
              <a:gd name="connsiteX89" fmla="*/ 5785959 w 12192000"/>
              <a:gd name="connsiteY89" fmla="*/ 1775307 h 2237474"/>
              <a:gd name="connsiteX90" fmla="*/ 5643534 w 12192000"/>
              <a:gd name="connsiteY90" fmla="*/ 1802919 h 2237474"/>
              <a:gd name="connsiteX91" fmla="*/ 5518799 w 12192000"/>
              <a:gd name="connsiteY91" fmla="*/ 1818312 h 2237474"/>
              <a:gd name="connsiteX92" fmla="*/ 5505014 w 12192000"/>
              <a:gd name="connsiteY92" fmla="*/ 1819259 h 2237474"/>
              <a:gd name="connsiteX93" fmla="*/ 5453307 w 12192000"/>
              <a:gd name="connsiteY93" fmla="*/ 1815450 h 2237474"/>
              <a:gd name="connsiteX94" fmla="*/ 5364192 w 12192000"/>
              <a:gd name="connsiteY94" fmla="*/ 1826074 h 2237474"/>
              <a:gd name="connsiteX95" fmla="*/ 5350380 w 12192000"/>
              <a:gd name="connsiteY95" fmla="*/ 1830891 h 2237474"/>
              <a:gd name="connsiteX96" fmla="*/ 5259633 w 12192000"/>
              <a:gd name="connsiteY96" fmla="*/ 1837160 h 2237474"/>
              <a:gd name="connsiteX97" fmla="*/ 5197513 w 12192000"/>
              <a:gd name="connsiteY97" fmla="*/ 1844718 h 2237474"/>
              <a:gd name="connsiteX98" fmla="*/ 5168852 w 12192000"/>
              <a:gd name="connsiteY98" fmla="*/ 1844846 h 2237474"/>
              <a:gd name="connsiteX99" fmla="*/ 5114927 w 12192000"/>
              <a:gd name="connsiteY99" fmla="*/ 1847827 h 2237474"/>
              <a:gd name="connsiteX100" fmla="*/ 5108970 w 12192000"/>
              <a:gd name="connsiteY100" fmla="*/ 1847935 h 2237474"/>
              <a:gd name="connsiteX101" fmla="*/ 5067961 w 12192000"/>
              <a:gd name="connsiteY101" fmla="*/ 1845917 h 2237474"/>
              <a:gd name="connsiteX102" fmla="*/ 5007075 w 12192000"/>
              <a:gd name="connsiteY102" fmla="*/ 1838626 h 2237474"/>
              <a:gd name="connsiteX103" fmla="*/ 4944087 w 12192000"/>
              <a:gd name="connsiteY103" fmla="*/ 1823332 h 2237474"/>
              <a:gd name="connsiteX104" fmla="*/ 4907662 w 12192000"/>
              <a:gd name="connsiteY104" fmla="*/ 1816900 h 2237474"/>
              <a:gd name="connsiteX105" fmla="*/ 4882386 w 12192000"/>
              <a:gd name="connsiteY105" fmla="*/ 1809844 h 2237474"/>
              <a:gd name="connsiteX106" fmla="*/ 4811440 w 12192000"/>
              <a:gd name="connsiteY106" fmla="*/ 1804655 h 2237474"/>
              <a:gd name="connsiteX107" fmla="*/ 4691075 w 12192000"/>
              <a:gd name="connsiteY107" fmla="*/ 1801389 h 2237474"/>
              <a:gd name="connsiteX108" fmla="*/ 4611738 w 12192000"/>
              <a:gd name="connsiteY108" fmla="*/ 1776964 h 2237474"/>
              <a:gd name="connsiteX109" fmla="*/ 4560070 w 12192000"/>
              <a:gd name="connsiteY109" fmla="*/ 1785640 h 2237474"/>
              <a:gd name="connsiteX110" fmla="*/ 4536503 w 12192000"/>
              <a:gd name="connsiteY110" fmla="*/ 1785334 h 2237474"/>
              <a:gd name="connsiteX111" fmla="*/ 4513724 w 12192000"/>
              <a:gd name="connsiteY111" fmla="*/ 1791996 h 2237474"/>
              <a:gd name="connsiteX112" fmla="*/ 4459810 w 12192000"/>
              <a:gd name="connsiteY112" fmla="*/ 1797886 h 2237474"/>
              <a:gd name="connsiteX113" fmla="*/ 4379064 w 12192000"/>
              <a:gd name="connsiteY113" fmla="*/ 1817177 h 2237474"/>
              <a:gd name="connsiteX114" fmla="*/ 4319209 w 12192000"/>
              <a:gd name="connsiteY114" fmla="*/ 1834833 h 2237474"/>
              <a:gd name="connsiteX115" fmla="*/ 4290981 w 12192000"/>
              <a:gd name="connsiteY115" fmla="*/ 1839677 h 2237474"/>
              <a:gd name="connsiteX116" fmla="*/ 4285792 w 12192000"/>
              <a:gd name="connsiteY116" fmla="*/ 1836231 h 2237474"/>
              <a:gd name="connsiteX117" fmla="*/ 4238372 w 12192000"/>
              <a:gd name="connsiteY117" fmla="*/ 1851480 h 2237474"/>
              <a:gd name="connsiteX118" fmla="*/ 4232517 w 12192000"/>
              <a:gd name="connsiteY118" fmla="*/ 1852567 h 2237474"/>
              <a:gd name="connsiteX119" fmla="*/ 4191732 w 12192000"/>
              <a:gd name="connsiteY119" fmla="*/ 1857328 h 2237474"/>
              <a:gd name="connsiteX120" fmla="*/ 4065532 w 12192000"/>
              <a:gd name="connsiteY120" fmla="*/ 1855477 h 2237474"/>
              <a:gd name="connsiteX121" fmla="*/ 4028460 w 12192000"/>
              <a:gd name="connsiteY121" fmla="*/ 1855137 h 2237474"/>
              <a:gd name="connsiteX122" fmla="*/ 4002267 w 12192000"/>
              <a:gd name="connsiteY122" fmla="*/ 1852352 h 2237474"/>
              <a:gd name="connsiteX123" fmla="*/ 3931396 w 12192000"/>
              <a:gd name="connsiteY123" fmla="*/ 1858915 h 2237474"/>
              <a:gd name="connsiteX124" fmla="*/ 3812162 w 12192000"/>
              <a:gd name="connsiteY124" fmla="*/ 1875501 h 2237474"/>
              <a:gd name="connsiteX125" fmla="*/ 3729530 w 12192000"/>
              <a:gd name="connsiteY125" fmla="*/ 1864513 h 2237474"/>
              <a:gd name="connsiteX126" fmla="*/ 3680177 w 12192000"/>
              <a:gd name="connsiteY126" fmla="*/ 1881552 h 2237474"/>
              <a:gd name="connsiteX127" fmla="*/ 3567259 w 12192000"/>
              <a:gd name="connsiteY127" fmla="*/ 1893482 h 2237474"/>
              <a:gd name="connsiteX128" fmla="*/ 3405770 w 12192000"/>
              <a:gd name="connsiteY128" fmla="*/ 1904591 h 2237474"/>
              <a:gd name="connsiteX129" fmla="*/ 3280097 w 12192000"/>
              <a:gd name="connsiteY129" fmla="*/ 1919610 h 2237474"/>
              <a:gd name="connsiteX130" fmla="*/ 3123424 w 12192000"/>
              <a:gd name="connsiteY130" fmla="*/ 1952930 h 2237474"/>
              <a:gd name="connsiteX131" fmla="*/ 3009910 w 12192000"/>
              <a:gd name="connsiteY131" fmla="*/ 1957866 h 2237474"/>
              <a:gd name="connsiteX132" fmla="*/ 2995934 w 12192000"/>
              <a:gd name="connsiteY132" fmla="*/ 1967085 h 2237474"/>
              <a:gd name="connsiteX133" fmla="*/ 2980071 w 12192000"/>
              <a:gd name="connsiteY133" fmla="*/ 1972988 h 2237474"/>
              <a:gd name="connsiteX134" fmla="*/ 2978094 w 12192000"/>
              <a:gd name="connsiteY134" fmla="*/ 1972369 h 2237474"/>
              <a:gd name="connsiteX135" fmla="*/ 2942858 w 12192000"/>
              <a:gd name="connsiteY135" fmla="*/ 1981367 h 2237474"/>
              <a:gd name="connsiteX136" fmla="*/ 2875436 w 12192000"/>
              <a:gd name="connsiteY136" fmla="*/ 1996977 h 2237474"/>
              <a:gd name="connsiteX137" fmla="*/ 2874892 w 12192000"/>
              <a:gd name="connsiteY137" fmla="*/ 1996085 h 2237474"/>
              <a:gd name="connsiteX138" fmla="*/ 2864145 w 12192000"/>
              <a:gd name="connsiteY138" fmla="*/ 1994061 h 2237474"/>
              <a:gd name="connsiteX139" fmla="*/ 2843662 w 12192000"/>
              <a:gd name="connsiteY139" fmla="*/ 1992498 h 2237474"/>
              <a:gd name="connsiteX140" fmla="*/ 2796128 w 12192000"/>
              <a:gd name="connsiteY140" fmla="*/ 1976403 h 2237474"/>
              <a:gd name="connsiteX141" fmla="*/ 2756784 w 12192000"/>
              <a:gd name="connsiteY141" fmla="*/ 1985116 h 2237474"/>
              <a:gd name="connsiteX142" fmla="*/ 2748833 w 12192000"/>
              <a:gd name="connsiteY142" fmla="*/ 1986323 h 2237474"/>
              <a:gd name="connsiteX143" fmla="*/ 2748661 w 12192000"/>
              <a:gd name="connsiteY143" fmla="*/ 1986122 h 2237474"/>
              <a:gd name="connsiteX144" fmla="*/ 2740251 w 12192000"/>
              <a:gd name="connsiteY144" fmla="*/ 1986946 h 2237474"/>
              <a:gd name="connsiteX145" fmla="*/ 2718916 w 12192000"/>
              <a:gd name="connsiteY145" fmla="*/ 1990867 h 2237474"/>
              <a:gd name="connsiteX146" fmla="*/ 2713522 w 12192000"/>
              <a:gd name="connsiteY146" fmla="*/ 1990173 h 2237474"/>
              <a:gd name="connsiteX147" fmla="*/ 2680597 w 12192000"/>
              <a:gd name="connsiteY147" fmla="*/ 1984996 h 2237474"/>
              <a:gd name="connsiteX148" fmla="*/ 2578178 w 12192000"/>
              <a:gd name="connsiteY148" fmla="*/ 1990531 h 2237474"/>
              <a:gd name="connsiteX149" fmla="*/ 2476147 w 12192000"/>
              <a:gd name="connsiteY149" fmla="*/ 1998305 h 2237474"/>
              <a:gd name="connsiteX150" fmla="*/ 2373568 w 12192000"/>
              <a:gd name="connsiteY150" fmla="*/ 2003219 h 2237474"/>
              <a:gd name="connsiteX151" fmla="*/ 2321399 w 12192000"/>
              <a:gd name="connsiteY151" fmla="*/ 1989467 h 2237474"/>
              <a:gd name="connsiteX152" fmla="*/ 2315525 w 12192000"/>
              <a:gd name="connsiteY152" fmla="*/ 1989708 h 2237474"/>
              <a:gd name="connsiteX153" fmla="*/ 2300792 w 12192000"/>
              <a:gd name="connsiteY153" fmla="*/ 1994290 h 2237474"/>
              <a:gd name="connsiteX154" fmla="*/ 2295469 w 12192000"/>
              <a:gd name="connsiteY154" fmla="*/ 1996659 h 2237474"/>
              <a:gd name="connsiteX155" fmla="*/ 2287219 w 12192000"/>
              <a:gd name="connsiteY155" fmla="*/ 1998750 h 2237474"/>
              <a:gd name="connsiteX156" fmla="*/ 2286948 w 12192000"/>
              <a:gd name="connsiteY156" fmla="*/ 1998596 h 2237474"/>
              <a:gd name="connsiteX157" fmla="*/ 2243069 w 12192000"/>
              <a:gd name="connsiteY157" fmla="*/ 2015111 h 2237474"/>
              <a:gd name="connsiteX158" fmla="*/ 2186609 w 12192000"/>
              <a:gd name="connsiteY158" fmla="*/ 2008263 h 2237474"/>
              <a:gd name="connsiteX159" fmla="*/ 2164831 w 12192000"/>
              <a:gd name="connsiteY159" fmla="*/ 2010143 h 2237474"/>
              <a:gd name="connsiteX160" fmla="*/ 2152836 w 12192000"/>
              <a:gd name="connsiteY160" fmla="*/ 2010048 h 2237474"/>
              <a:gd name="connsiteX161" fmla="*/ 2117102 w 12192000"/>
              <a:gd name="connsiteY161" fmla="*/ 2023004 h 2237474"/>
              <a:gd name="connsiteX162" fmla="*/ 2111935 w 12192000"/>
              <a:gd name="connsiteY162" fmla="*/ 2023163 h 2237474"/>
              <a:gd name="connsiteX163" fmla="*/ 2089991 w 12192000"/>
              <a:gd name="connsiteY163" fmla="*/ 2034193 h 2237474"/>
              <a:gd name="connsiteX164" fmla="*/ 2058061 w 12192000"/>
              <a:gd name="connsiteY164" fmla="*/ 2047942 h 2237474"/>
              <a:gd name="connsiteX165" fmla="*/ 2055737 w 12192000"/>
              <a:gd name="connsiteY165" fmla="*/ 2047704 h 2237474"/>
              <a:gd name="connsiteX166" fmla="*/ 2042244 w 12192000"/>
              <a:gd name="connsiteY166" fmla="*/ 2055560 h 2237474"/>
              <a:gd name="connsiteX167" fmla="*/ 1976224 w 12192000"/>
              <a:gd name="connsiteY167" fmla="*/ 2074257 h 2237474"/>
              <a:gd name="connsiteX168" fmla="*/ 1877728 w 12192000"/>
              <a:gd name="connsiteY168" fmla="*/ 2101004 h 2237474"/>
              <a:gd name="connsiteX169" fmla="*/ 1759056 w 12192000"/>
              <a:gd name="connsiteY169" fmla="*/ 2125608 h 2237474"/>
              <a:gd name="connsiteX170" fmla="*/ 1637948 w 12192000"/>
              <a:gd name="connsiteY170" fmla="*/ 2172597 h 2237474"/>
              <a:gd name="connsiteX171" fmla="*/ 1434549 w 12192000"/>
              <a:gd name="connsiteY171" fmla="*/ 2234522 h 2237474"/>
              <a:gd name="connsiteX172" fmla="*/ 1398481 w 12192000"/>
              <a:gd name="connsiteY172" fmla="*/ 2237074 h 2237474"/>
              <a:gd name="connsiteX173" fmla="*/ 1398407 w 12192000"/>
              <a:gd name="connsiteY173" fmla="*/ 2237095 h 2237474"/>
              <a:gd name="connsiteX174" fmla="*/ 1370962 w 12192000"/>
              <a:gd name="connsiteY174" fmla="*/ 2237474 h 2237474"/>
              <a:gd name="connsiteX175" fmla="*/ 1356367 w 12192000"/>
              <a:gd name="connsiteY175" fmla="*/ 2235089 h 2237474"/>
              <a:gd name="connsiteX176" fmla="*/ 1324828 w 12192000"/>
              <a:gd name="connsiteY176" fmla="*/ 2231968 h 2237474"/>
              <a:gd name="connsiteX177" fmla="*/ 1297744 w 12192000"/>
              <a:gd name="connsiteY177" fmla="*/ 2235849 h 2237474"/>
              <a:gd name="connsiteX178" fmla="*/ 1286236 w 12192000"/>
              <a:gd name="connsiteY178" fmla="*/ 2233135 h 2237474"/>
              <a:gd name="connsiteX179" fmla="*/ 1283504 w 12192000"/>
              <a:gd name="connsiteY179" fmla="*/ 2233797 h 2237474"/>
              <a:gd name="connsiteX180" fmla="*/ 1279765 w 12192000"/>
              <a:gd name="connsiteY180" fmla="*/ 2229639 h 2237474"/>
              <a:gd name="connsiteX181" fmla="*/ 1195347 w 12192000"/>
              <a:gd name="connsiteY181" fmla="*/ 2212354 h 2237474"/>
              <a:gd name="connsiteX182" fmla="*/ 970251 w 12192000"/>
              <a:gd name="connsiteY182" fmla="*/ 2221029 h 2237474"/>
              <a:gd name="connsiteX183" fmla="*/ 812914 w 12192000"/>
              <a:gd name="connsiteY183" fmla="*/ 2202752 h 2237474"/>
              <a:gd name="connsiteX184" fmla="*/ 800195 w 12192000"/>
              <a:gd name="connsiteY184" fmla="*/ 2209407 h 2237474"/>
              <a:gd name="connsiteX185" fmla="*/ 784978 w 12192000"/>
              <a:gd name="connsiteY185" fmla="*/ 2212360 h 2237474"/>
              <a:gd name="connsiteX186" fmla="*/ 681987 w 12192000"/>
              <a:gd name="connsiteY186" fmla="*/ 2216757 h 2237474"/>
              <a:gd name="connsiteX187" fmla="*/ 669923 w 12192000"/>
              <a:gd name="connsiteY187" fmla="*/ 2211682 h 2237474"/>
              <a:gd name="connsiteX188" fmla="*/ 648680 w 12192000"/>
              <a:gd name="connsiteY188" fmla="*/ 2206229 h 2237474"/>
              <a:gd name="connsiteX189" fmla="*/ 597225 w 12192000"/>
              <a:gd name="connsiteY189" fmla="*/ 2180999 h 2237474"/>
              <a:gd name="connsiteX190" fmla="*/ 558449 w 12192000"/>
              <a:gd name="connsiteY190" fmla="*/ 2182346 h 2237474"/>
              <a:gd name="connsiteX191" fmla="*/ 550517 w 12192000"/>
              <a:gd name="connsiteY191" fmla="*/ 2182060 h 2237474"/>
              <a:gd name="connsiteX192" fmla="*/ 550309 w 12192000"/>
              <a:gd name="connsiteY192" fmla="*/ 2181825 h 2237474"/>
              <a:gd name="connsiteX193" fmla="*/ 541836 w 12192000"/>
              <a:gd name="connsiteY193" fmla="*/ 2181063 h 2237474"/>
              <a:gd name="connsiteX194" fmla="*/ 536057 w 12192000"/>
              <a:gd name="connsiteY194" fmla="*/ 2181537 h 2237474"/>
              <a:gd name="connsiteX195" fmla="*/ 520671 w 12192000"/>
              <a:gd name="connsiteY195" fmla="*/ 2180980 h 2237474"/>
              <a:gd name="connsiteX196" fmla="*/ 515024 w 12192000"/>
              <a:gd name="connsiteY196" fmla="*/ 2179258 h 2237474"/>
              <a:gd name="connsiteX197" fmla="*/ 512278 w 12192000"/>
              <a:gd name="connsiteY197" fmla="*/ 2176369 h 2237474"/>
              <a:gd name="connsiteX198" fmla="*/ 480419 w 12192000"/>
              <a:gd name="connsiteY198" fmla="*/ 2167807 h 2237474"/>
              <a:gd name="connsiteX199" fmla="*/ 413835 w 12192000"/>
              <a:gd name="connsiteY199" fmla="*/ 2156783 h 2237474"/>
              <a:gd name="connsiteX200" fmla="*/ 376513 w 12192000"/>
              <a:gd name="connsiteY200" fmla="*/ 2154014 h 2237474"/>
              <a:gd name="connsiteX201" fmla="*/ 273386 w 12192000"/>
              <a:gd name="connsiteY201" fmla="*/ 2142551 h 2237474"/>
              <a:gd name="connsiteX202" fmla="*/ 169207 w 12192000"/>
              <a:gd name="connsiteY202" fmla="*/ 2128100 h 2237474"/>
              <a:gd name="connsiteX203" fmla="*/ 93149 w 12192000"/>
              <a:gd name="connsiteY203" fmla="*/ 2105324 h 2237474"/>
              <a:gd name="connsiteX204" fmla="*/ 88109 w 12192000"/>
              <a:gd name="connsiteY204" fmla="*/ 2106704 h 2237474"/>
              <a:gd name="connsiteX205" fmla="*/ 80022 w 12192000"/>
              <a:gd name="connsiteY205" fmla="*/ 2107254 h 2237474"/>
              <a:gd name="connsiteX206" fmla="*/ 79717 w 12192000"/>
              <a:gd name="connsiteY206" fmla="*/ 2107046 h 2237474"/>
              <a:gd name="connsiteX207" fmla="*/ 72352 w 12192000"/>
              <a:gd name="connsiteY207" fmla="*/ 2107991 h 2237474"/>
              <a:gd name="connsiteX208" fmla="*/ 37645 w 12192000"/>
              <a:gd name="connsiteY208" fmla="*/ 2115401 h 2237474"/>
              <a:gd name="connsiteX209" fmla="*/ 4572 w 12192000"/>
              <a:gd name="connsiteY209" fmla="*/ 2111091 h 2237474"/>
              <a:gd name="connsiteX210" fmla="*/ 0 w 12192000"/>
              <a:gd name="connsiteY210" fmla="*/ 2110468 h 2237474"/>
              <a:gd name="connsiteX211" fmla="*/ 0 w 12192000"/>
              <a:gd name="connsiteY21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97365 w 12192000"/>
              <a:gd name="connsiteY46" fmla="*/ 1105869 h 2237474"/>
              <a:gd name="connsiteX47" fmla="*/ 8665605 w 12192000"/>
              <a:gd name="connsiteY47" fmla="*/ 1110791 h 2237474"/>
              <a:gd name="connsiteX48" fmla="*/ 8584946 w 12192000"/>
              <a:gd name="connsiteY48" fmla="*/ 1135226 h 2237474"/>
              <a:gd name="connsiteX49" fmla="*/ 8460755 w 12192000"/>
              <a:gd name="connsiteY49" fmla="*/ 1203427 h 2237474"/>
              <a:gd name="connsiteX50" fmla="*/ 8419755 w 12192000"/>
              <a:gd name="connsiteY50" fmla="*/ 1216260 h 2237474"/>
              <a:gd name="connsiteX51" fmla="*/ 8411626 w 12192000"/>
              <a:gd name="connsiteY51" fmla="*/ 1214397 h 2237474"/>
              <a:gd name="connsiteX52" fmla="*/ 8363469 w 12192000"/>
              <a:gd name="connsiteY52" fmla="*/ 1246658 h 2237474"/>
              <a:gd name="connsiteX53" fmla="*/ 8275497 w 12192000"/>
              <a:gd name="connsiteY53" fmla="*/ 1264396 h 2237474"/>
              <a:gd name="connsiteX54" fmla="*/ 8206287 w 12192000"/>
              <a:gd name="connsiteY54" fmla="*/ 1273060 h 2237474"/>
              <a:gd name="connsiteX55" fmla="*/ 8168705 w 12192000"/>
              <a:gd name="connsiteY55" fmla="*/ 1279956 h 2237474"/>
              <a:gd name="connsiteX56" fmla="*/ 8139997 w 12192000"/>
              <a:gd name="connsiteY56" fmla="*/ 1282713 h 2237474"/>
              <a:gd name="connsiteX57" fmla="*/ 8074238 w 12192000"/>
              <a:gd name="connsiteY57" fmla="*/ 1301895 h 2237474"/>
              <a:gd name="connsiteX58" fmla="*/ 7968292 w 12192000"/>
              <a:gd name="connsiteY58" fmla="*/ 1338779 h 2237474"/>
              <a:gd name="connsiteX59" fmla="*/ 7945122 w 12192000"/>
              <a:gd name="connsiteY59" fmla="*/ 1345477 h 2237474"/>
              <a:gd name="connsiteX60" fmla="*/ 7902328 w 12192000"/>
              <a:gd name="connsiteY60" fmla="*/ 1345865 h 2237474"/>
              <a:gd name="connsiteX61" fmla="*/ 7875879 w 12192000"/>
              <a:gd name="connsiteY61" fmla="*/ 1345646 h 2237474"/>
              <a:gd name="connsiteX62" fmla="*/ 7840612 w 12192000"/>
              <a:gd name="connsiteY62" fmla="*/ 1369373 h 2237474"/>
              <a:gd name="connsiteX63" fmla="*/ 7786819 w 12192000"/>
              <a:gd name="connsiteY63" fmla="*/ 1378970 h 2237474"/>
              <a:gd name="connsiteX64" fmla="*/ 7548172 w 12192000"/>
              <a:gd name="connsiteY64" fmla="*/ 1417460 h 2237474"/>
              <a:gd name="connsiteX65" fmla="*/ 7483437 w 12192000"/>
              <a:gd name="connsiteY65" fmla="*/ 1478152 h 2237474"/>
              <a:gd name="connsiteX66" fmla="*/ 7377870 w 12192000"/>
              <a:gd name="connsiteY66" fmla="*/ 1523319 h 2237474"/>
              <a:gd name="connsiteX67" fmla="*/ 7230737 w 12192000"/>
              <a:gd name="connsiteY67" fmla="*/ 1562633 h 2237474"/>
              <a:gd name="connsiteX68" fmla="*/ 7224458 w 12192000"/>
              <a:gd name="connsiteY68" fmla="*/ 1573008 h 2237474"/>
              <a:gd name="connsiteX69" fmla="*/ 7183121 w 12192000"/>
              <a:gd name="connsiteY69" fmla="*/ 1595162 h 2237474"/>
              <a:gd name="connsiteX70" fmla="*/ 7164601 w 12192000"/>
              <a:gd name="connsiteY70" fmla="*/ 1606490 h 2237474"/>
              <a:gd name="connsiteX71" fmla="*/ 7092727 w 12192000"/>
              <a:gd name="connsiteY71" fmla="*/ 1623628 h 2237474"/>
              <a:gd name="connsiteX72" fmla="*/ 7031309 w 12192000"/>
              <a:gd name="connsiteY72" fmla="*/ 1619451 h 2237474"/>
              <a:gd name="connsiteX73" fmla="*/ 6999084 w 12192000"/>
              <a:gd name="connsiteY73" fmla="*/ 1634317 h 2237474"/>
              <a:gd name="connsiteX74" fmla="*/ 6992107 w 12192000"/>
              <a:gd name="connsiteY74" fmla="*/ 1636860 h 2237474"/>
              <a:gd name="connsiteX75" fmla="*/ 6900177 w 12192000"/>
              <a:gd name="connsiteY75" fmla="*/ 1636016 h 2237474"/>
              <a:gd name="connsiteX76" fmla="*/ 6795372 w 12192000"/>
              <a:gd name="connsiteY76" fmla="*/ 1644845 h 2237474"/>
              <a:gd name="connsiteX77" fmla="*/ 6692251 w 12192000"/>
              <a:gd name="connsiteY77" fmla="*/ 1656357 h 2237474"/>
              <a:gd name="connsiteX78" fmla="*/ 6655235 w 12192000"/>
              <a:gd name="connsiteY78" fmla="*/ 1661869 h 2237474"/>
              <a:gd name="connsiteX79" fmla="*/ 6554894 w 12192000"/>
              <a:gd name="connsiteY79" fmla="*/ 1664428 h 2237474"/>
              <a:gd name="connsiteX80" fmla="*/ 6516595 w 12192000"/>
              <a:gd name="connsiteY80" fmla="*/ 1667475 h 2237474"/>
              <a:gd name="connsiteX81" fmla="*/ 6508541 w 12192000"/>
              <a:gd name="connsiteY81" fmla="*/ 1668757 h 2237474"/>
              <a:gd name="connsiteX82" fmla="*/ 6471012 w 12192000"/>
              <a:gd name="connsiteY82" fmla="*/ 1678604 h 2237474"/>
              <a:gd name="connsiteX83" fmla="*/ 6364035 w 12192000"/>
              <a:gd name="connsiteY83" fmla="*/ 1667683 h 2237474"/>
              <a:gd name="connsiteX84" fmla="*/ 6280959 w 12192000"/>
              <a:gd name="connsiteY84" fmla="*/ 1689329 h 2237474"/>
              <a:gd name="connsiteX85" fmla="*/ 6243319 w 12192000"/>
              <a:gd name="connsiteY85" fmla="*/ 1695560 h 2237474"/>
              <a:gd name="connsiteX86" fmla="*/ 6098321 w 12192000"/>
              <a:gd name="connsiteY86" fmla="*/ 1721646 h 2237474"/>
              <a:gd name="connsiteX87" fmla="*/ 5880652 w 12192000"/>
              <a:gd name="connsiteY87" fmla="*/ 1779643 h 2237474"/>
              <a:gd name="connsiteX88" fmla="*/ 5785959 w 12192000"/>
              <a:gd name="connsiteY88" fmla="*/ 1775307 h 2237474"/>
              <a:gd name="connsiteX89" fmla="*/ 5643534 w 12192000"/>
              <a:gd name="connsiteY89" fmla="*/ 1802919 h 2237474"/>
              <a:gd name="connsiteX90" fmla="*/ 5518799 w 12192000"/>
              <a:gd name="connsiteY90" fmla="*/ 1818312 h 2237474"/>
              <a:gd name="connsiteX91" fmla="*/ 5505014 w 12192000"/>
              <a:gd name="connsiteY91" fmla="*/ 1819259 h 2237474"/>
              <a:gd name="connsiteX92" fmla="*/ 5453307 w 12192000"/>
              <a:gd name="connsiteY92" fmla="*/ 1815450 h 2237474"/>
              <a:gd name="connsiteX93" fmla="*/ 5364192 w 12192000"/>
              <a:gd name="connsiteY93" fmla="*/ 1826074 h 2237474"/>
              <a:gd name="connsiteX94" fmla="*/ 5350380 w 12192000"/>
              <a:gd name="connsiteY94" fmla="*/ 1830891 h 2237474"/>
              <a:gd name="connsiteX95" fmla="*/ 5259633 w 12192000"/>
              <a:gd name="connsiteY95" fmla="*/ 1837160 h 2237474"/>
              <a:gd name="connsiteX96" fmla="*/ 5197513 w 12192000"/>
              <a:gd name="connsiteY96" fmla="*/ 1844718 h 2237474"/>
              <a:gd name="connsiteX97" fmla="*/ 5168852 w 12192000"/>
              <a:gd name="connsiteY97" fmla="*/ 1844846 h 2237474"/>
              <a:gd name="connsiteX98" fmla="*/ 5114927 w 12192000"/>
              <a:gd name="connsiteY98" fmla="*/ 1847827 h 2237474"/>
              <a:gd name="connsiteX99" fmla="*/ 5108970 w 12192000"/>
              <a:gd name="connsiteY99" fmla="*/ 1847935 h 2237474"/>
              <a:gd name="connsiteX100" fmla="*/ 5067961 w 12192000"/>
              <a:gd name="connsiteY100" fmla="*/ 1845917 h 2237474"/>
              <a:gd name="connsiteX101" fmla="*/ 5007075 w 12192000"/>
              <a:gd name="connsiteY101" fmla="*/ 1838626 h 2237474"/>
              <a:gd name="connsiteX102" fmla="*/ 4944087 w 12192000"/>
              <a:gd name="connsiteY102" fmla="*/ 1823332 h 2237474"/>
              <a:gd name="connsiteX103" fmla="*/ 4907662 w 12192000"/>
              <a:gd name="connsiteY103" fmla="*/ 1816900 h 2237474"/>
              <a:gd name="connsiteX104" fmla="*/ 4882386 w 12192000"/>
              <a:gd name="connsiteY104" fmla="*/ 1809844 h 2237474"/>
              <a:gd name="connsiteX105" fmla="*/ 4811440 w 12192000"/>
              <a:gd name="connsiteY105" fmla="*/ 1804655 h 2237474"/>
              <a:gd name="connsiteX106" fmla="*/ 4691075 w 12192000"/>
              <a:gd name="connsiteY106" fmla="*/ 1801389 h 2237474"/>
              <a:gd name="connsiteX107" fmla="*/ 4611738 w 12192000"/>
              <a:gd name="connsiteY107" fmla="*/ 1776964 h 2237474"/>
              <a:gd name="connsiteX108" fmla="*/ 4560070 w 12192000"/>
              <a:gd name="connsiteY108" fmla="*/ 1785640 h 2237474"/>
              <a:gd name="connsiteX109" fmla="*/ 4536503 w 12192000"/>
              <a:gd name="connsiteY109" fmla="*/ 1785334 h 2237474"/>
              <a:gd name="connsiteX110" fmla="*/ 4513724 w 12192000"/>
              <a:gd name="connsiteY110" fmla="*/ 1791996 h 2237474"/>
              <a:gd name="connsiteX111" fmla="*/ 4459810 w 12192000"/>
              <a:gd name="connsiteY111" fmla="*/ 1797886 h 2237474"/>
              <a:gd name="connsiteX112" fmla="*/ 4379064 w 12192000"/>
              <a:gd name="connsiteY112" fmla="*/ 1817177 h 2237474"/>
              <a:gd name="connsiteX113" fmla="*/ 4319209 w 12192000"/>
              <a:gd name="connsiteY113" fmla="*/ 1834833 h 2237474"/>
              <a:gd name="connsiteX114" fmla="*/ 4290981 w 12192000"/>
              <a:gd name="connsiteY114" fmla="*/ 1839677 h 2237474"/>
              <a:gd name="connsiteX115" fmla="*/ 4285792 w 12192000"/>
              <a:gd name="connsiteY115" fmla="*/ 1836231 h 2237474"/>
              <a:gd name="connsiteX116" fmla="*/ 4238372 w 12192000"/>
              <a:gd name="connsiteY116" fmla="*/ 1851480 h 2237474"/>
              <a:gd name="connsiteX117" fmla="*/ 4232517 w 12192000"/>
              <a:gd name="connsiteY117" fmla="*/ 1852567 h 2237474"/>
              <a:gd name="connsiteX118" fmla="*/ 4191732 w 12192000"/>
              <a:gd name="connsiteY118" fmla="*/ 1857328 h 2237474"/>
              <a:gd name="connsiteX119" fmla="*/ 4065532 w 12192000"/>
              <a:gd name="connsiteY119" fmla="*/ 1855477 h 2237474"/>
              <a:gd name="connsiteX120" fmla="*/ 4028460 w 12192000"/>
              <a:gd name="connsiteY120" fmla="*/ 1855137 h 2237474"/>
              <a:gd name="connsiteX121" fmla="*/ 4002267 w 12192000"/>
              <a:gd name="connsiteY121" fmla="*/ 1852352 h 2237474"/>
              <a:gd name="connsiteX122" fmla="*/ 3931396 w 12192000"/>
              <a:gd name="connsiteY122" fmla="*/ 1858915 h 2237474"/>
              <a:gd name="connsiteX123" fmla="*/ 3812162 w 12192000"/>
              <a:gd name="connsiteY123" fmla="*/ 1875501 h 2237474"/>
              <a:gd name="connsiteX124" fmla="*/ 3729530 w 12192000"/>
              <a:gd name="connsiteY124" fmla="*/ 1864513 h 2237474"/>
              <a:gd name="connsiteX125" fmla="*/ 3680177 w 12192000"/>
              <a:gd name="connsiteY125" fmla="*/ 1881552 h 2237474"/>
              <a:gd name="connsiteX126" fmla="*/ 3567259 w 12192000"/>
              <a:gd name="connsiteY126" fmla="*/ 1893482 h 2237474"/>
              <a:gd name="connsiteX127" fmla="*/ 3405770 w 12192000"/>
              <a:gd name="connsiteY127" fmla="*/ 1904591 h 2237474"/>
              <a:gd name="connsiteX128" fmla="*/ 3280097 w 12192000"/>
              <a:gd name="connsiteY128" fmla="*/ 1919610 h 2237474"/>
              <a:gd name="connsiteX129" fmla="*/ 3123424 w 12192000"/>
              <a:gd name="connsiteY129" fmla="*/ 1952930 h 2237474"/>
              <a:gd name="connsiteX130" fmla="*/ 3009910 w 12192000"/>
              <a:gd name="connsiteY130" fmla="*/ 1957866 h 2237474"/>
              <a:gd name="connsiteX131" fmla="*/ 2995934 w 12192000"/>
              <a:gd name="connsiteY131" fmla="*/ 1967085 h 2237474"/>
              <a:gd name="connsiteX132" fmla="*/ 2980071 w 12192000"/>
              <a:gd name="connsiteY132" fmla="*/ 1972988 h 2237474"/>
              <a:gd name="connsiteX133" fmla="*/ 2978094 w 12192000"/>
              <a:gd name="connsiteY133" fmla="*/ 1972369 h 2237474"/>
              <a:gd name="connsiteX134" fmla="*/ 2942858 w 12192000"/>
              <a:gd name="connsiteY134" fmla="*/ 1981367 h 2237474"/>
              <a:gd name="connsiteX135" fmla="*/ 2875436 w 12192000"/>
              <a:gd name="connsiteY135" fmla="*/ 1996977 h 2237474"/>
              <a:gd name="connsiteX136" fmla="*/ 2874892 w 12192000"/>
              <a:gd name="connsiteY136" fmla="*/ 1996085 h 2237474"/>
              <a:gd name="connsiteX137" fmla="*/ 2864145 w 12192000"/>
              <a:gd name="connsiteY137" fmla="*/ 1994061 h 2237474"/>
              <a:gd name="connsiteX138" fmla="*/ 2843662 w 12192000"/>
              <a:gd name="connsiteY138" fmla="*/ 1992498 h 2237474"/>
              <a:gd name="connsiteX139" fmla="*/ 2796128 w 12192000"/>
              <a:gd name="connsiteY139" fmla="*/ 1976403 h 2237474"/>
              <a:gd name="connsiteX140" fmla="*/ 2756784 w 12192000"/>
              <a:gd name="connsiteY140" fmla="*/ 1985116 h 2237474"/>
              <a:gd name="connsiteX141" fmla="*/ 2748833 w 12192000"/>
              <a:gd name="connsiteY141" fmla="*/ 1986323 h 2237474"/>
              <a:gd name="connsiteX142" fmla="*/ 2748661 w 12192000"/>
              <a:gd name="connsiteY142" fmla="*/ 1986122 h 2237474"/>
              <a:gd name="connsiteX143" fmla="*/ 2740251 w 12192000"/>
              <a:gd name="connsiteY143" fmla="*/ 1986946 h 2237474"/>
              <a:gd name="connsiteX144" fmla="*/ 2718916 w 12192000"/>
              <a:gd name="connsiteY144" fmla="*/ 1990867 h 2237474"/>
              <a:gd name="connsiteX145" fmla="*/ 2713522 w 12192000"/>
              <a:gd name="connsiteY145" fmla="*/ 1990173 h 2237474"/>
              <a:gd name="connsiteX146" fmla="*/ 2680597 w 12192000"/>
              <a:gd name="connsiteY146" fmla="*/ 1984996 h 2237474"/>
              <a:gd name="connsiteX147" fmla="*/ 2578178 w 12192000"/>
              <a:gd name="connsiteY147" fmla="*/ 1990531 h 2237474"/>
              <a:gd name="connsiteX148" fmla="*/ 2476147 w 12192000"/>
              <a:gd name="connsiteY148" fmla="*/ 1998305 h 2237474"/>
              <a:gd name="connsiteX149" fmla="*/ 2373568 w 12192000"/>
              <a:gd name="connsiteY149" fmla="*/ 2003219 h 2237474"/>
              <a:gd name="connsiteX150" fmla="*/ 2321399 w 12192000"/>
              <a:gd name="connsiteY150" fmla="*/ 1989467 h 2237474"/>
              <a:gd name="connsiteX151" fmla="*/ 2315525 w 12192000"/>
              <a:gd name="connsiteY151" fmla="*/ 1989708 h 2237474"/>
              <a:gd name="connsiteX152" fmla="*/ 2300792 w 12192000"/>
              <a:gd name="connsiteY152" fmla="*/ 1994290 h 2237474"/>
              <a:gd name="connsiteX153" fmla="*/ 2295469 w 12192000"/>
              <a:gd name="connsiteY153" fmla="*/ 1996659 h 2237474"/>
              <a:gd name="connsiteX154" fmla="*/ 2287219 w 12192000"/>
              <a:gd name="connsiteY154" fmla="*/ 1998750 h 2237474"/>
              <a:gd name="connsiteX155" fmla="*/ 2286948 w 12192000"/>
              <a:gd name="connsiteY155" fmla="*/ 1998596 h 2237474"/>
              <a:gd name="connsiteX156" fmla="*/ 2243069 w 12192000"/>
              <a:gd name="connsiteY156" fmla="*/ 2015111 h 2237474"/>
              <a:gd name="connsiteX157" fmla="*/ 2186609 w 12192000"/>
              <a:gd name="connsiteY157" fmla="*/ 2008263 h 2237474"/>
              <a:gd name="connsiteX158" fmla="*/ 2164831 w 12192000"/>
              <a:gd name="connsiteY158" fmla="*/ 2010143 h 2237474"/>
              <a:gd name="connsiteX159" fmla="*/ 2152836 w 12192000"/>
              <a:gd name="connsiteY159" fmla="*/ 2010048 h 2237474"/>
              <a:gd name="connsiteX160" fmla="*/ 2117102 w 12192000"/>
              <a:gd name="connsiteY160" fmla="*/ 2023004 h 2237474"/>
              <a:gd name="connsiteX161" fmla="*/ 2111935 w 12192000"/>
              <a:gd name="connsiteY161" fmla="*/ 2023163 h 2237474"/>
              <a:gd name="connsiteX162" fmla="*/ 2089991 w 12192000"/>
              <a:gd name="connsiteY162" fmla="*/ 2034193 h 2237474"/>
              <a:gd name="connsiteX163" fmla="*/ 2058061 w 12192000"/>
              <a:gd name="connsiteY163" fmla="*/ 2047942 h 2237474"/>
              <a:gd name="connsiteX164" fmla="*/ 2055737 w 12192000"/>
              <a:gd name="connsiteY164" fmla="*/ 2047704 h 2237474"/>
              <a:gd name="connsiteX165" fmla="*/ 2042244 w 12192000"/>
              <a:gd name="connsiteY165" fmla="*/ 2055560 h 2237474"/>
              <a:gd name="connsiteX166" fmla="*/ 1976224 w 12192000"/>
              <a:gd name="connsiteY166" fmla="*/ 2074257 h 2237474"/>
              <a:gd name="connsiteX167" fmla="*/ 1877728 w 12192000"/>
              <a:gd name="connsiteY167" fmla="*/ 2101004 h 2237474"/>
              <a:gd name="connsiteX168" fmla="*/ 1759056 w 12192000"/>
              <a:gd name="connsiteY168" fmla="*/ 2125608 h 2237474"/>
              <a:gd name="connsiteX169" fmla="*/ 1637948 w 12192000"/>
              <a:gd name="connsiteY169" fmla="*/ 2172597 h 2237474"/>
              <a:gd name="connsiteX170" fmla="*/ 1434549 w 12192000"/>
              <a:gd name="connsiteY170" fmla="*/ 2234522 h 2237474"/>
              <a:gd name="connsiteX171" fmla="*/ 1398481 w 12192000"/>
              <a:gd name="connsiteY171" fmla="*/ 2237074 h 2237474"/>
              <a:gd name="connsiteX172" fmla="*/ 1398407 w 12192000"/>
              <a:gd name="connsiteY172" fmla="*/ 2237095 h 2237474"/>
              <a:gd name="connsiteX173" fmla="*/ 1370962 w 12192000"/>
              <a:gd name="connsiteY173" fmla="*/ 2237474 h 2237474"/>
              <a:gd name="connsiteX174" fmla="*/ 1356367 w 12192000"/>
              <a:gd name="connsiteY174" fmla="*/ 2235089 h 2237474"/>
              <a:gd name="connsiteX175" fmla="*/ 1324828 w 12192000"/>
              <a:gd name="connsiteY175" fmla="*/ 2231968 h 2237474"/>
              <a:gd name="connsiteX176" fmla="*/ 1297744 w 12192000"/>
              <a:gd name="connsiteY176" fmla="*/ 2235849 h 2237474"/>
              <a:gd name="connsiteX177" fmla="*/ 1286236 w 12192000"/>
              <a:gd name="connsiteY177" fmla="*/ 2233135 h 2237474"/>
              <a:gd name="connsiteX178" fmla="*/ 1283504 w 12192000"/>
              <a:gd name="connsiteY178" fmla="*/ 2233797 h 2237474"/>
              <a:gd name="connsiteX179" fmla="*/ 1279765 w 12192000"/>
              <a:gd name="connsiteY179" fmla="*/ 2229639 h 2237474"/>
              <a:gd name="connsiteX180" fmla="*/ 1195347 w 12192000"/>
              <a:gd name="connsiteY180" fmla="*/ 2212354 h 2237474"/>
              <a:gd name="connsiteX181" fmla="*/ 970251 w 12192000"/>
              <a:gd name="connsiteY181" fmla="*/ 2221029 h 2237474"/>
              <a:gd name="connsiteX182" fmla="*/ 812914 w 12192000"/>
              <a:gd name="connsiteY182" fmla="*/ 2202752 h 2237474"/>
              <a:gd name="connsiteX183" fmla="*/ 800195 w 12192000"/>
              <a:gd name="connsiteY183" fmla="*/ 2209407 h 2237474"/>
              <a:gd name="connsiteX184" fmla="*/ 784978 w 12192000"/>
              <a:gd name="connsiteY184" fmla="*/ 2212360 h 2237474"/>
              <a:gd name="connsiteX185" fmla="*/ 681987 w 12192000"/>
              <a:gd name="connsiteY185" fmla="*/ 2216757 h 2237474"/>
              <a:gd name="connsiteX186" fmla="*/ 669923 w 12192000"/>
              <a:gd name="connsiteY186" fmla="*/ 2211682 h 2237474"/>
              <a:gd name="connsiteX187" fmla="*/ 648680 w 12192000"/>
              <a:gd name="connsiteY187" fmla="*/ 2206229 h 2237474"/>
              <a:gd name="connsiteX188" fmla="*/ 597225 w 12192000"/>
              <a:gd name="connsiteY188" fmla="*/ 2180999 h 2237474"/>
              <a:gd name="connsiteX189" fmla="*/ 558449 w 12192000"/>
              <a:gd name="connsiteY189" fmla="*/ 2182346 h 2237474"/>
              <a:gd name="connsiteX190" fmla="*/ 550517 w 12192000"/>
              <a:gd name="connsiteY190" fmla="*/ 2182060 h 2237474"/>
              <a:gd name="connsiteX191" fmla="*/ 550309 w 12192000"/>
              <a:gd name="connsiteY191" fmla="*/ 2181825 h 2237474"/>
              <a:gd name="connsiteX192" fmla="*/ 541836 w 12192000"/>
              <a:gd name="connsiteY192" fmla="*/ 2181063 h 2237474"/>
              <a:gd name="connsiteX193" fmla="*/ 536057 w 12192000"/>
              <a:gd name="connsiteY193" fmla="*/ 2181537 h 2237474"/>
              <a:gd name="connsiteX194" fmla="*/ 520671 w 12192000"/>
              <a:gd name="connsiteY194" fmla="*/ 2180980 h 2237474"/>
              <a:gd name="connsiteX195" fmla="*/ 515024 w 12192000"/>
              <a:gd name="connsiteY195" fmla="*/ 2179258 h 2237474"/>
              <a:gd name="connsiteX196" fmla="*/ 512278 w 12192000"/>
              <a:gd name="connsiteY196" fmla="*/ 2176369 h 2237474"/>
              <a:gd name="connsiteX197" fmla="*/ 480419 w 12192000"/>
              <a:gd name="connsiteY197" fmla="*/ 2167807 h 2237474"/>
              <a:gd name="connsiteX198" fmla="*/ 413835 w 12192000"/>
              <a:gd name="connsiteY198" fmla="*/ 2156783 h 2237474"/>
              <a:gd name="connsiteX199" fmla="*/ 376513 w 12192000"/>
              <a:gd name="connsiteY199" fmla="*/ 2154014 h 2237474"/>
              <a:gd name="connsiteX200" fmla="*/ 273386 w 12192000"/>
              <a:gd name="connsiteY200" fmla="*/ 2142551 h 2237474"/>
              <a:gd name="connsiteX201" fmla="*/ 169207 w 12192000"/>
              <a:gd name="connsiteY201" fmla="*/ 2128100 h 2237474"/>
              <a:gd name="connsiteX202" fmla="*/ 93149 w 12192000"/>
              <a:gd name="connsiteY202" fmla="*/ 2105324 h 2237474"/>
              <a:gd name="connsiteX203" fmla="*/ 88109 w 12192000"/>
              <a:gd name="connsiteY203" fmla="*/ 2106704 h 2237474"/>
              <a:gd name="connsiteX204" fmla="*/ 80022 w 12192000"/>
              <a:gd name="connsiteY204" fmla="*/ 2107254 h 2237474"/>
              <a:gd name="connsiteX205" fmla="*/ 79717 w 12192000"/>
              <a:gd name="connsiteY205" fmla="*/ 2107046 h 2237474"/>
              <a:gd name="connsiteX206" fmla="*/ 72352 w 12192000"/>
              <a:gd name="connsiteY206" fmla="*/ 2107991 h 2237474"/>
              <a:gd name="connsiteX207" fmla="*/ 37645 w 12192000"/>
              <a:gd name="connsiteY207" fmla="*/ 2115401 h 2237474"/>
              <a:gd name="connsiteX208" fmla="*/ 4572 w 12192000"/>
              <a:gd name="connsiteY208" fmla="*/ 2111091 h 2237474"/>
              <a:gd name="connsiteX209" fmla="*/ 0 w 12192000"/>
              <a:gd name="connsiteY209" fmla="*/ 2110468 h 2237474"/>
              <a:gd name="connsiteX210" fmla="*/ 0 w 12192000"/>
              <a:gd name="connsiteY21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65605 w 12192000"/>
              <a:gd name="connsiteY46" fmla="*/ 1110791 h 2237474"/>
              <a:gd name="connsiteX47" fmla="*/ 8584946 w 12192000"/>
              <a:gd name="connsiteY47" fmla="*/ 1135226 h 2237474"/>
              <a:gd name="connsiteX48" fmla="*/ 8460755 w 12192000"/>
              <a:gd name="connsiteY48" fmla="*/ 1203427 h 2237474"/>
              <a:gd name="connsiteX49" fmla="*/ 8419755 w 12192000"/>
              <a:gd name="connsiteY49" fmla="*/ 1216260 h 2237474"/>
              <a:gd name="connsiteX50" fmla="*/ 8411626 w 12192000"/>
              <a:gd name="connsiteY50" fmla="*/ 1214397 h 2237474"/>
              <a:gd name="connsiteX51" fmla="*/ 8363469 w 12192000"/>
              <a:gd name="connsiteY51" fmla="*/ 1246658 h 2237474"/>
              <a:gd name="connsiteX52" fmla="*/ 8275497 w 12192000"/>
              <a:gd name="connsiteY52" fmla="*/ 1264396 h 2237474"/>
              <a:gd name="connsiteX53" fmla="*/ 8206287 w 12192000"/>
              <a:gd name="connsiteY53" fmla="*/ 1273060 h 2237474"/>
              <a:gd name="connsiteX54" fmla="*/ 8168705 w 12192000"/>
              <a:gd name="connsiteY54" fmla="*/ 1279956 h 2237474"/>
              <a:gd name="connsiteX55" fmla="*/ 8139997 w 12192000"/>
              <a:gd name="connsiteY55" fmla="*/ 1282713 h 2237474"/>
              <a:gd name="connsiteX56" fmla="*/ 8074238 w 12192000"/>
              <a:gd name="connsiteY56" fmla="*/ 1301895 h 2237474"/>
              <a:gd name="connsiteX57" fmla="*/ 7968292 w 12192000"/>
              <a:gd name="connsiteY57" fmla="*/ 1338779 h 2237474"/>
              <a:gd name="connsiteX58" fmla="*/ 7945122 w 12192000"/>
              <a:gd name="connsiteY58" fmla="*/ 1345477 h 2237474"/>
              <a:gd name="connsiteX59" fmla="*/ 7902328 w 12192000"/>
              <a:gd name="connsiteY59" fmla="*/ 1345865 h 2237474"/>
              <a:gd name="connsiteX60" fmla="*/ 7875879 w 12192000"/>
              <a:gd name="connsiteY60" fmla="*/ 1345646 h 2237474"/>
              <a:gd name="connsiteX61" fmla="*/ 7840612 w 12192000"/>
              <a:gd name="connsiteY61" fmla="*/ 1369373 h 2237474"/>
              <a:gd name="connsiteX62" fmla="*/ 7786819 w 12192000"/>
              <a:gd name="connsiteY62" fmla="*/ 1378970 h 2237474"/>
              <a:gd name="connsiteX63" fmla="*/ 7548172 w 12192000"/>
              <a:gd name="connsiteY63" fmla="*/ 1417460 h 2237474"/>
              <a:gd name="connsiteX64" fmla="*/ 7483437 w 12192000"/>
              <a:gd name="connsiteY64" fmla="*/ 1478152 h 2237474"/>
              <a:gd name="connsiteX65" fmla="*/ 7377870 w 12192000"/>
              <a:gd name="connsiteY65" fmla="*/ 1523319 h 2237474"/>
              <a:gd name="connsiteX66" fmla="*/ 7230737 w 12192000"/>
              <a:gd name="connsiteY66" fmla="*/ 1562633 h 2237474"/>
              <a:gd name="connsiteX67" fmla="*/ 7224458 w 12192000"/>
              <a:gd name="connsiteY67" fmla="*/ 1573008 h 2237474"/>
              <a:gd name="connsiteX68" fmla="*/ 7183121 w 12192000"/>
              <a:gd name="connsiteY68" fmla="*/ 1595162 h 2237474"/>
              <a:gd name="connsiteX69" fmla="*/ 7164601 w 12192000"/>
              <a:gd name="connsiteY69" fmla="*/ 1606490 h 2237474"/>
              <a:gd name="connsiteX70" fmla="*/ 7092727 w 12192000"/>
              <a:gd name="connsiteY70" fmla="*/ 1623628 h 2237474"/>
              <a:gd name="connsiteX71" fmla="*/ 7031309 w 12192000"/>
              <a:gd name="connsiteY71" fmla="*/ 1619451 h 2237474"/>
              <a:gd name="connsiteX72" fmla="*/ 6999084 w 12192000"/>
              <a:gd name="connsiteY72" fmla="*/ 1634317 h 2237474"/>
              <a:gd name="connsiteX73" fmla="*/ 6992107 w 12192000"/>
              <a:gd name="connsiteY73" fmla="*/ 1636860 h 2237474"/>
              <a:gd name="connsiteX74" fmla="*/ 6900177 w 12192000"/>
              <a:gd name="connsiteY74" fmla="*/ 1636016 h 2237474"/>
              <a:gd name="connsiteX75" fmla="*/ 6795372 w 12192000"/>
              <a:gd name="connsiteY75" fmla="*/ 1644845 h 2237474"/>
              <a:gd name="connsiteX76" fmla="*/ 6692251 w 12192000"/>
              <a:gd name="connsiteY76" fmla="*/ 1656357 h 2237474"/>
              <a:gd name="connsiteX77" fmla="*/ 6655235 w 12192000"/>
              <a:gd name="connsiteY77" fmla="*/ 1661869 h 2237474"/>
              <a:gd name="connsiteX78" fmla="*/ 6554894 w 12192000"/>
              <a:gd name="connsiteY78" fmla="*/ 1664428 h 2237474"/>
              <a:gd name="connsiteX79" fmla="*/ 6516595 w 12192000"/>
              <a:gd name="connsiteY79" fmla="*/ 1667475 h 2237474"/>
              <a:gd name="connsiteX80" fmla="*/ 6508541 w 12192000"/>
              <a:gd name="connsiteY80" fmla="*/ 1668757 h 2237474"/>
              <a:gd name="connsiteX81" fmla="*/ 6471012 w 12192000"/>
              <a:gd name="connsiteY81" fmla="*/ 1678604 h 2237474"/>
              <a:gd name="connsiteX82" fmla="*/ 6364035 w 12192000"/>
              <a:gd name="connsiteY82" fmla="*/ 1667683 h 2237474"/>
              <a:gd name="connsiteX83" fmla="*/ 6280959 w 12192000"/>
              <a:gd name="connsiteY83" fmla="*/ 1689329 h 2237474"/>
              <a:gd name="connsiteX84" fmla="*/ 6243319 w 12192000"/>
              <a:gd name="connsiteY84" fmla="*/ 1695560 h 2237474"/>
              <a:gd name="connsiteX85" fmla="*/ 6098321 w 12192000"/>
              <a:gd name="connsiteY85" fmla="*/ 1721646 h 2237474"/>
              <a:gd name="connsiteX86" fmla="*/ 5880652 w 12192000"/>
              <a:gd name="connsiteY86" fmla="*/ 1779643 h 2237474"/>
              <a:gd name="connsiteX87" fmla="*/ 5785959 w 12192000"/>
              <a:gd name="connsiteY87" fmla="*/ 1775307 h 2237474"/>
              <a:gd name="connsiteX88" fmla="*/ 5643534 w 12192000"/>
              <a:gd name="connsiteY88" fmla="*/ 1802919 h 2237474"/>
              <a:gd name="connsiteX89" fmla="*/ 5518799 w 12192000"/>
              <a:gd name="connsiteY89" fmla="*/ 1818312 h 2237474"/>
              <a:gd name="connsiteX90" fmla="*/ 5505014 w 12192000"/>
              <a:gd name="connsiteY90" fmla="*/ 1819259 h 2237474"/>
              <a:gd name="connsiteX91" fmla="*/ 5453307 w 12192000"/>
              <a:gd name="connsiteY91" fmla="*/ 1815450 h 2237474"/>
              <a:gd name="connsiteX92" fmla="*/ 5364192 w 12192000"/>
              <a:gd name="connsiteY92" fmla="*/ 1826074 h 2237474"/>
              <a:gd name="connsiteX93" fmla="*/ 5350380 w 12192000"/>
              <a:gd name="connsiteY93" fmla="*/ 1830891 h 2237474"/>
              <a:gd name="connsiteX94" fmla="*/ 5259633 w 12192000"/>
              <a:gd name="connsiteY94" fmla="*/ 1837160 h 2237474"/>
              <a:gd name="connsiteX95" fmla="*/ 5197513 w 12192000"/>
              <a:gd name="connsiteY95" fmla="*/ 1844718 h 2237474"/>
              <a:gd name="connsiteX96" fmla="*/ 5168852 w 12192000"/>
              <a:gd name="connsiteY96" fmla="*/ 1844846 h 2237474"/>
              <a:gd name="connsiteX97" fmla="*/ 5114927 w 12192000"/>
              <a:gd name="connsiteY97" fmla="*/ 1847827 h 2237474"/>
              <a:gd name="connsiteX98" fmla="*/ 5108970 w 12192000"/>
              <a:gd name="connsiteY98" fmla="*/ 1847935 h 2237474"/>
              <a:gd name="connsiteX99" fmla="*/ 5067961 w 12192000"/>
              <a:gd name="connsiteY99" fmla="*/ 1845917 h 2237474"/>
              <a:gd name="connsiteX100" fmla="*/ 5007075 w 12192000"/>
              <a:gd name="connsiteY100" fmla="*/ 1838626 h 2237474"/>
              <a:gd name="connsiteX101" fmla="*/ 4944087 w 12192000"/>
              <a:gd name="connsiteY101" fmla="*/ 1823332 h 2237474"/>
              <a:gd name="connsiteX102" fmla="*/ 4907662 w 12192000"/>
              <a:gd name="connsiteY102" fmla="*/ 1816900 h 2237474"/>
              <a:gd name="connsiteX103" fmla="*/ 4882386 w 12192000"/>
              <a:gd name="connsiteY103" fmla="*/ 1809844 h 2237474"/>
              <a:gd name="connsiteX104" fmla="*/ 4811440 w 12192000"/>
              <a:gd name="connsiteY104" fmla="*/ 1804655 h 2237474"/>
              <a:gd name="connsiteX105" fmla="*/ 4691075 w 12192000"/>
              <a:gd name="connsiteY105" fmla="*/ 1801389 h 2237474"/>
              <a:gd name="connsiteX106" fmla="*/ 4611738 w 12192000"/>
              <a:gd name="connsiteY106" fmla="*/ 1776964 h 2237474"/>
              <a:gd name="connsiteX107" fmla="*/ 4560070 w 12192000"/>
              <a:gd name="connsiteY107" fmla="*/ 1785640 h 2237474"/>
              <a:gd name="connsiteX108" fmla="*/ 4536503 w 12192000"/>
              <a:gd name="connsiteY108" fmla="*/ 1785334 h 2237474"/>
              <a:gd name="connsiteX109" fmla="*/ 4513724 w 12192000"/>
              <a:gd name="connsiteY109" fmla="*/ 1791996 h 2237474"/>
              <a:gd name="connsiteX110" fmla="*/ 4459810 w 12192000"/>
              <a:gd name="connsiteY110" fmla="*/ 1797886 h 2237474"/>
              <a:gd name="connsiteX111" fmla="*/ 4379064 w 12192000"/>
              <a:gd name="connsiteY111" fmla="*/ 1817177 h 2237474"/>
              <a:gd name="connsiteX112" fmla="*/ 4319209 w 12192000"/>
              <a:gd name="connsiteY112" fmla="*/ 1834833 h 2237474"/>
              <a:gd name="connsiteX113" fmla="*/ 4290981 w 12192000"/>
              <a:gd name="connsiteY113" fmla="*/ 1839677 h 2237474"/>
              <a:gd name="connsiteX114" fmla="*/ 4285792 w 12192000"/>
              <a:gd name="connsiteY114" fmla="*/ 1836231 h 2237474"/>
              <a:gd name="connsiteX115" fmla="*/ 4238372 w 12192000"/>
              <a:gd name="connsiteY115" fmla="*/ 1851480 h 2237474"/>
              <a:gd name="connsiteX116" fmla="*/ 4232517 w 12192000"/>
              <a:gd name="connsiteY116" fmla="*/ 1852567 h 2237474"/>
              <a:gd name="connsiteX117" fmla="*/ 4191732 w 12192000"/>
              <a:gd name="connsiteY117" fmla="*/ 1857328 h 2237474"/>
              <a:gd name="connsiteX118" fmla="*/ 4065532 w 12192000"/>
              <a:gd name="connsiteY118" fmla="*/ 1855477 h 2237474"/>
              <a:gd name="connsiteX119" fmla="*/ 4028460 w 12192000"/>
              <a:gd name="connsiteY119" fmla="*/ 1855137 h 2237474"/>
              <a:gd name="connsiteX120" fmla="*/ 4002267 w 12192000"/>
              <a:gd name="connsiteY120" fmla="*/ 1852352 h 2237474"/>
              <a:gd name="connsiteX121" fmla="*/ 3931396 w 12192000"/>
              <a:gd name="connsiteY121" fmla="*/ 1858915 h 2237474"/>
              <a:gd name="connsiteX122" fmla="*/ 3812162 w 12192000"/>
              <a:gd name="connsiteY122" fmla="*/ 1875501 h 2237474"/>
              <a:gd name="connsiteX123" fmla="*/ 3729530 w 12192000"/>
              <a:gd name="connsiteY123" fmla="*/ 1864513 h 2237474"/>
              <a:gd name="connsiteX124" fmla="*/ 3680177 w 12192000"/>
              <a:gd name="connsiteY124" fmla="*/ 1881552 h 2237474"/>
              <a:gd name="connsiteX125" fmla="*/ 3567259 w 12192000"/>
              <a:gd name="connsiteY125" fmla="*/ 1893482 h 2237474"/>
              <a:gd name="connsiteX126" fmla="*/ 3405770 w 12192000"/>
              <a:gd name="connsiteY126" fmla="*/ 1904591 h 2237474"/>
              <a:gd name="connsiteX127" fmla="*/ 3280097 w 12192000"/>
              <a:gd name="connsiteY127" fmla="*/ 1919610 h 2237474"/>
              <a:gd name="connsiteX128" fmla="*/ 3123424 w 12192000"/>
              <a:gd name="connsiteY128" fmla="*/ 1952930 h 2237474"/>
              <a:gd name="connsiteX129" fmla="*/ 3009910 w 12192000"/>
              <a:gd name="connsiteY129" fmla="*/ 1957866 h 2237474"/>
              <a:gd name="connsiteX130" fmla="*/ 2995934 w 12192000"/>
              <a:gd name="connsiteY130" fmla="*/ 1967085 h 2237474"/>
              <a:gd name="connsiteX131" fmla="*/ 2980071 w 12192000"/>
              <a:gd name="connsiteY131" fmla="*/ 1972988 h 2237474"/>
              <a:gd name="connsiteX132" fmla="*/ 2978094 w 12192000"/>
              <a:gd name="connsiteY132" fmla="*/ 1972369 h 2237474"/>
              <a:gd name="connsiteX133" fmla="*/ 2942858 w 12192000"/>
              <a:gd name="connsiteY133" fmla="*/ 1981367 h 2237474"/>
              <a:gd name="connsiteX134" fmla="*/ 2875436 w 12192000"/>
              <a:gd name="connsiteY134" fmla="*/ 1996977 h 2237474"/>
              <a:gd name="connsiteX135" fmla="*/ 2874892 w 12192000"/>
              <a:gd name="connsiteY135" fmla="*/ 1996085 h 2237474"/>
              <a:gd name="connsiteX136" fmla="*/ 2864145 w 12192000"/>
              <a:gd name="connsiteY136" fmla="*/ 1994061 h 2237474"/>
              <a:gd name="connsiteX137" fmla="*/ 2843662 w 12192000"/>
              <a:gd name="connsiteY137" fmla="*/ 1992498 h 2237474"/>
              <a:gd name="connsiteX138" fmla="*/ 2796128 w 12192000"/>
              <a:gd name="connsiteY138" fmla="*/ 1976403 h 2237474"/>
              <a:gd name="connsiteX139" fmla="*/ 2756784 w 12192000"/>
              <a:gd name="connsiteY139" fmla="*/ 1985116 h 2237474"/>
              <a:gd name="connsiteX140" fmla="*/ 2748833 w 12192000"/>
              <a:gd name="connsiteY140" fmla="*/ 1986323 h 2237474"/>
              <a:gd name="connsiteX141" fmla="*/ 2748661 w 12192000"/>
              <a:gd name="connsiteY141" fmla="*/ 1986122 h 2237474"/>
              <a:gd name="connsiteX142" fmla="*/ 2740251 w 12192000"/>
              <a:gd name="connsiteY142" fmla="*/ 1986946 h 2237474"/>
              <a:gd name="connsiteX143" fmla="*/ 2718916 w 12192000"/>
              <a:gd name="connsiteY143" fmla="*/ 1990867 h 2237474"/>
              <a:gd name="connsiteX144" fmla="*/ 2713522 w 12192000"/>
              <a:gd name="connsiteY144" fmla="*/ 1990173 h 2237474"/>
              <a:gd name="connsiteX145" fmla="*/ 2680597 w 12192000"/>
              <a:gd name="connsiteY145" fmla="*/ 1984996 h 2237474"/>
              <a:gd name="connsiteX146" fmla="*/ 2578178 w 12192000"/>
              <a:gd name="connsiteY146" fmla="*/ 1990531 h 2237474"/>
              <a:gd name="connsiteX147" fmla="*/ 2476147 w 12192000"/>
              <a:gd name="connsiteY147" fmla="*/ 1998305 h 2237474"/>
              <a:gd name="connsiteX148" fmla="*/ 2373568 w 12192000"/>
              <a:gd name="connsiteY148" fmla="*/ 2003219 h 2237474"/>
              <a:gd name="connsiteX149" fmla="*/ 2321399 w 12192000"/>
              <a:gd name="connsiteY149" fmla="*/ 1989467 h 2237474"/>
              <a:gd name="connsiteX150" fmla="*/ 2315525 w 12192000"/>
              <a:gd name="connsiteY150" fmla="*/ 1989708 h 2237474"/>
              <a:gd name="connsiteX151" fmla="*/ 2300792 w 12192000"/>
              <a:gd name="connsiteY151" fmla="*/ 1994290 h 2237474"/>
              <a:gd name="connsiteX152" fmla="*/ 2295469 w 12192000"/>
              <a:gd name="connsiteY152" fmla="*/ 1996659 h 2237474"/>
              <a:gd name="connsiteX153" fmla="*/ 2287219 w 12192000"/>
              <a:gd name="connsiteY153" fmla="*/ 1998750 h 2237474"/>
              <a:gd name="connsiteX154" fmla="*/ 2286948 w 12192000"/>
              <a:gd name="connsiteY154" fmla="*/ 1998596 h 2237474"/>
              <a:gd name="connsiteX155" fmla="*/ 2243069 w 12192000"/>
              <a:gd name="connsiteY155" fmla="*/ 2015111 h 2237474"/>
              <a:gd name="connsiteX156" fmla="*/ 2186609 w 12192000"/>
              <a:gd name="connsiteY156" fmla="*/ 2008263 h 2237474"/>
              <a:gd name="connsiteX157" fmla="*/ 2164831 w 12192000"/>
              <a:gd name="connsiteY157" fmla="*/ 2010143 h 2237474"/>
              <a:gd name="connsiteX158" fmla="*/ 2152836 w 12192000"/>
              <a:gd name="connsiteY158" fmla="*/ 2010048 h 2237474"/>
              <a:gd name="connsiteX159" fmla="*/ 2117102 w 12192000"/>
              <a:gd name="connsiteY159" fmla="*/ 2023004 h 2237474"/>
              <a:gd name="connsiteX160" fmla="*/ 2111935 w 12192000"/>
              <a:gd name="connsiteY160" fmla="*/ 2023163 h 2237474"/>
              <a:gd name="connsiteX161" fmla="*/ 2089991 w 12192000"/>
              <a:gd name="connsiteY161" fmla="*/ 2034193 h 2237474"/>
              <a:gd name="connsiteX162" fmla="*/ 2058061 w 12192000"/>
              <a:gd name="connsiteY162" fmla="*/ 2047942 h 2237474"/>
              <a:gd name="connsiteX163" fmla="*/ 2055737 w 12192000"/>
              <a:gd name="connsiteY163" fmla="*/ 2047704 h 2237474"/>
              <a:gd name="connsiteX164" fmla="*/ 2042244 w 12192000"/>
              <a:gd name="connsiteY164" fmla="*/ 2055560 h 2237474"/>
              <a:gd name="connsiteX165" fmla="*/ 1976224 w 12192000"/>
              <a:gd name="connsiteY165" fmla="*/ 2074257 h 2237474"/>
              <a:gd name="connsiteX166" fmla="*/ 1877728 w 12192000"/>
              <a:gd name="connsiteY166" fmla="*/ 2101004 h 2237474"/>
              <a:gd name="connsiteX167" fmla="*/ 1759056 w 12192000"/>
              <a:gd name="connsiteY167" fmla="*/ 2125608 h 2237474"/>
              <a:gd name="connsiteX168" fmla="*/ 1637948 w 12192000"/>
              <a:gd name="connsiteY168" fmla="*/ 2172597 h 2237474"/>
              <a:gd name="connsiteX169" fmla="*/ 1434549 w 12192000"/>
              <a:gd name="connsiteY169" fmla="*/ 2234522 h 2237474"/>
              <a:gd name="connsiteX170" fmla="*/ 1398481 w 12192000"/>
              <a:gd name="connsiteY170" fmla="*/ 2237074 h 2237474"/>
              <a:gd name="connsiteX171" fmla="*/ 1398407 w 12192000"/>
              <a:gd name="connsiteY171" fmla="*/ 2237095 h 2237474"/>
              <a:gd name="connsiteX172" fmla="*/ 1370962 w 12192000"/>
              <a:gd name="connsiteY172" fmla="*/ 2237474 h 2237474"/>
              <a:gd name="connsiteX173" fmla="*/ 1356367 w 12192000"/>
              <a:gd name="connsiteY173" fmla="*/ 2235089 h 2237474"/>
              <a:gd name="connsiteX174" fmla="*/ 1324828 w 12192000"/>
              <a:gd name="connsiteY174" fmla="*/ 2231968 h 2237474"/>
              <a:gd name="connsiteX175" fmla="*/ 1297744 w 12192000"/>
              <a:gd name="connsiteY175" fmla="*/ 2235849 h 2237474"/>
              <a:gd name="connsiteX176" fmla="*/ 1286236 w 12192000"/>
              <a:gd name="connsiteY176" fmla="*/ 2233135 h 2237474"/>
              <a:gd name="connsiteX177" fmla="*/ 1283504 w 12192000"/>
              <a:gd name="connsiteY177" fmla="*/ 2233797 h 2237474"/>
              <a:gd name="connsiteX178" fmla="*/ 1279765 w 12192000"/>
              <a:gd name="connsiteY178" fmla="*/ 2229639 h 2237474"/>
              <a:gd name="connsiteX179" fmla="*/ 1195347 w 12192000"/>
              <a:gd name="connsiteY179" fmla="*/ 2212354 h 2237474"/>
              <a:gd name="connsiteX180" fmla="*/ 970251 w 12192000"/>
              <a:gd name="connsiteY180" fmla="*/ 2221029 h 2237474"/>
              <a:gd name="connsiteX181" fmla="*/ 812914 w 12192000"/>
              <a:gd name="connsiteY181" fmla="*/ 2202752 h 2237474"/>
              <a:gd name="connsiteX182" fmla="*/ 800195 w 12192000"/>
              <a:gd name="connsiteY182" fmla="*/ 2209407 h 2237474"/>
              <a:gd name="connsiteX183" fmla="*/ 784978 w 12192000"/>
              <a:gd name="connsiteY183" fmla="*/ 2212360 h 2237474"/>
              <a:gd name="connsiteX184" fmla="*/ 681987 w 12192000"/>
              <a:gd name="connsiteY184" fmla="*/ 2216757 h 2237474"/>
              <a:gd name="connsiteX185" fmla="*/ 669923 w 12192000"/>
              <a:gd name="connsiteY185" fmla="*/ 2211682 h 2237474"/>
              <a:gd name="connsiteX186" fmla="*/ 648680 w 12192000"/>
              <a:gd name="connsiteY186" fmla="*/ 2206229 h 2237474"/>
              <a:gd name="connsiteX187" fmla="*/ 597225 w 12192000"/>
              <a:gd name="connsiteY187" fmla="*/ 2180999 h 2237474"/>
              <a:gd name="connsiteX188" fmla="*/ 558449 w 12192000"/>
              <a:gd name="connsiteY188" fmla="*/ 2182346 h 2237474"/>
              <a:gd name="connsiteX189" fmla="*/ 550517 w 12192000"/>
              <a:gd name="connsiteY189" fmla="*/ 2182060 h 2237474"/>
              <a:gd name="connsiteX190" fmla="*/ 550309 w 12192000"/>
              <a:gd name="connsiteY190" fmla="*/ 2181825 h 2237474"/>
              <a:gd name="connsiteX191" fmla="*/ 541836 w 12192000"/>
              <a:gd name="connsiteY191" fmla="*/ 2181063 h 2237474"/>
              <a:gd name="connsiteX192" fmla="*/ 536057 w 12192000"/>
              <a:gd name="connsiteY192" fmla="*/ 2181537 h 2237474"/>
              <a:gd name="connsiteX193" fmla="*/ 520671 w 12192000"/>
              <a:gd name="connsiteY193" fmla="*/ 2180980 h 2237474"/>
              <a:gd name="connsiteX194" fmla="*/ 515024 w 12192000"/>
              <a:gd name="connsiteY194" fmla="*/ 2179258 h 2237474"/>
              <a:gd name="connsiteX195" fmla="*/ 512278 w 12192000"/>
              <a:gd name="connsiteY195" fmla="*/ 2176369 h 2237474"/>
              <a:gd name="connsiteX196" fmla="*/ 480419 w 12192000"/>
              <a:gd name="connsiteY196" fmla="*/ 2167807 h 2237474"/>
              <a:gd name="connsiteX197" fmla="*/ 413835 w 12192000"/>
              <a:gd name="connsiteY197" fmla="*/ 2156783 h 2237474"/>
              <a:gd name="connsiteX198" fmla="*/ 376513 w 12192000"/>
              <a:gd name="connsiteY198" fmla="*/ 2154014 h 2237474"/>
              <a:gd name="connsiteX199" fmla="*/ 273386 w 12192000"/>
              <a:gd name="connsiteY199" fmla="*/ 2142551 h 2237474"/>
              <a:gd name="connsiteX200" fmla="*/ 169207 w 12192000"/>
              <a:gd name="connsiteY200" fmla="*/ 2128100 h 2237474"/>
              <a:gd name="connsiteX201" fmla="*/ 93149 w 12192000"/>
              <a:gd name="connsiteY201" fmla="*/ 2105324 h 2237474"/>
              <a:gd name="connsiteX202" fmla="*/ 88109 w 12192000"/>
              <a:gd name="connsiteY202" fmla="*/ 2106704 h 2237474"/>
              <a:gd name="connsiteX203" fmla="*/ 80022 w 12192000"/>
              <a:gd name="connsiteY203" fmla="*/ 2107254 h 2237474"/>
              <a:gd name="connsiteX204" fmla="*/ 79717 w 12192000"/>
              <a:gd name="connsiteY204" fmla="*/ 2107046 h 2237474"/>
              <a:gd name="connsiteX205" fmla="*/ 72352 w 12192000"/>
              <a:gd name="connsiteY205" fmla="*/ 2107991 h 2237474"/>
              <a:gd name="connsiteX206" fmla="*/ 37645 w 12192000"/>
              <a:gd name="connsiteY206" fmla="*/ 2115401 h 2237474"/>
              <a:gd name="connsiteX207" fmla="*/ 4572 w 12192000"/>
              <a:gd name="connsiteY207" fmla="*/ 2111091 h 2237474"/>
              <a:gd name="connsiteX208" fmla="*/ 0 w 12192000"/>
              <a:gd name="connsiteY208" fmla="*/ 2110468 h 2237474"/>
              <a:gd name="connsiteX209" fmla="*/ 0 w 12192000"/>
              <a:gd name="connsiteY20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61459 w 12192000"/>
              <a:gd name="connsiteY24" fmla="*/ 862394 h 2237474"/>
              <a:gd name="connsiteX25" fmla="*/ 9705768 w 12192000"/>
              <a:gd name="connsiteY25" fmla="*/ 894610 h 2237474"/>
              <a:gd name="connsiteX26" fmla="*/ 9683005 w 12192000"/>
              <a:gd name="connsiteY26" fmla="*/ 894128 h 2237474"/>
              <a:gd name="connsiteX27" fmla="*/ 9594438 w 12192000"/>
              <a:gd name="connsiteY27" fmla="*/ 919051 h 2237474"/>
              <a:gd name="connsiteX28" fmla="*/ 9577033 w 12192000"/>
              <a:gd name="connsiteY28" fmla="*/ 922857 h 2237474"/>
              <a:gd name="connsiteX29" fmla="*/ 9544189 w 12192000"/>
              <a:gd name="connsiteY29" fmla="*/ 938966 h 2237474"/>
              <a:gd name="connsiteX30" fmla="*/ 9500499 w 12192000"/>
              <a:gd name="connsiteY30" fmla="*/ 954680 h 2237474"/>
              <a:gd name="connsiteX31" fmla="*/ 9428195 w 12192000"/>
              <a:gd name="connsiteY31" fmla="*/ 986225 h 2237474"/>
              <a:gd name="connsiteX32" fmla="*/ 9410017 w 12192000"/>
              <a:gd name="connsiteY32" fmla="*/ 993931 h 2237474"/>
              <a:gd name="connsiteX33" fmla="*/ 9392919 w 12192000"/>
              <a:gd name="connsiteY33" fmla="*/ 994656 h 2237474"/>
              <a:gd name="connsiteX34" fmla="*/ 9278619 w 12192000"/>
              <a:gd name="connsiteY34" fmla="*/ 1011878 h 2237474"/>
              <a:gd name="connsiteX35" fmla="*/ 9268019 w 12192000"/>
              <a:gd name="connsiteY35" fmla="*/ 1007442 h 2237474"/>
              <a:gd name="connsiteX36" fmla="*/ 9234662 w 12192000"/>
              <a:gd name="connsiteY36" fmla="*/ 1023056 h 2237474"/>
              <a:gd name="connsiteX37" fmla="*/ 9181033 w 12192000"/>
              <a:gd name="connsiteY37" fmla="*/ 1037921 h 2237474"/>
              <a:gd name="connsiteX38" fmla="*/ 9155969 w 12192000"/>
              <a:gd name="connsiteY38" fmla="*/ 1046804 h 2237474"/>
              <a:gd name="connsiteX39" fmla="*/ 9133985 w 12192000"/>
              <a:gd name="connsiteY39" fmla="*/ 1046450 h 2237474"/>
              <a:gd name="connsiteX40" fmla="*/ 9012987 w 12192000"/>
              <a:gd name="connsiteY40" fmla="*/ 1061986 h 2237474"/>
              <a:gd name="connsiteX41" fmla="*/ 8968445 w 12192000"/>
              <a:gd name="connsiteY41" fmla="*/ 1052169 h 2237474"/>
              <a:gd name="connsiteX42" fmla="*/ 8958984 w 12192000"/>
              <a:gd name="connsiteY42" fmla="*/ 1057212 h 2237474"/>
              <a:gd name="connsiteX43" fmla="*/ 8886001 w 12192000"/>
              <a:gd name="connsiteY43" fmla="*/ 1067468 h 2237474"/>
              <a:gd name="connsiteX44" fmla="*/ 8838610 w 12192000"/>
              <a:gd name="connsiteY44" fmla="*/ 1075091 h 2237474"/>
              <a:gd name="connsiteX45" fmla="*/ 8750383 w 12192000"/>
              <a:gd name="connsiteY45" fmla="*/ 1097387 h 2237474"/>
              <a:gd name="connsiteX46" fmla="*/ 8665605 w 12192000"/>
              <a:gd name="connsiteY46" fmla="*/ 1110791 h 2237474"/>
              <a:gd name="connsiteX47" fmla="*/ 8584946 w 12192000"/>
              <a:gd name="connsiteY47" fmla="*/ 1135226 h 2237474"/>
              <a:gd name="connsiteX48" fmla="*/ 8460755 w 12192000"/>
              <a:gd name="connsiteY48" fmla="*/ 1203427 h 2237474"/>
              <a:gd name="connsiteX49" fmla="*/ 8419755 w 12192000"/>
              <a:gd name="connsiteY49" fmla="*/ 1216260 h 2237474"/>
              <a:gd name="connsiteX50" fmla="*/ 8411626 w 12192000"/>
              <a:gd name="connsiteY50" fmla="*/ 1214397 h 2237474"/>
              <a:gd name="connsiteX51" fmla="*/ 8363469 w 12192000"/>
              <a:gd name="connsiteY51" fmla="*/ 1246658 h 2237474"/>
              <a:gd name="connsiteX52" fmla="*/ 8275497 w 12192000"/>
              <a:gd name="connsiteY52" fmla="*/ 1264396 h 2237474"/>
              <a:gd name="connsiteX53" fmla="*/ 8206287 w 12192000"/>
              <a:gd name="connsiteY53" fmla="*/ 1273060 h 2237474"/>
              <a:gd name="connsiteX54" fmla="*/ 8168705 w 12192000"/>
              <a:gd name="connsiteY54" fmla="*/ 1279956 h 2237474"/>
              <a:gd name="connsiteX55" fmla="*/ 8139997 w 12192000"/>
              <a:gd name="connsiteY55" fmla="*/ 1282713 h 2237474"/>
              <a:gd name="connsiteX56" fmla="*/ 8074238 w 12192000"/>
              <a:gd name="connsiteY56" fmla="*/ 1301895 h 2237474"/>
              <a:gd name="connsiteX57" fmla="*/ 7968292 w 12192000"/>
              <a:gd name="connsiteY57" fmla="*/ 1338779 h 2237474"/>
              <a:gd name="connsiteX58" fmla="*/ 7902328 w 12192000"/>
              <a:gd name="connsiteY58" fmla="*/ 1345865 h 2237474"/>
              <a:gd name="connsiteX59" fmla="*/ 7875879 w 12192000"/>
              <a:gd name="connsiteY59" fmla="*/ 1345646 h 2237474"/>
              <a:gd name="connsiteX60" fmla="*/ 7840612 w 12192000"/>
              <a:gd name="connsiteY60" fmla="*/ 1369373 h 2237474"/>
              <a:gd name="connsiteX61" fmla="*/ 7786819 w 12192000"/>
              <a:gd name="connsiteY61" fmla="*/ 1378970 h 2237474"/>
              <a:gd name="connsiteX62" fmla="*/ 7548172 w 12192000"/>
              <a:gd name="connsiteY62" fmla="*/ 1417460 h 2237474"/>
              <a:gd name="connsiteX63" fmla="*/ 7483437 w 12192000"/>
              <a:gd name="connsiteY63" fmla="*/ 1478152 h 2237474"/>
              <a:gd name="connsiteX64" fmla="*/ 7377870 w 12192000"/>
              <a:gd name="connsiteY64" fmla="*/ 1523319 h 2237474"/>
              <a:gd name="connsiteX65" fmla="*/ 7230737 w 12192000"/>
              <a:gd name="connsiteY65" fmla="*/ 1562633 h 2237474"/>
              <a:gd name="connsiteX66" fmla="*/ 7224458 w 12192000"/>
              <a:gd name="connsiteY66" fmla="*/ 1573008 h 2237474"/>
              <a:gd name="connsiteX67" fmla="*/ 7183121 w 12192000"/>
              <a:gd name="connsiteY67" fmla="*/ 1595162 h 2237474"/>
              <a:gd name="connsiteX68" fmla="*/ 7164601 w 12192000"/>
              <a:gd name="connsiteY68" fmla="*/ 1606490 h 2237474"/>
              <a:gd name="connsiteX69" fmla="*/ 7092727 w 12192000"/>
              <a:gd name="connsiteY69" fmla="*/ 1623628 h 2237474"/>
              <a:gd name="connsiteX70" fmla="*/ 7031309 w 12192000"/>
              <a:gd name="connsiteY70" fmla="*/ 1619451 h 2237474"/>
              <a:gd name="connsiteX71" fmla="*/ 6999084 w 12192000"/>
              <a:gd name="connsiteY71" fmla="*/ 1634317 h 2237474"/>
              <a:gd name="connsiteX72" fmla="*/ 6992107 w 12192000"/>
              <a:gd name="connsiteY72" fmla="*/ 1636860 h 2237474"/>
              <a:gd name="connsiteX73" fmla="*/ 6900177 w 12192000"/>
              <a:gd name="connsiteY73" fmla="*/ 1636016 h 2237474"/>
              <a:gd name="connsiteX74" fmla="*/ 6795372 w 12192000"/>
              <a:gd name="connsiteY74" fmla="*/ 1644845 h 2237474"/>
              <a:gd name="connsiteX75" fmla="*/ 6692251 w 12192000"/>
              <a:gd name="connsiteY75" fmla="*/ 1656357 h 2237474"/>
              <a:gd name="connsiteX76" fmla="*/ 6655235 w 12192000"/>
              <a:gd name="connsiteY76" fmla="*/ 1661869 h 2237474"/>
              <a:gd name="connsiteX77" fmla="*/ 6554894 w 12192000"/>
              <a:gd name="connsiteY77" fmla="*/ 1664428 h 2237474"/>
              <a:gd name="connsiteX78" fmla="*/ 6516595 w 12192000"/>
              <a:gd name="connsiteY78" fmla="*/ 1667475 h 2237474"/>
              <a:gd name="connsiteX79" fmla="*/ 6508541 w 12192000"/>
              <a:gd name="connsiteY79" fmla="*/ 1668757 h 2237474"/>
              <a:gd name="connsiteX80" fmla="*/ 6471012 w 12192000"/>
              <a:gd name="connsiteY80" fmla="*/ 1678604 h 2237474"/>
              <a:gd name="connsiteX81" fmla="*/ 6364035 w 12192000"/>
              <a:gd name="connsiteY81" fmla="*/ 1667683 h 2237474"/>
              <a:gd name="connsiteX82" fmla="*/ 6280959 w 12192000"/>
              <a:gd name="connsiteY82" fmla="*/ 1689329 h 2237474"/>
              <a:gd name="connsiteX83" fmla="*/ 6243319 w 12192000"/>
              <a:gd name="connsiteY83" fmla="*/ 1695560 h 2237474"/>
              <a:gd name="connsiteX84" fmla="*/ 6098321 w 12192000"/>
              <a:gd name="connsiteY84" fmla="*/ 1721646 h 2237474"/>
              <a:gd name="connsiteX85" fmla="*/ 5880652 w 12192000"/>
              <a:gd name="connsiteY85" fmla="*/ 1779643 h 2237474"/>
              <a:gd name="connsiteX86" fmla="*/ 5785959 w 12192000"/>
              <a:gd name="connsiteY86" fmla="*/ 1775307 h 2237474"/>
              <a:gd name="connsiteX87" fmla="*/ 5643534 w 12192000"/>
              <a:gd name="connsiteY87" fmla="*/ 1802919 h 2237474"/>
              <a:gd name="connsiteX88" fmla="*/ 5518799 w 12192000"/>
              <a:gd name="connsiteY88" fmla="*/ 1818312 h 2237474"/>
              <a:gd name="connsiteX89" fmla="*/ 5505014 w 12192000"/>
              <a:gd name="connsiteY89" fmla="*/ 1819259 h 2237474"/>
              <a:gd name="connsiteX90" fmla="*/ 5453307 w 12192000"/>
              <a:gd name="connsiteY90" fmla="*/ 1815450 h 2237474"/>
              <a:gd name="connsiteX91" fmla="*/ 5364192 w 12192000"/>
              <a:gd name="connsiteY91" fmla="*/ 1826074 h 2237474"/>
              <a:gd name="connsiteX92" fmla="*/ 5350380 w 12192000"/>
              <a:gd name="connsiteY92" fmla="*/ 1830891 h 2237474"/>
              <a:gd name="connsiteX93" fmla="*/ 5259633 w 12192000"/>
              <a:gd name="connsiteY93" fmla="*/ 1837160 h 2237474"/>
              <a:gd name="connsiteX94" fmla="*/ 5197513 w 12192000"/>
              <a:gd name="connsiteY94" fmla="*/ 1844718 h 2237474"/>
              <a:gd name="connsiteX95" fmla="*/ 5168852 w 12192000"/>
              <a:gd name="connsiteY95" fmla="*/ 1844846 h 2237474"/>
              <a:gd name="connsiteX96" fmla="*/ 5114927 w 12192000"/>
              <a:gd name="connsiteY96" fmla="*/ 1847827 h 2237474"/>
              <a:gd name="connsiteX97" fmla="*/ 5108970 w 12192000"/>
              <a:gd name="connsiteY97" fmla="*/ 1847935 h 2237474"/>
              <a:gd name="connsiteX98" fmla="*/ 5067961 w 12192000"/>
              <a:gd name="connsiteY98" fmla="*/ 1845917 h 2237474"/>
              <a:gd name="connsiteX99" fmla="*/ 5007075 w 12192000"/>
              <a:gd name="connsiteY99" fmla="*/ 1838626 h 2237474"/>
              <a:gd name="connsiteX100" fmla="*/ 4944087 w 12192000"/>
              <a:gd name="connsiteY100" fmla="*/ 1823332 h 2237474"/>
              <a:gd name="connsiteX101" fmla="*/ 4907662 w 12192000"/>
              <a:gd name="connsiteY101" fmla="*/ 1816900 h 2237474"/>
              <a:gd name="connsiteX102" fmla="*/ 4882386 w 12192000"/>
              <a:gd name="connsiteY102" fmla="*/ 1809844 h 2237474"/>
              <a:gd name="connsiteX103" fmla="*/ 4811440 w 12192000"/>
              <a:gd name="connsiteY103" fmla="*/ 1804655 h 2237474"/>
              <a:gd name="connsiteX104" fmla="*/ 4691075 w 12192000"/>
              <a:gd name="connsiteY104" fmla="*/ 1801389 h 2237474"/>
              <a:gd name="connsiteX105" fmla="*/ 4611738 w 12192000"/>
              <a:gd name="connsiteY105" fmla="*/ 1776964 h 2237474"/>
              <a:gd name="connsiteX106" fmla="*/ 4560070 w 12192000"/>
              <a:gd name="connsiteY106" fmla="*/ 1785640 h 2237474"/>
              <a:gd name="connsiteX107" fmla="*/ 4536503 w 12192000"/>
              <a:gd name="connsiteY107" fmla="*/ 1785334 h 2237474"/>
              <a:gd name="connsiteX108" fmla="*/ 4513724 w 12192000"/>
              <a:gd name="connsiteY108" fmla="*/ 1791996 h 2237474"/>
              <a:gd name="connsiteX109" fmla="*/ 4459810 w 12192000"/>
              <a:gd name="connsiteY109" fmla="*/ 1797886 h 2237474"/>
              <a:gd name="connsiteX110" fmla="*/ 4379064 w 12192000"/>
              <a:gd name="connsiteY110" fmla="*/ 1817177 h 2237474"/>
              <a:gd name="connsiteX111" fmla="*/ 4319209 w 12192000"/>
              <a:gd name="connsiteY111" fmla="*/ 1834833 h 2237474"/>
              <a:gd name="connsiteX112" fmla="*/ 4290981 w 12192000"/>
              <a:gd name="connsiteY112" fmla="*/ 1839677 h 2237474"/>
              <a:gd name="connsiteX113" fmla="*/ 4285792 w 12192000"/>
              <a:gd name="connsiteY113" fmla="*/ 1836231 h 2237474"/>
              <a:gd name="connsiteX114" fmla="*/ 4238372 w 12192000"/>
              <a:gd name="connsiteY114" fmla="*/ 1851480 h 2237474"/>
              <a:gd name="connsiteX115" fmla="*/ 4232517 w 12192000"/>
              <a:gd name="connsiteY115" fmla="*/ 1852567 h 2237474"/>
              <a:gd name="connsiteX116" fmla="*/ 4191732 w 12192000"/>
              <a:gd name="connsiteY116" fmla="*/ 1857328 h 2237474"/>
              <a:gd name="connsiteX117" fmla="*/ 4065532 w 12192000"/>
              <a:gd name="connsiteY117" fmla="*/ 1855477 h 2237474"/>
              <a:gd name="connsiteX118" fmla="*/ 4028460 w 12192000"/>
              <a:gd name="connsiteY118" fmla="*/ 1855137 h 2237474"/>
              <a:gd name="connsiteX119" fmla="*/ 4002267 w 12192000"/>
              <a:gd name="connsiteY119" fmla="*/ 1852352 h 2237474"/>
              <a:gd name="connsiteX120" fmla="*/ 3931396 w 12192000"/>
              <a:gd name="connsiteY120" fmla="*/ 1858915 h 2237474"/>
              <a:gd name="connsiteX121" fmla="*/ 3812162 w 12192000"/>
              <a:gd name="connsiteY121" fmla="*/ 1875501 h 2237474"/>
              <a:gd name="connsiteX122" fmla="*/ 3729530 w 12192000"/>
              <a:gd name="connsiteY122" fmla="*/ 1864513 h 2237474"/>
              <a:gd name="connsiteX123" fmla="*/ 3680177 w 12192000"/>
              <a:gd name="connsiteY123" fmla="*/ 1881552 h 2237474"/>
              <a:gd name="connsiteX124" fmla="*/ 3567259 w 12192000"/>
              <a:gd name="connsiteY124" fmla="*/ 1893482 h 2237474"/>
              <a:gd name="connsiteX125" fmla="*/ 3405770 w 12192000"/>
              <a:gd name="connsiteY125" fmla="*/ 1904591 h 2237474"/>
              <a:gd name="connsiteX126" fmla="*/ 3280097 w 12192000"/>
              <a:gd name="connsiteY126" fmla="*/ 1919610 h 2237474"/>
              <a:gd name="connsiteX127" fmla="*/ 3123424 w 12192000"/>
              <a:gd name="connsiteY127" fmla="*/ 1952930 h 2237474"/>
              <a:gd name="connsiteX128" fmla="*/ 3009910 w 12192000"/>
              <a:gd name="connsiteY128" fmla="*/ 1957866 h 2237474"/>
              <a:gd name="connsiteX129" fmla="*/ 2995934 w 12192000"/>
              <a:gd name="connsiteY129" fmla="*/ 1967085 h 2237474"/>
              <a:gd name="connsiteX130" fmla="*/ 2980071 w 12192000"/>
              <a:gd name="connsiteY130" fmla="*/ 1972988 h 2237474"/>
              <a:gd name="connsiteX131" fmla="*/ 2978094 w 12192000"/>
              <a:gd name="connsiteY131" fmla="*/ 1972369 h 2237474"/>
              <a:gd name="connsiteX132" fmla="*/ 2942858 w 12192000"/>
              <a:gd name="connsiteY132" fmla="*/ 1981367 h 2237474"/>
              <a:gd name="connsiteX133" fmla="*/ 2875436 w 12192000"/>
              <a:gd name="connsiteY133" fmla="*/ 1996977 h 2237474"/>
              <a:gd name="connsiteX134" fmla="*/ 2874892 w 12192000"/>
              <a:gd name="connsiteY134" fmla="*/ 1996085 h 2237474"/>
              <a:gd name="connsiteX135" fmla="*/ 2864145 w 12192000"/>
              <a:gd name="connsiteY135" fmla="*/ 1994061 h 2237474"/>
              <a:gd name="connsiteX136" fmla="*/ 2843662 w 12192000"/>
              <a:gd name="connsiteY136" fmla="*/ 1992498 h 2237474"/>
              <a:gd name="connsiteX137" fmla="*/ 2796128 w 12192000"/>
              <a:gd name="connsiteY137" fmla="*/ 1976403 h 2237474"/>
              <a:gd name="connsiteX138" fmla="*/ 2756784 w 12192000"/>
              <a:gd name="connsiteY138" fmla="*/ 1985116 h 2237474"/>
              <a:gd name="connsiteX139" fmla="*/ 2748833 w 12192000"/>
              <a:gd name="connsiteY139" fmla="*/ 1986323 h 2237474"/>
              <a:gd name="connsiteX140" fmla="*/ 2748661 w 12192000"/>
              <a:gd name="connsiteY140" fmla="*/ 1986122 h 2237474"/>
              <a:gd name="connsiteX141" fmla="*/ 2740251 w 12192000"/>
              <a:gd name="connsiteY141" fmla="*/ 1986946 h 2237474"/>
              <a:gd name="connsiteX142" fmla="*/ 2718916 w 12192000"/>
              <a:gd name="connsiteY142" fmla="*/ 1990867 h 2237474"/>
              <a:gd name="connsiteX143" fmla="*/ 2713522 w 12192000"/>
              <a:gd name="connsiteY143" fmla="*/ 1990173 h 2237474"/>
              <a:gd name="connsiteX144" fmla="*/ 2680597 w 12192000"/>
              <a:gd name="connsiteY144" fmla="*/ 1984996 h 2237474"/>
              <a:gd name="connsiteX145" fmla="*/ 2578178 w 12192000"/>
              <a:gd name="connsiteY145" fmla="*/ 1990531 h 2237474"/>
              <a:gd name="connsiteX146" fmla="*/ 2476147 w 12192000"/>
              <a:gd name="connsiteY146" fmla="*/ 1998305 h 2237474"/>
              <a:gd name="connsiteX147" fmla="*/ 2373568 w 12192000"/>
              <a:gd name="connsiteY147" fmla="*/ 2003219 h 2237474"/>
              <a:gd name="connsiteX148" fmla="*/ 2321399 w 12192000"/>
              <a:gd name="connsiteY148" fmla="*/ 1989467 h 2237474"/>
              <a:gd name="connsiteX149" fmla="*/ 2315525 w 12192000"/>
              <a:gd name="connsiteY149" fmla="*/ 1989708 h 2237474"/>
              <a:gd name="connsiteX150" fmla="*/ 2300792 w 12192000"/>
              <a:gd name="connsiteY150" fmla="*/ 1994290 h 2237474"/>
              <a:gd name="connsiteX151" fmla="*/ 2295469 w 12192000"/>
              <a:gd name="connsiteY151" fmla="*/ 1996659 h 2237474"/>
              <a:gd name="connsiteX152" fmla="*/ 2287219 w 12192000"/>
              <a:gd name="connsiteY152" fmla="*/ 1998750 h 2237474"/>
              <a:gd name="connsiteX153" fmla="*/ 2286948 w 12192000"/>
              <a:gd name="connsiteY153" fmla="*/ 1998596 h 2237474"/>
              <a:gd name="connsiteX154" fmla="*/ 2243069 w 12192000"/>
              <a:gd name="connsiteY154" fmla="*/ 2015111 h 2237474"/>
              <a:gd name="connsiteX155" fmla="*/ 2186609 w 12192000"/>
              <a:gd name="connsiteY155" fmla="*/ 2008263 h 2237474"/>
              <a:gd name="connsiteX156" fmla="*/ 2164831 w 12192000"/>
              <a:gd name="connsiteY156" fmla="*/ 2010143 h 2237474"/>
              <a:gd name="connsiteX157" fmla="*/ 2152836 w 12192000"/>
              <a:gd name="connsiteY157" fmla="*/ 2010048 h 2237474"/>
              <a:gd name="connsiteX158" fmla="*/ 2117102 w 12192000"/>
              <a:gd name="connsiteY158" fmla="*/ 2023004 h 2237474"/>
              <a:gd name="connsiteX159" fmla="*/ 2111935 w 12192000"/>
              <a:gd name="connsiteY159" fmla="*/ 2023163 h 2237474"/>
              <a:gd name="connsiteX160" fmla="*/ 2089991 w 12192000"/>
              <a:gd name="connsiteY160" fmla="*/ 2034193 h 2237474"/>
              <a:gd name="connsiteX161" fmla="*/ 2058061 w 12192000"/>
              <a:gd name="connsiteY161" fmla="*/ 2047942 h 2237474"/>
              <a:gd name="connsiteX162" fmla="*/ 2055737 w 12192000"/>
              <a:gd name="connsiteY162" fmla="*/ 2047704 h 2237474"/>
              <a:gd name="connsiteX163" fmla="*/ 2042244 w 12192000"/>
              <a:gd name="connsiteY163" fmla="*/ 2055560 h 2237474"/>
              <a:gd name="connsiteX164" fmla="*/ 1976224 w 12192000"/>
              <a:gd name="connsiteY164" fmla="*/ 2074257 h 2237474"/>
              <a:gd name="connsiteX165" fmla="*/ 1877728 w 12192000"/>
              <a:gd name="connsiteY165" fmla="*/ 2101004 h 2237474"/>
              <a:gd name="connsiteX166" fmla="*/ 1759056 w 12192000"/>
              <a:gd name="connsiteY166" fmla="*/ 2125608 h 2237474"/>
              <a:gd name="connsiteX167" fmla="*/ 1637948 w 12192000"/>
              <a:gd name="connsiteY167" fmla="*/ 2172597 h 2237474"/>
              <a:gd name="connsiteX168" fmla="*/ 1434549 w 12192000"/>
              <a:gd name="connsiteY168" fmla="*/ 2234522 h 2237474"/>
              <a:gd name="connsiteX169" fmla="*/ 1398481 w 12192000"/>
              <a:gd name="connsiteY169" fmla="*/ 2237074 h 2237474"/>
              <a:gd name="connsiteX170" fmla="*/ 1398407 w 12192000"/>
              <a:gd name="connsiteY170" fmla="*/ 2237095 h 2237474"/>
              <a:gd name="connsiteX171" fmla="*/ 1370962 w 12192000"/>
              <a:gd name="connsiteY171" fmla="*/ 2237474 h 2237474"/>
              <a:gd name="connsiteX172" fmla="*/ 1356367 w 12192000"/>
              <a:gd name="connsiteY172" fmla="*/ 2235089 h 2237474"/>
              <a:gd name="connsiteX173" fmla="*/ 1324828 w 12192000"/>
              <a:gd name="connsiteY173" fmla="*/ 2231968 h 2237474"/>
              <a:gd name="connsiteX174" fmla="*/ 1297744 w 12192000"/>
              <a:gd name="connsiteY174" fmla="*/ 2235849 h 2237474"/>
              <a:gd name="connsiteX175" fmla="*/ 1286236 w 12192000"/>
              <a:gd name="connsiteY175" fmla="*/ 2233135 h 2237474"/>
              <a:gd name="connsiteX176" fmla="*/ 1283504 w 12192000"/>
              <a:gd name="connsiteY176" fmla="*/ 2233797 h 2237474"/>
              <a:gd name="connsiteX177" fmla="*/ 1279765 w 12192000"/>
              <a:gd name="connsiteY177" fmla="*/ 2229639 h 2237474"/>
              <a:gd name="connsiteX178" fmla="*/ 1195347 w 12192000"/>
              <a:gd name="connsiteY178" fmla="*/ 2212354 h 2237474"/>
              <a:gd name="connsiteX179" fmla="*/ 970251 w 12192000"/>
              <a:gd name="connsiteY179" fmla="*/ 2221029 h 2237474"/>
              <a:gd name="connsiteX180" fmla="*/ 812914 w 12192000"/>
              <a:gd name="connsiteY180" fmla="*/ 2202752 h 2237474"/>
              <a:gd name="connsiteX181" fmla="*/ 800195 w 12192000"/>
              <a:gd name="connsiteY181" fmla="*/ 2209407 h 2237474"/>
              <a:gd name="connsiteX182" fmla="*/ 784978 w 12192000"/>
              <a:gd name="connsiteY182" fmla="*/ 2212360 h 2237474"/>
              <a:gd name="connsiteX183" fmla="*/ 681987 w 12192000"/>
              <a:gd name="connsiteY183" fmla="*/ 2216757 h 2237474"/>
              <a:gd name="connsiteX184" fmla="*/ 669923 w 12192000"/>
              <a:gd name="connsiteY184" fmla="*/ 2211682 h 2237474"/>
              <a:gd name="connsiteX185" fmla="*/ 648680 w 12192000"/>
              <a:gd name="connsiteY185" fmla="*/ 2206229 h 2237474"/>
              <a:gd name="connsiteX186" fmla="*/ 597225 w 12192000"/>
              <a:gd name="connsiteY186" fmla="*/ 2180999 h 2237474"/>
              <a:gd name="connsiteX187" fmla="*/ 558449 w 12192000"/>
              <a:gd name="connsiteY187" fmla="*/ 2182346 h 2237474"/>
              <a:gd name="connsiteX188" fmla="*/ 550517 w 12192000"/>
              <a:gd name="connsiteY188" fmla="*/ 2182060 h 2237474"/>
              <a:gd name="connsiteX189" fmla="*/ 550309 w 12192000"/>
              <a:gd name="connsiteY189" fmla="*/ 2181825 h 2237474"/>
              <a:gd name="connsiteX190" fmla="*/ 541836 w 12192000"/>
              <a:gd name="connsiteY190" fmla="*/ 2181063 h 2237474"/>
              <a:gd name="connsiteX191" fmla="*/ 536057 w 12192000"/>
              <a:gd name="connsiteY191" fmla="*/ 2181537 h 2237474"/>
              <a:gd name="connsiteX192" fmla="*/ 520671 w 12192000"/>
              <a:gd name="connsiteY192" fmla="*/ 2180980 h 2237474"/>
              <a:gd name="connsiteX193" fmla="*/ 515024 w 12192000"/>
              <a:gd name="connsiteY193" fmla="*/ 2179258 h 2237474"/>
              <a:gd name="connsiteX194" fmla="*/ 512278 w 12192000"/>
              <a:gd name="connsiteY194" fmla="*/ 2176369 h 2237474"/>
              <a:gd name="connsiteX195" fmla="*/ 480419 w 12192000"/>
              <a:gd name="connsiteY195" fmla="*/ 2167807 h 2237474"/>
              <a:gd name="connsiteX196" fmla="*/ 413835 w 12192000"/>
              <a:gd name="connsiteY196" fmla="*/ 2156783 h 2237474"/>
              <a:gd name="connsiteX197" fmla="*/ 376513 w 12192000"/>
              <a:gd name="connsiteY197" fmla="*/ 2154014 h 2237474"/>
              <a:gd name="connsiteX198" fmla="*/ 273386 w 12192000"/>
              <a:gd name="connsiteY198" fmla="*/ 2142551 h 2237474"/>
              <a:gd name="connsiteX199" fmla="*/ 169207 w 12192000"/>
              <a:gd name="connsiteY199" fmla="*/ 2128100 h 2237474"/>
              <a:gd name="connsiteX200" fmla="*/ 93149 w 12192000"/>
              <a:gd name="connsiteY200" fmla="*/ 2105324 h 2237474"/>
              <a:gd name="connsiteX201" fmla="*/ 88109 w 12192000"/>
              <a:gd name="connsiteY201" fmla="*/ 2106704 h 2237474"/>
              <a:gd name="connsiteX202" fmla="*/ 80022 w 12192000"/>
              <a:gd name="connsiteY202" fmla="*/ 2107254 h 2237474"/>
              <a:gd name="connsiteX203" fmla="*/ 79717 w 12192000"/>
              <a:gd name="connsiteY203" fmla="*/ 2107046 h 2237474"/>
              <a:gd name="connsiteX204" fmla="*/ 72352 w 12192000"/>
              <a:gd name="connsiteY204" fmla="*/ 2107991 h 2237474"/>
              <a:gd name="connsiteX205" fmla="*/ 37645 w 12192000"/>
              <a:gd name="connsiteY205" fmla="*/ 2115401 h 2237474"/>
              <a:gd name="connsiteX206" fmla="*/ 4572 w 12192000"/>
              <a:gd name="connsiteY206" fmla="*/ 2111091 h 2237474"/>
              <a:gd name="connsiteX207" fmla="*/ 0 w 12192000"/>
              <a:gd name="connsiteY207" fmla="*/ 2110468 h 2237474"/>
              <a:gd name="connsiteX208" fmla="*/ 0 w 12192000"/>
              <a:gd name="connsiteY20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705768 w 12192000"/>
              <a:gd name="connsiteY24" fmla="*/ 894610 h 2237474"/>
              <a:gd name="connsiteX25" fmla="*/ 9683005 w 12192000"/>
              <a:gd name="connsiteY25" fmla="*/ 894128 h 2237474"/>
              <a:gd name="connsiteX26" fmla="*/ 9594438 w 12192000"/>
              <a:gd name="connsiteY26" fmla="*/ 919051 h 2237474"/>
              <a:gd name="connsiteX27" fmla="*/ 9577033 w 12192000"/>
              <a:gd name="connsiteY27" fmla="*/ 922857 h 2237474"/>
              <a:gd name="connsiteX28" fmla="*/ 9544189 w 12192000"/>
              <a:gd name="connsiteY28" fmla="*/ 938966 h 2237474"/>
              <a:gd name="connsiteX29" fmla="*/ 9500499 w 12192000"/>
              <a:gd name="connsiteY29" fmla="*/ 954680 h 2237474"/>
              <a:gd name="connsiteX30" fmla="*/ 9428195 w 12192000"/>
              <a:gd name="connsiteY30" fmla="*/ 986225 h 2237474"/>
              <a:gd name="connsiteX31" fmla="*/ 9410017 w 12192000"/>
              <a:gd name="connsiteY31" fmla="*/ 993931 h 2237474"/>
              <a:gd name="connsiteX32" fmla="*/ 9392919 w 12192000"/>
              <a:gd name="connsiteY32" fmla="*/ 994656 h 2237474"/>
              <a:gd name="connsiteX33" fmla="*/ 9278619 w 12192000"/>
              <a:gd name="connsiteY33" fmla="*/ 1011878 h 2237474"/>
              <a:gd name="connsiteX34" fmla="*/ 9268019 w 12192000"/>
              <a:gd name="connsiteY34" fmla="*/ 1007442 h 2237474"/>
              <a:gd name="connsiteX35" fmla="*/ 9234662 w 12192000"/>
              <a:gd name="connsiteY35" fmla="*/ 1023056 h 2237474"/>
              <a:gd name="connsiteX36" fmla="*/ 9181033 w 12192000"/>
              <a:gd name="connsiteY36" fmla="*/ 1037921 h 2237474"/>
              <a:gd name="connsiteX37" fmla="*/ 9155969 w 12192000"/>
              <a:gd name="connsiteY37" fmla="*/ 1046804 h 2237474"/>
              <a:gd name="connsiteX38" fmla="*/ 9133985 w 12192000"/>
              <a:gd name="connsiteY38" fmla="*/ 1046450 h 2237474"/>
              <a:gd name="connsiteX39" fmla="*/ 9012987 w 12192000"/>
              <a:gd name="connsiteY39" fmla="*/ 1061986 h 2237474"/>
              <a:gd name="connsiteX40" fmla="*/ 8968445 w 12192000"/>
              <a:gd name="connsiteY40" fmla="*/ 1052169 h 2237474"/>
              <a:gd name="connsiteX41" fmla="*/ 8958984 w 12192000"/>
              <a:gd name="connsiteY41" fmla="*/ 1057212 h 2237474"/>
              <a:gd name="connsiteX42" fmla="*/ 8886001 w 12192000"/>
              <a:gd name="connsiteY42" fmla="*/ 1067468 h 2237474"/>
              <a:gd name="connsiteX43" fmla="*/ 8838610 w 12192000"/>
              <a:gd name="connsiteY43" fmla="*/ 1075091 h 2237474"/>
              <a:gd name="connsiteX44" fmla="*/ 8750383 w 12192000"/>
              <a:gd name="connsiteY44" fmla="*/ 1097387 h 2237474"/>
              <a:gd name="connsiteX45" fmla="*/ 8665605 w 12192000"/>
              <a:gd name="connsiteY45" fmla="*/ 1110791 h 2237474"/>
              <a:gd name="connsiteX46" fmla="*/ 8584946 w 12192000"/>
              <a:gd name="connsiteY46" fmla="*/ 1135226 h 2237474"/>
              <a:gd name="connsiteX47" fmla="*/ 8460755 w 12192000"/>
              <a:gd name="connsiteY47" fmla="*/ 1203427 h 2237474"/>
              <a:gd name="connsiteX48" fmla="*/ 8419755 w 12192000"/>
              <a:gd name="connsiteY48" fmla="*/ 1216260 h 2237474"/>
              <a:gd name="connsiteX49" fmla="*/ 8411626 w 12192000"/>
              <a:gd name="connsiteY49" fmla="*/ 1214397 h 2237474"/>
              <a:gd name="connsiteX50" fmla="*/ 8363469 w 12192000"/>
              <a:gd name="connsiteY50" fmla="*/ 1246658 h 2237474"/>
              <a:gd name="connsiteX51" fmla="*/ 8275497 w 12192000"/>
              <a:gd name="connsiteY51" fmla="*/ 1264396 h 2237474"/>
              <a:gd name="connsiteX52" fmla="*/ 8206287 w 12192000"/>
              <a:gd name="connsiteY52" fmla="*/ 1273060 h 2237474"/>
              <a:gd name="connsiteX53" fmla="*/ 8168705 w 12192000"/>
              <a:gd name="connsiteY53" fmla="*/ 1279956 h 2237474"/>
              <a:gd name="connsiteX54" fmla="*/ 8139997 w 12192000"/>
              <a:gd name="connsiteY54" fmla="*/ 1282713 h 2237474"/>
              <a:gd name="connsiteX55" fmla="*/ 8074238 w 12192000"/>
              <a:gd name="connsiteY55" fmla="*/ 1301895 h 2237474"/>
              <a:gd name="connsiteX56" fmla="*/ 7968292 w 12192000"/>
              <a:gd name="connsiteY56" fmla="*/ 1338779 h 2237474"/>
              <a:gd name="connsiteX57" fmla="*/ 7902328 w 12192000"/>
              <a:gd name="connsiteY57" fmla="*/ 1345865 h 2237474"/>
              <a:gd name="connsiteX58" fmla="*/ 7875879 w 12192000"/>
              <a:gd name="connsiteY58" fmla="*/ 1345646 h 2237474"/>
              <a:gd name="connsiteX59" fmla="*/ 7840612 w 12192000"/>
              <a:gd name="connsiteY59" fmla="*/ 1369373 h 2237474"/>
              <a:gd name="connsiteX60" fmla="*/ 7786819 w 12192000"/>
              <a:gd name="connsiteY60" fmla="*/ 1378970 h 2237474"/>
              <a:gd name="connsiteX61" fmla="*/ 7548172 w 12192000"/>
              <a:gd name="connsiteY61" fmla="*/ 1417460 h 2237474"/>
              <a:gd name="connsiteX62" fmla="*/ 7483437 w 12192000"/>
              <a:gd name="connsiteY62" fmla="*/ 1478152 h 2237474"/>
              <a:gd name="connsiteX63" fmla="*/ 7377870 w 12192000"/>
              <a:gd name="connsiteY63" fmla="*/ 1523319 h 2237474"/>
              <a:gd name="connsiteX64" fmla="*/ 7230737 w 12192000"/>
              <a:gd name="connsiteY64" fmla="*/ 1562633 h 2237474"/>
              <a:gd name="connsiteX65" fmla="*/ 7224458 w 12192000"/>
              <a:gd name="connsiteY65" fmla="*/ 1573008 h 2237474"/>
              <a:gd name="connsiteX66" fmla="*/ 7183121 w 12192000"/>
              <a:gd name="connsiteY66" fmla="*/ 1595162 h 2237474"/>
              <a:gd name="connsiteX67" fmla="*/ 7164601 w 12192000"/>
              <a:gd name="connsiteY67" fmla="*/ 1606490 h 2237474"/>
              <a:gd name="connsiteX68" fmla="*/ 7092727 w 12192000"/>
              <a:gd name="connsiteY68" fmla="*/ 1623628 h 2237474"/>
              <a:gd name="connsiteX69" fmla="*/ 7031309 w 12192000"/>
              <a:gd name="connsiteY69" fmla="*/ 1619451 h 2237474"/>
              <a:gd name="connsiteX70" fmla="*/ 6999084 w 12192000"/>
              <a:gd name="connsiteY70" fmla="*/ 1634317 h 2237474"/>
              <a:gd name="connsiteX71" fmla="*/ 6992107 w 12192000"/>
              <a:gd name="connsiteY71" fmla="*/ 1636860 h 2237474"/>
              <a:gd name="connsiteX72" fmla="*/ 6900177 w 12192000"/>
              <a:gd name="connsiteY72" fmla="*/ 1636016 h 2237474"/>
              <a:gd name="connsiteX73" fmla="*/ 6795372 w 12192000"/>
              <a:gd name="connsiteY73" fmla="*/ 1644845 h 2237474"/>
              <a:gd name="connsiteX74" fmla="*/ 6692251 w 12192000"/>
              <a:gd name="connsiteY74" fmla="*/ 1656357 h 2237474"/>
              <a:gd name="connsiteX75" fmla="*/ 6655235 w 12192000"/>
              <a:gd name="connsiteY75" fmla="*/ 1661869 h 2237474"/>
              <a:gd name="connsiteX76" fmla="*/ 6554894 w 12192000"/>
              <a:gd name="connsiteY76" fmla="*/ 1664428 h 2237474"/>
              <a:gd name="connsiteX77" fmla="*/ 6516595 w 12192000"/>
              <a:gd name="connsiteY77" fmla="*/ 1667475 h 2237474"/>
              <a:gd name="connsiteX78" fmla="*/ 6508541 w 12192000"/>
              <a:gd name="connsiteY78" fmla="*/ 1668757 h 2237474"/>
              <a:gd name="connsiteX79" fmla="*/ 6471012 w 12192000"/>
              <a:gd name="connsiteY79" fmla="*/ 1678604 h 2237474"/>
              <a:gd name="connsiteX80" fmla="*/ 6364035 w 12192000"/>
              <a:gd name="connsiteY80" fmla="*/ 1667683 h 2237474"/>
              <a:gd name="connsiteX81" fmla="*/ 6280959 w 12192000"/>
              <a:gd name="connsiteY81" fmla="*/ 1689329 h 2237474"/>
              <a:gd name="connsiteX82" fmla="*/ 6243319 w 12192000"/>
              <a:gd name="connsiteY82" fmla="*/ 1695560 h 2237474"/>
              <a:gd name="connsiteX83" fmla="*/ 6098321 w 12192000"/>
              <a:gd name="connsiteY83" fmla="*/ 1721646 h 2237474"/>
              <a:gd name="connsiteX84" fmla="*/ 5880652 w 12192000"/>
              <a:gd name="connsiteY84" fmla="*/ 1779643 h 2237474"/>
              <a:gd name="connsiteX85" fmla="*/ 5785959 w 12192000"/>
              <a:gd name="connsiteY85" fmla="*/ 1775307 h 2237474"/>
              <a:gd name="connsiteX86" fmla="*/ 5643534 w 12192000"/>
              <a:gd name="connsiteY86" fmla="*/ 1802919 h 2237474"/>
              <a:gd name="connsiteX87" fmla="*/ 5518799 w 12192000"/>
              <a:gd name="connsiteY87" fmla="*/ 1818312 h 2237474"/>
              <a:gd name="connsiteX88" fmla="*/ 5505014 w 12192000"/>
              <a:gd name="connsiteY88" fmla="*/ 1819259 h 2237474"/>
              <a:gd name="connsiteX89" fmla="*/ 5453307 w 12192000"/>
              <a:gd name="connsiteY89" fmla="*/ 1815450 h 2237474"/>
              <a:gd name="connsiteX90" fmla="*/ 5364192 w 12192000"/>
              <a:gd name="connsiteY90" fmla="*/ 1826074 h 2237474"/>
              <a:gd name="connsiteX91" fmla="*/ 5350380 w 12192000"/>
              <a:gd name="connsiteY91" fmla="*/ 1830891 h 2237474"/>
              <a:gd name="connsiteX92" fmla="*/ 5259633 w 12192000"/>
              <a:gd name="connsiteY92" fmla="*/ 1837160 h 2237474"/>
              <a:gd name="connsiteX93" fmla="*/ 5197513 w 12192000"/>
              <a:gd name="connsiteY93" fmla="*/ 1844718 h 2237474"/>
              <a:gd name="connsiteX94" fmla="*/ 5168852 w 12192000"/>
              <a:gd name="connsiteY94" fmla="*/ 1844846 h 2237474"/>
              <a:gd name="connsiteX95" fmla="*/ 5114927 w 12192000"/>
              <a:gd name="connsiteY95" fmla="*/ 1847827 h 2237474"/>
              <a:gd name="connsiteX96" fmla="*/ 5108970 w 12192000"/>
              <a:gd name="connsiteY96" fmla="*/ 1847935 h 2237474"/>
              <a:gd name="connsiteX97" fmla="*/ 5067961 w 12192000"/>
              <a:gd name="connsiteY97" fmla="*/ 1845917 h 2237474"/>
              <a:gd name="connsiteX98" fmla="*/ 5007075 w 12192000"/>
              <a:gd name="connsiteY98" fmla="*/ 1838626 h 2237474"/>
              <a:gd name="connsiteX99" fmla="*/ 4944087 w 12192000"/>
              <a:gd name="connsiteY99" fmla="*/ 1823332 h 2237474"/>
              <a:gd name="connsiteX100" fmla="*/ 4907662 w 12192000"/>
              <a:gd name="connsiteY100" fmla="*/ 1816900 h 2237474"/>
              <a:gd name="connsiteX101" fmla="*/ 4882386 w 12192000"/>
              <a:gd name="connsiteY101" fmla="*/ 1809844 h 2237474"/>
              <a:gd name="connsiteX102" fmla="*/ 4811440 w 12192000"/>
              <a:gd name="connsiteY102" fmla="*/ 1804655 h 2237474"/>
              <a:gd name="connsiteX103" fmla="*/ 4691075 w 12192000"/>
              <a:gd name="connsiteY103" fmla="*/ 1801389 h 2237474"/>
              <a:gd name="connsiteX104" fmla="*/ 4611738 w 12192000"/>
              <a:gd name="connsiteY104" fmla="*/ 1776964 h 2237474"/>
              <a:gd name="connsiteX105" fmla="*/ 4560070 w 12192000"/>
              <a:gd name="connsiteY105" fmla="*/ 1785640 h 2237474"/>
              <a:gd name="connsiteX106" fmla="*/ 4536503 w 12192000"/>
              <a:gd name="connsiteY106" fmla="*/ 1785334 h 2237474"/>
              <a:gd name="connsiteX107" fmla="*/ 4513724 w 12192000"/>
              <a:gd name="connsiteY107" fmla="*/ 1791996 h 2237474"/>
              <a:gd name="connsiteX108" fmla="*/ 4459810 w 12192000"/>
              <a:gd name="connsiteY108" fmla="*/ 1797886 h 2237474"/>
              <a:gd name="connsiteX109" fmla="*/ 4379064 w 12192000"/>
              <a:gd name="connsiteY109" fmla="*/ 1817177 h 2237474"/>
              <a:gd name="connsiteX110" fmla="*/ 4319209 w 12192000"/>
              <a:gd name="connsiteY110" fmla="*/ 1834833 h 2237474"/>
              <a:gd name="connsiteX111" fmla="*/ 4290981 w 12192000"/>
              <a:gd name="connsiteY111" fmla="*/ 1839677 h 2237474"/>
              <a:gd name="connsiteX112" fmla="*/ 4285792 w 12192000"/>
              <a:gd name="connsiteY112" fmla="*/ 1836231 h 2237474"/>
              <a:gd name="connsiteX113" fmla="*/ 4238372 w 12192000"/>
              <a:gd name="connsiteY113" fmla="*/ 1851480 h 2237474"/>
              <a:gd name="connsiteX114" fmla="*/ 4232517 w 12192000"/>
              <a:gd name="connsiteY114" fmla="*/ 1852567 h 2237474"/>
              <a:gd name="connsiteX115" fmla="*/ 4191732 w 12192000"/>
              <a:gd name="connsiteY115" fmla="*/ 1857328 h 2237474"/>
              <a:gd name="connsiteX116" fmla="*/ 4065532 w 12192000"/>
              <a:gd name="connsiteY116" fmla="*/ 1855477 h 2237474"/>
              <a:gd name="connsiteX117" fmla="*/ 4028460 w 12192000"/>
              <a:gd name="connsiteY117" fmla="*/ 1855137 h 2237474"/>
              <a:gd name="connsiteX118" fmla="*/ 4002267 w 12192000"/>
              <a:gd name="connsiteY118" fmla="*/ 1852352 h 2237474"/>
              <a:gd name="connsiteX119" fmla="*/ 3931396 w 12192000"/>
              <a:gd name="connsiteY119" fmla="*/ 1858915 h 2237474"/>
              <a:gd name="connsiteX120" fmla="*/ 3812162 w 12192000"/>
              <a:gd name="connsiteY120" fmla="*/ 1875501 h 2237474"/>
              <a:gd name="connsiteX121" fmla="*/ 3729530 w 12192000"/>
              <a:gd name="connsiteY121" fmla="*/ 1864513 h 2237474"/>
              <a:gd name="connsiteX122" fmla="*/ 3680177 w 12192000"/>
              <a:gd name="connsiteY122" fmla="*/ 1881552 h 2237474"/>
              <a:gd name="connsiteX123" fmla="*/ 3567259 w 12192000"/>
              <a:gd name="connsiteY123" fmla="*/ 1893482 h 2237474"/>
              <a:gd name="connsiteX124" fmla="*/ 3405770 w 12192000"/>
              <a:gd name="connsiteY124" fmla="*/ 1904591 h 2237474"/>
              <a:gd name="connsiteX125" fmla="*/ 3280097 w 12192000"/>
              <a:gd name="connsiteY125" fmla="*/ 1919610 h 2237474"/>
              <a:gd name="connsiteX126" fmla="*/ 3123424 w 12192000"/>
              <a:gd name="connsiteY126" fmla="*/ 1952930 h 2237474"/>
              <a:gd name="connsiteX127" fmla="*/ 3009910 w 12192000"/>
              <a:gd name="connsiteY127" fmla="*/ 1957866 h 2237474"/>
              <a:gd name="connsiteX128" fmla="*/ 2995934 w 12192000"/>
              <a:gd name="connsiteY128" fmla="*/ 1967085 h 2237474"/>
              <a:gd name="connsiteX129" fmla="*/ 2980071 w 12192000"/>
              <a:gd name="connsiteY129" fmla="*/ 1972988 h 2237474"/>
              <a:gd name="connsiteX130" fmla="*/ 2978094 w 12192000"/>
              <a:gd name="connsiteY130" fmla="*/ 1972369 h 2237474"/>
              <a:gd name="connsiteX131" fmla="*/ 2942858 w 12192000"/>
              <a:gd name="connsiteY131" fmla="*/ 1981367 h 2237474"/>
              <a:gd name="connsiteX132" fmla="*/ 2875436 w 12192000"/>
              <a:gd name="connsiteY132" fmla="*/ 1996977 h 2237474"/>
              <a:gd name="connsiteX133" fmla="*/ 2874892 w 12192000"/>
              <a:gd name="connsiteY133" fmla="*/ 1996085 h 2237474"/>
              <a:gd name="connsiteX134" fmla="*/ 2864145 w 12192000"/>
              <a:gd name="connsiteY134" fmla="*/ 1994061 h 2237474"/>
              <a:gd name="connsiteX135" fmla="*/ 2843662 w 12192000"/>
              <a:gd name="connsiteY135" fmla="*/ 1992498 h 2237474"/>
              <a:gd name="connsiteX136" fmla="*/ 2796128 w 12192000"/>
              <a:gd name="connsiteY136" fmla="*/ 1976403 h 2237474"/>
              <a:gd name="connsiteX137" fmla="*/ 2756784 w 12192000"/>
              <a:gd name="connsiteY137" fmla="*/ 1985116 h 2237474"/>
              <a:gd name="connsiteX138" fmla="*/ 2748833 w 12192000"/>
              <a:gd name="connsiteY138" fmla="*/ 1986323 h 2237474"/>
              <a:gd name="connsiteX139" fmla="*/ 2748661 w 12192000"/>
              <a:gd name="connsiteY139" fmla="*/ 1986122 h 2237474"/>
              <a:gd name="connsiteX140" fmla="*/ 2740251 w 12192000"/>
              <a:gd name="connsiteY140" fmla="*/ 1986946 h 2237474"/>
              <a:gd name="connsiteX141" fmla="*/ 2718916 w 12192000"/>
              <a:gd name="connsiteY141" fmla="*/ 1990867 h 2237474"/>
              <a:gd name="connsiteX142" fmla="*/ 2713522 w 12192000"/>
              <a:gd name="connsiteY142" fmla="*/ 1990173 h 2237474"/>
              <a:gd name="connsiteX143" fmla="*/ 2680597 w 12192000"/>
              <a:gd name="connsiteY143" fmla="*/ 1984996 h 2237474"/>
              <a:gd name="connsiteX144" fmla="*/ 2578178 w 12192000"/>
              <a:gd name="connsiteY144" fmla="*/ 1990531 h 2237474"/>
              <a:gd name="connsiteX145" fmla="*/ 2476147 w 12192000"/>
              <a:gd name="connsiteY145" fmla="*/ 1998305 h 2237474"/>
              <a:gd name="connsiteX146" fmla="*/ 2373568 w 12192000"/>
              <a:gd name="connsiteY146" fmla="*/ 2003219 h 2237474"/>
              <a:gd name="connsiteX147" fmla="*/ 2321399 w 12192000"/>
              <a:gd name="connsiteY147" fmla="*/ 1989467 h 2237474"/>
              <a:gd name="connsiteX148" fmla="*/ 2315525 w 12192000"/>
              <a:gd name="connsiteY148" fmla="*/ 1989708 h 2237474"/>
              <a:gd name="connsiteX149" fmla="*/ 2300792 w 12192000"/>
              <a:gd name="connsiteY149" fmla="*/ 1994290 h 2237474"/>
              <a:gd name="connsiteX150" fmla="*/ 2295469 w 12192000"/>
              <a:gd name="connsiteY150" fmla="*/ 1996659 h 2237474"/>
              <a:gd name="connsiteX151" fmla="*/ 2287219 w 12192000"/>
              <a:gd name="connsiteY151" fmla="*/ 1998750 h 2237474"/>
              <a:gd name="connsiteX152" fmla="*/ 2286948 w 12192000"/>
              <a:gd name="connsiteY152" fmla="*/ 1998596 h 2237474"/>
              <a:gd name="connsiteX153" fmla="*/ 2243069 w 12192000"/>
              <a:gd name="connsiteY153" fmla="*/ 2015111 h 2237474"/>
              <a:gd name="connsiteX154" fmla="*/ 2186609 w 12192000"/>
              <a:gd name="connsiteY154" fmla="*/ 2008263 h 2237474"/>
              <a:gd name="connsiteX155" fmla="*/ 2164831 w 12192000"/>
              <a:gd name="connsiteY155" fmla="*/ 2010143 h 2237474"/>
              <a:gd name="connsiteX156" fmla="*/ 2152836 w 12192000"/>
              <a:gd name="connsiteY156" fmla="*/ 2010048 h 2237474"/>
              <a:gd name="connsiteX157" fmla="*/ 2117102 w 12192000"/>
              <a:gd name="connsiteY157" fmla="*/ 2023004 h 2237474"/>
              <a:gd name="connsiteX158" fmla="*/ 2111935 w 12192000"/>
              <a:gd name="connsiteY158" fmla="*/ 2023163 h 2237474"/>
              <a:gd name="connsiteX159" fmla="*/ 2089991 w 12192000"/>
              <a:gd name="connsiteY159" fmla="*/ 2034193 h 2237474"/>
              <a:gd name="connsiteX160" fmla="*/ 2058061 w 12192000"/>
              <a:gd name="connsiteY160" fmla="*/ 2047942 h 2237474"/>
              <a:gd name="connsiteX161" fmla="*/ 2055737 w 12192000"/>
              <a:gd name="connsiteY161" fmla="*/ 2047704 h 2237474"/>
              <a:gd name="connsiteX162" fmla="*/ 2042244 w 12192000"/>
              <a:gd name="connsiteY162" fmla="*/ 2055560 h 2237474"/>
              <a:gd name="connsiteX163" fmla="*/ 1976224 w 12192000"/>
              <a:gd name="connsiteY163" fmla="*/ 2074257 h 2237474"/>
              <a:gd name="connsiteX164" fmla="*/ 1877728 w 12192000"/>
              <a:gd name="connsiteY164" fmla="*/ 2101004 h 2237474"/>
              <a:gd name="connsiteX165" fmla="*/ 1759056 w 12192000"/>
              <a:gd name="connsiteY165" fmla="*/ 2125608 h 2237474"/>
              <a:gd name="connsiteX166" fmla="*/ 1637948 w 12192000"/>
              <a:gd name="connsiteY166" fmla="*/ 2172597 h 2237474"/>
              <a:gd name="connsiteX167" fmla="*/ 1434549 w 12192000"/>
              <a:gd name="connsiteY167" fmla="*/ 2234522 h 2237474"/>
              <a:gd name="connsiteX168" fmla="*/ 1398481 w 12192000"/>
              <a:gd name="connsiteY168" fmla="*/ 2237074 h 2237474"/>
              <a:gd name="connsiteX169" fmla="*/ 1398407 w 12192000"/>
              <a:gd name="connsiteY169" fmla="*/ 2237095 h 2237474"/>
              <a:gd name="connsiteX170" fmla="*/ 1370962 w 12192000"/>
              <a:gd name="connsiteY170" fmla="*/ 2237474 h 2237474"/>
              <a:gd name="connsiteX171" fmla="*/ 1356367 w 12192000"/>
              <a:gd name="connsiteY171" fmla="*/ 2235089 h 2237474"/>
              <a:gd name="connsiteX172" fmla="*/ 1324828 w 12192000"/>
              <a:gd name="connsiteY172" fmla="*/ 2231968 h 2237474"/>
              <a:gd name="connsiteX173" fmla="*/ 1297744 w 12192000"/>
              <a:gd name="connsiteY173" fmla="*/ 2235849 h 2237474"/>
              <a:gd name="connsiteX174" fmla="*/ 1286236 w 12192000"/>
              <a:gd name="connsiteY174" fmla="*/ 2233135 h 2237474"/>
              <a:gd name="connsiteX175" fmla="*/ 1283504 w 12192000"/>
              <a:gd name="connsiteY175" fmla="*/ 2233797 h 2237474"/>
              <a:gd name="connsiteX176" fmla="*/ 1279765 w 12192000"/>
              <a:gd name="connsiteY176" fmla="*/ 2229639 h 2237474"/>
              <a:gd name="connsiteX177" fmla="*/ 1195347 w 12192000"/>
              <a:gd name="connsiteY177" fmla="*/ 2212354 h 2237474"/>
              <a:gd name="connsiteX178" fmla="*/ 970251 w 12192000"/>
              <a:gd name="connsiteY178" fmla="*/ 2221029 h 2237474"/>
              <a:gd name="connsiteX179" fmla="*/ 812914 w 12192000"/>
              <a:gd name="connsiteY179" fmla="*/ 2202752 h 2237474"/>
              <a:gd name="connsiteX180" fmla="*/ 800195 w 12192000"/>
              <a:gd name="connsiteY180" fmla="*/ 2209407 h 2237474"/>
              <a:gd name="connsiteX181" fmla="*/ 784978 w 12192000"/>
              <a:gd name="connsiteY181" fmla="*/ 2212360 h 2237474"/>
              <a:gd name="connsiteX182" fmla="*/ 681987 w 12192000"/>
              <a:gd name="connsiteY182" fmla="*/ 2216757 h 2237474"/>
              <a:gd name="connsiteX183" fmla="*/ 669923 w 12192000"/>
              <a:gd name="connsiteY183" fmla="*/ 2211682 h 2237474"/>
              <a:gd name="connsiteX184" fmla="*/ 648680 w 12192000"/>
              <a:gd name="connsiteY184" fmla="*/ 2206229 h 2237474"/>
              <a:gd name="connsiteX185" fmla="*/ 597225 w 12192000"/>
              <a:gd name="connsiteY185" fmla="*/ 2180999 h 2237474"/>
              <a:gd name="connsiteX186" fmla="*/ 558449 w 12192000"/>
              <a:gd name="connsiteY186" fmla="*/ 2182346 h 2237474"/>
              <a:gd name="connsiteX187" fmla="*/ 550517 w 12192000"/>
              <a:gd name="connsiteY187" fmla="*/ 2182060 h 2237474"/>
              <a:gd name="connsiteX188" fmla="*/ 550309 w 12192000"/>
              <a:gd name="connsiteY188" fmla="*/ 2181825 h 2237474"/>
              <a:gd name="connsiteX189" fmla="*/ 541836 w 12192000"/>
              <a:gd name="connsiteY189" fmla="*/ 2181063 h 2237474"/>
              <a:gd name="connsiteX190" fmla="*/ 536057 w 12192000"/>
              <a:gd name="connsiteY190" fmla="*/ 2181537 h 2237474"/>
              <a:gd name="connsiteX191" fmla="*/ 520671 w 12192000"/>
              <a:gd name="connsiteY191" fmla="*/ 2180980 h 2237474"/>
              <a:gd name="connsiteX192" fmla="*/ 515024 w 12192000"/>
              <a:gd name="connsiteY192" fmla="*/ 2179258 h 2237474"/>
              <a:gd name="connsiteX193" fmla="*/ 512278 w 12192000"/>
              <a:gd name="connsiteY193" fmla="*/ 2176369 h 2237474"/>
              <a:gd name="connsiteX194" fmla="*/ 480419 w 12192000"/>
              <a:gd name="connsiteY194" fmla="*/ 2167807 h 2237474"/>
              <a:gd name="connsiteX195" fmla="*/ 413835 w 12192000"/>
              <a:gd name="connsiteY195" fmla="*/ 2156783 h 2237474"/>
              <a:gd name="connsiteX196" fmla="*/ 376513 w 12192000"/>
              <a:gd name="connsiteY196" fmla="*/ 2154014 h 2237474"/>
              <a:gd name="connsiteX197" fmla="*/ 273386 w 12192000"/>
              <a:gd name="connsiteY197" fmla="*/ 2142551 h 2237474"/>
              <a:gd name="connsiteX198" fmla="*/ 169207 w 12192000"/>
              <a:gd name="connsiteY198" fmla="*/ 2128100 h 2237474"/>
              <a:gd name="connsiteX199" fmla="*/ 93149 w 12192000"/>
              <a:gd name="connsiteY199" fmla="*/ 2105324 h 2237474"/>
              <a:gd name="connsiteX200" fmla="*/ 88109 w 12192000"/>
              <a:gd name="connsiteY200" fmla="*/ 2106704 h 2237474"/>
              <a:gd name="connsiteX201" fmla="*/ 80022 w 12192000"/>
              <a:gd name="connsiteY201" fmla="*/ 2107254 h 2237474"/>
              <a:gd name="connsiteX202" fmla="*/ 79717 w 12192000"/>
              <a:gd name="connsiteY202" fmla="*/ 2107046 h 2237474"/>
              <a:gd name="connsiteX203" fmla="*/ 72352 w 12192000"/>
              <a:gd name="connsiteY203" fmla="*/ 2107991 h 2237474"/>
              <a:gd name="connsiteX204" fmla="*/ 37645 w 12192000"/>
              <a:gd name="connsiteY204" fmla="*/ 2115401 h 2237474"/>
              <a:gd name="connsiteX205" fmla="*/ 4572 w 12192000"/>
              <a:gd name="connsiteY205" fmla="*/ 2111091 h 2237474"/>
              <a:gd name="connsiteX206" fmla="*/ 0 w 12192000"/>
              <a:gd name="connsiteY206" fmla="*/ 2110468 h 2237474"/>
              <a:gd name="connsiteX207" fmla="*/ 0 w 12192000"/>
              <a:gd name="connsiteY20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98048 w 12192000"/>
              <a:gd name="connsiteY23" fmla="*/ 863207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11200 w 12192000"/>
              <a:gd name="connsiteY18" fmla="*/ 767513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767091 w 12192000"/>
              <a:gd name="connsiteY23" fmla="*/ 870550 h 2237474"/>
              <a:gd name="connsiteX24" fmla="*/ 9683005 w 12192000"/>
              <a:gd name="connsiteY24" fmla="*/ 894128 h 2237474"/>
              <a:gd name="connsiteX25" fmla="*/ 9594438 w 12192000"/>
              <a:gd name="connsiteY25" fmla="*/ 919051 h 2237474"/>
              <a:gd name="connsiteX26" fmla="*/ 9577033 w 12192000"/>
              <a:gd name="connsiteY26" fmla="*/ 922857 h 2237474"/>
              <a:gd name="connsiteX27" fmla="*/ 9544189 w 12192000"/>
              <a:gd name="connsiteY27" fmla="*/ 938966 h 2237474"/>
              <a:gd name="connsiteX28" fmla="*/ 9500499 w 12192000"/>
              <a:gd name="connsiteY28" fmla="*/ 954680 h 2237474"/>
              <a:gd name="connsiteX29" fmla="*/ 9428195 w 12192000"/>
              <a:gd name="connsiteY29" fmla="*/ 986225 h 2237474"/>
              <a:gd name="connsiteX30" fmla="*/ 9410017 w 12192000"/>
              <a:gd name="connsiteY30" fmla="*/ 993931 h 2237474"/>
              <a:gd name="connsiteX31" fmla="*/ 9392919 w 12192000"/>
              <a:gd name="connsiteY31" fmla="*/ 994656 h 2237474"/>
              <a:gd name="connsiteX32" fmla="*/ 9278619 w 12192000"/>
              <a:gd name="connsiteY32" fmla="*/ 1011878 h 2237474"/>
              <a:gd name="connsiteX33" fmla="*/ 9268019 w 12192000"/>
              <a:gd name="connsiteY33" fmla="*/ 1007442 h 2237474"/>
              <a:gd name="connsiteX34" fmla="*/ 9234662 w 12192000"/>
              <a:gd name="connsiteY34" fmla="*/ 1023056 h 2237474"/>
              <a:gd name="connsiteX35" fmla="*/ 9181033 w 12192000"/>
              <a:gd name="connsiteY35" fmla="*/ 1037921 h 2237474"/>
              <a:gd name="connsiteX36" fmla="*/ 9155969 w 12192000"/>
              <a:gd name="connsiteY36" fmla="*/ 1046804 h 2237474"/>
              <a:gd name="connsiteX37" fmla="*/ 9133985 w 12192000"/>
              <a:gd name="connsiteY37" fmla="*/ 1046450 h 2237474"/>
              <a:gd name="connsiteX38" fmla="*/ 9012987 w 12192000"/>
              <a:gd name="connsiteY38" fmla="*/ 1061986 h 2237474"/>
              <a:gd name="connsiteX39" fmla="*/ 8968445 w 12192000"/>
              <a:gd name="connsiteY39" fmla="*/ 1052169 h 2237474"/>
              <a:gd name="connsiteX40" fmla="*/ 8958984 w 12192000"/>
              <a:gd name="connsiteY40" fmla="*/ 1057212 h 2237474"/>
              <a:gd name="connsiteX41" fmla="*/ 8886001 w 12192000"/>
              <a:gd name="connsiteY41" fmla="*/ 1067468 h 2237474"/>
              <a:gd name="connsiteX42" fmla="*/ 8838610 w 12192000"/>
              <a:gd name="connsiteY42" fmla="*/ 1075091 h 2237474"/>
              <a:gd name="connsiteX43" fmla="*/ 8750383 w 12192000"/>
              <a:gd name="connsiteY43" fmla="*/ 1097387 h 2237474"/>
              <a:gd name="connsiteX44" fmla="*/ 8665605 w 12192000"/>
              <a:gd name="connsiteY44" fmla="*/ 1110791 h 2237474"/>
              <a:gd name="connsiteX45" fmla="*/ 8584946 w 12192000"/>
              <a:gd name="connsiteY45" fmla="*/ 1135226 h 2237474"/>
              <a:gd name="connsiteX46" fmla="*/ 8460755 w 12192000"/>
              <a:gd name="connsiteY46" fmla="*/ 1203427 h 2237474"/>
              <a:gd name="connsiteX47" fmla="*/ 8419755 w 12192000"/>
              <a:gd name="connsiteY47" fmla="*/ 1216260 h 2237474"/>
              <a:gd name="connsiteX48" fmla="*/ 8411626 w 12192000"/>
              <a:gd name="connsiteY48" fmla="*/ 1214397 h 2237474"/>
              <a:gd name="connsiteX49" fmla="*/ 8363469 w 12192000"/>
              <a:gd name="connsiteY49" fmla="*/ 1246658 h 2237474"/>
              <a:gd name="connsiteX50" fmla="*/ 8275497 w 12192000"/>
              <a:gd name="connsiteY50" fmla="*/ 1264396 h 2237474"/>
              <a:gd name="connsiteX51" fmla="*/ 8206287 w 12192000"/>
              <a:gd name="connsiteY51" fmla="*/ 1273060 h 2237474"/>
              <a:gd name="connsiteX52" fmla="*/ 8168705 w 12192000"/>
              <a:gd name="connsiteY52" fmla="*/ 1279956 h 2237474"/>
              <a:gd name="connsiteX53" fmla="*/ 8139997 w 12192000"/>
              <a:gd name="connsiteY53" fmla="*/ 1282713 h 2237474"/>
              <a:gd name="connsiteX54" fmla="*/ 8074238 w 12192000"/>
              <a:gd name="connsiteY54" fmla="*/ 1301895 h 2237474"/>
              <a:gd name="connsiteX55" fmla="*/ 7968292 w 12192000"/>
              <a:gd name="connsiteY55" fmla="*/ 1338779 h 2237474"/>
              <a:gd name="connsiteX56" fmla="*/ 7902328 w 12192000"/>
              <a:gd name="connsiteY56" fmla="*/ 1345865 h 2237474"/>
              <a:gd name="connsiteX57" fmla="*/ 7875879 w 12192000"/>
              <a:gd name="connsiteY57" fmla="*/ 1345646 h 2237474"/>
              <a:gd name="connsiteX58" fmla="*/ 7840612 w 12192000"/>
              <a:gd name="connsiteY58" fmla="*/ 1369373 h 2237474"/>
              <a:gd name="connsiteX59" fmla="*/ 7786819 w 12192000"/>
              <a:gd name="connsiteY59" fmla="*/ 1378970 h 2237474"/>
              <a:gd name="connsiteX60" fmla="*/ 7548172 w 12192000"/>
              <a:gd name="connsiteY60" fmla="*/ 1417460 h 2237474"/>
              <a:gd name="connsiteX61" fmla="*/ 7483437 w 12192000"/>
              <a:gd name="connsiteY61" fmla="*/ 1478152 h 2237474"/>
              <a:gd name="connsiteX62" fmla="*/ 7377870 w 12192000"/>
              <a:gd name="connsiteY62" fmla="*/ 1523319 h 2237474"/>
              <a:gd name="connsiteX63" fmla="*/ 7230737 w 12192000"/>
              <a:gd name="connsiteY63" fmla="*/ 1562633 h 2237474"/>
              <a:gd name="connsiteX64" fmla="*/ 7224458 w 12192000"/>
              <a:gd name="connsiteY64" fmla="*/ 1573008 h 2237474"/>
              <a:gd name="connsiteX65" fmla="*/ 7183121 w 12192000"/>
              <a:gd name="connsiteY65" fmla="*/ 1595162 h 2237474"/>
              <a:gd name="connsiteX66" fmla="*/ 7164601 w 12192000"/>
              <a:gd name="connsiteY66" fmla="*/ 1606490 h 2237474"/>
              <a:gd name="connsiteX67" fmla="*/ 7092727 w 12192000"/>
              <a:gd name="connsiteY67" fmla="*/ 1623628 h 2237474"/>
              <a:gd name="connsiteX68" fmla="*/ 7031309 w 12192000"/>
              <a:gd name="connsiteY68" fmla="*/ 1619451 h 2237474"/>
              <a:gd name="connsiteX69" fmla="*/ 6999084 w 12192000"/>
              <a:gd name="connsiteY69" fmla="*/ 1634317 h 2237474"/>
              <a:gd name="connsiteX70" fmla="*/ 6992107 w 12192000"/>
              <a:gd name="connsiteY70" fmla="*/ 1636860 h 2237474"/>
              <a:gd name="connsiteX71" fmla="*/ 6900177 w 12192000"/>
              <a:gd name="connsiteY71" fmla="*/ 1636016 h 2237474"/>
              <a:gd name="connsiteX72" fmla="*/ 6795372 w 12192000"/>
              <a:gd name="connsiteY72" fmla="*/ 1644845 h 2237474"/>
              <a:gd name="connsiteX73" fmla="*/ 6692251 w 12192000"/>
              <a:gd name="connsiteY73" fmla="*/ 1656357 h 2237474"/>
              <a:gd name="connsiteX74" fmla="*/ 6655235 w 12192000"/>
              <a:gd name="connsiteY74" fmla="*/ 1661869 h 2237474"/>
              <a:gd name="connsiteX75" fmla="*/ 6554894 w 12192000"/>
              <a:gd name="connsiteY75" fmla="*/ 1664428 h 2237474"/>
              <a:gd name="connsiteX76" fmla="*/ 6516595 w 12192000"/>
              <a:gd name="connsiteY76" fmla="*/ 1667475 h 2237474"/>
              <a:gd name="connsiteX77" fmla="*/ 6508541 w 12192000"/>
              <a:gd name="connsiteY77" fmla="*/ 1668757 h 2237474"/>
              <a:gd name="connsiteX78" fmla="*/ 6471012 w 12192000"/>
              <a:gd name="connsiteY78" fmla="*/ 1678604 h 2237474"/>
              <a:gd name="connsiteX79" fmla="*/ 6364035 w 12192000"/>
              <a:gd name="connsiteY79" fmla="*/ 1667683 h 2237474"/>
              <a:gd name="connsiteX80" fmla="*/ 6280959 w 12192000"/>
              <a:gd name="connsiteY80" fmla="*/ 1689329 h 2237474"/>
              <a:gd name="connsiteX81" fmla="*/ 6243319 w 12192000"/>
              <a:gd name="connsiteY81" fmla="*/ 1695560 h 2237474"/>
              <a:gd name="connsiteX82" fmla="*/ 6098321 w 12192000"/>
              <a:gd name="connsiteY82" fmla="*/ 1721646 h 2237474"/>
              <a:gd name="connsiteX83" fmla="*/ 5880652 w 12192000"/>
              <a:gd name="connsiteY83" fmla="*/ 1779643 h 2237474"/>
              <a:gd name="connsiteX84" fmla="*/ 5785959 w 12192000"/>
              <a:gd name="connsiteY84" fmla="*/ 1775307 h 2237474"/>
              <a:gd name="connsiteX85" fmla="*/ 5643534 w 12192000"/>
              <a:gd name="connsiteY85" fmla="*/ 1802919 h 2237474"/>
              <a:gd name="connsiteX86" fmla="*/ 5518799 w 12192000"/>
              <a:gd name="connsiteY86" fmla="*/ 1818312 h 2237474"/>
              <a:gd name="connsiteX87" fmla="*/ 5505014 w 12192000"/>
              <a:gd name="connsiteY87" fmla="*/ 1819259 h 2237474"/>
              <a:gd name="connsiteX88" fmla="*/ 5453307 w 12192000"/>
              <a:gd name="connsiteY88" fmla="*/ 1815450 h 2237474"/>
              <a:gd name="connsiteX89" fmla="*/ 5364192 w 12192000"/>
              <a:gd name="connsiteY89" fmla="*/ 1826074 h 2237474"/>
              <a:gd name="connsiteX90" fmla="*/ 5350380 w 12192000"/>
              <a:gd name="connsiteY90" fmla="*/ 1830891 h 2237474"/>
              <a:gd name="connsiteX91" fmla="*/ 5259633 w 12192000"/>
              <a:gd name="connsiteY91" fmla="*/ 1837160 h 2237474"/>
              <a:gd name="connsiteX92" fmla="*/ 5197513 w 12192000"/>
              <a:gd name="connsiteY92" fmla="*/ 1844718 h 2237474"/>
              <a:gd name="connsiteX93" fmla="*/ 5168852 w 12192000"/>
              <a:gd name="connsiteY93" fmla="*/ 1844846 h 2237474"/>
              <a:gd name="connsiteX94" fmla="*/ 5114927 w 12192000"/>
              <a:gd name="connsiteY94" fmla="*/ 1847827 h 2237474"/>
              <a:gd name="connsiteX95" fmla="*/ 5108970 w 12192000"/>
              <a:gd name="connsiteY95" fmla="*/ 1847935 h 2237474"/>
              <a:gd name="connsiteX96" fmla="*/ 5067961 w 12192000"/>
              <a:gd name="connsiteY96" fmla="*/ 1845917 h 2237474"/>
              <a:gd name="connsiteX97" fmla="*/ 5007075 w 12192000"/>
              <a:gd name="connsiteY97" fmla="*/ 1838626 h 2237474"/>
              <a:gd name="connsiteX98" fmla="*/ 4944087 w 12192000"/>
              <a:gd name="connsiteY98" fmla="*/ 1823332 h 2237474"/>
              <a:gd name="connsiteX99" fmla="*/ 4907662 w 12192000"/>
              <a:gd name="connsiteY99" fmla="*/ 1816900 h 2237474"/>
              <a:gd name="connsiteX100" fmla="*/ 4882386 w 12192000"/>
              <a:gd name="connsiteY100" fmla="*/ 1809844 h 2237474"/>
              <a:gd name="connsiteX101" fmla="*/ 4811440 w 12192000"/>
              <a:gd name="connsiteY101" fmla="*/ 1804655 h 2237474"/>
              <a:gd name="connsiteX102" fmla="*/ 4691075 w 12192000"/>
              <a:gd name="connsiteY102" fmla="*/ 1801389 h 2237474"/>
              <a:gd name="connsiteX103" fmla="*/ 4611738 w 12192000"/>
              <a:gd name="connsiteY103" fmla="*/ 1776964 h 2237474"/>
              <a:gd name="connsiteX104" fmla="*/ 4560070 w 12192000"/>
              <a:gd name="connsiteY104" fmla="*/ 1785640 h 2237474"/>
              <a:gd name="connsiteX105" fmla="*/ 4536503 w 12192000"/>
              <a:gd name="connsiteY105" fmla="*/ 1785334 h 2237474"/>
              <a:gd name="connsiteX106" fmla="*/ 4513724 w 12192000"/>
              <a:gd name="connsiteY106" fmla="*/ 1791996 h 2237474"/>
              <a:gd name="connsiteX107" fmla="*/ 4459810 w 12192000"/>
              <a:gd name="connsiteY107" fmla="*/ 1797886 h 2237474"/>
              <a:gd name="connsiteX108" fmla="*/ 4379064 w 12192000"/>
              <a:gd name="connsiteY108" fmla="*/ 1817177 h 2237474"/>
              <a:gd name="connsiteX109" fmla="*/ 4319209 w 12192000"/>
              <a:gd name="connsiteY109" fmla="*/ 1834833 h 2237474"/>
              <a:gd name="connsiteX110" fmla="*/ 4290981 w 12192000"/>
              <a:gd name="connsiteY110" fmla="*/ 1839677 h 2237474"/>
              <a:gd name="connsiteX111" fmla="*/ 4285792 w 12192000"/>
              <a:gd name="connsiteY111" fmla="*/ 1836231 h 2237474"/>
              <a:gd name="connsiteX112" fmla="*/ 4238372 w 12192000"/>
              <a:gd name="connsiteY112" fmla="*/ 1851480 h 2237474"/>
              <a:gd name="connsiteX113" fmla="*/ 4232517 w 12192000"/>
              <a:gd name="connsiteY113" fmla="*/ 1852567 h 2237474"/>
              <a:gd name="connsiteX114" fmla="*/ 4191732 w 12192000"/>
              <a:gd name="connsiteY114" fmla="*/ 1857328 h 2237474"/>
              <a:gd name="connsiteX115" fmla="*/ 4065532 w 12192000"/>
              <a:gd name="connsiteY115" fmla="*/ 1855477 h 2237474"/>
              <a:gd name="connsiteX116" fmla="*/ 4028460 w 12192000"/>
              <a:gd name="connsiteY116" fmla="*/ 1855137 h 2237474"/>
              <a:gd name="connsiteX117" fmla="*/ 4002267 w 12192000"/>
              <a:gd name="connsiteY117" fmla="*/ 1852352 h 2237474"/>
              <a:gd name="connsiteX118" fmla="*/ 3931396 w 12192000"/>
              <a:gd name="connsiteY118" fmla="*/ 1858915 h 2237474"/>
              <a:gd name="connsiteX119" fmla="*/ 3812162 w 12192000"/>
              <a:gd name="connsiteY119" fmla="*/ 1875501 h 2237474"/>
              <a:gd name="connsiteX120" fmla="*/ 3729530 w 12192000"/>
              <a:gd name="connsiteY120" fmla="*/ 1864513 h 2237474"/>
              <a:gd name="connsiteX121" fmla="*/ 3680177 w 12192000"/>
              <a:gd name="connsiteY121" fmla="*/ 1881552 h 2237474"/>
              <a:gd name="connsiteX122" fmla="*/ 3567259 w 12192000"/>
              <a:gd name="connsiteY122" fmla="*/ 1893482 h 2237474"/>
              <a:gd name="connsiteX123" fmla="*/ 3405770 w 12192000"/>
              <a:gd name="connsiteY123" fmla="*/ 1904591 h 2237474"/>
              <a:gd name="connsiteX124" fmla="*/ 3280097 w 12192000"/>
              <a:gd name="connsiteY124" fmla="*/ 1919610 h 2237474"/>
              <a:gd name="connsiteX125" fmla="*/ 3123424 w 12192000"/>
              <a:gd name="connsiteY125" fmla="*/ 1952930 h 2237474"/>
              <a:gd name="connsiteX126" fmla="*/ 3009910 w 12192000"/>
              <a:gd name="connsiteY126" fmla="*/ 1957866 h 2237474"/>
              <a:gd name="connsiteX127" fmla="*/ 2995934 w 12192000"/>
              <a:gd name="connsiteY127" fmla="*/ 1967085 h 2237474"/>
              <a:gd name="connsiteX128" fmla="*/ 2980071 w 12192000"/>
              <a:gd name="connsiteY128" fmla="*/ 1972988 h 2237474"/>
              <a:gd name="connsiteX129" fmla="*/ 2978094 w 12192000"/>
              <a:gd name="connsiteY129" fmla="*/ 1972369 h 2237474"/>
              <a:gd name="connsiteX130" fmla="*/ 2942858 w 12192000"/>
              <a:gd name="connsiteY130" fmla="*/ 1981367 h 2237474"/>
              <a:gd name="connsiteX131" fmla="*/ 2875436 w 12192000"/>
              <a:gd name="connsiteY131" fmla="*/ 1996977 h 2237474"/>
              <a:gd name="connsiteX132" fmla="*/ 2874892 w 12192000"/>
              <a:gd name="connsiteY132" fmla="*/ 1996085 h 2237474"/>
              <a:gd name="connsiteX133" fmla="*/ 2864145 w 12192000"/>
              <a:gd name="connsiteY133" fmla="*/ 1994061 h 2237474"/>
              <a:gd name="connsiteX134" fmla="*/ 2843662 w 12192000"/>
              <a:gd name="connsiteY134" fmla="*/ 1992498 h 2237474"/>
              <a:gd name="connsiteX135" fmla="*/ 2796128 w 12192000"/>
              <a:gd name="connsiteY135" fmla="*/ 1976403 h 2237474"/>
              <a:gd name="connsiteX136" fmla="*/ 2756784 w 12192000"/>
              <a:gd name="connsiteY136" fmla="*/ 1985116 h 2237474"/>
              <a:gd name="connsiteX137" fmla="*/ 2748833 w 12192000"/>
              <a:gd name="connsiteY137" fmla="*/ 1986323 h 2237474"/>
              <a:gd name="connsiteX138" fmla="*/ 2748661 w 12192000"/>
              <a:gd name="connsiteY138" fmla="*/ 1986122 h 2237474"/>
              <a:gd name="connsiteX139" fmla="*/ 2740251 w 12192000"/>
              <a:gd name="connsiteY139" fmla="*/ 1986946 h 2237474"/>
              <a:gd name="connsiteX140" fmla="*/ 2718916 w 12192000"/>
              <a:gd name="connsiteY140" fmla="*/ 1990867 h 2237474"/>
              <a:gd name="connsiteX141" fmla="*/ 2713522 w 12192000"/>
              <a:gd name="connsiteY141" fmla="*/ 1990173 h 2237474"/>
              <a:gd name="connsiteX142" fmla="*/ 2680597 w 12192000"/>
              <a:gd name="connsiteY142" fmla="*/ 1984996 h 2237474"/>
              <a:gd name="connsiteX143" fmla="*/ 2578178 w 12192000"/>
              <a:gd name="connsiteY143" fmla="*/ 1990531 h 2237474"/>
              <a:gd name="connsiteX144" fmla="*/ 2476147 w 12192000"/>
              <a:gd name="connsiteY144" fmla="*/ 1998305 h 2237474"/>
              <a:gd name="connsiteX145" fmla="*/ 2373568 w 12192000"/>
              <a:gd name="connsiteY145" fmla="*/ 2003219 h 2237474"/>
              <a:gd name="connsiteX146" fmla="*/ 2321399 w 12192000"/>
              <a:gd name="connsiteY146" fmla="*/ 1989467 h 2237474"/>
              <a:gd name="connsiteX147" fmla="*/ 2315525 w 12192000"/>
              <a:gd name="connsiteY147" fmla="*/ 1989708 h 2237474"/>
              <a:gd name="connsiteX148" fmla="*/ 2300792 w 12192000"/>
              <a:gd name="connsiteY148" fmla="*/ 1994290 h 2237474"/>
              <a:gd name="connsiteX149" fmla="*/ 2295469 w 12192000"/>
              <a:gd name="connsiteY149" fmla="*/ 1996659 h 2237474"/>
              <a:gd name="connsiteX150" fmla="*/ 2287219 w 12192000"/>
              <a:gd name="connsiteY150" fmla="*/ 1998750 h 2237474"/>
              <a:gd name="connsiteX151" fmla="*/ 2286948 w 12192000"/>
              <a:gd name="connsiteY151" fmla="*/ 1998596 h 2237474"/>
              <a:gd name="connsiteX152" fmla="*/ 2243069 w 12192000"/>
              <a:gd name="connsiteY152" fmla="*/ 2015111 h 2237474"/>
              <a:gd name="connsiteX153" fmla="*/ 2186609 w 12192000"/>
              <a:gd name="connsiteY153" fmla="*/ 2008263 h 2237474"/>
              <a:gd name="connsiteX154" fmla="*/ 2164831 w 12192000"/>
              <a:gd name="connsiteY154" fmla="*/ 2010143 h 2237474"/>
              <a:gd name="connsiteX155" fmla="*/ 2152836 w 12192000"/>
              <a:gd name="connsiteY155" fmla="*/ 2010048 h 2237474"/>
              <a:gd name="connsiteX156" fmla="*/ 2117102 w 12192000"/>
              <a:gd name="connsiteY156" fmla="*/ 2023004 h 2237474"/>
              <a:gd name="connsiteX157" fmla="*/ 2111935 w 12192000"/>
              <a:gd name="connsiteY157" fmla="*/ 2023163 h 2237474"/>
              <a:gd name="connsiteX158" fmla="*/ 2089991 w 12192000"/>
              <a:gd name="connsiteY158" fmla="*/ 2034193 h 2237474"/>
              <a:gd name="connsiteX159" fmla="*/ 2058061 w 12192000"/>
              <a:gd name="connsiteY159" fmla="*/ 2047942 h 2237474"/>
              <a:gd name="connsiteX160" fmla="*/ 2055737 w 12192000"/>
              <a:gd name="connsiteY160" fmla="*/ 2047704 h 2237474"/>
              <a:gd name="connsiteX161" fmla="*/ 2042244 w 12192000"/>
              <a:gd name="connsiteY161" fmla="*/ 2055560 h 2237474"/>
              <a:gd name="connsiteX162" fmla="*/ 1976224 w 12192000"/>
              <a:gd name="connsiteY162" fmla="*/ 2074257 h 2237474"/>
              <a:gd name="connsiteX163" fmla="*/ 1877728 w 12192000"/>
              <a:gd name="connsiteY163" fmla="*/ 2101004 h 2237474"/>
              <a:gd name="connsiteX164" fmla="*/ 1759056 w 12192000"/>
              <a:gd name="connsiteY164" fmla="*/ 2125608 h 2237474"/>
              <a:gd name="connsiteX165" fmla="*/ 1637948 w 12192000"/>
              <a:gd name="connsiteY165" fmla="*/ 2172597 h 2237474"/>
              <a:gd name="connsiteX166" fmla="*/ 1434549 w 12192000"/>
              <a:gd name="connsiteY166" fmla="*/ 2234522 h 2237474"/>
              <a:gd name="connsiteX167" fmla="*/ 1398481 w 12192000"/>
              <a:gd name="connsiteY167" fmla="*/ 2237074 h 2237474"/>
              <a:gd name="connsiteX168" fmla="*/ 1398407 w 12192000"/>
              <a:gd name="connsiteY168" fmla="*/ 2237095 h 2237474"/>
              <a:gd name="connsiteX169" fmla="*/ 1370962 w 12192000"/>
              <a:gd name="connsiteY169" fmla="*/ 2237474 h 2237474"/>
              <a:gd name="connsiteX170" fmla="*/ 1356367 w 12192000"/>
              <a:gd name="connsiteY170" fmla="*/ 2235089 h 2237474"/>
              <a:gd name="connsiteX171" fmla="*/ 1324828 w 12192000"/>
              <a:gd name="connsiteY171" fmla="*/ 2231968 h 2237474"/>
              <a:gd name="connsiteX172" fmla="*/ 1297744 w 12192000"/>
              <a:gd name="connsiteY172" fmla="*/ 2235849 h 2237474"/>
              <a:gd name="connsiteX173" fmla="*/ 1286236 w 12192000"/>
              <a:gd name="connsiteY173" fmla="*/ 2233135 h 2237474"/>
              <a:gd name="connsiteX174" fmla="*/ 1283504 w 12192000"/>
              <a:gd name="connsiteY174" fmla="*/ 2233797 h 2237474"/>
              <a:gd name="connsiteX175" fmla="*/ 1279765 w 12192000"/>
              <a:gd name="connsiteY175" fmla="*/ 2229639 h 2237474"/>
              <a:gd name="connsiteX176" fmla="*/ 1195347 w 12192000"/>
              <a:gd name="connsiteY176" fmla="*/ 2212354 h 2237474"/>
              <a:gd name="connsiteX177" fmla="*/ 970251 w 12192000"/>
              <a:gd name="connsiteY177" fmla="*/ 2221029 h 2237474"/>
              <a:gd name="connsiteX178" fmla="*/ 812914 w 12192000"/>
              <a:gd name="connsiteY178" fmla="*/ 2202752 h 2237474"/>
              <a:gd name="connsiteX179" fmla="*/ 800195 w 12192000"/>
              <a:gd name="connsiteY179" fmla="*/ 2209407 h 2237474"/>
              <a:gd name="connsiteX180" fmla="*/ 784978 w 12192000"/>
              <a:gd name="connsiteY180" fmla="*/ 2212360 h 2237474"/>
              <a:gd name="connsiteX181" fmla="*/ 681987 w 12192000"/>
              <a:gd name="connsiteY181" fmla="*/ 2216757 h 2237474"/>
              <a:gd name="connsiteX182" fmla="*/ 669923 w 12192000"/>
              <a:gd name="connsiteY182" fmla="*/ 2211682 h 2237474"/>
              <a:gd name="connsiteX183" fmla="*/ 648680 w 12192000"/>
              <a:gd name="connsiteY183" fmla="*/ 2206229 h 2237474"/>
              <a:gd name="connsiteX184" fmla="*/ 597225 w 12192000"/>
              <a:gd name="connsiteY184" fmla="*/ 2180999 h 2237474"/>
              <a:gd name="connsiteX185" fmla="*/ 558449 w 12192000"/>
              <a:gd name="connsiteY185" fmla="*/ 2182346 h 2237474"/>
              <a:gd name="connsiteX186" fmla="*/ 550517 w 12192000"/>
              <a:gd name="connsiteY186" fmla="*/ 2182060 h 2237474"/>
              <a:gd name="connsiteX187" fmla="*/ 550309 w 12192000"/>
              <a:gd name="connsiteY187" fmla="*/ 2181825 h 2237474"/>
              <a:gd name="connsiteX188" fmla="*/ 541836 w 12192000"/>
              <a:gd name="connsiteY188" fmla="*/ 2181063 h 2237474"/>
              <a:gd name="connsiteX189" fmla="*/ 536057 w 12192000"/>
              <a:gd name="connsiteY189" fmla="*/ 2181537 h 2237474"/>
              <a:gd name="connsiteX190" fmla="*/ 520671 w 12192000"/>
              <a:gd name="connsiteY190" fmla="*/ 2180980 h 2237474"/>
              <a:gd name="connsiteX191" fmla="*/ 515024 w 12192000"/>
              <a:gd name="connsiteY191" fmla="*/ 2179258 h 2237474"/>
              <a:gd name="connsiteX192" fmla="*/ 512278 w 12192000"/>
              <a:gd name="connsiteY192" fmla="*/ 2176369 h 2237474"/>
              <a:gd name="connsiteX193" fmla="*/ 480419 w 12192000"/>
              <a:gd name="connsiteY193" fmla="*/ 2167807 h 2237474"/>
              <a:gd name="connsiteX194" fmla="*/ 413835 w 12192000"/>
              <a:gd name="connsiteY194" fmla="*/ 2156783 h 2237474"/>
              <a:gd name="connsiteX195" fmla="*/ 376513 w 12192000"/>
              <a:gd name="connsiteY195" fmla="*/ 2154014 h 2237474"/>
              <a:gd name="connsiteX196" fmla="*/ 273386 w 12192000"/>
              <a:gd name="connsiteY196" fmla="*/ 2142551 h 2237474"/>
              <a:gd name="connsiteX197" fmla="*/ 169207 w 12192000"/>
              <a:gd name="connsiteY197" fmla="*/ 2128100 h 2237474"/>
              <a:gd name="connsiteX198" fmla="*/ 93149 w 12192000"/>
              <a:gd name="connsiteY198" fmla="*/ 2105324 h 2237474"/>
              <a:gd name="connsiteX199" fmla="*/ 88109 w 12192000"/>
              <a:gd name="connsiteY199" fmla="*/ 2106704 h 2237474"/>
              <a:gd name="connsiteX200" fmla="*/ 80022 w 12192000"/>
              <a:gd name="connsiteY200" fmla="*/ 2107254 h 2237474"/>
              <a:gd name="connsiteX201" fmla="*/ 79717 w 12192000"/>
              <a:gd name="connsiteY201" fmla="*/ 2107046 h 2237474"/>
              <a:gd name="connsiteX202" fmla="*/ 72352 w 12192000"/>
              <a:gd name="connsiteY202" fmla="*/ 2107991 h 2237474"/>
              <a:gd name="connsiteX203" fmla="*/ 37645 w 12192000"/>
              <a:gd name="connsiteY203" fmla="*/ 2115401 h 2237474"/>
              <a:gd name="connsiteX204" fmla="*/ 4572 w 12192000"/>
              <a:gd name="connsiteY204" fmla="*/ 2111091 h 2237474"/>
              <a:gd name="connsiteX205" fmla="*/ 0 w 12192000"/>
              <a:gd name="connsiteY205" fmla="*/ 2110468 h 2237474"/>
              <a:gd name="connsiteX206" fmla="*/ 0 w 12192000"/>
              <a:gd name="connsiteY20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834800 w 12192000"/>
              <a:gd name="connsiteY7" fmla="*/ 747840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34688 w 12192000"/>
              <a:gd name="connsiteY13" fmla="*/ 757726 h 2237474"/>
              <a:gd name="connsiteX14" fmla="*/ 10805004 w 12192000"/>
              <a:gd name="connsiteY14" fmla="*/ 757573 h 2237474"/>
              <a:gd name="connsiteX15" fmla="*/ 10739478 w 12192000"/>
              <a:gd name="connsiteY15" fmla="*/ 776841 h 2237474"/>
              <a:gd name="connsiteX16" fmla="*/ 10458762 w 12192000"/>
              <a:gd name="connsiteY16" fmla="*/ 755400 h 2237474"/>
              <a:gd name="connsiteX17" fmla="*/ 10211200 w 12192000"/>
              <a:gd name="connsiteY17" fmla="*/ 767513 h 2237474"/>
              <a:gd name="connsiteX18" fmla="*/ 10167995 w 12192000"/>
              <a:gd name="connsiteY18" fmla="*/ 760843 h 2237474"/>
              <a:gd name="connsiteX19" fmla="*/ 9997044 w 12192000"/>
              <a:gd name="connsiteY19" fmla="*/ 780129 h 2237474"/>
              <a:gd name="connsiteX20" fmla="*/ 9943887 w 12192000"/>
              <a:gd name="connsiteY20" fmla="*/ 804141 h 2237474"/>
              <a:gd name="connsiteX21" fmla="*/ 9918248 w 12192000"/>
              <a:gd name="connsiteY21" fmla="*/ 816628 h 2237474"/>
              <a:gd name="connsiteX22" fmla="*/ 9767091 w 12192000"/>
              <a:gd name="connsiteY22" fmla="*/ 870550 h 2237474"/>
              <a:gd name="connsiteX23" fmla="*/ 9683005 w 12192000"/>
              <a:gd name="connsiteY23" fmla="*/ 894128 h 2237474"/>
              <a:gd name="connsiteX24" fmla="*/ 9594438 w 12192000"/>
              <a:gd name="connsiteY24" fmla="*/ 919051 h 2237474"/>
              <a:gd name="connsiteX25" fmla="*/ 9577033 w 12192000"/>
              <a:gd name="connsiteY25" fmla="*/ 922857 h 2237474"/>
              <a:gd name="connsiteX26" fmla="*/ 9544189 w 12192000"/>
              <a:gd name="connsiteY26" fmla="*/ 938966 h 2237474"/>
              <a:gd name="connsiteX27" fmla="*/ 9500499 w 12192000"/>
              <a:gd name="connsiteY27" fmla="*/ 954680 h 2237474"/>
              <a:gd name="connsiteX28" fmla="*/ 9428195 w 12192000"/>
              <a:gd name="connsiteY28" fmla="*/ 986225 h 2237474"/>
              <a:gd name="connsiteX29" fmla="*/ 9410017 w 12192000"/>
              <a:gd name="connsiteY29" fmla="*/ 993931 h 2237474"/>
              <a:gd name="connsiteX30" fmla="*/ 9392919 w 12192000"/>
              <a:gd name="connsiteY30" fmla="*/ 994656 h 2237474"/>
              <a:gd name="connsiteX31" fmla="*/ 9278619 w 12192000"/>
              <a:gd name="connsiteY31" fmla="*/ 1011878 h 2237474"/>
              <a:gd name="connsiteX32" fmla="*/ 9268019 w 12192000"/>
              <a:gd name="connsiteY32" fmla="*/ 1007442 h 2237474"/>
              <a:gd name="connsiteX33" fmla="*/ 9234662 w 12192000"/>
              <a:gd name="connsiteY33" fmla="*/ 1023056 h 2237474"/>
              <a:gd name="connsiteX34" fmla="*/ 9181033 w 12192000"/>
              <a:gd name="connsiteY34" fmla="*/ 1037921 h 2237474"/>
              <a:gd name="connsiteX35" fmla="*/ 9155969 w 12192000"/>
              <a:gd name="connsiteY35" fmla="*/ 1046804 h 2237474"/>
              <a:gd name="connsiteX36" fmla="*/ 9133985 w 12192000"/>
              <a:gd name="connsiteY36" fmla="*/ 1046450 h 2237474"/>
              <a:gd name="connsiteX37" fmla="*/ 9012987 w 12192000"/>
              <a:gd name="connsiteY37" fmla="*/ 1061986 h 2237474"/>
              <a:gd name="connsiteX38" fmla="*/ 8968445 w 12192000"/>
              <a:gd name="connsiteY38" fmla="*/ 1052169 h 2237474"/>
              <a:gd name="connsiteX39" fmla="*/ 8958984 w 12192000"/>
              <a:gd name="connsiteY39" fmla="*/ 1057212 h 2237474"/>
              <a:gd name="connsiteX40" fmla="*/ 8886001 w 12192000"/>
              <a:gd name="connsiteY40" fmla="*/ 1067468 h 2237474"/>
              <a:gd name="connsiteX41" fmla="*/ 8838610 w 12192000"/>
              <a:gd name="connsiteY41" fmla="*/ 1075091 h 2237474"/>
              <a:gd name="connsiteX42" fmla="*/ 8750383 w 12192000"/>
              <a:gd name="connsiteY42" fmla="*/ 1097387 h 2237474"/>
              <a:gd name="connsiteX43" fmla="*/ 8665605 w 12192000"/>
              <a:gd name="connsiteY43" fmla="*/ 1110791 h 2237474"/>
              <a:gd name="connsiteX44" fmla="*/ 8584946 w 12192000"/>
              <a:gd name="connsiteY44" fmla="*/ 1135226 h 2237474"/>
              <a:gd name="connsiteX45" fmla="*/ 8460755 w 12192000"/>
              <a:gd name="connsiteY45" fmla="*/ 1203427 h 2237474"/>
              <a:gd name="connsiteX46" fmla="*/ 8419755 w 12192000"/>
              <a:gd name="connsiteY46" fmla="*/ 1216260 h 2237474"/>
              <a:gd name="connsiteX47" fmla="*/ 8411626 w 12192000"/>
              <a:gd name="connsiteY47" fmla="*/ 1214397 h 2237474"/>
              <a:gd name="connsiteX48" fmla="*/ 8363469 w 12192000"/>
              <a:gd name="connsiteY48" fmla="*/ 1246658 h 2237474"/>
              <a:gd name="connsiteX49" fmla="*/ 8275497 w 12192000"/>
              <a:gd name="connsiteY49" fmla="*/ 1264396 h 2237474"/>
              <a:gd name="connsiteX50" fmla="*/ 8206287 w 12192000"/>
              <a:gd name="connsiteY50" fmla="*/ 1273060 h 2237474"/>
              <a:gd name="connsiteX51" fmla="*/ 8168705 w 12192000"/>
              <a:gd name="connsiteY51" fmla="*/ 1279956 h 2237474"/>
              <a:gd name="connsiteX52" fmla="*/ 8139997 w 12192000"/>
              <a:gd name="connsiteY52" fmla="*/ 1282713 h 2237474"/>
              <a:gd name="connsiteX53" fmla="*/ 8074238 w 12192000"/>
              <a:gd name="connsiteY53" fmla="*/ 1301895 h 2237474"/>
              <a:gd name="connsiteX54" fmla="*/ 7968292 w 12192000"/>
              <a:gd name="connsiteY54" fmla="*/ 1338779 h 2237474"/>
              <a:gd name="connsiteX55" fmla="*/ 7902328 w 12192000"/>
              <a:gd name="connsiteY55" fmla="*/ 1345865 h 2237474"/>
              <a:gd name="connsiteX56" fmla="*/ 7875879 w 12192000"/>
              <a:gd name="connsiteY56" fmla="*/ 1345646 h 2237474"/>
              <a:gd name="connsiteX57" fmla="*/ 7840612 w 12192000"/>
              <a:gd name="connsiteY57" fmla="*/ 1369373 h 2237474"/>
              <a:gd name="connsiteX58" fmla="*/ 7786819 w 12192000"/>
              <a:gd name="connsiteY58" fmla="*/ 1378970 h 2237474"/>
              <a:gd name="connsiteX59" fmla="*/ 7548172 w 12192000"/>
              <a:gd name="connsiteY59" fmla="*/ 1417460 h 2237474"/>
              <a:gd name="connsiteX60" fmla="*/ 7483437 w 12192000"/>
              <a:gd name="connsiteY60" fmla="*/ 1478152 h 2237474"/>
              <a:gd name="connsiteX61" fmla="*/ 7377870 w 12192000"/>
              <a:gd name="connsiteY61" fmla="*/ 1523319 h 2237474"/>
              <a:gd name="connsiteX62" fmla="*/ 7230737 w 12192000"/>
              <a:gd name="connsiteY62" fmla="*/ 1562633 h 2237474"/>
              <a:gd name="connsiteX63" fmla="*/ 7224458 w 12192000"/>
              <a:gd name="connsiteY63" fmla="*/ 1573008 h 2237474"/>
              <a:gd name="connsiteX64" fmla="*/ 7183121 w 12192000"/>
              <a:gd name="connsiteY64" fmla="*/ 1595162 h 2237474"/>
              <a:gd name="connsiteX65" fmla="*/ 7164601 w 12192000"/>
              <a:gd name="connsiteY65" fmla="*/ 1606490 h 2237474"/>
              <a:gd name="connsiteX66" fmla="*/ 7092727 w 12192000"/>
              <a:gd name="connsiteY66" fmla="*/ 1623628 h 2237474"/>
              <a:gd name="connsiteX67" fmla="*/ 7031309 w 12192000"/>
              <a:gd name="connsiteY67" fmla="*/ 1619451 h 2237474"/>
              <a:gd name="connsiteX68" fmla="*/ 6999084 w 12192000"/>
              <a:gd name="connsiteY68" fmla="*/ 1634317 h 2237474"/>
              <a:gd name="connsiteX69" fmla="*/ 6992107 w 12192000"/>
              <a:gd name="connsiteY69" fmla="*/ 1636860 h 2237474"/>
              <a:gd name="connsiteX70" fmla="*/ 6900177 w 12192000"/>
              <a:gd name="connsiteY70" fmla="*/ 1636016 h 2237474"/>
              <a:gd name="connsiteX71" fmla="*/ 6795372 w 12192000"/>
              <a:gd name="connsiteY71" fmla="*/ 1644845 h 2237474"/>
              <a:gd name="connsiteX72" fmla="*/ 6692251 w 12192000"/>
              <a:gd name="connsiteY72" fmla="*/ 1656357 h 2237474"/>
              <a:gd name="connsiteX73" fmla="*/ 6655235 w 12192000"/>
              <a:gd name="connsiteY73" fmla="*/ 1661869 h 2237474"/>
              <a:gd name="connsiteX74" fmla="*/ 6554894 w 12192000"/>
              <a:gd name="connsiteY74" fmla="*/ 1664428 h 2237474"/>
              <a:gd name="connsiteX75" fmla="*/ 6516595 w 12192000"/>
              <a:gd name="connsiteY75" fmla="*/ 1667475 h 2237474"/>
              <a:gd name="connsiteX76" fmla="*/ 6508541 w 12192000"/>
              <a:gd name="connsiteY76" fmla="*/ 1668757 h 2237474"/>
              <a:gd name="connsiteX77" fmla="*/ 6471012 w 12192000"/>
              <a:gd name="connsiteY77" fmla="*/ 1678604 h 2237474"/>
              <a:gd name="connsiteX78" fmla="*/ 6364035 w 12192000"/>
              <a:gd name="connsiteY78" fmla="*/ 1667683 h 2237474"/>
              <a:gd name="connsiteX79" fmla="*/ 6280959 w 12192000"/>
              <a:gd name="connsiteY79" fmla="*/ 1689329 h 2237474"/>
              <a:gd name="connsiteX80" fmla="*/ 6243319 w 12192000"/>
              <a:gd name="connsiteY80" fmla="*/ 1695560 h 2237474"/>
              <a:gd name="connsiteX81" fmla="*/ 6098321 w 12192000"/>
              <a:gd name="connsiteY81" fmla="*/ 1721646 h 2237474"/>
              <a:gd name="connsiteX82" fmla="*/ 5880652 w 12192000"/>
              <a:gd name="connsiteY82" fmla="*/ 1779643 h 2237474"/>
              <a:gd name="connsiteX83" fmla="*/ 5785959 w 12192000"/>
              <a:gd name="connsiteY83" fmla="*/ 1775307 h 2237474"/>
              <a:gd name="connsiteX84" fmla="*/ 5643534 w 12192000"/>
              <a:gd name="connsiteY84" fmla="*/ 1802919 h 2237474"/>
              <a:gd name="connsiteX85" fmla="*/ 5518799 w 12192000"/>
              <a:gd name="connsiteY85" fmla="*/ 1818312 h 2237474"/>
              <a:gd name="connsiteX86" fmla="*/ 5505014 w 12192000"/>
              <a:gd name="connsiteY86" fmla="*/ 1819259 h 2237474"/>
              <a:gd name="connsiteX87" fmla="*/ 5453307 w 12192000"/>
              <a:gd name="connsiteY87" fmla="*/ 1815450 h 2237474"/>
              <a:gd name="connsiteX88" fmla="*/ 5364192 w 12192000"/>
              <a:gd name="connsiteY88" fmla="*/ 1826074 h 2237474"/>
              <a:gd name="connsiteX89" fmla="*/ 5350380 w 12192000"/>
              <a:gd name="connsiteY89" fmla="*/ 1830891 h 2237474"/>
              <a:gd name="connsiteX90" fmla="*/ 5259633 w 12192000"/>
              <a:gd name="connsiteY90" fmla="*/ 1837160 h 2237474"/>
              <a:gd name="connsiteX91" fmla="*/ 5197513 w 12192000"/>
              <a:gd name="connsiteY91" fmla="*/ 1844718 h 2237474"/>
              <a:gd name="connsiteX92" fmla="*/ 5168852 w 12192000"/>
              <a:gd name="connsiteY92" fmla="*/ 1844846 h 2237474"/>
              <a:gd name="connsiteX93" fmla="*/ 5114927 w 12192000"/>
              <a:gd name="connsiteY93" fmla="*/ 1847827 h 2237474"/>
              <a:gd name="connsiteX94" fmla="*/ 5108970 w 12192000"/>
              <a:gd name="connsiteY94" fmla="*/ 1847935 h 2237474"/>
              <a:gd name="connsiteX95" fmla="*/ 5067961 w 12192000"/>
              <a:gd name="connsiteY95" fmla="*/ 1845917 h 2237474"/>
              <a:gd name="connsiteX96" fmla="*/ 5007075 w 12192000"/>
              <a:gd name="connsiteY96" fmla="*/ 1838626 h 2237474"/>
              <a:gd name="connsiteX97" fmla="*/ 4944087 w 12192000"/>
              <a:gd name="connsiteY97" fmla="*/ 1823332 h 2237474"/>
              <a:gd name="connsiteX98" fmla="*/ 4907662 w 12192000"/>
              <a:gd name="connsiteY98" fmla="*/ 1816900 h 2237474"/>
              <a:gd name="connsiteX99" fmla="*/ 4882386 w 12192000"/>
              <a:gd name="connsiteY99" fmla="*/ 1809844 h 2237474"/>
              <a:gd name="connsiteX100" fmla="*/ 4811440 w 12192000"/>
              <a:gd name="connsiteY100" fmla="*/ 1804655 h 2237474"/>
              <a:gd name="connsiteX101" fmla="*/ 4691075 w 12192000"/>
              <a:gd name="connsiteY101" fmla="*/ 1801389 h 2237474"/>
              <a:gd name="connsiteX102" fmla="*/ 4611738 w 12192000"/>
              <a:gd name="connsiteY102" fmla="*/ 1776964 h 2237474"/>
              <a:gd name="connsiteX103" fmla="*/ 4560070 w 12192000"/>
              <a:gd name="connsiteY103" fmla="*/ 1785640 h 2237474"/>
              <a:gd name="connsiteX104" fmla="*/ 4536503 w 12192000"/>
              <a:gd name="connsiteY104" fmla="*/ 1785334 h 2237474"/>
              <a:gd name="connsiteX105" fmla="*/ 4513724 w 12192000"/>
              <a:gd name="connsiteY105" fmla="*/ 1791996 h 2237474"/>
              <a:gd name="connsiteX106" fmla="*/ 4459810 w 12192000"/>
              <a:gd name="connsiteY106" fmla="*/ 1797886 h 2237474"/>
              <a:gd name="connsiteX107" fmla="*/ 4379064 w 12192000"/>
              <a:gd name="connsiteY107" fmla="*/ 1817177 h 2237474"/>
              <a:gd name="connsiteX108" fmla="*/ 4319209 w 12192000"/>
              <a:gd name="connsiteY108" fmla="*/ 1834833 h 2237474"/>
              <a:gd name="connsiteX109" fmla="*/ 4290981 w 12192000"/>
              <a:gd name="connsiteY109" fmla="*/ 1839677 h 2237474"/>
              <a:gd name="connsiteX110" fmla="*/ 4285792 w 12192000"/>
              <a:gd name="connsiteY110" fmla="*/ 1836231 h 2237474"/>
              <a:gd name="connsiteX111" fmla="*/ 4238372 w 12192000"/>
              <a:gd name="connsiteY111" fmla="*/ 1851480 h 2237474"/>
              <a:gd name="connsiteX112" fmla="*/ 4232517 w 12192000"/>
              <a:gd name="connsiteY112" fmla="*/ 1852567 h 2237474"/>
              <a:gd name="connsiteX113" fmla="*/ 4191732 w 12192000"/>
              <a:gd name="connsiteY113" fmla="*/ 1857328 h 2237474"/>
              <a:gd name="connsiteX114" fmla="*/ 4065532 w 12192000"/>
              <a:gd name="connsiteY114" fmla="*/ 1855477 h 2237474"/>
              <a:gd name="connsiteX115" fmla="*/ 4028460 w 12192000"/>
              <a:gd name="connsiteY115" fmla="*/ 1855137 h 2237474"/>
              <a:gd name="connsiteX116" fmla="*/ 4002267 w 12192000"/>
              <a:gd name="connsiteY116" fmla="*/ 1852352 h 2237474"/>
              <a:gd name="connsiteX117" fmla="*/ 3931396 w 12192000"/>
              <a:gd name="connsiteY117" fmla="*/ 1858915 h 2237474"/>
              <a:gd name="connsiteX118" fmla="*/ 3812162 w 12192000"/>
              <a:gd name="connsiteY118" fmla="*/ 1875501 h 2237474"/>
              <a:gd name="connsiteX119" fmla="*/ 3729530 w 12192000"/>
              <a:gd name="connsiteY119" fmla="*/ 1864513 h 2237474"/>
              <a:gd name="connsiteX120" fmla="*/ 3680177 w 12192000"/>
              <a:gd name="connsiteY120" fmla="*/ 1881552 h 2237474"/>
              <a:gd name="connsiteX121" fmla="*/ 3567259 w 12192000"/>
              <a:gd name="connsiteY121" fmla="*/ 1893482 h 2237474"/>
              <a:gd name="connsiteX122" fmla="*/ 3405770 w 12192000"/>
              <a:gd name="connsiteY122" fmla="*/ 1904591 h 2237474"/>
              <a:gd name="connsiteX123" fmla="*/ 3280097 w 12192000"/>
              <a:gd name="connsiteY123" fmla="*/ 1919610 h 2237474"/>
              <a:gd name="connsiteX124" fmla="*/ 3123424 w 12192000"/>
              <a:gd name="connsiteY124" fmla="*/ 1952930 h 2237474"/>
              <a:gd name="connsiteX125" fmla="*/ 3009910 w 12192000"/>
              <a:gd name="connsiteY125" fmla="*/ 1957866 h 2237474"/>
              <a:gd name="connsiteX126" fmla="*/ 2995934 w 12192000"/>
              <a:gd name="connsiteY126" fmla="*/ 1967085 h 2237474"/>
              <a:gd name="connsiteX127" fmla="*/ 2980071 w 12192000"/>
              <a:gd name="connsiteY127" fmla="*/ 1972988 h 2237474"/>
              <a:gd name="connsiteX128" fmla="*/ 2978094 w 12192000"/>
              <a:gd name="connsiteY128" fmla="*/ 1972369 h 2237474"/>
              <a:gd name="connsiteX129" fmla="*/ 2942858 w 12192000"/>
              <a:gd name="connsiteY129" fmla="*/ 1981367 h 2237474"/>
              <a:gd name="connsiteX130" fmla="*/ 2875436 w 12192000"/>
              <a:gd name="connsiteY130" fmla="*/ 1996977 h 2237474"/>
              <a:gd name="connsiteX131" fmla="*/ 2874892 w 12192000"/>
              <a:gd name="connsiteY131" fmla="*/ 1996085 h 2237474"/>
              <a:gd name="connsiteX132" fmla="*/ 2864145 w 12192000"/>
              <a:gd name="connsiteY132" fmla="*/ 1994061 h 2237474"/>
              <a:gd name="connsiteX133" fmla="*/ 2843662 w 12192000"/>
              <a:gd name="connsiteY133" fmla="*/ 1992498 h 2237474"/>
              <a:gd name="connsiteX134" fmla="*/ 2796128 w 12192000"/>
              <a:gd name="connsiteY134" fmla="*/ 1976403 h 2237474"/>
              <a:gd name="connsiteX135" fmla="*/ 2756784 w 12192000"/>
              <a:gd name="connsiteY135" fmla="*/ 1985116 h 2237474"/>
              <a:gd name="connsiteX136" fmla="*/ 2748833 w 12192000"/>
              <a:gd name="connsiteY136" fmla="*/ 1986323 h 2237474"/>
              <a:gd name="connsiteX137" fmla="*/ 2748661 w 12192000"/>
              <a:gd name="connsiteY137" fmla="*/ 1986122 h 2237474"/>
              <a:gd name="connsiteX138" fmla="*/ 2740251 w 12192000"/>
              <a:gd name="connsiteY138" fmla="*/ 1986946 h 2237474"/>
              <a:gd name="connsiteX139" fmla="*/ 2718916 w 12192000"/>
              <a:gd name="connsiteY139" fmla="*/ 1990867 h 2237474"/>
              <a:gd name="connsiteX140" fmla="*/ 2713522 w 12192000"/>
              <a:gd name="connsiteY140" fmla="*/ 1990173 h 2237474"/>
              <a:gd name="connsiteX141" fmla="*/ 2680597 w 12192000"/>
              <a:gd name="connsiteY141" fmla="*/ 1984996 h 2237474"/>
              <a:gd name="connsiteX142" fmla="*/ 2578178 w 12192000"/>
              <a:gd name="connsiteY142" fmla="*/ 1990531 h 2237474"/>
              <a:gd name="connsiteX143" fmla="*/ 2476147 w 12192000"/>
              <a:gd name="connsiteY143" fmla="*/ 1998305 h 2237474"/>
              <a:gd name="connsiteX144" fmla="*/ 2373568 w 12192000"/>
              <a:gd name="connsiteY144" fmla="*/ 2003219 h 2237474"/>
              <a:gd name="connsiteX145" fmla="*/ 2321399 w 12192000"/>
              <a:gd name="connsiteY145" fmla="*/ 1989467 h 2237474"/>
              <a:gd name="connsiteX146" fmla="*/ 2315525 w 12192000"/>
              <a:gd name="connsiteY146" fmla="*/ 1989708 h 2237474"/>
              <a:gd name="connsiteX147" fmla="*/ 2300792 w 12192000"/>
              <a:gd name="connsiteY147" fmla="*/ 1994290 h 2237474"/>
              <a:gd name="connsiteX148" fmla="*/ 2295469 w 12192000"/>
              <a:gd name="connsiteY148" fmla="*/ 1996659 h 2237474"/>
              <a:gd name="connsiteX149" fmla="*/ 2287219 w 12192000"/>
              <a:gd name="connsiteY149" fmla="*/ 1998750 h 2237474"/>
              <a:gd name="connsiteX150" fmla="*/ 2286948 w 12192000"/>
              <a:gd name="connsiteY150" fmla="*/ 1998596 h 2237474"/>
              <a:gd name="connsiteX151" fmla="*/ 2243069 w 12192000"/>
              <a:gd name="connsiteY151" fmla="*/ 2015111 h 2237474"/>
              <a:gd name="connsiteX152" fmla="*/ 2186609 w 12192000"/>
              <a:gd name="connsiteY152" fmla="*/ 2008263 h 2237474"/>
              <a:gd name="connsiteX153" fmla="*/ 2164831 w 12192000"/>
              <a:gd name="connsiteY153" fmla="*/ 2010143 h 2237474"/>
              <a:gd name="connsiteX154" fmla="*/ 2152836 w 12192000"/>
              <a:gd name="connsiteY154" fmla="*/ 2010048 h 2237474"/>
              <a:gd name="connsiteX155" fmla="*/ 2117102 w 12192000"/>
              <a:gd name="connsiteY155" fmla="*/ 2023004 h 2237474"/>
              <a:gd name="connsiteX156" fmla="*/ 2111935 w 12192000"/>
              <a:gd name="connsiteY156" fmla="*/ 2023163 h 2237474"/>
              <a:gd name="connsiteX157" fmla="*/ 2089991 w 12192000"/>
              <a:gd name="connsiteY157" fmla="*/ 2034193 h 2237474"/>
              <a:gd name="connsiteX158" fmla="*/ 2058061 w 12192000"/>
              <a:gd name="connsiteY158" fmla="*/ 2047942 h 2237474"/>
              <a:gd name="connsiteX159" fmla="*/ 2055737 w 12192000"/>
              <a:gd name="connsiteY159" fmla="*/ 2047704 h 2237474"/>
              <a:gd name="connsiteX160" fmla="*/ 2042244 w 12192000"/>
              <a:gd name="connsiteY160" fmla="*/ 2055560 h 2237474"/>
              <a:gd name="connsiteX161" fmla="*/ 1976224 w 12192000"/>
              <a:gd name="connsiteY161" fmla="*/ 2074257 h 2237474"/>
              <a:gd name="connsiteX162" fmla="*/ 1877728 w 12192000"/>
              <a:gd name="connsiteY162" fmla="*/ 2101004 h 2237474"/>
              <a:gd name="connsiteX163" fmla="*/ 1759056 w 12192000"/>
              <a:gd name="connsiteY163" fmla="*/ 2125608 h 2237474"/>
              <a:gd name="connsiteX164" fmla="*/ 1637948 w 12192000"/>
              <a:gd name="connsiteY164" fmla="*/ 2172597 h 2237474"/>
              <a:gd name="connsiteX165" fmla="*/ 1434549 w 12192000"/>
              <a:gd name="connsiteY165" fmla="*/ 2234522 h 2237474"/>
              <a:gd name="connsiteX166" fmla="*/ 1398481 w 12192000"/>
              <a:gd name="connsiteY166" fmla="*/ 2237074 h 2237474"/>
              <a:gd name="connsiteX167" fmla="*/ 1398407 w 12192000"/>
              <a:gd name="connsiteY167" fmla="*/ 2237095 h 2237474"/>
              <a:gd name="connsiteX168" fmla="*/ 1370962 w 12192000"/>
              <a:gd name="connsiteY168" fmla="*/ 2237474 h 2237474"/>
              <a:gd name="connsiteX169" fmla="*/ 1356367 w 12192000"/>
              <a:gd name="connsiteY169" fmla="*/ 2235089 h 2237474"/>
              <a:gd name="connsiteX170" fmla="*/ 1324828 w 12192000"/>
              <a:gd name="connsiteY170" fmla="*/ 2231968 h 2237474"/>
              <a:gd name="connsiteX171" fmla="*/ 1297744 w 12192000"/>
              <a:gd name="connsiteY171" fmla="*/ 2235849 h 2237474"/>
              <a:gd name="connsiteX172" fmla="*/ 1286236 w 12192000"/>
              <a:gd name="connsiteY172" fmla="*/ 2233135 h 2237474"/>
              <a:gd name="connsiteX173" fmla="*/ 1283504 w 12192000"/>
              <a:gd name="connsiteY173" fmla="*/ 2233797 h 2237474"/>
              <a:gd name="connsiteX174" fmla="*/ 1279765 w 12192000"/>
              <a:gd name="connsiteY174" fmla="*/ 2229639 h 2237474"/>
              <a:gd name="connsiteX175" fmla="*/ 1195347 w 12192000"/>
              <a:gd name="connsiteY175" fmla="*/ 2212354 h 2237474"/>
              <a:gd name="connsiteX176" fmla="*/ 970251 w 12192000"/>
              <a:gd name="connsiteY176" fmla="*/ 2221029 h 2237474"/>
              <a:gd name="connsiteX177" fmla="*/ 812914 w 12192000"/>
              <a:gd name="connsiteY177" fmla="*/ 2202752 h 2237474"/>
              <a:gd name="connsiteX178" fmla="*/ 800195 w 12192000"/>
              <a:gd name="connsiteY178" fmla="*/ 2209407 h 2237474"/>
              <a:gd name="connsiteX179" fmla="*/ 784978 w 12192000"/>
              <a:gd name="connsiteY179" fmla="*/ 2212360 h 2237474"/>
              <a:gd name="connsiteX180" fmla="*/ 681987 w 12192000"/>
              <a:gd name="connsiteY180" fmla="*/ 2216757 h 2237474"/>
              <a:gd name="connsiteX181" fmla="*/ 669923 w 12192000"/>
              <a:gd name="connsiteY181" fmla="*/ 2211682 h 2237474"/>
              <a:gd name="connsiteX182" fmla="*/ 648680 w 12192000"/>
              <a:gd name="connsiteY182" fmla="*/ 2206229 h 2237474"/>
              <a:gd name="connsiteX183" fmla="*/ 597225 w 12192000"/>
              <a:gd name="connsiteY183" fmla="*/ 2180999 h 2237474"/>
              <a:gd name="connsiteX184" fmla="*/ 558449 w 12192000"/>
              <a:gd name="connsiteY184" fmla="*/ 2182346 h 2237474"/>
              <a:gd name="connsiteX185" fmla="*/ 550517 w 12192000"/>
              <a:gd name="connsiteY185" fmla="*/ 2182060 h 2237474"/>
              <a:gd name="connsiteX186" fmla="*/ 550309 w 12192000"/>
              <a:gd name="connsiteY186" fmla="*/ 2181825 h 2237474"/>
              <a:gd name="connsiteX187" fmla="*/ 541836 w 12192000"/>
              <a:gd name="connsiteY187" fmla="*/ 2181063 h 2237474"/>
              <a:gd name="connsiteX188" fmla="*/ 536057 w 12192000"/>
              <a:gd name="connsiteY188" fmla="*/ 2181537 h 2237474"/>
              <a:gd name="connsiteX189" fmla="*/ 520671 w 12192000"/>
              <a:gd name="connsiteY189" fmla="*/ 2180980 h 2237474"/>
              <a:gd name="connsiteX190" fmla="*/ 515024 w 12192000"/>
              <a:gd name="connsiteY190" fmla="*/ 2179258 h 2237474"/>
              <a:gd name="connsiteX191" fmla="*/ 512278 w 12192000"/>
              <a:gd name="connsiteY191" fmla="*/ 2176369 h 2237474"/>
              <a:gd name="connsiteX192" fmla="*/ 480419 w 12192000"/>
              <a:gd name="connsiteY192" fmla="*/ 2167807 h 2237474"/>
              <a:gd name="connsiteX193" fmla="*/ 413835 w 12192000"/>
              <a:gd name="connsiteY193" fmla="*/ 2156783 h 2237474"/>
              <a:gd name="connsiteX194" fmla="*/ 376513 w 12192000"/>
              <a:gd name="connsiteY194" fmla="*/ 2154014 h 2237474"/>
              <a:gd name="connsiteX195" fmla="*/ 273386 w 12192000"/>
              <a:gd name="connsiteY195" fmla="*/ 2142551 h 2237474"/>
              <a:gd name="connsiteX196" fmla="*/ 169207 w 12192000"/>
              <a:gd name="connsiteY196" fmla="*/ 2128100 h 2237474"/>
              <a:gd name="connsiteX197" fmla="*/ 93149 w 12192000"/>
              <a:gd name="connsiteY197" fmla="*/ 2105324 h 2237474"/>
              <a:gd name="connsiteX198" fmla="*/ 88109 w 12192000"/>
              <a:gd name="connsiteY198" fmla="*/ 2106704 h 2237474"/>
              <a:gd name="connsiteX199" fmla="*/ 80022 w 12192000"/>
              <a:gd name="connsiteY199" fmla="*/ 2107254 h 2237474"/>
              <a:gd name="connsiteX200" fmla="*/ 79717 w 12192000"/>
              <a:gd name="connsiteY200" fmla="*/ 2107046 h 2237474"/>
              <a:gd name="connsiteX201" fmla="*/ 72352 w 12192000"/>
              <a:gd name="connsiteY201" fmla="*/ 2107991 h 2237474"/>
              <a:gd name="connsiteX202" fmla="*/ 37645 w 12192000"/>
              <a:gd name="connsiteY202" fmla="*/ 2115401 h 2237474"/>
              <a:gd name="connsiteX203" fmla="*/ 4572 w 12192000"/>
              <a:gd name="connsiteY203" fmla="*/ 2111091 h 2237474"/>
              <a:gd name="connsiteX204" fmla="*/ 0 w 12192000"/>
              <a:gd name="connsiteY204" fmla="*/ 2110468 h 2237474"/>
              <a:gd name="connsiteX205" fmla="*/ 0 w 12192000"/>
              <a:gd name="connsiteY20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99084 w 12192000"/>
              <a:gd name="connsiteY67" fmla="*/ 1634317 h 2237474"/>
              <a:gd name="connsiteX68" fmla="*/ 6992107 w 12192000"/>
              <a:gd name="connsiteY68" fmla="*/ 1636860 h 2237474"/>
              <a:gd name="connsiteX69" fmla="*/ 6900177 w 12192000"/>
              <a:gd name="connsiteY69" fmla="*/ 1636016 h 2237474"/>
              <a:gd name="connsiteX70" fmla="*/ 6795372 w 12192000"/>
              <a:gd name="connsiteY70" fmla="*/ 1644845 h 2237474"/>
              <a:gd name="connsiteX71" fmla="*/ 6692251 w 12192000"/>
              <a:gd name="connsiteY71" fmla="*/ 1656357 h 2237474"/>
              <a:gd name="connsiteX72" fmla="*/ 6655235 w 12192000"/>
              <a:gd name="connsiteY72" fmla="*/ 1661869 h 2237474"/>
              <a:gd name="connsiteX73" fmla="*/ 6554894 w 12192000"/>
              <a:gd name="connsiteY73" fmla="*/ 1664428 h 2237474"/>
              <a:gd name="connsiteX74" fmla="*/ 6516595 w 12192000"/>
              <a:gd name="connsiteY74" fmla="*/ 1667475 h 2237474"/>
              <a:gd name="connsiteX75" fmla="*/ 6508541 w 12192000"/>
              <a:gd name="connsiteY75" fmla="*/ 1668757 h 2237474"/>
              <a:gd name="connsiteX76" fmla="*/ 6471012 w 12192000"/>
              <a:gd name="connsiteY76" fmla="*/ 1678604 h 2237474"/>
              <a:gd name="connsiteX77" fmla="*/ 6364035 w 12192000"/>
              <a:gd name="connsiteY77" fmla="*/ 1667683 h 2237474"/>
              <a:gd name="connsiteX78" fmla="*/ 6280959 w 12192000"/>
              <a:gd name="connsiteY78" fmla="*/ 1689329 h 2237474"/>
              <a:gd name="connsiteX79" fmla="*/ 6243319 w 12192000"/>
              <a:gd name="connsiteY79" fmla="*/ 1695560 h 2237474"/>
              <a:gd name="connsiteX80" fmla="*/ 6098321 w 12192000"/>
              <a:gd name="connsiteY80" fmla="*/ 1721646 h 2237474"/>
              <a:gd name="connsiteX81" fmla="*/ 5880652 w 12192000"/>
              <a:gd name="connsiteY81" fmla="*/ 1779643 h 2237474"/>
              <a:gd name="connsiteX82" fmla="*/ 5785959 w 12192000"/>
              <a:gd name="connsiteY82" fmla="*/ 1775307 h 2237474"/>
              <a:gd name="connsiteX83" fmla="*/ 5643534 w 12192000"/>
              <a:gd name="connsiteY83" fmla="*/ 1802919 h 2237474"/>
              <a:gd name="connsiteX84" fmla="*/ 5518799 w 12192000"/>
              <a:gd name="connsiteY84" fmla="*/ 1818312 h 2237474"/>
              <a:gd name="connsiteX85" fmla="*/ 5505014 w 12192000"/>
              <a:gd name="connsiteY85" fmla="*/ 1819259 h 2237474"/>
              <a:gd name="connsiteX86" fmla="*/ 5453307 w 12192000"/>
              <a:gd name="connsiteY86" fmla="*/ 1815450 h 2237474"/>
              <a:gd name="connsiteX87" fmla="*/ 5364192 w 12192000"/>
              <a:gd name="connsiteY87" fmla="*/ 1826074 h 2237474"/>
              <a:gd name="connsiteX88" fmla="*/ 5350380 w 12192000"/>
              <a:gd name="connsiteY88" fmla="*/ 1830891 h 2237474"/>
              <a:gd name="connsiteX89" fmla="*/ 5259633 w 12192000"/>
              <a:gd name="connsiteY89" fmla="*/ 1837160 h 2237474"/>
              <a:gd name="connsiteX90" fmla="*/ 5197513 w 12192000"/>
              <a:gd name="connsiteY90" fmla="*/ 1844718 h 2237474"/>
              <a:gd name="connsiteX91" fmla="*/ 5168852 w 12192000"/>
              <a:gd name="connsiteY91" fmla="*/ 1844846 h 2237474"/>
              <a:gd name="connsiteX92" fmla="*/ 5114927 w 12192000"/>
              <a:gd name="connsiteY92" fmla="*/ 1847827 h 2237474"/>
              <a:gd name="connsiteX93" fmla="*/ 5108970 w 12192000"/>
              <a:gd name="connsiteY93" fmla="*/ 1847935 h 2237474"/>
              <a:gd name="connsiteX94" fmla="*/ 5067961 w 12192000"/>
              <a:gd name="connsiteY94" fmla="*/ 1845917 h 2237474"/>
              <a:gd name="connsiteX95" fmla="*/ 5007075 w 12192000"/>
              <a:gd name="connsiteY95" fmla="*/ 1838626 h 2237474"/>
              <a:gd name="connsiteX96" fmla="*/ 4944087 w 12192000"/>
              <a:gd name="connsiteY96" fmla="*/ 1823332 h 2237474"/>
              <a:gd name="connsiteX97" fmla="*/ 4907662 w 12192000"/>
              <a:gd name="connsiteY97" fmla="*/ 1816900 h 2237474"/>
              <a:gd name="connsiteX98" fmla="*/ 4882386 w 12192000"/>
              <a:gd name="connsiteY98" fmla="*/ 1809844 h 2237474"/>
              <a:gd name="connsiteX99" fmla="*/ 4811440 w 12192000"/>
              <a:gd name="connsiteY99" fmla="*/ 1804655 h 2237474"/>
              <a:gd name="connsiteX100" fmla="*/ 4691075 w 12192000"/>
              <a:gd name="connsiteY100" fmla="*/ 1801389 h 2237474"/>
              <a:gd name="connsiteX101" fmla="*/ 4611738 w 12192000"/>
              <a:gd name="connsiteY101" fmla="*/ 1776964 h 2237474"/>
              <a:gd name="connsiteX102" fmla="*/ 4560070 w 12192000"/>
              <a:gd name="connsiteY102" fmla="*/ 1785640 h 2237474"/>
              <a:gd name="connsiteX103" fmla="*/ 4536503 w 12192000"/>
              <a:gd name="connsiteY103" fmla="*/ 1785334 h 2237474"/>
              <a:gd name="connsiteX104" fmla="*/ 4513724 w 12192000"/>
              <a:gd name="connsiteY104" fmla="*/ 1791996 h 2237474"/>
              <a:gd name="connsiteX105" fmla="*/ 4459810 w 12192000"/>
              <a:gd name="connsiteY105" fmla="*/ 1797886 h 2237474"/>
              <a:gd name="connsiteX106" fmla="*/ 4379064 w 12192000"/>
              <a:gd name="connsiteY106" fmla="*/ 1817177 h 2237474"/>
              <a:gd name="connsiteX107" fmla="*/ 4319209 w 12192000"/>
              <a:gd name="connsiteY107" fmla="*/ 1834833 h 2237474"/>
              <a:gd name="connsiteX108" fmla="*/ 4290981 w 12192000"/>
              <a:gd name="connsiteY108" fmla="*/ 1839677 h 2237474"/>
              <a:gd name="connsiteX109" fmla="*/ 4285792 w 12192000"/>
              <a:gd name="connsiteY109" fmla="*/ 1836231 h 2237474"/>
              <a:gd name="connsiteX110" fmla="*/ 4238372 w 12192000"/>
              <a:gd name="connsiteY110" fmla="*/ 1851480 h 2237474"/>
              <a:gd name="connsiteX111" fmla="*/ 4232517 w 12192000"/>
              <a:gd name="connsiteY111" fmla="*/ 1852567 h 2237474"/>
              <a:gd name="connsiteX112" fmla="*/ 4191732 w 12192000"/>
              <a:gd name="connsiteY112" fmla="*/ 1857328 h 2237474"/>
              <a:gd name="connsiteX113" fmla="*/ 4065532 w 12192000"/>
              <a:gd name="connsiteY113" fmla="*/ 1855477 h 2237474"/>
              <a:gd name="connsiteX114" fmla="*/ 4028460 w 12192000"/>
              <a:gd name="connsiteY114" fmla="*/ 1855137 h 2237474"/>
              <a:gd name="connsiteX115" fmla="*/ 4002267 w 12192000"/>
              <a:gd name="connsiteY115" fmla="*/ 1852352 h 2237474"/>
              <a:gd name="connsiteX116" fmla="*/ 3931396 w 12192000"/>
              <a:gd name="connsiteY116" fmla="*/ 1858915 h 2237474"/>
              <a:gd name="connsiteX117" fmla="*/ 3812162 w 12192000"/>
              <a:gd name="connsiteY117" fmla="*/ 1875501 h 2237474"/>
              <a:gd name="connsiteX118" fmla="*/ 3729530 w 12192000"/>
              <a:gd name="connsiteY118" fmla="*/ 1864513 h 2237474"/>
              <a:gd name="connsiteX119" fmla="*/ 3680177 w 12192000"/>
              <a:gd name="connsiteY119" fmla="*/ 1881552 h 2237474"/>
              <a:gd name="connsiteX120" fmla="*/ 3567259 w 12192000"/>
              <a:gd name="connsiteY120" fmla="*/ 1893482 h 2237474"/>
              <a:gd name="connsiteX121" fmla="*/ 3405770 w 12192000"/>
              <a:gd name="connsiteY121" fmla="*/ 1904591 h 2237474"/>
              <a:gd name="connsiteX122" fmla="*/ 3280097 w 12192000"/>
              <a:gd name="connsiteY122" fmla="*/ 1919610 h 2237474"/>
              <a:gd name="connsiteX123" fmla="*/ 3123424 w 12192000"/>
              <a:gd name="connsiteY123" fmla="*/ 1952930 h 2237474"/>
              <a:gd name="connsiteX124" fmla="*/ 3009910 w 12192000"/>
              <a:gd name="connsiteY124" fmla="*/ 1957866 h 2237474"/>
              <a:gd name="connsiteX125" fmla="*/ 2995934 w 12192000"/>
              <a:gd name="connsiteY125" fmla="*/ 1967085 h 2237474"/>
              <a:gd name="connsiteX126" fmla="*/ 2980071 w 12192000"/>
              <a:gd name="connsiteY126" fmla="*/ 1972988 h 2237474"/>
              <a:gd name="connsiteX127" fmla="*/ 2978094 w 12192000"/>
              <a:gd name="connsiteY127" fmla="*/ 1972369 h 2237474"/>
              <a:gd name="connsiteX128" fmla="*/ 2942858 w 12192000"/>
              <a:gd name="connsiteY128" fmla="*/ 1981367 h 2237474"/>
              <a:gd name="connsiteX129" fmla="*/ 2875436 w 12192000"/>
              <a:gd name="connsiteY129" fmla="*/ 1996977 h 2237474"/>
              <a:gd name="connsiteX130" fmla="*/ 2874892 w 12192000"/>
              <a:gd name="connsiteY130" fmla="*/ 1996085 h 2237474"/>
              <a:gd name="connsiteX131" fmla="*/ 2864145 w 12192000"/>
              <a:gd name="connsiteY131" fmla="*/ 1994061 h 2237474"/>
              <a:gd name="connsiteX132" fmla="*/ 2843662 w 12192000"/>
              <a:gd name="connsiteY132" fmla="*/ 1992498 h 2237474"/>
              <a:gd name="connsiteX133" fmla="*/ 2796128 w 12192000"/>
              <a:gd name="connsiteY133" fmla="*/ 1976403 h 2237474"/>
              <a:gd name="connsiteX134" fmla="*/ 2756784 w 12192000"/>
              <a:gd name="connsiteY134" fmla="*/ 1985116 h 2237474"/>
              <a:gd name="connsiteX135" fmla="*/ 2748833 w 12192000"/>
              <a:gd name="connsiteY135" fmla="*/ 1986323 h 2237474"/>
              <a:gd name="connsiteX136" fmla="*/ 2748661 w 12192000"/>
              <a:gd name="connsiteY136" fmla="*/ 1986122 h 2237474"/>
              <a:gd name="connsiteX137" fmla="*/ 2740251 w 12192000"/>
              <a:gd name="connsiteY137" fmla="*/ 1986946 h 2237474"/>
              <a:gd name="connsiteX138" fmla="*/ 2718916 w 12192000"/>
              <a:gd name="connsiteY138" fmla="*/ 1990867 h 2237474"/>
              <a:gd name="connsiteX139" fmla="*/ 2713522 w 12192000"/>
              <a:gd name="connsiteY139" fmla="*/ 1990173 h 2237474"/>
              <a:gd name="connsiteX140" fmla="*/ 2680597 w 12192000"/>
              <a:gd name="connsiteY140" fmla="*/ 1984996 h 2237474"/>
              <a:gd name="connsiteX141" fmla="*/ 2578178 w 12192000"/>
              <a:gd name="connsiteY141" fmla="*/ 1990531 h 2237474"/>
              <a:gd name="connsiteX142" fmla="*/ 2476147 w 12192000"/>
              <a:gd name="connsiteY142" fmla="*/ 1998305 h 2237474"/>
              <a:gd name="connsiteX143" fmla="*/ 2373568 w 12192000"/>
              <a:gd name="connsiteY143" fmla="*/ 2003219 h 2237474"/>
              <a:gd name="connsiteX144" fmla="*/ 2321399 w 12192000"/>
              <a:gd name="connsiteY144" fmla="*/ 1989467 h 2237474"/>
              <a:gd name="connsiteX145" fmla="*/ 2315525 w 12192000"/>
              <a:gd name="connsiteY145" fmla="*/ 1989708 h 2237474"/>
              <a:gd name="connsiteX146" fmla="*/ 2300792 w 12192000"/>
              <a:gd name="connsiteY146" fmla="*/ 1994290 h 2237474"/>
              <a:gd name="connsiteX147" fmla="*/ 2295469 w 12192000"/>
              <a:gd name="connsiteY147" fmla="*/ 1996659 h 2237474"/>
              <a:gd name="connsiteX148" fmla="*/ 2287219 w 12192000"/>
              <a:gd name="connsiteY148" fmla="*/ 1998750 h 2237474"/>
              <a:gd name="connsiteX149" fmla="*/ 2286948 w 12192000"/>
              <a:gd name="connsiteY149" fmla="*/ 1998596 h 2237474"/>
              <a:gd name="connsiteX150" fmla="*/ 2243069 w 12192000"/>
              <a:gd name="connsiteY150" fmla="*/ 2015111 h 2237474"/>
              <a:gd name="connsiteX151" fmla="*/ 2186609 w 12192000"/>
              <a:gd name="connsiteY151" fmla="*/ 2008263 h 2237474"/>
              <a:gd name="connsiteX152" fmla="*/ 2164831 w 12192000"/>
              <a:gd name="connsiteY152" fmla="*/ 2010143 h 2237474"/>
              <a:gd name="connsiteX153" fmla="*/ 2152836 w 12192000"/>
              <a:gd name="connsiteY153" fmla="*/ 2010048 h 2237474"/>
              <a:gd name="connsiteX154" fmla="*/ 2117102 w 12192000"/>
              <a:gd name="connsiteY154" fmla="*/ 2023004 h 2237474"/>
              <a:gd name="connsiteX155" fmla="*/ 2111935 w 12192000"/>
              <a:gd name="connsiteY155" fmla="*/ 2023163 h 2237474"/>
              <a:gd name="connsiteX156" fmla="*/ 2089991 w 12192000"/>
              <a:gd name="connsiteY156" fmla="*/ 2034193 h 2237474"/>
              <a:gd name="connsiteX157" fmla="*/ 2058061 w 12192000"/>
              <a:gd name="connsiteY157" fmla="*/ 2047942 h 2237474"/>
              <a:gd name="connsiteX158" fmla="*/ 2055737 w 12192000"/>
              <a:gd name="connsiteY158" fmla="*/ 2047704 h 2237474"/>
              <a:gd name="connsiteX159" fmla="*/ 2042244 w 12192000"/>
              <a:gd name="connsiteY159" fmla="*/ 2055560 h 2237474"/>
              <a:gd name="connsiteX160" fmla="*/ 1976224 w 12192000"/>
              <a:gd name="connsiteY160" fmla="*/ 2074257 h 2237474"/>
              <a:gd name="connsiteX161" fmla="*/ 1877728 w 12192000"/>
              <a:gd name="connsiteY161" fmla="*/ 2101004 h 2237474"/>
              <a:gd name="connsiteX162" fmla="*/ 1759056 w 12192000"/>
              <a:gd name="connsiteY162" fmla="*/ 2125608 h 2237474"/>
              <a:gd name="connsiteX163" fmla="*/ 1637948 w 12192000"/>
              <a:gd name="connsiteY163" fmla="*/ 2172597 h 2237474"/>
              <a:gd name="connsiteX164" fmla="*/ 1434549 w 12192000"/>
              <a:gd name="connsiteY164" fmla="*/ 2234522 h 2237474"/>
              <a:gd name="connsiteX165" fmla="*/ 1398481 w 12192000"/>
              <a:gd name="connsiteY165" fmla="*/ 2237074 h 2237474"/>
              <a:gd name="connsiteX166" fmla="*/ 1398407 w 12192000"/>
              <a:gd name="connsiteY166" fmla="*/ 2237095 h 2237474"/>
              <a:gd name="connsiteX167" fmla="*/ 1370962 w 12192000"/>
              <a:gd name="connsiteY167" fmla="*/ 2237474 h 2237474"/>
              <a:gd name="connsiteX168" fmla="*/ 1356367 w 12192000"/>
              <a:gd name="connsiteY168" fmla="*/ 2235089 h 2237474"/>
              <a:gd name="connsiteX169" fmla="*/ 1324828 w 12192000"/>
              <a:gd name="connsiteY169" fmla="*/ 2231968 h 2237474"/>
              <a:gd name="connsiteX170" fmla="*/ 1297744 w 12192000"/>
              <a:gd name="connsiteY170" fmla="*/ 2235849 h 2237474"/>
              <a:gd name="connsiteX171" fmla="*/ 1286236 w 12192000"/>
              <a:gd name="connsiteY171" fmla="*/ 2233135 h 2237474"/>
              <a:gd name="connsiteX172" fmla="*/ 1283504 w 12192000"/>
              <a:gd name="connsiteY172" fmla="*/ 2233797 h 2237474"/>
              <a:gd name="connsiteX173" fmla="*/ 1279765 w 12192000"/>
              <a:gd name="connsiteY173" fmla="*/ 2229639 h 2237474"/>
              <a:gd name="connsiteX174" fmla="*/ 1195347 w 12192000"/>
              <a:gd name="connsiteY174" fmla="*/ 2212354 h 2237474"/>
              <a:gd name="connsiteX175" fmla="*/ 970251 w 12192000"/>
              <a:gd name="connsiteY175" fmla="*/ 2221029 h 2237474"/>
              <a:gd name="connsiteX176" fmla="*/ 812914 w 12192000"/>
              <a:gd name="connsiteY176" fmla="*/ 2202752 h 2237474"/>
              <a:gd name="connsiteX177" fmla="*/ 800195 w 12192000"/>
              <a:gd name="connsiteY177" fmla="*/ 2209407 h 2237474"/>
              <a:gd name="connsiteX178" fmla="*/ 784978 w 12192000"/>
              <a:gd name="connsiteY178" fmla="*/ 2212360 h 2237474"/>
              <a:gd name="connsiteX179" fmla="*/ 681987 w 12192000"/>
              <a:gd name="connsiteY179" fmla="*/ 2216757 h 2237474"/>
              <a:gd name="connsiteX180" fmla="*/ 669923 w 12192000"/>
              <a:gd name="connsiteY180" fmla="*/ 2211682 h 2237474"/>
              <a:gd name="connsiteX181" fmla="*/ 648680 w 12192000"/>
              <a:gd name="connsiteY181" fmla="*/ 2206229 h 2237474"/>
              <a:gd name="connsiteX182" fmla="*/ 597225 w 12192000"/>
              <a:gd name="connsiteY182" fmla="*/ 2180999 h 2237474"/>
              <a:gd name="connsiteX183" fmla="*/ 558449 w 12192000"/>
              <a:gd name="connsiteY183" fmla="*/ 2182346 h 2237474"/>
              <a:gd name="connsiteX184" fmla="*/ 550517 w 12192000"/>
              <a:gd name="connsiteY184" fmla="*/ 2182060 h 2237474"/>
              <a:gd name="connsiteX185" fmla="*/ 550309 w 12192000"/>
              <a:gd name="connsiteY185" fmla="*/ 2181825 h 2237474"/>
              <a:gd name="connsiteX186" fmla="*/ 541836 w 12192000"/>
              <a:gd name="connsiteY186" fmla="*/ 2181063 h 2237474"/>
              <a:gd name="connsiteX187" fmla="*/ 536057 w 12192000"/>
              <a:gd name="connsiteY187" fmla="*/ 2181537 h 2237474"/>
              <a:gd name="connsiteX188" fmla="*/ 520671 w 12192000"/>
              <a:gd name="connsiteY188" fmla="*/ 2180980 h 2237474"/>
              <a:gd name="connsiteX189" fmla="*/ 515024 w 12192000"/>
              <a:gd name="connsiteY189" fmla="*/ 2179258 h 2237474"/>
              <a:gd name="connsiteX190" fmla="*/ 512278 w 12192000"/>
              <a:gd name="connsiteY190" fmla="*/ 2176369 h 2237474"/>
              <a:gd name="connsiteX191" fmla="*/ 480419 w 12192000"/>
              <a:gd name="connsiteY191" fmla="*/ 2167807 h 2237474"/>
              <a:gd name="connsiteX192" fmla="*/ 413835 w 12192000"/>
              <a:gd name="connsiteY192" fmla="*/ 2156783 h 2237474"/>
              <a:gd name="connsiteX193" fmla="*/ 376513 w 12192000"/>
              <a:gd name="connsiteY193" fmla="*/ 2154014 h 2237474"/>
              <a:gd name="connsiteX194" fmla="*/ 273386 w 12192000"/>
              <a:gd name="connsiteY194" fmla="*/ 2142551 h 2237474"/>
              <a:gd name="connsiteX195" fmla="*/ 169207 w 12192000"/>
              <a:gd name="connsiteY195" fmla="*/ 2128100 h 2237474"/>
              <a:gd name="connsiteX196" fmla="*/ 93149 w 12192000"/>
              <a:gd name="connsiteY196" fmla="*/ 2105324 h 2237474"/>
              <a:gd name="connsiteX197" fmla="*/ 88109 w 12192000"/>
              <a:gd name="connsiteY197" fmla="*/ 2106704 h 2237474"/>
              <a:gd name="connsiteX198" fmla="*/ 80022 w 12192000"/>
              <a:gd name="connsiteY198" fmla="*/ 2107254 h 2237474"/>
              <a:gd name="connsiteX199" fmla="*/ 79717 w 12192000"/>
              <a:gd name="connsiteY199" fmla="*/ 2107046 h 2237474"/>
              <a:gd name="connsiteX200" fmla="*/ 72352 w 12192000"/>
              <a:gd name="connsiteY200" fmla="*/ 2107991 h 2237474"/>
              <a:gd name="connsiteX201" fmla="*/ 37645 w 12192000"/>
              <a:gd name="connsiteY201" fmla="*/ 2115401 h 2237474"/>
              <a:gd name="connsiteX202" fmla="*/ 4572 w 12192000"/>
              <a:gd name="connsiteY202" fmla="*/ 2111091 h 2237474"/>
              <a:gd name="connsiteX203" fmla="*/ 0 w 12192000"/>
              <a:gd name="connsiteY203" fmla="*/ 2110468 h 2237474"/>
              <a:gd name="connsiteX204" fmla="*/ 0 w 12192000"/>
              <a:gd name="connsiteY20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99084 w 12192000"/>
              <a:gd name="connsiteY67" fmla="*/ 1634317 h 2237474"/>
              <a:gd name="connsiteX68" fmla="*/ 6900177 w 12192000"/>
              <a:gd name="connsiteY68" fmla="*/ 1636016 h 2237474"/>
              <a:gd name="connsiteX69" fmla="*/ 6795372 w 12192000"/>
              <a:gd name="connsiteY69" fmla="*/ 1644845 h 2237474"/>
              <a:gd name="connsiteX70" fmla="*/ 6692251 w 12192000"/>
              <a:gd name="connsiteY70" fmla="*/ 1656357 h 2237474"/>
              <a:gd name="connsiteX71" fmla="*/ 6655235 w 12192000"/>
              <a:gd name="connsiteY71" fmla="*/ 1661869 h 2237474"/>
              <a:gd name="connsiteX72" fmla="*/ 6554894 w 12192000"/>
              <a:gd name="connsiteY72" fmla="*/ 1664428 h 2237474"/>
              <a:gd name="connsiteX73" fmla="*/ 6516595 w 12192000"/>
              <a:gd name="connsiteY73" fmla="*/ 1667475 h 2237474"/>
              <a:gd name="connsiteX74" fmla="*/ 6508541 w 12192000"/>
              <a:gd name="connsiteY74" fmla="*/ 1668757 h 2237474"/>
              <a:gd name="connsiteX75" fmla="*/ 6471012 w 12192000"/>
              <a:gd name="connsiteY75" fmla="*/ 1678604 h 2237474"/>
              <a:gd name="connsiteX76" fmla="*/ 6364035 w 12192000"/>
              <a:gd name="connsiteY76" fmla="*/ 1667683 h 2237474"/>
              <a:gd name="connsiteX77" fmla="*/ 6280959 w 12192000"/>
              <a:gd name="connsiteY77" fmla="*/ 1689329 h 2237474"/>
              <a:gd name="connsiteX78" fmla="*/ 6243319 w 12192000"/>
              <a:gd name="connsiteY78" fmla="*/ 1695560 h 2237474"/>
              <a:gd name="connsiteX79" fmla="*/ 6098321 w 12192000"/>
              <a:gd name="connsiteY79" fmla="*/ 1721646 h 2237474"/>
              <a:gd name="connsiteX80" fmla="*/ 5880652 w 12192000"/>
              <a:gd name="connsiteY80" fmla="*/ 1779643 h 2237474"/>
              <a:gd name="connsiteX81" fmla="*/ 5785959 w 12192000"/>
              <a:gd name="connsiteY81" fmla="*/ 1775307 h 2237474"/>
              <a:gd name="connsiteX82" fmla="*/ 5643534 w 12192000"/>
              <a:gd name="connsiteY82" fmla="*/ 1802919 h 2237474"/>
              <a:gd name="connsiteX83" fmla="*/ 5518799 w 12192000"/>
              <a:gd name="connsiteY83" fmla="*/ 1818312 h 2237474"/>
              <a:gd name="connsiteX84" fmla="*/ 5505014 w 12192000"/>
              <a:gd name="connsiteY84" fmla="*/ 1819259 h 2237474"/>
              <a:gd name="connsiteX85" fmla="*/ 5453307 w 12192000"/>
              <a:gd name="connsiteY85" fmla="*/ 1815450 h 2237474"/>
              <a:gd name="connsiteX86" fmla="*/ 5364192 w 12192000"/>
              <a:gd name="connsiteY86" fmla="*/ 1826074 h 2237474"/>
              <a:gd name="connsiteX87" fmla="*/ 5350380 w 12192000"/>
              <a:gd name="connsiteY87" fmla="*/ 1830891 h 2237474"/>
              <a:gd name="connsiteX88" fmla="*/ 5259633 w 12192000"/>
              <a:gd name="connsiteY88" fmla="*/ 1837160 h 2237474"/>
              <a:gd name="connsiteX89" fmla="*/ 5197513 w 12192000"/>
              <a:gd name="connsiteY89" fmla="*/ 1844718 h 2237474"/>
              <a:gd name="connsiteX90" fmla="*/ 5168852 w 12192000"/>
              <a:gd name="connsiteY90" fmla="*/ 1844846 h 2237474"/>
              <a:gd name="connsiteX91" fmla="*/ 5114927 w 12192000"/>
              <a:gd name="connsiteY91" fmla="*/ 1847827 h 2237474"/>
              <a:gd name="connsiteX92" fmla="*/ 5108970 w 12192000"/>
              <a:gd name="connsiteY92" fmla="*/ 1847935 h 2237474"/>
              <a:gd name="connsiteX93" fmla="*/ 5067961 w 12192000"/>
              <a:gd name="connsiteY93" fmla="*/ 1845917 h 2237474"/>
              <a:gd name="connsiteX94" fmla="*/ 5007075 w 12192000"/>
              <a:gd name="connsiteY94" fmla="*/ 1838626 h 2237474"/>
              <a:gd name="connsiteX95" fmla="*/ 4944087 w 12192000"/>
              <a:gd name="connsiteY95" fmla="*/ 1823332 h 2237474"/>
              <a:gd name="connsiteX96" fmla="*/ 4907662 w 12192000"/>
              <a:gd name="connsiteY96" fmla="*/ 1816900 h 2237474"/>
              <a:gd name="connsiteX97" fmla="*/ 4882386 w 12192000"/>
              <a:gd name="connsiteY97" fmla="*/ 1809844 h 2237474"/>
              <a:gd name="connsiteX98" fmla="*/ 4811440 w 12192000"/>
              <a:gd name="connsiteY98" fmla="*/ 1804655 h 2237474"/>
              <a:gd name="connsiteX99" fmla="*/ 4691075 w 12192000"/>
              <a:gd name="connsiteY99" fmla="*/ 1801389 h 2237474"/>
              <a:gd name="connsiteX100" fmla="*/ 4611738 w 12192000"/>
              <a:gd name="connsiteY100" fmla="*/ 1776964 h 2237474"/>
              <a:gd name="connsiteX101" fmla="*/ 4560070 w 12192000"/>
              <a:gd name="connsiteY101" fmla="*/ 1785640 h 2237474"/>
              <a:gd name="connsiteX102" fmla="*/ 4536503 w 12192000"/>
              <a:gd name="connsiteY102" fmla="*/ 1785334 h 2237474"/>
              <a:gd name="connsiteX103" fmla="*/ 4513724 w 12192000"/>
              <a:gd name="connsiteY103" fmla="*/ 1791996 h 2237474"/>
              <a:gd name="connsiteX104" fmla="*/ 4459810 w 12192000"/>
              <a:gd name="connsiteY104" fmla="*/ 1797886 h 2237474"/>
              <a:gd name="connsiteX105" fmla="*/ 4379064 w 12192000"/>
              <a:gd name="connsiteY105" fmla="*/ 1817177 h 2237474"/>
              <a:gd name="connsiteX106" fmla="*/ 4319209 w 12192000"/>
              <a:gd name="connsiteY106" fmla="*/ 1834833 h 2237474"/>
              <a:gd name="connsiteX107" fmla="*/ 4290981 w 12192000"/>
              <a:gd name="connsiteY107" fmla="*/ 1839677 h 2237474"/>
              <a:gd name="connsiteX108" fmla="*/ 4285792 w 12192000"/>
              <a:gd name="connsiteY108" fmla="*/ 1836231 h 2237474"/>
              <a:gd name="connsiteX109" fmla="*/ 4238372 w 12192000"/>
              <a:gd name="connsiteY109" fmla="*/ 1851480 h 2237474"/>
              <a:gd name="connsiteX110" fmla="*/ 4232517 w 12192000"/>
              <a:gd name="connsiteY110" fmla="*/ 1852567 h 2237474"/>
              <a:gd name="connsiteX111" fmla="*/ 4191732 w 12192000"/>
              <a:gd name="connsiteY111" fmla="*/ 1857328 h 2237474"/>
              <a:gd name="connsiteX112" fmla="*/ 4065532 w 12192000"/>
              <a:gd name="connsiteY112" fmla="*/ 1855477 h 2237474"/>
              <a:gd name="connsiteX113" fmla="*/ 4028460 w 12192000"/>
              <a:gd name="connsiteY113" fmla="*/ 1855137 h 2237474"/>
              <a:gd name="connsiteX114" fmla="*/ 4002267 w 12192000"/>
              <a:gd name="connsiteY114" fmla="*/ 1852352 h 2237474"/>
              <a:gd name="connsiteX115" fmla="*/ 3931396 w 12192000"/>
              <a:gd name="connsiteY115" fmla="*/ 1858915 h 2237474"/>
              <a:gd name="connsiteX116" fmla="*/ 3812162 w 12192000"/>
              <a:gd name="connsiteY116" fmla="*/ 1875501 h 2237474"/>
              <a:gd name="connsiteX117" fmla="*/ 3729530 w 12192000"/>
              <a:gd name="connsiteY117" fmla="*/ 1864513 h 2237474"/>
              <a:gd name="connsiteX118" fmla="*/ 3680177 w 12192000"/>
              <a:gd name="connsiteY118" fmla="*/ 1881552 h 2237474"/>
              <a:gd name="connsiteX119" fmla="*/ 3567259 w 12192000"/>
              <a:gd name="connsiteY119" fmla="*/ 1893482 h 2237474"/>
              <a:gd name="connsiteX120" fmla="*/ 3405770 w 12192000"/>
              <a:gd name="connsiteY120" fmla="*/ 1904591 h 2237474"/>
              <a:gd name="connsiteX121" fmla="*/ 3280097 w 12192000"/>
              <a:gd name="connsiteY121" fmla="*/ 1919610 h 2237474"/>
              <a:gd name="connsiteX122" fmla="*/ 3123424 w 12192000"/>
              <a:gd name="connsiteY122" fmla="*/ 1952930 h 2237474"/>
              <a:gd name="connsiteX123" fmla="*/ 3009910 w 12192000"/>
              <a:gd name="connsiteY123" fmla="*/ 1957866 h 2237474"/>
              <a:gd name="connsiteX124" fmla="*/ 2995934 w 12192000"/>
              <a:gd name="connsiteY124" fmla="*/ 1967085 h 2237474"/>
              <a:gd name="connsiteX125" fmla="*/ 2980071 w 12192000"/>
              <a:gd name="connsiteY125" fmla="*/ 1972988 h 2237474"/>
              <a:gd name="connsiteX126" fmla="*/ 2978094 w 12192000"/>
              <a:gd name="connsiteY126" fmla="*/ 1972369 h 2237474"/>
              <a:gd name="connsiteX127" fmla="*/ 2942858 w 12192000"/>
              <a:gd name="connsiteY127" fmla="*/ 1981367 h 2237474"/>
              <a:gd name="connsiteX128" fmla="*/ 2875436 w 12192000"/>
              <a:gd name="connsiteY128" fmla="*/ 1996977 h 2237474"/>
              <a:gd name="connsiteX129" fmla="*/ 2874892 w 12192000"/>
              <a:gd name="connsiteY129" fmla="*/ 1996085 h 2237474"/>
              <a:gd name="connsiteX130" fmla="*/ 2864145 w 12192000"/>
              <a:gd name="connsiteY130" fmla="*/ 1994061 h 2237474"/>
              <a:gd name="connsiteX131" fmla="*/ 2843662 w 12192000"/>
              <a:gd name="connsiteY131" fmla="*/ 1992498 h 2237474"/>
              <a:gd name="connsiteX132" fmla="*/ 2796128 w 12192000"/>
              <a:gd name="connsiteY132" fmla="*/ 1976403 h 2237474"/>
              <a:gd name="connsiteX133" fmla="*/ 2756784 w 12192000"/>
              <a:gd name="connsiteY133" fmla="*/ 1985116 h 2237474"/>
              <a:gd name="connsiteX134" fmla="*/ 2748833 w 12192000"/>
              <a:gd name="connsiteY134" fmla="*/ 1986323 h 2237474"/>
              <a:gd name="connsiteX135" fmla="*/ 2748661 w 12192000"/>
              <a:gd name="connsiteY135" fmla="*/ 1986122 h 2237474"/>
              <a:gd name="connsiteX136" fmla="*/ 2740251 w 12192000"/>
              <a:gd name="connsiteY136" fmla="*/ 1986946 h 2237474"/>
              <a:gd name="connsiteX137" fmla="*/ 2718916 w 12192000"/>
              <a:gd name="connsiteY137" fmla="*/ 1990867 h 2237474"/>
              <a:gd name="connsiteX138" fmla="*/ 2713522 w 12192000"/>
              <a:gd name="connsiteY138" fmla="*/ 1990173 h 2237474"/>
              <a:gd name="connsiteX139" fmla="*/ 2680597 w 12192000"/>
              <a:gd name="connsiteY139" fmla="*/ 1984996 h 2237474"/>
              <a:gd name="connsiteX140" fmla="*/ 2578178 w 12192000"/>
              <a:gd name="connsiteY140" fmla="*/ 1990531 h 2237474"/>
              <a:gd name="connsiteX141" fmla="*/ 2476147 w 12192000"/>
              <a:gd name="connsiteY141" fmla="*/ 1998305 h 2237474"/>
              <a:gd name="connsiteX142" fmla="*/ 2373568 w 12192000"/>
              <a:gd name="connsiteY142" fmla="*/ 2003219 h 2237474"/>
              <a:gd name="connsiteX143" fmla="*/ 2321399 w 12192000"/>
              <a:gd name="connsiteY143" fmla="*/ 1989467 h 2237474"/>
              <a:gd name="connsiteX144" fmla="*/ 2315525 w 12192000"/>
              <a:gd name="connsiteY144" fmla="*/ 1989708 h 2237474"/>
              <a:gd name="connsiteX145" fmla="*/ 2300792 w 12192000"/>
              <a:gd name="connsiteY145" fmla="*/ 1994290 h 2237474"/>
              <a:gd name="connsiteX146" fmla="*/ 2295469 w 12192000"/>
              <a:gd name="connsiteY146" fmla="*/ 1996659 h 2237474"/>
              <a:gd name="connsiteX147" fmla="*/ 2287219 w 12192000"/>
              <a:gd name="connsiteY147" fmla="*/ 1998750 h 2237474"/>
              <a:gd name="connsiteX148" fmla="*/ 2286948 w 12192000"/>
              <a:gd name="connsiteY148" fmla="*/ 1998596 h 2237474"/>
              <a:gd name="connsiteX149" fmla="*/ 2243069 w 12192000"/>
              <a:gd name="connsiteY149" fmla="*/ 2015111 h 2237474"/>
              <a:gd name="connsiteX150" fmla="*/ 2186609 w 12192000"/>
              <a:gd name="connsiteY150" fmla="*/ 2008263 h 2237474"/>
              <a:gd name="connsiteX151" fmla="*/ 2164831 w 12192000"/>
              <a:gd name="connsiteY151" fmla="*/ 2010143 h 2237474"/>
              <a:gd name="connsiteX152" fmla="*/ 2152836 w 12192000"/>
              <a:gd name="connsiteY152" fmla="*/ 2010048 h 2237474"/>
              <a:gd name="connsiteX153" fmla="*/ 2117102 w 12192000"/>
              <a:gd name="connsiteY153" fmla="*/ 2023004 h 2237474"/>
              <a:gd name="connsiteX154" fmla="*/ 2111935 w 12192000"/>
              <a:gd name="connsiteY154" fmla="*/ 2023163 h 2237474"/>
              <a:gd name="connsiteX155" fmla="*/ 2089991 w 12192000"/>
              <a:gd name="connsiteY155" fmla="*/ 2034193 h 2237474"/>
              <a:gd name="connsiteX156" fmla="*/ 2058061 w 12192000"/>
              <a:gd name="connsiteY156" fmla="*/ 2047942 h 2237474"/>
              <a:gd name="connsiteX157" fmla="*/ 2055737 w 12192000"/>
              <a:gd name="connsiteY157" fmla="*/ 2047704 h 2237474"/>
              <a:gd name="connsiteX158" fmla="*/ 2042244 w 12192000"/>
              <a:gd name="connsiteY158" fmla="*/ 2055560 h 2237474"/>
              <a:gd name="connsiteX159" fmla="*/ 1976224 w 12192000"/>
              <a:gd name="connsiteY159" fmla="*/ 2074257 h 2237474"/>
              <a:gd name="connsiteX160" fmla="*/ 1877728 w 12192000"/>
              <a:gd name="connsiteY160" fmla="*/ 2101004 h 2237474"/>
              <a:gd name="connsiteX161" fmla="*/ 1759056 w 12192000"/>
              <a:gd name="connsiteY161" fmla="*/ 2125608 h 2237474"/>
              <a:gd name="connsiteX162" fmla="*/ 1637948 w 12192000"/>
              <a:gd name="connsiteY162" fmla="*/ 2172597 h 2237474"/>
              <a:gd name="connsiteX163" fmla="*/ 1434549 w 12192000"/>
              <a:gd name="connsiteY163" fmla="*/ 2234522 h 2237474"/>
              <a:gd name="connsiteX164" fmla="*/ 1398481 w 12192000"/>
              <a:gd name="connsiteY164" fmla="*/ 2237074 h 2237474"/>
              <a:gd name="connsiteX165" fmla="*/ 1398407 w 12192000"/>
              <a:gd name="connsiteY165" fmla="*/ 2237095 h 2237474"/>
              <a:gd name="connsiteX166" fmla="*/ 1370962 w 12192000"/>
              <a:gd name="connsiteY166" fmla="*/ 2237474 h 2237474"/>
              <a:gd name="connsiteX167" fmla="*/ 1356367 w 12192000"/>
              <a:gd name="connsiteY167" fmla="*/ 2235089 h 2237474"/>
              <a:gd name="connsiteX168" fmla="*/ 1324828 w 12192000"/>
              <a:gd name="connsiteY168" fmla="*/ 2231968 h 2237474"/>
              <a:gd name="connsiteX169" fmla="*/ 1297744 w 12192000"/>
              <a:gd name="connsiteY169" fmla="*/ 2235849 h 2237474"/>
              <a:gd name="connsiteX170" fmla="*/ 1286236 w 12192000"/>
              <a:gd name="connsiteY170" fmla="*/ 2233135 h 2237474"/>
              <a:gd name="connsiteX171" fmla="*/ 1283504 w 12192000"/>
              <a:gd name="connsiteY171" fmla="*/ 2233797 h 2237474"/>
              <a:gd name="connsiteX172" fmla="*/ 1279765 w 12192000"/>
              <a:gd name="connsiteY172" fmla="*/ 2229639 h 2237474"/>
              <a:gd name="connsiteX173" fmla="*/ 1195347 w 12192000"/>
              <a:gd name="connsiteY173" fmla="*/ 2212354 h 2237474"/>
              <a:gd name="connsiteX174" fmla="*/ 970251 w 12192000"/>
              <a:gd name="connsiteY174" fmla="*/ 2221029 h 2237474"/>
              <a:gd name="connsiteX175" fmla="*/ 812914 w 12192000"/>
              <a:gd name="connsiteY175" fmla="*/ 2202752 h 2237474"/>
              <a:gd name="connsiteX176" fmla="*/ 800195 w 12192000"/>
              <a:gd name="connsiteY176" fmla="*/ 2209407 h 2237474"/>
              <a:gd name="connsiteX177" fmla="*/ 784978 w 12192000"/>
              <a:gd name="connsiteY177" fmla="*/ 2212360 h 2237474"/>
              <a:gd name="connsiteX178" fmla="*/ 681987 w 12192000"/>
              <a:gd name="connsiteY178" fmla="*/ 2216757 h 2237474"/>
              <a:gd name="connsiteX179" fmla="*/ 669923 w 12192000"/>
              <a:gd name="connsiteY179" fmla="*/ 2211682 h 2237474"/>
              <a:gd name="connsiteX180" fmla="*/ 648680 w 12192000"/>
              <a:gd name="connsiteY180" fmla="*/ 2206229 h 2237474"/>
              <a:gd name="connsiteX181" fmla="*/ 597225 w 12192000"/>
              <a:gd name="connsiteY181" fmla="*/ 2180999 h 2237474"/>
              <a:gd name="connsiteX182" fmla="*/ 558449 w 12192000"/>
              <a:gd name="connsiteY182" fmla="*/ 2182346 h 2237474"/>
              <a:gd name="connsiteX183" fmla="*/ 550517 w 12192000"/>
              <a:gd name="connsiteY183" fmla="*/ 2182060 h 2237474"/>
              <a:gd name="connsiteX184" fmla="*/ 550309 w 12192000"/>
              <a:gd name="connsiteY184" fmla="*/ 2181825 h 2237474"/>
              <a:gd name="connsiteX185" fmla="*/ 541836 w 12192000"/>
              <a:gd name="connsiteY185" fmla="*/ 2181063 h 2237474"/>
              <a:gd name="connsiteX186" fmla="*/ 536057 w 12192000"/>
              <a:gd name="connsiteY186" fmla="*/ 2181537 h 2237474"/>
              <a:gd name="connsiteX187" fmla="*/ 520671 w 12192000"/>
              <a:gd name="connsiteY187" fmla="*/ 2180980 h 2237474"/>
              <a:gd name="connsiteX188" fmla="*/ 515024 w 12192000"/>
              <a:gd name="connsiteY188" fmla="*/ 2179258 h 2237474"/>
              <a:gd name="connsiteX189" fmla="*/ 512278 w 12192000"/>
              <a:gd name="connsiteY189" fmla="*/ 2176369 h 2237474"/>
              <a:gd name="connsiteX190" fmla="*/ 480419 w 12192000"/>
              <a:gd name="connsiteY190" fmla="*/ 2167807 h 2237474"/>
              <a:gd name="connsiteX191" fmla="*/ 413835 w 12192000"/>
              <a:gd name="connsiteY191" fmla="*/ 2156783 h 2237474"/>
              <a:gd name="connsiteX192" fmla="*/ 376513 w 12192000"/>
              <a:gd name="connsiteY192" fmla="*/ 2154014 h 2237474"/>
              <a:gd name="connsiteX193" fmla="*/ 273386 w 12192000"/>
              <a:gd name="connsiteY193" fmla="*/ 2142551 h 2237474"/>
              <a:gd name="connsiteX194" fmla="*/ 169207 w 12192000"/>
              <a:gd name="connsiteY194" fmla="*/ 2128100 h 2237474"/>
              <a:gd name="connsiteX195" fmla="*/ 93149 w 12192000"/>
              <a:gd name="connsiteY195" fmla="*/ 2105324 h 2237474"/>
              <a:gd name="connsiteX196" fmla="*/ 88109 w 12192000"/>
              <a:gd name="connsiteY196" fmla="*/ 2106704 h 2237474"/>
              <a:gd name="connsiteX197" fmla="*/ 80022 w 12192000"/>
              <a:gd name="connsiteY197" fmla="*/ 2107254 h 2237474"/>
              <a:gd name="connsiteX198" fmla="*/ 79717 w 12192000"/>
              <a:gd name="connsiteY198" fmla="*/ 2107046 h 2237474"/>
              <a:gd name="connsiteX199" fmla="*/ 72352 w 12192000"/>
              <a:gd name="connsiteY199" fmla="*/ 2107991 h 2237474"/>
              <a:gd name="connsiteX200" fmla="*/ 37645 w 12192000"/>
              <a:gd name="connsiteY200" fmla="*/ 2115401 h 2237474"/>
              <a:gd name="connsiteX201" fmla="*/ 4572 w 12192000"/>
              <a:gd name="connsiteY201" fmla="*/ 2111091 h 2237474"/>
              <a:gd name="connsiteX202" fmla="*/ 0 w 12192000"/>
              <a:gd name="connsiteY202" fmla="*/ 2110468 h 2237474"/>
              <a:gd name="connsiteX203" fmla="*/ 0 w 12192000"/>
              <a:gd name="connsiteY20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350380 w 12192000"/>
              <a:gd name="connsiteY86" fmla="*/ 1830891 h 2237474"/>
              <a:gd name="connsiteX87" fmla="*/ 5259633 w 12192000"/>
              <a:gd name="connsiteY87" fmla="*/ 1837160 h 2237474"/>
              <a:gd name="connsiteX88" fmla="*/ 5197513 w 12192000"/>
              <a:gd name="connsiteY88" fmla="*/ 1844718 h 2237474"/>
              <a:gd name="connsiteX89" fmla="*/ 5168852 w 12192000"/>
              <a:gd name="connsiteY89" fmla="*/ 1844846 h 2237474"/>
              <a:gd name="connsiteX90" fmla="*/ 5114927 w 12192000"/>
              <a:gd name="connsiteY90" fmla="*/ 1847827 h 2237474"/>
              <a:gd name="connsiteX91" fmla="*/ 5108970 w 12192000"/>
              <a:gd name="connsiteY91" fmla="*/ 1847935 h 2237474"/>
              <a:gd name="connsiteX92" fmla="*/ 5067961 w 12192000"/>
              <a:gd name="connsiteY92" fmla="*/ 1845917 h 2237474"/>
              <a:gd name="connsiteX93" fmla="*/ 5007075 w 12192000"/>
              <a:gd name="connsiteY93" fmla="*/ 1838626 h 2237474"/>
              <a:gd name="connsiteX94" fmla="*/ 4944087 w 12192000"/>
              <a:gd name="connsiteY94" fmla="*/ 1823332 h 2237474"/>
              <a:gd name="connsiteX95" fmla="*/ 4907662 w 12192000"/>
              <a:gd name="connsiteY95" fmla="*/ 1816900 h 2237474"/>
              <a:gd name="connsiteX96" fmla="*/ 4882386 w 12192000"/>
              <a:gd name="connsiteY96" fmla="*/ 1809844 h 2237474"/>
              <a:gd name="connsiteX97" fmla="*/ 4811440 w 12192000"/>
              <a:gd name="connsiteY97" fmla="*/ 1804655 h 2237474"/>
              <a:gd name="connsiteX98" fmla="*/ 4691075 w 12192000"/>
              <a:gd name="connsiteY98" fmla="*/ 1801389 h 2237474"/>
              <a:gd name="connsiteX99" fmla="*/ 4611738 w 12192000"/>
              <a:gd name="connsiteY99" fmla="*/ 1776964 h 2237474"/>
              <a:gd name="connsiteX100" fmla="*/ 4560070 w 12192000"/>
              <a:gd name="connsiteY100" fmla="*/ 1785640 h 2237474"/>
              <a:gd name="connsiteX101" fmla="*/ 4536503 w 12192000"/>
              <a:gd name="connsiteY101" fmla="*/ 1785334 h 2237474"/>
              <a:gd name="connsiteX102" fmla="*/ 4513724 w 12192000"/>
              <a:gd name="connsiteY102" fmla="*/ 1791996 h 2237474"/>
              <a:gd name="connsiteX103" fmla="*/ 4459810 w 12192000"/>
              <a:gd name="connsiteY103" fmla="*/ 1797886 h 2237474"/>
              <a:gd name="connsiteX104" fmla="*/ 4379064 w 12192000"/>
              <a:gd name="connsiteY104" fmla="*/ 1817177 h 2237474"/>
              <a:gd name="connsiteX105" fmla="*/ 4319209 w 12192000"/>
              <a:gd name="connsiteY105" fmla="*/ 1834833 h 2237474"/>
              <a:gd name="connsiteX106" fmla="*/ 4290981 w 12192000"/>
              <a:gd name="connsiteY106" fmla="*/ 1839677 h 2237474"/>
              <a:gd name="connsiteX107" fmla="*/ 4285792 w 12192000"/>
              <a:gd name="connsiteY107" fmla="*/ 1836231 h 2237474"/>
              <a:gd name="connsiteX108" fmla="*/ 4238372 w 12192000"/>
              <a:gd name="connsiteY108" fmla="*/ 1851480 h 2237474"/>
              <a:gd name="connsiteX109" fmla="*/ 4232517 w 12192000"/>
              <a:gd name="connsiteY109" fmla="*/ 1852567 h 2237474"/>
              <a:gd name="connsiteX110" fmla="*/ 4191732 w 12192000"/>
              <a:gd name="connsiteY110" fmla="*/ 1857328 h 2237474"/>
              <a:gd name="connsiteX111" fmla="*/ 4065532 w 12192000"/>
              <a:gd name="connsiteY111" fmla="*/ 1855477 h 2237474"/>
              <a:gd name="connsiteX112" fmla="*/ 4028460 w 12192000"/>
              <a:gd name="connsiteY112" fmla="*/ 1855137 h 2237474"/>
              <a:gd name="connsiteX113" fmla="*/ 4002267 w 12192000"/>
              <a:gd name="connsiteY113" fmla="*/ 1852352 h 2237474"/>
              <a:gd name="connsiteX114" fmla="*/ 3931396 w 12192000"/>
              <a:gd name="connsiteY114" fmla="*/ 1858915 h 2237474"/>
              <a:gd name="connsiteX115" fmla="*/ 3812162 w 12192000"/>
              <a:gd name="connsiteY115" fmla="*/ 1875501 h 2237474"/>
              <a:gd name="connsiteX116" fmla="*/ 3729530 w 12192000"/>
              <a:gd name="connsiteY116" fmla="*/ 1864513 h 2237474"/>
              <a:gd name="connsiteX117" fmla="*/ 3680177 w 12192000"/>
              <a:gd name="connsiteY117" fmla="*/ 1881552 h 2237474"/>
              <a:gd name="connsiteX118" fmla="*/ 3567259 w 12192000"/>
              <a:gd name="connsiteY118" fmla="*/ 1893482 h 2237474"/>
              <a:gd name="connsiteX119" fmla="*/ 3405770 w 12192000"/>
              <a:gd name="connsiteY119" fmla="*/ 1904591 h 2237474"/>
              <a:gd name="connsiteX120" fmla="*/ 3280097 w 12192000"/>
              <a:gd name="connsiteY120" fmla="*/ 1919610 h 2237474"/>
              <a:gd name="connsiteX121" fmla="*/ 3123424 w 12192000"/>
              <a:gd name="connsiteY121" fmla="*/ 1952930 h 2237474"/>
              <a:gd name="connsiteX122" fmla="*/ 3009910 w 12192000"/>
              <a:gd name="connsiteY122" fmla="*/ 1957866 h 2237474"/>
              <a:gd name="connsiteX123" fmla="*/ 2995934 w 12192000"/>
              <a:gd name="connsiteY123" fmla="*/ 1967085 h 2237474"/>
              <a:gd name="connsiteX124" fmla="*/ 2980071 w 12192000"/>
              <a:gd name="connsiteY124" fmla="*/ 1972988 h 2237474"/>
              <a:gd name="connsiteX125" fmla="*/ 2978094 w 12192000"/>
              <a:gd name="connsiteY125" fmla="*/ 1972369 h 2237474"/>
              <a:gd name="connsiteX126" fmla="*/ 2942858 w 12192000"/>
              <a:gd name="connsiteY126" fmla="*/ 1981367 h 2237474"/>
              <a:gd name="connsiteX127" fmla="*/ 2875436 w 12192000"/>
              <a:gd name="connsiteY127" fmla="*/ 1996977 h 2237474"/>
              <a:gd name="connsiteX128" fmla="*/ 2874892 w 12192000"/>
              <a:gd name="connsiteY128" fmla="*/ 1996085 h 2237474"/>
              <a:gd name="connsiteX129" fmla="*/ 2864145 w 12192000"/>
              <a:gd name="connsiteY129" fmla="*/ 1994061 h 2237474"/>
              <a:gd name="connsiteX130" fmla="*/ 2843662 w 12192000"/>
              <a:gd name="connsiteY130" fmla="*/ 1992498 h 2237474"/>
              <a:gd name="connsiteX131" fmla="*/ 2796128 w 12192000"/>
              <a:gd name="connsiteY131" fmla="*/ 1976403 h 2237474"/>
              <a:gd name="connsiteX132" fmla="*/ 2756784 w 12192000"/>
              <a:gd name="connsiteY132" fmla="*/ 1985116 h 2237474"/>
              <a:gd name="connsiteX133" fmla="*/ 2748833 w 12192000"/>
              <a:gd name="connsiteY133" fmla="*/ 1986323 h 2237474"/>
              <a:gd name="connsiteX134" fmla="*/ 2748661 w 12192000"/>
              <a:gd name="connsiteY134" fmla="*/ 1986122 h 2237474"/>
              <a:gd name="connsiteX135" fmla="*/ 2740251 w 12192000"/>
              <a:gd name="connsiteY135" fmla="*/ 1986946 h 2237474"/>
              <a:gd name="connsiteX136" fmla="*/ 2718916 w 12192000"/>
              <a:gd name="connsiteY136" fmla="*/ 1990867 h 2237474"/>
              <a:gd name="connsiteX137" fmla="*/ 2713522 w 12192000"/>
              <a:gd name="connsiteY137" fmla="*/ 1990173 h 2237474"/>
              <a:gd name="connsiteX138" fmla="*/ 2680597 w 12192000"/>
              <a:gd name="connsiteY138" fmla="*/ 1984996 h 2237474"/>
              <a:gd name="connsiteX139" fmla="*/ 2578178 w 12192000"/>
              <a:gd name="connsiteY139" fmla="*/ 1990531 h 2237474"/>
              <a:gd name="connsiteX140" fmla="*/ 2476147 w 12192000"/>
              <a:gd name="connsiteY140" fmla="*/ 1998305 h 2237474"/>
              <a:gd name="connsiteX141" fmla="*/ 2373568 w 12192000"/>
              <a:gd name="connsiteY141" fmla="*/ 2003219 h 2237474"/>
              <a:gd name="connsiteX142" fmla="*/ 2321399 w 12192000"/>
              <a:gd name="connsiteY142" fmla="*/ 1989467 h 2237474"/>
              <a:gd name="connsiteX143" fmla="*/ 2315525 w 12192000"/>
              <a:gd name="connsiteY143" fmla="*/ 1989708 h 2237474"/>
              <a:gd name="connsiteX144" fmla="*/ 2300792 w 12192000"/>
              <a:gd name="connsiteY144" fmla="*/ 1994290 h 2237474"/>
              <a:gd name="connsiteX145" fmla="*/ 2295469 w 12192000"/>
              <a:gd name="connsiteY145" fmla="*/ 1996659 h 2237474"/>
              <a:gd name="connsiteX146" fmla="*/ 2287219 w 12192000"/>
              <a:gd name="connsiteY146" fmla="*/ 1998750 h 2237474"/>
              <a:gd name="connsiteX147" fmla="*/ 2286948 w 12192000"/>
              <a:gd name="connsiteY147" fmla="*/ 1998596 h 2237474"/>
              <a:gd name="connsiteX148" fmla="*/ 2243069 w 12192000"/>
              <a:gd name="connsiteY148" fmla="*/ 2015111 h 2237474"/>
              <a:gd name="connsiteX149" fmla="*/ 2186609 w 12192000"/>
              <a:gd name="connsiteY149" fmla="*/ 2008263 h 2237474"/>
              <a:gd name="connsiteX150" fmla="*/ 2164831 w 12192000"/>
              <a:gd name="connsiteY150" fmla="*/ 2010143 h 2237474"/>
              <a:gd name="connsiteX151" fmla="*/ 2152836 w 12192000"/>
              <a:gd name="connsiteY151" fmla="*/ 2010048 h 2237474"/>
              <a:gd name="connsiteX152" fmla="*/ 2117102 w 12192000"/>
              <a:gd name="connsiteY152" fmla="*/ 2023004 h 2237474"/>
              <a:gd name="connsiteX153" fmla="*/ 2111935 w 12192000"/>
              <a:gd name="connsiteY153" fmla="*/ 2023163 h 2237474"/>
              <a:gd name="connsiteX154" fmla="*/ 2089991 w 12192000"/>
              <a:gd name="connsiteY154" fmla="*/ 2034193 h 2237474"/>
              <a:gd name="connsiteX155" fmla="*/ 2058061 w 12192000"/>
              <a:gd name="connsiteY155" fmla="*/ 2047942 h 2237474"/>
              <a:gd name="connsiteX156" fmla="*/ 2055737 w 12192000"/>
              <a:gd name="connsiteY156" fmla="*/ 2047704 h 2237474"/>
              <a:gd name="connsiteX157" fmla="*/ 2042244 w 12192000"/>
              <a:gd name="connsiteY157" fmla="*/ 2055560 h 2237474"/>
              <a:gd name="connsiteX158" fmla="*/ 1976224 w 12192000"/>
              <a:gd name="connsiteY158" fmla="*/ 2074257 h 2237474"/>
              <a:gd name="connsiteX159" fmla="*/ 1877728 w 12192000"/>
              <a:gd name="connsiteY159" fmla="*/ 2101004 h 2237474"/>
              <a:gd name="connsiteX160" fmla="*/ 1759056 w 12192000"/>
              <a:gd name="connsiteY160" fmla="*/ 2125608 h 2237474"/>
              <a:gd name="connsiteX161" fmla="*/ 1637948 w 12192000"/>
              <a:gd name="connsiteY161" fmla="*/ 2172597 h 2237474"/>
              <a:gd name="connsiteX162" fmla="*/ 1434549 w 12192000"/>
              <a:gd name="connsiteY162" fmla="*/ 2234522 h 2237474"/>
              <a:gd name="connsiteX163" fmla="*/ 1398481 w 12192000"/>
              <a:gd name="connsiteY163" fmla="*/ 2237074 h 2237474"/>
              <a:gd name="connsiteX164" fmla="*/ 1398407 w 12192000"/>
              <a:gd name="connsiteY164" fmla="*/ 2237095 h 2237474"/>
              <a:gd name="connsiteX165" fmla="*/ 1370962 w 12192000"/>
              <a:gd name="connsiteY165" fmla="*/ 2237474 h 2237474"/>
              <a:gd name="connsiteX166" fmla="*/ 1356367 w 12192000"/>
              <a:gd name="connsiteY166" fmla="*/ 2235089 h 2237474"/>
              <a:gd name="connsiteX167" fmla="*/ 1324828 w 12192000"/>
              <a:gd name="connsiteY167" fmla="*/ 2231968 h 2237474"/>
              <a:gd name="connsiteX168" fmla="*/ 1297744 w 12192000"/>
              <a:gd name="connsiteY168" fmla="*/ 2235849 h 2237474"/>
              <a:gd name="connsiteX169" fmla="*/ 1286236 w 12192000"/>
              <a:gd name="connsiteY169" fmla="*/ 2233135 h 2237474"/>
              <a:gd name="connsiteX170" fmla="*/ 1283504 w 12192000"/>
              <a:gd name="connsiteY170" fmla="*/ 2233797 h 2237474"/>
              <a:gd name="connsiteX171" fmla="*/ 1279765 w 12192000"/>
              <a:gd name="connsiteY171" fmla="*/ 2229639 h 2237474"/>
              <a:gd name="connsiteX172" fmla="*/ 1195347 w 12192000"/>
              <a:gd name="connsiteY172" fmla="*/ 2212354 h 2237474"/>
              <a:gd name="connsiteX173" fmla="*/ 970251 w 12192000"/>
              <a:gd name="connsiteY173" fmla="*/ 2221029 h 2237474"/>
              <a:gd name="connsiteX174" fmla="*/ 812914 w 12192000"/>
              <a:gd name="connsiteY174" fmla="*/ 2202752 h 2237474"/>
              <a:gd name="connsiteX175" fmla="*/ 800195 w 12192000"/>
              <a:gd name="connsiteY175" fmla="*/ 2209407 h 2237474"/>
              <a:gd name="connsiteX176" fmla="*/ 784978 w 12192000"/>
              <a:gd name="connsiteY176" fmla="*/ 2212360 h 2237474"/>
              <a:gd name="connsiteX177" fmla="*/ 681987 w 12192000"/>
              <a:gd name="connsiteY177" fmla="*/ 2216757 h 2237474"/>
              <a:gd name="connsiteX178" fmla="*/ 669923 w 12192000"/>
              <a:gd name="connsiteY178" fmla="*/ 2211682 h 2237474"/>
              <a:gd name="connsiteX179" fmla="*/ 648680 w 12192000"/>
              <a:gd name="connsiteY179" fmla="*/ 2206229 h 2237474"/>
              <a:gd name="connsiteX180" fmla="*/ 597225 w 12192000"/>
              <a:gd name="connsiteY180" fmla="*/ 2180999 h 2237474"/>
              <a:gd name="connsiteX181" fmla="*/ 558449 w 12192000"/>
              <a:gd name="connsiteY181" fmla="*/ 2182346 h 2237474"/>
              <a:gd name="connsiteX182" fmla="*/ 550517 w 12192000"/>
              <a:gd name="connsiteY182" fmla="*/ 2182060 h 2237474"/>
              <a:gd name="connsiteX183" fmla="*/ 550309 w 12192000"/>
              <a:gd name="connsiteY183" fmla="*/ 2181825 h 2237474"/>
              <a:gd name="connsiteX184" fmla="*/ 541836 w 12192000"/>
              <a:gd name="connsiteY184" fmla="*/ 2181063 h 2237474"/>
              <a:gd name="connsiteX185" fmla="*/ 536057 w 12192000"/>
              <a:gd name="connsiteY185" fmla="*/ 2181537 h 2237474"/>
              <a:gd name="connsiteX186" fmla="*/ 520671 w 12192000"/>
              <a:gd name="connsiteY186" fmla="*/ 2180980 h 2237474"/>
              <a:gd name="connsiteX187" fmla="*/ 515024 w 12192000"/>
              <a:gd name="connsiteY187" fmla="*/ 2179258 h 2237474"/>
              <a:gd name="connsiteX188" fmla="*/ 512278 w 12192000"/>
              <a:gd name="connsiteY188" fmla="*/ 2176369 h 2237474"/>
              <a:gd name="connsiteX189" fmla="*/ 480419 w 12192000"/>
              <a:gd name="connsiteY189" fmla="*/ 2167807 h 2237474"/>
              <a:gd name="connsiteX190" fmla="*/ 413835 w 12192000"/>
              <a:gd name="connsiteY190" fmla="*/ 2156783 h 2237474"/>
              <a:gd name="connsiteX191" fmla="*/ 376513 w 12192000"/>
              <a:gd name="connsiteY191" fmla="*/ 2154014 h 2237474"/>
              <a:gd name="connsiteX192" fmla="*/ 273386 w 12192000"/>
              <a:gd name="connsiteY192" fmla="*/ 2142551 h 2237474"/>
              <a:gd name="connsiteX193" fmla="*/ 169207 w 12192000"/>
              <a:gd name="connsiteY193" fmla="*/ 2128100 h 2237474"/>
              <a:gd name="connsiteX194" fmla="*/ 93149 w 12192000"/>
              <a:gd name="connsiteY194" fmla="*/ 2105324 h 2237474"/>
              <a:gd name="connsiteX195" fmla="*/ 88109 w 12192000"/>
              <a:gd name="connsiteY195" fmla="*/ 2106704 h 2237474"/>
              <a:gd name="connsiteX196" fmla="*/ 80022 w 12192000"/>
              <a:gd name="connsiteY196" fmla="*/ 2107254 h 2237474"/>
              <a:gd name="connsiteX197" fmla="*/ 79717 w 12192000"/>
              <a:gd name="connsiteY197" fmla="*/ 2107046 h 2237474"/>
              <a:gd name="connsiteX198" fmla="*/ 72352 w 12192000"/>
              <a:gd name="connsiteY198" fmla="*/ 2107991 h 2237474"/>
              <a:gd name="connsiteX199" fmla="*/ 37645 w 12192000"/>
              <a:gd name="connsiteY199" fmla="*/ 2115401 h 2237474"/>
              <a:gd name="connsiteX200" fmla="*/ 4572 w 12192000"/>
              <a:gd name="connsiteY200" fmla="*/ 2111091 h 2237474"/>
              <a:gd name="connsiteX201" fmla="*/ 0 w 12192000"/>
              <a:gd name="connsiteY201" fmla="*/ 2110468 h 2237474"/>
              <a:gd name="connsiteX202" fmla="*/ 0 w 12192000"/>
              <a:gd name="connsiteY20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350380 w 12192000"/>
              <a:gd name="connsiteY86" fmla="*/ 1830891 h 2237474"/>
              <a:gd name="connsiteX87" fmla="*/ 5259633 w 12192000"/>
              <a:gd name="connsiteY87" fmla="*/ 1837160 h 2237474"/>
              <a:gd name="connsiteX88" fmla="*/ 5197513 w 12192000"/>
              <a:gd name="connsiteY88" fmla="*/ 1844718 h 2237474"/>
              <a:gd name="connsiteX89" fmla="*/ 5168852 w 12192000"/>
              <a:gd name="connsiteY89" fmla="*/ 1844846 h 2237474"/>
              <a:gd name="connsiteX90" fmla="*/ 5114927 w 12192000"/>
              <a:gd name="connsiteY90" fmla="*/ 1847827 h 2237474"/>
              <a:gd name="connsiteX91" fmla="*/ 5108970 w 12192000"/>
              <a:gd name="connsiteY91" fmla="*/ 1847935 h 2237474"/>
              <a:gd name="connsiteX92" fmla="*/ 5067961 w 12192000"/>
              <a:gd name="connsiteY92" fmla="*/ 1845917 h 2237474"/>
              <a:gd name="connsiteX93" fmla="*/ 5007075 w 12192000"/>
              <a:gd name="connsiteY93" fmla="*/ 1838626 h 2237474"/>
              <a:gd name="connsiteX94" fmla="*/ 4944087 w 12192000"/>
              <a:gd name="connsiteY94" fmla="*/ 1823332 h 2237474"/>
              <a:gd name="connsiteX95" fmla="*/ 4907662 w 12192000"/>
              <a:gd name="connsiteY95" fmla="*/ 1816900 h 2237474"/>
              <a:gd name="connsiteX96" fmla="*/ 4882386 w 12192000"/>
              <a:gd name="connsiteY96" fmla="*/ 1809844 h 2237474"/>
              <a:gd name="connsiteX97" fmla="*/ 4811440 w 12192000"/>
              <a:gd name="connsiteY97" fmla="*/ 1804655 h 2237474"/>
              <a:gd name="connsiteX98" fmla="*/ 4691075 w 12192000"/>
              <a:gd name="connsiteY98" fmla="*/ 1801389 h 2237474"/>
              <a:gd name="connsiteX99" fmla="*/ 4611738 w 12192000"/>
              <a:gd name="connsiteY99" fmla="*/ 1776964 h 2237474"/>
              <a:gd name="connsiteX100" fmla="*/ 4560070 w 12192000"/>
              <a:gd name="connsiteY100" fmla="*/ 1785640 h 2237474"/>
              <a:gd name="connsiteX101" fmla="*/ 4536503 w 12192000"/>
              <a:gd name="connsiteY101" fmla="*/ 1785334 h 2237474"/>
              <a:gd name="connsiteX102" fmla="*/ 4513724 w 12192000"/>
              <a:gd name="connsiteY102" fmla="*/ 1791996 h 2237474"/>
              <a:gd name="connsiteX103" fmla="*/ 4459810 w 12192000"/>
              <a:gd name="connsiteY103" fmla="*/ 1797886 h 2237474"/>
              <a:gd name="connsiteX104" fmla="*/ 4379064 w 12192000"/>
              <a:gd name="connsiteY104" fmla="*/ 1817177 h 2237474"/>
              <a:gd name="connsiteX105" fmla="*/ 4319209 w 12192000"/>
              <a:gd name="connsiteY105" fmla="*/ 1834833 h 2237474"/>
              <a:gd name="connsiteX106" fmla="*/ 4290981 w 12192000"/>
              <a:gd name="connsiteY106" fmla="*/ 1839677 h 2237474"/>
              <a:gd name="connsiteX107" fmla="*/ 4285792 w 12192000"/>
              <a:gd name="connsiteY107" fmla="*/ 1836231 h 2237474"/>
              <a:gd name="connsiteX108" fmla="*/ 4238372 w 12192000"/>
              <a:gd name="connsiteY108" fmla="*/ 1851480 h 2237474"/>
              <a:gd name="connsiteX109" fmla="*/ 4232517 w 12192000"/>
              <a:gd name="connsiteY109" fmla="*/ 1852567 h 2237474"/>
              <a:gd name="connsiteX110" fmla="*/ 4191732 w 12192000"/>
              <a:gd name="connsiteY110" fmla="*/ 1857328 h 2237474"/>
              <a:gd name="connsiteX111" fmla="*/ 4065532 w 12192000"/>
              <a:gd name="connsiteY111" fmla="*/ 1855477 h 2237474"/>
              <a:gd name="connsiteX112" fmla="*/ 4028460 w 12192000"/>
              <a:gd name="connsiteY112" fmla="*/ 1855137 h 2237474"/>
              <a:gd name="connsiteX113" fmla="*/ 4002267 w 12192000"/>
              <a:gd name="connsiteY113" fmla="*/ 1852352 h 2237474"/>
              <a:gd name="connsiteX114" fmla="*/ 3931396 w 12192000"/>
              <a:gd name="connsiteY114" fmla="*/ 1858915 h 2237474"/>
              <a:gd name="connsiteX115" fmla="*/ 3812162 w 12192000"/>
              <a:gd name="connsiteY115" fmla="*/ 1875501 h 2237474"/>
              <a:gd name="connsiteX116" fmla="*/ 3729530 w 12192000"/>
              <a:gd name="connsiteY116" fmla="*/ 1864513 h 2237474"/>
              <a:gd name="connsiteX117" fmla="*/ 3680177 w 12192000"/>
              <a:gd name="connsiteY117" fmla="*/ 1881552 h 2237474"/>
              <a:gd name="connsiteX118" fmla="*/ 3567259 w 12192000"/>
              <a:gd name="connsiteY118" fmla="*/ 1893482 h 2237474"/>
              <a:gd name="connsiteX119" fmla="*/ 3405770 w 12192000"/>
              <a:gd name="connsiteY119" fmla="*/ 1904591 h 2237474"/>
              <a:gd name="connsiteX120" fmla="*/ 3280097 w 12192000"/>
              <a:gd name="connsiteY120" fmla="*/ 1919610 h 2237474"/>
              <a:gd name="connsiteX121" fmla="*/ 3123424 w 12192000"/>
              <a:gd name="connsiteY121" fmla="*/ 1952930 h 2237474"/>
              <a:gd name="connsiteX122" fmla="*/ 3009910 w 12192000"/>
              <a:gd name="connsiteY122" fmla="*/ 1957866 h 2237474"/>
              <a:gd name="connsiteX123" fmla="*/ 2995934 w 12192000"/>
              <a:gd name="connsiteY123" fmla="*/ 1967085 h 2237474"/>
              <a:gd name="connsiteX124" fmla="*/ 2980071 w 12192000"/>
              <a:gd name="connsiteY124" fmla="*/ 1972988 h 2237474"/>
              <a:gd name="connsiteX125" fmla="*/ 2978094 w 12192000"/>
              <a:gd name="connsiteY125" fmla="*/ 1972369 h 2237474"/>
              <a:gd name="connsiteX126" fmla="*/ 2942858 w 12192000"/>
              <a:gd name="connsiteY126" fmla="*/ 1981367 h 2237474"/>
              <a:gd name="connsiteX127" fmla="*/ 2875436 w 12192000"/>
              <a:gd name="connsiteY127" fmla="*/ 1996977 h 2237474"/>
              <a:gd name="connsiteX128" fmla="*/ 2874892 w 12192000"/>
              <a:gd name="connsiteY128" fmla="*/ 1996085 h 2237474"/>
              <a:gd name="connsiteX129" fmla="*/ 2864145 w 12192000"/>
              <a:gd name="connsiteY129" fmla="*/ 1994061 h 2237474"/>
              <a:gd name="connsiteX130" fmla="*/ 2843662 w 12192000"/>
              <a:gd name="connsiteY130" fmla="*/ 1992498 h 2237474"/>
              <a:gd name="connsiteX131" fmla="*/ 2796128 w 12192000"/>
              <a:gd name="connsiteY131" fmla="*/ 1976403 h 2237474"/>
              <a:gd name="connsiteX132" fmla="*/ 2756784 w 12192000"/>
              <a:gd name="connsiteY132" fmla="*/ 1985116 h 2237474"/>
              <a:gd name="connsiteX133" fmla="*/ 2748833 w 12192000"/>
              <a:gd name="connsiteY133" fmla="*/ 1986323 h 2237474"/>
              <a:gd name="connsiteX134" fmla="*/ 2748661 w 12192000"/>
              <a:gd name="connsiteY134" fmla="*/ 1986122 h 2237474"/>
              <a:gd name="connsiteX135" fmla="*/ 2740251 w 12192000"/>
              <a:gd name="connsiteY135" fmla="*/ 1986946 h 2237474"/>
              <a:gd name="connsiteX136" fmla="*/ 2718916 w 12192000"/>
              <a:gd name="connsiteY136" fmla="*/ 1990867 h 2237474"/>
              <a:gd name="connsiteX137" fmla="*/ 2713522 w 12192000"/>
              <a:gd name="connsiteY137" fmla="*/ 1990173 h 2237474"/>
              <a:gd name="connsiteX138" fmla="*/ 2680597 w 12192000"/>
              <a:gd name="connsiteY138" fmla="*/ 1984996 h 2237474"/>
              <a:gd name="connsiteX139" fmla="*/ 2578178 w 12192000"/>
              <a:gd name="connsiteY139" fmla="*/ 1990531 h 2237474"/>
              <a:gd name="connsiteX140" fmla="*/ 2476147 w 12192000"/>
              <a:gd name="connsiteY140" fmla="*/ 1998305 h 2237474"/>
              <a:gd name="connsiteX141" fmla="*/ 2373568 w 12192000"/>
              <a:gd name="connsiteY141" fmla="*/ 2003219 h 2237474"/>
              <a:gd name="connsiteX142" fmla="*/ 2321399 w 12192000"/>
              <a:gd name="connsiteY142" fmla="*/ 1989467 h 2237474"/>
              <a:gd name="connsiteX143" fmla="*/ 2315525 w 12192000"/>
              <a:gd name="connsiteY143" fmla="*/ 1989708 h 2237474"/>
              <a:gd name="connsiteX144" fmla="*/ 2300792 w 12192000"/>
              <a:gd name="connsiteY144" fmla="*/ 1994290 h 2237474"/>
              <a:gd name="connsiteX145" fmla="*/ 2295469 w 12192000"/>
              <a:gd name="connsiteY145" fmla="*/ 1996659 h 2237474"/>
              <a:gd name="connsiteX146" fmla="*/ 2287219 w 12192000"/>
              <a:gd name="connsiteY146" fmla="*/ 1998750 h 2237474"/>
              <a:gd name="connsiteX147" fmla="*/ 2286948 w 12192000"/>
              <a:gd name="connsiteY147" fmla="*/ 1998596 h 2237474"/>
              <a:gd name="connsiteX148" fmla="*/ 2243069 w 12192000"/>
              <a:gd name="connsiteY148" fmla="*/ 2015111 h 2237474"/>
              <a:gd name="connsiteX149" fmla="*/ 2186609 w 12192000"/>
              <a:gd name="connsiteY149" fmla="*/ 2008263 h 2237474"/>
              <a:gd name="connsiteX150" fmla="*/ 2164831 w 12192000"/>
              <a:gd name="connsiteY150" fmla="*/ 2010143 h 2237474"/>
              <a:gd name="connsiteX151" fmla="*/ 2152836 w 12192000"/>
              <a:gd name="connsiteY151" fmla="*/ 2010048 h 2237474"/>
              <a:gd name="connsiteX152" fmla="*/ 2117102 w 12192000"/>
              <a:gd name="connsiteY152" fmla="*/ 2023004 h 2237474"/>
              <a:gd name="connsiteX153" fmla="*/ 2111935 w 12192000"/>
              <a:gd name="connsiteY153" fmla="*/ 2023163 h 2237474"/>
              <a:gd name="connsiteX154" fmla="*/ 2089991 w 12192000"/>
              <a:gd name="connsiteY154" fmla="*/ 2034193 h 2237474"/>
              <a:gd name="connsiteX155" fmla="*/ 2058061 w 12192000"/>
              <a:gd name="connsiteY155" fmla="*/ 2047942 h 2237474"/>
              <a:gd name="connsiteX156" fmla="*/ 2055737 w 12192000"/>
              <a:gd name="connsiteY156" fmla="*/ 2047704 h 2237474"/>
              <a:gd name="connsiteX157" fmla="*/ 2042244 w 12192000"/>
              <a:gd name="connsiteY157" fmla="*/ 2055560 h 2237474"/>
              <a:gd name="connsiteX158" fmla="*/ 1976224 w 12192000"/>
              <a:gd name="connsiteY158" fmla="*/ 2074257 h 2237474"/>
              <a:gd name="connsiteX159" fmla="*/ 1877728 w 12192000"/>
              <a:gd name="connsiteY159" fmla="*/ 2101004 h 2237474"/>
              <a:gd name="connsiteX160" fmla="*/ 1759056 w 12192000"/>
              <a:gd name="connsiteY160" fmla="*/ 2125608 h 2237474"/>
              <a:gd name="connsiteX161" fmla="*/ 1637948 w 12192000"/>
              <a:gd name="connsiteY161" fmla="*/ 2172597 h 2237474"/>
              <a:gd name="connsiteX162" fmla="*/ 1434549 w 12192000"/>
              <a:gd name="connsiteY162" fmla="*/ 2234522 h 2237474"/>
              <a:gd name="connsiteX163" fmla="*/ 1398481 w 12192000"/>
              <a:gd name="connsiteY163" fmla="*/ 2237074 h 2237474"/>
              <a:gd name="connsiteX164" fmla="*/ 1398407 w 12192000"/>
              <a:gd name="connsiteY164" fmla="*/ 2237095 h 2237474"/>
              <a:gd name="connsiteX165" fmla="*/ 1370962 w 12192000"/>
              <a:gd name="connsiteY165" fmla="*/ 2237474 h 2237474"/>
              <a:gd name="connsiteX166" fmla="*/ 1356367 w 12192000"/>
              <a:gd name="connsiteY166" fmla="*/ 2235089 h 2237474"/>
              <a:gd name="connsiteX167" fmla="*/ 1324828 w 12192000"/>
              <a:gd name="connsiteY167" fmla="*/ 2231968 h 2237474"/>
              <a:gd name="connsiteX168" fmla="*/ 1297744 w 12192000"/>
              <a:gd name="connsiteY168" fmla="*/ 2235849 h 2237474"/>
              <a:gd name="connsiteX169" fmla="*/ 1286236 w 12192000"/>
              <a:gd name="connsiteY169" fmla="*/ 2233135 h 2237474"/>
              <a:gd name="connsiteX170" fmla="*/ 1283504 w 12192000"/>
              <a:gd name="connsiteY170" fmla="*/ 2233797 h 2237474"/>
              <a:gd name="connsiteX171" fmla="*/ 1279765 w 12192000"/>
              <a:gd name="connsiteY171" fmla="*/ 2229639 h 2237474"/>
              <a:gd name="connsiteX172" fmla="*/ 1195347 w 12192000"/>
              <a:gd name="connsiteY172" fmla="*/ 2212354 h 2237474"/>
              <a:gd name="connsiteX173" fmla="*/ 970251 w 12192000"/>
              <a:gd name="connsiteY173" fmla="*/ 2221029 h 2237474"/>
              <a:gd name="connsiteX174" fmla="*/ 812914 w 12192000"/>
              <a:gd name="connsiteY174" fmla="*/ 2202752 h 2237474"/>
              <a:gd name="connsiteX175" fmla="*/ 800195 w 12192000"/>
              <a:gd name="connsiteY175" fmla="*/ 2209407 h 2237474"/>
              <a:gd name="connsiteX176" fmla="*/ 784978 w 12192000"/>
              <a:gd name="connsiteY176" fmla="*/ 2212360 h 2237474"/>
              <a:gd name="connsiteX177" fmla="*/ 681987 w 12192000"/>
              <a:gd name="connsiteY177" fmla="*/ 2216757 h 2237474"/>
              <a:gd name="connsiteX178" fmla="*/ 669923 w 12192000"/>
              <a:gd name="connsiteY178" fmla="*/ 2211682 h 2237474"/>
              <a:gd name="connsiteX179" fmla="*/ 648680 w 12192000"/>
              <a:gd name="connsiteY179" fmla="*/ 2206229 h 2237474"/>
              <a:gd name="connsiteX180" fmla="*/ 597225 w 12192000"/>
              <a:gd name="connsiteY180" fmla="*/ 2180999 h 2237474"/>
              <a:gd name="connsiteX181" fmla="*/ 558449 w 12192000"/>
              <a:gd name="connsiteY181" fmla="*/ 2182346 h 2237474"/>
              <a:gd name="connsiteX182" fmla="*/ 550517 w 12192000"/>
              <a:gd name="connsiteY182" fmla="*/ 2182060 h 2237474"/>
              <a:gd name="connsiteX183" fmla="*/ 550309 w 12192000"/>
              <a:gd name="connsiteY183" fmla="*/ 2181825 h 2237474"/>
              <a:gd name="connsiteX184" fmla="*/ 541836 w 12192000"/>
              <a:gd name="connsiteY184" fmla="*/ 2181063 h 2237474"/>
              <a:gd name="connsiteX185" fmla="*/ 536057 w 12192000"/>
              <a:gd name="connsiteY185" fmla="*/ 2181537 h 2237474"/>
              <a:gd name="connsiteX186" fmla="*/ 520671 w 12192000"/>
              <a:gd name="connsiteY186" fmla="*/ 2180980 h 2237474"/>
              <a:gd name="connsiteX187" fmla="*/ 515024 w 12192000"/>
              <a:gd name="connsiteY187" fmla="*/ 2179258 h 2237474"/>
              <a:gd name="connsiteX188" fmla="*/ 512278 w 12192000"/>
              <a:gd name="connsiteY188" fmla="*/ 2176369 h 2237474"/>
              <a:gd name="connsiteX189" fmla="*/ 480419 w 12192000"/>
              <a:gd name="connsiteY189" fmla="*/ 2167807 h 2237474"/>
              <a:gd name="connsiteX190" fmla="*/ 413835 w 12192000"/>
              <a:gd name="connsiteY190" fmla="*/ 2156783 h 2237474"/>
              <a:gd name="connsiteX191" fmla="*/ 376513 w 12192000"/>
              <a:gd name="connsiteY191" fmla="*/ 2154014 h 2237474"/>
              <a:gd name="connsiteX192" fmla="*/ 273386 w 12192000"/>
              <a:gd name="connsiteY192" fmla="*/ 2142551 h 2237474"/>
              <a:gd name="connsiteX193" fmla="*/ 169207 w 12192000"/>
              <a:gd name="connsiteY193" fmla="*/ 2128100 h 2237474"/>
              <a:gd name="connsiteX194" fmla="*/ 93149 w 12192000"/>
              <a:gd name="connsiteY194" fmla="*/ 2105324 h 2237474"/>
              <a:gd name="connsiteX195" fmla="*/ 88109 w 12192000"/>
              <a:gd name="connsiteY195" fmla="*/ 2106704 h 2237474"/>
              <a:gd name="connsiteX196" fmla="*/ 80022 w 12192000"/>
              <a:gd name="connsiteY196" fmla="*/ 2107254 h 2237474"/>
              <a:gd name="connsiteX197" fmla="*/ 79717 w 12192000"/>
              <a:gd name="connsiteY197" fmla="*/ 2107046 h 2237474"/>
              <a:gd name="connsiteX198" fmla="*/ 72352 w 12192000"/>
              <a:gd name="connsiteY198" fmla="*/ 2107991 h 2237474"/>
              <a:gd name="connsiteX199" fmla="*/ 37645 w 12192000"/>
              <a:gd name="connsiteY199" fmla="*/ 2115401 h 2237474"/>
              <a:gd name="connsiteX200" fmla="*/ 4572 w 12192000"/>
              <a:gd name="connsiteY200" fmla="*/ 2111091 h 2237474"/>
              <a:gd name="connsiteX201" fmla="*/ 0 w 12192000"/>
              <a:gd name="connsiteY201" fmla="*/ 2110468 h 2237474"/>
              <a:gd name="connsiteX202" fmla="*/ 0 w 12192000"/>
              <a:gd name="connsiteY20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97513 w 12192000"/>
              <a:gd name="connsiteY87" fmla="*/ 1844718 h 2237474"/>
              <a:gd name="connsiteX88" fmla="*/ 5168852 w 12192000"/>
              <a:gd name="connsiteY88" fmla="*/ 1844846 h 2237474"/>
              <a:gd name="connsiteX89" fmla="*/ 5114927 w 12192000"/>
              <a:gd name="connsiteY89" fmla="*/ 1847827 h 2237474"/>
              <a:gd name="connsiteX90" fmla="*/ 5108970 w 12192000"/>
              <a:gd name="connsiteY90" fmla="*/ 1847935 h 2237474"/>
              <a:gd name="connsiteX91" fmla="*/ 5067961 w 12192000"/>
              <a:gd name="connsiteY91" fmla="*/ 1845917 h 2237474"/>
              <a:gd name="connsiteX92" fmla="*/ 5007075 w 12192000"/>
              <a:gd name="connsiteY92" fmla="*/ 1838626 h 2237474"/>
              <a:gd name="connsiteX93" fmla="*/ 4944087 w 12192000"/>
              <a:gd name="connsiteY93" fmla="*/ 1823332 h 2237474"/>
              <a:gd name="connsiteX94" fmla="*/ 4907662 w 12192000"/>
              <a:gd name="connsiteY94" fmla="*/ 1816900 h 2237474"/>
              <a:gd name="connsiteX95" fmla="*/ 4882386 w 12192000"/>
              <a:gd name="connsiteY95" fmla="*/ 1809844 h 2237474"/>
              <a:gd name="connsiteX96" fmla="*/ 4811440 w 12192000"/>
              <a:gd name="connsiteY96" fmla="*/ 1804655 h 2237474"/>
              <a:gd name="connsiteX97" fmla="*/ 4691075 w 12192000"/>
              <a:gd name="connsiteY97" fmla="*/ 1801389 h 2237474"/>
              <a:gd name="connsiteX98" fmla="*/ 4611738 w 12192000"/>
              <a:gd name="connsiteY98" fmla="*/ 1776964 h 2237474"/>
              <a:gd name="connsiteX99" fmla="*/ 4560070 w 12192000"/>
              <a:gd name="connsiteY99" fmla="*/ 1785640 h 2237474"/>
              <a:gd name="connsiteX100" fmla="*/ 4536503 w 12192000"/>
              <a:gd name="connsiteY100" fmla="*/ 1785334 h 2237474"/>
              <a:gd name="connsiteX101" fmla="*/ 4513724 w 12192000"/>
              <a:gd name="connsiteY101" fmla="*/ 1791996 h 2237474"/>
              <a:gd name="connsiteX102" fmla="*/ 4459810 w 12192000"/>
              <a:gd name="connsiteY102" fmla="*/ 1797886 h 2237474"/>
              <a:gd name="connsiteX103" fmla="*/ 4379064 w 12192000"/>
              <a:gd name="connsiteY103" fmla="*/ 1817177 h 2237474"/>
              <a:gd name="connsiteX104" fmla="*/ 4319209 w 12192000"/>
              <a:gd name="connsiteY104" fmla="*/ 1834833 h 2237474"/>
              <a:gd name="connsiteX105" fmla="*/ 4290981 w 12192000"/>
              <a:gd name="connsiteY105" fmla="*/ 1839677 h 2237474"/>
              <a:gd name="connsiteX106" fmla="*/ 4285792 w 12192000"/>
              <a:gd name="connsiteY106" fmla="*/ 1836231 h 2237474"/>
              <a:gd name="connsiteX107" fmla="*/ 4238372 w 12192000"/>
              <a:gd name="connsiteY107" fmla="*/ 1851480 h 2237474"/>
              <a:gd name="connsiteX108" fmla="*/ 4232517 w 12192000"/>
              <a:gd name="connsiteY108" fmla="*/ 1852567 h 2237474"/>
              <a:gd name="connsiteX109" fmla="*/ 4191732 w 12192000"/>
              <a:gd name="connsiteY109" fmla="*/ 1857328 h 2237474"/>
              <a:gd name="connsiteX110" fmla="*/ 4065532 w 12192000"/>
              <a:gd name="connsiteY110" fmla="*/ 1855477 h 2237474"/>
              <a:gd name="connsiteX111" fmla="*/ 4028460 w 12192000"/>
              <a:gd name="connsiteY111" fmla="*/ 1855137 h 2237474"/>
              <a:gd name="connsiteX112" fmla="*/ 4002267 w 12192000"/>
              <a:gd name="connsiteY112" fmla="*/ 1852352 h 2237474"/>
              <a:gd name="connsiteX113" fmla="*/ 3931396 w 12192000"/>
              <a:gd name="connsiteY113" fmla="*/ 1858915 h 2237474"/>
              <a:gd name="connsiteX114" fmla="*/ 3812162 w 12192000"/>
              <a:gd name="connsiteY114" fmla="*/ 1875501 h 2237474"/>
              <a:gd name="connsiteX115" fmla="*/ 3729530 w 12192000"/>
              <a:gd name="connsiteY115" fmla="*/ 1864513 h 2237474"/>
              <a:gd name="connsiteX116" fmla="*/ 3680177 w 12192000"/>
              <a:gd name="connsiteY116" fmla="*/ 1881552 h 2237474"/>
              <a:gd name="connsiteX117" fmla="*/ 3567259 w 12192000"/>
              <a:gd name="connsiteY117" fmla="*/ 1893482 h 2237474"/>
              <a:gd name="connsiteX118" fmla="*/ 3405770 w 12192000"/>
              <a:gd name="connsiteY118" fmla="*/ 1904591 h 2237474"/>
              <a:gd name="connsiteX119" fmla="*/ 3280097 w 12192000"/>
              <a:gd name="connsiteY119" fmla="*/ 1919610 h 2237474"/>
              <a:gd name="connsiteX120" fmla="*/ 3123424 w 12192000"/>
              <a:gd name="connsiteY120" fmla="*/ 1952930 h 2237474"/>
              <a:gd name="connsiteX121" fmla="*/ 3009910 w 12192000"/>
              <a:gd name="connsiteY121" fmla="*/ 1957866 h 2237474"/>
              <a:gd name="connsiteX122" fmla="*/ 2995934 w 12192000"/>
              <a:gd name="connsiteY122" fmla="*/ 1967085 h 2237474"/>
              <a:gd name="connsiteX123" fmla="*/ 2980071 w 12192000"/>
              <a:gd name="connsiteY123" fmla="*/ 1972988 h 2237474"/>
              <a:gd name="connsiteX124" fmla="*/ 2978094 w 12192000"/>
              <a:gd name="connsiteY124" fmla="*/ 1972369 h 2237474"/>
              <a:gd name="connsiteX125" fmla="*/ 2942858 w 12192000"/>
              <a:gd name="connsiteY125" fmla="*/ 1981367 h 2237474"/>
              <a:gd name="connsiteX126" fmla="*/ 2875436 w 12192000"/>
              <a:gd name="connsiteY126" fmla="*/ 1996977 h 2237474"/>
              <a:gd name="connsiteX127" fmla="*/ 2874892 w 12192000"/>
              <a:gd name="connsiteY127" fmla="*/ 1996085 h 2237474"/>
              <a:gd name="connsiteX128" fmla="*/ 2864145 w 12192000"/>
              <a:gd name="connsiteY128" fmla="*/ 1994061 h 2237474"/>
              <a:gd name="connsiteX129" fmla="*/ 2843662 w 12192000"/>
              <a:gd name="connsiteY129" fmla="*/ 1992498 h 2237474"/>
              <a:gd name="connsiteX130" fmla="*/ 2796128 w 12192000"/>
              <a:gd name="connsiteY130" fmla="*/ 1976403 h 2237474"/>
              <a:gd name="connsiteX131" fmla="*/ 2756784 w 12192000"/>
              <a:gd name="connsiteY131" fmla="*/ 1985116 h 2237474"/>
              <a:gd name="connsiteX132" fmla="*/ 2748833 w 12192000"/>
              <a:gd name="connsiteY132" fmla="*/ 1986323 h 2237474"/>
              <a:gd name="connsiteX133" fmla="*/ 2748661 w 12192000"/>
              <a:gd name="connsiteY133" fmla="*/ 1986122 h 2237474"/>
              <a:gd name="connsiteX134" fmla="*/ 2740251 w 12192000"/>
              <a:gd name="connsiteY134" fmla="*/ 1986946 h 2237474"/>
              <a:gd name="connsiteX135" fmla="*/ 2718916 w 12192000"/>
              <a:gd name="connsiteY135" fmla="*/ 1990867 h 2237474"/>
              <a:gd name="connsiteX136" fmla="*/ 2713522 w 12192000"/>
              <a:gd name="connsiteY136" fmla="*/ 1990173 h 2237474"/>
              <a:gd name="connsiteX137" fmla="*/ 2680597 w 12192000"/>
              <a:gd name="connsiteY137" fmla="*/ 1984996 h 2237474"/>
              <a:gd name="connsiteX138" fmla="*/ 2578178 w 12192000"/>
              <a:gd name="connsiteY138" fmla="*/ 1990531 h 2237474"/>
              <a:gd name="connsiteX139" fmla="*/ 2476147 w 12192000"/>
              <a:gd name="connsiteY139" fmla="*/ 1998305 h 2237474"/>
              <a:gd name="connsiteX140" fmla="*/ 2373568 w 12192000"/>
              <a:gd name="connsiteY140" fmla="*/ 2003219 h 2237474"/>
              <a:gd name="connsiteX141" fmla="*/ 2321399 w 12192000"/>
              <a:gd name="connsiteY141" fmla="*/ 1989467 h 2237474"/>
              <a:gd name="connsiteX142" fmla="*/ 2315525 w 12192000"/>
              <a:gd name="connsiteY142" fmla="*/ 1989708 h 2237474"/>
              <a:gd name="connsiteX143" fmla="*/ 2300792 w 12192000"/>
              <a:gd name="connsiteY143" fmla="*/ 1994290 h 2237474"/>
              <a:gd name="connsiteX144" fmla="*/ 2295469 w 12192000"/>
              <a:gd name="connsiteY144" fmla="*/ 1996659 h 2237474"/>
              <a:gd name="connsiteX145" fmla="*/ 2287219 w 12192000"/>
              <a:gd name="connsiteY145" fmla="*/ 1998750 h 2237474"/>
              <a:gd name="connsiteX146" fmla="*/ 2286948 w 12192000"/>
              <a:gd name="connsiteY146" fmla="*/ 1998596 h 2237474"/>
              <a:gd name="connsiteX147" fmla="*/ 2243069 w 12192000"/>
              <a:gd name="connsiteY147" fmla="*/ 2015111 h 2237474"/>
              <a:gd name="connsiteX148" fmla="*/ 2186609 w 12192000"/>
              <a:gd name="connsiteY148" fmla="*/ 2008263 h 2237474"/>
              <a:gd name="connsiteX149" fmla="*/ 2164831 w 12192000"/>
              <a:gd name="connsiteY149" fmla="*/ 2010143 h 2237474"/>
              <a:gd name="connsiteX150" fmla="*/ 2152836 w 12192000"/>
              <a:gd name="connsiteY150" fmla="*/ 2010048 h 2237474"/>
              <a:gd name="connsiteX151" fmla="*/ 2117102 w 12192000"/>
              <a:gd name="connsiteY151" fmla="*/ 2023004 h 2237474"/>
              <a:gd name="connsiteX152" fmla="*/ 2111935 w 12192000"/>
              <a:gd name="connsiteY152" fmla="*/ 2023163 h 2237474"/>
              <a:gd name="connsiteX153" fmla="*/ 2089991 w 12192000"/>
              <a:gd name="connsiteY153" fmla="*/ 2034193 h 2237474"/>
              <a:gd name="connsiteX154" fmla="*/ 2058061 w 12192000"/>
              <a:gd name="connsiteY154" fmla="*/ 2047942 h 2237474"/>
              <a:gd name="connsiteX155" fmla="*/ 2055737 w 12192000"/>
              <a:gd name="connsiteY155" fmla="*/ 2047704 h 2237474"/>
              <a:gd name="connsiteX156" fmla="*/ 2042244 w 12192000"/>
              <a:gd name="connsiteY156" fmla="*/ 2055560 h 2237474"/>
              <a:gd name="connsiteX157" fmla="*/ 1976224 w 12192000"/>
              <a:gd name="connsiteY157" fmla="*/ 2074257 h 2237474"/>
              <a:gd name="connsiteX158" fmla="*/ 1877728 w 12192000"/>
              <a:gd name="connsiteY158" fmla="*/ 2101004 h 2237474"/>
              <a:gd name="connsiteX159" fmla="*/ 1759056 w 12192000"/>
              <a:gd name="connsiteY159" fmla="*/ 2125608 h 2237474"/>
              <a:gd name="connsiteX160" fmla="*/ 1637948 w 12192000"/>
              <a:gd name="connsiteY160" fmla="*/ 2172597 h 2237474"/>
              <a:gd name="connsiteX161" fmla="*/ 1434549 w 12192000"/>
              <a:gd name="connsiteY161" fmla="*/ 2234522 h 2237474"/>
              <a:gd name="connsiteX162" fmla="*/ 1398481 w 12192000"/>
              <a:gd name="connsiteY162" fmla="*/ 2237074 h 2237474"/>
              <a:gd name="connsiteX163" fmla="*/ 1398407 w 12192000"/>
              <a:gd name="connsiteY163" fmla="*/ 2237095 h 2237474"/>
              <a:gd name="connsiteX164" fmla="*/ 1370962 w 12192000"/>
              <a:gd name="connsiteY164" fmla="*/ 2237474 h 2237474"/>
              <a:gd name="connsiteX165" fmla="*/ 1356367 w 12192000"/>
              <a:gd name="connsiteY165" fmla="*/ 2235089 h 2237474"/>
              <a:gd name="connsiteX166" fmla="*/ 1324828 w 12192000"/>
              <a:gd name="connsiteY166" fmla="*/ 2231968 h 2237474"/>
              <a:gd name="connsiteX167" fmla="*/ 1297744 w 12192000"/>
              <a:gd name="connsiteY167" fmla="*/ 2235849 h 2237474"/>
              <a:gd name="connsiteX168" fmla="*/ 1286236 w 12192000"/>
              <a:gd name="connsiteY168" fmla="*/ 2233135 h 2237474"/>
              <a:gd name="connsiteX169" fmla="*/ 1283504 w 12192000"/>
              <a:gd name="connsiteY169" fmla="*/ 2233797 h 2237474"/>
              <a:gd name="connsiteX170" fmla="*/ 1279765 w 12192000"/>
              <a:gd name="connsiteY170" fmla="*/ 2229639 h 2237474"/>
              <a:gd name="connsiteX171" fmla="*/ 1195347 w 12192000"/>
              <a:gd name="connsiteY171" fmla="*/ 2212354 h 2237474"/>
              <a:gd name="connsiteX172" fmla="*/ 970251 w 12192000"/>
              <a:gd name="connsiteY172" fmla="*/ 2221029 h 2237474"/>
              <a:gd name="connsiteX173" fmla="*/ 812914 w 12192000"/>
              <a:gd name="connsiteY173" fmla="*/ 2202752 h 2237474"/>
              <a:gd name="connsiteX174" fmla="*/ 800195 w 12192000"/>
              <a:gd name="connsiteY174" fmla="*/ 2209407 h 2237474"/>
              <a:gd name="connsiteX175" fmla="*/ 784978 w 12192000"/>
              <a:gd name="connsiteY175" fmla="*/ 2212360 h 2237474"/>
              <a:gd name="connsiteX176" fmla="*/ 681987 w 12192000"/>
              <a:gd name="connsiteY176" fmla="*/ 2216757 h 2237474"/>
              <a:gd name="connsiteX177" fmla="*/ 669923 w 12192000"/>
              <a:gd name="connsiteY177" fmla="*/ 2211682 h 2237474"/>
              <a:gd name="connsiteX178" fmla="*/ 648680 w 12192000"/>
              <a:gd name="connsiteY178" fmla="*/ 2206229 h 2237474"/>
              <a:gd name="connsiteX179" fmla="*/ 597225 w 12192000"/>
              <a:gd name="connsiteY179" fmla="*/ 2180999 h 2237474"/>
              <a:gd name="connsiteX180" fmla="*/ 558449 w 12192000"/>
              <a:gd name="connsiteY180" fmla="*/ 2182346 h 2237474"/>
              <a:gd name="connsiteX181" fmla="*/ 550517 w 12192000"/>
              <a:gd name="connsiteY181" fmla="*/ 2182060 h 2237474"/>
              <a:gd name="connsiteX182" fmla="*/ 550309 w 12192000"/>
              <a:gd name="connsiteY182" fmla="*/ 2181825 h 2237474"/>
              <a:gd name="connsiteX183" fmla="*/ 541836 w 12192000"/>
              <a:gd name="connsiteY183" fmla="*/ 2181063 h 2237474"/>
              <a:gd name="connsiteX184" fmla="*/ 536057 w 12192000"/>
              <a:gd name="connsiteY184" fmla="*/ 2181537 h 2237474"/>
              <a:gd name="connsiteX185" fmla="*/ 520671 w 12192000"/>
              <a:gd name="connsiteY185" fmla="*/ 2180980 h 2237474"/>
              <a:gd name="connsiteX186" fmla="*/ 515024 w 12192000"/>
              <a:gd name="connsiteY186" fmla="*/ 2179258 h 2237474"/>
              <a:gd name="connsiteX187" fmla="*/ 512278 w 12192000"/>
              <a:gd name="connsiteY187" fmla="*/ 2176369 h 2237474"/>
              <a:gd name="connsiteX188" fmla="*/ 480419 w 12192000"/>
              <a:gd name="connsiteY188" fmla="*/ 2167807 h 2237474"/>
              <a:gd name="connsiteX189" fmla="*/ 413835 w 12192000"/>
              <a:gd name="connsiteY189" fmla="*/ 2156783 h 2237474"/>
              <a:gd name="connsiteX190" fmla="*/ 376513 w 12192000"/>
              <a:gd name="connsiteY190" fmla="*/ 2154014 h 2237474"/>
              <a:gd name="connsiteX191" fmla="*/ 273386 w 12192000"/>
              <a:gd name="connsiteY191" fmla="*/ 2142551 h 2237474"/>
              <a:gd name="connsiteX192" fmla="*/ 169207 w 12192000"/>
              <a:gd name="connsiteY192" fmla="*/ 2128100 h 2237474"/>
              <a:gd name="connsiteX193" fmla="*/ 93149 w 12192000"/>
              <a:gd name="connsiteY193" fmla="*/ 2105324 h 2237474"/>
              <a:gd name="connsiteX194" fmla="*/ 88109 w 12192000"/>
              <a:gd name="connsiteY194" fmla="*/ 2106704 h 2237474"/>
              <a:gd name="connsiteX195" fmla="*/ 80022 w 12192000"/>
              <a:gd name="connsiteY195" fmla="*/ 2107254 h 2237474"/>
              <a:gd name="connsiteX196" fmla="*/ 79717 w 12192000"/>
              <a:gd name="connsiteY196" fmla="*/ 2107046 h 2237474"/>
              <a:gd name="connsiteX197" fmla="*/ 72352 w 12192000"/>
              <a:gd name="connsiteY197" fmla="*/ 2107991 h 2237474"/>
              <a:gd name="connsiteX198" fmla="*/ 37645 w 12192000"/>
              <a:gd name="connsiteY198" fmla="*/ 2115401 h 2237474"/>
              <a:gd name="connsiteX199" fmla="*/ 4572 w 12192000"/>
              <a:gd name="connsiteY199" fmla="*/ 2111091 h 2237474"/>
              <a:gd name="connsiteX200" fmla="*/ 0 w 12192000"/>
              <a:gd name="connsiteY200" fmla="*/ 2110468 h 2237474"/>
              <a:gd name="connsiteX201" fmla="*/ 0 w 12192000"/>
              <a:gd name="connsiteY20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68852 w 12192000"/>
              <a:gd name="connsiteY87" fmla="*/ 1844846 h 2237474"/>
              <a:gd name="connsiteX88" fmla="*/ 5114927 w 12192000"/>
              <a:gd name="connsiteY88" fmla="*/ 1847827 h 2237474"/>
              <a:gd name="connsiteX89" fmla="*/ 5108970 w 12192000"/>
              <a:gd name="connsiteY89" fmla="*/ 1847935 h 2237474"/>
              <a:gd name="connsiteX90" fmla="*/ 5067961 w 12192000"/>
              <a:gd name="connsiteY90" fmla="*/ 1845917 h 2237474"/>
              <a:gd name="connsiteX91" fmla="*/ 5007075 w 12192000"/>
              <a:gd name="connsiteY91" fmla="*/ 1838626 h 2237474"/>
              <a:gd name="connsiteX92" fmla="*/ 4944087 w 12192000"/>
              <a:gd name="connsiteY92" fmla="*/ 1823332 h 2237474"/>
              <a:gd name="connsiteX93" fmla="*/ 4907662 w 12192000"/>
              <a:gd name="connsiteY93" fmla="*/ 1816900 h 2237474"/>
              <a:gd name="connsiteX94" fmla="*/ 4882386 w 12192000"/>
              <a:gd name="connsiteY94" fmla="*/ 1809844 h 2237474"/>
              <a:gd name="connsiteX95" fmla="*/ 4811440 w 12192000"/>
              <a:gd name="connsiteY95" fmla="*/ 1804655 h 2237474"/>
              <a:gd name="connsiteX96" fmla="*/ 4691075 w 12192000"/>
              <a:gd name="connsiteY96" fmla="*/ 1801389 h 2237474"/>
              <a:gd name="connsiteX97" fmla="*/ 4611738 w 12192000"/>
              <a:gd name="connsiteY97" fmla="*/ 1776964 h 2237474"/>
              <a:gd name="connsiteX98" fmla="*/ 4560070 w 12192000"/>
              <a:gd name="connsiteY98" fmla="*/ 1785640 h 2237474"/>
              <a:gd name="connsiteX99" fmla="*/ 4536503 w 12192000"/>
              <a:gd name="connsiteY99" fmla="*/ 1785334 h 2237474"/>
              <a:gd name="connsiteX100" fmla="*/ 4513724 w 12192000"/>
              <a:gd name="connsiteY100" fmla="*/ 1791996 h 2237474"/>
              <a:gd name="connsiteX101" fmla="*/ 4459810 w 12192000"/>
              <a:gd name="connsiteY101" fmla="*/ 1797886 h 2237474"/>
              <a:gd name="connsiteX102" fmla="*/ 4379064 w 12192000"/>
              <a:gd name="connsiteY102" fmla="*/ 1817177 h 2237474"/>
              <a:gd name="connsiteX103" fmla="*/ 4319209 w 12192000"/>
              <a:gd name="connsiteY103" fmla="*/ 1834833 h 2237474"/>
              <a:gd name="connsiteX104" fmla="*/ 4290981 w 12192000"/>
              <a:gd name="connsiteY104" fmla="*/ 1839677 h 2237474"/>
              <a:gd name="connsiteX105" fmla="*/ 4285792 w 12192000"/>
              <a:gd name="connsiteY105" fmla="*/ 1836231 h 2237474"/>
              <a:gd name="connsiteX106" fmla="*/ 4238372 w 12192000"/>
              <a:gd name="connsiteY106" fmla="*/ 1851480 h 2237474"/>
              <a:gd name="connsiteX107" fmla="*/ 4232517 w 12192000"/>
              <a:gd name="connsiteY107" fmla="*/ 1852567 h 2237474"/>
              <a:gd name="connsiteX108" fmla="*/ 4191732 w 12192000"/>
              <a:gd name="connsiteY108" fmla="*/ 1857328 h 2237474"/>
              <a:gd name="connsiteX109" fmla="*/ 4065532 w 12192000"/>
              <a:gd name="connsiteY109" fmla="*/ 1855477 h 2237474"/>
              <a:gd name="connsiteX110" fmla="*/ 4028460 w 12192000"/>
              <a:gd name="connsiteY110" fmla="*/ 1855137 h 2237474"/>
              <a:gd name="connsiteX111" fmla="*/ 4002267 w 12192000"/>
              <a:gd name="connsiteY111" fmla="*/ 1852352 h 2237474"/>
              <a:gd name="connsiteX112" fmla="*/ 3931396 w 12192000"/>
              <a:gd name="connsiteY112" fmla="*/ 1858915 h 2237474"/>
              <a:gd name="connsiteX113" fmla="*/ 3812162 w 12192000"/>
              <a:gd name="connsiteY113" fmla="*/ 1875501 h 2237474"/>
              <a:gd name="connsiteX114" fmla="*/ 3729530 w 12192000"/>
              <a:gd name="connsiteY114" fmla="*/ 1864513 h 2237474"/>
              <a:gd name="connsiteX115" fmla="*/ 3680177 w 12192000"/>
              <a:gd name="connsiteY115" fmla="*/ 1881552 h 2237474"/>
              <a:gd name="connsiteX116" fmla="*/ 3567259 w 12192000"/>
              <a:gd name="connsiteY116" fmla="*/ 1893482 h 2237474"/>
              <a:gd name="connsiteX117" fmla="*/ 3405770 w 12192000"/>
              <a:gd name="connsiteY117" fmla="*/ 1904591 h 2237474"/>
              <a:gd name="connsiteX118" fmla="*/ 3280097 w 12192000"/>
              <a:gd name="connsiteY118" fmla="*/ 1919610 h 2237474"/>
              <a:gd name="connsiteX119" fmla="*/ 3123424 w 12192000"/>
              <a:gd name="connsiteY119" fmla="*/ 1952930 h 2237474"/>
              <a:gd name="connsiteX120" fmla="*/ 3009910 w 12192000"/>
              <a:gd name="connsiteY120" fmla="*/ 1957866 h 2237474"/>
              <a:gd name="connsiteX121" fmla="*/ 2995934 w 12192000"/>
              <a:gd name="connsiteY121" fmla="*/ 1967085 h 2237474"/>
              <a:gd name="connsiteX122" fmla="*/ 2980071 w 12192000"/>
              <a:gd name="connsiteY122" fmla="*/ 1972988 h 2237474"/>
              <a:gd name="connsiteX123" fmla="*/ 2978094 w 12192000"/>
              <a:gd name="connsiteY123" fmla="*/ 1972369 h 2237474"/>
              <a:gd name="connsiteX124" fmla="*/ 2942858 w 12192000"/>
              <a:gd name="connsiteY124" fmla="*/ 1981367 h 2237474"/>
              <a:gd name="connsiteX125" fmla="*/ 2875436 w 12192000"/>
              <a:gd name="connsiteY125" fmla="*/ 1996977 h 2237474"/>
              <a:gd name="connsiteX126" fmla="*/ 2874892 w 12192000"/>
              <a:gd name="connsiteY126" fmla="*/ 1996085 h 2237474"/>
              <a:gd name="connsiteX127" fmla="*/ 2864145 w 12192000"/>
              <a:gd name="connsiteY127" fmla="*/ 1994061 h 2237474"/>
              <a:gd name="connsiteX128" fmla="*/ 2843662 w 12192000"/>
              <a:gd name="connsiteY128" fmla="*/ 1992498 h 2237474"/>
              <a:gd name="connsiteX129" fmla="*/ 2796128 w 12192000"/>
              <a:gd name="connsiteY129" fmla="*/ 1976403 h 2237474"/>
              <a:gd name="connsiteX130" fmla="*/ 2756784 w 12192000"/>
              <a:gd name="connsiteY130" fmla="*/ 1985116 h 2237474"/>
              <a:gd name="connsiteX131" fmla="*/ 2748833 w 12192000"/>
              <a:gd name="connsiteY131" fmla="*/ 1986323 h 2237474"/>
              <a:gd name="connsiteX132" fmla="*/ 2748661 w 12192000"/>
              <a:gd name="connsiteY132" fmla="*/ 1986122 h 2237474"/>
              <a:gd name="connsiteX133" fmla="*/ 2740251 w 12192000"/>
              <a:gd name="connsiteY133" fmla="*/ 1986946 h 2237474"/>
              <a:gd name="connsiteX134" fmla="*/ 2718916 w 12192000"/>
              <a:gd name="connsiteY134" fmla="*/ 1990867 h 2237474"/>
              <a:gd name="connsiteX135" fmla="*/ 2713522 w 12192000"/>
              <a:gd name="connsiteY135" fmla="*/ 1990173 h 2237474"/>
              <a:gd name="connsiteX136" fmla="*/ 2680597 w 12192000"/>
              <a:gd name="connsiteY136" fmla="*/ 1984996 h 2237474"/>
              <a:gd name="connsiteX137" fmla="*/ 2578178 w 12192000"/>
              <a:gd name="connsiteY137" fmla="*/ 1990531 h 2237474"/>
              <a:gd name="connsiteX138" fmla="*/ 2476147 w 12192000"/>
              <a:gd name="connsiteY138" fmla="*/ 1998305 h 2237474"/>
              <a:gd name="connsiteX139" fmla="*/ 2373568 w 12192000"/>
              <a:gd name="connsiteY139" fmla="*/ 2003219 h 2237474"/>
              <a:gd name="connsiteX140" fmla="*/ 2321399 w 12192000"/>
              <a:gd name="connsiteY140" fmla="*/ 1989467 h 2237474"/>
              <a:gd name="connsiteX141" fmla="*/ 2315525 w 12192000"/>
              <a:gd name="connsiteY141" fmla="*/ 1989708 h 2237474"/>
              <a:gd name="connsiteX142" fmla="*/ 2300792 w 12192000"/>
              <a:gd name="connsiteY142" fmla="*/ 1994290 h 2237474"/>
              <a:gd name="connsiteX143" fmla="*/ 2295469 w 12192000"/>
              <a:gd name="connsiteY143" fmla="*/ 1996659 h 2237474"/>
              <a:gd name="connsiteX144" fmla="*/ 2287219 w 12192000"/>
              <a:gd name="connsiteY144" fmla="*/ 1998750 h 2237474"/>
              <a:gd name="connsiteX145" fmla="*/ 2286948 w 12192000"/>
              <a:gd name="connsiteY145" fmla="*/ 1998596 h 2237474"/>
              <a:gd name="connsiteX146" fmla="*/ 2243069 w 12192000"/>
              <a:gd name="connsiteY146" fmla="*/ 2015111 h 2237474"/>
              <a:gd name="connsiteX147" fmla="*/ 2186609 w 12192000"/>
              <a:gd name="connsiteY147" fmla="*/ 2008263 h 2237474"/>
              <a:gd name="connsiteX148" fmla="*/ 2164831 w 12192000"/>
              <a:gd name="connsiteY148" fmla="*/ 2010143 h 2237474"/>
              <a:gd name="connsiteX149" fmla="*/ 2152836 w 12192000"/>
              <a:gd name="connsiteY149" fmla="*/ 2010048 h 2237474"/>
              <a:gd name="connsiteX150" fmla="*/ 2117102 w 12192000"/>
              <a:gd name="connsiteY150" fmla="*/ 2023004 h 2237474"/>
              <a:gd name="connsiteX151" fmla="*/ 2111935 w 12192000"/>
              <a:gd name="connsiteY151" fmla="*/ 2023163 h 2237474"/>
              <a:gd name="connsiteX152" fmla="*/ 2089991 w 12192000"/>
              <a:gd name="connsiteY152" fmla="*/ 2034193 h 2237474"/>
              <a:gd name="connsiteX153" fmla="*/ 2058061 w 12192000"/>
              <a:gd name="connsiteY153" fmla="*/ 2047942 h 2237474"/>
              <a:gd name="connsiteX154" fmla="*/ 2055737 w 12192000"/>
              <a:gd name="connsiteY154" fmla="*/ 2047704 h 2237474"/>
              <a:gd name="connsiteX155" fmla="*/ 2042244 w 12192000"/>
              <a:gd name="connsiteY155" fmla="*/ 2055560 h 2237474"/>
              <a:gd name="connsiteX156" fmla="*/ 1976224 w 12192000"/>
              <a:gd name="connsiteY156" fmla="*/ 2074257 h 2237474"/>
              <a:gd name="connsiteX157" fmla="*/ 1877728 w 12192000"/>
              <a:gd name="connsiteY157" fmla="*/ 2101004 h 2237474"/>
              <a:gd name="connsiteX158" fmla="*/ 1759056 w 12192000"/>
              <a:gd name="connsiteY158" fmla="*/ 2125608 h 2237474"/>
              <a:gd name="connsiteX159" fmla="*/ 1637948 w 12192000"/>
              <a:gd name="connsiteY159" fmla="*/ 2172597 h 2237474"/>
              <a:gd name="connsiteX160" fmla="*/ 1434549 w 12192000"/>
              <a:gd name="connsiteY160" fmla="*/ 2234522 h 2237474"/>
              <a:gd name="connsiteX161" fmla="*/ 1398481 w 12192000"/>
              <a:gd name="connsiteY161" fmla="*/ 2237074 h 2237474"/>
              <a:gd name="connsiteX162" fmla="*/ 1398407 w 12192000"/>
              <a:gd name="connsiteY162" fmla="*/ 2237095 h 2237474"/>
              <a:gd name="connsiteX163" fmla="*/ 1370962 w 12192000"/>
              <a:gd name="connsiteY163" fmla="*/ 2237474 h 2237474"/>
              <a:gd name="connsiteX164" fmla="*/ 1356367 w 12192000"/>
              <a:gd name="connsiteY164" fmla="*/ 2235089 h 2237474"/>
              <a:gd name="connsiteX165" fmla="*/ 1324828 w 12192000"/>
              <a:gd name="connsiteY165" fmla="*/ 2231968 h 2237474"/>
              <a:gd name="connsiteX166" fmla="*/ 1297744 w 12192000"/>
              <a:gd name="connsiteY166" fmla="*/ 2235849 h 2237474"/>
              <a:gd name="connsiteX167" fmla="*/ 1286236 w 12192000"/>
              <a:gd name="connsiteY167" fmla="*/ 2233135 h 2237474"/>
              <a:gd name="connsiteX168" fmla="*/ 1283504 w 12192000"/>
              <a:gd name="connsiteY168" fmla="*/ 2233797 h 2237474"/>
              <a:gd name="connsiteX169" fmla="*/ 1279765 w 12192000"/>
              <a:gd name="connsiteY169" fmla="*/ 2229639 h 2237474"/>
              <a:gd name="connsiteX170" fmla="*/ 1195347 w 12192000"/>
              <a:gd name="connsiteY170" fmla="*/ 2212354 h 2237474"/>
              <a:gd name="connsiteX171" fmla="*/ 970251 w 12192000"/>
              <a:gd name="connsiteY171" fmla="*/ 2221029 h 2237474"/>
              <a:gd name="connsiteX172" fmla="*/ 812914 w 12192000"/>
              <a:gd name="connsiteY172" fmla="*/ 2202752 h 2237474"/>
              <a:gd name="connsiteX173" fmla="*/ 800195 w 12192000"/>
              <a:gd name="connsiteY173" fmla="*/ 2209407 h 2237474"/>
              <a:gd name="connsiteX174" fmla="*/ 784978 w 12192000"/>
              <a:gd name="connsiteY174" fmla="*/ 2212360 h 2237474"/>
              <a:gd name="connsiteX175" fmla="*/ 681987 w 12192000"/>
              <a:gd name="connsiteY175" fmla="*/ 2216757 h 2237474"/>
              <a:gd name="connsiteX176" fmla="*/ 669923 w 12192000"/>
              <a:gd name="connsiteY176" fmla="*/ 2211682 h 2237474"/>
              <a:gd name="connsiteX177" fmla="*/ 648680 w 12192000"/>
              <a:gd name="connsiteY177" fmla="*/ 2206229 h 2237474"/>
              <a:gd name="connsiteX178" fmla="*/ 597225 w 12192000"/>
              <a:gd name="connsiteY178" fmla="*/ 2180999 h 2237474"/>
              <a:gd name="connsiteX179" fmla="*/ 558449 w 12192000"/>
              <a:gd name="connsiteY179" fmla="*/ 2182346 h 2237474"/>
              <a:gd name="connsiteX180" fmla="*/ 550517 w 12192000"/>
              <a:gd name="connsiteY180" fmla="*/ 2182060 h 2237474"/>
              <a:gd name="connsiteX181" fmla="*/ 550309 w 12192000"/>
              <a:gd name="connsiteY181" fmla="*/ 2181825 h 2237474"/>
              <a:gd name="connsiteX182" fmla="*/ 541836 w 12192000"/>
              <a:gd name="connsiteY182" fmla="*/ 2181063 h 2237474"/>
              <a:gd name="connsiteX183" fmla="*/ 536057 w 12192000"/>
              <a:gd name="connsiteY183" fmla="*/ 2181537 h 2237474"/>
              <a:gd name="connsiteX184" fmla="*/ 520671 w 12192000"/>
              <a:gd name="connsiteY184" fmla="*/ 2180980 h 2237474"/>
              <a:gd name="connsiteX185" fmla="*/ 515024 w 12192000"/>
              <a:gd name="connsiteY185" fmla="*/ 2179258 h 2237474"/>
              <a:gd name="connsiteX186" fmla="*/ 512278 w 12192000"/>
              <a:gd name="connsiteY186" fmla="*/ 2176369 h 2237474"/>
              <a:gd name="connsiteX187" fmla="*/ 480419 w 12192000"/>
              <a:gd name="connsiteY187" fmla="*/ 2167807 h 2237474"/>
              <a:gd name="connsiteX188" fmla="*/ 413835 w 12192000"/>
              <a:gd name="connsiteY188" fmla="*/ 2156783 h 2237474"/>
              <a:gd name="connsiteX189" fmla="*/ 376513 w 12192000"/>
              <a:gd name="connsiteY189" fmla="*/ 2154014 h 2237474"/>
              <a:gd name="connsiteX190" fmla="*/ 273386 w 12192000"/>
              <a:gd name="connsiteY190" fmla="*/ 2142551 h 2237474"/>
              <a:gd name="connsiteX191" fmla="*/ 169207 w 12192000"/>
              <a:gd name="connsiteY191" fmla="*/ 2128100 h 2237474"/>
              <a:gd name="connsiteX192" fmla="*/ 93149 w 12192000"/>
              <a:gd name="connsiteY192" fmla="*/ 2105324 h 2237474"/>
              <a:gd name="connsiteX193" fmla="*/ 88109 w 12192000"/>
              <a:gd name="connsiteY193" fmla="*/ 2106704 h 2237474"/>
              <a:gd name="connsiteX194" fmla="*/ 80022 w 12192000"/>
              <a:gd name="connsiteY194" fmla="*/ 2107254 h 2237474"/>
              <a:gd name="connsiteX195" fmla="*/ 79717 w 12192000"/>
              <a:gd name="connsiteY195" fmla="*/ 2107046 h 2237474"/>
              <a:gd name="connsiteX196" fmla="*/ 72352 w 12192000"/>
              <a:gd name="connsiteY196" fmla="*/ 2107991 h 2237474"/>
              <a:gd name="connsiteX197" fmla="*/ 37645 w 12192000"/>
              <a:gd name="connsiteY197" fmla="*/ 2115401 h 2237474"/>
              <a:gd name="connsiteX198" fmla="*/ 4572 w 12192000"/>
              <a:gd name="connsiteY198" fmla="*/ 2111091 h 2237474"/>
              <a:gd name="connsiteX199" fmla="*/ 0 w 12192000"/>
              <a:gd name="connsiteY199" fmla="*/ 2110468 h 2237474"/>
              <a:gd name="connsiteX200" fmla="*/ 0 w 12192000"/>
              <a:gd name="connsiteY20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364192 w 12192000"/>
              <a:gd name="connsiteY85" fmla="*/ 1826074 h 2237474"/>
              <a:gd name="connsiteX86" fmla="*/ 5259633 w 12192000"/>
              <a:gd name="connsiteY86" fmla="*/ 1837160 h 2237474"/>
              <a:gd name="connsiteX87" fmla="*/ 5149802 w 12192000"/>
              <a:gd name="connsiteY87" fmla="*/ 1844846 h 2237474"/>
              <a:gd name="connsiteX88" fmla="*/ 5114927 w 12192000"/>
              <a:gd name="connsiteY88" fmla="*/ 1847827 h 2237474"/>
              <a:gd name="connsiteX89" fmla="*/ 5108970 w 12192000"/>
              <a:gd name="connsiteY89" fmla="*/ 1847935 h 2237474"/>
              <a:gd name="connsiteX90" fmla="*/ 5067961 w 12192000"/>
              <a:gd name="connsiteY90" fmla="*/ 1845917 h 2237474"/>
              <a:gd name="connsiteX91" fmla="*/ 5007075 w 12192000"/>
              <a:gd name="connsiteY91" fmla="*/ 1838626 h 2237474"/>
              <a:gd name="connsiteX92" fmla="*/ 4944087 w 12192000"/>
              <a:gd name="connsiteY92" fmla="*/ 1823332 h 2237474"/>
              <a:gd name="connsiteX93" fmla="*/ 4907662 w 12192000"/>
              <a:gd name="connsiteY93" fmla="*/ 1816900 h 2237474"/>
              <a:gd name="connsiteX94" fmla="*/ 4882386 w 12192000"/>
              <a:gd name="connsiteY94" fmla="*/ 1809844 h 2237474"/>
              <a:gd name="connsiteX95" fmla="*/ 4811440 w 12192000"/>
              <a:gd name="connsiteY95" fmla="*/ 1804655 h 2237474"/>
              <a:gd name="connsiteX96" fmla="*/ 4691075 w 12192000"/>
              <a:gd name="connsiteY96" fmla="*/ 1801389 h 2237474"/>
              <a:gd name="connsiteX97" fmla="*/ 4611738 w 12192000"/>
              <a:gd name="connsiteY97" fmla="*/ 1776964 h 2237474"/>
              <a:gd name="connsiteX98" fmla="*/ 4560070 w 12192000"/>
              <a:gd name="connsiteY98" fmla="*/ 1785640 h 2237474"/>
              <a:gd name="connsiteX99" fmla="*/ 4536503 w 12192000"/>
              <a:gd name="connsiteY99" fmla="*/ 1785334 h 2237474"/>
              <a:gd name="connsiteX100" fmla="*/ 4513724 w 12192000"/>
              <a:gd name="connsiteY100" fmla="*/ 1791996 h 2237474"/>
              <a:gd name="connsiteX101" fmla="*/ 4459810 w 12192000"/>
              <a:gd name="connsiteY101" fmla="*/ 1797886 h 2237474"/>
              <a:gd name="connsiteX102" fmla="*/ 4379064 w 12192000"/>
              <a:gd name="connsiteY102" fmla="*/ 1817177 h 2237474"/>
              <a:gd name="connsiteX103" fmla="*/ 4319209 w 12192000"/>
              <a:gd name="connsiteY103" fmla="*/ 1834833 h 2237474"/>
              <a:gd name="connsiteX104" fmla="*/ 4290981 w 12192000"/>
              <a:gd name="connsiteY104" fmla="*/ 1839677 h 2237474"/>
              <a:gd name="connsiteX105" fmla="*/ 4285792 w 12192000"/>
              <a:gd name="connsiteY105" fmla="*/ 1836231 h 2237474"/>
              <a:gd name="connsiteX106" fmla="*/ 4238372 w 12192000"/>
              <a:gd name="connsiteY106" fmla="*/ 1851480 h 2237474"/>
              <a:gd name="connsiteX107" fmla="*/ 4232517 w 12192000"/>
              <a:gd name="connsiteY107" fmla="*/ 1852567 h 2237474"/>
              <a:gd name="connsiteX108" fmla="*/ 4191732 w 12192000"/>
              <a:gd name="connsiteY108" fmla="*/ 1857328 h 2237474"/>
              <a:gd name="connsiteX109" fmla="*/ 4065532 w 12192000"/>
              <a:gd name="connsiteY109" fmla="*/ 1855477 h 2237474"/>
              <a:gd name="connsiteX110" fmla="*/ 4028460 w 12192000"/>
              <a:gd name="connsiteY110" fmla="*/ 1855137 h 2237474"/>
              <a:gd name="connsiteX111" fmla="*/ 4002267 w 12192000"/>
              <a:gd name="connsiteY111" fmla="*/ 1852352 h 2237474"/>
              <a:gd name="connsiteX112" fmla="*/ 3931396 w 12192000"/>
              <a:gd name="connsiteY112" fmla="*/ 1858915 h 2237474"/>
              <a:gd name="connsiteX113" fmla="*/ 3812162 w 12192000"/>
              <a:gd name="connsiteY113" fmla="*/ 1875501 h 2237474"/>
              <a:gd name="connsiteX114" fmla="*/ 3729530 w 12192000"/>
              <a:gd name="connsiteY114" fmla="*/ 1864513 h 2237474"/>
              <a:gd name="connsiteX115" fmla="*/ 3680177 w 12192000"/>
              <a:gd name="connsiteY115" fmla="*/ 1881552 h 2237474"/>
              <a:gd name="connsiteX116" fmla="*/ 3567259 w 12192000"/>
              <a:gd name="connsiteY116" fmla="*/ 1893482 h 2237474"/>
              <a:gd name="connsiteX117" fmla="*/ 3405770 w 12192000"/>
              <a:gd name="connsiteY117" fmla="*/ 1904591 h 2237474"/>
              <a:gd name="connsiteX118" fmla="*/ 3280097 w 12192000"/>
              <a:gd name="connsiteY118" fmla="*/ 1919610 h 2237474"/>
              <a:gd name="connsiteX119" fmla="*/ 3123424 w 12192000"/>
              <a:gd name="connsiteY119" fmla="*/ 1952930 h 2237474"/>
              <a:gd name="connsiteX120" fmla="*/ 3009910 w 12192000"/>
              <a:gd name="connsiteY120" fmla="*/ 1957866 h 2237474"/>
              <a:gd name="connsiteX121" fmla="*/ 2995934 w 12192000"/>
              <a:gd name="connsiteY121" fmla="*/ 1967085 h 2237474"/>
              <a:gd name="connsiteX122" fmla="*/ 2980071 w 12192000"/>
              <a:gd name="connsiteY122" fmla="*/ 1972988 h 2237474"/>
              <a:gd name="connsiteX123" fmla="*/ 2978094 w 12192000"/>
              <a:gd name="connsiteY123" fmla="*/ 1972369 h 2237474"/>
              <a:gd name="connsiteX124" fmla="*/ 2942858 w 12192000"/>
              <a:gd name="connsiteY124" fmla="*/ 1981367 h 2237474"/>
              <a:gd name="connsiteX125" fmla="*/ 2875436 w 12192000"/>
              <a:gd name="connsiteY125" fmla="*/ 1996977 h 2237474"/>
              <a:gd name="connsiteX126" fmla="*/ 2874892 w 12192000"/>
              <a:gd name="connsiteY126" fmla="*/ 1996085 h 2237474"/>
              <a:gd name="connsiteX127" fmla="*/ 2864145 w 12192000"/>
              <a:gd name="connsiteY127" fmla="*/ 1994061 h 2237474"/>
              <a:gd name="connsiteX128" fmla="*/ 2843662 w 12192000"/>
              <a:gd name="connsiteY128" fmla="*/ 1992498 h 2237474"/>
              <a:gd name="connsiteX129" fmla="*/ 2796128 w 12192000"/>
              <a:gd name="connsiteY129" fmla="*/ 1976403 h 2237474"/>
              <a:gd name="connsiteX130" fmla="*/ 2756784 w 12192000"/>
              <a:gd name="connsiteY130" fmla="*/ 1985116 h 2237474"/>
              <a:gd name="connsiteX131" fmla="*/ 2748833 w 12192000"/>
              <a:gd name="connsiteY131" fmla="*/ 1986323 h 2237474"/>
              <a:gd name="connsiteX132" fmla="*/ 2748661 w 12192000"/>
              <a:gd name="connsiteY132" fmla="*/ 1986122 h 2237474"/>
              <a:gd name="connsiteX133" fmla="*/ 2740251 w 12192000"/>
              <a:gd name="connsiteY133" fmla="*/ 1986946 h 2237474"/>
              <a:gd name="connsiteX134" fmla="*/ 2718916 w 12192000"/>
              <a:gd name="connsiteY134" fmla="*/ 1990867 h 2237474"/>
              <a:gd name="connsiteX135" fmla="*/ 2713522 w 12192000"/>
              <a:gd name="connsiteY135" fmla="*/ 1990173 h 2237474"/>
              <a:gd name="connsiteX136" fmla="*/ 2680597 w 12192000"/>
              <a:gd name="connsiteY136" fmla="*/ 1984996 h 2237474"/>
              <a:gd name="connsiteX137" fmla="*/ 2578178 w 12192000"/>
              <a:gd name="connsiteY137" fmla="*/ 1990531 h 2237474"/>
              <a:gd name="connsiteX138" fmla="*/ 2476147 w 12192000"/>
              <a:gd name="connsiteY138" fmla="*/ 1998305 h 2237474"/>
              <a:gd name="connsiteX139" fmla="*/ 2373568 w 12192000"/>
              <a:gd name="connsiteY139" fmla="*/ 2003219 h 2237474"/>
              <a:gd name="connsiteX140" fmla="*/ 2321399 w 12192000"/>
              <a:gd name="connsiteY140" fmla="*/ 1989467 h 2237474"/>
              <a:gd name="connsiteX141" fmla="*/ 2315525 w 12192000"/>
              <a:gd name="connsiteY141" fmla="*/ 1989708 h 2237474"/>
              <a:gd name="connsiteX142" fmla="*/ 2300792 w 12192000"/>
              <a:gd name="connsiteY142" fmla="*/ 1994290 h 2237474"/>
              <a:gd name="connsiteX143" fmla="*/ 2295469 w 12192000"/>
              <a:gd name="connsiteY143" fmla="*/ 1996659 h 2237474"/>
              <a:gd name="connsiteX144" fmla="*/ 2287219 w 12192000"/>
              <a:gd name="connsiteY144" fmla="*/ 1998750 h 2237474"/>
              <a:gd name="connsiteX145" fmla="*/ 2286948 w 12192000"/>
              <a:gd name="connsiteY145" fmla="*/ 1998596 h 2237474"/>
              <a:gd name="connsiteX146" fmla="*/ 2243069 w 12192000"/>
              <a:gd name="connsiteY146" fmla="*/ 2015111 h 2237474"/>
              <a:gd name="connsiteX147" fmla="*/ 2186609 w 12192000"/>
              <a:gd name="connsiteY147" fmla="*/ 2008263 h 2237474"/>
              <a:gd name="connsiteX148" fmla="*/ 2164831 w 12192000"/>
              <a:gd name="connsiteY148" fmla="*/ 2010143 h 2237474"/>
              <a:gd name="connsiteX149" fmla="*/ 2152836 w 12192000"/>
              <a:gd name="connsiteY149" fmla="*/ 2010048 h 2237474"/>
              <a:gd name="connsiteX150" fmla="*/ 2117102 w 12192000"/>
              <a:gd name="connsiteY150" fmla="*/ 2023004 h 2237474"/>
              <a:gd name="connsiteX151" fmla="*/ 2111935 w 12192000"/>
              <a:gd name="connsiteY151" fmla="*/ 2023163 h 2237474"/>
              <a:gd name="connsiteX152" fmla="*/ 2089991 w 12192000"/>
              <a:gd name="connsiteY152" fmla="*/ 2034193 h 2237474"/>
              <a:gd name="connsiteX153" fmla="*/ 2058061 w 12192000"/>
              <a:gd name="connsiteY153" fmla="*/ 2047942 h 2237474"/>
              <a:gd name="connsiteX154" fmla="*/ 2055737 w 12192000"/>
              <a:gd name="connsiteY154" fmla="*/ 2047704 h 2237474"/>
              <a:gd name="connsiteX155" fmla="*/ 2042244 w 12192000"/>
              <a:gd name="connsiteY155" fmla="*/ 2055560 h 2237474"/>
              <a:gd name="connsiteX156" fmla="*/ 1976224 w 12192000"/>
              <a:gd name="connsiteY156" fmla="*/ 2074257 h 2237474"/>
              <a:gd name="connsiteX157" fmla="*/ 1877728 w 12192000"/>
              <a:gd name="connsiteY157" fmla="*/ 2101004 h 2237474"/>
              <a:gd name="connsiteX158" fmla="*/ 1759056 w 12192000"/>
              <a:gd name="connsiteY158" fmla="*/ 2125608 h 2237474"/>
              <a:gd name="connsiteX159" fmla="*/ 1637948 w 12192000"/>
              <a:gd name="connsiteY159" fmla="*/ 2172597 h 2237474"/>
              <a:gd name="connsiteX160" fmla="*/ 1434549 w 12192000"/>
              <a:gd name="connsiteY160" fmla="*/ 2234522 h 2237474"/>
              <a:gd name="connsiteX161" fmla="*/ 1398481 w 12192000"/>
              <a:gd name="connsiteY161" fmla="*/ 2237074 h 2237474"/>
              <a:gd name="connsiteX162" fmla="*/ 1398407 w 12192000"/>
              <a:gd name="connsiteY162" fmla="*/ 2237095 h 2237474"/>
              <a:gd name="connsiteX163" fmla="*/ 1370962 w 12192000"/>
              <a:gd name="connsiteY163" fmla="*/ 2237474 h 2237474"/>
              <a:gd name="connsiteX164" fmla="*/ 1356367 w 12192000"/>
              <a:gd name="connsiteY164" fmla="*/ 2235089 h 2237474"/>
              <a:gd name="connsiteX165" fmla="*/ 1324828 w 12192000"/>
              <a:gd name="connsiteY165" fmla="*/ 2231968 h 2237474"/>
              <a:gd name="connsiteX166" fmla="*/ 1297744 w 12192000"/>
              <a:gd name="connsiteY166" fmla="*/ 2235849 h 2237474"/>
              <a:gd name="connsiteX167" fmla="*/ 1286236 w 12192000"/>
              <a:gd name="connsiteY167" fmla="*/ 2233135 h 2237474"/>
              <a:gd name="connsiteX168" fmla="*/ 1283504 w 12192000"/>
              <a:gd name="connsiteY168" fmla="*/ 2233797 h 2237474"/>
              <a:gd name="connsiteX169" fmla="*/ 1279765 w 12192000"/>
              <a:gd name="connsiteY169" fmla="*/ 2229639 h 2237474"/>
              <a:gd name="connsiteX170" fmla="*/ 1195347 w 12192000"/>
              <a:gd name="connsiteY170" fmla="*/ 2212354 h 2237474"/>
              <a:gd name="connsiteX171" fmla="*/ 970251 w 12192000"/>
              <a:gd name="connsiteY171" fmla="*/ 2221029 h 2237474"/>
              <a:gd name="connsiteX172" fmla="*/ 812914 w 12192000"/>
              <a:gd name="connsiteY172" fmla="*/ 2202752 h 2237474"/>
              <a:gd name="connsiteX173" fmla="*/ 800195 w 12192000"/>
              <a:gd name="connsiteY173" fmla="*/ 2209407 h 2237474"/>
              <a:gd name="connsiteX174" fmla="*/ 784978 w 12192000"/>
              <a:gd name="connsiteY174" fmla="*/ 2212360 h 2237474"/>
              <a:gd name="connsiteX175" fmla="*/ 681987 w 12192000"/>
              <a:gd name="connsiteY175" fmla="*/ 2216757 h 2237474"/>
              <a:gd name="connsiteX176" fmla="*/ 669923 w 12192000"/>
              <a:gd name="connsiteY176" fmla="*/ 2211682 h 2237474"/>
              <a:gd name="connsiteX177" fmla="*/ 648680 w 12192000"/>
              <a:gd name="connsiteY177" fmla="*/ 2206229 h 2237474"/>
              <a:gd name="connsiteX178" fmla="*/ 597225 w 12192000"/>
              <a:gd name="connsiteY178" fmla="*/ 2180999 h 2237474"/>
              <a:gd name="connsiteX179" fmla="*/ 558449 w 12192000"/>
              <a:gd name="connsiteY179" fmla="*/ 2182346 h 2237474"/>
              <a:gd name="connsiteX180" fmla="*/ 550517 w 12192000"/>
              <a:gd name="connsiteY180" fmla="*/ 2182060 h 2237474"/>
              <a:gd name="connsiteX181" fmla="*/ 550309 w 12192000"/>
              <a:gd name="connsiteY181" fmla="*/ 2181825 h 2237474"/>
              <a:gd name="connsiteX182" fmla="*/ 541836 w 12192000"/>
              <a:gd name="connsiteY182" fmla="*/ 2181063 h 2237474"/>
              <a:gd name="connsiteX183" fmla="*/ 536057 w 12192000"/>
              <a:gd name="connsiteY183" fmla="*/ 2181537 h 2237474"/>
              <a:gd name="connsiteX184" fmla="*/ 520671 w 12192000"/>
              <a:gd name="connsiteY184" fmla="*/ 2180980 h 2237474"/>
              <a:gd name="connsiteX185" fmla="*/ 515024 w 12192000"/>
              <a:gd name="connsiteY185" fmla="*/ 2179258 h 2237474"/>
              <a:gd name="connsiteX186" fmla="*/ 512278 w 12192000"/>
              <a:gd name="connsiteY186" fmla="*/ 2176369 h 2237474"/>
              <a:gd name="connsiteX187" fmla="*/ 480419 w 12192000"/>
              <a:gd name="connsiteY187" fmla="*/ 2167807 h 2237474"/>
              <a:gd name="connsiteX188" fmla="*/ 413835 w 12192000"/>
              <a:gd name="connsiteY188" fmla="*/ 2156783 h 2237474"/>
              <a:gd name="connsiteX189" fmla="*/ 376513 w 12192000"/>
              <a:gd name="connsiteY189" fmla="*/ 2154014 h 2237474"/>
              <a:gd name="connsiteX190" fmla="*/ 273386 w 12192000"/>
              <a:gd name="connsiteY190" fmla="*/ 2142551 h 2237474"/>
              <a:gd name="connsiteX191" fmla="*/ 169207 w 12192000"/>
              <a:gd name="connsiteY191" fmla="*/ 2128100 h 2237474"/>
              <a:gd name="connsiteX192" fmla="*/ 93149 w 12192000"/>
              <a:gd name="connsiteY192" fmla="*/ 2105324 h 2237474"/>
              <a:gd name="connsiteX193" fmla="*/ 88109 w 12192000"/>
              <a:gd name="connsiteY193" fmla="*/ 2106704 h 2237474"/>
              <a:gd name="connsiteX194" fmla="*/ 80022 w 12192000"/>
              <a:gd name="connsiteY194" fmla="*/ 2107254 h 2237474"/>
              <a:gd name="connsiteX195" fmla="*/ 79717 w 12192000"/>
              <a:gd name="connsiteY195" fmla="*/ 2107046 h 2237474"/>
              <a:gd name="connsiteX196" fmla="*/ 72352 w 12192000"/>
              <a:gd name="connsiteY196" fmla="*/ 2107991 h 2237474"/>
              <a:gd name="connsiteX197" fmla="*/ 37645 w 12192000"/>
              <a:gd name="connsiteY197" fmla="*/ 2115401 h 2237474"/>
              <a:gd name="connsiteX198" fmla="*/ 4572 w 12192000"/>
              <a:gd name="connsiteY198" fmla="*/ 2111091 h 2237474"/>
              <a:gd name="connsiteX199" fmla="*/ 0 w 12192000"/>
              <a:gd name="connsiteY199" fmla="*/ 2110468 h 2237474"/>
              <a:gd name="connsiteX200" fmla="*/ 0 w 12192000"/>
              <a:gd name="connsiteY20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59633 w 12192000"/>
              <a:gd name="connsiteY85" fmla="*/ 183716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59633 w 12192000"/>
              <a:gd name="connsiteY85" fmla="*/ 183716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85792 w 12192000"/>
              <a:gd name="connsiteY104" fmla="*/ 1836231 h 2237474"/>
              <a:gd name="connsiteX105" fmla="*/ 4238372 w 12192000"/>
              <a:gd name="connsiteY105" fmla="*/ 1851480 h 2237474"/>
              <a:gd name="connsiteX106" fmla="*/ 4232517 w 12192000"/>
              <a:gd name="connsiteY106" fmla="*/ 1852567 h 2237474"/>
              <a:gd name="connsiteX107" fmla="*/ 4191732 w 12192000"/>
              <a:gd name="connsiteY107" fmla="*/ 1857328 h 2237474"/>
              <a:gd name="connsiteX108" fmla="*/ 4065532 w 12192000"/>
              <a:gd name="connsiteY108" fmla="*/ 1855477 h 2237474"/>
              <a:gd name="connsiteX109" fmla="*/ 4028460 w 12192000"/>
              <a:gd name="connsiteY109" fmla="*/ 1855137 h 2237474"/>
              <a:gd name="connsiteX110" fmla="*/ 4002267 w 12192000"/>
              <a:gd name="connsiteY110" fmla="*/ 1852352 h 2237474"/>
              <a:gd name="connsiteX111" fmla="*/ 3931396 w 12192000"/>
              <a:gd name="connsiteY111" fmla="*/ 1858915 h 2237474"/>
              <a:gd name="connsiteX112" fmla="*/ 3812162 w 12192000"/>
              <a:gd name="connsiteY112" fmla="*/ 1875501 h 2237474"/>
              <a:gd name="connsiteX113" fmla="*/ 3729530 w 12192000"/>
              <a:gd name="connsiteY113" fmla="*/ 1864513 h 2237474"/>
              <a:gd name="connsiteX114" fmla="*/ 3680177 w 12192000"/>
              <a:gd name="connsiteY114" fmla="*/ 1881552 h 2237474"/>
              <a:gd name="connsiteX115" fmla="*/ 3567259 w 12192000"/>
              <a:gd name="connsiteY115" fmla="*/ 1893482 h 2237474"/>
              <a:gd name="connsiteX116" fmla="*/ 3405770 w 12192000"/>
              <a:gd name="connsiteY116" fmla="*/ 1904591 h 2237474"/>
              <a:gd name="connsiteX117" fmla="*/ 3280097 w 12192000"/>
              <a:gd name="connsiteY117" fmla="*/ 1919610 h 2237474"/>
              <a:gd name="connsiteX118" fmla="*/ 3123424 w 12192000"/>
              <a:gd name="connsiteY118" fmla="*/ 1952930 h 2237474"/>
              <a:gd name="connsiteX119" fmla="*/ 3009910 w 12192000"/>
              <a:gd name="connsiteY119" fmla="*/ 1957866 h 2237474"/>
              <a:gd name="connsiteX120" fmla="*/ 2995934 w 12192000"/>
              <a:gd name="connsiteY120" fmla="*/ 1967085 h 2237474"/>
              <a:gd name="connsiteX121" fmla="*/ 2980071 w 12192000"/>
              <a:gd name="connsiteY121" fmla="*/ 1972988 h 2237474"/>
              <a:gd name="connsiteX122" fmla="*/ 2978094 w 12192000"/>
              <a:gd name="connsiteY122" fmla="*/ 1972369 h 2237474"/>
              <a:gd name="connsiteX123" fmla="*/ 2942858 w 12192000"/>
              <a:gd name="connsiteY123" fmla="*/ 1981367 h 2237474"/>
              <a:gd name="connsiteX124" fmla="*/ 2875436 w 12192000"/>
              <a:gd name="connsiteY124" fmla="*/ 1996977 h 2237474"/>
              <a:gd name="connsiteX125" fmla="*/ 2874892 w 12192000"/>
              <a:gd name="connsiteY125" fmla="*/ 1996085 h 2237474"/>
              <a:gd name="connsiteX126" fmla="*/ 2864145 w 12192000"/>
              <a:gd name="connsiteY126" fmla="*/ 1994061 h 2237474"/>
              <a:gd name="connsiteX127" fmla="*/ 2843662 w 12192000"/>
              <a:gd name="connsiteY127" fmla="*/ 1992498 h 2237474"/>
              <a:gd name="connsiteX128" fmla="*/ 2796128 w 12192000"/>
              <a:gd name="connsiteY128" fmla="*/ 1976403 h 2237474"/>
              <a:gd name="connsiteX129" fmla="*/ 2756784 w 12192000"/>
              <a:gd name="connsiteY129" fmla="*/ 1985116 h 2237474"/>
              <a:gd name="connsiteX130" fmla="*/ 2748833 w 12192000"/>
              <a:gd name="connsiteY130" fmla="*/ 1986323 h 2237474"/>
              <a:gd name="connsiteX131" fmla="*/ 2748661 w 12192000"/>
              <a:gd name="connsiteY131" fmla="*/ 1986122 h 2237474"/>
              <a:gd name="connsiteX132" fmla="*/ 2740251 w 12192000"/>
              <a:gd name="connsiteY132" fmla="*/ 1986946 h 2237474"/>
              <a:gd name="connsiteX133" fmla="*/ 2718916 w 12192000"/>
              <a:gd name="connsiteY133" fmla="*/ 1990867 h 2237474"/>
              <a:gd name="connsiteX134" fmla="*/ 2713522 w 12192000"/>
              <a:gd name="connsiteY134" fmla="*/ 1990173 h 2237474"/>
              <a:gd name="connsiteX135" fmla="*/ 2680597 w 12192000"/>
              <a:gd name="connsiteY135" fmla="*/ 1984996 h 2237474"/>
              <a:gd name="connsiteX136" fmla="*/ 2578178 w 12192000"/>
              <a:gd name="connsiteY136" fmla="*/ 1990531 h 2237474"/>
              <a:gd name="connsiteX137" fmla="*/ 2476147 w 12192000"/>
              <a:gd name="connsiteY137" fmla="*/ 1998305 h 2237474"/>
              <a:gd name="connsiteX138" fmla="*/ 2373568 w 12192000"/>
              <a:gd name="connsiteY138" fmla="*/ 2003219 h 2237474"/>
              <a:gd name="connsiteX139" fmla="*/ 2321399 w 12192000"/>
              <a:gd name="connsiteY139" fmla="*/ 1989467 h 2237474"/>
              <a:gd name="connsiteX140" fmla="*/ 2315525 w 12192000"/>
              <a:gd name="connsiteY140" fmla="*/ 1989708 h 2237474"/>
              <a:gd name="connsiteX141" fmla="*/ 2300792 w 12192000"/>
              <a:gd name="connsiteY141" fmla="*/ 1994290 h 2237474"/>
              <a:gd name="connsiteX142" fmla="*/ 2295469 w 12192000"/>
              <a:gd name="connsiteY142" fmla="*/ 1996659 h 2237474"/>
              <a:gd name="connsiteX143" fmla="*/ 2287219 w 12192000"/>
              <a:gd name="connsiteY143" fmla="*/ 1998750 h 2237474"/>
              <a:gd name="connsiteX144" fmla="*/ 2286948 w 12192000"/>
              <a:gd name="connsiteY144" fmla="*/ 1998596 h 2237474"/>
              <a:gd name="connsiteX145" fmla="*/ 2243069 w 12192000"/>
              <a:gd name="connsiteY145" fmla="*/ 2015111 h 2237474"/>
              <a:gd name="connsiteX146" fmla="*/ 2186609 w 12192000"/>
              <a:gd name="connsiteY146" fmla="*/ 2008263 h 2237474"/>
              <a:gd name="connsiteX147" fmla="*/ 2164831 w 12192000"/>
              <a:gd name="connsiteY147" fmla="*/ 2010143 h 2237474"/>
              <a:gd name="connsiteX148" fmla="*/ 2152836 w 12192000"/>
              <a:gd name="connsiteY148" fmla="*/ 2010048 h 2237474"/>
              <a:gd name="connsiteX149" fmla="*/ 2117102 w 12192000"/>
              <a:gd name="connsiteY149" fmla="*/ 2023004 h 2237474"/>
              <a:gd name="connsiteX150" fmla="*/ 2111935 w 12192000"/>
              <a:gd name="connsiteY150" fmla="*/ 2023163 h 2237474"/>
              <a:gd name="connsiteX151" fmla="*/ 2089991 w 12192000"/>
              <a:gd name="connsiteY151" fmla="*/ 2034193 h 2237474"/>
              <a:gd name="connsiteX152" fmla="*/ 2058061 w 12192000"/>
              <a:gd name="connsiteY152" fmla="*/ 2047942 h 2237474"/>
              <a:gd name="connsiteX153" fmla="*/ 2055737 w 12192000"/>
              <a:gd name="connsiteY153" fmla="*/ 2047704 h 2237474"/>
              <a:gd name="connsiteX154" fmla="*/ 2042244 w 12192000"/>
              <a:gd name="connsiteY154" fmla="*/ 2055560 h 2237474"/>
              <a:gd name="connsiteX155" fmla="*/ 1976224 w 12192000"/>
              <a:gd name="connsiteY155" fmla="*/ 2074257 h 2237474"/>
              <a:gd name="connsiteX156" fmla="*/ 1877728 w 12192000"/>
              <a:gd name="connsiteY156" fmla="*/ 2101004 h 2237474"/>
              <a:gd name="connsiteX157" fmla="*/ 1759056 w 12192000"/>
              <a:gd name="connsiteY157" fmla="*/ 2125608 h 2237474"/>
              <a:gd name="connsiteX158" fmla="*/ 1637948 w 12192000"/>
              <a:gd name="connsiteY158" fmla="*/ 2172597 h 2237474"/>
              <a:gd name="connsiteX159" fmla="*/ 1434549 w 12192000"/>
              <a:gd name="connsiteY159" fmla="*/ 2234522 h 2237474"/>
              <a:gd name="connsiteX160" fmla="*/ 1398481 w 12192000"/>
              <a:gd name="connsiteY160" fmla="*/ 2237074 h 2237474"/>
              <a:gd name="connsiteX161" fmla="*/ 1398407 w 12192000"/>
              <a:gd name="connsiteY161" fmla="*/ 2237095 h 2237474"/>
              <a:gd name="connsiteX162" fmla="*/ 1370962 w 12192000"/>
              <a:gd name="connsiteY162" fmla="*/ 2237474 h 2237474"/>
              <a:gd name="connsiteX163" fmla="*/ 1356367 w 12192000"/>
              <a:gd name="connsiteY163" fmla="*/ 2235089 h 2237474"/>
              <a:gd name="connsiteX164" fmla="*/ 1324828 w 12192000"/>
              <a:gd name="connsiteY164" fmla="*/ 2231968 h 2237474"/>
              <a:gd name="connsiteX165" fmla="*/ 1297744 w 12192000"/>
              <a:gd name="connsiteY165" fmla="*/ 2235849 h 2237474"/>
              <a:gd name="connsiteX166" fmla="*/ 1286236 w 12192000"/>
              <a:gd name="connsiteY166" fmla="*/ 2233135 h 2237474"/>
              <a:gd name="connsiteX167" fmla="*/ 1283504 w 12192000"/>
              <a:gd name="connsiteY167" fmla="*/ 2233797 h 2237474"/>
              <a:gd name="connsiteX168" fmla="*/ 1279765 w 12192000"/>
              <a:gd name="connsiteY168" fmla="*/ 2229639 h 2237474"/>
              <a:gd name="connsiteX169" fmla="*/ 1195347 w 12192000"/>
              <a:gd name="connsiteY169" fmla="*/ 2212354 h 2237474"/>
              <a:gd name="connsiteX170" fmla="*/ 970251 w 12192000"/>
              <a:gd name="connsiteY170" fmla="*/ 2221029 h 2237474"/>
              <a:gd name="connsiteX171" fmla="*/ 812914 w 12192000"/>
              <a:gd name="connsiteY171" fmla="*/ 2202752 h 2237474"/>
              <a:gd name="connsiteX172" fmla="*/ 800195 w 12192000"/>
              <a:gd name="connsiteY172" fmla="*/ 2209407 h 2237474"/>
              <a:gd name="connsiteX173" fmla="*/ 784978 w 12192000"/>
              <a:gd name="connsiteY173" fmla="*/ 2212360 h 2237474"/>
              <a:gd name="connsiteX174" fmla="*/ 681987 w 12192000"/>
              <a:gd name="connsiteY174" fmla="*/ 2216757 h 2237474"/>
              <a:gd name="connsiteX175" fmla="*/ 669923 w 12192000"/>
              <a:gd name="connsiteY175" fmla="*/ 2211682 h 2237474"/>
              <a:gd name="connsiteX176" fmla="*/ 648680 w 12192000"/>
              <a:gd name="connsiteY176" fmla="*/ 2206229 h 2237474"/>
              <a:gd name="connsiteX177" fmla="*/ 597225 w 12192000"/>
              <a:gd name="connsiteY177" fmla="*/ 2180999 h 2237474"/>
              <a:gd name="connsiteX178" fmla="*/ 558449 w 12192000"/>
              <a:gd name="connsiteY178" fmla="*/ 2182346 h 2237474"/>
              <a:gd name="connsiteX179" fmla="*/ 550517 w 12192000"/>
              <a:gd name="connsiteY179" fmla="*/ 2182060 h 2237474"/>
              <a:gd name="connsiteX180" fmla="*/ 550309 w 12192000"/>
              <a:gd name="connsiteY180" fmla="*/ 2181825 h 2237474"/>
              <a:gd name="connsiteX181" fmla="*/ 541836 w 12192000"/>
              <a:gd name="connsiteY181" fmla="*/ 2181063 h 2237474"/>
              <a:gd name="connsiteX182" fmla="*/ 536057 w 12192000"/>
              <a:gd name="connsiteY182" fmla="*/ 2181537 h 2237474"/>
              <a:gd name="connsiteX183" fmla="*/ 520671 w 12192000"/>
              <a:gd name="connsiteY183" fmla="*/ 2180980 h 2237474"/>
              <a:gd name="connsiteX184" fmla="*/ 515024 w 12192000"/>
              <a:gd name="connsiteY184" fmla="*/ 2179258 h 2237474"/>
              <a:gd name="connsiteX185" fmla="*/ 512278 w 12192000"/>
              <a:gd name="connsiteY185" fmla="*/ 2176369 h 2237474"/>
              <a:gd name="connsiteX186" fmla="*/ 480419 w 12192000"/>
              <a:gd name="connsiteY186" fmla="*/ 2167807 h 2237474"/>
              <a:gd name="connsiteX187" fmla="*/ 413835 w 12192000"/>
              <a:gd name="connsiteY187" fmla="*/ 2156783 h 2237474"/>
              <a:gd name="connsiteX188" fmla="*/ 376513 w 12192000"/>
              <a:gd name="connsiteY188" fmla="*/ 2154014 h 2237474"/>
              <a:gd name="connsiteX189" fmla="*/ 273386 w 12192000"/>
              <a:gd name="connsiteY189" fmla="*/ 2142551 h 2237474"/>
              <a:gd name="connsiteX190" fmla="*/ 169207 w 12192000"/>
              <a:gd name="connsiteY190" fmla="*/ 2128100 h 2237474"/>
              <a:gd name="connsiteX191" fmla="*/ 93149 w 12192000"/>
              <a:gd name="connsiteY191" fmla="*/ 2105324 h 2237474"/>
              <a:gd name="connsiteX192" fmla="*/ 88109 w 12192000"/>
              <a:gd name="connsiteY192" fmla="*/ 2106704 h 2237474"/>
              <a:gd name="connsiteX193" fmla="*/ 80022 w 12192000"/>
              <a:gd name="connsiteY193" fmla="*/ 2107254 h 2237474"/>
              <a:gd name="connsiteX194" fmla="*/ 79717 w 12192000"/>
              <a:gd name="connsiteY194" fmla="*/ 2107046 h 2237474"/>
              <a:gd name="connsiteX195" fmla="*/ 72352 w 12192000"/>
              <a:gd name="connsiteY195" fmla="*/ 2107991 h 2237474"/>
              <a:gd name="connsiteX196" fmla="*/ 37645 w 12192000"/>
              <a:gd name="connsiteY196" fmla="*/ 2115401 h 2237474"/>
              <a:gd name="connsiteX197" fmla="*/ 4572 w 12192000"/>
              <a:gd name="connsiteY197" fmla="*/ 2111091 h 2237474"/>
              <a:gd name="connsiteX198" fmla="*/ 0 w 12192000"/>
              <a:gd name="connsiteY198" fmla="*/ 2110468 h 2237474"/>
              <a:gd name="connsiteX199" fmla="*/ 0 w 12192000"/>
              <a:gd name="connsiteY19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319209 w 12192000"/>
              <a:gd name="connsiteY102" fmla="*/ 1834833 h 2237474"/>
              <a:gd name="connsiteX103" fmla="*/ 4290981 w 12192000"/>
              <a:gd name="connsiteY103" fmla="*/ 1839677 h 2237474"/>
              <a:gd name="connsiteX104" fmla="*/ 4238372 w 12192000"/>
              <a:gd name="connsiteY104" fmla="*/ 1851480 h 2237474"/>
              <a:gd name="connsiteX105" fmla="*/ 4232517 w 12192000"/>
              <a:gd name="connsiteY105" fmla="*/ 1852567 h 2237474"/>
              <a:gd name="connsiteX106" fmla="*/ 4191732 w 12192000"/>
              <a:gd name="connsiteY106" fmla="*/ 1857328 h 2237474"/>
              <a:gd name="connsiteX107" fmla="*/ 4065532 w 12192000"/>
              <a:gd name="connsiteY107" fmla="*/ 1855477 h 2237474"/>
              <a:gd name="connsiteX108" fmla="*/ 4028460 w 12192000"/>
              <a:gd name="connsiteY108" fmla="*/ 1855137 h 2237474"/>
              <a:gd name="connsiteX109" fmla="*/ 4002267 w 12192000"/>
              <a:gd name="connsiteY109" fmla="*/ 1852352 h 2237474"/>
              <a:gd name="connsiteX110" fmla="*/ 3931396 w 12192000"/>
              <a:gd name="connsiteY110" fmla="*/ 1858915 h 2237474"/>
              <a:gd name="connsiteX111" fmla="*/ 3812162 w 12192000"/>
              <a:gd name="connsiteY111" fmla="*/ 1875501 h 2237474"/>
              <a:gd name="connsiteX112" fmla="*/ 3729530 w 12192000"/>
              <a:gd name="connsiteY112" fmla="*/ 1864513 h 2237474"/>
              <a:gd name="connsiteX113" fmla="*/ 3680177 w 12192000"/>
              <a:gd name="connsiteY113" fmla="*/ 1881552 h 2237474"/>
              <a:gd name="connsiteX114" fmla="*/ 3567259 w 12192000"/>
              <a:gd name="connsiteY114" fmla="*/ 1893482 h 2237474"/>
              <a:gd name="connsiteX115" fmla="*/ 3405770 w 12192000"/>
              <a:gd name="connsiteY115" fmla="*/ 1904591 h 2237474"/>
              <a:gd name="connsiteX116" fmla="*/ 3280097 w 12192000"/>
              <a:gd name="connsiteY116" fmla="*/ 1919610 h 2237474"/>
              <a:gd name="connsiteX117" fmla="*/ 3123424 w 12192000"/>
              <a:gd name="connsiteY117" fmla="*/ 1952930 h 2237474"/>
              <a:gd name="connsiteX118" fmla="*/ 3009910 w 12192000"/>
              <a:gd name="connsiteY118" fmla="*/ 1957866 h 2237474"/>
              <a:gd name="connsiteX119" fmla="*/ 2995934 w 12192000"/>
              <a:gd name="connsiteY119" fmla="*/ 1967085 h 2237474"/>
              <a:gd name="connsiteX120" fmla="*/ 2980071 w 12192000"/>
              <a:gd name="connsiteY120" fmla="*/ 1972988 h 2237474"/>
              <a:gd name="connsiteX121" fmla="*/ 2978094 w 12192000"/>
              <a:gd name="connsiteY121" fmla="*/ 1972369 h 2237474"/>
              <a:gd name="connsiteX122" fmla="*/ 2942858 w 12192000"/>
              <a:gd name="connsiteY122" fmla="*/ 1981367 h 2237474"/>
              <a:gd name="connsiteX123" fmla="*/ 2875436 w 12192000"/>
              <a:gd name="connsiteY123" fmla="*/ 1996977 h 2237474"/>
              <a:gd name="connsiteX124" fmla="*/ 2874892 w 12192000"/>
              <a:gd name="connsiteY124" fmla="*/ 1996085 h 2237474"/>
              <a:gd name="connsiteX125" fmla="*/ 2864145 w 12192000"/>
              <a:gd name="connsiteY125" fmla="*/ 1994061 h 2237474"/>
              <a:gd name="connsiteX126" fmla="*/ 2843662 w 12192000"/>
              <a:gd name="connsiteY126" fmla="*/ 1992498 h 2237474"/>
              <a:gd name="connsiteX127" fmla="*/ 2796128 w 12192000"/>
              <a:gd name="connsiteY127" fmla="*/ 1976403 h 2237474"/>
              <a:gd name="connsiteX128" fmla="*/ 2756784 w 12192000"/>
              <a:gd name="connsiteY128" fmla="*/ 1985116 h 2237474"/>
              <a:gd name="connsiteX129" fmla="*/ 2748833 w 12192000"/>
              <a:gd name="connsiteY129" fmla="*/ 1986323 h 2237474"/>
              <a:gd name="connsiteX130" fmla="*/ 2748661 w 12192000"/>
              <a:gd name="connsiteY130" fmla="*/ 1986122 h 2237474"/>
              <a:gd name="connsiteX131" fmla="*/ 2740251 w 12192000"/>
              <a:gd name="connsiteY131" fmla="*/ 1986946 h 2237474"/>
              <a:gd name="connsiteX132" fmla="*/ 2718916 w 12192000"/>
              <a:gd name="connsiteY132" fmla="*/ 1990867 h 2237474"/>
              <a:gd name="connsiteX133" fmla="*/ 2713522 w 12192000"/>
              <a:gd name="connsiteY133" fmla="*/ 1990173 h 2237474"/>
              <a:gd name="connsiteX134" fmla="*/ 2680597 w 12192000"/>
              <a:gd name="connsiteY134" fmla="*/ 1984996 h 2237474"/>
              <a:gd name="connsiteX135" fmla="*/ 2578178 w 12192000"/>
              <a:gd name="connsiteY135" fmla="*/ 1990531 h 2237474"/>
              <a:gd name="connsiteX136" fmla="*/ 2476147 w 12192000"/>
              <a:gd name="connsiteY136" fmla="*/ 1998305 h 2237474"/>
              <a:gd name="connsiteX137" fmla="*/ 2373568 w 12192000"/>
              <a:gd name="connsiteY137" fmla="*/ 2003219 h 2237474"/>
              <a:gd name="connsiteX138" fmla="*/ 2321399 w 12192000"/>
              <a:gd name="connsiteY138" fmla="*/ 1989467 h 2237474"/>
              <a:gd name="connsiteX139" fmla="*/ 2315525 w 12192000"/>
              <a:gd name="connsiteY139" fmla="*/ 1989708 h 2237474"/>
              <a:gd name="connsiteX140" fmla="*/ 2300792 w 12192000"/>
              <a:gd name="connsiteY140" fmla="*/ 1994290 h 2237474"/>
              <a:gd name="connsiteX141" fmla="*/ 2295469 w 12192000"/>
              <a:gd name="connsiteY141" fmla="*/ 1996659 h 2237474"/>
              <a:gd name="connsiteX142" fmla="*/ 2287219 w 12192000"/>
              <a:gd name="connsiteY142" fmla="*/ 1998750 h 2237474"/>
              <a:gd name="connsiteX143" fmla="*/ 2286948 w 12192000"/>
              <a:gd name="connsiteY143" fmla="*/ 1998596 h 2237474"/>
              <a:gd name="connsiteX144" fmla="*/ 2243069 w 12192000"/>
              <a:gd name="connsiteY144" fmla="*/ 2015111 h 2237474"/>
              <a:gd name="connsiteX145" fmla="*/ 2186609 w 12192000"/>
              <a:gd name="connsiteY145" fmla="*/ 2008263 h 2237474"/>
              <a:gd name="connsiteX146" fmla="*/ 2164831 w 12192000"/>
              <a:gd name="connsiteY146" fmla="*/ 2010143 h 2237474"/>
              <a:gd name="connsiteX147" fmla="*/ 2152836 w 12192000"/>
              <a:gd name="connsiteY147" fmla="*/ 2010048 h 2237474"/>
              <a:gd name="connsiteX148" fmla="*/ 2117102 w 12192000"/>
              <a:gd name="connsiteY148" fmla="*/ 2023004 h 2237474"/>
              <a:gd name="connsiteX149" fmla="*/ 2111935 w 12192000"/>
              <a:gd name="connsiteY149" fmla="*/ 2023163 h 2237474"/>
              <a:gd name="connsiteX150" fmla="*/ 2089991 w 12192000"/>
              <a:gd name="connsiteY150" fmla="*/ 2034193 h 2237474"/>
              <a:gd name="connsiteX151" fmla="*/ 2058061 w 12192000"/>
              <a:gd name="connsiteY151" fmla="*/ 2047942 h 2237474"/>
              <a:gd name="connsiteX152" fmla="*/ 2055737 w 12192000"/>
              <a:gd name="connsiteY152" fmla="*/ 2047704 h 2237474"/>
              <a:gd name="connsiteX153" fmla="*/ 2042244 w 12192000"/>
              <a:gd name="connsiteY153" fmla="*/ 2055560 h 2237474"/>
              <a:gd name="connsiteX154" fmla="*/ 1976224 w 12192000"/>
              <a:gd name="connsiteY154" fmla="*/ 2074257 h 2237474"/>
              <a:gd name="connsiteX155" fmla="*/ 1877728 w 12192000"/>
              <a:gd name="connsiteY155" fmla="*/ 2101004 h 2237474"/>
              <a:gd name="connsiteX156" fmla="*/ 1759056 w 12192000"/>
              <a:gd name="connsiteY156" fmla="*/ 2125608 h 2237474"/>
              <a:gd name="connsiteX157" fmla="*/ 1637948 w 12192000"/>
              <a:gd name="connsiteY157" fmla="*/ 2172597 h 2237474"/>
              <a:gd name="connsiteX158" fmla="*/ 1434549 w 12192000"/>
              <a:gd name="connsiteY158" fmla="*/ 2234522 h 2237474"/>
              <a:gd name="connsiteX159" fmla="*/ 1398481 w 12192000"/>
              <a:gd name="connsiteY159" fmla="*/ 2237074 h 2237474"/>
              <a:gd name="connsiteX160" fmla="*/ 1398407 w 12192000"/>
              <a:gd name="connsiteY160" fmla="*/ 2237095 h 2237474"/>
              <a:gd name="connsiteX161" fmla="*/ 1370962 w 12192000"/>
              <a:gd name="connsiteY161" fmla="*/ 2237474 h 2237474"/>
              <a:gd name="connsiteX162" fmla="*/ 1356367 w 12192000"/>
              <a:gd name="connsiteY162" fmla="*/ 2235089 h 2237474"/>
              <a:gd name="connsiteX163" fmla="*/ 1324828 w 12192000"/>
              <a:gd name="connsiteY163" fmla="*/ 2231968 h 2237474"/>
              <a:gd name="connsiteX164" fmla="*/ 1297744 w 12192000"/>
              <a:gd name="connsiteY164" fmla="*/ 2235849 h 2237474"/>
              <a:gd name="connsiteX165" fmla="*/ 1286236 w 12192000"/>
              <a:gd name="connsiteY165" fmla="*/ 2233135 h 2237474"/>
              <a:gd name="connsiteX166" fmla="*/ 1283504 w 12192000"/>
              <a:gd name="connsiteY166" fmla="*/ 2233797 h 2237474"/>
              <a:gd name="connsiteX167" fmla="*/ 1279765 w 12192000"/>
              <a:gd name="connsiteY167" fmla="*/ 2229639 h 2237474"/>
              <a:gd name="connsiteX168" fmla="*/ 1195347 w 12192000"/>
              <a:gd name="connsiteY168" fmla="*/ 2212354 h 2237474"/>
              <a:gd name="connsiteX169" fmla="*/ 970251 w 12192000"/>
              <a:gd name="connsiteY169" fmla="*/ 2221029 h 2237474"/>
              <a:gd name="connsiteX170" fmla="*/ 812914 w 12192000"/>
              <a:gd name="connsiteY170" fmla="*/ 2202752 h 2237474"/>
              <a:gd name="connsiteX171" fmla="*/ 800195 w 12192000"/>
              <a:gd name="connsiteY171" fmla="*/ 2209407 h 2237474"/>
              <a:gd name="connsiteX172" fmla="*/ 784978 w 12192000"/>
              <a:gd name="connsiteY172" fmla="*/ 2212360 h 2237474"/>
              <a:gd name="connsiteX173" fmla="*/ 681987 w 12192000"/>
              <a:gd name="connsiteY173" fmla="*/ 2216757 h 2237474"/>
              <a:gd name="connsiteX174" fmla="*/ 669923 w 12192000"/>
              <a:gd name="connsiteY174" fmla="*/ 2211682 h 2237474"/>
              <a:gd name="connsiteX175" fmla="*/ 648680 w 12192000"/>
              <a:gd name="connsiteY175" fmla="*/ 2206229 h 2237474"/>
              <a:gd name="connsiteX176" fmla="*/ 597225 w 12192000"/>
              <a:gd name="connsiteY176" fmla="*/ 2180999 h 2237474"/>
              <a:gd name="connsiteX177" fmla="*/ 558449 w 12192000"/>
              <a:gd name="connsiteY177" fmla="*/ 2182346 h 2237474"/>
              <a:gd name="connsiteX178" fmla="*/ 550517 w 12192000"/>
              <a:gd name="connsiteY178" fmla="*/ 2182060 h 2237474"/>
              <a:gd name="connsiteX179" fmla="*/ 550309 w 12192000"/>
              <a:gd name="connsiteY179" fmla="*/ 2181825 h 2237474"/>
              <a:gd name="connsiteX180" fmla="*/ 541836 w 12192000"/>
              <a:gd name="connsiteY180" fmla="*/ 2181063 h 2237474"/>
              <a:gd name="connsiteX181" fmla="*/ 536057 w 12192000"/>
              <a:gd name="connsiteY181" fmla="*/ 2181537 h 2237474"/>
              <a:gd name="connsiteX182" fmla="*/ 520671 w 12192000"/>
              <a:gd name="connsiteY182" fmla="*/ 2180980 h 2237474"/>
              <a:gd name="connsiteX183" fmla="*/ 515024 w 12192000"/>
              <a:gd name="connsiteY183" fmla="*/ 2179258 h 2237474"/>
              <a:gd name="connsiteX184" fmla="*/ 512278 w 12192000"/>
              <a:gd name="connsiteY184" fmla="*/ 2176369 h 2237474"/>
              <a:gd name="connsiteX185" fmla="*/ 480419 w 12192000"/>
              <a:gd name="connsiteY185" fmla="*/ 2167807 h 2237474"/>
              <a:gd name="connsiteX186" fmla="*/ 413835 w 12192000"/>
              <a:gd name="connsiteY186" fmla="*/ 2156783 h 2237474"/>
              <a:gd name="connsiteX187" fmla="*/ 376513 w 12192000"/>
              <a:gd name="connsiteY187" fmla="*/ 2154014 h 2237474"/>
              <a:gd name="connsiteX188" fmla="*/ 273386 w 12192000"/>
              <a:gd name="connsiteY188" fmla="*/ 2142551 h 2237474"/>
              <a:gd name="connsiteX189" fmla="*/ 169207 w 12192000"/>
              <a:gd name="connsiteY189" fmla="*/ 2128100 h 2237474"/>
              <a:gd name="connsiteX190" fmla="*/ 93149 w 12192000"/>
              <a:gd name="connsiteY190" fmla="*/ 2105324 h 2237474"/>
              <a:gd name="connsiteX191" fmla="*/ 88109 w 12192000"/>
              <a:gd name="connsiteY191" fmla="*/ 2106704 h 2237474"/>
              <a:gd name="connsiteX192" fmla="*/ 80022 w 12192000"/>
              <a:gd name="connsiteY192" fmla="*/ 2107254 h 2237474"/>
              <a:gd name="connsiteX193" fmla="*/ 79717 w 12192000"/>
              <a:gd name="connsiteY193" fmla="*/ 2107046 h 2237474"/>
              <a:gd name="connsiteX194" fmla="*/ 72352 w 12192000"/>
              <a:gd name="connsiteY194" fmla="*/ 2107991 h 2237474"/>
              <a:gd name="connsiteX195" fmla="*/ 37645 w 12192000"/>
              <a:gd name="connsiteY195" fmla="*/ 2115401 h 2237474"/>
              <a:gd name="connsiteX196" fmla="*/ 4572 w 12192000"/>
              <a:gd name="connsiteY196" fmla="*/ 2111091 h 2237474"/>
              <a:gd name="connsiteX197" fmla="*/ 0 w 12192000"/>
              <a:gd name="connsiteY197" fmla="*/ 2110468 h 2237474"/>
              <a:gd name="connsiteX198" fmla="*/ 0 w 12192000"/>
              <a:gd name="connsiteY19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290981 w 12192000"/>
              <a:gd name="connsiteY102" fmla="*/ 1839677 h 2237474"/>
              <a:gd name="connsiteX103" fmla="*/ 4238372 w 12192000"/>
              <a:gd name="connsiteY103" fmla="*/ 1851480 h 2237474"/>
              <a:gd name="connsiteX104" fmla="*/ 4232517 w 12192000"/>
              <a:gd name="connsiteY104" fmla="*/ 1852567 h 2237474"/>
              <a:gd name="connsiteX105" fmla="*/ 4191732 w 12192000"/>
              <a:gd name="connsiteY105" fmla="*/ 1857328 h 2237474"/>
              <a:gd name="connsiteX106" fmla="*/ 4065532 w 12192000"/>
              <a:gd name="connsiteY106" fmla="*/ 1855477 h 2237474"/>
              <a:gd name="connsiteX107" fmla="*/ 4028460 w 12192000"/>
              <a:gd name="connsiteY107" fmla="*/ 1855137 h 2237474"/>
              <a:gd name="connsiteX108" fmla="*/ 4002267 w 12192000"/>
              <a:gd name="connsiteY108" fmla="*/ 1852352 h 2237474"/>
              <a:gd name="connsiteX109" fmla="*/ 3931396 w 12192000"/>
              <a:gd name="connsiteY109" fmla="*/ 1858915 h 2237474"/>
              <a:gd name="connsiteX110" fmla="*/ 3812162 w 12192000"/>
              <a:gd name="connsiteY110" fmla="*/ 1875501 h 2237474"/>
              <a:gd name="connsiteX111" fmla="*/ 3729530 w 12192000"/>
              <a:gd name="connsiteY111" fmla="*/ 1864513 h 2237474"/>
              <a:gd name="connsiteX112" fmla="*/ 3680177 w 12192000"/>
              <a:gd name="connsiteY112" fmla="*/ 1881552 h 2237474"/>
              <a:gd name="connsiteX113" fmla="*/ 3567259 w 12192000"/>
              <a:gd name="connsiteY113" fmla="*/ 1893482 h 2237474"/>
              <a:gd name="connsiteX114" fmla="*/ 3405770 w 12192000"/>
              <a:gd name="connsiteY114" fmla="*/ 1904591 h 2237474"/>
              <a:gd name="connsiteX115" fmla="*/ 3280097 w 12192000"/>
              <a:gd name="connsiteY115" fmla="*/ 1919610 h 2237474"/>
              <a:gd name="connsiteX116" fmla="*/ 3123424 w 12192000"/>
              <a:gd name="connsiteY116" fmla="*/ 1952930 h 2237474"/>
              <a:gd name="connsiteX117" fmla="*/ 3009910 w 12192000"/>
              <a:gd name="connsiteY117" fmla="*/ 1957866 h 2237474"/>
              <a:gd name="connsiteX118" fmla="*/ 2995934 w 12192000"/>
              <a:gd name="connsiteY118" fmla="*/ 1967085 h 2237474"/>
              <a:gd name="connsiteX119" fmla="*/ 2980071 w 12192000"/>
              <a:gd name="connsiteY119" fmla="*/ 1972988 h 2237474"/>
              <a:gd name="connsiteX120" fmla="*/ 2978094 w 12192000"/>
              <a:gd name="connsiteY120" fmla="*/ 1972369 h 2237474"/>
              <a:gd name="connsiteX121" fmla="*/ 2942858 w 12192000"/>
              <a:gd name="connsiteY121" fmla="*/ 1981367 h 2237474"/>
              <a:gd name="connsiteX122" fmla="*/ 2875436 w 12192000"/>
              <a:gd name="connsiteY122" fmla="*/ 1996977 h 2237474"/>
              <a:gd name="connsiteX123" fmla="*/ 2874892 w 12192000"/>
              <a:gd name="connsiteY123" fmla="*/ 1996085 h 2237474"/>
              <a:gd name="connsiteX124" fmla="*/ 2864145 w 12192000"/>
              <a:gd name="connsiteY124" fmla="*/ 1994061 h 2237474"/>
              <a:gd name="connsiteX125" fmla="*/ 2843662 w 12192000"/>
              <a:gd name="connsiteY125" fmla="*/ 1992498 h 2237474"/>
              <a:gd name="connsiteX126" fmla="*/ 2796128 w 12192000"/>
              <a:gd name="connsiteY126" fmla="*/ 1976403 h 2237474"/>
              <a:gd name="connsiteX127" fmla="*/ 2756784 w 12192000"/>
              <a:gd name="connsiteY127" fmla="*/ 1985116 h 2237474"/>
              <a:gd name="connsiteX128" fmla="*/ 2748833 w 12192000"/>
              <a:gd name="connsiteY128" fmla="*/ 1986323 h 2237474"/>
              <a:gd name="connsiteX129" fmla="*/ 2748661 w 12192000"/>
              <a:gd name="connsiteY129" fmla="*/ 1986122 h 2237474"/>
              <a:gd name="connsiteX130" fmla="*/ 2740251 w 12192000"/>
              <a:gd name="connsiteY130" fmla="*/ 1986946 h 2237474"/>
              <a:gd name="connsiteX131" fmla="*/ 2718916 w 12192000"/>
              <a:gd name="connsiteY131" fmla="*/ 1990867 h 2237474"/>
              <a:gd name="connsiteX132" fmla="*/ 2713522 w 12192000"/>
              <a:gd name="connsiteY132" fmla="*/ 1990173 h 2237474"/>
              <a:gd name="connsiteX133" fmla="*/ 2680597 w 12192000"/>
              <a:gd name="connsiteY133" fmla="*/ 1984996 h 2237474"/>
              <a:gd name="connsiteX134" fmla="*/ 2578178 w 12192000"/>
              <a:gd name="connsiteY134" fmla="*/ 1990531 h 2237474"/>
              <a:gd name="connsiteX135" fmla="*/ 2476147 w 12192000"/>
              <a:gd name="connsiteY135" fmla="*/ 1998305 h 2237474"/>
              <a:gd name="connsiteX136" fmla="*/ 2373568 w 12192000"/>
              <a:gd name="connsiteY136" fmla="*/ 2003219 h 2237474"/>
              <a:gd name="connsiteX137" fmla="*/ 2321399 w 12192000"/>
              <a:gd name="connsiteY137" fmla="*/ 1989467 h 2237474"/>
              <a:gd name="connsiteX138" fmla="*/ 2315525 w 12192000"/>
              <a:gd name="connsiteY138" fmla="*/ 1989708 h 2237474"/>
              <a:gd name="connsiteX139" fmla="*/ 2300792 w 12192000"/>
              <a:gd name="connsiteY139" fmla="*/ 1994290 h 2237474"/>
              <a:gd name="connsiteX140" fmla="*/ 2295469 w 12192000"/>
              <a:gd name="connsiteY140" fmla="*/ 1996659 h 2237474"/>
              <a:gd name="connsiteX141" fmla="*/ 2287219 w 12192000"/>
              <a:gd name="connsiteY141" fmla="*/ 1998750 h 2237474"/>
              <a:gd name="connsiteX142" fmla="*/ 2286948 w 12192000"/>
              <a:gd name="connsiteY142" fmla="*/ 1998596 h 2237474"/>
              <a:gd name="connsiteX143" fmla="*/ 2243069 w 12192000"/>
              <a:gd name="connsiteY143" fmla="*/ 2015111 h 2237474"/>
              <a:gd name="connsiteX144" fmla="*/ 2186609 w 12192000"/>
              <a:gd name="connsiteY144" fmla="*/ 2008263 h 2237474"/>
              <a:gd name="connsiteX145" fmla="*/ 2164831 w 12192000"/>
              <a:gd name="connsiteY145" fmla="*/ 2010143 h 2237474"/>
              <a:gd name="connsiteX146" fmla="*/ 2152836 w 12192000"/>
              <a:gd name="connsiteY146" fmla="*/ 2010048 h 2237474"/>
              <a:gd name="connsiteX147" fmla="*/ 2117102 w 12192000"/>
              <a:gd name="connsiteY147" fmla="*/ 2023004 h 2237474"/>
              <a:gd name="connsiteX148" fmla="*/ 2111935 w 12192000"/>
              <a:gd name="connsiteY148" fmla="*/ 2023163 h 2237474"/>
              <a:gd name="connsiteX149" fmla="*/ 2089991 w 12192000"/>
              <a:gd name="connsiteY149" fmla="*/ 2034193 h 2237474"/>
              <a:gd name="connsiteX150" fmla="*/ 2058061 w 12192000"/>
              <a:gd name="connsiteY150" fmla="*/ 2047942 h 2237474"/>
              <a:gd name="connsiteX151" fmla="*/ 2055737 w 12192000"/>
              <a:gd name="connsiteY151" fmla="*/ 2047704 h 2237474"/>
              <a:gd name="connsiteX152" fmla="*/ 2042244 w 12192000"/>
              <a:gd name="connsiteY152" fmla="*/ 2055560 h 2237474"/>
              <a:gd name="connsiteX153" fmla="*/ 1976224 w 12192000"/>
              <a:gd name="connsiteY153" fmla="*/ 2074257 h 2237474"/>
              <a:gd name="connsiteX154" fmla="*/ 1877728 w 12192000"/>
              <a:gd name="connsiteY154" fmla="*/ 2101004 h 2237474"/>
              <a:gd name="connsiteX155" fmla="*/ 1759056 w 12192000"/>
              <a:gd name="connsiteY155" fmla="*/ 2125608 h 2237474"/>
              <a:gd name="connsiteX156" fmla="*/ 1637948 w 12192000"/>
              <a:gd name="connsiteY156" fmla="*/ 2172597 h 2237474"/>
              <a:gd name="connsiteX157" fmla="*/ 1434549 w 12192000"/>
              <a:gd name="connsiteY157" fmla="*/ 2234522 h 2237474"/>
              <a:gd name="connsiteX158" fmla="*/ 1398481 w 12192000"/>
              <a:gd name="connsiteY158" fmla="*/ 2237074 h 2237474"/>
              <a:gd name="connsiteX159" fmla="*/ 1398407 w 12192000"/>
              <a:gd name="connsiteY159" fmla="*/ 2237095 h 2237474"/>
              <a:gd name="connsiteX160" fmla="*/ 1370962 w 12192000"/>
              <a:gd name="connsiteY160" fmla="*/ 2237474 h 2237474"/>
              <a:gd name="connsiteX161" fmla="*/ 1356367 w 12192000"/>
              <a:gd name="connsiteY161" fmla="*/ 2235089 h 2237474"/>
              <a:gd name="connsiteX162" fmla="*/ 1324828 w 12192000"/>
              <a:gd name="connsiteY162" fmla="*/ 2231968 h 2237474"/>
              <a:gd name="connsiteX163" fmla="*/ 1297744 w 12192000"/>
              <a:gd name="connsiteY163" fmla="*/ 2235849 h 2237474"/>
              <a:gd name="connsiteX164" fmla="*/ 1286236 w 12192000"/>
              <a:gd name="connsiteY164" fmla="*/ 2233135 h 2237474"/>
              <a:gd name="connsiteX165" fmla="*/ 1283504 w 12192000"/>
              <a:gd name="connsiteY165" fmla="*/ 2233797 h 2237474"/>
              <a:gd name="connsiteX166" fmla="*/ 1279765 w 12192000"/>
              <a:gd name="connsiteY166" fmla="*/ 2229639 h 2237474"/>
              <a:gd name="connsiteX167" fmla="*/ 1195347 w 12192000"/>
              <a:gd name="connsiteY167" fmla="*/ 2212354 h 2237474"/>
              <a:gd name="connsiteX168" fmla="*/ 970251 w 12192000"/>
              <a:gd name="connsiteY168" fmla="*/ 2221029 h 2237474"/>
              <a:gd name="connsiteX169" fmla="*/ 812914 w 12192000"/>
              <a:gd name="connsiteY169" fmla="*/ 2202752 h 2237474"/>
              <a:gd name="connsiteX170" fmla="*/ 800195 w 12192000"/>
              <a:gd name="connsiteY170" fmla="*/ 2209407 h 2237474"/>
              <a:gd name="connsiteX171" fmla="*/ 784978 w 12192000"/>
              <a:gd name="connsiteY171" fmla="*/ 2212360 h 2237474"/>
              <a:gd name="connsiteX172" fmla="*/ 681987 w 12192000"/>
              <a:gd name="connsiteY172" fmla="*/ 2216757 h 2237474"/>
              <a:gd name="connsiteX173" fmla="*/ 669923 w 12192000"/>
              <a:gd name="connsiteY173" fmla="*/ 2211682 h 2237474"/>
              <a:gd name="connsiteX174" fmla="*/ 648680 w 12192000"/>
              <a:gd name="connsiteY174" fmla="*/ 2206229 h 2237474"/>
              <a:gd name="connsiteX175" fmla="*/ 597225 w 12192000"/>
              <a:gd name="connsiteY175" fmla="*/ 2180999 h 2237474"/>
              <a:gd name="connsiteX176" fmla="*/ 558449 w 12192000"/>
              <a:gd name="connsiteY176" fmla="*/ 2182346 h 2237474"/>
              <a:gd name="connsiteX177" fmla="*/ 550517 w 12192000"/>
              <a:gd name="connsiteY177" fmla="*/ 2182060 h 2237474"/>
              <a:gd name="connsiteX178" fmla="*/ 550309 w 12192000"/>
              <a:gd name="connsiteY178" fmla="*/ 2181825 h 2237474"/>
              <a:gd name="connsiteX179" fmla="*/ 541836 w 12192000"/>
              <a:gd name="connsiteY179" fmla="*/ 2181063 h 2237474"/>
              <a:gd name="connsiteX180" fmla="*/ 536057 w 12192000"/>
              <a:gd name="connsiteY180" fmla="*/ 2181537 h 2237474"/>
              <a:gd name="connsiteX181" fmla="*/ 520671 w 12192000"/>
              <a:gd name="connsiteY181" fmla="*/ 2180980 h 2237474"/>
              <a:gd name="connsiteX182" fmla="*/ 515024 w 12192000"/>
              <a:gd name="connsiteY182" fmla="*/ 2179258 h 2237474"/>
              <a:gd name="connsiteX183" fmla="*/ 512278 w 12192000"/>
              <a:gd name="connsiteY183" fmla="*/ 2176369 h 2237474"/>
              <a:gd name="connsiteX184" fmla="*/ 480419 w 12192000"/>
              <a:gd name="connsiteY184" fmla="*/ 2167807 h 2237474"/>
              <a:gd name="connsiteX185" fmla="*/ 413835 w 12192000"/>
              <a:gd name="connsiteY185" fmla="*/ 2156783 h 2237474"/>
              <a:gd name="connsiteX186" fmla="*/ 376513 w 12192000"/>
              <a:gd name="connsiteY186" fmla="*/ 2154014 h 2237474"/>
              <a:gd name="connsiteX187" fmla="*/ 273386 w 12192000"/>
              <a:gd name="connsiteY187" fmla="*/ 2142551 h 2237474"/>
              <a:gd name="connsiteX188" fmla="*/ 169207 w 12192000"/>
              <a:gd name="connsiteY188" fmla="*/ 2128100 h 2237474"/>
              <a:gd name="connsiteX189" fmla="*/ 93149 w 12192000"/>
              <a:gd name="connsiteY189" fmla="*/ 2105324 h 2237474"/>
              <a:gd name="connsiteX190" fmla="*/ 88109 w 12192000"/>
              <a:gd name="connsiteY190" fmla="*/ 2106704 h 2237474"/>
              <a:gd name="connsiteX191" fmla="*/ 80022 w 12192000"/>
              <a:gd name="connsiteY191" fmla="*/ 2107254 h 2237474"/>
              <a:gd name="connsiteX192" fmla="*/ 79717 w 12192000"/>
              <a:gd name="connsiteY192" fmla="*/ 2107046 h 2237474"/>
              <a:gd name="connsiteX193" fmla="*/ 72352 w 12192000"/>
              <a:gd name="connsiteY193" fmla="*/ 2107991 h 2237474"/>
              <a:gd name="connsiteX194" fmla="*/ 37645 w 12192000"/>
              <a:gd name="connsiteY194" fmla="*/ 2115401 h 2237474"/>
              <a:gd name="connsiteX195" fmla="*/ 4572 w 12192000"/>
              <a:gd name="connsiteY195" fmla="*/ 2111091 h 2237474"/>
              <a:gd name="connsiteX196" fmla="*/ 0 w 12192000"/>
              <a:gd name="connsiteY196" fmla="*/ 2110468 h 2237474"/>
              <a:gd name="connsiteX197" fmla="*/ 0 w 12192000"/>
              <a:gd name="connsiteY19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92727 w 12192000"/>
              <a:gd name="connsiteY65" fmla="*/ 1623628 h 2237474"/>
              <a:gd name="connsiteX66" fmla="*/ 7031309 w 12192000"/>
              <a:gd name="connsiteY66" fmla="*/ 1619451 h 2237474"/>
              <a:gd name="connsiteX67" fmla="*/ 6900177 w 12192000"/>
              <a:gd name="connsiteY67" fmla="*/ 1636016 h 2237474"/>
              <a:gd name="connsiteX68" fmla="*/ 6795372 w 12192000"/>
              <a:gd name="connsiteY68" fmla="*/ 1644845 h 2237474"/>
              <a:gd name="connsiteX69" fmla="*/ 6692251 w 12192000"/>
              <a:gd name="connsiteY69" fmla="*/ 1656357 h 2237474"/>
              <a:gd name="connsiteX70" fmla="*/ 6655235 w 12192000"/>
              <a:gd name="connsiteY70" fmla="*/ 1661869 h 2237474"/>
              <a:gd name="connsiteX71" fmla="*/ 6554894 w 12192000"/>
              <a:gd name="connsiteY71" fmla="*/ 1664428 h 2237474"/>
              <a:gd name="connsiteX72" fmla="*/ 6516595 w 12192000"/>
              <a:gd name="connsiteY72" fmla="*/ 1667475 h 2237474"/>
              <a:gd name="connsiteX73" fmla="*/ 6508541 w 12192000"/>
              <a:gd name="connsiteY73" fmla="*/ 1668757 h 2237474"/>
              <a:gd name="connsiteX74" fmla="*/ 6471012 w 12192000"/>
              <a:gd name="connsiteY74" fmla="*/ 1678604 h 2237474"/>
              <a:gd name="connsiteX75" fmla="*/ 6364035 w 12192000"/>
              <a:gd name="connsiteY75" fmla="*/ 1667683 h 2237474"/>
              <a:gd name="connsiteX76" fmla="*/ 6280959 w 12192000"/>
              <a:gd name="connsiteY76" fmla="*/ 1689329 h 2237474"/>
              <a:gd name="connsiteX77" fmla="*/ 6243319 w 12192000"/>
              <a:gd name="connsiteY77" fmla="*/ 1695560 h 2237474"/>
              <a:gd name="connsiteX78" fmla="*/ 6098321 w 12192000"/>
              <a:gd name="connsiteY78" fmla="*/ 1721646 h 2237474"/>
              <a:gd name="connsiteX79" fmla="*/ 5880652 w 12192000"/>
              <a:gd name="connsiteY79" fmla="*/ 1779643 h 2237474"/>
              <a:gd name="connsiteX80" fmla="*/ 5785959 w 12192000"/>
              <a:gd name="connsiteY80" fmla="*/ 1775307 h 2237474"/>
              <a:gd name="connsiteX81" fmla="*/ 5643534 w 12192000"/>
              <a:gd name="connsiteY81" fmla="*/ 1802919 h 2237474"/>
              <a:gd name="connsiteX82" fmla="*/ 5518799 w 12192000"/>
              <a:gd name="connsiteY82" fmla="*/ 1818312 h 2237474"/>
              <a:gd name="connsiteX83" fmla="*/ 5505014 w 12192000"/>
              <a:gd name="connsiteY83" fmla="*/ 1819259 h 2237474"/>
              <a:gd name="connsiteX84" fmla="*/ 5453307 w 12192000"/>
              <a:gd name="connsiteY84" fmla="*/ 1815450 h 2237474"/>
              <a:gd name="connsiteX85" fmla="*/ 5221533 w 12192000"/>
              <a:gd name="connsiteY85" fmla="*/ 1846950 h 2237474"/>
              <a:gd name="connsiteX86" fmla="*/ 5149802 w 12192000"/>
              <a:gd name="connsiteY86" fmla="*/ 1844846 h 2237474"/>
              <a:gd name="connsiteX87" fmla="*/ 5114927 w 12192000"/>
              <a:gd name="connsiteY87" fmla="*/ 1847827 h 2237474"/>
              <a:gd name="connsiteX88" fmla="*/ 5108970 w 12192000"/>
              <a:gd name="connsiteY88" fmla="*/ 1847935 h 2237474"/>
              <a:gd name="connsiteX89" fmla="*/ 5067961 w 12192000"/>
              <a:gd name="connsiteY89" fmla="*/ 1845917 h 2237474"/>
              <a:gd name="connsiteX90" fmla="*/ 5007075 w 12192000"/>
              <a:gd name="connsiteY90" fmla="*/ 1838626 h 2237474"/>
              <a:gd name="connsiteX91" fmla="*/ 4944087 w 12192000"/>
              <a:gd name="connsiteY91" fmla="*/ 1823332 h 2237474"/>
              <a:gd name="connsiteX92" fmla="*/ 4907662 w 12192000"/>
              <a:gd name="connsiteY92" fmla="*/ 1816900 h 2237474"/>
              <a:gd name="connsiteX93" fmla="*/ 4882386 w 12192000"/>
              <a:gd name="connsiteY93" fmla="*/ 1809844 h 2237474"/>
              <a:gd name="connsiteX94" fmla="*/ 4811440 w 12192000"/>
              <a:gd name="connsiteY94" fmla="*/ 1804655 h 2237474"/>
              <a:gd name="connsiteX95" fmla="*/ 4691075 w 12192000"/>
              <a:gd name="connsiteY95" fmla="*/ 1801389 h 2237474"/>
              <a:gd name="connsiteX96" fmla="*/ 4611738 w 12192000"/>
              <a:gd name="connsiteY96" fmla="*/ 1776964 h 2237474"/>
              <a:gd name="connsiteX97" fmla="*/ 4560070 w 12192000"/>
              <a:gd name="connsiteY97" fmla="*/ 1785640 h 2237474"/>
              <a:gd name="connsiteX98" fmla="*/ 4536503 w 12192000"/>
              <a:gd name="connsiteY98" fmla="*/ 1785334 h 2237474"/>
              <a:gd name="connsiteX99" fmla="*/ 4513724 w 12192000"/>
              <a:gd name="connsiteY99" fmla="*/ 1791996 h 2237474"/>
              <a:gd name="connsiteX100" fmla="*/ 4459810 w 12192000"/>
              <a:gd name="connsiteY100" fmla="*/ 1797886 h 2237474"/>
              <a:gd name="connsiteX101" fmla="*/ 4379064 w 12192000"/>
              <a:gd name="connsiteY101" fmla="*/ 1817177 h 2237474"/>
              <a:gd name="connsiteX102" fmla="*/ 4290981 w 12192000"/>
              <a:gd name="connsiteY102" fmla="*/ 1839677 h 2237474"/>
              <a:gd name="connsiteX103" fmla="*/ 4238372 w 12192000"/>
              <a:gd name="connsiteY103" fmla="*/ 1851480 h 2237474"/>
              <a:gd name="connsiteX104" fmla="*/ 4232517 w 12192000"/>
              <a:gd name="connsiteY104" fmla="*/ 1852567 h 2237474"/>
              <a:gd name="connsiteX105" fmla="*/ 4191732 w 12192000"/>
              <a:gd name="connsiteY105" fmla="*/ 1857328 h 2237474"/>
              <a:gd name="connsiteX106" fmla="*/ 4065532 w 12192000"/>
              <a:gd name="connsiteY106" fmla="*/ 1855477 h 2237474"/>
              <a:gd name="connsiteX107" fmla="*/ 4028460 w 12192000"/>
              <a:gd name="connsiteY107" fmla="*/ 1855137 h 2237474"/>
              <a:gd name="connsiteX108" fmla="*/ 4002267 w 12192000"/>
              <a:gd name="connsiteY108" fmla="*/ 1852352 h 2237474"/>
              <a:gd name="connsiteX109" fmla="*/ 3931396 w 12192000"/>
              <a:gd name="connsiteY109" fmla="*/ 1858915 h 2237474"/>
              <a:gd name="connsiteX110" fmla="*/ 3812162 w 12192000"/>
              <a:gd name="connsiteY110" fmla="*/ 1875501 h 2237474"/>
              <a:gd name="connsiteX111" fmla="*/ 3729530 w 12192000"/>
              <a:gd name="connsiteY111" fmla="*/ 1864513 h 2237474"/>
              <a:gd name="connsiteX112" fmla="*/ 3680177 w 12192000"/>
              <a:gd name="connsiteY112" fmla="*/ 1881552 h 2237474"/>
              <a:gd name="connsiteX113" fmla="*/ 3567259 w 12192000"/>
              <a:gd name="connsiteY113" fmla="*/ 1893482 h 2237474"/>
              <a:gd name="connsiteX114" fmla="*/ 3405770 w 12192000"/>
              <a:gd name="connsiteY114" fmla="*/ 1904591 h 2237474"/>
              <a:gd name="connsiteX115" fmla="*/ 3280097 w 12192000"/>
              <a:gd name="connsiteY115" fmla="*/ 1919610 h 2237474"/>
              <a:gd name="connsiteX116" fmla="*/ 3123424 w 12192000"/>
              <a:gd name="connsiteY116" fmla="*/ 1952930 h 2237474"/>
              <a:gd name="connsiteX117" fmla="*/ 3009910 w 12192000"/>
              <a:gd name="connsiteY117" fmla="*/ 1957866 h 2237474"/>
              <a:gd name="connsiteX118" fmla="*/ 2995934 w 12192000"/>
              <a:gd name="connsiteY118" fmla="*/ 1967085 h 2237474"/>
              <a:gd name="connsiteX119" fmla="*/ 2980071 w 12192000"/>
              <a:gd name="connsiteY119" fmla="*/ 1972988 h 2237474"/>
              <a:gd name="connsiteX120" fmla="*/ 2978094 w 12192000"/>
              <a:gd name="connsiteY120" fmla="*/ 1972369 h 2237474"/>
              <a:gd name="connsiteX121" fmla="*/ 2942858 w 12192000"/>
              <a:gd name="connsiteY121" fmla="*/ 1981367 h 2237474"/>
              <a:gd name="connsiteX122" fmla="*/ 2875436 w 12192000"/>
              <a:gd name="connsiteY122" fmla="*/ 1996977 h 2237474"/>
              <a:gd name="connsiteX123" fmla="*/ 2874892 w 12192000"/>
              <a:gd name="connsiteY123" fmla="*/ 1996085 h 2237474"/>
              <a:gd name="connsiteX124" fmla="*/ 2864145 w 12192000"/>
              <a:gd name="connsiteY124" fmla="*/ 1994061 h 2237474"/>
              <a:gd name="connsiteX125" fmla="*/ 2843662 w 12192000"/>
              <a:gd name="connsiteY125" fmla="*/ 1992498 h 2237474"/>
              <a:gd name="connsiteX126" fmla="*/ 2796128 w 12192000"/>
              <a:gd name="connsiteY126" fmla="*/ 1976403 h 2237474"/>
              <a:gd name="connsiteX127" fmla="*/ 2756784 w 12192000"/>
              <a:gd name="connsiteY127" fmla="*/ 1985116 h 2237474"/>
              <a:gd name="connsiteX128" fmla="*/ 2748833 w 12192000"/>
              <a:gd name="connsiteY128" fmla="*/ 1986323 h 2237474"/>
              <a:gd name="connsiteX129" fmla="*/ 2748661 w 12192000"/>
              <a:gd name="connsiteY129" fmla="*/ 1986122 h 2237474"/>
              <a:gd name="connsiteX130" fmla="*/ 2740251 w 12192000"/>
              <a:gd name="connsiteY130" fmla="*/ 1986946 h 2237474"/>
              <a:gd name="connsiteX131" fmla="*/ 2718916 w 12192000"/>
              <a:gd name="connsiteY131" fmla="*/ 1990867 h 2237474"/>
              <a:gd name="connsiteX132" fmla="*/ 2713522 w 12192000"/>
              <a:gd name="connsiteY132" fmla="*/ 1990173 h 2237474"/>
              <a:gd name="connsiteX133" fmla="*/ 2680597 w 12192000"/>
              <a:gd name="connsiteY133" fmla="*/ 1984996 h 2237474"/>
              <a:gd name="connsiteX134" fmla="*/ 2578178 w 12192000"/>
              <a:gd name="connsiteY134" fmla="*/ 1990531 h 2237474"/>
              <a:gd name="connsiteX135" fmla="*/ 2476147 w 12192000"/>
              <a:gd name="connsiteY135" fmla="*/ 1998305 h 2237474"/>
              <a:gd name="connsiteX136" fmla="*/ 2373568 w 12192000"/>
              <a:gd name="connsiteY136" fmla="*/ 2003219 h 2237474"/>
              <a:gd name="connsiteX137" fmla="*/ 2321399 w 12192000"/>
              <a:gd name="connsiteY137" fmla="*/ 1989467 h 2237474"/>
              <a:gd name="connsiteX138" fmla="*/ 2315525 w 12192000"/>
              <a:gd name="connsiteY138" fmla="*/ 1989708 h 2237474"/>
              <a:gd name="connsiteX139" fmla="*/ 2300792 w 12192000"/>
              <a:gd name="connsiteY139" fmla="*/ 1994290 h 2237474"/>
              <a:gd name="connsiteX140" fmla="*/ 2295469 w 12192000"/>
              <a:gd name="connsiteY140" fmla="*/ 1996659 h 2237474"/>
              <a:gd name="connsiteX141" fmla="*/ 2287219 w 12192000"/>
              <a:gd name="connsiteY141" fmla="*/ 1998750 h 2237474"/>
              <a:gd name="connsiteX142" fmla="*/ 2286948 w 12192000"/>
              <a:gd name="connsiteY142" fmla="*/ 1998596 h 2237474"/>
              <a:gd name="connsiteX143" fmla="*/ 2243069 w 12192000"/>
              <a:gd name="connsiteY143" fmla="*/ 2015111 h 2237474"/>
              <a:gd name="connsiteX144" fmla="*/ 2186609 w 12192000"/>
              <a:gd name="connsiteY144" fmla="*/ 2008263 h 2237474"/>
              <a:gd name="connsiteX145" fmla="*/ 2164831 w 12192000"/>
              <a:gd name="connsiteY145" fmla="*/ 2010143 h 2237474"/>
              <a:gd name="connsiteX146" fmla="*/ 2152836 w 12192000"/>
              <a:gd name="connsiteY146" fmla="*/ 2010048 h 2237474"/>
              <a:gd name="connsiteX147" fmla="*/ 2117102 w 12192000"/>
              <a:gd name="connsiteY147" fmla="*/ 2023004 h 2237474"/>
              <a:gd name="connsiteX148" fmla="*/ 2111935 w 12192000"/>
              <a:gd name="connsiteY148" fmla="*/ 2023163 h 2237474"/>
              <a:gd name="connsiteX149" fmla="*/ 2089991 w 12192000"/>
              <a:gd name="connsiteY149" fmla="*/ 2034193 h 2237474"/>
              <a:gd name="connsiteX150" fmla="*/ 2058061 w 12192000"/>
              <a:gd name="connsiteY150" fmla="*/ 2047942 h 2237474"/>
              <a:gd name="connsiteX151" fmla="*/ 2055737 w 12192000"/>
              <a:gd name="connsiteY151" fmla="*/ 2047704 h 2237474"/>
              <a:gd name="connsiteX152" fmla="*/ 2042244 w 12192000"/>
              <a:gd name="connsiteY152" fmla="*/ 2055560 h 2237474"/>
              <a:gd name="connsiteX153" fmla="*/ 1976224 w 12192000"/>
              <a:gd name="connsiteY153" fmla="*/ 2074257 h 2237474"/>
              <a:gd name="connsiteX154" fmla="*/ 1877728 w 12192000"/>
              <a:gd name="connsiteY154" fmla="*/ 2101004 h 2237474"/>
              <a:gd name="connsiteX155" fmla="*/ 1759056 w 12192000"/>
              <a:gd name="connsiteY155" fmla="*/ 2125608 h 2237474"/>
              <a:gd name="connsiteX156" fmla="*/ 1637948 w 12192000"/>
              <a:gd name="connsiteY156" fmla="*/ 2172597 h 2237474"/>
              <a:gd name="connsiteX157" fmla="*/ 1434549 w 12192000"/>
              <a:gd name="connsiteY157" fmla="*/ 2234522 h 2237474"/>
              <a:gd name="connsiteX158" fmla="*/ 1398481 w 12192000"/>
              <a:gd name="connsiteY158" fmla="*/ 2237074 h 2237474"/>
              <a:gd name="connsiteX159" fmla="*/ 1398407 w 12192000"/>
              <a:gd name="connsiteY159" fmla="*/ 2237095 h 2237474"/>
              <a:gd name="connsiteX160" fmla="*/ 1370962 w 12192000"/>
              <a:gd name="connsiteY160" fmla="*/ 2237474 h 2237474"/>
              <a:gd name="connsiteX161" fmla="*/ 1356367 w 12192000"/>
              <a:gd name="connsiteY161" fmla="*/ 2235089 h 2237474"/>
              <a:gd name="connsiteX162" fmla="*/ 1324828 w 12192000"/>
              <a:gd name="connsiteY162" fmla="*/ 2231968 h 2237474"/>
              <a:gd name="connsiteX163" fmla="*/ 1297744 w 12192000"/>
              <a:gd name="connsiteY163" fmla="*/ 2235849 h 2237474"/>
              <a:gd name="connsiteX164" fmla="*/ 1286236 w 12192000"/>
              <a:gd name="connsiteY164" fmla="*/ 2233135 h 2237474"/>
              <a:gd name="connsiteX165" fmla="*/ 1283504 w 12192000"/>
              <a:gd name="connsiteY165" fmla="*/ 2233797 h 2237474"/>
              <a:gd name="connsiteX166" fmla="*/ 1279765 w 12192000"/>
              <a:gd name="connsiteY166" fmla="*/ 2229639 h 2237474"/>
              <a:gd name="connsiteX167" fmla="*/ 1195347 w 12192000"/>
              <a:gd name="connsiteY167" fmla="*/ 2212354 h 2237474"/>
              <a:gd name="connsiteX168" fmla="*/ 970251 w 12192000"/>
              <a:gd name="connsiteY168" fmla="*/ 2221029 h 2237474"/>
              <a:gd name="connsiteX169" fmla="*/ 812914 w 12192000"/>
              <a:gd name="connsiteY169" fmla="*/ 2202752 h 2237474"/>
              <a:gd name="connsiteX170" fmla="*/ 800195 w 12192000"/>
              <a:gd name="connsiteY170" fmla="*/ 2209407 h 2237474"/>
              <a:gd name="connsiteX171" fmla="*/ 784978 w 12192000"/>
              <a:gd name="connsiteY171" fmla="*/ 2212360 h 2237474"/>
              <a:gd name="connsiteX172" fmla="*/ 681987 w 12192000"/>
              <a:gd name="connsiteY172" fmla="*/ 2216757 h 2237474"/>
              <a:gd name="connsiteX173" fmla="*/ 669923 w 12192000"/>
              <a:gd name="connsiteY173" fmla="*/ 2211682 h 2237474"/>
              <a:gd name="connsiteX174" fmla="*/ 648680 w 12192000"/>
              <a:gd name="connsiteY174" fmla="*/ 2206229 h 2237474"/>
              <a:gd name="connsiteX175" fmla="*/ 597225 w 12192000"/>
              <a:gd name="connsiteY175" fmla="*/ 2180999 h 2237474"/>
              <a:gd name="connsiteX176" fmla="*/ 558449 w 12192000"/>
              <a:gd name="connsiteY176" fmla="*/ 2182346 h 2237474"/>
              <a:gd name="connsiteX177" fmla="*/ 550517 w 12192000"/>
              <a:gd name="connsiteY177" fmla="*/ 2182060 h 2237474"/>
              <a:gd name="connsiteX178" fmla="*/ 550309 w 12192000"/>
              <a:gd name="connsiteY178" fmla="*/ 2181825 h 2237474"/>
              <a:gd name="connsiteX179" fmla="*/ 541836 w 12192000"/>
              <a:gd name="connsiteY179" fmla="*/ 2181063 h 2237474"/>
              <a:gd name="connsiteX180" fmla="*/ 536057 w 12192000"/>
              <a:gd name="connsiteY180" fmla="*/ 2181537 h 2237474"/>
              <a:gd name="connsiteX181" fmla="*/ 520671 w 12192000"/>
              <a:gd name="connsiteY181" fmla="*/ 2180980 h 2237474"/>
              <a:gd name="connsiteX182" fmla="*/ 515024 w 12192000"/>
              <a:gd name="connsiteY182" fmla="*/ 2179258 h 2237474"/>
              <a:gd name="connsiteX183" fmla="*/ 512278 w 12192000"/>
              <a:gd name="connsiteY183" fmla="*/ 2176369 h 2237474"/>
              <a:gd name="connsiteX184" fmla="*/ 480419 w 12192000"/>
              <a:gd name="connsiteY184" fmla="*/ 2167807 h 2237474"/>
              <a:gd name="connsiteX185" fmla="*/ 413835 w 12192000"/>
              <a:gd name="connsiteY185" fmla="*/ 2156783 h 2237474"/>
              <a:gd name="connsiteX186" fmla="*/ 376513 w 12192000"/>
              <a:gd name="connsiteY186" fmla="*/ 2154014 h 2237474"/>
              <a:gd name="connsiteX187" fmla="*/ 273386 w 12192000"/>
              <a:gd name="connsiteY187" fmla="*/ 2142551 h 2237474"/>
              <a:gd name="connsiteX188" fmla="*/ 169207 w 12192000"/>
              <a:gd name="connsiteY188" fmla="*/ 2128100 h 2237474"/>
              <a:gd name="connsiteX189" fmla="*/ 93149 w 12192000"/>
              <a:gd name="connsiteY189" fmla="*/ 2105324 h 2237474"/>
              <a:gd name="connsiteX190" fmla="*/ 88109 w 12192000"/>
              <a:gd name="connsiteY190" fmla="*/ 2106704 h 2237474"/>
              <a:gd name="connsiteX191" fmla="*/ 80022 w 12192000"/>
              <a:gd name="connsiteY191" fmla="*/ 2107254 h 2237474"/>
              <a:gd name="connsiteX192" fmla="*/ 79717 w 12192000"/>
              <a:gd name="connsiteY192" fmla="*/ 2107046 h 2237474"/>
              <a:gd name="connsiteX193" fmla="*/ 72352 w 12192000"/>
              <a:gd name="connsiteY193" fmla="*/ 2107991 h 2237474"/>
              <a:gd name="connsiteX194" fmla="*/ 37645 w 12192000"/>
              <a:gd name="connsiteY194" fmla="*/ 2115401 h 2237474"/>
              <a:gd name="connsiteX195" fmla="*/ 4572 w 12192000"/>
              <a:gd name="connsiteY195" fmla="*/ 2111091 h 2237474"/>
              <a:gd name="connsiteX196" fmla="*/ 0 w 12192000"/>
              <a:gd name="connsiteY196" fmla="*/ 2110468 h 2237474"/>
              <a:gd name="connsiteX197" fmla="*/ 0 w 12192000"/>
              <a:gd name="connsiteY19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75879 w 12192000"/>
              <a:gd name="connsiteY55" fmla="*/ 1345646 h 2237474"/>
              <a:gd name="connsiteX56" fmla="*/ 7840612 w 12192000"/>
              <a:gd name="connsiteY56" fmla="*/ 1369373 h 2237474"/>
              <a:gd name="connsiteX57" fmla="*/ 7786819 w 12192000"/>
              <a:gd name="connsiteY57" fmla="*/ 1378970 h 2237474"/>
              <a:gd name="connsiteX58" fmla="*/ 7548172 w 12192000"/>
              <a:gd name="connsiteY58" fmla="*/ 1417460 h 2237474"/>
              <a:gd name="connsiteX59" fmla="*/ 7483437 w 12192000"/>
              <a:gd name="connsiteY59" fmla="*/ 1478152 h 2237474"/>
              <a:gd name="connsiteX60" fmla="*/ 7377870 w 12192000"/>
              <a:gd name="connsiteY60" fmla="*/ 1523319 h 2237474"/>
              <a:gd name="connsiteX61" fmla="*/ 7230737 w 12192000"/>
              <a:gd name="connsiteY61" fmla="*/ 1562633 h 2237474"/>
              <a:gd name="connsiteX62" fmla="*/ 7224458 w 12192000"/>
              <a:gd name="connsiteY62" fmla="*/ 1573008 h 2237474"/>
              <a:gd name="connsiteX63" fmla="*/ 7183121 w 12192000"/>
              <a:gd name="connsiteY63" fmla="*/ 1595162 h 2237474"/>
              <a:gd name="connsiteX64" fmla="*/ 7164601 w 12192000"/>
              <a:gd name="connsiteY64" fmla="*/ 1606490 h 2237474"/>
              <a:gd name="connsiteX65" fmla="*/ 7031309 w 12192000"/>
              <a:gd name="connsiteY65" fmla="*/ 1619451 h 2237474"/>
              <a:gd name="connsiteX66" fmla="*/ 6900177 w 12192000"/>
              <a:gd name="connsiteY66" fmla="*/ 1636016 h 2237474"/>
              <a:gd name="connsiteX67" fmla="*/ 6795372 w 12192000"/>
              <a:gd name="connsiteY67" fmla="*/ 1644845 h 2237474"/>
              <a:gd name="connsiteX68" fmla="*/ 6692251 w 12192000"/>
              <a:gd name="connsiteY68" fmla="*/ 1656357 h 2237474"/>
              <a:gd name="connsiteX69" fmla="*/ 6655235 w 12192000"/>
              <a:gd name="connsiteY69" fmla="*/ 1661869 h 2237474"/>
              <a:gd name="connsiteX70" fmla="*/ 6554894 w 12192000"/>
              <a:gd name="connsiteY70" fmla="*/ 1664428 h 2237474"/>
              <a:gd name="connsiteX71" fmla="*/ 6516595 w 12192000"/>
              <a:gd name="connsiteY71" fmla="*/ 1667475 h 2237474"/>
              <a:gd name="connsiteX72" fmla="*/ 6508541 w 12192000"/>
              <a:gd name="connsiteY72" fmla="*/ 1668757 h 2237474"/>
              <a:gd name="connsiteX73" fmla="*/ 6471012 w 12192000"/>
              <a:gd name="connsiteY73" fmla="*/ 1678604 h 2237474"/>
              <a:gd name="connsiteX74" fmla="*/ 6364035 w 12192000"/>
              <a:gd name="connsiteY74" fmla="*/ 1667683 h 2237474"/>
              <a:gd name="connsiteX75" fmla="*/ 6280959 w 12192000"/>
              <a:gd name="connsiteY75" fmla="*/ 1689329 h 2237474"/>
              <a:gd name="connsiteX76" fmla="*/ 6243319 w 12192000"/>
              <a:gd name="connsiteY76" fmla="*/ 1695560 h 2237474"/>
              <a:gd name="connsiteX77" fmla="*/ 6098321 w 12192000"/>
              <a:gd name="connsiteY77" fmla="*/ 1721646 h 2237474"/>
              <a:gd name="connsiteX78" fmla="*/ 5880652 w 12192000"/>
              <a:gd name="connsiteY78" fmla="*/ 1779643 h 2237474"/>
              <a:gd name="connsiteX79" fmla="*/ 5785959 w 12192000"/>
              <a:gd name="connsiteY79" fmla="*/ 1775307 h 2237474"/>
              <a:gd name="connsiteX80" fmla="*/ 5643534 w 12192000"/>
              <a:gd name="connsiteY80" fmla="*/ 1802919 h 2237474"/>
              <a:gd name="connsiteX81" fmla="*/ 5518799 w 12192000"/>
              <a:gd name="connsiteY81" fmla="*/ 1818312 h 2237474"/>
              <a:gd name="connsiteX82" fmla="*/ 5505014 w 12192000"/>
              <a:gd name="connsiteY82" fmla="*/ 1819259 h 2237474"/>
              <a:gd name="connsiteX83" fmla="*/ 5453307 w 12192000"/>
              <a:gd name="connsiteY83" fmla="*/ 1815450 h 2237474"/>
              <a:gd name="connsiteX84" fmla="*/ 5221533 w 12192000"/>
              <a:gd name="connsiteY84" fmla="*/ 1846950 h 2237474"/>
              <a:gd name="connsiteX85" fmla="*/ 5149802 w 12192000"/>
              <a:gd name="connsiteY85" fmla="*/ 1844846 h 2237474"/>
              <a:gd name="connsiteX86" fmla="*/ 5114927 w 12192000"/>
              <a:gd name="connsiteY86" fmla="*/ 1847827 h 2237474"/>
              <a:gd name="connsiteX87" fmla="*/ 5108970 w 12192000"/>
              <a:gd name="connsiteY87" fmla="*/ 1847935 h 2237474"/>
              <a:gd name="connsiteX88" fmla="*/ 5067961 w 12192000"/>
              <a:gd name="connsiteY88" fmla="*/ 1845917 h 2237474"/>
              <a:gd name="connsiteX89" fmla="*/ 5007075 w 12192000"/>
              <a:gd name="connsiteY89" fmla="*/ 1838626 h 2237474"/>
              <a:gd name="connsiteX90" fmla="*/ 4944087 w 12192000"/>
              <a:gd name="connsiteY90" fmla="*/ 1823332 h 2237474"/>
              <a:gd name="connsiteX91" fmla="*/ 4907662 w 12192000"/>
              <a:gd name="connsiteY91" fmla="*/ 1816900 h 2237474"/>
              <a:gd name="connsiteX92" fmla="*/ 4882386 w 12192000"/>
              <a:gd name="connsiteY92" fmla="*/ 1809844 h 2237474"/>
              <a:gd name="connsiteX93" fmla="*/ 4811440 w 12192000"/>
              <a:gd name="connsiteY93" fmla="*/ 1804655 h 2237474"/>
              <a:gd name="connsiteX94" fmla="*/ 4691075 w 12192000"/>
              <a:gd name="connsiteY94" fmla="*/ 1801389 h 2237474"/>
              <a:gd name="connsiteX95" fmla="*/ 4611738 w 12192000"/>
              <a:gd name="connsiteY95" fmla="*/ 1776964 h 2237474"/>
              <a:gd name="connsiteX96" fmla="*/ 4560070 w 12192000"/>
              <a:gd name="connsiteY96" fmla="*/ 1785640 h 2237474"/>
              <a:gd name="connsiteX97" fmla="*/ 4536503 w 12192000"/>
              <a:gd name="connsiteY97" fmla="*/ 1785334 h 2237474"/>
              <a:gd name="connsiteX98" fmla="*/ 4513724 w 12192000"/>
              <a:gd name="connsiteY98" fmla="*/ 1791996 h 2237474"/>
              <a:gd name="connsiteX99" fmla="*/ 4459810 w 12192000"/>
              <a:gd name="connsiteY99" fmla="*/ 1797886 h 2237474"/>
              <a:gd name="connsiteX100" fmla="*/ 4379064 w 12192000"/>
              <a:gd name="connsiteY100" fmla="*/ 1817177 h 2237474"/>
              <a:gd name="connsiteX101" fmla="*/ 4290981 w 12192000"/>
              <a:gd name="connsiteY101" fmla="*/ 1839677 h 2237474"/>
              <a:gd name="connsiteX102" fmla="*/ 4238372 w 12192000"/>
              <a:gd name="connsiteY102" fmla="*/ 1851480 h 2237474"/>
              <a:gd name="connsiteX103" fmla="*/ 4232517 w 12192000"/>
              <a:gd name="connsiteY103" fmla="*/ 1852567 h 2237474"/>
              <a:gd name="connsiteX104" fmla="*/ 4191732 w 12192000"/>
              <a:gd name="connsiteY104" fmla="*/ 1857328 h 2237474"/>
              <a:gd name="connsiteX105" fmla="*/ 4065532 w 12192000"/>
              <a:gd name="connsiteY105" fmla="*/ 1855477 h 2237474"/>
              <a:gd name="connsiteX106" fmla="*/ 4028460 w 12192000"/>
              <a:gd name="connsiteY106" fmla="*/ 1855137 h 2237474"/>
              <a:gd name="connsiteX107" fmla="*/ 4002267 w 12192000"/>
              <a:gd name="connsiteY107" fmla="*/ 1852352 h 2237474"/>
              <a:gd name="connsiteX108" fmla="*/ 3931396 w 12192000"/>
              <a:gd name="connsiteY108" fmla="*/ 1858915 h 2237474"/>
              <a:gd name="connsiteX109" fmla="*/ 3812162 w 12192000"/>
              <a:gd name="connsiteY109" fmla="*/ 1875501 h 2237474"/>
              <a:gd name="connsiteX110" fmla="*/ 3729530 w 12192000"/>
              <a:gd name="connsiteY110" fmla="*/ 1864513 h 2237474"/>
              <a:gd name="connsiteX111" fmla="*/ 3680177 w 12192000"/>
              <a:gd name="connsiteY111" fmla="*/ 1881552 h 2237474"/>
              <a:gd name="connsiteX112" fmla="*/ 3567259 w 12192000"/>
              <a:gd name="connsiteY112" fmla="*/ 1893482 h 2237474"/>
              <a:gd name="connsiteX113" fmla="*/ 3405770 w 12192000"/>
              <a:gd name="connsiteY113" fmla="*/ 1904591 h 2237474"/>
              <a:gd name="connsiteX114" fmla="*/ 3280097 w 12192000"/>
              <a:gd name="connsiteY114" fmla="*/ 1919610 h 2237474"/>
              <a:gd name="connsiteX115" fmla="*/ 3123424 w 12192000"/>
              <a:gd name="connsiteY115" fmla="*/ 1952930 h 2237474"/>
              <a:gd name="connsiteX116" fmla="*/ 3009910 w 12192000"/>
              <a:gd name="connsiteY116" fmla="*/ 1957866 h 2237474"/>
              <a:gd name="connsiteX117" fmla="*/ 2995934 w 12192000"/>
              <a:gd name="connsiteY117" fmla="*/ 1967085 h 2237474"/>
              <a:gd name="connsiteX118" fmla="*/ 2980071 w 12192000"/>
              <a:gd name="connsiteY118" fmla="*/ 1972988 h 2237474"/>
              <a:gd name="connsiteX119" fmla="*/ 2978094 w 12192000"/>
              <a:gd name="connsiteY119" fmla="*/ 1972369 h 2237474"/>
              <a:gd name="connsiteX120" fmla="*/ 2942858 w 12192000"/>
              <a:gd name="connsiteY120" fmla="*/ 1981367 h 2237474"/>
              <a:gd name="connsiteX121" fmla="*/ 2875436 w 12192000"/>
              <a:gd name="connsiteY121" fmla="*/ 1996977 h 2237474"/>
              <a:gd name="connsiteX122" fmla="*/ 2874892 w 12192000"/>
              <a:gd name="connsiteY122" fmla="*/ 1996085 h 2237474"/>
              <a:gd name="connsiteX123" fmla="*/ 2864145 w 12192000"/>
              <a:gd name="connsiteY123" fmla="*/ 1994061 h 2237474"/>
              <a:gd name="connsiteX124" fmla="*/ 2843662 w 12192000"/>
              <a:gd name="connsiteY124" fmla="*/ 1992498 h 2237474"/>
              <a:gd name="connsiteX125" fmla="*/ 2796128 w 12192000"/>
              <a:gd name="connsiteY125" fmla="*/ 1976403 h 2237474"/>
              <a:gd name="connsiteX126" fmla="*/ 2756784 w 12192000"/>
              <a:gd name="connsiteY126" fmla="*/ 1985116 h 2237474"/>
              <a:gd name="connsiteX127" fmla="*/ 2748833 w 12192000"/>
              <a:gd name="connsiteY127" fmla="*/ 1986323 h 2237474"/>
              <a:gd name="connsiteX128" fmla="*/ 2748661 w 12192000"/>
              <a:gd name="connsiteY128" fmla="*/ 1986122 h 2237474"/>
              <a:gd name="connsiteX129" fmla="*/ 2740251 w 12192000"/>
              <a:gd name="connsiteY129" fmla="*/ 1986946 h 2237474"/>
              <a:gd name="connsiteX130" fmla="*/ 2718916 w 12192000"/>
              <a:gd name="connsiteY130" fmla="*/ 1990867 h 2237474"/>
              <a:gd name="connsiteX131" fmla="*/ 2713522 w 12192000"/>
              <a:gd name="connsiteY131" fmla="*/ 1990173 h 2237474"/>
              <a:gd name="connsiteX132" fmla="*/ 2680597 w 12192000"/>
              <a:gd name="connsiteY132" fmla="*/ 1984996 h 2237474"/>
              <a:gd name="connsiteX133" fmla="*/ 2578178 w 12192000"/>
              <a:gd name="connsiteY133" fmla="*/ 1990531 h 2237474"/>
              <a:gd name="connsiteX134" fmla="*/ 2476147 w 12192000"/>
              <a:gd name="connsiteY134" fmla="*/ 1998305 h 2237474"/>
              <a:gd name="connsiteX135" fmla="*/ 2373568 w 12192000"/>
              <a:gd name="connsiteY135" fmla="*/ 2003219 h 2237474"/>
              <a:gd name="connsiteX136" fmla="*/ 2321399 w 12192000"/>
              <a:gd name="connsiteY136" fmla="*/ 1989467 h 2237474"/>
              <a:gd name="connsiteX137" fmla="*/ 2315525 w 12192000"/>
              <a:gd name="connsiteY137" fmla="*/ 1989708 h 2237474"/>
              <a:gd name="connsiteX138" fmla="*/ 2300792 w 12192000"/>
              <a:gd name="connsiteY138" fmla="*/ 1994290 h 2237474"/>
              <a:gd name="connsiteX139" fmla="*/ 2295469 w 12192000"/>
              <a:gd name="connsiteY139" fmla="*/ 1996659 h 2237474"/>
              <a:gd name="connsiteX140" fmla="*/ 2287219 w 12192000"/>
              <a:gd name="connsiteY140" fmla="*/ 1998750 h 2237474"/>
              <a:gd name="connsiteX141" fmla="*/ 2286948 w 12192000"/>
              <a:gd name="connsiteY141" fmla="*/ 1998596 h 2237474"/>
              <a:gd name="connsiteX142" fmla="*/ 2243069 w 12192000"/>
              <a:gd name="connsiteY142" fmla="*/ 2015111 h 2237474"/>
              <a:gd name="connsiteX143" fmla="*/ 2186609 w 12192000"/>
              <a:gd name="connsiteY143" fmla="*/ 2008263 h 2237474"/>
              <a:gd name="connsiteX144" fmla="*/ 2164831 w 12192000"/>
              <a:gd name="connsiteY144" fmla="*/ 2010143 h 2237474"/>
              <a:gd name="connsiteX145" fmla="*/ 2152836 w 12192000"/>
              <a:gd name="connsiteY145" fmla="*/ 2010048 h 2237474"/>
              <a:gd name="connsiteX146" fmla="*/ 2117102 w 12192000"/>
              <a:gd name="connsiteY146" fmla="*/ 2023004 h 2237474"/>
              <a:gd name="connsiteX147" fmla="*/ 2111935 w 12192000"/>
              <a:gd name="connsiteY147" fmla="*/ 2023163 h 2237474"/>
              <a:gd name="connsiteX148" fmla="*/ 2089991 w 12192000"/>
              <a:gd name="connsiteY148" fmla="*/ 2034193 h 2237474"/>
              <a:gd name="connsiteX149" fmla="*/ 2058061 w 12192000"/>
              <a:gd name="connsiteY149" fmla="*/ 2047942 h 2237474"/>
              <a:gd name="connsiteX150" fmla="*/ 2055737 w 12192000"/>
              <a:gd name="connsiteY150" fmla="*/ 2047704 h 2237474"/>
              <a:gd name="connsiteX151" fmla="*/ 2042244 w 12192000"/>
              <a:gd name="connsiteY151" fmla="*/ 2055560 h 2237474"/>
              <a:gd name="connsiteX152" fmla="*/ 1976224 w 12192000"/>
              <a:gd name="connsiteY152" fmla="*/ 2074257 h 2237474"/>
              <a:gd name="connsiteX153" fmla="*/ 1877728 w 12192000"/>
              <a:gd name="connsiteY153" fmla="*/ 2101004 h 2237474"/>
              <a:gd name="connsiteX154" fmla="*/ 1759056 w 12192000"/>
              <a:gd name="connsiteY154" fmla="*/ 2125608 h 2237474"/>
              <a:gd name="connsiteX155" fmla="*/ 1637948 w 12192000"/>
              <a:gd name="connsiteY155" fmla="*/ 2172597 h 2237474"/>
              <a:gd name="connsiteX156" fmla="*/ 1434549 w 12192000"/>
              <a:gd name="connsiteY156" fmla="*/ 2234522 h 2237474"/>
              <a:gd name="connsiteX157" fmla="*/ 1398481 w 12192000"/>
              <a:gd name="connsiteY157" fmla="*/ 2237074 h 2237474"/>
              <a:gd name="connsiteX158" fmla="*/ 1398407 w 12192000"/>
              <a:gd name="connsiteY158" fmla="*/ 2237095 h 2237474"/>
              <a:gd name="connsiteX159" fmla="*/ 1370962 w 12192000"/>
              <a:gd name="connsiteY159" fmla="*/ 2237474 h 2237474"/>
              <a:gd name="connsiteX160" fmla="*/ 1356367 w 12192000"/>
              <a:gd name="connsiteY160" fmla="*/ 2235089 h 2237474"/>
              <a:gd name="connsiteX161" fmla="*/ 1324828 w 12192000"/>
              <a:gd name="connsiteY161" fmla="*/ 2231968 h 2237474"/>
              <a:gd name="connsiteX162" fmla="*/ 1297744 w 12192000"/>
              <a:gd name="connsiteY162" fmla="*/ 2235849 h 2237474"/>
              <a:gd name="connsiteX163" fmla="*/ 1286236 w 12192000"/>
              <a:gd name="connsiteY163" fmla="*/ 2233135 h 2237474"/>
              <a:gd name="connsiteX164" fmla="*/ 1283504 w 12192000"/>
              <a:gd name="connsiteY164" fmla="*/ 2233797 h 2237474"/>
              <a:gd name="connsiteX165" fmla="*/ 1279765 w 12192000"/>
              <a:gd name="connsiteY165" fmla="*/ 2229639 h 2237474"/>
              <a:gd name="connsiteX166" fmla="*/ 1195347 w 12192000"/>
              <a:gd name="connsiteY166" fmla="*/ 2212354 h 2237474"/>
              <a:gd name="connsiteX167" fmla="*/ 970251 w 12192000"/>
              <a:gd name="connsiteY167" fmla="*/ 2221029 h 2237474"/>
              <a:gd name="connsiteX168" fmla="*/ 812914 w 12192000"/>
              <a:gd name="connsiteY168" fmla="*/ 2202752 h 2237474"/>
              <a:gd name="connsiteX169" fmla="*/ 800195 w 12192000"/>
              <a:gd name="connsiteY169" fmla="*/ 2209407 h 2237474"/>
              <a:gd name="connsiteX170" fmla="*/ 784978 w 12192000"/>
              <a:gd name="connsiteY170" fmla="*/ 2212360 h 2237474"/>
              <a:gd name="connsiteX171" fmla="*/ 681987 w 12192000"/>
              <a:gd name="connsiteY171" fmla="*/ 2216757 h 2237474"/>
              <a:gd name="connsiteX172" fmla="*/ 669923 w 12192000"/>
              <a:gd name="connsiteY172" fmla="*/ 2211682 h 2237474"/>
              <a:gd name="connsiteX173" fmla="*/ 648680 w 12192000"/>
              <a:gd name="connsiteY173" fmla="*/ 2206229 h 2237474"/>
              <a:gd name="connsiteX174" fmla="*/ 597225 w 12192000"/>
              <a:gd name="connsiteY174" fmla="*/ 2180999 h 2237474"/>
              <a:gd name="connsiteX175" fmla="*/ 558449 w 12192000"/>
              <a:gd name="connsiteY175" fmla="*/ 2182346 h 2237474"/>
              <a:gd name="connsiteX176" fmla="*/ 550517 w 12192000"/>
              <a:gd name="connsiteY176" fmla="*/ 2182060 h 2237474"/>
              <a:gd name="connsiteX177" fmla="*/ 550309 w 12192000"/>
              <a:gd name="connsiteY177" fmla="*/ 2181825 h 2237474"/>
              <a:gd name="connsiteX178" fmla="*/ 541836 w 12192000"/>
              <a:gd name="connsiteY178" fmla="*/ 2181063 h 2237474"/>
              <a:gd name="connsiteX179" fmla="*/ 536057 w 12192000"/>
              <a:gd name="connsiteY179" fmla="*/ 2181537 h 2237474"/>
              <a:gd name="connsiteX180" fmla="*/ 520671 w 12192000"/>
              <a:gd name="connsiteY180" fmla="*/ 2180980 h 2237474"/>
              <a:gd name="connsiteX181" fmla="*/ 515024 w 12192000"/>
              <a:gd name="connsiteY181" fmla="*/ 2179258 h 2237474"/>
              <a:gd name="connsiteX182" fmla="*/ 512278 w 12192000"/>
              <a:gd name="connsiteY182" fmla="*/ 2176369 h 2237474"/>
              <a:gd name="connsiteX183" fmla="*/ 480419 w 12192000"/>
              <a:gd name="connsiteY183" fmla="*/ 2167807 h 2237474"/>
              <a:gd name="connsiteX184" fmla="*/ 413835 w 12192000"/>
              <a:gd name="connsiteY184" fmla="*/ 2156783 h 2237474"/>
              <a:gd name="connsiteX185" fmla="*/ 376513 w 12192000"/>
              <a:gd name="connsiteY185" fmla="*/ 2154014 h 2237474"/>
              <a:gd name="connsiteX186" fmla="*/ 273386 w 12192000"/>
              <a:gd name="connsiteY186" fmla="*/ 2142551 h 2237474"/>
              <a:gd name="connsiteX187" fmla="*/ 169207 w 12192000"/>
              <a:gd name="connsiteY187" fmla="*/ 2128100 h 2237474"/>
              <a:gd name="connsiteX188" fmla="*/ 93149 w 12192000"/>
              <a:gd name="connsiteY188" fmla="*/ 2105324 h 2237474"/>
              <a:gd name="connsiteX189" fmla="*/ 88109 w 12192000"/>
              <a:gd name="connsiteY189" fmla="*/ 2106704 h 2237474"/>
              <a:gd name="connsiteX190" fmla="*/ 80022 w 12192000"/>
              <a:gd name="connsiteY190" fmla="*/ 2107254 h 2237474"/>
              <a:gd name="connsiteX191" fmla="*/ 79717 w 12192000"/>
              <a:gd name="connsiteY191" fmla="*/ 2107046 h 2237474"/>
              <a:gd name="connsiteX192" fmla="*/ 72352 w 12192000"/>
              <a:gd name="connsiteY192" fmla="*/ 2107991 h 2237474"/>
              <a:gd name="connsiteX193" fmla="*/ 37645 w 12192000"/>
              <a:gd name="connsiteY193" fmla="*/ 2115401 h 2237474"/>
              <a:gd name="connsiteX194" fmla="*/ 4572 w 12192000"/>
              <a:gd name="connsiteY194" fmla="*/ 2111091 h 2237474"/>
              <a:gd name="connsiteX195" fmla="*/ 0 w 12192000"/>
              <a:gd name="connsiteY195" fmla="*/ 2110468 h 2237474"/>
              <a:gd name="connsiteX196" fmla="*/ 0 w 12192000"/>
              <a:gd name="connsiteY19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68292 w 12192000"/>
              <a:gd name="connsiteY53" fmla="*/ 1338779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68705 w 12192000"/>
              <a:gd name="connsiteY50" fmla="*/ 1279956 h 2237474"/>
              <a:gd name="connsiteX51" fmla="*/ 8139997 w 12192000"/>
              <a:gd name="connsiteY51" fmla="*/ 1282713 h 2237474"/>
              <a:gd name="connsiteX52" fmla="*/ 8074238 w 12192000"/>
              <a:gd name="connsiteY52" fmla="*/ 1301895 h 2237474"/>
              <a:gd name="connsiteX53" fmla="*/ 7942099 w 12192000"/>
              <a:gd name="connsiteY53" fmla="*/ 1336332 h 2237474"/>
              <a:gd name="connsiteX54" fmla="*/ 7902328 w 12192000"/>
              <a:gd name="connsiteY54" fmla="*/ 1345865 h 2237474"/>
              <a:gd name="connsiteX55" fmla="*/ 7840612 w 12192000"/>
              <a:gd name="connsiteY55" fmla="*/ 1369373 h 2237474"/>
              <a:gd name="connsiteX56" fmla="*/ 7786819 w 12192000"/>
              <a:gd name="connsiteY56" fmla="*/ 1378970 h 2237474"/>
              <a:gd name="connsiteX57" fmla="*/ 7548172 w 12192000"/>
              <a:gd name="connsiteY57" fmla="*/ 1417460 h 2237474"/>
              <a:gd name="connsiteX58" fmla="*/ 7483437 w 12192000"/>
              <a:gd name="connsiteY58" fmla="*/ 1478152 h 2237474"/>
              <a:gd name="connsiteX59" fmla="*/ 7377870 w 12192000"/>
              <a:gd name="connsiteY59" fmla="*/ 1523319 h 2237474"/>
              <a:gd name="connsiteX60" fmla="*/ 7230737 w 12192000"/>
              <a:gd name="connsiteY60" fmla="*/ 1562633 h 2237474"/>
              <a:gd name="connsiteX61" fmla="*/ 7224458 w 12192000"/>
              <a:gd name="connsiteY61" fmla="*/ 1573008 h 2237474"/>
              <a:gd name="connsiteX62" fmla="*/ 7183121 w 12192000"/>
              <a:gd name="connsiteY62" fmla="*/ 1595162 h 2237474"/>
              <a:gd name="connsiteX63" fmla="*/ 7164601 w 12192000"/>
              <a:gd name="connsiteY63" fmla="*/ 1606490 h 2237474"/>
              <a:gd name="connsiteX64" fmla="*/ 7031309 w 12192000"/>
              <a:gd name="connsiteY64" fmla="*/ 1619451 h 2237474"/>
              <a:gd name="connsiteX65" fmla="*/ 6900177 w 12192000"/>
              <a:gd name="connsiteY65" fmla="*/ 1636016 h 2237474"/>
              <a:gd name="connsiteX66" fmla="*/ 6795372 w 12192000"/>
              <a:gd name="connsiteY66" fmla="*/ 1644845 h 2237474"/>
              <a:gd name="connsiteX67" fmla="*/ 6692251 w 12192000"/>
              <a:gd name="connsiteY67" fmla="*/ 1656357 h 2237474"/>
              <a:gd name="connsiteX68" fmla="*/ 6655235 w 12192000"/>
              <a:gd name="connsiteY68" fmla="*/ 1661869 h 2237474"/>
              <a:gd name="connsiteX69" fmla="*/ 6554894 w 12192000"/>
              <a:gd name="connsiteY69" fmla="*/ 1664428 h 2237474"/>
              <a:gd name="connsiteX70" fmla="*/ 6516595 w 12192000"/>
              <a:gd name="connsiteY70" fmla="*/ 1667475 h 2237474"/>
              <a:gd name="connsiteX71" fmla="*/ 6508541 w 12192000"/>
              <a:gd name="connsiteY71" fmla="*/ 1668757 h 2237474"/>
              <a:gd name="connsiteX72" fmla="*/ 6471012 w 12192000"/>
              <a:gd name="connsiteY72" fmla="*/ 1678604 h 2237474"/>
              <a:gd name="connsiteX73" fmla="*/ 6364035 w 12192000"/>
              <a:gd name="connsiteY73" fmla="*/ 1667683 h 2237474"/>
              <a:gd name="connsiteX74" fmla="*/ 6280959 w 12192000"/>
              <a:gd name="connsiteY74" fmla="*/ 1689329 h 2237474"/>
              <a:gd name="connsiteX75" fmla="*/ 6243319 w 12192000"/>
              <a:gd name="connsiteY75" fmla="*/ 1695560 h 2237474"/>
              <a:gd name="connsiteX76" fmla="*/ 6098321 w 12192000"/>
              <a:gd name="connsiteY76" fmla="*/ 1721646 h 2237474"/>
              <a:gd name="connsiteX77" fmla="*/ 5880652 w 12192000"/>
              <a:gd name="connsiteY77" fmla="*/ 1779643 h 2237474"/>
              <a:gd name="connsiteX78" fmla="*/ 5785959 w 12192000"/>
              <a:gd name="connsiteY78" fmla="*/ 1775307 h 2237474"/>
              <a:gd name="connsiteX79" fmla="*/ 5643534 w 12192000"/>
              <a:gd name="connsiteY79" fmla="*/ 1802919 h 2237474"/>
              <a:gd name="connsiteX80" fmla="*/ 5518799 w 12192000"/>
              <a:gd name="connsiteY80" fmla="*/ 1818312 h 2237474"/>
              <a:gd name="connsiteX81" fmla="*/ 5505014 w 12192000"/>
              <a:gd name="connsiteY81" fmla="*/ 1819259 h 2237474"/>
              <a:gd name="connsiteX82" fmla="*/ 5453307 w 12192000"/>
              <a:gd name="connsiteY82" fmla="*/ 1815450 h 2237474"/>
              <a:gd name="connsiteX83" fmla="*/ 5221533 w 12192000"/>
              <a:gd name="connsiteY83" fmla="*/ 1846950 h 2237474"/>
              <a:gd name="connsiteX84" fmla="*/ 5149802 w 12192000"/>
              <a:gd name="connsiteY84" fmla="*/ 1844846 h 2237474"/>
              <a:gd name="connsiteX85" fmla="*/ 5114927 w 12192000"/>
              <a:gd name="connsiteY85" fmla="*/ 1847827 h 2237474"/>
              <a:gd name="connsiteX86" fmla="*/ 5108970 w 12192000"/>
              <a:gd name="connsiteY86" fmla="*/ 1847935 h 2237474"/>
              <a:gd name="connsiteX87" fmla="*/ 5067961 w 12192000"/>
              <a:gd name="connsiteY87" fmla="*/ 1845917 h 2237474"/>
              <a:gd name="connsiteX88" fmla="*/ 5007075 w 12192000"/>
              <a:gd name="connsiteY88" fmla="*/ 1838626 h 2237474"/>
              <a:gd name="connsiteX89" fmla="*/ 4944087 w 12192000"/>
              <a:gd name="connsiteY89" fmla="*/ 1823332 h 2237474"/>
              <a:gd name="connsiteX90" fmla="*/ 4907662 w 12192000"/>
              <a:gd name="connsiteY90" fmla="*/ 1816900 h 2237474"/>
              <a:gd name="connsiteX91" fmla="*/ 4882386 w 12192000"/>
              <a:gd name="connsiteY91" fmla="*/ 1809844 h 2237474"/>
              <a:gd name="connsiteX92" fmla="*/ 4811440 w 12192000"/>
              <a:gd name="connsiteY92" fmla="*/ 1804655 h 2237474"/>
              <a:gd name="connsiteX93" fmla="*/ 4691075 w 12192000"/>
              <a:gd name="connsiteY93" fmla="*/ 1801389 h 2237474"/>
              <a:gd name="connsiteX94" fmla="*/ 4611738 w 12192000"/>
              <a:gd name="connsiteY94" fmla="*/ 1776964 h 2237474"/>
              <a:gd name="connsiteX95" fmla="*/ 4560070 w 12192000"/>
              <a:gd name="connsiteY95" fmla="*/ 1785640 h 2237474"/>
              <a:gd name="connsiteX96" fmla="*/ 4536503 w 12192000"/>
              <a:gd name="connsiteY96" fmla="*/ 1785334 h 2237474"/>
              <a:gd name="connsiteX97" fmla="*/ 4513724 w 12192000"/>
              <a:gd name="connsiteY97" fmla="*/ 1791996 h 2237474"/>
              <a:gd name="connsiteX98" fmla="*/ 4459810 w 12192000"/>
              <a:gd name="connsiteY98" fmla="*/ 1797886 h 2237474"/>
              <a:gd name="connsiteX99" fmla="*/ 4379064 w 12192000"/>
              <a:gd name="connsiteY99" fmla="*/ 1817177 h 2237474"/>
              <a:gd name="connsiteX100" fmla="*/ 4290981 w 12192000"/>
              <a:gd name="connsiteY100" fmla="*/ 1839677 h 2237474"/>
              <a:gd name="connsiteX101" fmla="*/ 4238372 w 12192000"/>
              <a:gd name="connsiteY101" fmla="*/ 1851480 h 2237474"/>
              <a:gd name="connsiteX102" fmla="*/ 4232517 w 12192000"/>
              <a:gd name="connsiteY102" fmla="*/ 1852567 h 2237474"/>
              <a:gd name="connsiteX103" fmla="*/ 4191732 w 12192000"/>
              <a:gd name="connsiteY103" fmla="*/ 1857328 h 2237474"/>
              <a:gd name="connsiteX104" fmla="*/ 4065532 w 12192000"/>
              <a:gd name="connsiteY104" fmla="*/ 1855477 h 2237474"/>
              <a:gd name="connsiteX105" fmla="*/ 4028460 w 12192000"/>
              <a:gd name="connsiteY105" fmla="*/ 1855137 h 2237474"/>
              <a:gd name="connsiteX106" fmla="*/ 4002267 w 12192000"/>
              <a:gd name="connsiteY106" fmla="*/ 1852352 h 2237474"/>
              <a:gd name="connsiteX107" fmla="*/ 3931396 w 12192000"/>
              <a:gd name="connsiteY107" fmla="*/ 1858915 h 2237474"/>
              <a:gd name="connsiteX108" fmla="*/ 3812162 w 12192000"/>
              <a:gd name="connsiteY108" fmla="*/ 1875501 h 2237474"/>
              <a:gd name="connsiteX109" fmla="*/ 3729530 w 12192000"/>
              <a:gd name="connsiteY109" fmla="*/ 1864513 h 2237474"/>
              <a:gd name="connsiteX110" fmla="*/ 3680177 w 12192000"/>
              <a:gd name="connsiteY110" fmla="*/ 1881552 h 2237474"/>
              <a:gd name="connsiteX111" fmla="*/ 3567259 w 12192000"/>
              <a:gd name="connsiteY111" fmla="*/ 1893482 h 2237474"/>
              <a:gd name="connsiteX112" fmla="*/ 3405770 w 12192000"/>
              <a:gd name="connsiteY112" fmla="*/ 1904591 h 2237474"/>
              <a:gd name="connsiteX113" fmla="*/ 3280097 w 12192000"/>
              <a:gd name="connsiteY113" fmla="*/ 1919610 h 2237474"/>
              <a:gd name="connsiteX114" fmla="*/ 3123424 w 12192000"/>
              <a:gd name="connsiteY114" fmla="*/ 1952930 h 2237474"/>
              <a:gd name="connsiteX115" fmla="*/ 3009910 w 12192000"/>
              <a:gd name="connsiteY115" fmla="*/ 1957866 h 2237474"/>
              <a:gd name="connsiteX116" fmla="*/ 2995934 w 12192000"/>
              <a:gd name="connsiteY116" fmla="*/ 1967085 h 2237474"/>
              <a:gd name="connsiteX117" fmla="*/ 2980071 w 12192000"/>
              <a:gd name="connsiteY117" fmla="*/ 1972988 h 2237474"/>
              <a:gd name="connsiteX118" fmla="*/ 2978094 w 12192000"/>
              <a:gd name="connsiteY118" fmla="*/ 1972369 h 2237474"/>
              <a:gd name="connsiteX119" fmla="*/ 2942858 w 12192000"/>
              <a:gd name="connsiteY119" fmla="*/ 1981367 h 2237474"/>
              <a:gd name="connsiteX120" fmla="*/ 2875436 w 12192000"/>
              <a:gd name="connsiteY120" fmla="*/ 1996977 h 2237474"/>
              <a:gd name="connsiteX121" fmla="*/ 2874892 w 12192000"/>
              <a:gd name="connsiteY121" fmla="*/ 1996085 h 2237474"/>
              <a:gd name="connsiteX122" fmla="*/ 2864145 w 12192000"/>
              <a:gd name="connsiteY122" fmla="*/ 1994061 h 2237474"/>
              <a:gd name="connsiteX123" fmla="*/ 2843662 w 12192000"/>
              <a:gd name="connsiteY123" fmla="*/ 1992498 h 2237474"/>
              <a:gd name="connsiteX124" fmla="*/ 2796128 w 12192000"/>
              <a:gd name="connsiteY124" fmla="*/ 1976403 h 2237474"/>
              <a:gd name="connsiteX125" fmla="*/ 2756784 w 12192000"/>
              <a:gd name="connsiteY125" fmla="*/ 1985116 h 2237474"/>
              <a:gd name="connsiteX126" fmla="*/ 2748833 w 12192000"/>
              <a:gd name="connsiteY126" fmla="*/ 1986323 h 2237474"/>
              <a:gd name="connsiteX127" fmla="*/ 2748661 w 12192000"/>
              <a:gd name="connsiteY127" fmla="*/ 1986122 h 2237474"/>
              <a:gd name="connsiteX128" fmla="*/ 2740251 w 12192000"/>
              <a:gd name="connsiteY128" fmla="*/ 1986946 h 2237474"/>
              <a:gd name="connsiteX129" fmla="*/ 2718916 w 12192000"/>
              <a:gd name="connsiteY129" fmla="*/ 1990867 h 2237474"/>
              <a:gd name="connsiteX130" fmla="*/ 2713522 w 12192000"/>
              <a:gd name="connsiteY130" fmla="*/ 1990173 h 2237474"/>
              <a:gd name="connsiteX131" fmla="*/ 2680597 w 12192000"/>
              <a:gd name="connsiteY131" fmla="*/ 1984996 h 2237474"/>
              <a:gd name="connsiteX132" fmla="*/ 2578178 w 12192000"/>
              <a:gd name="connsiteY132" fmla="*/ 1990531 h 2237474"/>
              <a:gd name="connsiteX133" fmla="*/ 2476147 w 12192000"/>
              <a:gd name="connsiteY133" fmla="*/ 1998305 h 2237474"/>
              <a:gd name="connsiteX134" fmla="*/ 2373568 w 12192000"/>
              <a:gd name="connsiteY134" fmla="*/ 2003219 h 2237474"/>
              <a:gd name="connsiteX135" fmla="*/ 2321399 w 12192000"/>
              <a:gd name="connsiteY135" fmla="*/ 1989467 h 2237474"/>
              <a:gd name="connsiteX136" fmla="*/ 2315525 w 12192000"/>
              <a:gd name="connsiteY136" fmla="*/ 1989708 h 2237474"/>
              <a:gd name="connsiteX137" fmla="*/ 2300792 w 12192000"/>
              <a:gd name="connsiteY137" fmla="*/ 1994290 h 2237474"/>
              <a:gd name="connsiteX138" fmla="*/ 2295469 w 12192000"/>
              <a:gd name="connsiteY138" fmla="*/ 1996659 h 2237474"/>
              <a:gd name="connsiteX139" fmla="*/ 2287219 w 12192000"/>
              <a:gd name="connsiteY139" fmla="*/ 1998750 h 2237474"/>
              <a:gd name="connsiteX140" fmla="*/ 2286948 w 12192000"/>
              <a:gd name="connsiteY140" fmla="*/ 1998596 h 2237474"/>
              <a:gd name="connsiteX141" fmla="*/ 2243069 w 12192000"/>
              <a:gd name="connsiteY141" fmla="*/ 2015111 h 2237474"/>
              <a:gd name="connsiteX142" fmla="*/ 2186609 w 12192000"/>
              <a:gd name="connsiteY142" fmla="*/ 2008263 h 2237474"/>
              <a:gd name="connsiteX143" fmla="*/ 2164831 w 12192000"/>
              <a:gd name="connsiteY143" fmla="*/ 2010143 h 2237474"/>
              <a:gd name="connsiteX144" fmla="*/ 2152836 w 12192000"/>
              <a:gd name="connsiteY144" fmla="*/ 2010048 h 2237474"/>
              <a:gd name="connsiteX145" fmla="*/ 2117102 w 12192000"/>
              <a:gd name="connsiteY145" fmla="*/ 2023004 h 2237474"/>
              <a:gd name="connsiteX146" fmla="*/ 2111935 w 12192000"/>
              <a:gd name="connsiteY146" fmla="*/ 2023163 h 2237474"/>
              <a:gd name="connsiteX147" fmla="*/ 2089991 w 12192000"/>
              <a:gd name="connsiteY147" fmla="*/ 2034193 h 2237474"/>
              <a:gd name="connsiteX148" fmla="*/ 2058061 w 12192000"/>
              <a:gd name="connsiteY148" fmla="*/ 2047942 h 2237474"/>
              <a:gd name="connsiteX149" fmla="*/ 2055737 w 12192000"/>
              <a:gd name="connsiteY149" fmla="*/ 2047704 h 2237474"/>
              <a:gd name="connsiteX150" fmla="*/ 2042244 w 12192000"/>
              <a:gd name="connsiteY150" fmla="*/ 2055560 h 2237474"/>
              <a:gd name="connsiteX151" fmla="*/ 1976224 w 12192000"/>
              <a:gd name="connsiteY151" fmla="*/ 2074257 h 2237474"/>
              <a:gd name="connsiteX152" fmla="*/ 1877728 w 12192000"/>
              <a:gd name="connsiteY152" fmla="*/ 2101004 h 2237474"/>
              <a:gd name="connsiteX153" fmla="*/ 1759056 w 12192000"/>
              <a:gd name="connsiteY153" fmla="*/ 2125608 h 2237474"/>
              <a:gd name="connsiteX154" fmla="*/ 1637948 w 12192000"/>
              <a:gd name="connsiteY154" fmla="*/ 2172597 h 2237474"/>
              <a:gd name="connsiteX155" fmla="*/ 1434549 w 12192000"/>
              <a:gd name="connsiteY155" fmla="*/ 2234522 h 2237474"/>
              <a:gd name="connsiteX156" fmla="*/ 1398481 w 12192000"/>
              <a:gd name="connsiteY156" fmla="*/ 2237074 h 2237474"/>
              <a:gd name="connsiteX157" fmla="*/ 1398407 w 12192000"/>
              <a:gd name="connsiteY157" fmla="*/ 2237095 h 2237474"/>
              <a:gd name="connsiteX158" fmla="*/ 1370962 w 12192000"/>
              <a:gd name="connsiteY158" fmla="*/ 2237474 h 2237474"/>
              <a:gd name="connsiteX159" fmla="*/ 1356367 w 12192000"/>
              <a:gd name="connsiteY159" fmla="*/ 2235089 h 2237474"/>
              <a:gd name="connsiteX160" fmla="*/ 1324828 w 12192000"/>
              <a:gd name="connsiteY160" fmla="*/ 2231968 h 2237474"/>
              <a:gd name="connsiteX161" fmla="*/ 1297744 w 12192000"/>
              <a:gd name="connsiteY161" fmla="*/ 2235849 h 2237474"/>
              <a:gd name="connsiteX162" fmla="*/ 1286236 w 12192000"/>
              <a:gd name="connsiteY162" fmla="*/ 2233135 h 2237474"/>
              <a:gd name="connsiteX163" fmla="*/ 1283504 w 12192000"/>
              <a:gd name="connsiteY163" fmla="*/ 2233797 h 2237474"/>
              <a:gd name="connsiteX164" fmla="*/ 1279765 w 12192000"/>
              <a:gd name="connsiteY164" fmla="*/ 2229639 h 2237474"/>
              <a:gd name="connsiteX165" fmla="*/ 1195347 w 12192000"/>
              <a:gd name="connsiteY165" fmla="*/ 2212354 h 2237474"/>
              <a:gd name="connsiteX166" fmla="*/ 970251 w 12192000"/>
              <a:gd name="connsiteY166" fmla="*/ 2221029 h 2237474"/>
              <a:gd name="connsiteX167" fmla="*/ 812914 w 12192000"/>
              <a:gd name="connsiteY167" fmla="*/ 2202752 h 2237474"/>
              <a:gd name="connsiteX168" fmla="*/ 800195 w 12192000"/>
              <a:gd name="connsiteY168" fmla="*/ 2209407 h 2237474"/>
              <a:gd name="connsiteX169" fmla="*/ 784978 w 12192000"/>
              <a:gd name="connsiteY169" fmla="*/ 2212360 h 2237474"/>
              <a:gd name="connsiteX170" fmla="*/ 681987 w 12192000"/>
              <a:gd name="connsiteY170" fmla="*/ 2216757 h 2237474"/>
              <a:gd name="connsiteX171" fmla="*/ 669923 w 12192000"/>
              <a:gd name="connsiteY171" fmla="*/ 2211682 h 2237474"/>
              <a:gd name="connsiteX172" fmla="*/ 648680 w 12192000"/>
              <a:gd name="connsiteY172" fmla="*/ 2206229 h 2237474"/>
              <a:gd name="connsiteX173" fmla="*/ 597225 w 12192000"/>
              <a:gd name="connsiteY173" fmla="*/ 2180999 h 2237474"/>
              <a:gd name="connsiteX174" fmla="*/ 558449 w 12192000"/>
              <a:gd name="connsiteY174" fmla="*/ 2182346 h 2237474"/>
              <a:gd name="connsiteX175" fmla="*/ 550517 w 12192000"/>
              <a:gd name="connsiteY175" fmla="*/ 2182060 h 2237474"/>
              <a:gd name="connsiteX176" fmla="*/ 550309 w 12192000"/>
              <a:gd name="connsiteY176" fmla="*/ 2181825 h 2237474"/>
              <a:gd name="connsiteX177" fmla="*/ 541836 w 12192000"/>
              <a:gd name="connsiteY177" fmla="*/ 2181063 h 2237474"/>
              <a:gd name="connsiteX178" fmla="*/ 536057 w 12192000"/>
              <a:gd name="connsiteY178" fmla="*/ 2181537 h 2237474"/>
              <a:gd name="connsiteX179" fmla="*/ 520671 w 12192000"/>
              <a:gd name="connsiteY179" fmla="*/ 2180980 h 2237474"/>
              <a:gd name="connsiteX180" fmla="*/ 515024 w 12192000"/>
              <a:gd name="connsiteY180" fmla="*/ 2179258 h 2237474"/>
              <a:gd name="connsiteX181" fmla="*/ 512278 w 12192000"/>
              <a:gd name="connsiteY181" fmla="*/ 2176369 h 2237474"/>
              <a:gd name="connsiteX182" fmla="*/ 480419 w 12192000"/>
              <a:gd name="connsiteY182" fmla="*/ 2167807 h 2237474"/>
              <a:gd name="connsiteX183" fmla="*/ 413835 w 12192000"/>
              <a:gd name="connsiteY183" fmla="*/ 2156783 h 2237474"/>
              <a:gd name="connsiteX184" fmla="*/ 376513 w 12192000"/>
              <a:gd name="connsiteY184" fmla="*/ 2154014 h 2237474"/>
              <a:gd name="connsiteX185" fmla="*/ 273386 w 12192000"/>
              <a:gd name="connsiteY185" fmla="*/ 2142551 h 2237474"/>
              <a:gd name="connsiteX186" fmla="*/ 169207 w 12192000"/>
              <a:gd name="connsiteY186" fmla="*/ 2128100 h 2237474"/>
              <a:gd name="connsiteX187" fmla="*/ 93149 w 12192000"/>
              <a:gd name="connsiteY187" fmla="*/ 2105324 h 2237474"/>
              <a:gd name="connsiteX188" fmla="*/ 88109 w 12192000"/>
              <a:gd name="connsiteY188" fmla="*/ 2106704 h 2237474"/>
              <a:gd name="connsiteX189" fmla="*/ 80022 w 12192000"/>
              <a:gd name="connsiteY189" fmla="*/ 2107254 h 2237474"/>
              <a:gd name="connsiteX190" fmla="*/ 79717 w 12192000"/>
              <a:gd name="connsiteY190" fmla="*/ 2107046 h 2237474"/>
              <a:gd name="connsiteX191" fmla="*/ 72352 w 12192000"/>
              <a:gd name="connsiteY191" fmla="*/ 2107991 h 2237474"/>
              <a:gd name="connsiteX192" fmla="*/ 37645 w 12192000"/>
              <a:gd name="connsiteY192" fmla="*/ 2115401 h 2237474"/>
              <a:gd name="connsiteX193" fmla="*/ 4572 w 12192000"/>
              <a:gd name="connsiteY193" fmla="*/ 2111091 h 2237474"/>
              <a:gd name="connsiteX194" fmla="*/ 0 w 12192000"/>
              <a:gd name="connsiteY194" fmla="*/ 2110468 h 2237474"/>
              <a:gd name="connsiteX195" fmla="*/ 0 w 12192000"/>
              <a:gd name="connsiteY19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958984 w 12192000"/>
              <a:gd name="connsiteY38" fmla="*/ 1057212 h 2237474"/>
              <a:gd name="connsiteX39" fmla="*/ 8886001 w 12192000"/>
              <a:gd name="connsiteY39" fmla="*/ 1067468 h 2237474"/>
              <a:gd name="connsiteX40" fmla="*/ 8838610 w 12192000"/>
              <a:gd name="connsiteY40" fmla="*/ 1075091 h 2237474"/>
              <a:gd name="connsiteX41" fmla="*/ 8750383 w 12192000"/>
              <a:gd name="connsiteY41" fmla="*/ 1097387 h 2237474"/>
              <a:gd name="connsiteX42" fmla="*/ 8665605 w 12192000"/>
              <a:gd name="connsiteY42" fmla="*/ 1110791 h 2237474"/>
              <a:gd name="connsiteX43" fmla="*/ 8584946 w 12192000"/>
              <a:gd name="connsiteY43" fmla="*/ 1135226 h 2237474"/>
              <a:gd name="connsiteX44" fmla="*/ 8460755 w 12192000"/>
              <a:gd name="connsiteY44" fmla="*/ 1203427 h 2237474"/>
              <a:gd name="connsiteX45" fmla="*/ 8419755 w 12192000"/>
              <a:gd name="connsiteY45" fmla="*/ 1216260 h 2237474"/>
              <a:gd name="connsiteX46" fmla="*/ 8411626 w 12192000"/>
              <a:gd name="connsiteY46" fmla="*/ 1214397 h 2237474"/>
              <a:gd name="connsiteX47" fmla="*/ 8363469 w 12192000"/>
              <a:gd name="connsiteY47" fmla="*/ 1246658 h 2237474"/>
              <a:gd name="connsiteX48" fmla="*/ 8275497 w 12192000"/>
              <a:gd name="connsiteY48" fmla="*/ 1264396 h 2237474"/>
              <a:gd name="connsiteX49" fmla="*/ 8206287 w 12192000"/>
              <a:gd name="connsiteY49" fmla="*/ 1273060 h 2237474"/>
              <a:gd name="connsiteX50" fmla="*/ 8139997 w 12192000"/>
              <a:gd name="connsiteY50" fmla="*/ 1282713 h 2237474"/>
              <a:gd name="connsiteX51" fmla="*/ 8074238 w 12192000"/>
              <a:gd name="connsiteY51" fmla="*/ 1301895 h 2237474"/>
              <a:gd name="connsiteX52" fmla="*/ 7942099 w 12192000"/>
              <a:gd name="connsiteY52" fmla="*/ 1336332 h 2237474"/>
              <a:gd name="connsiteX53" fmla="*/ 7902328 w 12192000"/>
              <a:gd name="connsiteY53" fmla="*/ 1345865 h 2237474"/>
              <a:gd name="connsiteX54" fmla="*/ 7840612 w 12192000"/>
              <a:gd name="connsiteY54" fmla="*/ 1369373 h 2237474"/>
              <a:gd name="connsiteX55" fmla="*/ 7786819 w 12192000"/>
              <a:gd name="connsiteY55" fmla="*/ 1378970 h 2237474"/>
              <a:gd name="connsiteX56" fmla="*/ 7548172 w 12192000"/>
              <a:gd name="connsiteY56" fmla="*/ 1417460 h 2237474"/>
              <a:gd name="connsiteX57" fmla="*/ 7483437 w 12192000"/>
              <a:gd name="connsiteY57" fmla="*/ 1478152 h 2237474"/>
              <a:gd name="connsiteX58" fmla="*/ 7377870 w 12192000"/>
              <a:gd name="connsiteY58" fmla="*/ 1523319 h 2237474"/>
              <a:gd name="connsiteX59" fmla="*/ 7230737 w 12192000"/>
              <a:gd name="connsiteY59" fmla="*/ 1562633 h 2237474"/>
              <a:gd name="connsiteX60" fmla="*/ 7224458 w 12192000"/>
              <a:gd name="connsiteY60" fmla="*/ 1573008 h 2237474"/>
              <a:gd name="connsiteX61" fmla="*/ 7183121 w 12192000"/>
              <a:gd name="connsiteY61" fmla="*/ 1595162 h 2237474"/>
              <a:gd name="connsiteX62" fmla="*/ 7164601 w 12192000"/>
              <a:gd name="connsiteY62" fmla="*/ 1606490 h 2237474"/>
              <a:gd name="connsiteX63" fmla="*/ 7031309 w 12192000"/>
              <a:gd name="connsiteY63" fmla="*/ 1619451 h 2237474"/>
              <a:gd name="connsiteX64" fmla="*/ 6900177 w 12192000"/>
              <a:gd name="connsiteY64" fmla="*/ 1636016 h 2237474"/>
              <a:gd name="connsiteX65" fmla="*/ 6795372 w 12192000"/>
              <a:gd name="connsiteY65" fmla="*/ 1644845 h 2237474"/>
              <a:gd name="connsiteX66" fmla="*/ 6692251 w 12192000"/>
              <a:gd name="connsiteY66" fmla="*/ 1656357 h 2237474"/>
              <a:gd name="connsiteX67" fmla="*/ 6655235 w 12192000"/>
              <a:gd name="connsiteY67" fmla="*/ 1661869 h 2237474"/>
              <a:gd name="connsiteX68" fmla="*/ 6554894 w 12192000"/>
              <a:gd name="connsiteY68" fmla="*/ 1664428 h 2237474"/>
              <a:gd name="connsiteX69" fmla="*/ 6516595 w 12192000"/>
              <a:gd name="connsiteY69" fmla="*/ 1667475 h 2237474"/>
              <a:gd name="connsiteX70" fmla="*/ 6508541 w 12192000"/>
              <a:gd name="connsiteY70" fmla="*/ 1668757 h 2237474"/>
              <a:gd name="connsiteX71" fmla="*/ 6471012 w 12192000"/>
              <a:gd name="connsiteY71" fmla="*/ 1678604 h 2237474"/>
              <a:gd name="connsiteX72" fmla="*/ 6364035 w 12192000"/>
              <a:gd name="connsiteY72" fmla="*/ 1667683 h 2237474"/>
              <a:gd name="connsiteX73" fmla="*/ 6280959 w 12192000"/>
              <a:gd name="connsiteY73" fmla="*/ 1689329 h 2237474"/>
              <a:gd name="connsiteX74" fmla="*/ 6243319 w 12192000"/>
              <a:gd name="connsiteY74" fmla="*/ 1695560 h 2237474"/>
              <a:gd name="connsiteX75" fmla="*/ 6098321 w 12192000"/>
              <a:gd name="connsiteY75" fmla="*/ 1721646 h 2237474"/>
              <a:gd name="connsiteX76" fmla="*/ 5880652 w 12192000"/>
              <a:gd name="connsiteY76" fmla="*/ 1779643 h 2237474"/>
              <a:gd name="connsiteX77" fmla="*/ 5785959 w 12192000"/>
              <a:gd name="connsiteY77" fmla="*/ 1775307 h 2237474"/>
              <a:gd name="connsiteX78" fmla="*/ 5643534 w 12192000"/>
              <a:gd name="connsiteY78" fmla="*/ 1802919 h 2237474"/>
              <a:gd name="connsiteX79" fmla="*/ 5518799 w 12192000"/>
              <a:gd name="connsiteY79" fmla="*/ 1818312 h 2237474"/>
              <a:gd name="connsiteX80" fmla="*/ 5505014 w 12192000"/>
              <a:gd name="connsiteY80" fmla="*/ 1819259 h 2237474"/>
              <a:gd name="connsiteX81" fmla="*/ 5453307 w 12192000"/>
              <a:gd name="connsiteY81" fmla="*/ 1815450 h 2237474"/>
              <a:gd name="connsiteX82" fmla="*/ 5221533 w 12192000"/>
              <a:gd name="connsiteY82" fmla="*/ 1846950 h 2237474"/>
              <a:gd name="connsiteX83" fmla="*/ 5149802 w 12192000"/>
              <a:gd name="connsiteY83" fmla="*/ 1844846 h 2237474"/>
              <a:gd name="connsiteX84" fmla="*/ 5114927 w 12192000"/>
              <a:gd name="connsiteY84" fmla="*/ 1847827 h 2237474"/>
              <a:gd name="connsiteX85" fmla="*/ 5108970 w 12192000"/>
              <a:gd name="connsiteY85" fmla="*/ 1847935 h 2237474"/>
              <a:gd name="connsiteX86" fmla="*/ 5067961 w 12192000"/>
              <a:gd name="connsiteY86" fmla="*/ 1845917 h 2237474"/>
              <a:gd name="connsiteX87" fmla="*/ 5007075 w 12192000"/>
              <a:gd name="connsiteY87" fmla="*/ 1838626 h 2237474"/>
              <a:gd name="connsiteX88" fmla="*/ 4944087 w 12192000"/>
              <a:gd name="connsiteY88" fmla="*/ 1823332 h 2237474"/>
              <a:gd name="connsiteX89" fmla="*/ 4907662 w 12192000"/>
              <a:gd name="connsiteY89" fmla="*/ 1816900 h 2237474"/>
              <a:gd name="connsiteX90" fmla="*/ 4882386 w 12192000"/>
              <a:gd name="connsiteY90" fmla="*/ 1809844 h 2237474"/>
              <a:gd name="connsiteX91" fmla="*/ 4811440 w 12192000"/>
              <a:gd name="connsiteY91" fmla="*/ 1804655 h 2237474"/>
              <a:gd name="connsiteX92" fmla="*/ 4691075 w 12192000"/>
              <a:gd name="connsiteY92" fmla="*/ 1801389 h 2237474"/>
              <a:gd name="connsiteX93" fmla="*/ 4611738 w 12192000"/>
              <a:gd name="connsiteY93" fmla="*/ 1776964 h 2237474"/>
              <a:gd name="connsiteX94" fmla="*/ 4560070 w 12192000"/>
              <a:gd name="connsiteY94" fmla="*/ 1785640 h 2237474"/>
              <a:gd name="connsiteX95" fmla="*/ 4536503 w 12192000"/>
              <a:gd name="connsiteY95" fmla="*/ 1785334 h 2237474"/>
              <a:gd name="connsiteX96" fmla="*/ 4513724 w 12192000"/>
              <a:gd name="connsiteY96" fmla="*/ 1791996 h 2237474"/>
              <a:gd name="connsiteX97" fmla="*/ 4459810 w 12192000"/>
              <a:gd name="connsiteY97" fmla="*/ 1797886 h 2237474"/>
              <a:gd name="connsiteX98" fmla="*/ 4379064 w 12192000"/>
              <a:gd name="connsiteY98" fmla="*/ 1817177 h 2237474"/>
              <a:gd name="connsiteX99" fmla="*/ 4290981 w 12192000"/>
              <a:gd name="connsiteY99" fmla="*/ 1839677 h 2237474"/>
              <a:gd name="connsiteX100" fmla="*/ 4238372 w 12192000"/>
              <a:gd name="connsiteY100" fmla="*/ 1851480 h 2237474"/>
              <a:gd name="connsiteX101" fmla="*/ 4232517 w 12192000"/>
              <a:gd name="connsiteY101" fmla="*/ 1852567 h 2237474"/>
              <a:gd name="connsiteX102" fmla="*/ 4191732 w 12192000"/>
              <a:gd name="connsiteY102" fmla="*/ 1857328 h 2237474"/>
              <a:gd name="connsiteX103" fmla="*/ 4065532 w 12192000"/>
              <a:gd name="connsiteY103" fmla="*/ 1855477 h 2237474"/>
              <a:gd name="connsiteX104" fmla="*/ 4028460 w 12192000"/>
              <a:gd name="connsiteY104" fmla="*/ 1855137 h 2237474"/>
              <a:gd name="connsiteX105" fmla="*/ 4002267 w 12192000"/>
              <a:gd name="connsiteY105" fmla="*/ 1852352 h 2237474"/>
              <a:gd name="connsiteX106" fmla="*/ 3931396 w 12192000"/>
              <a:gd name="connsiteY106" fmla="*/ 1858915 h 2237474"/>
              <a:gd name="connsiteX107" fmla="*/ 3812162 w 12192000"/>
              <a:gd name="connsiteY107" fmla="*/ 1875501 h 2237474"/>
              <a:gd name="connsiteX108" fmla="*/ 3729530 w 12192000"/>
              <a:gd name="connsiteY108" fmla="*/ 1864513 h 2237474"/>
              <a:gd name="connsiteX109" fmla="*/ 3680177 w 12192000"/>
              <a:gd name="connsiteY109" fmla="*/ 1881552 h 2237474"/>
              <a:gd name="connsiteX110" fmla="*/ 3567259 w 12192000"/>
              <a:gd name="connsiteY110" fmla="*/ 1893482 h 2237474"/>
              <a:gd name="connsiteX111" fmla="*/ 3405770 w 12192000"/>
              <a:gd name="connsiteY111" fmla="*/ 1904591 h 2237474"/>
              <a:gd name="connsiteX112" fmla="*/ 3280097 w 12192000"/>
              <a:gd name="connsiteY112" fmla="*/ 1919610 h 2237474"/>
              <a:gd name="connsiteX113" fmla="*/ 3123424 w 12192000"/>
              <a:gd name="connsiteY113" fmla="*/ 1952930 h 2237474"/>
              <a:gd name="connsiteX114" fmla="*/ 3009910 w 12192000"/>
              <a:gd name="connsiteY114" fmla="*/ 1957866 h 2237474"/>
              <a:gd name="connsiteX115" fmla="*/ 2995934 w 12192000"/>
              <a:gd name="connsiteY115" fmla="*/ 1967085 h 2237474"/>
              <a:gd name="connsiteX116" fmla="*/ 2980071 w 12192000"/>
              <a:gd name="connsiteY116" fmla="*/ 1972988 h 2237474"/>
              <a:gd name="connsiteX117" fmla="*/ 2978094 w 12192000"/>
              <a:gd name="connsiteY117" fmla="*/ 1972369 h 2237474"/>
              <a:gd name="connsiteX118" fmla="*/ 2942858 w 12192000"/>
              <a:gd name="connsiteY118" fmla="*/ 1981367 h 2237474"/>
              <a:gd name="connsiteX119" fmla="*/ 2875436 w 12192000"/>
              <a:gd name="connsiteY119" fmla="*/ 1996977 h 2237474"/>
              <a:gd name="connsiteX120" fmla="*/ 2874892 w 12192000"/>
              <a:gd name="connsiteY120" fmla="*/ 1996085 h 2237474"/>
              <a:gd name="connsiteX121" fmla="*/ 2864145 w 12192000"/>
              <a:gd name="connsiteY121" fmla="*/ 1994061 h 2237474"/>
              <a:gd name="connsiteX122" fmla="*/ 2843662 w 12192000"/>
              <a:gd name="connsiteY122" fmla="*/ 1992498 h 2237474"/>
              <a:gd name="connsiteX123" fmla="*/ 2796128 w 12192000"/>
              <a:gd name="connsiteY123" fmla="*/ 1976403 h 2237474"/>
              <a:gd name="connsiteX124" fmla="*/ 2756784 w 12192000"/>
              <a:gd name="connsiteY124" fmla="*/ 1985116 h 2237474"/>
              <a:gd name="connsiteX125" fmla="*/ 2748833 w 12192000"/>
              <a:gd name="connsiteY125" fmla="*/ 1986323 h 2237474"/>
              <a:gd name="connsiteX126" fmla="*/ 2748661 w 12192000"/>
              <a:gd name="connsiteY126" fmla="*/ 1986122 h 2237474"/>
              <a:gd name="connsiteX127" fmla="*/ 2740251 w 12192000"/>
              <a:gd name="connsiteY127" fmla="*/ 1986946 h 2237474"/>
              <a:gd name="connsiteX128" fmla="*/ 2718916 w 12192000"/>
              <a:gd name="connsiteY128" fmla="*/ 1990867 h 2237474"/>
              <a:gd name="connsiteX129" fmla="*/ 2713522 w 12192000"/>
              <a:gd name="connsiteY129" fmla="*/ 1990173 h 2237474"/>
              <a:gd name="connsiteX130" fmla="*/ 2680597 w 12192000"/>
              <a:gd name="connsiteY130" fmla="*/ 1984996 h 2237474"/>
              <a:gd name="connsiteX131" fmla="*/ 2578178 w 12192000"/>
              <a:gd name="connsiteY131" fmla="*/ 1990531 h 2237474"/>
              <a:gd name="connsiteX132" fmla="*/ 2476147 w 12192000"/>
              <a:gd name="connsiteY132" fmla="*/ 1998305 h 2237474"/>
              <a:gd name="connsiteX133" fmla="*/ 2373568 w 12192000"/>
              <a:gd name="connsiteY133" fmla="*/ 2003219 h 2237474"/>
              <a:gd name="connsiteX134" fmla="*/ 2321399 w 12192000"/>
              <a:gd name="connsiteY134" fmla="*/ 1989467 h 2237474"/>
              <a:gd name="connsiteX135" fmla="*/ 2315525 w 12192000"/>
              <a:gd name="connsiteY135" fmla="*/ 1989708 h 2237474"/>
              <a:gd name="connsiteX136" fmla="*/ 2300792 w 12192000"/>
              <a:gd name="connsiteY136" fmla="*/ 1994290 h 2237474"/>
              <a:gd name="connsiteX137" fmla="*/ 2295469 w 12192000"/>
              <a:gd name="connsiteY137" fmla="*/ 1996659 h 2237474"/>
              <a:gd name="connsiteX138" fmla="*/ 2287219 w 12192000"/>
              <a:gd name="connsiteY138" fmla="*/ 1998750 h 2237474"/>
              <a:gd name="connsiteX139" fmla="*/ 2286948 w 12192000"/>
              <a:gd name="connsiteY139" fmla="*/ 1998596 h 2237474"/>
              <a:gd name="connsiteX140" fmla="*/ 2243069 w 12192000"/>
              <a:gd name="connsiteY140" fmla="*/ 2015111 h 2237474"/>
              <a:gd name="connsiteX141" fmla="*/ 2186609 w 12192000"/>
              <a:gd name="connsiteY141" fmla="*/ 2008263 h 2237474"/>
              <a:gd name="connsiteX142" fmla="*/ 2164831 w 12192000"/>
              <a:gd name="connsiteY142" fmla="*/ 2010143 h 2237474"/>
              <a:gd name="connsiteX143" fmla="*/ 2152836 w 12192000"/>
              <a:gd name="connsiteY143" fmla="*/ 2010048 h 2237474"/>
              <a:gd name="connsiteX144" fmla="*/ 2117102 w 12192000"/>
              <a:gd name="connsiteY144" fmla="*/ 2023004 h 2237474"/>
              <a:gd name="connsiteX145" fmla="*/ 2111935 w 12192000"/>
              <a:gd name="connsiteY145" fmla="*/ 2023163 h 2237474"/>
              <a:gd name="connsiteX146" fmla="*/ 2089991 w 12192000"/>
              <a:gd name="connsiteY146" fmla="*/ 2034193 h 2237474"/>
              <a:gd name="connsiteX147" fmla="*/ 2058061 w 12192000"/>
              <a:gd name="connsiteY147" fmla="*/ 2047942 h 2237474"/>
              <a:gd name="connsiteX148" fmla="*/ 2055737 w 12192000"/>
              <a:gd name="connsiteY148" fmla="*/ 2047704 h 2237474"/>
              <a:gd name="connsiteX149" fmla="*/ 2042244 w 12192000"/>
              <a:gd name="connsiteY149" fmla="*/ 2055560 h 2237474"/>
              <a:gd name="connsiteX150" fmla="*/ 1976224 w 12192000"/>
              <a:gd name="connsiteY150" fmla="*/ 2074257 h 2237474"/>
              <a:gd name="connsiteX151" fmla="*/ 1877728 w 12192000"/>
              <a:gd name="connsiteY151" fmla="*/ 2101004 h 2237474"/>
              <a:gd name="connsiteX152" fmla="*/ 1759056 w 12192000"/>
              <a:gd name="connsiteY152" fmla="*/ 2125608 h 2237474"/>
              <a:gd name="connsiteX153" fmla="*/ 1637948 w 12192000"/>
              <a:gd name="connsiteY153" fmla="*/ 2172597 h 2237474"/>
              <a:gd name="connsiteX154" fmla="*/ 1434549 w 12192000"/>
              <a:gd name="connsiteY154" fmla="*/ 2234522 h 2237474"/>
              <a:gd name="connsiteX155" fmla="*/ 1398481 w 12192000"/>
              <a:gd name="connsiteY155" fmla="*/ 2237074 h 2237474"/>
              <a:gd name="connsiteX156" fmla="*/ 1398407 w 12192000"/>
              <a:gd name="connsiteY156" fmla="*/ 2237095 h 2237474"/>
              <a:gd name="connsiteX157" fmla="*/ 1370962 w 12192000"/>
              <a:gd name="connsiteY157" fmla="*/ 2237474 h 2237474"/>
              <a:gd name="connsiteX158" fmla="*/ 1356367 w 12192000"/>
              <a:gd name="connsiteY158" fmla="*/ 2235089 h 2237474"/>
              <a:gd name="connsiteX159" fmla="*/ 1324828 w 12192000"/>
              <a:gd name="connsiteY159" fmla="*/ 2231968 h 2237474"/>
              <a:gd name="connsiteX160" fmla="*/ 1297744 w 12192000"/>
              <a:gd name="connsiteY160" fmla="*/ 2235849 h 2237474"/>
              <a:gd name="connsiteX161" fmla="*/ 1286236 w 12192000"/>
              <a:gd name="connsiteY161" fmla="*/ 2233135 h 2237474"/>
              <a:gd name="connsiteX162" fmla="*/ 1283504 w 12192000"/>
              <a:gd name="connsiteY162" fmla="*/ 2233797 h 2237474"/>
              <a:gd name="connsiteX163" fmla="*/ 1279765 w 12192000"/>
              <a:gd name="connsiteY163" fmla="*/ 2229639 h 2237474"/>
              <a:gd name="connsiteX164" fmla="*/ 1195347 w 12192000"/>
              <a:gd name="connsiteY164" fmla="*/ 2212354 h 2237474"/>
              <a:gd name="connsiteX165" fmla="*/ 970251 w 12192000"/>
              <a:gd name="connsiteY165" fmla="*/ 2221029 h 2237474"/>
              <a:gd name="connsiteX166" fmla="*/ 812914 w 12192000"/>
              <a:gd name="connsiteY166" fmla="*/ 2202752 h 2237474"/>
              <a:gd name="connsiteX167" fmla="*/ 800195 w 12192000"/>
              <a:gd name="connsiteY167" fmla="*/ 2209407 h 2237474"/>
              <a:gd name="connsiteX168" fmla="*/ 784978 w 12192000"/>
              <a:gd name="connsiteY168" fmla="*/ 2212360 h 2237474"/>
              <a:gd name="connsiteX169" fmla="*/ 681987 w 12192000"/>
              <a:gd name="connsiteY169" fmla="*/ 2216757 h 2237474"/>
              <a:gd name="connsiteX170" fmla="*/ 669923 w 12192000"/>
              <a:gd name="connsiteY170" fmla="*/ 2211682 h 2237474"/>
              <a:gd name="connsiteX171" fmla="*/ 648680 w 12192000"/>
              <a:gd name="connsiteY171" fmla="*/ 2206229 h 2237474"/>
              <a:gd name="connsiteX172" fmla="*/ 597225 w 12192000"/>
              <a:gd name="connsiteY172" fmla="*/ 2180999 h 2237474"/>
              <a:gd name="connsiteX173" fmla="*/ 558449 w 12192000"/>
              <a:gd name="connsiteY173" fmla="*/ 2182346 h 2237474"/>
              <a:gd name="connsiteX174" fmla="*/ 550517 w 12192000"/>
              <a:gd name="connsiteY174" fmla="*/ 2182060 h 2237474"/>
              <a:gd name="connsiteX175" fmla="*/ 550309 w 12192000"/>
              <a:gd name="connsiteY175" fmla="*/ 2181825 h 2237474"/>
              <a:gd name="connsiteX176" fmla="*/ 541836 w 12192000"/>
              <a:gd name="connsiteY176" fmla="*/ 2181063 h 2237474"/>
              <a:gd name="connsiteX177" fmla="*/ 536057 w 12192000"/>
              <a:gd name="connsiteY177" fmla="*/ 2181537 h 2237474"/>
              <a:gd name="connsiteX178" fmla="*/ 520671 w 12192000"/>
              <a:gd name="connsiteY178" fmla="*/ 2180980 h 2237474"/>
              <a:gd name="connsiteX179" fmla="*/ 515024 w 12192000"/>
              <a:gd name="connsiteY179" fmla="*/ 2179258 h 2237474"/>
              <a:gd name="connsiteX180" fmla="*/ 512278 w 12192000"/>
              <a:gd name="connsiteY180" fmla="*/ 2176369 h 2237474"/>
              <a:gd name="connsiteX181" fmla="*/ 480419 w 12192000"/>
              <a:gd name="connsiteY181" fmla="*/ 2167807 h 2237474"/>
              <a:gd name="connsiteX182" fmla="*/ 413835 w 12192000"/>
              <a:gd name="connsiteY182" fmla="*/ 2156783 h 2237474"/>
              <a:gd name="connsiteX183" fmla="*/ 376513 w 12192000"/>
              <a:gd name="connsiteY183" fmla="*/ 2154014 h 2237474"/>
              <a:gd name="connsiteX184" fmla="*/ 273386 w 12192000"/>
              <a:gd name="connsiteY184" fmla="*/ 2142551 h 2237474"/>
              <a:gd name="connsiteX185" fmla="*/ 169207 w 12192000"/>
              <a:gd name="connsiteY185" fmla="*/ 2128100 h 2237474"/>
              <a:gd name="connsiteX186" fmla="*/ 93149 w 12192000"/>
              <a:gd name="connsiteY186" fmla="*/ 2105324 h 2237474"/>
              <a:gd name="connsiteX187" fmla="*/ 88109 w 12192000"/>
              <a:gd name="connsiteY187" fmla="*/ 2106704 h 2237474"/>
              <a:gd name="connsiteX188" fmla="*/ 80022 w 12192000"/>
              <a:gd name="connsiteY188" fmla="*/ 2107254 h 2237474"/>
              <a:gd name="connsiteX189" fmla="*/ 79717 w 12192000"/>
              <a:gd name="connsiteY189" fmla="*/ 2107046 h 2237474"/>
              <a:gd name="connsiteX190" fmla="*/ 72352 w 12192000"/>
              <a:gd name="connsiteY190" fmla="*/ 2107991 h 2237474"/>
              <a:gd name="connsiteX191" fmla="*/ 37645 w 12192000"/>
              <a:gd name="connsiteY191" fmla="*/ 2115401 h 2237474"/>
              <a:gd name="connsiteX192" fmla="*/ 4572 w 12192000"/>
              <a:gd name="connsiteY192" fmla="*/ 2111091 h 2237474"/>
              <a:gd name="connsiteX193" fmla="*/ 0 w 12192000"/>
              <a:gd name="connsiteY193" fmla="*/ 2110468 h 2237474"/>
              <a:gd name="connsiteX194" fmla="*/ 0 w 12192000"/>
              <a:gd name="connsiteY19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12987 w 12192000"/>
              <a:gd name="connsiteY36" fmla="*/ 106198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77033 w 12192000"/>
              <a:gd name="connsiteY24" fmla="*/ 922857 h 2237474"/>
              <a:gd name="connsiteX25" fmla="*/ 9544189 w 12192000"/>
              <a:gd name="connsiteY25" fmla="*/ 938966 h 2237474"/>
              <a:gd name="connsiteX26" fmla="*/ 9500499 w 12192000"/>
              <a:gd name="connsiteY26" fmla="*/ 954680 h 2237474"/>
              <a:gd name="connsiteX27" fmla="*/ 9428195 w 12192000"/>
              <a:gd name="connsiteY27" fmla="*/ 986225 h 2237474"/>
              <a:gd name="connsiteX28" fmla="*/ 9410017 w 12192000"/>
              <a:gd name="connsiteY28" fmla="*/ 993931 h 2237474"/>
              <a:gd name="connsiteX29" fmla="*/ 9392919 w 12192000"/>
              <a:gd name="connsiteY29" fmla="*/ 994656 h 2237474"/>
              <a:gd name="connsiteX30" fmla="*/ 9278619 w 12192000"/>
              <a:gd name="connsiteY30" fmla="*/ 1011878 h 2237474"/>
              <a:gd name="connsiteX31" fmla="*/ 9268019 w 12192000"/>
              <a:gd name="connsiteY31" fmla="*/ 1007442 h 2237474"/>
              <a:gd name="connsiteX32" fmla="*/ 9234662 w 12192000"/>
              <a:gd name="connsiteY32" fmla="*/ 1023056 h 2237474"/>
              <a:gd name="connsiteX33" fmla="*/ 9181033 w 12192000"/>
              <a:gd name="connsiteY33" fmla="*/ 1037921 h 2237474"/>
              <a:gd name="connsiteX34" fmla="*/ 9155969 w 12192000"/>
              <a:gd name="connsiteY34" fmla="*/ 1046804 h 2237474"/>
              <a:gd name="connsiteX35" fmla="*/ 9133985 w 12192000"/>
              <a:gd name="connsiteY35" fmla="*/ 1046450 h 2237474"/>
              <a:gd name="connsiteX36" fmla="*/ 9003462 w 12192000"/>
              <a:gd name="connsiteY36" fmla="*/ 1042406 h 2237474"/>
              <a:gd name="connsiteX37" fmla="*/ 8968445 w 12192000"/>
              <a:gd name="connsiteY37" fmla="*/ 1052169 h 2237474"/>
              <a:gd name="connsiteX38" fmla="*/ 8886001 w 12192000"/>
              <a:gd name="connsiteY38" fmla="*/ 1067468 h 2237474"/>
              <a:gd name="connsiteX39" fmla="*/ 8838610 w 12192000"/>
              <a:gd name="connsiteY39" fmla="*/ 1075091 h 2237474"/>
              <a:gd name="connsiteX40" fmla="*/ 8750383 w 12192000"/>
              <a:gd name="connsiteY40" fmla="*/ 1097387 h 2237474"/>
              <a:gd name="connsiteX41" fmla="*/ 8665605 w 12192000"/>
              <a:gd name="connsiteY41" fmla="*/ 1110791 h 2237474"/>
              <a:gd name="connsiteX42" fmla="*/ 8584946 w 12192000"/>
              <a:gd name="connsiteY42" fmla="*/ 1135226 h 2237474"/>
              <a:gd name="connsiteX43" fmla="*/ 8460755 w 12192000"/>
              <a:gd name="connsiteY43" fmla="*/ 1203427 h 2237474"/>
              <a:gd name="connsiteX44" fmla="*/ 8419755 w 12192000"/>
              <a:gd name="connsiteY44" fmla="*/ 1216260 h 2237474"/>
              <a:gd name="connsiteX45" fmla="*/ 8411626 w 12192000"/>
              <a:gd name="connsiteY45" fmla="*/ 1214397 h 2237474"/>
              <a:gd name="connsiteX46" fmla="*/ 8363469 w 12192000"/>
              <a:gd name="connsiteY46" fmla="*/ 1246658 h 2237474"/>
              <a:gd name="connsiteX47" fmla="*/ 8275497 w 12192000"/>
              <a:gd name="connsiteY47" fmla="*/ 1264396 h 2237474"/>
              <a:gd name="connsiteX48" fmla="*/ 8206287 w 12192000"/>
              <a:gd name="connsiteY48" fmla="*/ 1273060 h 2237474"/>
              <a:gd name="connsiteX49" fmla="*/ 8139997 w 12192000"/>
              <a:gd name="connsiteY49" fmla="*/ 1282713 h 2237474"/>
              <a:gd name="connsiteX50" fmla="*/ 8074238 w 12192000"/>
              <a:gd name="connsiteY50" fmla="*/ 1301895 h 2237474"/>
              <a:gd name="connsiteX51" fmla="*/ 7942099 w 12192000"/>
              <a:gd name="connsiteY51" fmla="*/ 1336332 h 2237474"/>
              <a:gd name="connsiteX52" fmla="*/ 7902328 w 12192000"/>
              <a:gd name="connsiteY52" fmla="*/ 1345865 h 2237474"/>
              <a:gd name="connsiteX53" fmla="*/ 7840612 w 12192000"/>
              <a:gd name="connsiteY53" fmla="*/ 1369373 h 2237474"/>
              <a:gd name="connsiteX54" fmla="*/ 7786819 w 12192000"/>
              <a:gd name="connsiteY54" fmla="*/ 1378970 h 2237474"/>
              <a:gd name="connsiteX55" fmla="*/ 7548172 w 12192000"/>
              <a:gd name="connsiteY55" fmla="*/ 1417460 h 2237474"/>
              <a:gd name="connsiteX56" fmla="*/ 7483437 w 12192000"/>
              <a:gd name="connsiteY56" fmla="*/ 1478152 h 2237474"/>
              <a:gd name="connsiteX57" fmla="*/ 7377870 w 12192000"/>
              <a:gd name="connsiteY57" fmla="*/ 1523319 h 2237474"/>
              <a:gd name="connsiteX58" fmla="*/ 7230737 w 12192000"/>
              <a:gd name="connsiteY58" fmla="*/ 1562633 h 2237474"/>
              <a:gd name="connsiteX59" fmla="*/ 7224458 w 12192000"/>
              <a:gd name="connsiteY59" fmla="*/ 1573008 h 2237474"/>
              <a:gd name="connsiteX60" fmla="*/ 7183121 w 12192000"/>
              <a:gd name="connsiteY60" fmla="*/ 1595162 h 2237474"/>
              <a:gd name="connsiteX61" fmla="*/ 7164601 w 12192000"/>
              <a:gd name="connsiteY61" fmla="*/ 1606490 h 2237474"/>
              <a:gd name="connsiteX62" fmla="*/ 7031309 w 12192000"/>
              <a:gd name="connsiteY62" fmla="*/ 1619451 h 2237474"/>
              <a:gd name="connsiteX63" fmla="*/ 6900177 w 12192000"/>
              <a:gd name="connsiteY63" fmla="*/ 1636016 h 2237474"/>
              <a:gd name="connsiteX64" fmla="*/ 6795372 w 12192000"/>
              <a:gd name="connsiteY64" fmla="*/ 1644845 h 2237474"/>
              <a:gd name="connsiteX65" fmla="*/ 6692251 w 12192000"/>
              <a:gd name="connsiteY65" fmla="*/ 1656357 h 2237474"/>
              <a:gd name="connsiteX66" fmla="*/ 6655235 w 12192000"/>
              <a:gd name="connsiteY66" fmla="*/ 1661869 h 2237474"/>
              <a:gd name="connsiteX67" fmla="*/ 6554894 w 12192000"/>
              <a:gd name="connsiteY67" fmla="*/ 1664428 h 2237474"/>
              <a:gd name="connsiteX68" fmla="*/ 6516595 w 12192000"/>
              <a:gd name="connsiteY68" fmla="*/ 1667475 h 2237474"/>
              <a:gd name="connsiteX69" fmla="*/ 6508541 w 12192000"/>
              <a:gd name="connsiteY69" fmla="*/ 1668757 h 2237474"/>
              <a:gd name="connsiteX70" fmla="*/ 6471012 w 12192000"/>
              <a:gd name="connsiteY70" fmla="*/ 1678604 h 2237474"/>
              <a:gd name="connsiteX71" fmla="*/ 6364035 w 12192000"/>
              <a:gd name="connsiteY71" fmla="*/ 1667683 h 2237474"/>
              <a:gd name="connsiteX72" fmla="*/ 6280959 w 12192000"/>
              <a:gd name="connsiteY72" fmla="*/ 1689329 h 2237474"/>
              <a:gd name="connsiteX73" fmla="*/ 6243319 w 12192000"/>
              <a:gd name="connsiteY73" fmla="*/ 1695560 h 2237474"/>
              <a:gd name="connsiteX74" fmla="*/ 6098321 w 12192000"/>
              <a:gd name="connsiteY74" fmla="*/ 1721646 h 2237474"/>
              <a:gd name="connsiteX75" fmla="*/ 5880652 w 12192000"/>
              <a:gd name="connsiteY75" fmla="*/ 1779643 h 2237474"/>
              <a:gd name="connsiteX76" fmla="*/ 5785959 w 12192000"/>
              <a:gd name="connsiteY76" fmla="*/ 1775307 h 2237474"/>
              <a:gd name="connsiteX77" fmla="*/ 5643534 w 12192000"/>
              <a:gd name="connsiteY77" fmla="*/ 1802919 h 2237474"/>
              <a:gd name="connsiteX78" fmla="*/ 5518799 w 12192000"/>
              <a:gd name="connsiteY78" fmla="*/ 1818312 h 2237474"/>
              <a:gd name="connsiteX79" fmla="*/ 5505014 w 12192000"/>
              <a:gd name="connsiteY79" fmla="*/ 1819259 h 2237474"/>
              <a:gd name="connsiteX80" fmla="*/ 5453307 w 12192000"/>
              <a:gd name="connsiteY80" fmla="*/ 1815450 h 2237474"/>
              <a:gd name="connsiteX81" fmla="*/ 5221533 w 12192000"/>
              <a:gd name="connsiteY81" fmla="*/ 1846950 h 2237474"/>
              <a:gd name="connsiteX82" fmla="*/ 5149802 w 12192000"/>
              <a:gd name="connsiteY82" fmla="*/ 1844846 h 2237474"/>
              <a:gd name="connsiteX83" fmla="*/ 5114927 w 12192000"/>
              <a:gd name="connsiteY83" fmla="*/ 1847827 h 2237474"/>
              <a:gd name="connsiteX84" fmla="*/ 5108970 w 12192000"/>
              <a:gd name="connsiteY84" fmla="*/ 1847935 h 2237474"/>
              <a:gd name="connsiteX85" fmla="*/ 5067961 w 12192000"/>
              <a:gd name="connsiteY85" fmla="*/ 1845917 h 2237474"/>
              <a:gd name="connsiteX86" fmla="*/ 5007075 w 12192000"/>
              <a:gd name="connsiteY86" fmla="*/ 1838626 h 2237474"/>
              <a:gd name="connsiteX87" fmla="*/ 4944087 w 12192000"/>
              <a:gd name="connsiteY87" fmla="*/ 1823332 h 2237474"/>
              <a:gd name="connsiteX88" fmla="*/ 4907662 w 12192000"/>
              <a:gd name="connsiteY88" fmla="*/ 1816900 h 2237474"/>
              <a:gd name="connsiteX89" fmla="*/ 4882386 w 12192000"/>
              <a:gd name="connsiteY89" fmla="*/ 1809844 h 2237474"/>
              <a:gd name="connsiteX90" fmla="*/ 4811440 w 12192000"/>
              <a:gd name="connsiteY90" fmla="*/ 1804655 h 2237474"/>
              <a:gd name="connsiteX91" fmla="*/ 4691075 w 12192000"/>
              <a:gd name="connsiteY91" fmla="*/ 1801389 h 2237474"/>
              <a:gd name="connsiteX92" fmla="*/ 4611738 w 12192000"/>
              <a:gd name="connsiteY92" fmla="*/ 1776964 h 2237474"/>
              <a:gd name="connsiteX93" fmla="*/ 4560070 w 12192000"/>
              <a:gd name="connsiteY93" fmla="*/ 1785640 h 2237474"/>
              <a:gd name="connsiteX94" fmla="*/ 4536503 w 12192000"/>
              <a:gd name="connsiteY94" fmla="*/ 1785334 h 2237474"/>
              <a:gd name="connsiteX95" fmla="*/ 4513724 w 12192000"/>
              <a:gd name="connsiteY95" fmla="*/ 1791996 h 2237474"/>
              <a:gd name="connsiteX96" fmla="*/ 4459810 w 12192000"/>
              <a:gd name="connsiteY96" fmla="*/ 1797886 h 2237474"/>
              <a:gd name="connsiteX97" fmla="*/ 4379064 w 12192000"/>
              <a:gd name="connsiteY97" fmla="*/ 1817177 h 2237474"/>
              <a:gd name="connsiteX98" fmla="*/ 4290981 w 12192000"/>
              <a:gd name="connsiteY98" fmla="*/ 1839677 h 2237474"/>
              <a:gd name="connsiteX99" fmla="*/ 4238372 w 12192000"/>
              <a:gd name="connsiteY99" fmla="*/ 1851480 h 2237474"/>
              <a:gd name="connsiteX100" fmla="*/ 4232517 w 12192000"/>
              <a:gd name="connsiteY100" fmla="*/ 1852567 h 2237474"/>
              <a:gd name="connsiteX101" fmla="*/ 4191732 w 12192000"/>
              <a:gd name="connsiteY101" fmla="*/ 1857328 h 2237474"/>
              <a:gd name="connsiteX102" fmla="*/ 4065532 w 12192000"/>
              <a:gd name="connsiteY102" fmla="*/ 1855477 h 2237474"/>
              <a:gd name="connsiteX103" fmla="*/ 4028460 w 12192000"/>
              <a:gd name="connsiteY103" fmla="*/ 1855137 h 2237474"/>
              <a:gd name="connsiteX104" fmla="*/ 4002267 w 12192000"/>
              <a:gd name="connsiteY104" fmla="*/ 1852352 h 2237474"/>
              <a:gd name="connsiteX105" fmla="*/ 3931396 w 12192000"/>
              <a:gd name="connsiteY105" fmla="*/ 1858915 h 2237474"/>
              <a:gd name="connsiteX106" fmla="*/ 3812162 w 12192000"/>
              <a:gd name="connsiteY106" fmla="*/ 1875501 h 2237474"/>
              <a:gd name="connsiteX107" fmla="*/ 3729530 w 12192000"/>
              <a:gd name="connsiteY107" fmla="*/ 1864513 h 2237474"/>
              <a:gd name="connsiteX108" fmla="*/ 3680177 w 12192000"/>
              <a:gd name="connsiteY108" fmla="*/ 1881552 h 2237474"/>
              <a:gd name="connsiteX109" fmla="*/ 3567259 w 12192000"/>
              <a:gd name="connsiteY109" fmla="*/ 1893482 h 2237474"/>
              <a:gd name="connsiteX110" fmla="*/ 3405770 w 12192000"/>
              <a:gd name="connsiteY110" fmla="*/ 1904591 h 2237474"/>
              <a:gd name="connsiteX111" fmla="*/ 3280097 w 12192000"/>
              <a:gd name="connsiteY111" fmla="*/ 1919610 h 2237474"/>
              <a:gd name="connsiteX112" fmla="*/ 3123424 w 12192000"/>
              <a:gd name="connsiteY112" fmla="*/ 1952930 h 2237474"/>
              <a:gd name="connsiteX113" fmla="*/ 3009910 w 12192000"/>
              <a:gd name="connsiteY113" fmla="*/ 1957866 h 2237474"/>
              <a:gd name="connsiteX114" fmla="*/ 2995934 w 12192000"/>
              <a:gd name="connsiteY114" fmla="*/ 1967085 h 2237474"/>
              <a:gd name="connsiteX115" fmla="*/ 2980071 w 12192000"/>
              <a:gd name="connsiteY115" fmla="*/ 1972988 h 2237474"/>
              <a:gd name="connsiteX116" fmla="*/ 2978094 w 12192000"/>
              <a:gd name="connsiteY116" fmla="*/ 1972369 h 2237474"/>
              <a:gd name="connsiteX117" fmla="*/ 2942858 w 12192000"/>
              <a:gd name="connsiteY117" fmla="*/ 1981367 h 2237474"/>
              <a:gd name="connsiteX118" fmla="*/ 2875436 w 12192000"/>
              <a:gd name="connsiteY118" fmla="*/ 1996977 h 2237474"/>
              <a:gd name="connsiteX119" fmla="*/ 2874892 w 12192000"/>
              <a:gd name="connsiteY119" fmla="*/ 1996085 h 2237474"/>
              <a:gd name="connsiteX120" fmla="*/ 2864145 w 12192000"/>
              <a:gd name="connsiteY120" fmla="*/ 1994061 h 2237474"/>
              <a:gd name="connsiteX121" fmla="*/ 2843662 w 12192000"/>
              <a:gd name="connsiteY121" fmla="*/ 1992498 h 2237474"/>
              <a:gd name="connsiteX122" fmla="*/ 2796128 w 12192000"/>
              <a:gd name="connsiteY122" fmla="*/ 1976403 h 2237474"/>
              <a:gd name="connsiteX123" fmla="*/ 2756784 w 12192000"/>
              <a:gd name="connsiteY123" fmla="*/ 1985116 h 2237474"/>
              <a:gd name="connsiteX124" fmla="*/ 2748833 w 12192000"/>
              <a:gd name="connsiteY124" fmla="*/ 1986323 h 2237474"/>
              <a:gd name="connsiteX125" fmla="*/ 2748661 w 12192000"/>
              <a:gd name="connsiteY125" fmla="*/ 1986122 h 2237474"/>
              <a:gd name="connsiteX126" fmla="*/ 2740251 w 12192000"/>
              <a:gd name="connsiteY126" fmla="*/ 1986946 h 2237474"/>
              <a:gd name="connsiteX127" fmla="*/ 2718916 w 12192000"/>
              <a:gd name="connsiteY127" fmla="*/ 1990867 h 2237474"/>
              <a:gd name="connsiteX128" fmla="*/ 2713522 w 12192000"/>
              <a:gd name="connsiteY128" fmla="*/ 1990173 h 2237474"/>
              <a:gd name="connsiteX129" fmla="*/ 2680597 w 12192000"/>
              <a:gd name="connsiteY129" fmla="*/ 1984996 h 2237474"/>
              <a:gd name="connsiteX130" fmla="*/ 2578178 w 12192000"/>
              <a:gd name="connsiteY130" fmla="*/ 1990531 h 2237474"/>
              <a:gd name="connsiteX131" fmla="*/ 2476147 w 12192000"/>
              <a:gd name="connsiteY131" fmla="*/ 1998305 h 2237474"/>
              <a:gd name="connsiteX132" fmla="*/ 2373568 w 12192000"/>
              <a:gd name="connsiteY132" fmla="*/ 2003219 h 2237474"/>
              <a:gd name="connsiteX133" fmla="*/ 2321399 w 12192000"/>
              <a:gd name="connsiteY133" fmla="*/ 1989467 h 2237474"/>
              <a:gd name="connsiteX134" fmla="*/ 2315525 w 12192000"/>
              <a:gd name="connsiteY134" fmla="*/ 1989708 h 2237474"/>
              <a:gd name="connsiteX135" fmla="*/ 2300792 w 12192000"/>
              <a:gd name="connsiteY135" fmla="*/ 1994290 h 2237474"/>
              <a:gd name="connsiteX136" fmla="*/ 2295469 w 12192000"/>
              <a:gd name="connsiteY136" fmla="*/ 1996659 h 2237474"/>
              <a:gd name="connsiteX137" fmla="*/ 2287219 w 12192000"/>
              <a:gd name="connsiteY137" fmla="*/ 1998750 h 2237474"/>
              <a:gd name="connsiteX138" fmla="*/ 2286948 w 12192000"/>
              <a:gd name="connsiteY138" fmla="*/ 1998596 h 2237474"/>
              <a:gd name="connsiteX139" fmla="*/ 2243069 w 12192000"/>
              <a:gd name="connsiteY139" fmla="*/ 2015111 h 2237474"/>
              <a:gd name="connsiteX140" fmla="*/ 2186609 w 12192000"/>
              <a:gd name="connsiteY140" fmla="*/ 2008263 h 2237474"/>
              <a:gd name="connsiteX141" fmla="*/ 2164831 w 12192000"/>
              <a:gd name="connsiteY141" fmla="*/ 2010143 h 2237474"/>
              <a:gd name="connsiteX142" fmla="*/ 2152836 w 12192000"/>
              <a:gd name="connsiteY142" fmla="*/ 2010048 h 2237474"/>
              <a:gd name="connsiteX143" fmla="*/ 2117102 w 12192000"/>
              <a:gd name="connsiteY143" fmla="*/ 2023004 h 2237474"/>
              <a:gd name="connsiteX144" fmla="*/ 2111935 w 12192000"/>
              <a:gd name="connsiteY144" fmla="*/ 2023163 h 2237474"/>
              <a:gd name="connsiteX145" fmla="*/ 2089991 w 12192000"/>
              <a:gd name="connsiteY145" fmla="*/ 2034193 h 2237474"/>
              <a:gd name="connsiteX146" fmla="*/ 2058061 w 12192000"/>
              <a:gd name="connsiteY146" fmla="*/ 2047942 h 2237474"/>
              <a:gd name="connsiteX147" fmla="*/ 2055737 w 12192000"/>
              <a:gd name="connsiteY147" fmla="*/ 2047704 h 2237474"/>
              <a:gd name="connsiteX148" fmla="*/ 2042244 w 12192000"/>
              <a:gd name="connsiteY148" fmla="*/ 2055560 h 2237474"/>
              <a:gd name="connsiteX149" fmla="*/ 1976224 w 12192000"/>
              <a:gd name="connsiteY149" fmla="*/ 2074257 h 2237474"/>
              <a:gd name="connsiteX150" fmla="*/ 1877728 w 12192000"/>
              <a:gd name="connsiteY150" fmla="*/ 2101004 h 2237474"/>
              <a:gd name="connsiteX151" fmla="*/ 1759056 w 12192000"/>
              <a:gd name="connsiteY151" fmla="*/ 2125608 h 2237474"/>
              <a:gd name="connsiteX152" fmla="*/ 1637948 w 12192000"/>
              <a:gd name="connsiteY152" fmla="*/ 2172597 h 2237474"/>
              <a:gd name="connsiteX153" fmla="*/ 1434549 w 12192000"/>
              <a:gd name="connsiteY153" fmla="*/ 2234522 h 2237474"/>
              <a:gd name="connsiteX154" fmla="*/ 1398481 w 12192000"/>
              <a:gd name="connsiteY154" fmla="*/ 2237074 h 2237474"/>
              <a:gd name="connsiteX155" fmla="*/ 1398407 w 12192000"/>
              <a:gd name="connsiteY155" fmla="*/ 2237095 h 2237474"/>
              <a:gd name="connsiteX156" fmla="*/ 1370962 w 12192000"/>
              <a:gd name="connsiteY156" fmla="*/ 2237474 h 2237474"/>
              <a:gd name="connsiteX157" fmla="*/ 1356367 w 12192000"/>
              <a:gd name="connsiteY157" fmla="*/ 2235089 h 2237474"/>
              <a:gd name="connsiteX158" fmla="*/ 1324828 w 12192000"/>
              <a:gd name="connsiteY158" fmla="*/ 2231968 h 2237474"/>
              <a:gd name="connsiteX159" fmla="*/ 1297744 w 12192000"/>
              <a:gd name="connsiteY159" fmla="*/ 2235849 h 2237474"/>
              <a:gd name="connsiteX160" fmla="*/ 1286236 w 12192000"/>
              <a:gd name="connsiteY160" fmla="*/ 2233135 h 2237474"/>
              <a:gd name="connsiteX161" fmla="*/ 1283504 w 12192000"/>
              <a:gd name="connsiteY161" fmla="*/ 2233797 h 2237474"/>
              <a:gd name="connsiteX162" fmla="*/ 1279765 w 12192000"/>
              <a:gd name="connsiteY162" fmla="*/ 2229639 h 2237474"/>
              <a:gd name="connsiteX163" fmla="*/ 1195347 w 12192000"/>
              <a:gd name="connsiteY163" fmla="*/ 2212354 h 2237474"/>
              <a:gd name="connsiteX164" fmla="*/ 970251 w 12192000"/>
              <a:gd name="connsiteY164" fmla="*/ 2221029 h 2237474"/>
              <a:gd name="connsiteX165" fmla="*/ 812914 w 12192000"/>
              <a:gd name="connsiteY165" fmla="*/ 2202752 h 2237474"/>
              <a:gd name="connsiteX166" fmla="*/ 800195 w 12192000"/>
              <a:gd name="connsiteY166" fmla="*/ 2209407 h 2237474"/>
              <a:gd name="connsiteX167" fmla="*/ 784978 w 12192000"/>
              <a:gd name="connsiteY167" fmla="*/ 2212360 h 2237474"/>
              <a:gd name="connsiteX168" fmla="*/ 681987 w 12192000"/>
              <a:gd name="connsiteY168" fmla="*/ 2216757 h 2237474"/>
              <a:gd name="connsiteX169" fmla="*/ 669923 w 12192000"/>
              <a:gd name="connsiteY169" fmla="*/ 2211682 h 2237474"/>
              <a:gd name="connsiteX170" fmla="*/ 648680 w 12192000"/>
              <a:gd name="connsiteY170" fmla="*/ 2206229 h 2237474"/>
              <a:gd name="connsiteX171" fmla="*/ 597225 w 12192000"/>
              <a:gd name="connsiteY171" fmla="*/ 2180999 h 2237474"/>
              <a:gd name="connsiteX172" fmla="*/ 558449 w 12192000"/>
              <a:gd name="connsiteY172" fmla="*/ 2182346 h 2237474"/>
              <a:gd name="connsiteX173" fmla="*/ 550517 w 12192000"/>
              <a:gd name="connsiteY173" fmla="*/ 2182060 h 2237474"/>
              <a:gd name="connsiteX174" fmla="*/ 550309 w 12192000"/>
              <a:gd name="connsiteY174" fmla="*/ 2181825 h 2237474"/>
              <a:gd name="connsiteX175" fmla="*/ 541836 w 12192000"/>
              <a:gd name="connsiteY175" fmla="*/ 2181063 h 2237474"/>
              <a:gd name="connsiteX176" fmla="*/ 536057 w 12192000"/>
              <a:gd name="connsiteY176" fmla="*/ 2181537 h 2237474"/>
              <a:gd name="connsiteX177" fmla="*/ 520671 w 12192000"/>
              <a:gd name="connsiteY177" fmla="*/ 2180980 h 2237474"/>
              <a:gd name="connsiteX178" fmla="*/ 515024 w 12192000"/>
              <a:gd name="connsiteY178" fmla="*/ 2179258 h 2237474"/>
              <a:gd name="connsiteX179" fmla="*/ 512278 w 12192000"/>
              <a:gd name="connsiteY179" fmla="*/ 2176369 h 2237474"/>
              <a:gd name="connsiteX180" fmla="*/ 480419 w 12192000"/>
              <a:gd name="connsiteY180" fmla="*/ 2167807 h 2237474"/>
              <a:gd name="connsiteX181" fmla="*/ 413835 w 12192000"/>
              <a:gd name="connsiteY181" fmla="*/ 2156783 h 2237474"/>
              <a:gd name="connsiteX182" fmla="*/ 376513 w 12192000"/>
              <a:gd name="connsiteY182" fmla="*/ 2154014 h 2237474"/>
              <a:gd name="connsiteX183" fmla="*/ 273386 w 12192000"/>
              <a:gd name="connsiteY183" fmla="*/ 2142551 h 2237474"/>
              <a:gd name="connsiteX184" fmla="*/ 169207 w 12192000"/>
              <a:gd name="connsiteY184" fmla="*/ 2128100 h 2237474"/>
              <a:gd name="connsiteX185" fmla="*/ 93149 w 12192000"/>
              <a:gd name="connsiteY185" fmla="*/ 2105324 h 2237474"/>
              <a:gd name="connsiteX186" fmla="*/ 88109 w 12192000"/>
              <a:gd name="connsiteY186" fmla="*/ 2106704 h 2237474"/>
              <a:gd name="connsiteX187" fmla="*/ 80022 w 12192000"/>
              <a:gd name="connsiteY187" fmla="*/ 2107254 h 2237474"/>
              <a:gd name="connsiteX188" fmla="*/ 79717 w 12192000"/>
              <a:gd name="connsiteY188" fmla="*/ 2107046 h 2237474"/>
              <a:gd name="connsiteX189" fmla="*/ 72352 w 12192000"/>
              <a:gd name="connsiteY189" fmla="*/ 2107991 h 2237474"/>
              <a:gd name="connsiteX190" fmla="*/ 37645 w 12192000"/>
              <a:gd name="connsiteY190" fmla="*/ 2115401 h 2237474"/>
              <a:gd name="connsiteX191" fmla="*/ 4572 w 12192000"/>
              <a:gd name="connsiteY191" fmla="*/ 2111091 h 2237474"/>
              <a:gd name="connsiteX192" fmla="*/ 0 w 12192000"/>
              <a:gd name="connsiteY192" fmla="*/ 2110468 h 2237474"/>
              <a:gd name="connsiteX193" fmla="*/ 0 w 12192000"/>
              <a:gd name="connsiteY19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34688 w 12192000"/>
              <a:gd name="connsiteY12" fmla="*/ 757726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8975 w 12192000"/>
              <a:gd name="connsiteY12" fmla="*/ 75527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34800 w 12192000"/>
              <a:gd name="connsiteY6" fmla="*/ 747840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60070 w 12192000"/>
              <a:gd name="connsiteY92" fmla="*/ 1785640 h 2237474"/>
              <a:gd name="connsiteX93" fmla="*/ 4536503 w 12192000"/>
              <a:gd name="connsiteY93" fmla="*/ 1785334 h 2237474"/>
              <a:gd name="connsiteX94" fmla="*/ 4513724 w 12192000"/>
              <a:gd name="connsiteY94" fmla="*/ 1791996 h 2237474"/>
              <a:gd name="connsiteX95" fmla="*/ 4459810 w 12192000"/>
              <a:gd name="connsiteY95" fmla="*/ 1797886 h 2237474"/>
              <a:gd name="connsiteX96" fmla="*/ 4379064 w 12192000"/>
              <a:gd name="connsiteY96" fmla="*/ 1817177 h 2237474"/>
              <a:gd name="connsiteX97" fmla="*/ 4290981 w 12192000"/>
              <a:gd name="connsiteY97" fmla="*/ 1839677 h 2237474"/>
              <a:gd name="connsiteX98" fmla="*/ 4238372 w 12192000"/>
              <a:gd name="connsiteY98" fmla="*/ 1851480 h 2237474"/>
              <a:gd name="connsiteX99" fmla="*/ 4232517 w 12192000"/>
              <a:gd name="connsiteY99" fmla="*/ 1852567 h 2237474"/>
              <a:gd name="connsiteX100" fmla="*/ 4191732 w 12192000"/>
              <a:gd name="connsiteY100" fmla="*/ 1857328 h 2237474"/>
              <a:gd name="connsiteX101" fmla="*/ 4065532 w 12192000"/>
              <a:gd name="connsiteY101" fmla="*/ 1855477 h 2237474"/>
              <a:gd name="connsiteX102" fmla="*/ 4028460 w 12192000"/>
              <a:gd name="connsiteY102" fmla="*/ 1855137 h 2237474"/>
              <a:gd name="connsiteX103" fmla="*/ 4002267 w 12192000"/>
              <a:gd name="connsiteY103" fmla="*/ 1852352 h 2237474"/>
              <a:gd name="connsiteX104" fmla="*/ 3931396 w 12192000"/>
              <a:gd name="connsiteY104" fmla="*/ 1858915 h 2237474"/>
              <a:gd name="connsiteX105" fmla="*/ 3812162 w 12192000"/>
              <a:gd name="connsiteY105" fmla="*/ 1875501 h 2237474"/>
              <a:gd name="connsiteX106" fmla="*/ 3729530 w 12192000"/>
              <a:gd name="connsiteY106" fmla="*/ 1864513 h 2237474"/>
              <a:gd name="connsiteX107" fmla="*/ 3680177 w 12192000"/>
              <a:gd name="connsiteY107" fmla="*/ 1881552 h 2237474"/>
              <a:gd name="connsiteX108" fmla="*/ 3567259 w 12192000"/>
              <a:gd name="connsiteY108" fmla="*/ 1893482 h 2237474"/>
              <a:gd name="connsiteX109" fmla="*/ 3405770 w 12192000"/>
              <a:gd name="connsiteY109" fmla="*/ 1904591 h 2237474"/>
              <a:gd name="connsiteX110" fmla="*/ 3280097 w 12192000"/>
              <a:gd name="connsiteY110" fmla="*/ 1919610 h 2237474"/>
              <a:gd name="connsiteX111" fmla="*/ 3123424 w 12192000"/>
              <a:gd name="connsiteY111" fmla="*/ 1952930 h 2237474"/>
              <a:gd name="connsiteX112" fmla="*/ 3009910 w 12192000"/>
              <a:gd name="connsiteY112" fmla="*/ 1957866 h 2237474"/>
              <a:gd name="connsiteX113" fmla="*/ 2995934 w 12192000"/>
              <a:gd name="connsiteY113" fmla="*/ 1967085 h 2237474"/>
              <a:gd name="connsiteX114" fmla="*/ 2980071 w 12192000"/>
              <a:gd name="connsiteY114" fmla="*/ 1972988 h 2237474"/>
              <a:gd name="connsiteX115" fmla="*/ 2978094 w 12192000"/>
              <a:gd name="connsiteY115" fmla="*/ 1972369 h 2237474"/>
              <a:gd name="connsiteX116" fmla="*/ 2942858 w 12192000"/>
              <a:gd name="connsiteY116" fmla="*/ 1981367 h 2237474"/>
              <a:gd name="connsiteX117" fmla="*/ 2875436 w 12192000"/>
              <a:gd name="connsiteY117" fmla="*/ 1996977 h 2237474"/>
              <a:gd name="connsiteX118" fmla="*/ 2874892 w 12192000"/>
              <a:gd name="connsiteY118" fmla="*/ 1996085 h 2237474"/>
              <a:gd name="connsiteX119" fmla="*/ 2864145 w 12192000"/>
              <a:gd name="connsiteY119" fmla="*/ 1994061 h 2237474"/>
              <a:gd name="connsiteX120" fmla="*/ 2843662 w 12192000"/>
              <a:gd name="connsiteY120" fmla="*/ 1992498 h 2237474"/>
              <a:gd name="connsiteX121" fmla="*/ 2796128 w 12192000"/>
              <a:gd name="connsiteY121" fmla="*/ 1976403 h 2237474"/>
              <a:gd name="connsiteX122" fmla="*/ 2756784 w 12192000"/>
              <a:gd name="connsiteY122" fmla="*/ 1985116 h 2237474"/>
              <a:gd name="connsiteX123" fmla="*/ 2748833 w 12192000"/>
              <a:gd name="connsiteY123" fmla="*/ 1986323 h 2237474"/>
              <a:gd name="connsiteX124" fmla="*/ 2748661 w 12192000"/>
              <a:gd name="connsiteY124" fmla="*/ 1986122 h 2237474"/>
              <a:gd name="connsiteX125" fmla="*/ 2740251 w 12192000"/>
              <a:gd name="connsiteY125" fmla="*/ 1986946 h 2237474"/>
              <a:gd name="connsiteX126" fmla="*/ 2718916 w 12192000"/>
              <a:gd name="connsiteY126" fmla="*/ 1990867 h 2237474"/>
              <a:gd name="connsiteX127" fmla="*/ 2713522 w 12192000"/>
              <a:gd name="connsiteY127" fmla="*/ 1990173 h 2237474"/>
              <a:gd name="connsiteX128" fmla="*/ 2680597 w 12192000"/>
              <a:gd name="connsiteY128" fmla="*/ 1984996 h 2237474"/>
              <a:gd name="connsiteX129" fmla="*/ 2578178 w 12192000"/>
              <a:gd name="connsiteY129" fmla="*/ 1990531 h 2237474"/>
              <a:gd name="connsiteX130" fmla="*/ 2476147 w 12192000"/>
              <a:gd name="connsiteY130" fmla="*/ 1998305 h 2237474"/>
              <a:gd name="connsiteX131" fmla="*/ 2373568 w 12192000"/>
              <a:gd name="connsiteY131" fmla="*/ 2003219 h 2237474"/>
              <a:gd name="connsiteX132" fmla="*/ 2321399 w 12192000"/>
              <a:gd name="connsiteY132" fmla="*/ 1989467 h 2237474"/>
              <a:gd name="connsiteX133" fmla="*/ 2315525 w 12192000"/>
              <a:gd name="connsiteY133" fmla="*/ 1989708 h 2237474"/>
              <a:gd name="connsiteX134" fmla="*/ 2300792 w 12192000"/>
              <a:gd name="connsiteY134" fmla="*/ 1994290 h 2237474"/>
              <a:gd name="connsiteX135" fmla="*/ 2295469 w 12192000"/>
              <a:gd name="connsiteY135" fmla="*/ 1996659 h 2237474"/>
              <a:gd name="connsiteX136" fmla="*/ 2287219 w 12192000"/>
              <a:gd name="connsiteY136" fmla="*/ 1998750 h 2237474"/>
              <a:gd name="connsiteX137" fmla="*/ 2286948 w 12192000"/>
              <a:gd name="connsiteY137" fmla="*/ 1998596 h 2237474"/>
              <a:gd name="connsiteX138" fmla="*/ 2243069 w 12192000"/>
              <a:gd name="connsiteY138" fmla="*/ 2015111 h 2237474"/>
              <a:gd name="connsiteX139" fmla="*/ 2186609 w 12192000"/>
              <a:gd name="connsiteY139" fmla="*/ 2008263 h 2237474"/>
              <a:gd name="connsiteX140" fmla="*/ 2164831 w 12192000"/>
              <a:gd name="connsiteY140" fmla="*/ 2010143 h 2237474"/>
              <a:gd name="connsiteX141" fmla="*/ 2152836 w 12192000"/>
              <a:gd name="connsiteY141" fmla="*/ 2010048 h 2237474"/>
              <a:gd name="connsiteX142" fmla="*/ 2117102 w 12192000"/>
              <a:gd name="connsiteY142" fmla="*/ 2023004 h 2237474"/>
              <a:gd name="connsiteX143" fmla="*/ 2111935 w 12192000"/>
              <a:gd name="connsiteY143" fmla="*/ 2023163 h 2237474"/>
              <a:gd name="connsiteX144" fmla="*/ 2089991 w 12192000"/>
              <a:gd name="connsiteY144" fmla="*/ 2034193 h 2237474"/>
              <a:gd name="connsiteX145" fmla="*/ 2058061 w 12192000"/>
              <a:gd name="connsiteY145" fmla="*/ 2047942 h 2237474"/>
              <a:gd name="connsiteX146" fmla="*/ 2055737 w 12192000"/>
              <a:gd name="connsiteY146" fmla="*/ 2047704 h 2237474"/>
              <a:gd name="connsiteX147" fmla="*/ 2042244 w 12192000"/>
              <a:gd name="connsiteY147" fmla="*/ 2055560 h 2237474"/>
              <a:gd name="connsiteX148" fmla="*/ 1976224 w 12192000"/>
              <a:gd name="connsiteY148" fmla="*/ 2074257 h 2237474"/>
              <a:gd name="connsiteX149" fmla="*/ 1877728 w 12192000"/>
              <a:gd name="connsiteY149" fmla="*/ 2101004 h 2237474"/>
              <a:gd name="connsiteX150" fmla="*/ 1759056 w 12192000"/>
              <a:gd name="connsiteY150" fmla="*/ 2125608 h 2237474"/>
              <a:gd name="connsiteX151" fmla="*/ 1637948 w 12192000"/>
              <a:gd name="connsiteY151" fmla="*/ 2172597 h 2237474"/>
              <a:gd name="connsiteX152" fmla="*/ 1434549 w 12192000"/>
              <a:gd name="connsiteY152" fmla="*/ 2234522 h 2237474"/>
              <a:gd name="connsiteX153" fmla="*/ 1398481 w 12192000"/>
              <a:gd name="connsiteY153" fmla="*/ 2237074 h 2237474"/>
              <a:gd name="connsiteX154" fmla="*/ 1398407 w 12192000"/>
              <a:gd name="connsiteY154" fmla="*/ 2237095 h 2237474"/>
              <a:gd name="connsiteX155" fmla="*/ 1370962 w 12192000"/>
              <a:gd name="connsiteY155" fmla="*/ 2237474 h 2237474"/>
              <a:gd name="connsiteX156" fmla="*/ 1356367 w 12192000"/>
              <a:gd name="connsiteY156" fmla="*/ 2235089 h 2237474"/>
              <a:gd name="connsiteX157" fmla="*/ 1324828 w 12192000"/>
              <a:gd name="connsiteY157" fmla="*/ 2231968 h 2237474"/>
              <a:gd name="connsiteX158" fmla="*/ 1297744 w 12192000"/>
              <a:gd name="connsiteY158" fmla="*/ 2235849 h 2237474"/>
              <a:gd name="connsiteX159" fmla="*/ 1286236 w 12192000"/>
              <a:gd name="connsiteY159" fmla="*/ 2233135 h 2237474"/>
              <a:gd name="connsiteX160" fmla="*/ 1283504 w 12192000"/>
              <a:gd name="connsiteY160" fmla="*/ 2233797 h 2237474"/>
              <a:gd name="connsiteX161" fmla="*/ 1279765 w 12192000"/>
              <a:gd name="connsiteY161" fmla="*/ 2229639 h 2237474"/>
              <a:gd name="connsiteX162" fmla="*/ 1195347 w 12192000"/>
              <a:gd name="connsiteY162" fmla="*/ 2212354 h 2237474"/>
              <a:gd name="connsiteX163" fmla="*/ 970251 w 12192000"/>
              <a:gd name="connsiteY163" fmla="*/ 2221029 h 2237474"/>
              <a:gd name="connsiteX164" fmla="*/ 812914 w 12192000"/>
              <a:gd name="connsiteY164" fmla="*/ 2202752 h 2237474"/>
              <a:gd name="connsiteX165" fmla="*/ 800195 w 12192000"/>
              <a:gd name="connsiteY165" fmla="*/ 2209407 h 2237474"/>
              <a:gd name="connsiteX166" fmla="*/ 784978 w 12192000"/>
              <a:gd name="connsiteY166" fmla="*/ 2212360 h 2237474"/>
              <a:gd name="connsiteX167" fmla="*/ 681987 w 12192000"/>
              <a:gd name="connsiteY167" fmla="*/ 2216757 h 2237474"/>
              <a:gd name="connsiteX168" fmla="*/ 669923 w 12192000"/>
              <a:gd name="connsiteY168" fmla="*/ 2211682 h 2237474"/>
              <a:gd name="connsiteX169" fmla="*/ 648680 w 12192000"/>
              <a:gd name="connsiteY169" fmla="*/ 2206229 h 2237474"/>
              <a:gd name="connsiteX170" fmla="*/ 597225 w 12192000"/>
              <a:gd name="connsiteY170" fmla="*/ 2180999 h 2237474"/>
              <a:gd name="connsiteX171" fmla="*/ 558449 w 12192000"/>
              <a:gd name="connsiteY171" fmla="*/ 2182346 h 2237474"/>
              <a:gd name="connsiteX172" fmla="*/ 550517 w 12192000"/>
              <a:gd name="connsiteY172" fmla="*/ 2182060 h 2237474"/>
              <a:gd name="connsiteX173" fmla="*/ 550309 w 12192000"/>
              <a:gd name="connsiteY173" fmla="*/ 2181825 h 2237474"/>
              <a:gd name="connsiteX174" fmla="*/ 541836 w 12192000"/>
              <a:gd name="connsiteY174" fmla="*/ 2181063 h 2237474"/>
              <a:gd name="connsiteX175" fmla="*/ 536057 w 12192000"/>
              <a:gd name="connsiteY175" fmla="*/ 2181537 h 2237474"/>
              <a:gd name="connsiteX176" fmla="*/ 520671 w 12192000"/>
              <a:gd name="connsiteY176" fmla="*/ 2180980 h 2237474"/>
              <a:gd name="connsiteX177" fmla="*/ 515024 w 12192000"/>
              <a:gd name="connsiteY177" fmla="*/ 2179258 h 2237474"/>
              <a:gd name="connsiteX178" fmla="*/ 512278 w 12192000"/>
              <a:gd name="connsiteY178" fmla="*/ 2176369 h 2237474"/>
              <a:gd name="connsiteX179" fmla="*/ 480419 w 12192000"/>
              <a:gd name="connsiteY179" fmla="*/ 2167807 h 2237474"/>
              <a:gd name="connsiteX180" fmla="*/ 413835 w 12192000"/>
              <a:gd name="connsiteY180" fmla="*/ 2156783 h 2237474"/>
              <a:gd name="connsiteX181" fmla="*/ 376513 w 12192000"/>
              <a:gd name="connsiteY181" fmla="*/ 2154014 h 2237474"/>
              <a:gd name="connsiteX182" fmla="*/ 273386 w 12192000"/>
              <a:gd name="connsiteY182" fmla="*/ 2142551 h 2237474"/>
              <a:gd name="connsiteX183" fmla="*/ 169207 w 12192000"/>
              <a:gd name="connsiteY183" fmla="*/ 2128100 h 2237474"/>
              <a:gd name="connsiteX184" fmla="*/ 93149 w 12192000"/>
              <a:gd name="connsiteY184" fmla="*/ 2105324 h 2237474"/>
              <a:gd name="connsiteX185" fmla="*/ 88109 w 12192000"/>
              <a:gd name="connsiteY185" fmla="*/ 2106704 h 2237474"/>
              <a:gd name="connsiteX186" fmla="*/ 80022 w 12192000"/>
              <a:gd name="connsiteY186" fmla="*/ 2107254 h 2237474"/>
              <a:gd name="connsiteX187" fmla="*/ 79717 w 12192000"/>
              <a:gd name="connsiteY187" fmla="*/ 2107046 h 2237474"/>
              <a:gd name="connsiteX188" fmla="*/ 72352 w 12192000"/>
              <a:gd name="connsiteY188" fmla="*/ 2107991 h 2237474"/>
              <a:gd name="connsiteX189" fmla="*/ 37645 w 12192000"/>
              <a:gd name="connsiteY189" fmla="*/ 2115401 h 2237474"/>
              <a:gd name="connsiteX190" fmla="*/ 4572 w 12192000"/>
              <a:gd name="connsiteY190" fmla="*/ 2111091 h 2237474"/>
              <a:gd name="connsiteX191" fmla="*/ 0 w 12192000"/>
              <a:gd name="connsiteY191" fmla="*/ 2110468 h 2237474"/>
              <a:gd name="connsiteX192" fmla="*/ 0 w 12192000"/>
              <a:gd name="connsiteY19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11738 w 12192000"/>
              <a:gd name="connsiteY91" fmla="*/ 1776964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78094 w 12192000"/>
              <a:gd name="connsiteY114" fmla="*/ 1972369 h 2237474"/>
              <a:gd name="connsiteX115" fmla="*/ 2942858 w 12192000"/>
              <a:gd name="connsiteY115" fmla="*/ 1981367 h 2237474"/>
              <a:gd name="connsiteX116" fmla="*/ 2875436 w 12192000"/>
              <a:gd name="connsiteY116" fmla="*/ 1996977 h 2237474"/>
              <a:gd name="connsiteX117" fmla="*/ 2874892 w 12192000"/>
              <a:gd name="connsiteY117" fmla="*/ 1996085 h 2237474"/>
              <a:gd name="connsiteX118" fmla="*/ 2864145 w 12192000"/>
              <a:gd name="connsiteY118" fmla="*/ 1994061 h 2237474"/>
              <a:gd name="connsiteX119" fmla="*/ 2843662 w 12192000"/>
              <a:gd name="connsiteY119" fmla="*/ 1992498 h 2237474"/>
              <a:gd name="connsiteX120" fmla="*/ 2796128 w 12192000"/>
              <a:gd name="connsiteY120" fmla="*/ 1976403 h 2237474"/>
              <a:gd name="connsiteX121" fmla="*/ 2756784 w 12192000"/>
              <a:gd name="connsiteY121" fmla="*/ 1985116 h 2237474"/>
              <a:gd name="connsiteX122" fmla="*/ 2748833 w 12192000"/>
              <a:gd name="connsiteY122" fmla="*/ 1986323 h 2237474"/>
              <a:gd name="connsiteX123" fmla="*/ 2748661 w 12192000"/>
              <a:gd name="connsiteY123" fmla="*/ 1986122 h 2237474"/>
              <a:gd name="connsiteX124" fmla="*/ 2740251 w 12192000"/>
              <a:gd name="connsiteY124" fmla="*/ 1986946 h 2237474"/>
              <a:gd name="connsiteX125" fmla="*/ 2718916 w 12192000"/>
              <a:gd name="connsiteY125" fmla="*/ 1990867 h 2237474"/>
              <a:gd name="connsiteX126" fmla="*/ 2713522 w 12192000"/>
              <a:gd name="connsiteY126" fmla="*/ 1990173 h 2237474"/>
              <a:gd name="connsiteX127" fmla="*/ 2680597 w 12192000"/>
              <a:gd name="connsiteY127" fmla="*/ 1984996 h 2237474"/>
              <a:gd name="connsiteX128" fmla="*/ 2578178 w 12192000"/>
              <a:gd name="connsiteY128" fmla="*/ 1990531 h 2237474"/>
              <a:gd name="connsiteX129" fmla="*/ 2476147 w 12192000"/>
              <a:gd name="connsiteY129" fmla="*/ 1998305 h 2237474"/>
              <a:gd name="connsiteX130" fmla="*/ 2373568 w 12192000"/>
              <a:gd name="connsiteY130" fmla="*/ 2003219 h 2237474"/>
              <a:gd name="connsiteX131" fmla="*/ 2321399 w 12192000"/>
              <a:gd name="connsiteY131" fmla="*/ 1989467 h 2237474"/>
              <a:gd name="connsiteX132" fmla="*/ 2315525 w 12192000"/>
              <a:gd name="connsiteY132" fmla="*/ 1989708 h 2237474"/>
              <a:gd name="connsiteX133" fmla="*/ 2300792 w 12192000"/>
              <a:gd name="connsiteY133" fmla="*/ 1994290 h 2237474"/>
              <a:gd name="connsiteX134" fmla="*/ 2295469 w 12192000"/>
              <a:gd name="connsiteY134" fmla="*/ 1996659 h 2237474"/>
              <a:gd name="connsiteX135" fmla="*/ 2287219 w 12192000"/>
              <a:gd name="connsiteY135" fmla="*/ 1998750 h 2237474"/>
              <a:gd name="connsiteX136" fmla="*/ 2286948 w 12192000"/>
              <a:gd name="connsiteY136" fmla="*/ 1998596 h 2237474"/>
              <a:gd name="connsiteX137" fmla="*/ 2243069 w 12192000"/>
              <a:gd name="connsiteY137" fmla="*/ 2015111 h 2237474"/>
              <a:gd name="connsiteX138" fmla="*/ 2186609 w 12192000"/>
              <a:gd name="connsiteY138" fmla="*/ 2008263 h 2237474"/>
              <a:gd name="connsiteX139" fmla="*/ 2164831 w 12192000"/>
              <a:gd name="connsiteY139" fmla="*/ 2010143 h 2237474"/>
              <a:gd name="connsiteX140" fmla="*/ 2152836 w 12192000"/>
              <a:gd name="connsiteY140" fmla="*/ 2010048 h 2237474"/>
              <a:gd name="connsiteX141" fmla="*/ 2117102 w 12192000"/>
              <a:gd name="connsiteY141" fmla="*/ 2023004 h 2237474"/>
              <a:gd name="connsiteX142" fmla="*/ 2111935 w 12192000"/>
              <a:gd name="connsiteY142" fmla="*/ 2023163 h 2237474"/>
              <a:gd name="connsiteX143" fmla="*/ 2089991 w 12192000"/>
              <a:gd name="connsiteY143" fmla="*/ 2034193 h 2237474"/>
              <a:gd name="connsiteX144" fmla="*/ 2058061 w 12192000"/>
              <a:gd name="connsiteY144" fmla="*/ 2047942 h 2237474"/>
              <a:gd name="connsiteX145" fmla="*/ 2055737 w 12192000"/>
              <a:gd name="connsiteY145" fmla="*/ 2047704 h 2237474"/>
              <a:gd name="connsiteX146" fmla="*/ 2042244 w 12192000"/>
              <a:gd name="connsiteY146" fmla="*/ 2055560 h 2237474"/>
              <a:gd name="connsiteX147" fmla="*/ 1976224 w 12192000"/>
              <a:gd name="connsiteY147" fmla="*/ 2074257 h 2237474"/>
              <a:gd name="connsiteX148" fmla="*/ 1877728 w 12192000"/>
              <a:gd name="connsiteY148" fmla="*/ 2101004 h 2237474"/>
              <a:gd name="connsiteX149" fmla="*/ 1759056 w 12192000"/>
              <a:gd name="connsiteY149" fmla="*/ 2125608 h 2237474"/>
              <a:gd name="connsiteX150" fmla="*/ 1637948 w 12192000"/>
              <a:gd name="connsiteY150" fmla="*/ 2172597 h 2237474"/>
              <a:gd name="connsiteX151" fmla="*/ 1434549 w 12192000"/>
              <a:gd name="connsiteY151" fmla="*/ 2234522 h 2237474"/>
              <a:gd name="connsiteX152" fmla="*/ 1398481 w 12192000"/>
              <a:gd name="connsiteY152" fmla="*/ 2237074 h 2237474"/>
              <a:gd name="connsiteX153" fmla="*/ 1398407 w 12192000"/>
              <a:gd name="connsiteY153" fmla="*/ 2237095 h 2237474"/>
              <a:gd name="connsiteX154" fmla="*/ 1370962 w 12192000"/>
              <a:gd name="connsiteY154" fmla="*/ 2237474 h 2237474"/>
              <a:gd name="connsiteX155" fmla="*/ 1356367 w 12192000"/>
              <a:gd name="connsiteY155" fmla="*/ 2235089 h 2237474"/>
              <a:gd name="connsiteX156" fmla="*/ 1324828 w 12192000"/>
              <a:gd name="connsiteY156" fmla="*/ 2231968 h 2237474"/>
              <a:gd name="connsiteX157" fmla="*/ 1297744 w 12192000"/>
              <a:gd name="connsiteY157" fmla="*/ 2235849 h 2237474"/>
              <a:gd name="connsiteX158" fmla="*/ 1286236 w 12192000"/>
              <a:gd name="connsiteY158" fmla="*/ 2233135 h 2237474"/>
              <a:gd name="connsiteX159" fmla="*/ 1283504 w 12192000"/>
              <a:gd name="connsiteY159" fmla="*/ 2233797 h 2237474"/>
              <a:gd name="connsiteX160" fmla="*/ 1279765 w 12192000"/>
              <a:gd name="connsiteY160" fmla="*/ 2229639 h 2237474"/>
              <a:gd name="connsiteX161" fmla="*/ 1195347 w 12192000"/>
              <a:gd name="connsiteY161" fmla="*/ 2212354 h 2237474"/>
              <a:gd name="connsiteX162" fmla="*/ 970251 w 12192000"/>
              <a:gd name="connsiteY162" fmla="*/ 2221029 h 2237474"/>
              <a:gd name="connsiteX163" fmla="*/ 812914 w 12192000"/>
              <a:gd name="connsiteY163" fmla="*/ 2202752 h 2237474"/>
              <a:gd name="connsiteX164" fmla="*/ 800195 w 12192000"/>
              <a:gd name="connsiteY164" fmla="*/ 2209407 h 2237474"/>
              <a:gd name="connsiteX165" fmla="*/ 784978 w 12192000"/>
              <a:gd name="connsiteY165" fmla="*/ 2212360 h 2237474"/>
              <a:gd name="connsiteX166" fmla="*/ 681987 w 12192000"/>
              <a:gd name="connsiteY166" fmla="*/ 2216757 h 2237474"/>
              <a:gd name="connsiteX167" fmla="*/ 669923 w 12192000"/>
              <a:gd name="connsiteY167" fmla="*/ 2211682 h 2237474"/>
              <a:gd name="connsiteX168" fmla="*/ 648680 w 12192000"/>
              <a:gd name="connsiteY168" fmla="*/ 2206229 h 2237474"/>
              <a:gd name="connsiteX169" fmla="*/ 597225 w 12192000"/>
              <a:gd name="connsiteY169" fmla="*/ 2180999 h 2237474"/>
              <a:gd name="connsiteX170" fmla="*/ 558449 w 12192000"/>
              <a:gd name="connsiteY170" fmla="*/ 2182346 h 2237474"/>
              <a:gd name="connsiteX171" fmla="*/ 550517 w 12192000"/>
              <a:gd name="connsiteY171" fmla="*/ 2182060 h 2237474"/>
              <a:gd name="connsiteX172" fmla="*/ 550309 w 12192000"/>
              <a:gd name="connsiteY172" fmla="*/ 2181825 h 2237474"/>
              <a:gd name="connsiteX173" fmla="*/ 541836 w 12192000"/>
              <a:gd name="connsiteY173" fmla="*/ 2181063 h 2237474"/>
              <a:gd name="connsiteX174" fmla="*/ 536057 w 12192000"/>
              <a:gd name="connsiteY174" fmla="*/ 2181537 h 2237474"/>
              <a:gd name="connsiteX175" fmla="*/ 520671 w 12192000"/>
              <a:gd name="connsiteY175" fmla="*/ 2180980 h 2237474"/>
              <a:gd name="connsiteX176" fmla="*/ 515024 w 12192000"/>
              <a:gd name="connsiteY176" fmla="*/ 2179258 h 2237474"/>
              <a:gd name="connsiteX177" fmla="*/ 512278 w 12192000"/>
              <a:gd name="connsiteY177" fmla="*/ 2176369 h 2237474"/>
              <a:gd name="connsiteX178" fmla="*/ 480419 w 12192000"/>
              <a:gd name="connsiteY178" fmla="*/ 2167807 h 2237474"/>
              <a:gd name="connsiteX179" fmla="*/ 413835 w 12192000"/>
              <a:gd name="connsiteY179" fmla="*/ 2156783 h 2237474"/>
              <a:gd name="connsiteX180" fmla="*/ 376513 w 12192000"/>
              <a:gd name="connsiteY180" fmla="*/ 2154014 h 2237474"/>
              <a:gd name="connsiteX181" fmla="*/ 273386 w 12192000"/>
              <a:gd name="connsiteY181" fmla="*/ 2142551 h 2237474"/>
              <a:gd name="connsiteX182" fmla="*/ 169207 w 12192000"/>
              <a:gd name="connsiteY182" fmla="*/ 2128100 h 2237474"/>
              <a:gd name="connsiteX183" fmla="*/ 93149 w 12192000"/>
              <a:gd name="connsiteY183" fmla="*/ 2105324 h 2237474"/>
              <a:gd name="connsiteX184" fmla="*/ 88109 w 12192000"/>
              <a:gd name="connsiteY184" fmla="*/ 2106704 h 2237474"/>
              <a:gd name="connsiteX185" fmla="*/ 80022 w 12192000"/>
              <a:gd name="connsiteY185" fmla="*/ 2107254 h 2237474"/>
              <a:gd name="connsiteX186" fmla="*/ 79717 w 12192000"/>
              <a:gd name="connsiteY186" fmla="*/ 2107046 h 2237474"/>
              <a:gd name="connsiteX187" fmla="*/ 72352 w 12192000"/>
              <a:gd name="connsiteY187" fmla="*/ 2107991 h 2237474"/>
              <a:gd name="connsiteX188" fmla="*/ 37645 w 12192000"/>
              <a:gd name="connsiteY188" fmla="*/ 2115401 h 2237474"/>
              <a:gd name="connsiteX189" fmla="*/ 4572 w 12192000"/>
              <a:gd name="connsiteY189" fmla="*/ 2111091 h 2237474"/>
              <a:gd name="connsiteX190" fmla="*/ 0 w 12192000"/>
              <a:gd name="connsiteY190" fmla="*/ 2110468 h 2237474"/>
              <a:gd name="connsiteX191" fmla="*/ 0 w 12192000"/>
              <a:gd name="connsiteY19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78094 w 12192000"/>
              <a:gd name="connsiteY114" fmla="*/ 1972369 h 2237474"/>
              <a:gd name="connsiteX115" fmla="*/ 2942858 w 12192000"/>
              <a:gd name="connsiteY115" fmla="*/ 1981367 h 2237474"/>
              <a:gd name="connsiteX116" fmla="*/ 2875436 w 12192000"/>
              <a:gd name="connsiteY116" fmla="*/ 1996977 h 2237474"/>
              <a:gd name="connsiteX117" fmla="*/ 2874892 w 12192000"/>
              <a:gd name="connsiteY117" fmla="*/ 1996085 h 2237474"/>
              <a:gd name="connsiteX118" fmla="*/ 2864145 w 12192000"/>
              <a:gd name="connsiteY118" fmla="*/ 1994061 h 2237474"/>
              <a:gd name="connsiteX119" fmla="*/ 2843662 w 12192000"/>
              <a:gd name="connsiteY119" fmla="*/ 1992498 h 2237474"/>
              <a:gd name="connsiteX120" fmla="*/ 2796128 w 12192000"/>
              <a:gd name="connsiteY120" fmla="*/ 1976403 h 2237474"/>
              <a:gd name="connsiteX121" fmla="*/ 2756784 w 12192000"/>
              <a:gd name="connsiteY121" fmla="*/ 1985116 h 2237474"/>
              <a:gd name="connsiteX122" fmla="*/ 2748833 w 12192000"/>
              <a:gd name="connsiteY122" fmla="*/ 1986323 h 2237474"/>
              <a:gd name="connsiteX123" fmla="*/ 2748661 w 12192000"/>
              <a:gd name="connsiteY123" fmla="*/ 1986122 h 2237474"/>
              <a:gd name="connsiteX124" fmla="*/ 2740251 w 12192000"/>
              <a:gd name="connsiteY124" fmla="*/ 1986946 h 2237474"/>
              <a:gd name="connsiteX125" fmla="*/ 2718916 w 12192000"/>
              <a:gd name="connsiteY125" fmla="*/ 1990867 h 2237474"/>
              <a:gd name="connsiteX126" fmla="*/ 2713522 w 12192000"/>
              <a:gd name="connsiteY126" fmla="*/ 1990173 h 2237474"/>
              <a:gd name="connsiteX127" fmla="*/ 2680597 w 12192000"/>
              <a:gd name="connsiteY127" fmla="*/ 1984996 h 2237474"/>
              <a:gd name="connsiteX128" fmla="*/ 2578178 w 12192000"/>
              <a:gd name="connsiteY128" fmla="*/ 1990531 h 2237474"/>
              <a:gd name="connsiteX129" fmla="*/ 2476147 w 12192000"/>
              <a:gd name="connsiteY129" fmla="*/ 1998305 h 2237474"/>
              <a:gd name="connsiteX130" fmla="*/ 2373568 w 12192000"/>
              <a:gd name="connsiteY130" fmla="*/ 2003219 h 2237474"/>
              <a:gd name="connsiteX131" fmla="*/ 2321399 w 12192000"/>
              <a:gd name="connsiteY131" fmla="*/ 1989467 h 2237474"/>
              <a:gd name="connsiteX132" fmla="*/ 2315525 w 12192000"/>
              <a:gd name="connsiteY132" fmla="*/ 1989708 h 2237474"/>
              <a:gd name="connsiteX133" fmla="*/ 2300792 w 12192000"/>
              <a:gd name="connsiteY133" fmla="*/ 1994290 h 2237474"/>
              <a:gd name="connsiteX134" fmla="*/ 2295469 w 12192000"/>
              <a:gd name="connsiteY134" fmla="*/ 1996659 h 2237474"/>
              <a:gd name="connsiteX135" fmla="*/ 2287219 w 12192000"/>
              <a:gd name="connsiteY135" fmla="*/ 1998750 h 2237474"/>
              <a:gd name="connsiteX136" fmla="*/ 2286948 w 12192000"/>
              <a:gd name="connsiteY136" fmla="*/ 1998596 h 2237474"/>
              <a:gd name="connsiteX137" fmla="*/ 2243069 w 12192000"/>
              <a:gd name="connsiteY137" fmla="*/ 2015111 h 2237474"/>
              <a:gd name="connsiteX138" fmla="*/ 2186609 w 12192000"/>
              <a:gd name="connsiteY138" fmla="*/ 2008263 h 2237474"/>
              <a:gd name="connsiteX139" fmla="*/ 2164831 w 12192000"/>
              <a:gd name="connsiteY139" fmla="*/ 2010143 h 2237474"/>
              <a:gd name="connsiteX140" fmla="*/ 2152836 w 12192000"/>
              <a:gd name="connsiteY140" fmla="*/ 2010048 h 2237474"/>
              <a:gd name="connsiteX141" fmla="*/ 2117102 w 12192000"/>
              <a:gd name="connsiteY141" fmla="*/ 2023004 h 2237474"/>
              <a:gd name="connsiteX142" fmla="*/ 2111935 w 12192000"/>
              <a:gd name="connsiteY142" fmla="*/ 2023163 h 2237474"/>
              <a:gd name="connsiteX143" fmla="*/ 2089991 w 12192000"/>
              <a:gd name="connsiteY143" fmla="*/ 2034193 h 2237474"/>
              <a:gd name="connsiteX144" fmla="*/ 2058061 w 12192000"/>
              <a:gd name="connsiteY144" fmla="*/ 2047942 h 2237474"/>
              <a:gd name="connsiteX145" fmla="*/ 2055737 w 12192000"/>
              <a:gd name="connsiteY145" fmla="*/ 2047704 h 2237474"/>
              <a:gd name="connsiteX146" fmla="*/ 2042244 w 12192000"/>
              <a:gd name="connsiteY146" fmla="*/ 2055560 h 2237474"/>
              <a:gd name="connsiteX147" fmla="*/ 1976224 w 12192000"/>
              <a:gd name="connsiteY147" fmla="*/ 2074257 h 2237474"/>
              <a:gd name="connsiteX148" fmla="*/ 1877728 w 12192000"/>
              <a:gd name="connsiteY148" fmla="*/ 2101004 h 2237474"/>
              <a:gd name="connsiteX149" fmla="*/ 1759056 w 12192000"/>
              <a:gd name="connsiteY149" fmla="*/ 2125608 h 2237474"/>
              <a:gd name="connsiteX150" fmla="*/ 1637948 w 12192000"/>
              <a:gd name="connsiteY150" fmla="*/ 2172597 h 2237474"/>
              <a:gd name="connsiteX151" fmla="*/ 1434549 w 12192000"/>
              <a:gd name="connsiteY151" fmla="*/ 2234522 h 2237474"/>
              <a:gd name="connsiteX152" fmla="*/ 1398481 w 12192000"/>
              <a:gd name="connsiteY152" fmla="*/ 2237074 h 2237474"/>
              <a:gd name="connsiteX153" fmla="*/ 1398407 w 12192000"/>
              <a:gd name="connsiteY153" fmla="*/ 2237095 h 2237474"/>
              <a:gd name="connsiteX154" fmla="*/ 1370962 w 12192000"/>
              <a:gd name="connsiteY154" fmla="*/ 2237474 h 2237474"/>
              <a:gd name="connsiteX155" fmla="*/ 1356367 w 12192000"/>
              <a:gd name="connsiteY155" fmla="*/ 2235089 h 2237474"/>
              <a:gd name="connsiteX156" fmla="*/ 1324828 w 12192000"/>
              <a:gd name="connsiteY156" fmla="*/ 2231968 h 2237474"/>
              <a:gd name="connsiteX157" fmla="*/ 1297744 w 12192000"/>
              <a:gd name="connsiteY157" fmla="*/ 2235849 h 2237474"/>
              <a:gd name="connsiteX158" fmla="*/ 1286236 w 12192000"/>
              <a:gd name="connsiteY158" fmla="*/ 2233135 h 2237474"/>
              <a:gd name="connsiteX159" fmla="*/ 1283504 w 12192000"/>
              <a:gd name="connsiteY159" fmla="*/ 2233797 h 2237474"/>
              <a:gd name="connsiteX160" fmla="*/ 1279765 w 12192000"/>
              <a:gd name="connsiteY160" fmla="*/ 2229639 h 2237474"/>
              <a:gd name="connsiteX161" fmla="*/ 1195347 w 12192000"/>
              <a:gd name="connsiteY161" fmla="*/ 2212354 h 2237474"/>
              <a:gd name="connsiteX162" fmla="*/ 970251 w 12192000"/>
              <a:gd name="connsiteY162" fmla="*/ 2221029 h 2237474"/>
              <a:gd name="connsiteX163" fmla="*/ 812914 w 12192000"/>
              <a:gd name="connsiteY163" fmla="*/ 2202752 h 2237474"/>
              <a:gd name="connsiteX164" fmla="*/ 800195 w 12192000"/>
              <a:gd name="connsiteY164" fmla="*/ 2209407 h 2237474"/>
              <a:gd name="connsiteX165" fmla="*/ 784978 w 12192000"/>
              <a:gd name="connsiteY165" fmla="*/ 2212360 h 2237474"/>
              <a:gd name="connsiteX166" fmla="*/ 681987 w 12192000"/>
              <a:gd name="connsiteY166" fmla="*/ 2216757 h 2237474"/>
              <a:gd name="connsiteX167" fmla="*/ 669923 w 12192000"/>
              <a:gd name="connsiteY167" fmla="*/ 2211682 h 2237474"/>
              <a:gd name="connsiteX168" fmla="*/ 648680 w 12192000"/>
              <a:gd name="connsiteY168" fmla="*/ 2206229 h 2237474"/>
              <a:gd name="connsiteX169" fmla="*/ 597225 w 12192000"/>
              <a:gd name="connsiteY169" fmla="*/ 2180999 h 2237474"/>
              <a:gd name="connsiteX170" fmla="*/ 558449 w 12192000"/>
              <a:gd name="connsiteY170" fmla="*/ 2182346 h 2237474"/>
              <a:gd name="connsiteX171" fmla="*/ 550517 w 12192000"/>
              <a:gd name="connsiteY171" fmla="*/ 2182060 h 2237474"/>
              <a:gd name="connsiteX172" fmla="*/ 550309 w 12192000"/>
              <a:gd name="connsiteY172" fmla="*/ 2181825 h 2237474"/>
              <a:gd name="connsiteX173" fmla="*/ 541836 w 12192000"/>
              <a:gd name="connsiteY173" fmla="*/ 2181063 h 2237474"/>
              <a:gd name="connsiteX174" fmla="*/ 536057 w 12192000"/>
              <a:gd name="connsiteY174" fmla="*/ 2181537 h 2237474"/>
              <a:gd name="connsiteX175" fmla="*/ 520671 w 12192000"/>
              <a:gd name="connsiteY175" fmla="*/ 2180980 h 2237474"/>
              <a:gd name="connsiteX176" fmla="*/ 515024 w 12192000"/>
              <a:gd name="connsiteY176" fmla="*/ 2179258 h 2237474"/>
              <a:gd name="connsiteX177" fmla="*/ 512278 w 12192000"/>
              <a:gd name="connsiteY177" fmla="*/ 2176369 h 2237474"/>
              <a:gd name="connsiteX178" fmla="*/ 480419 w 12192000"/>
              <a:gd name="connsiteY178" fmla="*/ 2167807 h 2237474"/>
              <a:gd name="connsiteX179" fmla="*/ 413835 w 12192000"/>
              <a:gd name="connsiteY179" fmla="*/ 2156783 h 2237474"/>
              <a:gd name="connsiteX180" fmla="*/ 376513 w 12192000"/>
              <a:gd name="connsiteY180" fmla="*/ 2154014 h 2237474"/>
              <a:gd name="connsiteX181" fmla="*/ 273386 w 12192000"/>
              <a:gd name="connsiteY181" fmla="*/ 2142551 h 2237474"/>
              <a:gd name="connsiteX182" fmla="*/ 169207 w 12192000"/>
              <a:gd name="connsiteY182" fmla="*/ 2128100 h 2237474"/>
              <a:gd name="connsiteX183" fmla="*/ 93149 w 12192000"/>
              <a:gd name="connsiteY183" fmla="*/ 2105324 h 2237474"/>
              <a:gd name="connsiteX184" fmla="*/ 88109 w 12192000"/>
              <a:gd name="connsiteY184" fmla="*/ 2106704 h 2237474"/>
              <a:gd name="connsiteX185" fmla="*/ 80022 w 12192000"/>
              <a:gd name="connsiteY185" fmla="*/ 2107254 h 2237474"/>
              <a:gd name="connsiteX186" fmla="*/ 79717 w 12192000"/>
              <a:gd name="connsiteY186" fmla="*/ 2107046 h 2237474"/>
              <a:gd name="connsiteX187" fmla="*/ 72352 w 12192000"/>
              <a:gd name="connsiteY187" fmla="*/ 2107991 h 2237474"/>
              <a:gd name="connsiteX188" fmla="*/ 37645 w 12192000"/>
              <a:gd name="connsiteY188" fmla="*/ 2115401 h 2237474"/>
              <a:gd name="connsiteX189" fmla="*/ 4572 w 12192000"/>
              <a:gd name="connsiteY189" fmla="*/ 2111091 h 2237474"/>
              <a:gd name="connsiteX190" fmla="*/ 0 w 12192000"/>
              <a:gd name="connsiteY190" fmla="*/ 2110468 h 2237474"/>
              <a:gd name="connsiteX191" fmla="*/ 0 w 12192000"/>
              <a:gd name="connsiteY19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29530 w 12192000"/>
              <a:gd name="connsiteY105" fmla="*/ 1864513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680177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805004 w 12192000"/>
              <a:gd name="connsiteY13" fmla="*/ 757573 h 2237474"/>
              <a:gd name="connsiteX14" fmla="*/ 10739478 w 12192000"/>
              <a:gd name="connsiteY14" fmla="*/ 776841 h 2237474"/>
              <a:gd name="connsiteX15" fmla="*/ 10458762 w 12192000"/>
              <a:gd name="connsiteY15" fmla="*/ 755400 h 2237474"/>
              <a:gd name="connsiteX16" fmla="*/ 10211200 w 12192000"/>
              <a:gd name="connsiteY16" fmla="*/ 767513 h 2237474"/>
              <a:gd name="connsiteX17" fmla="*/ 10167995 w 12192000"/>
              <a:gd name="connsiteY17" fmla="*/ 760843 h 2237474"/>
              <a:gd name="connsiteX18" fmla="*/ 9997044 w 12192000"/>
              <a:gd name="connsiteY18" fmla="*/ 780129 h 2237474"/>
              <a:gd name="connsiteX19" fmla="*/ 9943887 w 12192000"/>
              <a:gd name="connsiteY19" fmla="*/ 804141 h 2237474"/>
              <a:gd name="connsiteX20" fmla="*/ 9918248 w 12192000"/>
              <a:gd name="connsiteY20" fmla="*/ 816628 h 2237474"/>
              <a:gd name="connsiteX21" fmla="*/ 9767091 w 12192000"/>
              <a:gd name="connsiteY21" fmla="*/ 870550 h 2237474"/>
              <a:gd name="connsiteX22" fmla="*/ 9683005 w 12192000"/>
              <a:gd name="connsiteY22" fmla="*/ 894128 h 2237474"/>
              <a:gd name="connsiteX23" fmla="*/ 9594438 w 12192000"/>
              <a:gd name="connsiteY23" fmla="*/ 919051 h 2237474"/>
              <a:gd name="connsiteX24" fmla="*/ 9544189 w 12192000"/>
              <a:gd name="connsiteY24" fmla="*/ 938966 h 2237474"/>
              <a:gd name="connsiteX25" fmla="*/ 9500499 w 12192000"/>
              <a:gd name="connsiteY25" fmla="*/ 954680 h 2237474"/>
              <a:gd name="connsiteX26" fmla="*/ 9428195 w 12192000"/>
              <a:gd name="connsiteY26" fmla="*/ 986225 h 2237474"/>
              <a:gd name="connsiteX27" fmla="*/ 9410017 w 12192000"/>
              <a:gd name="connsiteY27" fmla="*/ 993931 h 2237474"/>
              <a:gd name="connsiteX28" fmla="*/ 9392919 w 12192000"/>
              <a:gd name="connsiteY28" fmla="*/ 994656 h 2237474"/>
              <a:gd name="connsiteX29" fmla="*/ 9278619 w 12192000"/>
              <a:gd name="connsiteY29" fmla="*/ 1011878 h 2237474"/>
              <a:gd name="connsiteX30" fmla="*/ 9268019 w 12192000"/>
              <a:gd name="connsiteY30" fmla="*/ 1007442 h 2237474"/>
              <a:gd name="connsiteX31" fmla="*/ 9234662 w 12192000"/>
              <a:gd name="connsiteY31" fmla="*/ 1023056 h 2237474"/>
              <a:gd name="connsiteX32" fmla="*/ 9181033 w 12192000"/>
              <a:gd name="connsiteY32" fmla="*/ 1037921 h 2237474"/>
              <a:gd name="connsiteX33" fmla="*/ 9155969 w 12192000"/>
              <a:gd name="connsiteY33" fmla="*/ 1046804 h 2237474"/>
              <a:gd name="connsiteX34" fmla="*/ 9133985 w 12192000"/>
              <a:gd name="connsiteY34" fmla="*/ 1046450 h 2237474"/>
              <a:gd name="connsiteX35" fmla="*/ 9003462 w 12192000"/>
              <a:gd name="connsiteY35" fmla="*/ 1042406 h 2237474"/>
              <a:gd name="connsiteX36" fmla="*/ 8968445 w 12192000"/>
              <a:gd name="connsiteY36" fmla="*/ 1052169 h 2237474"/>
              <a:gd name="connsiteX37" fmla="*/ 8886001 w 12192000"/>
              <a:gd name="connsiteY37" fmla="*/ 1067468 h 2237474"/>
              <a:gd name="connsiteX38" fmla="*/ 8838610 w 12192000"/>
              <a:gd name="connsiteY38" fmla="*/ 1075091 h 2237474"/>
              <a:gd name="connsiteX39" fmla="*/ 8750383 w 12192000"/>
              <a:gd name="connsiteY39" fmla="*/ 1097387 h 2237474"/>
              <a:gd name="connsiteX40" fmla="*/ 8665605 w 12192000"/>
              <a:gd name="connsiteY40" fmla="*/ 1110791 h 2237474"/>
              <a:gd name="connsiteX41" fmla="*/ 8584946 w 12192000"/>
              <a:gd name="connsiteY41" fmla="*/ 1135226 h 2237474"/>
              <a:gd name="connsiteX42" fmla="*/ 8460755 w 12192000"/>
              <a:gd name="connsiteY42" fmla="*/ 1203427 h 2237474"/>
              <a:gd name="connsiteX43" fmla="*/ 8419755 w 12192000"/>
              <a:gd name="connsiteY43" fmla="*/ 1216260 h 2237474"/>
              <a:gd name="connsiteX44" fmla="*/ 8411626 w 12192000"/>
              <a:gd name="connsiteY44" fmla="*/ 1214397 h 2237474"/>
              <a:gd name="connsiteX45" fmla="*/ 8363469 w 12192000"/>
              <a:gd name="connsiteY45" fmla="*/ 1246658 h 2237474"/>
              <a:gd name="connsiteX46" fmla="*/ 8275497 w 12192000"/>
              <a:gd name="connsiteY46" fmla="*/ 1264396 h 2237474"/>
              <a:gd name="connsiteX47" fmla="*/ 8206287 w 12192000"/>
              <a:gd name="connsiteY47" fmla="*/ 1273060 h 2237474"/>
              <a:gd name="connsiteX48" fmla="*/ 8139997 w 12192000"/>
              <a:gd name="connsiteY48" fmla="*/ 1282713 h 2237474"/>
              <a:gd name="connsiteX49" fmla="*/ 8074238 w 12192000"/>
              <a:gd name="connsiteY49" fmla="*/ 1301895 h 2237474"/>
              <a:gd name="connsiteX50" fmla="*/ 7942099 w 12192000"/>
              <a:gd name="connsiteY50" fmla="*/ 1336332 h 2237474"/>
              <a:gd name="connsiteX51" fmla="*/ 7902328 w 12192000"/>
              <a:gd name="connsiteY51" fmla="*/ 1345865 h 2237474"/>
              <a:gd name="connsiteX52" fmla="*/ 7840612 w 12192000"/>
              <a:gd name="connsiteY52" fmla="*/ 1369373 h 2237474"/>
              <a:gd name="connsiteX53" fmla="*/ 7786819 w 12192000"/>
              <a:gd name="connsiteY53" fmla="*/ 1378970 h 2237474"/>
              <a:gd name="connsiteX54" fmla="*/ 7548172 w 12192000"/>
              <a:gd name="connsiteY54" fmla="*/ 1417460 h 2237474"/>
              <a:gd name="connsiteX55" fmla="*/ 7483437 w 12192000"/>
              <a:gd name="connsiteY55" fmla="*/ 1478152 h 2237474"/>
              <a:gd name="connsiteX56" fmla="*/ 7377870 w 12192000"/>
              <a:gd name="connsiteY56" fmla="*/ 1523319 h 2237474"/>
              <a:gd name="connsiteX57" fmla="*/ 7230737 w 12192000"/>
              <a:gd name="connsiteY57" fmla="*/ 1562633 h 2237474"/>
              <a:gd name="connsiteX58" fmla="*/ 7224458 w 12192000"/>
              <a:gd name="connsiteY58" fmla="*/ 1573008 h 2237474"/>
              <a:gd name="connsiteX59" fmla="*/ 7183121 w 12192000"/>
              <a:gd name="connsiteY59" fmla="*/ 1595162 h 2237474"/>
              <a:gd name="connsiteX60" fmla="*/ 7164601 w 12192000"/>
              <a:gd name="connsiteY60" fmla="*/ 1606490 h 2237474"/>
              <a:gd name="connsiteX61" fmla="*/ 7031309 w 12192000"/>
              <a:gd name="connsiteY61" fmla="*/ 1619451 h 2237474"/>
              <a:gd name="connsiteX62" fmla="*/ 6900177 w 12192000"/>
              <a:gd name="connsiteY62" fmla="*/ 1636016 h 2237474"/>
              <a:gd name="connsiteX63" fmla="*/ 6795372 w 12192000"/>
              <a:gd name="connsiteY63" fmla="*/ 1644845 h 2237474"/>
              <a:gd name="connsiteX64" fmla="*/ 6692251 w 12192000"/>
              <a:gd name="connsiteY64" fmla="*/ 1656357 h 2237474"/>
              <a:gd name="connsiteX65" fmla="*/ 6655235 w 12192000"/>
              <a:gd name="connsiteY65" fmla="*/ 1661869 h 2237474"/>
              <a:gd name="connsiteX66" fmla="*/ 6554894 w 12192000"/>
              <a:gd name="connsiteY66" fmla="*/ 1664428 h 2237474"/>
              <a:gd name="connsiteX67" fmla="*/ 6516595 w 12192000"/>
              <a:gd name="connsiteY67" fmla="*/ 1667475 h 2237474"/>
              <a:gd name="connsiteX68" fmla="*/ 6508541 w 12192000"/>
              <a:gd name="connsiteY68" fmla="*/ 1668757 h 2237474"/>
              <a:gd name="connsiteX69" fmla="*/ 6471012 w 12192000"/>
              <a:gd name="connsiteY69" fmla="*/ 1678604 h 2237474"/>
              <a:gd name="connsiteX70" fmla="*/ 6364035 w 12192000"/>
              <a:gd name="connsiteY70" fmla="*/ 1667683 h 2237474"/>
              <a:gd name="connsiteX71" fmla="*/ 6280959 w 12192000"/>
              <a:gd name="connsiteY71" fmla="*/ 1689329 h 2237474"/>
              <a:gd name="connsiteX72" fmla="*/ 6243319 w 12192000"/>
              <a:gd name="connsiteY72" fmla="*/ 1695560 h 2237474"/>
              <a:gd name="connsiteX73" fmla="*/ 6098321 w 12192000"/>
              <a:gd name="connsiteY73" fmla="*/ 1721646 h 2237474"/>
              <a:gd name="connsiteX74" fmla="*/ 5880652 w 12192000"/>
              <a:gd name="connsiteY74" fmla="*/ 1779643 h 2237474"/>
              <a:gd name="connsiteX75" fmla="*/ 5785959 w 12192000"/>
              <a:gd name="connsiteY75" fmla="*/ 1775307 h 2237474"/>
              <a:gd name="connsiteX76" fmla="*/ 5643534 w 12192000"/>
              <a:gd name="connsiteY76" fmla="*/ 1802919 h 2237474"/>
              <a:gd name="connsiteX77" fmla="*/ 5518799 w 12192000"/>
              <a:gd name="connsiteY77" fmla="*/ 1818312 h 2237474"/>
              <a:gd name="connsiteX78" fmla="*/ 5505014 w 12192000"/>
              <a:gd name="connsiteY78" fmla="*/ 1819259 h 2237474"/>
              <a:gd name="connsiteX79" fmla="*/ 5453307 w 12192000"/>
              <a:gd name="connsiteY79" fmla="*/ 1815450 h 2237474"/>
              <a:gd name="connsiteX80" fmla="*/ 5221533 w 12192000"/>
              <a:gd name="connsiteY80" fmla="*/ 1846950 h 2237474"/>
              <a:gd name="connsiteX81" fmla="*/ 5149802 w 12192000"/>
              <a:gd name="connsiteY81" fmla="*/ 1844846 h 2237474"/>
              <a:gd name="connsiteX82" fmla="*/ 5114927 w 12192000"/>
              <a:gd name="connsiteY82" fmla="*/ 1847827 h 2237474"/>
              <a:gd name="connsiteX83" fmla="*/ 5108970 w 12192000"/>
              <a:gd name="connsiteY83" fmla="*/ 1847935 h 2237474"/>
              <a:gd name="connsiteX84" fmla="*/ 5067961 w 12192000"/>
              <a:gd name="connsiteY84" fmla="*/ 1845917 h 2237474"/>
              <a:gd name="connsiteX85" fmla="*/ 5007075 w 12192000"/>
              <a:gd name="connsiteY85" fmla="*/ 1838626 h 2237474"/>
              <a:gd name="connsiteX86" fmla="*/ 4944087 w 12192000"/>
              <a:gd name="connsiteY86" fmla="*/ 1823332 h 2237474"/>
              <a:gd name="connsiteX87" fmla="*/ 4907662 w 12192000"/>
              <a:gd name="connsiteY87" fmla="*/ 1816900 h 2237474"/>
              <a:gd name="connsiteX88" fmla="*/ 4882386 w 12192000"/>
              <a:gd name="connsiteY88" fmla="*/ 1809844 h 2237474"/>
              <a:gd name="connsiteX89" fmla="*/ 4811440 w 12192000"/>
              <a:gd name="connsiteY89" fmla="*/ 1804655 h 2237474"/>
              <a:gd name="connsiteX90" fmla="*/ 4691075 w 12192000"/>
              <a:gd name="connsiteY90" fmla="*/ 1801389 h 2237474"/>
              <a:gd name="connsiteX91" fmla="*/ 4640313 w 12192000"/>
              <a:gd name="connsiteY91" fmla="*/ 1784307 h 2237474"/>
              <a:gd name="connsiteX92" fmla="*/ 4536503 w 12192000"/>
              <a:gd name="connsiteY92" fmla="*/ 1785334 h 2237474"/>
              <a:gd name="connsiteX93" fmla="*/ 4513724 w 12192000"/>
              <a:gd name="connsiteY93" fmla="*/ 1791996 h 2237474"/>
              <a:gd name="connsiteX94" fmla="*/ 4459810 w 12192000"/>
              <a:gd name="connsiteY94" fmla="*/ 1797886 h 2237474"/>
              <a:gd name="connsiteX95" fmla="*/ 4379064 w 12192000"/>
              <a:gd name="connsiteY95" fmla="*/ 1817177 h 2237474"/>
              <a:gd name="connsiteX96" fmla="*/ 4290981 w 12192000"/>
              <a:gd name="connsiteY96" fmla="*/ 1839677 h 2237474"/>
              <a:gd name="connsiteX97" fmla="*/ 4238372 w 12192000"/>
              <a:gd name="connsiteY97" fmla="*/ 1851480 h 2237474"/>
              <a:gd name="connsiteX98" fmla="*/ 4232517 w 12192000"/>
              <a:gd name="connsiteY98" fmla="*/ 1852567 h 2237474"/>
              <a:gd name="connsiteX99" fmla="*/ 4191732 w 12192000"/>
              <a:gd name="connsiteY99" fmla="*/ 1857328 h 2237474"/>
              <a:gd name="connsiteX100" fmla="*/ 4065532 w 12192000"/>
              <a:gd name="connsiteY100" fmla="*/ 1855477 h 2237474"/>
              <a:gd name="connsiteX101" fmla="*/ 4028460 w 12192000"/>
              <a:gd name="connsiteY101" fmla="*/ 1855137 h 2237474"/>
              <a:gd name="connsiteX102" fmla="*/ 4002267 w 12192000"/>
              <a:gd name="connsiteY102" fmla="*/ 1852352 h 2237474"/>
              <a:gd name="connsiteX103" fmla="*/ 3931396 w 12192000"/>
              <a:gd name="connsiteY103" fmla="*/ 1858915 h 2237474"/>
              <a:gd name="connsiteX104" fmla="*/ 3812162 w 12192000"/>
              <a:gd name="connsiteY104" fmla="*/ 1875501 h 2237474"/>
              <a:gd name="connsiteX105" fmla="*/ 3758105 w 12192000"/>
              <a:gd name="connsiteY105" fmla="*/ 1871856 h 2237474"/>
              <a:gd name="connsiteX106" fmla="*/ 3715896 w 12192000"/>
              <a:gd name="connsiteY106" fmla="*/ 1881552 h 2237474"/>
              <a:gd name="connsiteX107" fmla="*/ 3567259 w 12192000"/>
              <a:gd name="connsiteY107" fmla="*/ 1893482 h 2237474"/>
              <a:gd name="connsiteX108" fmla="*/ 3405770 w 12192000"/>
              <a:gd name="connsiteY108" fmla="*/ 1904591 h 2237474"/>
              <a:gd name="connsiteX109" fmla="*/ 3280097 w 12192000"/>
              <a:gd name="connsiteY109" fmla="*/ 1919610 h 2237474"/>
              <a:gd name="connsiteX110" fmla="*/ 3123424 w 12192000"/>
              <a:gd name="connsiteY110" fmla="*/ 1952930 h 2237474"/>
              <a:gd name="connsiteX111" fmla="*/ 3009910 w 12192000"/>
              <a:gd name="connsiteY111" fmla="*/ 1957866 h 2237474"/>
              <a:gd name="connsiteX112" fmla="*/ 2995934 w 12192000"/>
              <a:gd name="connsiteY112" fmla="*/ 1967085 h 2237474"/>
              <a:gd name="connsiteX113" fmla="*/ 2980071 w 12192000"/>
              <a:gd name="connsiteY113" fmla="*/ 1972988 h 2237474"/>
              <a:gd name="connsiteX114" fmla="*/ 2942858 w 12192000"/>
              <a:gd name="connsiteY114" fmla="*/ 1981367 h 2237474"/>
              <a:gd name="connsiteX115" fmla="*/ 2875436 w 12192000"/>
              <a:gd name="connsiteY115" fmla="*/ 1996977 h 2237474"/>
              <a:gd name="connsiteX116" fmla="*/ 2874892 w 12192000"/>
              <a:gd name="connsiteY116" fmla="*/ 1996085 h 2237474"/>
              <a:gd name="connsiteX117" fmla="*/ 2864145 w 12192000"/>
              <a:gd name="connsiteY117" fmla="*/ 1994061 h 2237474"/>
              <a:gd name="connsiteX118" fmla="*/ 2843662 w 12192000"/>
              <a:gd name="connsiteY118" fmla="*/ 1992498 h 2237474"/>
              <a:gd name="connsiteX119" fmla="*/ 2796128 w 12192000"/>
              <a:gd name="connsiteY119" fmla="*/ 1976403 h 2237474"/>
              <a:gd name="connsiteX120" fmla="*/ 2756784 w 12192000"/>
              <a:gd name="connsiteY120" fmla="*/ 1985116 h 2237474"/>
              <a:gd name="connsiteX121" fmla="*/ 2748833 w 12192000"/>
              <a:gd name="connsiteY121" fmla="*/ 1986323 h 2237474"/>
              <a:gd name="connsiteX122" fmla="*/ 2748661 w 12192000"/>
              <a:gd name="connsiteY122" fmla="*/ 1986122 h 2237474"/>
              <a:gd name="connsiteX123" fmla="*/ 2740251 w 12192000"/>
              <a:gd name="connsiteY123" fmla="*/ 1986946 h 2237474"/>
              <a:gd name="connsiteX124" fmla="*/ 2718916 w 12192000"/>
              <a:gd name="connsiteY124" fmla="*/ 1990867 h 2237474"/>
              <a:gd name="connsiteX125" fmla="*/ 2713522 w 12192000"/>
              <a:gd name="connsiteY125" fmla="*/ 1990173 h 2237474"/>
              <a:gd name="connsiteX126" fmla="*/ 2680597 w 12192000"/>
              <a:gd name="connsiteY126" fmla="*/ 1984996 h 2237474"/>
              <a:gd name="connsiteX127" fmla="*/ 2578178 w 12192000"/>
              <a:gd name="connsiteY127" fmla="*/ 1990531 h 2237474"/>
              <a:gd name="connsiteX128" fmla="*/ 2476147 w 12192000"/>
              <a:gd name="connsiteY128" fmla="*/ 1998305 h 2237474"/>
              <a:gd name="connsiteX129" fmla="*/ 2373568 w 12192000"/>
              <a:gd name="connsiteY129" fmla="*/ 2003219 h 2237474"/>
              <a:gd name="connsiteX130" fmla="*/ 2321399 w 12192000"/>
              <a:gd name="connsiteY130" fmla="*/ 1989467 h 2237474"/>
              <a:gd name="connsiteX131" fmla="*/ 2315525 w 12192000"/>
              <a:gd name="connsiteY131" fmla="*/ 1989708 h 2237474"/>
              <a:gd name="connsiteX132" fmla="*/ 2300792 w 12192000"/>
              <a:gd name="connsiteY132" fmla="*/ 1994290 h 2237474"/>
              <a:gd name="connsiteX133" fmla="*/ 2295469 w 12192000"/>
              <a:gd name="connsiteY133" fmla="*/ 1996659 h 2237474"/>
              <a:gd name="connsiteX134" fmla="*/ 2287219 w 12192000"/>
              <a:gd name="connsiteY134" fmla="*/ 1998750 h 2237474"/>
              <a:gd name="connsiteX135" fmla="*/ 2286948 w 12192000"/>
              <a:gd name="connsiteY135" fmla="*/ 1998596 h 2237474"/>
              <a:gd name="connsiteX136" fmla="*/ 2243069 w 12192000"/>
              <a:gd name="connsiteY136" fmla="*/ 2015111 h 2237474"/>
              <a:gd name="connsiteX137" fmla="*/ 2186609 w 12192000"/>
              <a:gd name="connsiteY137" fmla="*/ 2008263 h 2237474"/>
              <a:gd name="connsiteX138" fmla="*/ 2164831 w 12192000"/>
              <a:gd name="connsiteY138" fmla="*/ 2010143 h 2237474"/>
              <a:gd name="connsiteX139" fmla="*/ 2152836 w 12192000"/>
              <a:gd name="connsiteY139" fmla="*/ 2010048 h 2237474"/>
              <a:gd name="connsiteX140" fmla="*/ 2117102 w 12192000"/>
              <a:gd name="connsiteY140" fmla="*/ 2023004 h 2237474"/>
              <a:gd name="connsiteX141" fmla="*/ 2111935 w 12192000"/>
              <a:gd name="connsiteY141" fmla="*/ 2023163 h 2237474"/>
              <a:gd name="connsiteX142" fmla="*/ 2089991 w 12192000"/>
              <a:gd name="connsiteY142" fmla="*/ 2034193 h 2237474"/>
              <a:gd name="connsiteX143" fmla="*/ 2058061 w 12192000"/>
              <a:gd name="connsiteY143" fmla="*/ 2047942 h 2237474"/>
              <a:gd name="connsiteX144" fmla="*/ 2055737 w 12192000"/>
              <a:gd name="connsiteY144" fmla="*/ 2047704 h 2237474"/>
              <a:gd name="connsiteX145" fmla="*/ 2042244 w 12192000"/>
              <a:gd name="connsiteY145" fmla="*/ 2055560 h 2237474"/>
              <a:gd name="connsiteX146" fmla="*/ 1976224 w 12192000"/>
              <a:gd name="connsiteY146" fmla="*/ 2074257 h 2237474"/>
              <a:gd name="connsiteX147" fmla="*/ 1877728 w 12192000"/>
              <a:gd name="connsiteY147" fmla="*/ 2101004 h 2237474"/>
              <a:gd name="connsiteX148" fmla="*/ 1759056 w 12192000"/>
              <a:gd name="connsiteY148" fmla="*/ 2125608 h 2237474"/>
              <a:gd name="connsiteX149" fmla="*/ 1637948 w 12192000"/>
              <a:gd name="connsiteY149" fmla="*/ 2172597 h 2237474"/>
              <a:gd name="connsiteX150" fmla="*/ 1434549 w 12192000"/>
              <a:gd name="connsiteY150" fmla="*/ 2234522 h 2237474"/>
              <a:gd name="connsiteX151" fmla="*/ 1398481 w 12192000"/>
              <a:gd name="connsiteY151" fmla="*/ 2237074 h 2237474"/>
              <a:gd name="connsiteX152" fmla="*/ 1398407 w 12192000"/>
              <a:gd name="connsiteY152" fmla="*/ 2237095 h 2237474"/>
              <a:gd name="connsiteX153" fmla="*/ 1370962 w 12192000"/>
              <a:gd name="connsiteY153" fmla="*/ 2237474 h 2237474"/>
              <a:gd name="connsiteX154" fmla="*/ 1356367 w 12192000"/>
              <a:gd name="connsiteY154" fmla="*/ 2235089 h 2237474"/>
              <a:gd name="connsiteX155" fmla="*/ 1324828 w 12192000"/>
              <a:gd name="connsiteY155" fmla="*/ 2231968 h 2237474"/>
              <a:gd name="connsiteX156" fmla="*/ 1297744 w 12192000"/>
              <a:gd name="connsiteY156" fmla="*/ 2235849 h 2237474"/>
              <a:gd name="connsiteX157" fmla="*/ 1286236 w 12192000"/>
              <a:gd name="connsiteY157" fmla="*/ 2233135 h 2237474"/>
              <a:gd name="connsiteX158" fmla="*/ 1283504 w 12192000"/>
              <a:gd name="connsiteY158" fmla="*/ 2233797 h 2237474"/>
              <a:gd name="connsiteX159" fmla="*/ 1279765 w 12192000"/>
              <a:gd name="connsiteY159" fmla="*/ 2229639 h 2237474"/>
              <a:gd name="connsiteX160" fmla="*/ 1195347 w 12192000"/>
              <a:gd name="connsiteY160" fmla="*/ 2212354 h 2237474"/>
              <a:gd name="connsiteX161" fmla="*/ 970251 w 12192000"/>
              <a:gd name="connsiteY161" fmla="*/ 2221029 h 2237474"/>
              <a:gd name="connsiteX162" fmla="*/ 812914 w 12192000"/>
              <a:gd name="connsiteY162" fmla="*/ 2202752 h 2237474"/>
              <a:gd name="connsiteX163" fmla="*/ 800195 w 12192000"/>
              <a:gd name="connsiteY163" fmla="*/ 2209407 h 2237474"/>
              <a:gd name="connsiteX164" fmla="*/ 784978 w 12192000"/>
              <a:gd name="connsiteY164" fmla="*/ 2212360 h 2237474"/>
              <a:gd name="connsiteX165" fmla="*/ 681987 w 12192000"/>
              <a:gd name="connsiteY165" fmla="*/ 2216757 h 2237474"/>
              <a:gd name="connsiteX166" fmla="*/ 669923 w 12192000"/>
              <a:gd name="connsiteY166" fmla="*/ 2211682 h 2237474"/>
              <a:gd name="connsiteX167" fmla="*/ 648680 w 12192000"/>
              <a:gd name="connsiteY167" fmla="*/ 2206229 h 2237474"/>
              <a:gd name="connsiteX168" fmla="*/ 597225 w 12192000"/>
              <a:gd name="connsiteY168" fmla="*/ 2180999 h 2237474"/>
              <a:gd name="connsiteX169" fmla="*/ 558449 w 12192000"/>
              <a:gd name="connsiteY169" fmla="*/ 2182346 h 2237474"/>
              <a:gd name="connsiteX170" fmla="*/ 550517 w 12192000"/>
              <a:gd name="connsiteY170" fmla="*/ 2182060 h 2237474"/>
              <a:gd name="connsiteX171" fmla="*/ 550309 w 12192000"/>
              <a:gd name="connsiteY171" fmla="*/ 2181825 h 2237474"/>
              <a:gd name="connsiteX172" fmla="*/ 541836 w 12192000"/>
              <a:gd name="connsiteY172" fmla="*/ 2181063 h 2237474"/>
              <a:gd name="connsiteX173" fmla="*/ 536057 w 12192000"/>
              <a:gd name="connsiteY173" fmla="*/ 2181537 h 2237474"/>
              <a:gd name="connsiteX174" fmla="*/ 520671 w 12192000"/>
              <a:gd name="connsiteY174" fmla="*/ 2180980 h 2237474"/>
              <a:gd name="connsiteX175" fmla="*/ 515024 w 12192000"/>
              <a:gd name="connsiteY175" fmla="*/ 2179258 h 2237474"/>
              <a:gd name="connsiteX176" fmla="*/ 512278 w 12192000"/>
              <a:gd name="connsiteY176" fmla="*/ 2176369 h 2237474"/>
              <a:gd name="connsiteX177" fmla="*/ 480419 w 12192000"/>
              <a:gd name="connsiteY177" fmla="*/ 2167807 h 2237474"/>
              <a:gd name="connsiteX178" fmla="*/ 413835 w 12192000"/>
              <a:gd name="connsiteY178" fmla="*/ 2156783 h 2237474"/>
              <a:gd name="connsiteX179" fmla="*/ 376513 w 12192000"/>
              <a:gd name="connsiteY179" fmla="*/ 2154014 h 2237474"/>
              <a:gd name="connsiteX180" fmla="*/ 273386 w 12192000"/>
              <a:gd name="connsiteY180" fmla="*/ 2142551 h 2237474"/>
              <a:gd name="connsiteX181" fmla="*/ 169207 w 12192000"/>
              <a:gd name="connsiteY181" fmla="*/ 2128100 h 2237474"/>
              <a:gd name="connsiteX182" fmla="*/ 93149 w 12192000"/>
              <a:gd name="connsiteY182" fmla="*/ 2105324 h 2237474"/>
              <a:gd name="connsiteX183" fmla="*/ 88109 w 12192000"/>
              <a:gd name="connsiteY183" fmla="*/ 2106704 h 2237474"/>
              <a:gd name="connsiteX184" fmla="*/ 80022 w 12192000"/>
              <a:gd name="connsiteY184" fmla="*/ 2107254 h 2237474"/>
              <a:gd name="connsiteX185" fmla="*/ 79717 w 12192000"/>
              <a:gd name="connsiteY185" fmla="*/ 2107046 h 2237474"/>
              <a:gd name="connsiteX186" fmla="*/ 72352 w 12192000"/>
              <a:gd name="connsiteY186" fmla="*/ 2107991 h 2237474"/>
              <a:gd name="connsiteX187" fmla="*/ 37645 w 12192000"/>
              <a:gd name="connsiteY187" fmla="*/ 2115401 h 2237474"/>
              <a:gd name="connsiteX188" fmla="*/ 4572 w 12192000"/>
              <a:gd name="connsiteY188" fmla="*/ 2111091 h 2237474"/>
              <a:gd name="connsiteX189" fmla="*/ 0 w 12192000"/>
              <a:gd name="connsiteY189" fmla="*/ 2110468 h 2237474"/>
              <a:gd name="connsiteX190" fmla="*/ 0 w 12192000"/>
              <a:gd name="connsiteY19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78619 w 12192000"/>
              <a:gd name="connsiteY28" fmla="*/ 1011878 h 2237474"/>
              <a:gd name="connsiteX29" fmla="*/ 9268019 w 12192000"/>
              <a:gd name="connsiteY29" fmla="*/ 1007442 h 2237474"/>
              <a:gd name="connsiteX30" fmla="*/ 9234662 w 12192000"/>
              <a:gd name="connsiteY30" fmla="*/ 1023056 h 2237474"/>
              <a:gd name="connsiteX31" fmla="*/ 9181033 w 12192000"/>
              <a:gd name="connsiteY31" fmla="*/ 1037921 h 2237474"/>
              <a:gd name="connsiteX32" fmla="*/ 9155969 w 12192000"/>
              <a:gd name="connsiteY32" fmla="*/ 1046804 h 2237474"/>
              <a:gd name="connsiteX33" fmla="*/ 9133985 w 12192000"/>
              <a:gd name="connsiteY33" fmla="*/ 1046450 h 2237474"/>
              <a:gd name="connsiteX34" fmla="*/ 9003462 w 12192000"/>
              <a:gd name="connsiteY34" fmla="*/ 1042406 h 2237474"/>
              <a:gd name="connsiteX35" fmla="*/ 8968445 w 12192000"/>
              <a:gd name="connsiteY35" fmla="*/ 1052169 h 2237474"/>
              <a:gd name="connsiteX36" fmla="*/ 8886001 w 12192000"/>
              <a:gd name="connsiteY36" fmla="*/ 1067468 h 2237474"/>
              <a:gd name="connsiteX37" fmla="*/ 8838610 w 12192000"/>
              <a:gd name="connsiteY37" fmla="*/ 1075091 h 2237474"/>
              <a:gd name="connsiteX38" fmla="*/ 8750383 w 12192000"/>
              <a:gd name="connsiteY38" fmla="*/ 1097387 h 2237474"/>
              <a:gd name="connsiteX39" fmla="*/ 8665605 w 12192000"/>
              <a:gd name="connsiteY39" fmla="*/ 1110791 h 2237474"/>
              <a:gd name="connsiteX40" fmla="*/ 8584946 w 12192000"/>
              <a:gd name="connsiteY40" fmla="*/ 1135226 h 2237474"/>
              <a:gd name="connsiteX41" fmla="*/ 8460755 w 12192000"/>
              <a:gd name="connsiteY41" fmla="*/ 1203427 h 2237474"/>
              <a:gd name="connsiteX42" fmla="*/ 8419755 w 12192000"/>
              <a:gd name="connsiteY42" fmla="*/ 1216260 h 2237474"/>
              <a:gd name="connsiteX43" fmla="*/ 8411626 w 12192000"/>
              <a:gd name="connsiteY43" fmla="*/ 1214397 h 2237474"/>
              <a:gd name="connsiteX44" fmla="*/ 8363469 w 12192000"/>
              <a:gd name="connsiteY44" fmla="*/ 1246658 h 2237474"/>
              <a:gd name="connsiteX45" fmla="*/ 8275497 w 12192000"/>
              <a:gd name="connsiteY45" fmla="*/ 1264396 h 2237474"/>
              <a:gd name="connsiteX46" fmla="*/ 8206287 w 12192000"/>
              <a:gd name="connsiteY46" fmla="*/ 1273060 h 2237474"/>
              <a:gd name="connsiteX47" fmla="*/ 8139997 w 12192000"/>
              <a:gd name="connsiteY47" fmla="*/ 1282713 h 2237474"/>
              <a:gd name="connsiteX48" fmla="*/ 8074238 w 12192000"/>
              <a:gd name="connsiteY48" fmla="*/ 1301895 h 2237474"/>
              <a:gd name="connsiteX49" fmla="*/ 7942099 w 12192000"/>
              <a:gd name="connsiteY49" fmla="*/ 1336332 h 2237474"/>
              <a:gd name="connsiteX50" fmla="*/ 7902328 w 12192000"/>
              <a:gd name="connsiteY50" fmla="*/ 1345865 h 2237474"/>
              <a:gd name="connsiteX51" fmla="*/ 7840612 w 12192000"/>
              <a:gd name="connsiteY51" fmla="*/ 1369373 h 2237474"/>
              <a:gd name="connsiteX52" fmla="*/ 7786819 w 12192000"/>
              <a:gd name="connsiteY52" fmla="*/ 1378970 h 2237474"/>
              <a:gd name="connsiteX53" fmla="*/ 7548172 w 12192000"/>
              <a:gd name="connsiteY53" fmla="*/ 1417460 h 2237474"/>
              <a:gd name="connsiteX54" fmla="*/ 7483437 w 12192000"/>
              <a:gd name="connsiteY54" fmla="*/ 1478152 h 2237474"/>
              <a:gd name="connsiteX55" fmla="*/ 7377870 w 12192000"/>
              <a:gd name="connsiteY55" fmla="*/ 1523319 h 2237474"/>
              <a:gd name="connsiteX56" fmla="*/ 7230737 w 12192000"/>
              <a:gd name="connsiteY56" fmla="*/ 1562633 h 2237474"/>
              <a:gd name="connsiteX57" fmla="*/ 7224458 w 12192000"/>
              <a:gd name="connsiteY57" fmla="*/ 1573008 h 2237474"/>
              <a:gd name="connsiteX58" fmla="*/ 7183121 w 12192000"/>
              <a:gd name="connsiteY58" fmla="*/ 1595162 h 2237474"/>
              <a:gd name="connsiteX59" fmla="*/ 7164601 w 12192000"/>
              <a:gd name="connsiteY59" fmla="*/ 1606490 h 2237474"/>
              <a:gd name="connsiteX60" fmla="*/ 7031309 w 12192000"/>
              <a:gd name="connsiteY60" fmla="*/ 1619451 h 2237474"/>
              <a:gd name="connsiteX61" fmla="*/ 6900177 w 12192000"/>
              <a:gd name="connsiteY61" fmla="*/ 1636016 h 2237474"/>
              <a:gd name="connsiteX62" fmla="*/ 6795372 w 12192000"/>
              <a:gd name="connsiteY62" fmla="*/ 1644845 h 2237474"/>
              <a:gd name="connsiteX63" fmla="*/ 6692251 w 12192000"/>
              <a:gd name="connsiteY63" fmla="*/ 1656357 h 2237474"/>
              <a:gd name="connsiteX64" fmla="*/ 6655235 w 12192000"/>
              <a:gd name="connsiteY64" fmla="*/ 1661869 h 2237474"/>
              <a:gd name="connsiteX65" fmla="*/ 6554894 w 12192000"/>
              <a:gd name="connsiteY65" fmla="*/ 1664428 h 2237474"/>
              <a:gd name="connsiteX66" fmla="*/ 6516595 w 12192000"/>
              <a:gd name="connsiteY66" fmla="*/ 1667475 h 2237474"/>
              <a:gd name="connsiteX67" fmla="*/ 6508541 w 12192000"/>
              <a:gd name="connsiteY67" fmla="*/ 1668757 h 2237474"/>
              <a:gd name="connsiteX68" fmla="*/ 6471012 w 12192000"/>
              <a:gd name="connsiteY68" fmla="*/ 1678604 h 2237474"/>
              <a:gd name="connsiteX69" fmla="*/ 6364035 w 12192000"/>
              <a:gd name="connsiteY69" fmla="*/ 1667683 h 2237474"/>
              <a:gd name="connsiteX70" fmla="*/ 6280959 w 12192000"/>
              <a:gd name="connsiteY70" fmla="*/ 1689329 h 2237474"/>
              <a:gd name="connsiteX71" fmla="*/ 6243319 w 12192000"/>
              <a:gd name="connsiteY71" fmla="*/ 1695560 h 2237474"/>
              <a:gd name="connsiteX72" fmla="*/ 6098321 w 12192000"/>
              <a:gd name="connsiteY72" fmla="*/ 1721646 h 2237474"/>
              <a:gd name="connsiteX73" fmla="*/ 5880652 w 12192000"/>
              <a:gd name="connsiteY73" fmla="*/ 1779643 h 2237474"/>
              <a:gd name="connsiteX74" fmla="*/ 5785959 w 12192000"/>
              <a:gd name="connsiteY74" fmla="*/ 1775307 h 2237474"/>
              <a:gd name="connsiteX75" fmla="*/ 5643534 w 12192000"/>
              <a:gd name="connsiteY75" fmla="*/ 1802919 h 2237474"/>
              <a:gd name="connsiteX76" fmla="*/ 5518799 w 12192000"/>
              <a:gd name="connsiteY76" fmla="*/ 1818312 h 2237474"/>
              <a:gd name="connsiteX77" fmla="*/ 5505014 w 12192000"/>
              <a:gd name="connsiteY77" fmla="*/ 1819259 h 2237474"/>
              <a:gd name="connsiteX78" fmla="*/ 5453307 w 12192000"/>
              <a:gd name="connsiteY78" fmla="*/ 1815450 h 2237474"/>
              <a:gd name="connsiteX79" fmla="*/ 5221533 w 12192000"/>
              <a:gd name="connsiteY79" fmla="*/ 1846950 h 2237474"/>
              <a:gd name="connsiteX80" fmla="*/ 5149802 w 12192000"/>
              <a:gd name="connsiteY80" fmla="*/ 1844846 h 2237474"/>
              <a:gd name="connsiteX81" fmla="*/ 5114927 w 12192000"/>
              <a:gd name="connsiteY81" fmla="*/ 1847827 h 2237474"/>
              <a:gd name="connsiteX82" fmla="*/ 5108970 w 12192000"/>
              <a:gd name="connsiteY82" fmla="*/ 1847935 h 2237474"/>
              <a:gd name="connsiteX83" fmla="*/ 5067961 w 12192000"/>
              <a:gd name="connsiteY83" fmla="*/ 1845917 h 2237474"/>
              <a:gd name="connsiteX84" fmla="*/ 5007075 w 12192000"/>
              <a:gd name="connsiteY84" fmla="*/ 1838626 h 2237474"/>
              <a:gd name="connsiteX85" fmla="*/ 4944087 w 12192000"/>
              <a:gd name="connsiteY85" fmla="*/ 1823332 h 2237474"/>
              <a:gd name="connsiteX86" fmla="*/ 4907662 w 12192000"/>
              <a:gd name="connsiteY86" fmla="*/ 1816900 h 2237474"/>
              <a:gd name="connsiteX87" fmla="*/ 4882386 w 12192000"/>
              <a:gd name="connsiteY87" fmla="*/ 1809844 h 2237474"/>
              <a:gd name="connsiteX88" fmla="*/ 4811440 w 12192000"/>
              <a:gd name="connsiteY88" fmla="*/ 1804655 h 2237474"/>
              <a:gd name="connsiteX89" fmla="*/ 4691075 w 12192000"/>
              <a:gd name="connsiteY89" fmla="*/ 1801389 h 2237474"/>
              <a:gd name="connsiteX90" fmla="*/ 4640313 w 12192000"/>
              <a:gd name="connsiteY90" fmla="*/ 1784307 h 2237474"/>
              <a:gd name="connsiteX91" fmla="*/ 4536503 w 12192000"/>
              <a:gd name="connsiteY91" fmla="*/ 1785334 h 2237474"/>
              <a:gd name="connsiteX92" fmla="*/ 4513724 w 12192000"/>
              <a:gd name="connsiteY92" fmla="*/ 1791996 h 2237474"/>
              <a:gd name="connsiteX93" fmla="*/ 4459810 w 12192000"/>
              <a:gd name="connsiteY93" fmla="*/ 1797886 h 2237474"/>
              <a:gd name="connsiteX94" fmla="*/ 4379064 w 12192000"/>
              <a:gd name="connsiteY94" fmla="*/ 1817177 h 2237474"/>
              <a:gd name="connsiteX95" fmla="*/ 4290981 w 12192000"/>
              <a:gd name="connsiteY95" fmla="*/ 1839677 h 2237474"/>
              <a:gd name="connsiteX96" fmla="*/ 4238372 w 12192000"/>
              <a:gd name="connsiteY96" fmla="*/ 1851480 h 2237474"/>
              <a:gd name="connsiteX97" fmla="*/ 4232517 w 12192000"/>
              <a:gd name="connsiteY97" fmla="*/ 1852567 h 2237474"/>
              <a:gd name="connsiteX98" fmla="*/ 4191732 w 12192000"/>
              <a:gd name="connsiteY98" fmla="*/ 1857328 h 2237474"/>
              <a:gd name="connsiteX99" fmla="*/ 4065532 w 12192000"/>
              <a:gd name="connsiteY99" fmla="*/ 1855477 h 2237474"/>
              <a:gd name="connsiteX100" fmla="*/ 4028460 w 12192000"/>
              <a:gd name="connsiteY100" fmla="*/ 1855137 h 2237474"/>
              <a:gd name="connsiteX101" fmla="*/ 4002267 w 12192000"/>
              <a:gd name="connsiteY101" fmla="*/ 1852352 h 2237474"/>
              <a:gd name="connsiteX102" fmla="*/ 3931396 w 12192000"/>
              <a:gd name="connsiteY102" fmla="*/ 1858915 h 2237474"/>
              <a:gd name="connsiteX103" fmla="*/ 3812162 w 12192000"/>
              <a:gd name="connsiteY103" fmla="*/ 1875501 h 2237474"/>
              <a:gd name="connsiteX104" fmla="*/ 3758105 w 12192000"/>
              <a:gd name="connsiteY104" fmla="*/ 1871856 h 2237474"/>
              <a:gd name="connsiteX105" fmla="*/ 3715896 w 12192000"/>
              <a:gd name="connsiteY105" fmla="*/ 1881552 h 2237474"/>
              <a:gd name="connsiteX106" fmla="*/ 3567259 w 12192000"/>
              <a:gd name="connsiteY106" fmla="*/ 1893482 h 2237474"/>
              <a:gd name="connsiteX107" fmla="*/ 3405770 w 12192000"/>
              <a:gd name="connsiteY107" fmla="*/ 1904591 h 2237474"/>
              <a:gd name="connsiteX108" fmla="*/ 3280097 w 12192000"/>
              <a:gd name="connsiteY108" fmla="*/ 1919610 h 2237474"/>
              <a:gd name="connsiteX109" fmla="*/ 3123424 w 12192000"/>
              <a:gd name="connsiteY109" fmla="*/ 1952930 h 2237474"/>
              <a:gd name="connsiteX110" fmla="*/ 3009910 w 12192000"/>
              <a:gd name="connsiteY110" fmla="*/ 1957866 h 2237474"/>
              <a:gd name="connsiteX111" fmla="*/ 2995934 w 12192000"/>
              <a:gd name="connsiteY111" fmla="*/ 1967085 h 2237474"/>
              <a:gd name="connsiteX112" fmla="*/ 2980071 w 12192000"/>
              <a:gd name="connsiteY112" fmla="*/ 1972988 h 2237474"/>
              <a:gd name="connsiteX113" fmla="*/ 2942858 w 12192000"/>
              <a:gd name="connsiteY113" fmla="*/ 1981367 h 2237474"/>
              <a:gd name="connsiteX114" fmla="*/ 2875436 w 12192000"/>
              <a:gd name="connsiteY114" fmla="*/ 1996977 h 2237474"/>
              <a:gd name="connsiteX115" fmla="*/ 2874892 w 12192000"/>
              <a:gd name="connsiteY115" fmla="*/ 1996085 h 2237474"/>
              <a:gd name="connsiteX116" fmla="*/ 2864145 w 12192000"/>
              <a:gd name="connsiteY116" fmla="*/ 1994061 h 2237474"/>
              <a:gd name="connsiteX117" fmla="*/ 2843662 w 12192000"/>
              <a:gd name="connsiteY117" fmla="*/ 1992498 h 2237474"/>
              <a:gd name="connsiteX118" fmla="*/ 2796128 w 12192000"/>
              <a:gd name="connsiteY118" fmla="*/ 1976403 h 2237474"/>
              <a:gd name="connsiteX119" fmla="*/ 2756784 w 12192000"/>
              <a:gd name="connsiteY119" fmla="*/ 1985116 h 2237474"/>
              <a:gd name="connsiteX120" fmla="*/ 2748833 w 12192000"/>
              <a:gd name="connsiteY120" fmla="*/ 1986323 h 2237474"/>
              <a:gd name="connsiteX121" fmla="*/ 2748661 w 12192000"/>
              <a:gd name="connsiteY121" fmla="*/ 1986122 h 2237474"/>
              <a:gd name="connsiteX122" fmla="*/ 2740251 w 12192000"/>
              <a:gd name="connsiteY122" fmla="*/ 1986946 h 2237474"/>
              <a:gd name="connsiteX123" fmla="*/ 2718916 w 12192000"/>
              <a:gd name="connsiteY123" fmla="*/ 1990867 h 2237474"/>
              <a:gd name="connsiteX124" fmla="*/ 2713522 w 12192000"/>
              <a:gd name="connsiteY124" fmla="*/ 1990173 h 2237474"/>
              <a:gd name="connsiteX125" fmla="*/ 2680597 w 12192000"/>
              <a:gd name="connsiteY125" fmla="*/ 1984996 h 2237474"/>
              <a:gd name="connsiteX126" fmla="*/ 2578178 w 12192000"/>
              <a:gd name="connsiteY126" fmla="*/ 1990531 h 2237474"/>
              <a:gd name="connsiteX127" fmla="*/ 2476147 w 12192000"/>
              <a:gd name="connsiteY127" fmla="*/ 1998305 h 2237474"/>
              <a:gd name="connsiteX128" fmla="*/ 2373568 w 12192000"/>
              <a:gd name="connsiteY128" fmla="*/ 2003219 h 2237474"/>
              <a:gd name="connsiteX129" fmla="*/ 2321399 w 12192000"/>
              <a:gd name="connsiteY129" fmla="*/ 1989467 h 2237474"/>
              <a:gd name="connsiteX130" fmla="*/ 2315525 w 12192000"/>
              <a:gd name="connsiteY130" fmla="*/ 1989708 h 2237474"/>
              <a:gd name="connsiteX131" fmla="*/ 2300792 w 12192000"/>
              <a:gd name="connsiteY131" fmla="*/ 1994290 h 2237474"/>
              <a:gd name="connsiteX132" fmla="*/ 2295469 w 12192000"/>
              <a:gd name="connsiteY132" fmla="*/ 1996659 h 2237474"/>
              <a:gd name="connsiteX133" fmla="*/ 2287219 w 12192000"/>
              <a:gd name="connsiteY133" fmla="*/ 1998750 h 2237474"/>
              <a:gd name="connsiteX134" fmla="*/ 2286948 w 12192000"/>
              <a:gd name="connsiteY134" fmla="*/ 1998596 h 2237474"/>
              <a:gd name="connsiteX135" fmla="*/ 2243069 w 12192000"/>
              <a:gd name="connsiteY135" fmla="*/ 2015111 h 2237474"/>
              <a:gd name="connsiteX136" fmla="*/ 2186609 w 12192000"/>
              <a:gd name="connsiteY136" fmla="*/ 2008263 h 2237474"/>
              <a:gd name="connsiteX137" fmla="*/ 2164831 w 12192000"/>
              <a:gd name="connsiteY137" fmla="*/ 2010143 h 2237474"/>
              <a:gd name="connsiteX138" fmla="*/ 2152836 w 12192000"/>
              <a:gd name="connsiteY138" fmla="*/ 2010048 h 2237474"/>
              <a:gd name="connsiteX139" fmla="*/ 2117102 w 12192000"/>
              <a:gd name="connsiteY139" fmla="*/ 2023004 h 2237474"/>
              <a:gd name="connsiteX140" fmla="*/ 2111935 w 12192000"/>
              <a:gd name="connsiteY140" fmla="*/ 2023163 h 2237474"/>
              <a:gd name="connsiteX141" fmla="*/ 2089991 w 12192000"/>
              <a:gd name="connsiteY141" fmla="*/ 2034193 h 2237474"/>
              <a:gd name="connsiteX142" fmla="*/ 2058061 w 12192000"/>
              <a:gd name="connsiteY142" fmla="*/ 2047942 h 2237474"/>
              <a:gd name="connsiteX143" fmla="*/ 2055737 w 12192000"/>
              <a:gd name="connsiteY143" fmla="*/ 2047704 h 2237474"/>
              <a:gd name="connsiteX144" fmla="*/ 2042244 w 12192000"/>
              <a:gd name="connsiteY144" fmla="*/ 2055560 h 2237474"/>
              <a:gd name="connsiteX145" fmla="*/ 1976224 w 12192000"/>
              <a:gd name="connsiteY145" fmla="*/ 2074257 h 2237474"/>
              <a:gd name="connsiteX146" fmla="*/ 1877728 w 12192000"/>
              <a:gd name="connsiteY146" fmla="*/ 2101004 h 2237474"/>
              <a:gd name="connsiteX147" fmla="*/ 1759056 w 12192000"/>
              <a:gd name="connsiteY147" fmla="*/ 2125608 h 2237474"/>
              <a:gd name="connsiteX148" fmla="*/ 1637948 w 12192000"/>
              <a:gd name="connsiteY148" fmla="*/ 2172597 h 2237474"/>
              <a:gd name="connsiteX149" fmla="*/ 1434549 w 12192000"/>
              <a:gd name="connsiteY149" fmla="*/ 2234522 h 2237474"/>
              <a:gd name="connsiteX150" fmla="*/ 1398481 w 12192000"/>
              <a:gd name="connsiteY150" fmla="*/ 2237074 h 2237474"/>
              <a:gd name="connsiteX151" fmla="*/ 1398407 w 12192000"/>
              <a:gd name="connsiteY151" fmla="*/ 2237095 h 2237474"/>
              <a:gd name="connsiteX152" fmla="*/ 1370962 w 12192000"/>
              <a:gd name="connsiteY152" fmla="*/ 2237474 h 2237474"/>
              <a:gd name="connsiteX153" fmla="*/ 1356367 w 12192000"/>
              <a:gd name="connsiteY153" fmla="*/ 2235089 h 2237474"/>
              <a:gd name="connsiteX154" fmla="*/ 1324828 w 12192000"/>
              <a:gd name="connsiteY154" fmla="*/ 2231968 h 2237474"/>
              <a:gd name="connsiteX155" fmla="*/ 1297744 w 12192000"/>
              <a:gd name="connsiteY155" fmla="*/ 2235849 h 2237474"/>
              <a:gd name="connsiteX156" fmla="*/ 1286236 w 12192000"/>
              <a:gd name="connsiteY156" fmla="*/ 2233135 h 2237474"/>
              <a:gd name="connsiteX157" fmla="*/ 1283504 w 12192000"/>
              <a:gd name="connsiteY157" fmla="*/ 2233797 h 2237474"/>
              <a:gd name="connsiteX158" fmla="*/ 1279765 w 12192000"/>
              <a:gd name="connsiteY158" fmla="*/ 2229639 h 2237474"/>
              <a:gd name="connsiteX159" fmla="*/ 1195347 w 12192000"/>
              <a:gd name="connsiteY159" fmla="*/ 2212354 h 2237474"/>
              <a:gd name="connsiteX160" fmla="*/ 970251 w 12192000"/>
              <a:gd name="connsiteY160" fmla="*/ 2221029 h 2237474"/>
              <a:gd name="connsiteX161" fmla="*/ 812914 w 12192000"/>
              <a:gd name="connsiteY161" fmla="*/ 2202752 h 2237474"/>
              <a:gd name="connsiteX162" fmla="*/ 800195 w 12192000"/>
              <a:gd name="connsiteY162" fmla="*/ 2209407 h 2237474"/>
              <a:gd name="connsiteX163" fmla="*/ 784978 w 12192000"/>
              <a:gd name="connsiteY163" fmla="*/ 2212360 h 2237474"/>
              <a:gd name="connsiteX164" fmla="*/ 681987 w 12192000"/>
              <a:gd name="connsiteY164" fmla="*/ 2216757 h 2237474"/>
              <a:gd name="connsiteX165" fmla="*/ 669923 w 12192000"/>
              <a:gd name="connsiteY165" fmla="*/ 2211682 h 2237474"/>
              <a:gd name="connsiteX166" fmla="*/ 648680 w 12192000"/>
              <a:gd name="connsiteY166" fmla="*/ 2206229 h 2237474"/>
              <a:gd name="connsiteX167" fmla="*/ 597225 w 12192000"/>
              <a:gd name="connsiteY167" fmla="*/ 2180999 h 2237474"/>
              <a:gd name="connsiteX168" fmla="*/ 558449 w 12192000"/>
              <a:gd name="connsiteY168" fmla="*/ 2182346 h 2237474"/>
              <a:gd name="connsiteX169" fmla="*/ 550517 w 12192000"/>
              <a:gd name="connsiteY169" fmla="*/ 2182060 h 2237474"/>
              <a:gd name="connsiteX170" fmla="*/ 550309 w 12192000"/>
              <a:gd name="connsiteY170" fmla="*/ 2181825 h 2237474"/>
              <a:gd name="connsiteX171" fmla="*/ 541836 w 12192000"/>
              <a:gd name="connsiteY171" fmla="*/ 2181063 h 2237474"/>
              <a:gd name="connsiteX172" fmla="*/ 536057 w 12192000"/>
              <a:gd name="connsiteY172" fmla="*/ 2181537 h 2237474"/>
              <a:gd name="connsiteX173" fmla="*/ 520671 w 12192000"/>
              <a:gd name="connsiteY173" fmla="*/ 2180980 h 2237474"/>
              <a:gd name="connsiteX174" fmla="*/ 515024 w 12192000"/>
              <a:gd name="connsiteY174" fmla="*/ 2179258 h 2237474"/>
              <a:gd name="connsiteX175" fmla="*/ 512278 w 12192000"/>
              <a:gd name="connsiteY175" fmla="*/ 2176369 h 2237474"/>
              <a:gd name="connsiteX176" fmla="*/ 480419 w 12192000"/>
              <a:gd name="connsiteY176" fmla="*/ 2167807 h 2237474"/>
              <a:gd name="connsiteX177" fmla="*/ 413835 w 12192000"/>
              <a:gd name="connsiteY177" fmla="*/ 2156783 h 2237474"/>
              <a:gd name="connsiteX178" fmla="*/ 376513 w 12192000"/>
              <a:gd name="connsiteY178" fmla="*/ 2154014 h 2237474"/>
              <a:gd name="connsiteX179" fmla="*/ 273386 w 12192000"/>
              <a:gd name="connsiteY179" fmla="*/ 2142551 h 2237474"/>
              <a:gd name="connsiteX180" fmla="*/ 169207 w 12192000"/>
              <a:gd name="connsiteY180" fmla="*/ 2128100 h 2237474"/>
              <a:gd name="connsiteX181" fmla="*/ 93149 w 12192000"/>
              <a:gd name="connsiteY181" fmla="*/ 2105324 h 2237474"/>
              <a:gd name="connsiteX182" fmla="*/ 88109 w 12192000"/>
              <a:gd name="connsiteY182" fmla="*/ 2106704 h 2237474"/>
              <a:gd name="connsiteX183" fmla="*/ 80022 w 12192000"/>
              <a:gd name="connsiteY183" fmla="*/ 2107254 h 2237474"/>
              <a:gd name="connsiteX184" fmla="*/ 79717 w 12192000"/>
              <a:gd name="connsiteY184" fmla="*/ 2107046 h 2237474"/>
              <a:gd name="connsiteX185" fmla="*/ 72352 w 12192000"/>
              <a:gd name="connsiteY185" fmla="*/ 2107991 h 2237474"/>
              <a:gd name="connsiteX186" fmla="*/ 37645 w 12192000"/>
              <a:gd name="connsiteY186" fmla="*/ 2115401 h 2237474"/>
              <a:gd name="connsiteX187" fmla="*/ 4572 w 12192000"/>
              <a:gd name="connsiteY187" fmla="*/ 2111091 h 2237474"/>
              <a:gd name="connsiteX188" fmla="*/ 0 w 12192000"/>
              <a:gd name="connsiteY188" fmla="*/ 2110468 h 2237474"/>
              <a:gd name="connsiteX189" fmla="*/ 0 w 12192000"/>
              <a:gd name="connsiteY18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60755 w 12192000"/>
              <a:gd name="connsiteY40" fmla="*/ 1203427 h 2237474"/>
              <a:gd name="connsiteX41" fmla="*/ 8419755 w 12192000"/>
              <a:gd name="connsiteY41" fmla="*/ 1216260 h 2237474"/>
              <a:gd name="connsiteX42" fmla="*/ 8411626 w 12192000"/>
              <a:gd name="connsiteY42" fmla="*/ 1214397 h 2237474"/>
              <a:gd name="connsiteX43" fmla="*/ 8363469 w 12192000"/>
              <a:gd name="connsiteY43" fmla="*/ 1246658 h 2237474"/>
              <a:gd name="connsiteX44" fmla="*/ 8275497 w 12192000"/>
              <a:gd name="connsiteY44" fmla="*/ 1264396 h 2237474"/>
              <a:gd name="connsiteX45" fmla="*/ 8206287 w 12192000"/>
              <a:gd name="connsiteY45" fmla="*/ 1273060 h 2237474"/>
              <a:gd name="connsiteX46" fmla="*/ 8139997 w 12192000"/>
              <a:gd name="connsiteY46" fmla="*/ 1282713 h 2237474"/>
              <a:gd name="connsiteX47" fmla="*/ 8074238 w 12192000"/>
              <a:gd name="connsiteY47" fmla="*/ 1301895 h 2237474"/>
              <a:gd name="connsiteX48" fmla="*/ 7942099 w 12192000"/>
              <a:gd name="connsiteY48" fmla="*/ 1336332 h 2237474"/>
              <a:gd name="connsiteX49" fmla="*/ 7902328 w 12192000"/>
              <a:gd name="connsiteY49" fmla="*/ 1345865 h 2237474"/>
              <a:gd name="connsiteX50" fmla="*/ 7840612 w 12192000"/>
              <a:gd name="connsiteY50" fmla="*/ 1369373 h 2237474"/>
              <a:gd name="connsiteX51" fmla="*/ 7786819 w 12192000"/>
              <a:gd name="connsiteY51" fmla="*/ 1378970 h 2237474"/>
              <a:gd name="connsiteX52" fmla="*/ 7548172 w 12192000"/>
              <a:gd name="connsiteY52" fmla="*/ 1417460 h 2237474"/>
              <a:gd name="connsiteX53" fmla="*/ 7483437 w 12192000"/>
              <a:gd name="connsiteY53" fmla="*/ 1478152 h 2237474"/>
              <a:gd name="connsiteX54" fmla="*/ 7377870 w 12192000"/>
              <a:gd name="connsiteY54" fmla="*/ 1523319 h 2237474"/>
              <a:gd name="connsiteX55" fmla="*/ 7230737 w 12192000"/>
              <a:gd name="connsiteY55" fmla="*/ 1562633 h 2237474"/>
              <a:gd name="connsiteX56" fmla="*/ 7224458 w 12192000"/>
              <a:gd name="connsiteY56" fmla="*/ 1573008 h 2237474"/>
              <a:gd name="connsiteX57" fmla="*/ 7183121 w 12192000"/>
              <a:gd name="connsiteY57" fmla="*/ 1595162 h 2237474"/>
              <a:gd name="connsiteX58" fmla="*/ 7164601 w 12192000"/>
              <a:gd name="connsiteY58" fmla="*/ 1606490 h 2237474"/>
              <a:gd name="connsiteX59" fmla="*/ 7031309 w 12192000"/>
              <a:gd name="connsiteY59" fmla="*/ 1619451 h 2237474"/>
              <a:gd name="connsiteX60" fmla="*/ 6900177 w 12192000"/>
              <a:gd name="connsiteY60" fmla="*/ 1636016 h 2237474"/>
              <a:gd name="connsiteX61" fmla="*/ 6795372 w 12192000"/>
              <a:gd name="connsiteY61" fmla="*/ 1644845 h 2237474"/>
              <a:gd name="connsiteX62" fmla="*/ 6692251 w 12192000"/>
              <a:gd name="connsiteY62" fmla="*/ 1656357 h 2237474"/>
              <a:gd name="connsiteX63" fmla="*/ 6655235 w 12192000"/>
              <a:gd name="connsiteY63" fmla="*/ 1661869 h 2237474"/>
              <a:gd name="connsiteX64" fmla="*/ 6554894 w 12192000"/>
              <a:gd name="connsiteY64" fmla="*/ 1664428 h 2237474"/>
              <a:gd name="connsiteX65" fmla="*/ 6516595 w 12192000"/>
              <a:gd name="connsiteY65" fmla="*/ 1667475 h 2237474"/>
              <a:gd name="connsiteX66" fmla="*/ 6508541 w 12192000"/>
              <a:gd name="connsiteY66" fmla="*/ 1668757 h 2237474"/>
              <a:gd name="connsiteX67" fmla="*/ 6471012 w 12192000"/>
              <a:gd name="connsiteY67" fmla="*/ 1678604 h 2237474"/>
              <a:gd name="connsiteX68" fmla="*/ 6364035 w 12192000"/>
              <a:gd name="connsiteY68" fmla="*/ 1667683 h 2237474"/>
              <a:gd name="connsiteX69" fmla="*/ 6280959 w 12192000"/>
              <a:gd name="connsiteY69" fmla="*/ 1689329 h 2237474"/>
              <a:gd name="connsiteX70" fmla="*/ 6243319 w 12192000"/>
              <a:gd name="connsiteY70" fmla="*/ 1695560 h 2237474"/>
              <a:gd name="connsiteX71" fmla="*/ 6098321 w 12192000"/>
              <a:gd name="connsiteY71" fmla="*/ 1721646 h 2237474"/>
              <a:gd name="connsiteX72" fmla="*/ 5880652 w 12192000"/>
              <a:gd name="connsiteY72" fmla="*/ 1779643 h 2237474"/>
              <a:gd name="connsiteX73" fmla="*/ 5785959 w 12192000"/>
              <a:gd name="connsiteY73" fmla="*/ 1775307 h 2237474"/>
              <a:gd name="connsiteX74" fmla="*/ 5643534 w 12192000"/>
              <a:gd name="connsiteY74" fmla="*/ 1802919 h 2237474"/>
              <a:gd name="connsiteX75" fmla="*/ 5518799 w 12192000"/>
              <a:gd name="connsiteY75" fmla="*/ 1818312 h 2237474"/>
              <a:gd name="connsiteX76" fmla="*/ 5505014 w 12192000"/>
              <a:gd name="connsiteY76" fmla="*/ 1819259 h 2237474"/>
              <a:gd name="connsiteX77" fmla="*/ 5453307 w 12192000"/>
              <a:gd name="connsiteY77" fmla="*/ 1815450 h 2237474"/>
              <a:gd name="connsiteX78" fmla="*/ 5221533 w 12192000"/>
              <a:gd name="connsiteY78" fmla="*/ 1846950 h 2237474"/>
              <a:gd name="connsiteX79" fmla="*/ 5149802 w 12192000"/>
              <a:gd name="connsiteY79" fmla="*/ 1844846 h 2237474"/>
              <a:gd name="connsiteX80" fmla="*/ 5114927 w 12192000"/>
              <a:gd name="connsiteY80" fmla="*/ 1847827 h 2237474"/>
              <a:gd name="connsiteX81" fmla="*/ 5108970 w 12192000"/>
              <a:gd name="connsiteY81" fmla="*/ 1847935 h 2237474"/>
              <a:gd name="connsiteX82" fmla="*/ 5067961 w 12192000"/>
              <a:gd name="connsiteY82" fmla="*/ 1845917 h 2237474"/>
              <a:gd name="connsiteX83" fmla="*/ 5007075 w 12192000"/>
              <a:gd name="connsiteY83" fmla="*/ 1838626 h 2237474"/>
              <a:gd name="connsiteX84" fmla="*/ 4944087 w 12192000"/>
              <a:gd name="connsiteY84" fmla="*/ 1823332 h 2237474"/>
              <a:gd name="connsiteX85" fmla="*/ 4907662 w 12192000"/>
              <a:gd name="connsiteY85" fmla="*/ 1816900 h 2237474"/>
              <a:gd name="connsiteX86" fmla="*/ 4882386 w 12192000"/>
              <a:gd name="connsiteY86" fmla="*/ 1809844 h 2237474"/>
              <a:gd name="connsiteX87" fmla="*/ 4811440 w 12192000"/>
              <a:gd name="connsiteY87" fmla="*/ 1804655 h 2237474"/>
              <a:gd name="connsiteX88" fmla="*/ 4691075 w 12192000"/>
              <a:gd name="connsiteY88" fmla="*/ 1801389 h 2237474"/>
              <a:gd name="connsiteX89" fmla="*/ 4640313 w 12192000"/>
              <a:gd name="connsiteY89" fmla="*/ 1784307 h 2237474"/>
              <a:gd name="connsiteX90" fmla="*/ 4536503 w 12192000"/>
              <a:gd name="connsiteY90" fmla="*/ 1785334 h 2237474"/>
              <a:gd name="connsiteX91" fmla="*/ 4513724 w 12192000"/>
              <a:gd name="connsiteY91" fmla="*/ 1791996 h 2237474"/>
              <a:gd name="connsiteX92" fmla="*/ 4459810 w 12192000"/>
              <a:gd name="connsiteY92" fmla="*/ 1797886 h 2237474"/>
              <a:gd name="connsiteX93" fmla="*/ 4379064 w 12192000"/>
              <a:gd name="connsiteY93" fmla="*/ 1817177 h 2237474"/>
              <a:gd name="connsiteX94" fmla="*/ 4290981 w 12192000"/>
              <a:gd name="connsiteY94" fmla="*/ 1839677 h 2237474"/>
              <a:gd name="connsiteX95" fmla="*/ 4238372 w 12192000"/>
              <a:gd name="connsiteY95" fmla="*/ 1851480 h 2237474"/>
              <a:gd name="connsiteX96" fmla="*/ 4232517 w 12192000"/>
              <a:gd name="connsiteY96" fmla="*/ 1852567 h 2237474"/>
              <a:gd name="connsiteX97" fmla="*/ 4191732 w 12192000"/>
              <a:gd name="connsiteY97" fmla="*/ 1857328 h 2237474"/>
              <a:gd name="connsiteX98" fmla="*/ 4065532 w 12192000"/>
              <a:gd name="connsiteY98" fmla="*/ 1855477 h 2237474"/>
              <a:gd name="connsiteX99" fmla="*/ 4028460 w 12192000"/>
              <a:gd name="connsiteY99" fmla="*/ 1855137 h 2237474"/>
              <a:gd name="connsiteX100" fmla="*/ 4002267 w 12192000"/>
              <a:gd name="connsiteY100" fmla="*/ 1852352 h 2237474"/>
              <a:gd name="connsiteX101" fmla="*/ 3931396 w 12192000"/>
              <a:gd name="connsiteY101" fmla="*/ 1858915 h 2237474"/>
              <a:gd name="connsiteX102" fmla="*/ 3812162 w 12192000"/>
              <a:gd name="connsiteY102" fmla="*/ 1875501 h 2237474"/>
              <a:gd name="connsiteX103" fmla="*/ 3758105 w 12192000"/>
              <a:gd name="connsiteY103" fmla="*/ 1871856 h 2237474"/>
              <a:gd name="connsiteX104" fmla="*/ 3715896 w 12192000"/>
              <a:gd name="connsiteY104" fmla="*/ 1881552 h 2237474"/>
              <a:gd name="connsiteX105" fmla="*/ 3567259 w 12192000"/>
              <a:gd name="connsiteY105" fmla="*/ 1893482 h 2237474"/>
              <a:gd name="connsiteX106" fmla="*/ 3405770 w 12192000"/>
              <a:gd name="connsiteY106" fmla="*/ 1904591 h 2237474"/>
              <a:gd name="connsiteX107" fmla="*/ 3280097 w 12192000"/>
              <a:gd name="connsiteY107" fmla="*/ 1919610 h 2237474"/>
              <a:gd name="connsiteX108" fmla="*/ 3123424 w 12192000"/>
              <a:gd name="connsiteY108" fmla="*/ 1952930 h 2237474"/>
              <a:gd name="connsiteX109" fmla="*/ 3009910 w 12192000"/>
              <a:gd name="connsiteY109" fmla="*/ 1957866 h 2237474"/>
              <a:gd name="connsiteX110" fmla="*/ 2995934 w 12192000"/>
              <a:gd name="connsiteY110" fmla="*/ 1967085 h 2237474"/>
              <a:gd name="connsiteX111" fmla="*/ 2980071 w 12192000"/>
              <a:gd name="connsiteY111" fmla="*/ 1972988 h 2237474"/>
              <a:gd name="connsiteX112" fmla="*/ 2942858 w 12192000"/>
              <a:gd name="connsiteY112" fmla="*/ 1981367 h 2237474"/>
              <a:gd name="connsiteX113" fmla="*/ 2875436 w 12192000"/>
              <a:gd name="connsiteY113" fmla="*/ 1996977 h 2237474"/>
              <a:gd name="connsiteX114" fmla="*/ 2874892 w 12192000"/>
              <a:gd name="connsiteY114" fmla="*/ 1996085 h 2237474"/>
              <a:gd name="connsiteX115" fmla="*/ 2864145 w 12192000"/>
              <a:gd name="connsiteY115" fmla="*/ 1994061 h 2237474"/>
              <a:gd name="connsiteX116" fmla="*/ 2843662 w 12192000"/>
              <a:gd name="connsiteY116" fmla="*/ 1992498 h 2237474"/>
              <a:gd name="connsiteX117" fmla="*/ 2796128 w 12192000"/>
              <a:gd name="connsiteY117" fmla="*/ 1976403 h 2237474"/>
              <a:gd name="connsiteX118" fmla="*/ 2756784 w 12192000"/>
              <a:gd name="connsiteY118" fmla="*/ 1985116 h 2237474"/>
              <a:gd name="connsiteX119" fmla="*/ 2748833 w 12192000"/>
              <a:gd name="connsiteY119" fmla="*/ 1986323 h 2237474"/>
              <a:gd name="connsiteX120" fmla="*/ 2748661 w 12192000"/>
              <a:gd name="connsiteY120" fmla="*/ 1986122 h 2237474"/>
              <a:gd name="connsiteX121" fmla="*/ 2740251 w 12192000"/>
              <a:gd name="connsiteY121" fmla="*/ 1986946 h 2237474"/>
              <a:gd name="connsiteX122" fmla="*/ 2718916 w 12192000"/>
              <a:gd name="connsiteY122" fmla="*/ 1990867 h 2237474"/>
              <a:gd name="connsiteX123" fmla="*/ 2713522 w 12192000"/>
              <a:gd name="connsiteY123" fmla="*/ 1990173 h 2237474"/>
              <a:gd name="connsiteX124" fmla="*/ 2680597 w 12192000"/>
              <a:gd name="connsiteY124" fmla="*/ 1984996 h 2237474"/>
              <a:gd name="connsiteX125" fmla="*/ 2578178 w 12192000"/>
              <a:gd name="connsiteY125" fmla="*/ 1990531 h 2237474"/>
              <a:gd name="connsiteX126" fmla="*/ 2476147 w 12192000"/>
              <a:gd name="connsiteY126" fmla="*/ 1998305 h 2237474"/>
              <a:gd name="connsiteX127" fmla="*/ 2373568 w 12192000"/>
              <a:gd name="connsiteY127" fmla="*/ 2003219 h 2237474"/>
              <a:gd name="connsiteX128" fmla="*/ 2321399 w 12192000"/>
              <a:gd name="connsiteY128" fmla="*/ 1989467 h 2237474"/>
              <a:gd name="connsiteX129" fmla="*/ 2315525 w 12192000"/>
              <a:gd name="connsiteY129" fmla="*/ 1989708 h 2237474"/>
              <a:gd name="connsiteX130" fmla="*/ 2300792 w 12192000"/>
              <a:gd name="connsiteY130" fmla="*/ 1994290 h 2237474"/>
              <a:gd name="connsiteX131" fmla="*/ 2295469 w 12192000"/>
              <a:gd name="connsiteY131" fmla="*/ 1996659 h 2237474"/>
              <a:gd name="connsiteX132" fmla="*/ 2287219 w 12192000"/>
              <a:gd name="connsiteY132" fmla="*/ 1998750 h 2237474"/>
              <a:gd name="connsiteX133" fmla="*/ 2286948 w 12192000"/>
              <a:gd name="connsiteY133" fmla="*/ 1998596 h 2237474"/>
              <a:gd name="connsiteX134" fmla="*/ 2243069 w 12192000"/>
              <a:gd name="connsiteY134" fmla="*/ 2015111 h 2237474"/>
              <a:gd name="connsiteX135" fmla="*/ 2186609 w 12192000"/>
              <a:gd name="connsiteY135" fmla="*/ 2008263 h 2237474"/>
              <a:gd name="connsiteX136" fmla="*/ 2164831 w 12192000"/>
              <a:gd name="connsiteY136" fmla="*/ 2010143 h 2237474"/>
              <a:gd name="connsiteX137" fmla="*/ 2152836 w 12192000"/>
              <a:gd name="connsiteY137" fmla="*/ 2010048 h 2237474"/>
              <a:gd name="connsiteX138" fmla="*/ 2117102 w 12192000"/>
              <a:gd name="connsiteY138" fmla="*/ 2023004 h 2237474"/>
              <a:gd name="connsiteX139" fmla="*/ 2111935 w 12192000"/>
              <a:gd name="connsiteY139" fmla="*/ 2023163 h 2237474"/>
              <a:gd name="connsiteX140" fmla="*/ 2089991 w 12192000"/>
              <a:gd name="connsiteY140" fmla="*/ 2034193 h 2237474"/>
              <a:gd name="connsiteX141" fmla="*/ 2058061 w 12192000"/>
              <a:gd name="connsiteY141" fmla="*/ 2047942 h 2237474"/>
              <a:gd name="connsiteX142" fmla="*/ 2055737 w 12192000"/>
              <a:gd name="connsiteY142" fmla="*/ 2047704 h 2237474"/>
              <a:gd name="connsiteX143" fmla="*/ 2042244 w 12192000"/>
              <a:gd name="connsiteY143" fmla="*/ 2055560 h 2237474"/>
              <a:gd name="connsiteX144" fmla="*/ 1976224 w 12192000"/>
              <a:gd name="connsiteY144" fmla="*/ 2074257 h 2237474"/>
              <a:gd name="connsiteX145" fmla="*/ 1877728 w 12192000"/>
              <a:gd name="connsiteY145" fmla="*/ 2101004 h 2237474"/>
              <a:gd name="connsiteX146" fmla="*/ 1759056 w 12192000"/>
              <a:gd name="connsiteY146" fmla="*/ 2125608 h 2237474"/>
              <a:gd name="connsiteX147" fmla="*/ 1637948 w 12192000"/>
              <a:gd name="connsiteY147" fmla="*/ 2172597 h 2237474"/>
              <a:gd name="connsiteX148" fmla="*/ 1434549 w 12192000"/>
              <a:gd name="connsiteY148" fmla="*/ 2234522 h 2237474"/>
              <a:gd name="connsiteX149" fmla="*/ 1398481 w 12192000"/>
              <a:gd name="connsiteY149" fmla="*/ 2237074 h 2237474"/>
              <a:gd name="connsiteX150" fmla="*/ 1398407 w 12192000"/>
              <a:gd name="connsiteY150" fmla="*/ 2237095 h 2237474"/>
              <a:gd name="connsiteX151" fmla="*/ 1370962 w 12192000"/>
              <a:gd name="connsiteY151" fmla="*/ 2237474 h 2237474"/>
              <a:gd name="connsiteX152" fmla="*/ 1356367 w 12192000"/>
              <a:gd name="connsiteY152" fmla="*/ 2235089 h 2237474"/>
              <a:gd name="connsiteX153" fmla="*/ 1324828 w 12192000"/>
              <a:gd name="connsiteY153" fmla="*/ 2231968 h 2237474"/>
              <a:gd name="connsiteX154" fmla="*/ 1297744 w 12192000"/>
              <a:gd name="connsiteY154" fmla="*/ 2235849 h 2237474"/>
              <a:gd name="connsiteX155" fmla="*/ 1286236 w 12192000"/>
              <a:gd name="connsiteY155" fmla="*/ 2233135 h 2237474"/>
              <a:gd name="connsiteX156" fmla="*/ 1283504 w 12192000"/>
              <a:gd name="connsiteY156" fmla="*/ 2233797 h 2237474"/>
              <a:gd name="connsiteX157" fmla="*/ 1279765 w 12192000"/>
              <a:gd name="connsiteY157" fmla="*/ 2229639 h 2237474"/>
              <a:gd name="connsiteX158" fmla="*/ 1195347 w 12192000"/>
              <a:gd name="connsiteY158" fmla="*/ 2212354 h 2237474"/>
              <a:gd name="connsiteX159" fmla="*/ 970251 w 12192000"/>
              <a:gd name="connsiteY159" fmla="*/ 2221029 h 2237474"/>
              <a:gd name="connsiteX160" fmla="*/ 812914 w 12192000"/>
              <a:gd name="connsiteY160" fmla="*/ 2202752 h 2237474"/>
              <a:gd name="connsiteX161" fmla="*/ 800195 w 12192000"/>
              <a:gd name="connsiteY161" fmla="*/ 2209407 h 2237474"/>
              <a:gd name="connsiteX162" fmla="*/ 784978 w 12192000"/>
              <a:gd name="connsiteY162" fmla="*/ 2212360 h 2237474"/>
              <a:gd name="connsiteX163" fmla="*/ 681987 w 12192000"/>
              <a:gd name="connsiteY163" fmla="*/ 2216757 h 2237474"/>
              <a:gd name="connsiteX164" fmla="*/ 669923 w 12192000"/>
              <a:gd name="connsiteY164" fmla="*/ 2211682 h 2237474"/>
              <a:gd name="connsiteX165" fmla="*/ 648680 w 12192000"/>
              <a:gd name="connsiteY165" fmla="*/ 2206229 h 2237474"/>
              <a:gd name="connsiteX166" fmla="*/ 597225 w 12192000"/>
              <a:gd name="connsiteY166" fmla="*/ 2180999 h 2237474"/>
              <a:gd name="connsiteX167" fmla="*/ 558449 w 12192000"/>
              <a:gd name="connsiteY167" fmla="*/ 2182346 h 2237474"/>
              <a:gd name="connsiteX168" fmla="*/ 550517 w 12192000"/>
              <a:gd name="connsiteY168" fmla="*/ 2182060 h 2237474"/>
              <a:gd name="connsiteX169" fmla="*/ 550309 w 12192000"/>
              <a:gd name="connsiteY169" fmla="*/ 2181825 h 2237474"/>
              <a:gd name="connsiteX170" fmla="*/ 541836 w 12192000"/>
              <a:gd name="connsiteY170" fmla="*/ 2181063 h 2237474"/>
              <a:gd name="connsiteX171" fmla="*/ 536057 w 12192000"/>
              <a:gd name="connsiteY171" fmla="*/ 2181537 h 2237474"/>
              <a:gd name="connsiteX172" fmla="*/ 520671 w 12192000"/>
              <a:gd name="connsiteY172" fmla="*/ 2180980 h 2237474"/>
              <a:gd name="connsiteX173" fmla="*/ 515024 w 12192000"/>
              <a:gd name="connsiteY173" fmla="*/ 2179258 h 2237474"/>
              <a:gd name="connsiteX174" fmla="*/ 512278 w 12192000"/>
              <a:gd name="connsiteY174" fmla="*/ 2176369 h 2237474"/>
              <a:gd name="connsiteX175" fmla="*/ 480419 w 12192000"/>
              <a:gd name="connsiteY175" fmla="*/ 2167807 h 2237474"/>
              <a:gd name="connsiteX176" fmla="*/ 413835 w 12192000"/>
              <a:gd name="connsiteY176" fmla="*/ 2156783 h 2237474"/>
              <a:gd name="connsiteX177" fmla="*/ 376513 w 12192000"/>
              <a:gd name="connsiteY177" fmla="*/ 2154014 h 2237474"/>
              <a:gd name="connsiteX178" fmla="*/ 273386 w 12192000"/>
              <a:gd name="connsiteY178" fmla="*/ 2142551 h 2237474"/>
              <a:gd name="connsiteX179" fmla="*/ 169207 w 12192000"/>
              <a:gd name="connsiteY179" fmla="*/ 2128100 h 2237474"/>
              <a:gd name="connsiteX180" fmla="*/ 93149 w 12192000"/>
              <a:gd name="connsiteY180" fmla="*/ 2105324 h 2237474"/>
              <a:gd name="connsiteX181" fmla="*/ 88109 w 12192000"/>
              <a:gd name="connsiteY181" fmla="*/ 2106704 h 2237474"/>
              <a:gd name="connsiteX182" fmla="*/ 80022 w 12192000"/>
              <a:gd name="connsiteY182" fmla="*/ 2107254 h 2237474"/>
              <a:gd name="connsiteX183" fmla="*/ 79717 w 12192000"/>
              <a:gd name="connsiteY183" fmla="*/ 2107046 h 2237474"/>
              <a:gd name="connsiteX184" fmla="*/ 72352 w 12192000"/>
              <a:gd name="connsiteY184" fmla="*/ 2107991 h 2237474"/>
              <a:gd name="connsiteX185" fmla="*/ 37645 w 12192000"/>
              <a:gd name="connsiteY185" fmla="*/ 2115401 h 2237474"/>
              <a:gd name="connsiteX186" fmla="*/ 4572 w 12192000"/>
              <a:gd name="connsiteY186" fmla="*/ 2111091 h 2237474"/>
              <a:gd name="connsiteX187" fmla="*/ 0 w 12192000"/>
              <a:gd name="connsiteY187" fmla="*/ 2110468 h 2237474"/>
              <a:gd name="connsiteX188" fmla="*/ 0 w 12192000"/>
              <a:gd name="connsiteY18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80071 w 12192000"/>
              <a:gd name="connsiteY110" fmla="*/ 1972988 h 2237474"/>
              <a:gd name="connsiteX111" fmla="*/ 2942858 w 12192000"/>
              <a:gd name="connsiteY111" fmla="*/ 1981367 h 2237474"/>
              <a:gd name="connsiteX112" fmla="*/ 2875436 w 12192000"/>
              <a:gd name="connsiteY112" fmla="*/ 1996977 h 2237474"/>
              <a:gd name="connsiteX113" fmla="*/ 2874892 w 12192000"/>
              <a:gd name="connsiteY113" fmla="*/ 1996085 h 2237474"/>
              <a:gd name="connsiteX114" fmla="*/ 2864145 w 12192000"/>
              <a:gd name="connsiteY114" fmla="*/ 1994061 h 2237474"/>
              <a:gd name="connsiteX115" fmla="*/ 2843662 w 12192000"/>
              <a:gd name="connsiteY115" fmla="*/ 1992498 h 2237474"/>
              <a:gd name="connsiteX116" fmla="*/ 2796128 w 12192000"/>
              <a:gd name="connsiteY116" fmla="*/ 1976403 h 2237474"/>
              <a:gd name="connsiteX117" fmla="*/ 2756784 w 12192000"/>
              <a:gd name="connsiteY117" fmla="*/ 1985116 h 2237474"/>
              <a:gd name="connsiteX118" fmla="*/ 2748833 w 12192000"/>
              <a:gd name="connsiteY118" fmla="*/ 1986323 h 2237474"/>
              <a:gd name="connsiteX119" fmla="*/ 2748661 w 12192000"/>
              <a:gd name="connsiteY119" fmla="*/ 1986122 h 2237474"/>
              <a:gd name="connsiteX120" fmla="*/ 2740251 w 12192000"/>
              <a:gd name="connsiteY120" fmla="*/ 1986946 h 2237474"/>
              <a:gd name="connsiteX121" fmla="*/ 2718916 w 12192000"/>
              <a:gd name="connsiteY121" fmla="*/ 1990867 h 2237474"/>
              <a:gd name="connsiteX122" fmla="*/ 2713522 w 12192000"/>
              <a:gd name="connsiteY122" fmla="*/ 1990173 h 2237474"/>
              <a:gd name="connsiteX123" fmla="*/ 2680597 w 12192000"/>
              <a:gd name="connsiteY123" fmla="*/ 1984996 h 2237474"/>
              <a:gd name="connsiteX124" fmla="*/ 2578178 w 12192000"/>
              <a:gd name="connsiteY124" fmla="*/ 1990531 h 2237474"/>
              <a:gd name="connsiteX125" fmla="*/ 2476147 w 12192000"/>
              <a:gd name="connsiteY125" fmla="*/ 1998305 h 2237474"/>
              <a:gd name="connsiteX126" fmla="*/ 2373568 w 12192000"/>
              <a:gd name="connsiteY126" fmla="*/ 2003219 h 2237474"/>
              <a:gd name="connsiteX127" fmla="*/ 2321399 w 12192000"/>
              <a:gd name="connsiteY127" fmla="*/ 1989467 h 2237474"/>
              <a:gd name="connsiteX128" fmla="*/ 2315525 w 12192000"/>
              <a:gd name="connsiteY128" fmla="*/ 1989708 h 2237474"/>
              <a:gd name="connsiteX129" fmla="*/ 2300792 w 12192000"/>
              <a:gd name="connsiteY129" fmla="*/ 1994290 h 2237474"/>
              <a:gd name="connsiteX130" fmla="*/ 2295469 w 12192000"/>
              <a:gd name="connsiteY130" fmla="*/ 1996659 h 2237474"/>
              <a:gd name="connsiteX131" fmla="*/ 2287219 w 12192000"/>
              <a:gd name="connsiteY131" fmla="*/ 1998750 h 2237474"/>
              <a:gd name="connsiteX132" fmla="*/ 2286948 w 12192000"/>
              <a:gd name="connsiteY132" fmla="*/ 1998596 h 2237474"/>
              <a:gd name="connsiteX133" fmla="*/ 2243069 w 12192000"/>
              <a:gd name="connsiteY133" fmla="*/ 2015111 h 2237474"/>
              <a:gd name="connsiteX134" fmla="*/ 2186609 w 12192000"/>
              <a:gd name="connsiteY134" fmla="*/ 2008263 h 2237474"/>
              <a:gd name="connsiteX135" fmla="*/ 2164831 w 12192000"/>
              <a:gd name="connsiteY135" fmla="*/ 2010143 h 2237474"/>
              <a:gd name="connsiteX136" fmla="*/ 2152836 w 12192000"/>
              <a:gd name="connsiteY136" fmla="*/ 2010048 h 2237474"/>
              <a:gd name="connsiteX137" fmla="*/ 2117102 w 12192000"/>
              <a:gd name="connsiteY137" fmla="*/ 2023004 h 2237474"/>
              <a:gd name="connsiteX138" fmla="*/ 2111935 w 12192000"/>
              <a:gd name="connsiteY138" fmla="*/ 2023163 h 2237474"/>
              <a:gd name="connsiteX139" fmla="*/ 2089991 w 12192000"/>
              <a:gd name="connsiteY139" fmla="*/ 2034193 h 2237474"/>
              <a:gd name="connsiteX140" fmla="*/ 2058061 w 12192000"/>
              <a:gd name="connsiteY140" fmla="*/ 2047942 h 2237474"/>
              <a:gd name="connsiteX141" fmla="*/ 2055737 w 12192000"/>
              <a:gd name="connsiteY141" fmla="*/ 2047704 h 2237474"/>
              <a:gd name="connsiteX142" fmla="*/ 2042244 w 12192000"/>
              <a:gd name="connsiteY142" fmla="*/ 2055560 h 2237474"/>
              <a:gd name="connsiteX143" fmla="*/ 1976224 w 12192000"/>
              <a:gd name="connsiteY143" fmla="*/ 2074257 h 2237474"/>
              <a:gd name="connsiteX144" fmla="*/ 1877728 w 12192000"/>
              <a:gd name="connsiteY144" fmla="*/ 2101004 h 2237474"/>
              <a:gd name="connsiteX145" fmla="*/ 1759056 w 12192000"/>
              <a:gd name="connsiteY145" fmla="*/ 2125608 h 2237474"/>
              <a:gd name="connsiteX146" fmla="*/ 1637948 w 12192000"/>
              <a:gd name="connsiteY146" fmla="*/ 2172597 h 2237474"/>
              <a:gd name="connsiteX147" fmla="*/ 1434549 w 12192000"/>
              <a:gd name="connsiteY147" fmla="*/ 2234522 h 2237474"/>
              <a:gd name="connsiteX148" fmla="*/ 1398481 w 12192000"/>
              <a:gd name="connsiteY148" fmla="*/ 2237074 h 2237474"/>
              <a:gd name="connsiteX149" fmla="*/ 1398407 w 12192000"/>
              <a:gd name="connsiteY149" fmla="*/ 2237095 h 2237474"/>
              <a:gd name="connsiteX150" fmla="*/ 1370962 w 12192000"/>
              <a:gd name="connsiteY150" fmla="*/ 2237474 h 2237474"/>
              <a:gd name="connsiteX151" fmla="*/ 1356367 w 12192000"/>
              <a:gd name="connsiteY151" fmla="*/ 2235089 h 2237474"/>
              <a:gd name="connsiteX152" fmla="*/ 1324828 w 12192000"/>
              <a:gd name="connsiteY152" fmla="*/ 2231968 h 2237474"/>
              <a:gd name="connsiteX153" fmla="*/ 1297744 w 12192000"/>
              <a:gd name="connsiteY153" fmla="*/ 2235849 h 2237474"/>
              <a:gd name="connsiteX154" fmla="*/ 1286236 w 12192000"/>
              <a:gd name="connsiteY154" fmla="*/ 2233135 h 2237474"/>
              <a:gd name="connsiteX155" fmla="*/ 1283504 w 12192000"/>
              <a:gd name="connsiteY155" fmla="*/ 2233797 h 2237474"/>
              <a:gd name="connsiteX156" fmla="*/ 1279765 w 12192000"/>
              <a:gd name="connsiteY156" fmla="*/ 2229639 h 2237474"/>
              <a:gd name="connsiteX157" fmla="*/ 1195347 w 12192000"/>
              <a:gd name="connsiteY157" fmla="*/ 2212354 h 2237474"/>
              <a:gd name="connsiteX158" fmla="*/ 970251 w 12192000"/>
              <a:gd name="connsiteY158" fmla="*/ 2221029 h 2237474"/>
              <a:gd name="connsiteX159" fmla="*/ 812914 w 12192000"/>
              <a:gd name="connsiteY159" fmla="*/ 2202752 h 2237474"/>
              <a:gd name="connsiteX160" fmla="*/ 800195 w 12192000"/>
              <a:gd name="connsiteY160" fmla="*/ 2209407 h 2237474"/>
              <a:gd name="connsiteX161" fmla="*/ 784978 w 12192000"/>
              <a:gd name="connsiteY161" fmla="*/ 2212360 h 2237474"/>
              <a:gd name="connsiteX162" fmla="*/ 681987 w 12192000"/>
              <a:gd name="connsiteY162" fmla="*/ 2216757 h 2237474"/>
              <a:gd name="connsiteX163" fmla="*/ 669923 w 12192000"/>
              <a:gd name="connsiteY163" fmla="*/ 2211682 h 2237474"/>
              <a:gd name="connsiteX164" fmla="*/ 648680 w 12192000"/>
              <a:gd name="connsiteY164" fmla="*/ 2206229 h 2237474"/>
              <a:gd name="connsiteX165" fmla="*/ 597225 w 12192000"/>
              <a:gd name="connsiteY165" fmla="*/ 2180999 h 2237474"/>
              <a:gd name="connsiteX166" fmla="*/ 558449 w 12192000"/>
              <a:gd name="connsiteY166" fmla="*/ 2182346 h 2237474"/>
              <a:gd name="connsiteX167" fmla="*/ 550517 w 12192000"/>
              <a:gd name="connsiteY167" fmla="*/ 2182060 h 2237474"/>
              <a:gd name="connsiteX168" fmla="*/ 550309 w 12192000"/>
              <a:gd name="connsiteY168" fmla="*/ 2181825 h 2237474"/>
              <a:gd name="connsiteX169" fmla="*/ 541836 w 12192000"/>
              <a:gd name="connsiteY169" fmla="*/ 2181063 h 2237474"/>
              <a:gd name="connsiteX170" fmla="*/ 536057 w 12192000"/>
              <a:gd name="connsiteY170" fmla="*/ 2181537 h 2237474"/>
              <a:gd name="connsiteX171" fmla="*/ 520671 w 12192000"/>
              <a:gd name="connsiteY171" fmla="*/ 2180980 h 2237474"/>
              <a:gd name="connsiteX172" fmla="*/ 515024 w 12192000"/>
              <a:gd name="connsiteY172" fmla="*/ 2179258 h 2237474"/>
              <a:gd name="connsiteX173" fmla="*/ 512278 w 12192000"/>
              <a:gd name="connsiteY173" fmla="*/ 2176369 h 2237474"/>
              <a:gd name="connsiteX174" fmla="*/ 480419 w 12192000"/>
              <a:gd name="connsiteY174" fmla="*/ 2167807 h 2237474"/>
              <a:gd name="connsiteX175" fmla="*/ 413835 w 12192000"/>
              <a:gd name="connsiteY175" fmla="*/ 2156783 h 2237474"/>
              <a:gd name="connsiteX176" fmla="*/ 376513 w 12192000"/>
              <a:gd name="connsiteY176" fmla="*/ 2154014 h 2237474"/>
              <a:gd name="connsiteX177" fmla="*/ 273386 w 12192000"/>
              <a:gd name="connsiteY177" fmla="*/ 2142551 h 2237474"/>
              <a:gd name="connsiteX178" fmla="*/ 169207 w 12192000"/>
              <a:gd name="connsiteY178" fmla="*/ 2128100 h 2237474"/>
              <a:gd name="connsiteX179" fmla="*/ 93149 w 12192000"/>
              <a:gd name="connsiteY179" fmla="*/ 2105324 h 2237474"/>
              <a:gd name="connsiteX180" fmla="*/ 88109 w 12192000"/>
              <a:gd name="connsiteY180" fmla="*/ 2106704 h 2237474"/>
              <a:gd name="connsiteX181" fmla="*/ 80022 w 12192000"/>
              <a:gd name="connsiteY181" fmla="*/ 2107254 h 2237474"/>
              <a:gd name="connsiteX182" fmla="*/ 79717 w 12192000"/>
              <a:gd name="connsiteY182" fmla="*/ 2107046 h 2237474"/>
              <a:gd name="connsiteX183" fmla="*/ 72352 w 12192000"/>
              <a:gd name="connsiteY183" fmla="*/ 2107991 h 2237474"/>
              <a:gd name="connsiteX184" fmla="*/ 37645 w 12192000"/>
              <a:gd name="connsiteY184" fmla="*/ 2115401 h 2237474"/>
              <a:gd name="connsiteX185" fmla="*/ 4572 w 12192000"/>
              <a:gd name="connsiteY185" fmla="*/ 2111091 h 2237474"/>
              <a:gd name="connsiteX186" fmla="*/ 0 w 12192000"/>
              <a:gd name="connsiteY186" fmla="*/ 2110468 h 2237474"/>
              <a:gd name="connsiteX187" fmla="*/ 0 w 12192000"/>
              <a:gd name="connsiteY18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64145 w 12192000"/>
              <a:gd name="connsiteY113" fmla="*/ 1994061 h 2237474"/>
              <a:gd name="connsiteX114" fmla="*/ 2843662 w 12192000"/>
              <a:gd name="connsiteY114" fmla="*/ 1992498 h 2237474"/>
              <a:gd name="connsiteX115" fmla="*/ 2796128 w 12192000"/>
              <a:gd name="connsiteY115" fmla="*/ 1976403 h 2237474"/>
              <a:gd name="connsiteX116" fmla="*/ 2756784 w 12192000"/>
              <a:gd name="connsiteY116" fmla="*/ 1985116 h 2237474"/>
              <a:gd name="connsiteX117" fmla="*/ 2748833 w 12192000"/>
              <a:gd name="connsiteY117" fmla="*/ 1986323 h 2237474"/>
              <a:gd name="connsiteX118" fmla="*/ 2748661 w 12192000"/>
              <a:gd name="connsiteY118" fmla="*/ 1986122 h 2237474"/>
              <a:gd name="connsiteX119" fmla="*/ 2740251 w 12192000"/>
              <a:gd name="connsiteY119" fmla="*/ 1986946 h 2237474"/>
              <a:gd name="connsiteX120" fmla="*/ 2718916 w 12192000"/>
              <a:gd name="connsiteY120" fmla="*/ 1990867 h 2237474"/>
              <a:gd name="connsiteX121" fmla="*/ 2713522 w 12192000"/>
              <a:gd name="connsiteY121" fmla="*/ 1990173 h 2237474"/>
              <a:gd name="connsiteX122" fmla="*/ 2680597 w 12192000"/>
              <a:gd name="connsiteY122" fmla="*/ 1984996 h 2237474"/>
              <a:gd name="connsiteX123" fmla="*/ 2578178 w 12192000"/>
              <a:gd name="connsiteY123" fmla="*/ 1990531 h 2237474"/>
              <a:gd name="connsiteX124" fmla="*/ 2476147 w 12192000"/>
              <a:gd name="connsiteY124" fmla="*/ 1998305 h 2237474"/>
              <a:gd name="connsiteX125" fmla="*/ 2373568 w 12192000"/>
              <a:gd name="connsiteY125" fmla="*/ 2003219 h 2237474"/>
              <a:gd name="connsiteX126" fmla="*/ 2321399 w 12192000"/>
              <a:gd name="connsiteY126" fmla="*/ 1989467 h 2237474"/>
              <a:gd name="connsiteX127" fmla="*/ 2315525 w 12192000"/>
              <a:gd name="connsiteY127" fmla="*/ 1989708 h 2237474"/>
              <a:gd name="connsiteX128" fmla="*/ 2300792 w 12192000"/>
              <a:gd name="connsiteY128" fmla="*/ 1994290 h 2237474"/>
              <a:gd name="connsiteX129" fmla="*/ 2295469 w 12192000"/>
              <a:gd name="connsiteY129" fmla="*/ 1996659 h 2237474"/>
              <a:gd name="connsiteX130" fmla="*/ 2287219 w 12192000"/>
              <a:gd name="connsiteY130" fmla="*/ 1998750 h 2237474"/>
              <a:gd name="connsiteX131" fmla="*/ 2286948 w 12192000"/>
              <a:gd name="connsiteY131" fmla="*/ 1998596 h 2237474"/>
              <a:gd name="connsiteX132" fmla="*/ 2243069 w 12192000"/>
              <a:gd name="connsiteY132" fmla="*/ 2015111 h 2237474"/>
              <a:gd name="connsiteX133" fmla="*/ 2186609 w 12192000"/>
              <a:gd name="connsiteY133" fmla="*/ 2008263 h 2237474"/>
              <a:gd name="connsiteX134" fmla="*/ 2164831 w 12192000"/>
              <a:gd name="connsiteY134" fmla="*/ 2010143 h 2237474"/>
              <a:gd name="connsiteX135" fmla="*/ 2152836 w 12192000"/>
              <a:gd name="connsiteY135" fmla="*/ 2010048 h 2237474"/>
              <a:gd name="connsiteX136" fmla="*/ 2117102 w 12192000"/>
              <a:gd name="connsiteY136" fmla="*/ 2023004 h 2237474"/>
              <a:gd name="connsiteX137" fmla="*/ 2111935 w 12192000"/>
              <a:gd name="connsiteY137" fmla="*/ 2023163 h 2237474"/>
              <a:gd name="connsiteX138" fmla="*/ 2089991 w 12192000"/>
              <a:gd name="connsiteY138" fmla="*/ 2034193 h 2237474"/>
              <a:gd name="connsiteX139" fmla="*/ 2058061 w 12192000"/>
              <a:gd name="connsiteY139" fmla="*/ 2047942 h 2237474"/>
              <a:gd name="connsiteX140" fmla="*/ 2055737 w 12192000"/>
              <a:gd name="connsiteY140" fmla="*/ 2047704 h 2237474"/>
              <a:gd name="connsiteX141" fmla="*/ 2042244 w 12192000"/>
              <a:gd name="connsiteY141" fmla="*/ 2055560 h 2237474"/>
              <a:gd name="connsiteX142" fmla="*/ 1976224 w 12192000"/>
              <a:gd name="connsiteY142" fmla="*/ 2074257 h 2237474"/>
              <a:gd name="connsiteX143" fmla="*/ 1877728 w 12192000"/>
              <a:gd name="connsiteY143" fmla="*/ 2101004 h 2237474"/>
              <a:gd name="connsiteX144" fmla="*/ 1759056 w 12192000"/>
              <a:gd name="connsiteY144" fmla="*/ 2125608 h 2237474"/>
              <a:gd name="connsiteX145" fmla="*/ 1637948 w 12192000"/>
              <a:gd name="connsiteY145" fmla="*/ 2172597 h 2237474"/>
              <a:gd name="connsiteX146" fmla="*/ 1434549 w 12192000"/>
              <a:gd name="connsiteY146" fmla="*/ 2234522 h 2237474"/>
              <a:gd name="connsiteX147" fmla="*/ 1398481 w 12192000"/>
              <a:gd name="connsiteY147" fmla="*/ 2237074 h 2237474"/>
              <a:gd name="connsiteX148" fmla="*/ 1398407 w 12192000"/>
              <a:gd name="connsiteY148" fmla="*/ 2237095 h 2237474"/>
              <a:gd name="connsiteX149" fmla="*/ 1370962 w 12192000"/>
              <a:gd name="connsiteY149" fmla="*/ 2237474 h 2237474"/>
              <a:gd name="connsiteX150" fmla="*/ 1356367 w 12192000"/>
              <a:gd name="connsiteY150" fmla="*/ 2235089 h 2237474"/>
              <a:gd name="connsiteX151" fmla="*/ 1324828 w 12192000"/>
              <a:gd name="connsiteY151" fmla="*/ 2231968 h 2237474"/>
              <a:gd name="connsiteX152" fmla="*/ 1297744 w 12192000"/>
              <a:gd name="connsiteY152" fmla="*/ 2235849 h 2237474"/>
              <a:gd name="connsiteX153" fmla="*/ 1286236 w 12192000"/>
              <a:gd name="connsiteY153" fmla="*/ 2233135 h 2237474"/>
              <a:gd name="connsiteX154" fmla="*/ 1283504 w 12192000"/>
              <a:gd name="connsiteY154" fmla="*/ 2233797 h 2237474"/>
              <a:gd name="connsiteX155" fmla="*/ 1279765 w 12192000"/>
              <a:gd name="connsiteY155" fmla="*/ 2229639 h 2237474"/>
              <a:gd name="connsiteX156" fmla="*/ 1195347 w 12192000"/>
              <a:gd name="connsiteY156" fmla="*/ 2212354 h 2237474"/>
              <a:gd name="connsiteX157" fmla="*/ 970251 w 12192000"/>
              <a:gd name="connsiteY157" fmla="*/ 2221029 h 2237474"/>
              <a:gd name="connsiteX158" fmla="*/ 812914 w 12192000"/>
              <a:gd name="connsiteY158" fmla="*/ 2202752 h 2237474"/>
              <a:gd name="connsiteX159" fmla="*/ 800195 w 12192000"/>
              <a:gd name="connsiteY159" fmla="*/ 2209407 h 2237474"/>
              <a:gd name="connsiteX160" fmla="*/ 784978 w 12192000"/>
              <a:gd name="connsiteY160" fmla="*/ 2212360 h 2237474"/>
              <a:gd name="connsiteX161" fmla="*/ 681987 w 12192000"/>
              <a:gd name="connsiteY161" fmla="*/ 2216757 h 2237474"/>
              <a:gd name="connsiteX162" fmla="*/ 669923 w 12192000"/>
              <a:gd name="connsiteY162" fmla="*/ 2211682 h 2237474"/>
              <a:gd name="connsiteX163" fmla="*/ 648680 w 12192000"/>
              <a:gd name="connsiteY163" fmla="*/ 2206229 h 2237474"/>
              <a:gd name="connsiteX164" fmla="*/ 597225 w 12192000"/>
              <a:gd name="connsiteY164" fmla="*/ 2180999 h 2237474"/>
              <a:gd name="connsiteX165" fmla="*/ 558449 w 12192000"/>
              <a:gd name="connsiteY165" fmla="*/ 2182346 h 2237474"/>
              <a:gd name="connsiteX166" fmla="*/ 550517 w 12192000"/>
              <a:gd name="connsiteY166" fmla="*/ 2182060 h 2237474"/>
              <a:gd name="connsiteX167" fmla="*/ 550309 w 12192000"/>
              <a:gd name="connsiteY167" fmla="*/ 2181825 h 2237474"/>
              <a:gd name="connsiteX168" fmla="*/ 541836 w 12192000"/>
              <a:gd name="connsiteY168" fmla="*/ 2181063 h 2237474"/>
              <a:gd name="connsiteX169" fmla="*/ 536057 w 12192000"/>
              <a:gd name="connsiteY169" fmla="*/ 2181537 h 2237474"/>
              <a:gd name="connsiteX170" fmla="*/ 520671 w 12192000"/>
              <a:gd name="connsiteY170" fmla="*/ 2180980 h 2237474"/>
              <a:gd name="connsiteX171" fmla="*/ 515024 w 12192000"/>
              <a:gd name="connsiteY171" fmla="*/ 2179258 h 2237474"/>
              <a:gd name="connsiteX172" fmla="*/ 512278 w 12192000"/>
              <a:gd name="connsiteY172" fmla="*/ 2176369 h 2237474"/>
              <a:gd name="connsiteX173" fmla="*/ 480419 w 12192000"/>
              <a:gd name="connsiteY173" fmla="*/ 2167807 h 2237474"/>
              <a:gd name="connsiteX174" fmla="*/ 413835 w 12192000"/>
              <a:gd name="connsiteY174" fmla="*/ 2156783 h 2237474"/>
              <a:gd name="connsiteX175" fmla="*/ 376513 w 12192000"/>
              <a:gd name="connsiteY175" fmla="*/ 2154014 h 2237474"/>
              <a:gd name="connsiteX176" fmla="*/ 273386 w 12192000"/>
              <a:gd name="connsiteY176" fmla="*/ 2142551 h 2237474"/>
              <a:gd name="connsiteX177" fmla="*/ 169207 w 12192000"/>
              <a:gd name="connsiteY177" fmla="*/ 2128100 h 2237474"/>
              <a:gd name="connsiteX178" fmla="*/ 93149 w 12192000"/>
              <a:gd name="connsiteY178" fmla="*/ 2105324 h 2237474"/>
              <a:gd name="connsiteX179" fmla="*/ 88109 w 12192000"/>
              <a:gd name="connsiteY179" fmla="*/ 2106704 h 2237474"/>
              <a:gd name="connsiteX180" fmla="*/ 80022 w 12192000"/>
              <a:gd name="connsiteY180" fmla="*/ 2107254 h 2237474"/>
              <a:gd name="connsiteX181" fmla="*/ 79717 w 12192000"/>
              <a:gd name="connsiteY181" fmla="*/ 2107046 h 2237474"/>
              <a:gd name="connsiteX182" fmla="*/ 72352 w 12192000"/>
              <a:gd name="connsiteY182" fmla="*/ 2107991 h 2237474"/>
              <a:gd name="connsiteX183" fmla="*/ 37645 w 12192000"/>
              <a:gd name="connsiteY183" fmla="*/ 2115401 h 2237474"/>
              <a:gd name="connsiteX184" fmla="*/ 4572 w 12192000"/>
              <a:gd name="connsiteY184" fmla="*/ 2111091 h 2237474"/>
              <a:gd name="connsiteX185" fmla="*/ 0 w 12192000"/>
              <a:gd name="connsiteY185" fmla="*/ 2110468 h 2237474"/>
              <a:gd name="connsiteX186" fmla="*/ 0 w 12192000"/>
              <a:gd name="connsiteY18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64145 w 12192000"/>
              <a:gd name="connsiteY113" fmla="*/ 1994061 h 2237474"/>
              <a:gd name="connsiteX114" fmla="*/ 2843662 w 12192000"/>
              <a:gd name="connsiteY114" fmla="*/ 1992498 h 2237474"/>
              <a:gd name="connsiteX115" fmla="*/ 2796128 w 12192000"/>
              <a:gd name="connsiteY115" fmla="*/ 1976403 h 2237474"/>
              <a:gd name="connsiteX116" fmla="*/ 2756784 w 12192000"/>
              <a:gd name="connsiteY116" fmla="*/ 1985116 h 2237474"/>
              <a:gd name="connsiteX117" fmla="*/ 2748833 w 12192000"/>
              <a:gd name="connsiteY117" fmla="*/ 1986323 h 2237474"/>
              <a:gd name="connsiteX118" fmla="*/ 2748661 w 12192000"/>
              <a:gd name="connsiteY118" fmla="*/ 1986122 h 2237474"/>
              <a:gd name="connsiteX119" fmla="*/ 2718916 w 12192000"/>
              <a:gd name="connsiteY119" fmla="*/ 1990867 h 2237474"/>
              <a:gd name="connsiteX120" fmla="*/ 2713522 w 12192000"/>
              <a:gd name="connsiteY120" fmla="*/ 1990173 h 2237474"/>
              <a:gd name="connsiteX121" fmla="*/ 2680597 w 12192000"/>
              <a:gd name="connsiteY121" fmla="*/ 1984996 h 2237474"/>
              <a:gd name="connsiteX122" fmla="*/ 2578178 w 12192000"/>
              <a:gd name="connsiteY122" fmla="*/ 1990531 h 2237474"/>
              <a:gd name="connsiteX123" fmla="*/ 2476147 w 12192000"/>
              <a:gd name="connsiteY123" fmla="*/ 1998305 h 2237474"/>
              <a:gd name="connsiteX124" fmla="*/ 2373568 w 12192000"/>
              <a:gd name="connsiteY124" fmla="*/ 2003219 h 2237474"/>
              <a:gd name="connsiteX125" fmla="*/ 2321399 w 12192000"/>
              <a:gd name="connsiteY125" fmla="*/ 1989467 h 2237474"/>
              <a:gd name="connsiteX126" fmla="*/ 2315525 w 12192000"/>
              <a:gd name="connsiteY126" fmla="*/ 1989708 h 2237474"/>
              <a:gd name="connsiteX127" fmla="*/ 2300792 w 12192000"/>
              <a:gd name="connsiteY127" fmla="*/ 1994290 h 2237474"/>
              <a:gd name="connsiteX128" fmla="*/ 2295469 w 12192000"/>
              <a:gd name="connsiteY128" fmla="*/ 1996659 h 2237474"/>
              <a:gd name="connsiteX129" fmla="*/ 2287219 w 12192000"/>
              <a:gd name="connsiteY129" fmla="*/ 1998750 h 2237474"/>
              <a:gd name="connsiteX130" fmla="*/ 2286948 w 12192000"/>
              <a:gd name="connsiteY130" fmla="*/ 1998596 h 2237474"/>
              <a:gd name="connsiteX131" fmla="*/ 2243069 w 12192000"/>
              <a:gd name="connsiteY131" fmla="*/ 2015111 h 2237474"/>
              <a:gd name="connsiteX132" fmla="*/ 2186609 w 12192000"/>
              <a:gd name="connsiteY132" fmla="*/ 2008263 h 2237474"/>
              <a:gd name="connsiteX133" fmla="*/ 2164831 w 12192000"/>
              <a:gd name="connsiteY133" fmla="*/ 2010143 h 2237474"/>
              <a:gd name="connsiteX134" fmla="*/ 2152836 w 12192000"/>
              <a:gd name="connsiteY134" fmla="*/ 2010048 h 2237474"/>
              <a:gd name="connsiteX135" fmla="*/ 2117102 w 12192000"/>
              <a:gd name="connsiteY135" fmla="*/ 2023004 h 2237474"/>
              <a:gd name="connsiteX136" fmla="*/ 2111935 w 12192000"/>
              <a:gd name="connsiteY136" fmla="*/ 2023163 h 2237474"/>
              <a:gd name="connsiteX137" fmla="*/ 2089991 w 12192000"/>
              <a:gd name="connsiteY137" fmla="*/ 2034193 h 2237474"/>
              <a:gd name="connsiteX138" fmla="*/ 2058061 w 12192000"/>
              <a:gd name="connsiteY138" fmla="*/ 2047942 h 2237474"/>
              <a:gd name="connsiteX139" fmla="*/ 2055737 w 12192000"/>
              <a:gd name="connsiteY139" fmla="*/ 2047704 h 2237474"/>
              <a:gd name="connsiteX140" fmla="*/ 2042244 w 12192000"/>
              <a:gd name="connsiteY140" fmla="*/ 2055560 h 2237474"/>
              <a:gd name="connsiteX141" fmla="*/ 1976224 w 12192000"/>
              <a:gd name="connsiteY141" fmla="*/ 2074257 h 2237474"/>
              <a:gd name="connsiteX142" fmla="*/ 1877728 w 12192000"/>
              <a:gd name="connsiteY142" fmla="*/ 2101004 h 2237474"/>
              <a:gd name="connsiteX143" fmla="*/ 1759056 w 12192000"/>
              <a:gd name="connsiteY143" fmla="*/ 2125608 h 2237474"/>
              <a:gd name="connsiteX144" fmla="*/ 1637948 w 12192000"/>
              <a:gd name="connsiteY144" fmla="*/ 2172597 h 2237474"/>
              <a:gd name="connsiteX145" fmla="*/ 1434549 w 12192000"/>
              <a:gd name="connsiteY145" fmla="*/ 2234522 h 2237474"/>
              <a:gd name="connsiteX146" fmla="*/ 1398481 w 12192000"/>
              <a:gd name="connsiteY146" fmla="*/ 2237074 h 2237474"/>
              <a:gd name="connsiteX147" fmla="*/ 1398407 w 12192000"/>
              <a:gd name="connsiteY147" fmla="*/ 2237095 h 2237474"/>
              <a:gd name="connsiteX148" fmla="*/ 1370962 w 12192000"/>
              <a:gd name="connsiteY148" fmla="*/ 2237474 h 2237474"/>
              <a:gd name="connsiteX149" fmla="*/ 1356367 w 12192000"/>
              <a:gd name="connsiteY149" fmla="*/ 2235089 h 2237474"/>
              <a:gd name="connsiteX150" fmla="*/ 1324828 w 12192000"/>
              <a:gd name="connsiteY150" fmla="*/ 2231968 h 2237474"/>
              <a:gd name="connsiteX151" fmla="*/ 1297744 w 12192000"/>
              <a:gd name="connsiteY151" fmla="*/ 2235849 h 2237474"/>
              <a:gd name="connsiteX152" fmla="*/ 1286236 w 12192000"/>
              <a:gd name="connsiteY152" fmla="*/ 2233135 h 2237474"/>
              <a:gd name="connsiteX153" fmla="*/ 1283504 w 12192000"/>
              <a:gd name="connsiteY153" fmla="*/ 2233797 h 2237474"/>
              <a:gd name="connsiteX154" fmla="*/ 1279765 w 12192000"/>
              <a:gd name="connsiteY154" fmla="*/ 2229639 h 2237474"/>
              <a:gd name="connsiteX155" fmla="*/ 1195347 w 12192000"/>
              <a:gd name="connsiteY155" fmla="*/ 2212354 h 2237474"/>
              <a:gd name="connsiteX156" fmla="*/ 970251 w 12192000"/>
              <a:gd name="connsiteY156" fmla="*/ 2221029 h 2237474"/>
              <a:gd name="connsiteX157" fmla="*/ 812914 w 12192000"/>
              <a:gd name="connsiteY157" fmla="*/ 2202752 h 2237474"/>
              <a:gd name="connsiteX158" fmla="*/ 800195 w 12192000"/>
              <a:gd name="connsiteY158" fmla="*/ 2209407 h 2237474"/>
              <a:gd name="connsiteX159" fmla="*/ 784978 w 12192000"/>
              <a:gd name="connsiteY159" fmla="*/ 2212360 h 2237474"/>
              <a:gd name="connsiteX160" fmla="*/ 681987 w 12192000"/>
              <a:gd name="connsiteY160" fmla="*/ 2216757 h 2237474"/>
              <a:gd name="connsiteX161" fmla="*/ 669923 w 12192000"/>
              <a:gd name="connsiteY161" fmla="*/ 2211682 h 2237474"/>
              <a:gd name="connsiteX162" fmla="*/ 648680 w 12192000"/>
              <a:gd name="connsiteY162" fmla="*/ 2206229 h 2237474"/>
              <a:gd name="connsiteX163" fmla="*/ 597225 w 12192000"/>
              <a:gd name="connsiteY163" fmla="*/ 2180999 h 2237474"/>
              <a:gd name="connsiteX164" fmla="*/ 558449 w 12192000"/>
              <a:gd name="connsiteY164" fmla="*/ 2182346 h 2237474"/>
              <a:gd name="connsiteX165" fmla="*/ 550517 w 12192000"/>
              <a:gd name="connsiteY165" fmla="*/ 2182060 h 2237474"/>
              <a:gd name="connsiteX166" fmla="*/ 550309 w 12192000"/>
              <a:gd name="connsiteY166" fmla="*/ 2181825 h 2237474"/>
              <a:gd name="connsiteX167" fmla="*/ 541836 w 12192000"/>
              <a:gd name="connsiteY167" fmla="*/ 2181063 h 2237474"/>
              <a:gd name="connsiteX168" fmla="*/ 536057 w 12192000"/>
              <a:gd name="connsiteY168" fmla="*/ 2181537 h 2237474"/>
              <a:gd name="connsiteX169" fmla="*/ 520671 w 12192000"/>
              <a:gd name="connsiteY169" fmla="*/ 2180980 h 2237474"/>
              <a:gd name="connsiteX170" fmla="*/ 515024 w 12192000"/>
              <a:gd name="connsiteY170" fmla="*/ 2179258 h 2237474"/>
              <a:gd name="connsiteX171" fmla="*/ 512278 w 12192000"/>
              <a:gd name="connsiteY171" fmla="*/ 2176369 h 2237474"/>
              <a:gd name="connsiteX172" fmla="*/ 480419 w 12192000"/>
              <a:gd name="connsiteY172" fmla="*/ 2167807 h 2237474"/>
              <a:gd name="connsiteX173" fmla="*/ 413835 w 12192000"/>
              <a:gd name="connsiteY173" fmla="*/ 2156783 h 2237474"/>
              <a:gd name="connsiteX174" fmla="*/ 376513 w 12192000"/>
              <a:gd name="connsiteY174" fmla="*/ 2154014 h 2237474"/>
              <a:gd name="connsiteX175" fmla="*/ 273386 w 12192000"/>
              <a:gd name="connsiteY175" fmla="*/ 2142551 h 2237474"/>
              <a:gd name="connsiteX176" fmla="*/ 169207 w 12192000"/>
              <a:gd name="connsiteY176" fmla="*/ 2128100 h 2237474"/>
              <a:gd name="connsiteX177" fmla="*/ 93149 w 12192000"/>
              <a:gd name="connsiteY177" fmla="*/ 2105324 h 2237474"/>
              <a:gd name="connsiteX178" fmla="*/ 88109 w 12192000"/>
              <a:gd name="connsiteY178" fmla="*/ 2106704 h 2237474"/>
              <a:gd name="connsiteX179" fmla="*/ 80022 w 12192000"/>
              <a:gd name="connsiteY179" fmla="*/ 2107254 h 2237474"/>
              <a:gd name="connsiteX180" fmla="*/ 79717 w 12192000"/>
              <a:gd name="connsiteY180" fmla="*/ 2107046 h 2237474"/>
              <a:gd name="connsiteX181" fmla="*/ 72352 w 12192000"/>
              <a:gd name="connsiteY181" fmla="*/ 2107991 h 2237474"/>
              <a:gd name="connsiteX182" fmla="*/ 37645 w 12192000"/>
              <a:gd name="connsiteY182" fmla="*/ 2115401 h 2237474"/>
              <a:gd name="connsiteX183" fmla="*/ 4572 w 12192000"/>
              <a:gd name="connsiteY183" fmla="*/ 2111091 h 2237474"/>
              <a:gd name="connsiteX184" fmla="*/ 0 w 12192000"/>
              <a:gd name="connsiteY184" fmla="*/ 2110468 h 2237474"/>
              <a:gd name="connsiteX185" fmla="*/ 0 w 12192000"/>
              <a:gd name="connsiteY18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95469 w 12192000"/>
              <a:gd name="connsiteY127" fmla="*/ 1996659 h 2237474"/>
              <a:gd name="connsiteX128" fmla="*/ 2287219 w 12192000"/>
              <a:gd name="connsiteY128" fmla="*/ 1998750 h 2237474"/>
              <a:gd name="connsiteX129" fmla="*/ 2286948 w 12192000"/>
              <a:gd name="connsiteY129" fmla="*/ 1998596 h 2237474"/>
              <a:gd name="connsiteX130" fmla="*/ 2243069 w 12192000"/>
              <a:gd name="connsiteY130" fmla="*/ 2015111 h 2237474"/>
              <a:gd name="connsiteX131" fmla="*/ 2186609 w 12192000"/>
              <a:gd name="connsiteY131" fmla="*/ 2008263 h 2237474"/>
              <a:gd name="connsiteX132" fmla="*/ 2164831 w 12192000"/>
              <a:gd name="connsiteY132" fmla="*/ 2010143 h 2237474"/>
              <a:gd name="connsiteX133" fmla="*/ 2152836 w 12192000"/>
              <a:gd name="connsiteY133" fmla="*/ 2010048 h 2237474"/>
              <a:gd name="connsiteX134" fmla="*/ 2117102 w 12192000"/>
              <a:gd name="connsiteY134" fmla="*/ 2023004 h 2237474"/>
              <a:gd name="connsiteX135" fmla="*/ 2111935 w 12192000"/>
              <a:gd name="connsiteY135" fmla="*/ 2023163 h 2237474"/>
              <a:gd name="connsiteX136" fmla="*/ 2089991 w 12192000"/>
              <a:gd name="connsiteY136" fmla="*/ 2034193 h 2237474"/>
              <a:gd name="connsiteX137" fmla="*/ 2058061 w 12192000"/>
              <a:gd name="connsiteY137" fmla="*/ 2047942 h 2237474"/>
              <a:gd name="connsiteX138" fmla="*/ 2055737 w 12192000"/>
              <a:gd name="connsiteY138" fmla="*/ 2047704 h 2237474"/>
              <a:gd name="connsiteX139" fmla="*/ 2042244 w 12192000"/>
              <a:gd name="connsiteY139" fmla="*/ 2055560 h 2237474"/>
              <a:gd name="connsiteX140" fmla="*/ 1976224 w 12192000"/>
              <a:gd name="connsiteY140" fmla="*/ 2074257 h 2237474"/>
              <a:gd name="connsiteX141" fmla="*/ 1877728 w 12192000"/>
              <a:gd name="connsiteY141" fmla="*/ 2101004 h 2237474"/>
              <a:gd name="connsiteX142" fmla="*/ 1759056 w 12192000"/>
              <a:gd name="connsiteY142" fmla="*/ 2125608 h 2237474"/>
              <a:gd name="connsiteX143" fmla="*/ 1637948 w 12192000"/>
              <a:gd name="connsiteY143" fmla="*/ 2172597 h 2237474"/>
              <a:gd name="connsiteX144" fmla="*/ 1434549 w 12192000"/>
              <a:gd name="connsiteY144" fmla="*/ 2234522 h 2237474"/>
              <a:gd name="connsiteX145" fmla="*/ 1398481 w 12192000"/>
              <a:gd name="connsiteY145" fmla="*/ 2237074 h 2237474"/>
              <a:gd name="connsiteX146" fmla="*/ 1398407 w 12192000"/>
              <a:gd name="connsiteY146" fmla="*/ 2237095 h 2237474"/>
              <a:gd name="connsiteX147" fmla="*/ 1370962 w 12192000"/>
              <a:gd name="connsiteY147" fmla="*/ 2237474 h 2237474"/>
              <a:gd name="connsiteX148" fmla="*/ 1356367 w 12192000"/>
              <a:gd name="connsiteY148" fmla="*/ 2235089 h 2237474"/>
              <a:gd name="connsiteX149" fmla="*/ 1324828 w 12192000"/>
              <a:gd name="connsiteY149" fmla="*/ 2231968 h 2237474"/>
              <a:gd name="connsiteX150" fmla="*/ 1297744 w 12192000"/>
              <a:gd name="connsiteY150" fmla="*/ 2235849 h 2237474"/>
              <a:gd name="connsiteX151" fmla="*/ 1286236 w 12192000"/>
              <a:gd name="connsiteY151" fmla="*/ 2233135 h 2237474"/>
              <a:gd name="connsiteX152" fmla="*/ 1283504 w 12192000"/>
              <a:gd name="connsiteY152" fmla="*/ 2233797 h 2237474"/>
              <a:gd name="connsiteX153" fmla="*/ 1279765 w 12192000"/>
              <a:gd name="connsiteY153" fmla="*/ 2229639 h 2237474"/>
              <a:gd name="connsiteX154" fmla="*/ 1195347 w 12192000"/>
              <a:gd name="connsiteY154" fmla="*/ 2212354 h 2237474"/>
              <a:gd name="connsiteX155" fmla="*/ 970251 w 12192000"/>
              <a:gd name="connsiteY155" fmla="*/ 2221029 h 2237474"/>
              <a:gd name="connsiteX156" fmla="*/ 812914 w 12192000"/>
              <a:gd name="connsiteY156" fmla="*/ 2202752 h 2237474"/>
              <a:gd name="connsiteX157" fmla="*/ 800195 w 12192000"/>
              <a:gd name="connsiteY157" fmla="*/ 2209407 h 2237474"/>
              <a:gd name="connsiteX158" fmla="*/ 784978 w 12192000"/>
              <a:gd name="connsiteY158" fmla="*/ 2212360 h 2237474"/>
              <a:gd name="connsiteX159" fmla="*/ 681987 w 12192000"/>
              <a:gd name="connsiteY159" fmla="*/ 2216757 h 2237474"/>
              <a:gd name="connsiteX160" fmla="*/ 669923 w 12192000"/>
              <a:gd name="connsiteY160" fmla="*/ 2211682 h 2237474"/>
              <a:gd name="connsiteX161" fmla="*/ 648680 w 12192000"/>
              <a:gd name="connsiteY161" fmla="*/ 2206229 h 2237474"/>
              <a:gd name="connsiteX162" fmla="*/ 597225 w 12192000"/>
              <a:gd name="connsiteY162" fmla="*/ 2180999 h 2237474"/>
              <a:gd name="connsiteX163" fmla="*/ 558449 w 12192000"/>
              <a:gd name="connsiteY163" fmla="*/ 2182346 h 2237474"/>
              <a:gd name="connsiteX164" fmla="*/ 550517 w 12192000"/>
              <a:gd name="connsiteY164" fmla="*/ 2182060 h 2237474"/>
              <a:gd name="connsiteX165" fmla="*/ 550309 w 12192000"/>
              <a:gd name="connsiteY165" fmla="*/ 2181825 h 2237474"/>
              <a:gd name="connsiteX166" fmla="*/ 541836 w 12192000"/>
              <a:gd name="connsiteY166" fmla="*/ 2181063 h 2237474"/>
              <a:gd name="connsiteX167" fmla="*/ 536057 w 12192000"/>
              <a:gd name="connsiteY167" fmla="*/ 2181537 h 2237474"/>
              <a:gd name="connsiteX168" fmla="*/ 520671 w 12192000"/>
              <a:gd name="connsiteY168" fmla="*/ 2180980 h 2237474"/>
              <a:gd name="connsiteX169" fmla="*/ 515024 w 12192000"/>
              <a:gd name="connsiteY169" fmla="*/ 2179258 h 2237474"/>
              <a:gd name="connsiteX170" fmla="*/ 512278 w 12192000"/>
              <a:gd name="connsiteY170" fmla="*/ 2176369 h 2237474"/>
              <a:gd name="connsiteX171" fmla="*/ 480419 w 12192000"/>
              <a:gd name="connsiteY171" fmla="*/ 2167807 h 2237474"/>
              <a:gd name="connsiteX172" fmla="*/ 413835 w 12192000"/>
              <a:gd name="connsiteY172" fmla="*/ 2156783 h 2237474"/>
              <a:gd name="connsiteX173" fmla="*/ 376513 w 12192000"/>
              <a:gd name="connsiteY173" fmla="*/ 2154014 h 2237474"/>
              <a:gd name="connsiteX174" fmla="*/ 273386 w 12192000"/>
              <a:gd name="connsiteY174" fmla="*/ 2142551 h 2237474"/>
              <a:gd name="connsiteX175" fmla="*/ 169207 w 12192000"/>
              <a:gd name="connsiteY175" fmla="*/ 2128100 h 2237474"/>
              <a:gd name="connsiteX176" fmla="*/ 93149 w 12192000"/>
              <a:gd name="connsiteY176" fmla="*/ 2105324 h 2237474"/>
              <a:gd name="connsiteX177" fmla="*/ 88109 w 12192000"/>
              <a:gd name="connsiteY177" fmla="*/ 2106704 h 2237474"/>
              <a:gd name="connsiteX178" fmla="*/ 80022 w 12192000"/>
              <a:gd name="connsiteY178" fmla="*/ 2107254 h 2237474"/>
              <a:gd name="connsiteX179" fmla="*/ 79717 w 12192000"/>
              <a:gd name="connsiteY179" fmla="*/ 2107046 h 2237474"/>
              <a:gd name="connsiteX180" fmla="*/ 72352 w 12192000"/>
              <a:gd name="connsiteY180" fmla="*/ 2107991 h 2237474"/>
              <a:gd name="connsiteX181" fmla="*/ 37645 w 12192000"/>
              <a:gd name="connsiteY181" fmla="*/ 2115401 h 2237474"/>
              <a:gd name="connsiteX182" fmla="*/ 4572 w 12192000"/>
              <a:gd name="connsiteY182" fmla="*/ 2111091 h 2237474"/>
              <a:gd name="connsiteX183" fmla="*/ 0 w 12192000"/>
              <a:gd name="connsiteY183" fmla="*/ 2110468 h 2237474"/>
              <a:gd name="connsiteX184" fmla="*/ 0 w 12192000"/>
              <a:gd name="connsiteY18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95469 w 12192000"/>
              <a:gd name="connsiteY127" fmla="*/ 1996659 h 2237474"/>
              <a:gd name="connsiteX128" fmla="*/ 2287219 w 12192000"/>
              <a:gd name="connsiteY128" fmla="*/ 1998750 h 2237474"/>
              <a:gd name="connsiteX129" fmla="*/ 2243069 w 12192000"/>
              <a:gd name="connsiteY129" fmla="*/ 2015111 h 2237474"/>
              <a:gd name="connsiteX130" fmla="*/ 2186609 w 12192000"/>
              <a:gd name="connsiteY130" fmla="*/ 2008263 h 2237474"/>
              <a:gd name="connsiteX131" fmla="*/ 2164831 w 12192000"/>
              <a:gd name="connsiteY131" fmla="*/ 2010143 h 2237474"/>
              <a:gd name="connsiteX132" fmla="*/ 2152836 w 12192000"/>
              <a:gd name="connsiteY132" fmla="*/ 2010048 h 2237474"/>
              <a:gd name="connsiteX133" fmla="*/ 2117102 w 12192000"/>
              <a:gd name="connsiteY133" fmla="*/ 2023004 h 2237474"/>
              <a:gd name="connsiteX134" fmla="*/ 2111935 w 12192000"/>
              <a:gd name="connsiteY134" fmla="*/ 2023163 h 2237474"/>
              <a:gd name="connsiteX135" fmla="*/ 2089991 w 12192000"/>
              <a:gd name="connsiteY135" fmla="*/ 2034193 h 2237474"/>
              <a:gd name="connsiteX136" fmla="*/ 2058061 w 12192000"/>
              <a:gd name="connsiteY136" fmla="*/ 2047942 h 2237474"/>
              <a:gd name="connsiteX137" fmla="*/ 2055737 w 12192000"/>
              <a:gd name="connsiteY137" fmla="*/ 2047704 h 2237474"/>
              <a:gd name="connsiteX138" fmla="*/ 2042244 w 12192000"/>
              <a:gd name="connsiteY138" fmla="*/ 2055560 h 2237474"/>
              <a:gd name="connsiteX139" fmla="*/ 1976224 w 12192000"/>
              <a:gd name="connsiteY139" fmla="*/ 2074257 h 2237474"/>
              <a:gd name="connsiteX140" fmla="*/ 1877728 w 12192000"/>
              <a:gd name="connsiteY140" fmla="*/ 2101004 h 2237474"/>
              <a:gd name="connsiteX141" fmla="*/ 1759056 w 12192000"/>
              <a:gd name="connsiteY141" fmla="*/ 2125608 h 2237474"/>
              <a:gd name="connsiteX142" fmla="*/ 1637948 w 12192000"/>
              <a:gd name="connsiteY142" fmla="*/ 2172597 h 2237474"/>
              <a:gd name="connsiteX143" fmla="*/ 1434549 w 12192000"/>
              <a:gd name="connsiteY143" fmla="*/ 2234522 h 2237474"/>
              <a:gd name="connsiteX144" fmla="*/ 1398481 w 12192000"/>
              <a:gd name="connsiteY144" fmla="*/ 2237074 h 2237474"/>
              <a:gd name="connsiteX145" fmla="*/ 1398407 w 12192000"/>
              <a:gd name="connsiteY145" fmla="*/ 2237095 h 2237474"/>
              <a:gd name="connsiteX146" fmla="*/ 1370962 w 12192000"/>
              <a:gd name="connsiteY146" fmla="*/ 2237474 h 2237474"/>
              <a:gd name="connsiteX147" fmla="*/ 1356367 w 12192000"/>
              <a:gd name="connsiteY147" fmla="*/ 2235089 h 2237474"/>
              <a:gd name="connsiteX148" fmla="*/ 1324828 w 12192000"/>
              <a:gd name="connsiteY148" fmla="*/ 2231968 h 2237474"/>
              <a:gd name="connsiteX149" fmla="*/ 1297744 w 12192000"/>
              <a:gd name="connsiteY149" fmla="*/ 2235849 h 2237474"/>
              <a:gd name="connsiteX150" fmla="*/ 1286236 w 12192000"/>
              <a:gd name="connsiteY150" fmla="*/ 2233135 h 2237474"/>
              <a:gd name="connsiteX151" fmla="*/ 1283504 w 12192000"/>
              <a:gd name="connsiteY151" fmla="*/ 2233797 h 2237474"/>
              <a:gd name="connsiteX152" fmla="*/ 1279765 w 12192000"/>
              <a:gd name="connsiteY152" fmla="*/ 2229639 h 2237474"/>
              <a:gd name="connsiteX153" fmla="*/ 1195347 w 12192000"/>
              <a:gd name="connsiteY153" fmla="*/ 2212354 h 2237474"/>
              <a:gd name="connsiteX154" fmla="*/ 970251 w 12192000"/>
              <a:gd name="connsiteY154" fmla="*/ 2221029 h 2237474"/>
              <a:gd name="connsiteX155" fmla="*/ 812914 w 12192000"/>
              <a:gd name="connsiteY155" fmla="*/ 2202752 h 2237474"/>
              <a:gd name="connsiteX156" fmla="*/ 800195 w 12192000"/>
              <a:gd name="connsiteY156" fmla="*/ 2209407 h 2237474"/>
              <a:gd name="connsiteX157" fmla="*/ 784978 w 12192000"/>
              <a:gd name="connsiteY157" fmla="*/ 2212360 h 2237474"/>
              <a:gd name="connsiteX158" fmla="*/ 681987 w 12192000"/>
              <a:gd name="connsiteY158" fmla="*/ 2216757 h 2237474"/>
              <a:gd name="connsiteX159" fmla="*/ 669923 w 12192000"/>
              <a:gd name="connsiteY159" fmla="*/ 2211682 h 2237474"/>
              <a:gd name="connsiteX160" fmla="*/ 648680 w 12192000"/>
              <a:gd name="connsiteY160" fmla="*/ 2206229 h 2237474"/>
              <a:gd name="connsiteX161" fmla="*/ 597225 w 12192000"/>
              <a:gd name="connsiteY161" fmla="*/ 2180999 h 2237474"/>
              <a:gd name="connsiteX162" fmla="*/ 558449 w 12192000"/>
              <a:gd name="connsiteY162" fmla="*/ 2182346 h 2237474"/>
              <a:gd name="connsiteX163" fmla="*/ 550517 w 12192000"/>
              <a:gd name="connsiteY163" fmla="*/ 2182060 h 2237474"/>
              <a:gd name="connsiteX164" fmla="*/ 550309 w 12192000"/>
              <a:gd name="connsiteY164" fmla="*/ 2181825 h 2237474"/>
              <a:gd name="connsiteX165" fmla="*/ 541836 w 12192000"/>
              <a:gd name="connsiteY165" fmla="*/ 2181063 h 2237474"/>
              <a:gd name="connsiteX166" fmla="*/ 536057 w 12192000"/>
              <a:gd name="connsiteY166" fmla="*/ 2181537 h 2237474"/>
              <a:gd name="connsiteX167" fmla="*/ 520671 w 12192000"/>
              <a:gd name="connsiteY167" fmla="*/ 2180980 h 2237474"/>
              <a:gd name="connsiteX168" fmla="*/ 515024 w 12192000"/>
              <a:gd name="connsiteY168" fmla="*/ 2179258 h 2237474"/>
              <a:gd name="connsiteX169" fmla="*/ 512278 w 12192000"/>
              <a:gd name="connsiteY169" fmla="*/ 2176369 h 2237474"/>
              <a:gd name="connsiteX170" fmla="*/ 480419 w 12192000"/>
              <a:gd name="connsiteY170" fmla="*/ 2167807 h 2237474"/>
              <a:gd name="connsiteX171" fmla="*/ 413835 w 12192000"/>
              <a:gd name="connsiteY171" fmla="*/ 2156783 h 2237474"/>
              <a:gd name="connsiteX172" fmla="*/ 376513 w 12192000"/>
              <a:gd name="connsiteY172" fmla="*/ 2154014 h 2237474"/>
              <a:gd name="connsiteX173" fmla="*/ 273386 w 12192000"/>
              <a:gd name="connsiteY173" fmla="*/ 2142551 h 2237474"/>
              <a:gd name="connsiteX174" fmla="*/ 169207 w 12192000"/>
              <a:gd name="connsiteY174" fmla="*/ 2128100 h 2237474"/>
              <a:gd name="connsiteX175" fmla="*/ 93149 w 12192000"/>
              <a:gd name="connsiteY175" fmla="*/ 2105324 h 2237474"/>
              <a:gd name="connsiteX176" fmla="*/ 88109 w 12192000"/>
              <a:gd name="connsiteY176" fmla="*/ 2106704 h 2237474"/>
              <a:gd name="connsiteX177" fmla="*/ 80022 w 12192000"/>
              <a:gd name="connsiteY177" fmla="*/ 2107254 h 2237474"/>
              <a:gd name="connsiteX178" fmla="*/ 79717 w 12192000"/>
              <a:gd name="connsiteY178" fmla="*/ 2107046 h 2237474"/>
              <a:gd name="connsiteX179" fmla="*/ 72352 w 12192000"/>
              <a:gd name="connsiteY179" fmla="*/ 2107991 h 2237474"/>
              <a:gd name="connsiteX180" fmla="*/ 37645 w 12192000"/>
              <a:gd name="connsiteY180" fmla="*/ 2115401 h 2237474"/>
              <a:gd name="connsiteX181" fmla="*/ 4572 w 12192000"/>
              <a:gd name="connsiteY181" fmla="*/ 2111091 h 2237474"/>
              <a:gd name="connsiteX182" fmla="*/ 0 w 12192000"/>
              <a:gd name="connsiteY182" fmla="*/ 2110468 h 2237474"/>
              <a:gd name="connsiteX183" fmla="*/ 0 w 12192000"/>
              <a:gd name="connsiteY18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21399 w 12192000"/>
              <a:gd name="connsiteY124" fmla="*/ 1989467 h 2237474"/>
              <a:gd name="connsiteX125" fmla="*/ 2315525 w 12192000"/>
              <a:gd name="connsiteY125" fmla="*/ 1989708 h 2237474"/>
              <a:gd name="connsiteX126" fmla="*/ 2300792 w 12192000"/>
              <a:gd name="connsiteY126" fmla="*/ 1994290 h 2237474"/>
              <a:gd name="connsiteX127" fmla="*/ 2287219 w 12192000"/>
              <a:gd name="connsiteY127" fmla="*/ 1998750 h 2237474"/>
              <a:gd name="connsiteX128" fmla="*/ 2243069 w 12192000"/>
              <a:gd name="connsiteY128" fmla="*/ 2015111 h 2237474"/>
              <a:gd name="connsiteX129" fmla="*/ 2186609 w 12192000"/>
              <a:gd name="connsiteY129" fmla="*/ 2008263 h 2237474"/>
              <a:gd name="connsiteX130" fmla="*/ 2164831 w 12192000"/>
              <a:gd name="connsiteY130" fmla="*/ 2010143 h 2237474"/>
              <a:gd name="connsiteX131" fmla="*/ 2152836 w 12192000"/>
              <a:gd name="connsiteY131" fmla="*/ 2010048 h 2237474"/>
              <a:gd name="connsiteX132" fmla="*/ 2117102 w 12192000"/>
              <a:gd name="connsiteY132" fmla="*/ 2023004 h 2237474"/>
              <a:gd name="connsiteX133" fmla="*/ 2111935 w 12192000"/>
              <a:gd name="connsiteY133" fmla="*/ 2023163 h 2237474"/>
              <a:gd name="connsiteX134" fmla="*/ 2089991 w 12192000"/>
              <a:gd name="connsiteY134" fmla="*/ 2034193 h 2237474"/>
              <a:gd name="connsiteX135" fmla="*/ 2058061 w 12192000"/>
              <a:gd name="connsiteY135" fmla="*/ 2047942 h 2237474"/>
              <a:gd name="connsiteX136" fmla="*/ 2055737 w 12192000"/>
              <a:gd name="connsiteY136" fmla="*/ 2047704 h 2237474"/>
              <a:gd name="connsiteX137" fmla="*/ 2042244 w 12192000"/>
              <a:gd name="connsiteY137" fmla="*/ 2055560 h 2237474"/>
              <a:gd name="connsiteX138" fmla="*/ 1976224 w 12192000"/>
              <a:gd name="connsiteY138" fmla="*/ 2074257 h 2237474"/>
              <a:gd name="connsiteX139" fmla="*/ 1877728 w 12192000"/>
              <a:gd name="connsiteY139" fmla="*/ 2101004 h 2237474"/>
              <a:gd name="connsiteX140" fmla="*/ 1759056 w 12192000"/>
              <a:gd name="connsiteY140" fmla="*/ 2125608 h 2237474"/>
              <a:gd name="connsiteX141" fmla="*/ 1637948 w 12192000"/>
              <a:gd name="connsiteY141" fmla="*/ 2172597 h 2237474"/>
              <a:gd name="connsiteX142" fmla="*/ 1434549 w 12192000"/>
              <a:gd name="connsiteY142" fmla="*/ 2234522 h 2237474"/>
              <a:gd name="connsiteX143" fmla="*/ 1398481 w 12192000"/>
              <a:gd name="connsiteY143" fmla="*/ 2237074 h 2237474"/>
              <a:gd name="connsiteX144" fmla="*/ 1398407 w 12192000"/>
              <a:gd name="connsiteY144" fmla="*/ 2237095 h 2237474"/>
              <a:gd name="connsiteX145" fmla="*/ 1370962 w 12192000"/>
              <a:gd name="connsiteY145" fmla="*/ 2237474 h 2237474"/>
              <a:gd name="connsiteX146" fmla="*/ 1356367 w 12192000"/>
              <a:gd name="connsiteY146" fmla="*/ 2235089 h 2237474"/>
              <a:gd name="connsiteX147" fmla="*/ 1324828 w 12192000"/>
              <a:gd name="connsiteY147" fmla="*/ 2231968 h 2237474"/>
              <a:gd name="connsiteX148" fmla="*/ 1297744 w 12192000"/>
              <a:gd name="connsiteY148" fmla="*/ 2235849 h 2237474"/>
              <a:gd name="connsiteX149" fmla="*/ 1286236 w 12192000"/>
              <a:gd name="connsiteY149" fmla="*/ 2233135 h 2237474"/>
              <a:gd name="connsiteX150" fmla="*/ 1283504 w 12192000"/>
              <a:gd name="connsiteY150" fmla="*/ 2233797 h 2237474"/>
              <a:gd name="connsiteX151" fmla="*/ 1279765 w 12192000"/>
              <a:gd name="connsiteY151" fmla="*/ 2229639 h 2237474"/>
              <a:gd name="connsiteX152" fmla="*/ 1195347 w 12192000"/>
              <a:gd name="connsiteY152" fmla="*/ 2212354 h 2237474"/>
              <a:gd name="connsiteX153" fmla="*/ 970251 w 12192000"/>
              <a:gd name="connsiteY153" fmla="*/ 2221029 h 2237474"/>
              <a:gd name="connsiteX154" fmla="*/ 812914 w 12192000"/>
              <a:gd name="connsiteY154" fmla="*/ 2202752 h 2237474"/>
              <a:gd name="connsiteX155" fmla="*/ 800195 w 12192000"/>
              <a:gd name="connsiteY155" fmla="*/ 2209407 h 2237474"/>
              <a:gd name="connsiteX156" fmla="*/ 784978 w 12192000"/>
              <a:gd name="connsiteY156" fmla="*/ 2212360 h 2237474"/>
              <a:gd name="connsiteX157" fmla="*/ 681987 w 12192000"/>
              <a:gd name="connsiteY157" fmla="*/ 2216757 h 2237474"/>
              <a:gd name="connsiteX158" fmla="*/ 669923 w 12192000"/>
              <a:gd name="connsiteY158" fmla="*/ 2211682 h 2237474"/>
              <a:gd name="connsiteX159" fmla="*/ 648680 w 12192000"/>
              <a:gd name="connsiteY159" fmla="*/ 2206229 h 2237474"/>
              <a:gd name="connsiteX160" fmla="*/ 597225 w 12192000"/>
              <a:gd name="connsiteY160" fmla="*/ 2180999 h 2237474"/>
              <a:gd name="connsiteX161" fmla="*/ 558449 w 12192000"/>
              <a:gd name="connsiteY161" fmla="*/ 2182346 h 2237474"/>
              <a:gd name="connsiteX162" fmla="*/ 550517 w 12192000"/>
              <a:gd name="connsiteY162" fmla="*/ 2182060 h 2237474"/>
              <a:gd name="connsiteX163" fmla="*/ 550309 w 12192000"/>
              <a:gd name="connsiteY163" fmla="*/ 2181825 h 2237474"/>
              <a:gd name="connsiteX164" fmla="*/ 541836 w 12192000"/>
              <a:gd name="connsiteY164" fmla="*/ 2181063 h 2237474"/>
              <a:gd name="connsiteX165" fmla="*/ 536057 w 12192000"/>
              <a:gd name="connsiteY165" fmla="*/ 2181537 h 2237474"/>
              <a:gd name="connsiteX166" fmla="*/ 520671 w 12192000"/>
              <a:gd name="connsiteY166" fmla="*/ 2180980 h 2237474"/>
              <a:gd name="connsiteX167" fmla="*/ 515024 w 12192000"/>
              <a:gd name="connsiteY167" fmla="*/ 2179258 h 2237474"/>
              <a:gd name="connsiteX168" fmla="*/ 512278 w 12192000"/>
              <a:gd name="connsiteY168" fmla="*/ 2176369 h 2237474"/>
              <a:gd name="connsiteX169" fmla="*/ 480419 w 12192000"/>
              <a:gd name="connsiteY169" fmla="*/ 2167807 h 2237474"/>
              <a:gd name="connsiteX170" fmla="*/ 413835 w 12192000"/>
              <a:gd name="connsiteY170" fmla="*/ 2156783 h 2237474"/>
              <a:gd name="connsiteX171" fmla="*/ 376513 w 12192000"/>
              <a:gd name="connsiteY171" fmla="*/ 2154014 h 2237474"/>
              <a:gd name="connsiteX172" fmla="*/ 273386 w 12192000"/>
              <a:gd name="connsiteY172" fmla="*/ 2142551 h 2237474"/>
              <a:gd name="connsiteX173" fmla="*/ 169207 w 12192000"/>
              <a:gd name="connsiteY173" fmla="*/ 2128100 h 2237474"/>
              <a:gd name="connsiteX174" fmla="*/ 93149 w 12192000"/>
              <a:gd name="connsiteY174" fmla="*/ 2105324 h 2237474"/>
              <a:gd name="connsiteX175" fmla="*/ 88109 w 12192000"/>
              <a:gd name="connsiteY175" fmla="*/ 2106704 h 2237474"/>
              <a:gd name="connsiteX176" fmla="*/ 80022 w 12192000"/>
              <a:gd name="connsiteY176" fmla="*/ 2107254 h 2237474"/>
              <a:gd name="connsiteX177" fmla="*/ 79717 w 12192000"/>
              <a:gd name="connsiteY177" fmla="*/ 2107046 h 2237474"/>
              <a:gd name="connsiteX178" fmla="*/ 72352 w 12192000"/>
              <a:gd name="connsiteY178" fmla="*/ 2107991 h 2237474"/>
              <a:gd name="connsiteX179" fmla="*/ 37645 w 12192000"/>
              <a:gd name="connsiteY179" fmla="*/ 2115401 h 2237474"/>
              <a:gd name="connsiteX180" fmla="*/ 4572 w 12192000"/>
              <a:gd name="connsiteY180" fmla="*/ 2111091 h 2237474"/>
              <a:gd name="connsiteX181" fmla="*/ 0 w 12192000"/>
              <a:gd name="connsiteY181" fmla="*/ 2110468 h 2237474"/>
              <a:gd name="connsiteX182" fmla="*/ 0 w 12192000"/>
              <a:gd name="connsiteY18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15525 w 12192000"/>
              <a:gd name="connsiteY124" fmla="*/ 1989708 h 2237474"/>
              <a:gd name="connsiteX125" fmla="*/ 2300792 w 12192000"/>
              <a:gd name="connsiteY125" fmla="*/ 1994290 h 2237474"/>
              <a:gd name="connsiteX126" fmla="*/ 2287219 w 12192000"/>
              <a:gd name="connsiteY126" fmla="*/ 1998750 h 2237474"/>
              <a:gd name="connsiteX127" fmla="*/ 2243069 w 12192000"/>
              <a:gd name="connsiteY127" fmla="*/ 2015111 h 2237474"/>
              <a:gd name="connsiteX128" fmla="*/ 2186609 w 12192000"/>
              <a:gd name="connsiteY128" fmla="*/ 2008263 h 2237474"/>
              <a:gd name="connsiteX129" fmla="*/ 2164831 w 12192000"/>
              <a:gd name="connsiteY129" fmla="*/ 2010143 h 2237474"/>
              <a:gd name="connsiteX130" fmla="*/ 2152836 w 12192000"/>
              <a:gd name="connsiteY130" fmla="*/ 2010048 h 2237474"/>
              <a:gd name="connsiteX131" fmla="*/ 2117102 w 12192000"/>
              <a:gd name="connsiteY131" fmla="*/ 2023004 h 2237474"/>
              <a:gd name="connsiteX132" fmla="*/ 2111935 w 12192000"/>
              <a:gd name="connsiteY132" fmla="*/ 2023163 h 2237474"/>
              <a:gd name="connsiteX133" fmla="*/ 2089991 w 12192000"/>
              <a:gd name="connsiteY133" fmla="*/ 2034193 h 2237474"/>
              <a:gd name="connsiteX134" fmla="*/ 2058061 w 12192000"/>
              <a:gd name="connsiteY134" fmla="*/ 2047942 h 2237474"/>
              <a:gd name="connsiteX135" fmla="*/ 2055737 w 12192000"/>
              <a:gd name="connsiteY135" fmla="*/ 2047704 h 2237474"/>
              <a:gd name="connsiteX136" fmla="*/ 2042244 w 12192000"/>
              <a:gd name="connsiteY136" fmla="*/ 2055560 h 2237474"/>
              <a:gd name="connsiteX137" fmla="*/ 1976224 w 12192000"/>
              <a:gd name="connsiteY137" fmla="*/ 2074257 h 2237474"/>
              <a:gd name="connsiteX138" fmla="*/ 1877728 w 12192000"/>
              <a:gd name="connsiteY138" fmla="*/ 2101004 h 2237474"/>
              <a:gd name="connsiteX139" fmla="*/ 1759056 w 12192000"/>
              <a:gd name="connsiteY139" fmla="*/ 2125608 h 2237474"/>
              <a:gd name="connsiteX140" fmla="*/ 1637948 w 12192000"/>
              <a:gd name="connsiteY140" fmla="*/ 2172597 h 2237474"/>
              <a:gd name="connsiteX141" fmla="*/ 1434549 w 12192000"/>
              <a:gd name="connsiteY141" fmla="*/ 2234522 h 2237474"/>
              <a:gd name="connsiteX142" fmla="*/ 1398481 w 12192000"/>
              <a:gd name="connsiteY142" fmla="*/ 2237074 h 2237474"/>
              <a:gd name="connsiteX143" fmla="*/ 1398407 w 12192000"/>
              <a:gd name="connsiteY143" fmla="*/ 2237095 h 2237474"/>
              <a:gd name="connsiteX144" fmla="*/ 1370962 w 12192000"/>
              <a:gd name="connsiteY144" fmla="*/ 2237474 h 2237474"/>
              <a:gd name="connsiteX145" fmla="*/ 1356367 w 12192000"/>
              <a:gd name="connsiteY145" fmla="*/ 2235089 h 2237474"/>
              <a:gd name="connsiteX146" fmla="*/ 1324828 w 12192000"/>
              <a:gd name="connsiteY146" fmla="*/ 2231968 h 2237474"/>
              <a:gd name="connsiteX147" fmla="*/ 1297744 w 12192000"/>
              <a:gd name="connsiteY147" fmla="*/ 2235849 h 2237474"/>
              <a:gd name="connsiteX148" fmla="*/ 1286236 w 12192000"/>
              <a:gd name="connsiteY148" fmla="*/ 2233135 h 2237474"/>
              <a:gd name="connsiteX149" fmla="*/ 1283504 w 12192000"/>
              <a:gd name="connsiteY149" fmla="*/ 2233797 h 2237474"/>
              <a:gd name="connsiteX150" fmla="*/ 1279765 w 12192000"/>
              <a:gd name="connsiteY150" fmla="*/ 2229639 h 2237474"/>
              <a:gd name="connsiteX151" fmla="*/ 1195347 w 12192000"/>
              <a:gd name="connsiteY151" fmla="*/ 2212354 h 2237474"/>
              <a:gd name="connsiteX152" fmla="*/ 970251 w 12192000"/>
              <a:gd name="connsiteY152" fmla="*/ 2221029 h 2237474"/>
              <a:gd name="connsiteX153" fmla="*/ 812914 w 12192000"/>
              <a:gd name="connsiteY153" fmla="*/ 2202752 h 2237474"/>
              <a:gd name="connsiteX154" fmla="*/ 800195 w 12192000"/>
              <a:gd name="connsiteY154" fmla="*/ 2209407 h 2237474"/>
              <a:gd name="connsiteX155" fmla="*/ 784978 w 12192000"/>
              <a:gd name="connsiteY155" fmla="*/ 2212360 h 2237474"/>
              <a:gd name="connsiteX156" fmla="*/ 681987 w 12192000"/>
              <a:gd name="connsiteY156" fmla="*/ 2216757 h 2237474"/>
              <a:gd name="connsiteX157" fmla="*/ 669923 w 12192000"/>
              <a:gd name="connsiteY157" fmla="*/ 2211682 h 2237474"/>
              <a:gd name="connsiteX158" fmla="*/ 648680 w 12192000"/>
              <a:gd name="connsiteY158" fmla="*/ 2206229 h 2237474"/>
              <a:gd name="connsiteX159" fmla="*/ 597225 w 12192000"/>
              <a:gd name="connsiteY159" fmla="*/ 2180999 h 2237474"/>
              <a:gd name="connsiteX160" fmla="*/ 558449 w 12192000"/>
              <a:gd name="connsiteY160" fmla="*/ 2182346 h 2237474"/>
              <a:gd name="connsiteX161" fmla="*/ 550517 w 12192000"/>
              <a:gd name="connsiteY161" fmla="*/ 2182060 h 2237474"/>
              <a:gd name="connsiteX162" fmla="*/ 550309 w 12192000"/>
              <a:gd name="connsiteY162" fmla="*/ 2181825 h 2237474"/>
              <a:gd name="connsiteX163" fmla="*/ 541836 w 12192000"/>
              <a:gd name="connsiteY163" fmla="*/ 2181063 h 2237474"/>
              <a:gd name="connsiteX164" fmla="*/ 536057 w 12192000"/>
              <a:gd name="connsiteY164" fmla="*/ 2181537 h 2237474"/>
              <a:gd name="connsiteX165" fmla="*/ 520671 w 12192000"/>
              <a:gd name="connsiteY165" fmla="*/ 2180980 h 2237474"/>
              <a:gd name="connsiteX166" fmla="*/ 515024 w 12192000"/>
              <a:gd name="connsiteY166" fmla="*/ 2179258 h 2237474"/>
              <a:gd name="connsiteX167" fmla="*/ 512278 w 12192000"/>
              <a:gd name="connsiteY167" fmla="*/ 2176369 h 2237474"/>
              <a:gd name="connsiteX168" fmla="*/ 480419 w 12192000"/>
              <a:gd name="connsiteY168" fmla="*/ 2167807 h 2237474"/>
              <a:gd name="connsiteX169" fmla="*/ 413835 w 12192000"/>
              <a:gd name="connsiteY169" fmla="*/ 2156783 h 2237474"/>
              <a:gd name="connsiteX170" fmla="*/ 376513 w 12192000"/>
              <a:gd name="connsiteY170" fmla="*/ 2154014 h 2237474"/>
              <a:gd name="connsiteX171" fmla="*/ 273386 w 12192000"/>
              <a:gd name="connsiteY171" fmla="*/ 2142551 h 2237474"/>
              <a:gd name="connsiteX172" fmla="*/ 169207 w 12192000"/>
              <a:gd name="connsiteY172" fmla="*/ 2128100 h 2237474"/>
              <a:gd name="connsiteX173" fmla="*/ 93149 w 12192000"/>
              <a:gd name="connsiteY173" fmla="*/ 2105324 h 2237474"/>
              <a:gd name="connsiteX174" fmla="*/ 88109 w 12192000"/>
              <a:gd name="connsiteY174" fmla="*/ 2106704 h 2237474"/>
              <a:gd name="connsiteX175" fmla="*/ 80022 w 12192000"/>
              <a:gd name="connsiteY175" fmla="*/ 2107254 h 2237474"/>
              <a:gd name="connsiteX176" fmla="*/ 79717 w 12192000"/>
              <a:gd name="connsiteY176" fmla="*/ 2107046 h 2237474"/>
              <a:gd name="connsiteX177" fmla="*/ 72352 w 12192000"/>
              <a:gd name="connsiteY177" fmla="*/ 2107991 h 2237474"/>
              <a:gd name="connsiteX178" fmla="*/ 37645 w 12192000"/>
              <a:gd name="connsiteY178" fmla="*/ 2115401 h 2237474"/>
              <a:gd name="connsiteX179" fmla="*/ 4572 w 12192000"/>
              <a:gd name="connsiteY179" fmla="*/ 2111091 h 2237474"/>
              <a:gd name="connsiteX180" fmla="*/ 0 w 12192000"/>
              <a:gd name="connsiteY180" fmla="*/ 2110468 h 2237474"/>
              <a:gd name="connsiteX181" fmla="*/ 0 w 12192000"/>
              <a:gd name="connsiteY18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300792 w 12192000"/>
              <a:gd name="connsiteY124" fmla="*/ 1994290 h 2237474"/>
              <a:gd name="connsiteX125" fmla="*/ 2287219 w 12192000"/>
              <a:gd name="connsiteY125" fmla="*/ 1998750 h 2237474"/>
              <a:gd name="connsiteX126" fmla="*/ 2243069 w 12192000"/>
              <a:gd name="connsiteY126" fmla="*/ 2015111 h 2237474"/>
              <a:gd name="connsiteX127" fmla="*/ 2186609 w 12192000"/>
              <a:gd name="connsiteY127" fmla="*/ 2008263 h 2237474"/>
              <a:gd name="connsiteX128" fmla="*/ 2164831 w 12192000"/>
              <a:gd name="connsiteY128" fmla="*/ 2010143 h 2237474"/>
              <a:gd name="connsiteX129" fmla="*/ 2152836 w 12192000"/>
              <a:gd name="connsiteY129" fmla="*/ 2010048 h 2237474"/>
              <a:gd name="connsiteX130" fmla="*/ 2117102 w 12192000"/>
              <a:gd name="connsiteY130" fmla="*/ 2023004 h 2237474"/>
              <a:gd name="connsiteX131" fmla="*/ 2111935 w 12192000"/>
              <a:gd name="connsiteY131" fmla="*/ 2023163 h 2237474"/>
              <a:gd name="connsiteX132" fmla="*/ 2089991 w 12192000"/>
              <a:gd name="connsiteY132" fmla="*/ 2034193 h 2237474"/>
              <a:gd name="connsiteX133" fmla="*/ 2058061 w 12192000"/>
              <a:gd name="connsiteY133" fmla="*/ 2047942 h 2237474"/>
              <a:gd name="connsiteX134" fmla="*/ 2055737 w 12192000"/>
              <a:gd name="connsiteY134" fmla="*/ 2047704 h 2237474"/>
              <a:gd name="connsiteX135" fmla="*/ 2042244 w 12192000"/>
              <a:gd name="connsiteY135" fmla="*/ 2055560 h 2237474"/>
              <a:gd name="connsiteX136" fmla="*/ 1976224 w 12192000"/>
              <a:gd name="connsiteY136" fmla="*/ 2074257 h 2237474"/>
              <a:gd name="connsiteX137" fmla="*/ 1877728 w 12192000"/>
              <a:gd name="connsiteY137" fmla="*/ 2101004 h 2237474"/>
              <a:gd name="connsiteX138" fmla="*/ 1759056 w 12192000"/>
              <a:gd name="connsiteY138" fmla="*/ 2125608 h 2237474"/>
              <a:gd name="connsiteX139" fmla="*/ 1637948 w 12192000"/>
              <a:gd name="connsiteY139" fmla="*/ 2172597 h 2237474"/>
              <a:gd name="connsiteX140" fmla="*/ 1434549 w 12192000"/>
              <a:gd name="connsiteY140" fmla="*/ 2234522 h 2237474"/>
              <a:gd name="connsiteX141" fmla="*/ 1398481 w 12192000"/>
              <a:gd name="connsiteY141" fmla="*/ 2237074 h 2237474"/>
              <a:gd name="connsiteX142" fmla="*/ 1398407 w 12192000"/>
              <a:gd name="connsiteY142" fmla="*/ 2237095 h 2237474"/>
              <a:gd name="connsiteX143" fmla="*/ 1370962 w 12192000"/>
              <a:gd name="connsiteY143" fmla="*/ 2237474 h 2237474"/>
              <a:gd name="connsiteX144" fmla="*/ 1356367 w 12192000"/>
              <a:gd name="connsiteY144" fmla="*/ 2235089 h 2237474"/>
              <a:gd name="connsiteX145" fmla="*/ 1324828 w 12192000"/>
              <a:gd name="connsiteY145" fmla="*/ 2231968 h 2237474"/>
              <a:gd name="connsiteX146" fmla="*/ 1297744 w 12192000"/>
              <a:gd name="connsiteY146" fmla="*/ 2235849 h 2237474"/>
              <a:gd name="connsiteX147" fmla="*/ 1286236 w 12192000"/>
              <a:gd name="connsiteY147" fmla="*/ 2233135 h 2237474"/>
              <a:gd name="connsiteX148" fmla="*/ 1283504 w 12192000"/>
              <a:gd name="connsiteY148" fmla="*/ 2233797 h 2237474"/>
              <a:gd name="connsiteX149" fmla="*/ 1279765 w 12192000"/>
              <a:gd name="connsiteY149" fmla="*/ 2229639 h 2237474"/>
              <a:gd name="connsiteX150" fmla="*/ 1195347 w 12192000"/>
              <a:gd name="connsiteY150" fmla="*/ 2212354 h 2237474"/>
              <a:gd name="connsiteX151" fmla="*/ 970251 w 12192000"/>
              <a:gd name="connsiteY151" fmla="*/ 2221029 h 2237474"/>
              <a:gd name="connsiteX152" fmla="*/ 812914 w 12192000"/>
              <a:gd name="connsiteY152" fmla="*/ 2202752 h 2237474"/>
              <a:gd name="connsiteX153" fmla="*/ 800195 w 12192000"/>
              <a:gd name="connsiteY153" fmla="*/ 2209407 h 2237474"/>
              <a:gd name="connsiteX154" fmla="*/ 784978 w 12192000"/>
              <a:gd name="connsiteY154" fmla="*/ 2212360 h 2237474"/>
              <a:gd name="connsiteX155" fmla="*/ 681987 w 12192000"/>
              <a:gd name="connsiteY155" fmla="*/ 2216757 h 2237474"/>
              <a:gd name="connsiteX156" fmla="*/ 669923 w 12192000"/>
              <a:gd name="connsiteY156" fmla="*/ 2211682 h 2237474"/>
              <a:gd name="connsiteX157" fmla="*/ 648680 w 12192000"/>
              <a:gd name="connsiteY157" fmla="*/ 2206229 h 2237474"/>
              <a:gd name="connsiteX158" fmla="*/ 597225 w 12192000"/>
              <a:gd name="connsiteY158" fmla="*/ 2180999 h 2237474"/>
              <a:gd name="connsiteX159" fmla="*/ 558449 w 12192000"/>
              <a:gd name="connsiteY159" fmla="*/ 2182346 h 2237474"/>
              <a:gd name="connsiteX160" fmla="*/ 550517 w 12192000"/>
              <a:gd name="connsiteY160" fmla="*/ 2182060 h 2237474"/>
              <a:gd name="connsiteX161" fmla="*/ 550309 w 12192000"/>
              <a:gd name="connsiteY161" fmla="*/ 2181825 h 2237474"/>
              <a:gd name="connsiteX162" fmla="*/ 541836 w 12192000"/>
              <a:gd name="connsiteY162" fmla="*/ 2181063 h 2237474"/>
              <a:gd name="connsiteX163" fmla="*/ 536057 w 12192000"/>
              <a:gd name="connsiteY163" fmla="*/ 2181537 h 2237474"/>
              <a:gd name="connsiteX164" fmla="*/ 520671 w 12192000"/>
              <a:gd name="connsiteY164" fmla="*/ 2180980 h 2237474"/>
              <a:gd name="connsiteX165" fmla="*/ 515024 w 12192000"/>
              <a:gd name="connsiteY165" fmla="*/ 2179258 h 2237474"/>
              <a:gd name="connsiteX166" fmla="*/ 512278 w 12192000"/>
              <a:gd name="connsiteY166" fmla="*/ 2176369 h 2237474"/>
              <a:gd name="connsiteX167" fmla="*/ 480419 w 12192000"/>
              <a:gd name="connsiteY167" fmla="*/ 2167807 h 2237474"/>
              <a:gd name="connsiteX168" fmla="*/ 413835 w 12192000"/>
              <a:gd name="connsiteY168" fmla="*/ 2156783 h 2237474"/>
              <a:gd name="connsiteX169" fmla="*/ 376513 w 12192000"/>
              <a:gd name="connsiteY169" fmla="*/ 2154014 h 2237474"/>
              <a:gd name="connsiteX170" fmla="*/ 273386 w 12192000"/>
              <a:gd name="connsiteY170" fmla="*/ 2142551 h 2237474"/>
              <a:gd name="connsiteX171" fmla="*/ 169207 w 12192000"/>
              <a:gd name="connsiteY171" fmla="*/ 2128100 h 2237474"/>
              <a:gd name="connsiteX172" fmla="*/ 93149 w 12192000"/>
              <a:gd name="connsiteY172" fmla="*/ 2105324 h 2237474"/>
              <a:gd name="connsiteX173" fmla="*/ 88109 w 12192000"/>
              <a:gd name="connsiteY173" fmla="*/ 2106704 h 2237474"/>
              <a:gd name="connsiteX174" fmla="*/ 80022 w 12192000"/>
              <a:gd name="connsiteY174" fmla="*/ 2107254 h 2237474"/>
              <a:gd name="connsiteX175" fmla="*/ 79717 w 12192000"/>
              <a:gd name="connsiteY175" fmla="*/ 2107046 h 2237474"/>
              <a:gd name="connsiteX176" fmla="*/ 72352 w 12192000"/>
              <a:gd name="connsiteY176" fmla="*/ 2107991 h 2237474"/>
              <a:gd name="connsiteX177" fmla="*/ 37645 w 12192000"/>
              <a:gd name="connsiteY177" fmla="*/ 2115401 h 2237474"/>
              <a:gd name="connsiteX178" fmla="*/ 4572 w 12192000"/>
              <a:gd name="connsiteY178" fmla="*/ 2111091 h 2237474"/>
              <a:gd name="connsiteX179" fmla="*/ 0 w 12192000"/>
              <a:gd name="connsiteY179" fmla="*/ 2110468 h 2237474"/>
              <a:gd name="connsiteX180" fmla="*/ 0 w 12192000"/>
              <a:gd name="connsiteY18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680597 w 12192000"/>
              <a:gd name="connsiteY120" fmla="*/ 1984996 h 2237474"/>
              <a:gd name="connsiteX121" fmla="*/ 2578178 w 12192000"/>
              <a:gd name="connsiteY121" fmla="*/ 1990531 h 2237474"/>
              <a:gd name="connsiteX122" fmla="*/ 2476147 w 12192000"/>
              <a:gd name="connsiteY122" fmla="*/ 1998305 h 2237474"/>
              <a:gd name="connsiteX123" fmla="*/ 2373568 w 12192000"/>
              <a:gd name="connsiteY123" fmla="*/ 2003219 h 2237474"/>
              <a:gd name="connsiteX124" fmla="*/ 2287219 w 12192000"/>
              <a:gd name="connsiteY124" fmla="*/ 1998750 h 2237474"/>
              <a:gd name="connsiteX125" fmla="*/ 2243069 w 12192000"/>
              <a:gd name="connsiteY125" fmla="*/ 2015111 h 2237474"/>
              <a:gd name="connsiteX126" fmla="*/ 2186609 w 12192000"/>
              <a:gd name="connsiteY126" fmla="*/ 2008263 h 2237474"/>
              <a:gd name="connsiteX127" fmla="*/ 2164831 w 12192000"/>
              <a:gd name="connsiteY127" fmla="*/ 2010143 h 2237474"/>
              <a:gd name="connsiteX128" fmla="*/ 2152836 w 12192000"/>
              <a:gd name="connsiteY128" fmla="*/ 2010048 h 2237474"/>
              <a:gd name="connsiteX129" fmla="*/ 2117102 w 12192000"/>
              <a:gd name="connsiteY129" fmla="*/ 2023004 h 2237474"/>
              <a:gd name="connsiteX130" fmla="*/ 2111935 w 12192000"/>
              <a:gd name="connsiteY130" fmla="*/ 2023163 h 2237474"/>
              <a:gd name="connsiteX131" fmla="*/ 2089991 w 12192000"/>
              <a:gd name="connsiteY131" fmla="*/ 2034193 h 2237474"/>
              <a:gd name="connsiteX132" fmla="*/ 2058061 w 12192000"/>
              <a:gd name="connsiteY132" fmla="*/ 2047942 h 2237474"/>
              <a:gd name="connsiteX133" fmla="*/ 2055737 w 12192000"/>
              <a:gd name="connsiteY133" fmla="*/ 2047704 h 2237474"/>
              <a:gd name="connsiteX134" fmla="*/ 2042244 w 12192000"/>
              <a:gd name="connsiteY134" fmla="*/ 2055560 h 2237474"/>
              <a:gd name="connsiteX135" fmla="*/ 1976224 w 12192000"/>
              <a:gd name="connsiteY135" fmla="*/ 2074257 h 2237474"/>
              <a:gd name="connsiteX136" fmla="*/ 1877728 w 12192000"/>
              <a:gd name="connsiteY136" fmla="*/ 2101004 h 2237474"/>
              <a:gd name="connsiteX137" fmla="*/ 1759056 w 12192000"/>
              <a:gd name="connsiteY137" fmla="*/ 2125608 h 2237474"/>
              <a:gd name="connsiteX138" fmla="*/ 1637948 w 12192000"/>
              <a:gd name="connsiteY138" fmla="*/ 2172597 h 2237474"/>
              <a:gd name="connsiteX139" fmla="*/ 1434549 w 12192000"/>
              <a:gd name="connsiteY139" fmla="*/ 2234522 h 2237474"/>
              <a:gd name="connsiteX140" fmla="*/ 1398481 w 12192000"/>
              <a:gd name="connsiteY140" fmla="*/ 2237074 h 2237474"/>
              <a:gd name="connsiteX141" fmla="*/ 1398407 w 12192000"/>
              <a:gd name="connsiteY141" fmla="*/ 2237095 h 2237474"/>
              <a:gd name="connsiteX142" fmla="*/ 1370962 w 12192000"/>
              <a:gd name="connsiteY142" fmla="*/ 2237474 h 2237474"/>
              <a:gd name="connsiteX143" fmla="*/ 1356367 w 12192000"/>
              <a:gd name="connsiteY143" fmla="*/ 2235089 h 2237474"/>
              <a:gd name="connsiteX144" fmla="*/ 1324828 w 12192000"/>
              <a:gd name="connsiteY144" fmla="*/ 2231968 h 2237474"/>
              <a:gd name="connsiteX145" fmla="*/ 1297744 w 12192000"/>
              <a:gd name="connsiteY145" fmla="*/ 2235849 h 2237474"/>
              <a:gd name="connsiteX146" fmla="*/ 1286236 w 12192000"/>
              <a:gd name="connsiteY146" fmla="*/ 2233135 h 2237474"/>
              <a:gd name="connsiteX147" fmla="*/ 1283504 w 12192000"/>
              <a:gd name="connsiteY147" fmla="*/ 2233797 h 2237474"/>
              <a:gd name="connsiteX148" fmla="*/ 1279765 w 12192000"/>
              <a:gd name="connsiteY148" fmla="*/ 2229639 h 2237474"/>
              <a:gd name="connsiteX149" fmla="*/ 1195347 w 12192000"/>
              <a:gd name="connsiteY149" fmla="*/ 2212354 h 2237474"/>
              <a:gd name="connsiteX150" fmla="*/ 970251 w 12192000"/>
              <a:gd name="connsiteY150" fmla="*/ 2221029 h 2237474"/>
              <a:gd name="connsiteX151" fmla="*/ 812914 w 12192000"/>
              <a:gd name="connsiteY151" fmla="*/ 2202752 h 2237474"/>
              <a:gd name="connsiteX152" fmla="*/ 800195 w 12192000"/>
              <a:gd name="connsiteY152" fmla="*/ 2209407 h 2237474"/>
              <a:gd name="connsiteX153" fmla="*/ 784978 w 12192000"/>
              <a:gd name="connsiteY153" fmla="*/ 2212360 h 2237474"/>
              <a:gd name="connsiteX154" fmla="*/ 681987 w 12192000"/>
              <a:gd name="connsiteY154" fmla="*/ 2216757 h 2237474"/>
              <a:gd name="connsiteX155" fmla="*/ 669923 w 12192000"/>
              <a:gd name="connsiteY155" fmla="*/ 2211682 h 2237474"/>
              <a:gd name="connsiteX156" fmla="*/ 648680 w 12192000"/>
              <a:gd name="connsiteY156" fmla="*/ 2206229 h 2237474"/>
              <a:gd name="connsiteX157" fmla="*/ 597225 w 12192000"/>
              <a:gd name="connsiteY157" fmla="*/ 2180999 h 2237474"/>
              <a:gd name="connsiteX158" fmla="*/ 558449 w 12192000"/>
              <a:gd name="connsiteY158" fmla="*/ 2182346 h 2237474"/>
              <a:gd name="connsiteX159" fmla="*/ 550517 w 12192000"/>
              <a:gd name="connsiteY159" fmla="*/ 2182060 h 2237474"/>
              <a:gd name="connsiteX160" fmla="*/ 550309 w 12192000"/>
              <a:gd name="connsiteY160" fmla="*/ 2181825 h 2237474"/>
              <a:gd name="connsiteX161" fmla="*/ 541836 w 12192000"/>
              <a:gd name="connsiteY161" fmla="*/ 2181063 h 2237474"/>
              <a:gd name="connsiteX162" fmla="*/ 536057 w 12192000"/>
              <a:gd name="connsiteY162" fmla="*/ 2181537 h 2237474"/>
              <a:gd name="connsiteX163" fmla="*/ 520671 w 12192000"/>
              <a:gd name="connsiteY163" fmla="*/ 2180980 h 2237474"/>
              <a:gd name="connsiteX164" fmla="*/ 515024 w 12192000"/>
              <a:gd name="connsiteY164" fmla="*/ 2179258 h 2237474"/>
              <a:gd name="connsiteX165" fmla="*/ 512278 w 12192000"/>
              <a:gd name="connsiteY165" fmla="*/ 2176369 h 2237474"/>
              <a:gd name="connsiteX166" fmla="*/ 480419 w 12192000"/>
              <a:gd name="connsiteY166" fmla="*/ 2167807 h 2237474"/>
              <a:gd name="connsiteX167" fmla="*/ 413835 w 12192000"/>
              <a:gd name="connsiteY167" fmla="*/ 2156783 h 2237474"/>
              <a:gd name="connsiteX168" fmla="*/ 376513 w 12192000"/>
              <a:gd name="connsiteY168" fmla="*/ 2154014 h 2237474"/>
              <a:gd name="connsiteX169" fmla="*/ 273386 w 12192000"/>
              <a:gd name="connsiteY169" fmla="*/ 2142551 h 2237474"/>
              <a:gd name="connsiteX170" fmla="*/ 169207 w 12192000"/>
              <a:gd name="connsiteY170" fmla="*/ 2128100 h 2237474"/>
              <a:gd name="connsiteX171" fmla="*/ 93149 w 12192000"/>
              <a:gd name="connsiteY171" fmla="*/ 2105324 h 2237474"/>
              <a:gd name="connsiteX172" fmla="*/ 88109 w 12192000"/>
              <a:gd name="connsiteY172" fmla="*/ 2106704 h 2237474"/>
              <a:gd name="connsiteX173" fmla="*/ 80022 w 12192000"/>
              <a:gd name="connsiteY173" fmla="*/ 2107254 h 2237474"/>
              <a:gd name="connsiteX174" fmla="*/ 79717 w 12192000"/>
              <a:gd name="connsiteY174" fmla="*/ 2107046 h 2237474"/>
              <a:gd name="connsiteX175" fmla="*/ 72352 w 12192000"/>
              <a:gd name="connsiteY175" fmla="*/ 2107991 h 2237474"/>
              <a:gd name="connsiteX176" fmla="*/ 37645 w 12192000"/>
              <a:gd name="connsiteY176" fmla="*/ 2115401 h 2237474"/>
              <a:gd name="connsiteX177" fmla="*/ 4572 w 12192000"/>
              <a:gd name="connsiteY177" fmla="*/ 2111091 h 2237474"/>
              <a:gd name="connsiteX178" fmla="*/ 0 w 12192000"/>
              <a:gd name="connsiteY178" fmla="*/ 2110468 h 2237474"/>
              <a:gd name="connsiteX179" fmla="*/ 0 w 12192000"/>
              <a:gd name="connsiteY17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96128 w 12192000"/>
              <a:gd name="connsiteY114" fmla="*/ 1976403 h 2237474"/>
              <a:gd name="connsiteX115" fmla="*/ 2756784 w 12192000"/>
              <a:gd name="connsiteY115" fmla="*/ 1985116 h 2237474"/>
              <a:gd name="connsiteX116" fmla="*/ 2748833 w 12192000"/>
              <a:gd name="connsiteY116" fmla="*/ 1986323 h 2237474"/>
              <a:gd name="connsiteX117" fmla="*/ 2748661 w 12192000"/>
              <a:gd name="connsiteY117" fmla="*/ 1986122 h 2237474"/>
              <a:gd name="connsiteX118" fmla="*/ 2718916 w 12192000"/>
              <a:gd name="connsiteY118" fmla="*/ 1990867 h 2237474"/>
              <a:gd name="connsiteX119" fmla="*/ 2713522 w 12192000"/>
              <a:gd name="connsiteY119" fmla="*/ 1990173 h 2237474"/>
              <a:gd name="connsiteX120" fmla="*/ 2578178 w 12192000"/>
              <a:gd name="connsiteY120" fmla="*/ 1990531 h 2237474"/>
              <a:gd name="connsiteX121" fmla="*/ 2476147 w 12192000"/>
              <a:gd name="connsiteY121" fmla="*/ 1998305 h 2237474"/>
              <a:gd name="connsiteX122" fmla="*/ 2373568 w 12192000"/>
              <a:gd name="connsiteY122" fmla="*/ 2003219 h 2237474"/>
              <a:gd name="connsiteX123" fmla="*/ 2287219 w 12192000"/>
              <a:gd name="connsiteY123" fmla="*/ 1998750 h 2237474"/>
              <a:gd name="connsiteX124" fmla="*/ 2243069 w 12192000"/>
              <a:gd name="connsiteY124" fmla="*/ 2015111 h 2237474"/>
              <a:gd name="connsiteX125" fmla="*/ 2186609 w 12192000"/>
              <a:gd name="connsiteY125" fmla="*/ 2008263 h 2237474"/>
              <a:gd name="connsiteX126" fmla="*/ 2164831 w 12192000"/>
              <a:gd name="connsiteY126" fmla="*/ 2010143 h 2237474"/>
              <a:gd name="connsiteX127" fmla="*/ 2152836 w 12192000"/>
              <a:gd name="connsiteY127" fmla="*/ 2010048 h 2237474"/>
              <a:gd name="connsiteX128" fmla="*/ 2117102 w 12192000"/>
              <a:gd name="connsiteY128" fmla="*/ 2023004 h 2237474"/>
              <a:gd name="connsiteX129" fmla="*/ 2111935 w 12192000"/>
              <a:gd name="connsiteY129" fmla="*/ 2023163 h 2237474"/>
              <a:gd name="connsiteX130" fmla="*/ 2089991 w 12192000"/>
              <a:gd name="connsiteY130" fmla="*/ 2034193 h 2237474"/>
              <a:gd name="connsiteX131" fmla="*/ 2058061 w 12192000"/>
              <a:gd name="connsiteY131" fmla="*/ 2047942 h 2237474"/>
              <a:gd name="connsiteX132" fmla="*/ 2055737 w 12192000"/>
              <a:gd name="connsiteY132" fmla="*/ 2047704 h 2237474"/>
              <a:gd name="connsiteX133" fmla="*/ 2042244 w 12192000"/>
              <a:gd name="connsiteY133" fmla="*/ 2055560 h 2237474"/>
              <a:gd name="connsiteX134" fmla="*/ 1976224 w 12192000"/>
              <a:gd name="connsiteY134" fmla="*/ 2074257 h 2237474"/>
              <a:gd name="connsiteX135" fmla="*/ 1877728 w 12192000"/>
              <a:gd name="connsiteY135" fmla="*/ 2101004 h 2237474"/>
              <a:gd name="connsiteX136" fmla="*/ 1759056 w 12192000"/>
              <a:gd name="connsiteY136" fmla="*/ 2125608 h 2237474"/>
              <a:gd name="connsiteX137" fmla="*/ 1637948 w 12192000"/>
              <a:gd name="connsiteY137" fmla="*/ 2172597 h 2237474"/>
              <a:gd name="connsiteX138" fmla="*/ 1434549 w 12192000"/>
              <a:gd name="connsiteY138" fmla="*/ 2234522 h 2237474"/>
              <a:gd name="connsiteX139" fmla="*/ 1398481 w 12192000"/>
              <a:gd name="connsiteY139" fmla="*/ 2237074 h 2237474"/>
              <a:gd name="connsiteX140" fmla="*/ 1398407 w 12192000"/>
              <a:gd name="connsiteY140" fmla="*/ 2237095 h 2237474"/>
              <a:gd name="connsiteX141" fmla="*/ 1370962 w 12192000"/>
              <a:gd name="connsiteY141" fmla="*/ 2237474 h 2237474"/>
              <a:gd name="connsiteX142" fmla="*/ 1356367 w 12192000"/>
              <a:gd name="connsiteY142" fmla="*/ 2235089 h 2237474"/>
              <a:gd name="connsiteX143" fmla="*/ 1324828 w 12192000"/>
              <a:gd name="connsiteY143" fmla="*/ 2231968 h 2237474"/>
              <a:gd name="connsiteX144" fmla="*/ 1297744 w 12192000"/>
              <a:gd name="connsiteY144" fmla="*/ 2235849 h 2237474"/>
              <a:gd name="connsiteX145" fmla="*/ 1286236 w 12192000"/>
              <a:gd name="connsiteY145" fmla="*/ 2233135 h 2237474"/>
              <a:gd name="connsiteX146" fmla="*/ 1283504 w 12192000"/>
              <a:gd name="connsiteY146" fmla="*/ 2233797 h 2237474"/>
              <a:gd name="connsiteX147" fmla="*/ 1279765 w 12192000"/>
              <a:gd name="connsiteY147" fmla="*/ 2229639 h 2237474"/>
              <a:gd name="connsiteX148" fmla="*/ 1195347 w 12192000"/>
              <a:gd name="connsiteY148" fmla="*/ 2212354 h 2237474"/>
              <a:gd name="connsiteX149" fmla="*/ 970251 w 12192000"/>
              <a:gd name="connsiteY149" fmla="*/ 2221029 h 2237474"/>
              <a:gd name="connsiteX150" fmla="*/ 812914 w 12192000"/>
              <a:gd name="connsiteY150" fmla="*/ 2202752 h 2237474"/>
              <a:gd name="connsiteX151" fmla="*/ 800195 w 12192000"/>
              <a:gd name="connsiteY151" fmla="*/ 2209407 h 2237474"/>
              <a:gd name="connsiteX152" fmla="*/ 784978 w 12192000"/>
              <a:gd name="connsiteY152" fmla="*/ 2212360 h 2237474"/>
              <a:gd name="connsiteX153" fmla="*/ 681987 w 12192000"/>
              <a:gd name="connsiteY153" fmla="*/ 2216757 h 2237474"/>
              <a:gd name="connsiteX154" fmla="*/ 669923 w 12192000"/>
              <a:gd name="connsiteY154" fmla="*/ 2211682 h 2237474"/>
              <a:gd name="connsiteX155" fmla="*/ 648680 w 12192000"/>
              <a:gd name="connsiteY155" fmla="*/ 2206229 h 2237474"/>
              <a:gd name="connsiteX156" fmla="*/ 597225 w 12192000"/>
              <a:gd name="connsiteY156" fmla="*/ 2180999 h 2237474"/>
              <a:gd name="connsiteX157" fmla="*/ 558449 w 12192000"/>
              <a:gd name="connsiteY157" fmla="*/ 2182346 h 2237474"/>
              <a:gd name="connsiteX158" fmla="*/ 550517 w 12192000"/>
              <a:gd name="connsiteY158" fmla="*/ 2182060 h 2237474"/>
              <a:gd name="connsiteX159" fmla="*/ 550309 w 12192000"/>
              <a:gd name="connsiteY159" fmla="*/ 2181825 h 2237474"/>
              <a:gd name="connsiteX160" fmla="*/ 541836 w 12192000"/>
              <a:gd name="connsiteY160" fmla="*/ 2181063 h 2237474"/>
              <a:gd name="connsiteX161" fmla="*/ 536057 w 12192000"/>
              <a:gd name="connsiteY161" fmla="*/ 2181537 h 2237474"/>
              <a:gd name="connsiteX162" fmla="*/ 520671 w 12192000"/>
              <a:gd name="connsiteY162" fmla="*/ 2180980 h 2237474"/>
              <a:gd name="connsiteX163" fmla="*/ 515024 w 12192000"/>
              <a:gd name="connsiteY163" fmla="*/ 2179258 h 2237474"/>
              <a:gd name="connsiteX164" fmla="*/ 512278 w 12192000"/>
              <a:gd name="connsiteY164" fmla="*/ 2176369 h 2237474"/>
              <a:gd name="connsiteX165" fmla="*/ 480419 w 12192000"/>
              <a:gd name="connsiteY165" fmla="*/ 2167807 h 2237474"/>
              <a:gd name="connsiteX166" fmla="*/ 413835 w 12192000"/>
              <a:gd name="connsiteY166" fmla="*/ 2156783 h 2237474"/>
              <a:gd name="connsiteX167" fmla="*/ 376513 w 12192000"/>
              <a:gd name="connsiteY167" fmla="*/ 2154014 h 2237474"/>
              <a:gd name="connsiteX168" fmla="*/ 273386 w 12192000"/>
              <a:gd name="connsiteY168" fmla="*/ 2142551 h 2237474"/>
              <a:gd name="connsiteX169" fmla="*/ 169207 w 12192000"/>
              <a:gd name="connsiteY169" fmla="*/ 2128100 h 2237474"/>
              <a:gd name="connsiteX170" fmla="*/ 93149 w 12192000"/>
              <a:gd name="connsiteY170" fmla="*/ 2105324 h 2237474"/>
              <a:gd name="connsiteX171" fmla="*/ 88109 w 12192000"/>
              <a:gd name="connsiteY171" fmla="*/ 2106704 h 2237474"/>
              <a:gd name="connsiteX172" fmla="*/ 80022 w 12192000"/>
              <a:gd name="connsiteY172" fmla="*/ 2107254 h 2237474"/>
              <a:gd name="connsiteX173" fmla="*/ 79717 w 12192000"/>
              <a:gd name="connsiteY173" fmla="*/ 2107046 h 2237474"/>
              <a:gd name="connsiteX174" fmla="*/ 72352 w 12192000"/>
              <a:gd name="connsiteY174" fmla="*/ 2107991 h 2237474"/>
              <a:gd name="connsiteX175" fmla="*/ 37645 w 12192000"/>
              <a:gd name="connsiteY175" fmla="*/ 2115401 h 2237474"/>
              <a:gd name="connsiteX176" fmla="*/ 4572 w 12192000"/>
              <a:gd name="connsiteY176" fmla="*/ 2111091 h 2237474"/>
              <a:gd name="connsiteX177" fmla="*/ 0 w 12192000"/>
              <a:gd name="connsiteY177" fmla="*/ 2110468 h 2237474"/>
              <a:gd name="connsiteX178" fmla="*/ 0 w 12192000"/>
              <a:gd name="connsiteY17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48833 w 12192000"/>
              <a:gd name="connsiteY115" fmla="*/ 1986323 h 2237474"/>
              <a:gd name="connsiteX116" fmla="*/ 2748661 w 12192000"/>
              <a:gd name="connsiteY116" fmla="*/ 1986122 h 2237474"/>
              <a:gd name="connsiteX117" fmla="*/ 2718916 w 12192000"/>
              <a:gd name="connsiteY117" fmla="*/ 1990867 h 2237474"/>
              <a:gd name="connsiteX118" fmla="*/ 2713522 w 12192000"/>
              <a:gd name="connsiteY118" fmla="*/ 1990173 h 2237474"/>
              <a:gd name="connsiteX119" fmla="*/ 2578178 w 12192000"/>
              <a:gd name="connsiteY119" fmla="*/ 1990531 h 2237474"/>
              <a:gd name="connsiteX120" fmla="*/ 2476147 w 12192000"/>
              <a:gd name="connsiteY120" fmla="*/ 1998305 h 2237474"/>
              <a:gd name="connsiteX121" fmla="*/ 2373568 w 12192000"/>
              <a:gd name="connsiteY121" fmla="*/ 2003219 h 2237474"/>
              <a:gd name="connsiteX122" fmla="*/ 2287219 w 12192000"/>
              <a:gd name="connsiteY122" fmla="*/ 1998750 h 2237474"/>
              <a:gd name="connsiteX123" fmla="*/ 2243069 w 12192000"/>
              <a:gd name="connsiteY123" fmla="*/ 2015111 h 2237474"/>
              <a:gd name="connsiteX124" fmla="*/ 2186609 w 12192000"/>
              <a:gd name="connsiteY124" fmla="*/ 2008263 h 2237474"/>
              <a:gd name="connsiteX125" fmla="*/ 2164831 w 12192000"/>
              <a:gd name="connsiteY125" fmla="*/ 2010143 h 2237474"/>
              <a:gd name="connsiteX126" fmla="*/ 2152836 w 12192000"/>
              <a:gd name="connsiteY126" fmla="*/ 2010048 h 2237474"/>
              <a:gd name="connsiteX127" fmla="*/ 2117102 w 12192000"/>
              <a:gd name="connsiteY127" fmla="*/ 2023004 h 2237474"/>
              <a:gd name="connsiteX128" fmla="*/ 2111935 w 12192000"/>
              <a:gd name="connsiteY128" fmla="*/ 2023163 h 2237474"/>
              <a:gd name="connsiteX129" fmla="*/ 2089991 w 12192000"/>
              <a:gd name="connsiteY129" fmla="*/ 2034193 h 2237474"/>
              <a:gd name="connsiteX130" fmla="*/ 2058061 w 12192000"/>
              <a:gd name="connsiteY130" fmla="*/ 2047942 h 2237474"/>
              <a:gd name="connsiteX131" fmla="*/ 2055737 w 12192000"/>
              <a:gd name="connsiteY131" fmla="*/ 2047704 h 2237474"/>
              <a:gd name="connsiteX132" fmla="*/ 2042244 w 12192000"/>
              <a:gd name="connsiteY132" fmla="*/ 2055560 h 2237474"/>
              <a:gd name="connsiteX133" fmla="*/ 1976224 w 12192000"/>
              <a:gd name="connsiteY133" fmla="*/ 2074257 h 2237474"/>
              <a:gd name="connsiteX134" fmla="*/ 1877728 w 12192000"/>
              <a:gd name="connsiteY134" fmla="*/ 2101004 h 2237474"/>
              <a:gd name="connsiteX135" fmla="*/ 1759056 w 12192000"/>
              <a:gd name="connsiteY135" fmla="*/ 2125608 h 2237474"/>
              <a:gd name="connsiteX136" fmla="*/ 1637948 w 12192000"/>
              <a:gd name="connsiteY136" fmla="*/ 2172597 h 2237474"/>
              <a:gd name="connsiteX137" fmla="*/ 1434549 w 12192000"/>
              <a:gd name="connsiteY137" fmla="*/ 2234522 h 2237474"/>
              <a:gd name="connsiteX138" fmla="*/ 1398481 w 12192000"/>
              <a:gd name="connsiteY138" fmla="*/ 2237074 h 2237474"/>
              <a:gd name="connsiteX139" fmla="*/ 1398407 w 12192000"/>
              <a:gd name="connsiteY139" fmla="*/ 2237095 h 2237474"/>
              <a:gd name="connsiteX140" fmla="*/ 1370962 w 12192000"/>
              <a:gd name="connsiteY140" fmla="*/ 2237474 h 2237474"/>
              <a:gd name="connsiteX141" fmla="*/ 1356367 w 12192000"/>
              <a:gd name="connsiteY141" fmla="*/ 2235089 h 2237474"/>
              <a:gd name="connsiteX142" fmla="*/ 1324828 w 12192000"/>
              <a:gd name="connsiteY142" fmla="*/ 2231968 h 2237474"/>
              <a:gd name="connsiteX143" fmla="*/ 1297744 w 12192000"/>
              <a:gd name="connsiteY143" fmla="*/ 2235849 h 2237474"/>
              <a:gd name="connsiteX144" fmla="*/ 1286236 w 12192000"/>
              <a:gd name="connsiteY144" fmla="*/ 2233135 h 2237474"/>
              <a:gd name="connsiteX145" fmla="*/ 1283504 w 12192000"/>
              <a:gd name="connsiteY145" fmla="*/ 2233797 h 2237474"/>
              <a:gd name="connsiteX146" fmla="*/ 1279765 w 12192000"/>
              <a:gd name="connsiteY146" fmla="*/ 2229639 h 2237474"/>
              <a:gd name="connsiteX147" fmla="*/ 1195347 w 12192000"/>
              <a:gd name="connsiteY147" fmla="*/ 2212354 h 2237474"/>
              <a:gd name="connsiteX148" fmla="*/ 970251 w 12192000"/>
              <a:gd name="connsiteY148" fmla="*/ 2221029 h 2237474"/>
              <a:gd name="connsiteX149" fmla="*/ 812914 w 12192000"/>
              <a:gd name="connsiteY149" fmla="*/ 2202752 h 2237474"/>
              <a:gd name="connsiteX150" fmla="*/ 800195 w 12192000"/>
              <a:gd name="connsiteY150" fmla="*/ 2209407 h 2237474"/>
              <a:gd name="connsiteX151" fmla="*/ 784978 w 12192000"/>
              <a:gd name="connsiteY151" fmla="*/ 2212360 h 2237474"/>
              <a:gd name="connsiteX152" fmla="*/ 681987 w 12192000"/>
              <a:gd name="connsiteY152" fmla="*/ 2216757 h 2237474"/>
              <a:gd name="connsiteX153" fmla="*/ 669923 w 12192000"/>
              <a:gd name="connsiteY153" fmla="*/ 2211682 h 2237474"/>
              <a:gd name="connsiteX154" fmla="*/ 648680 w 12192000"/>
              <a:gd name="connsiteY154" fmla="*/ 2206229 h 2237474"/>
              <a:gd name="connsiteX155" fmla="*/ 597225 w 12192000"/>
              <a:gd name="connsiteY155" fmla="*/ 2180999 h 2237474"/>
              <a:gd name="connsiteX156" fmla="*/ 558449 w 12192000"/>
              <a:gd name="connsiteY156" fmla="*/ 2182346 h 2237474"/>
              <a:gd name="connsiteX157" fmla="*/ 550517 w 12192000"/>
              <a:gd name="connsiteY157" fmla="*/ 2182060 h 2237474"/>
              <a:gd name="connsiteX158" fmla="*/ 550309 w 12192000"/>
              <a:gd name="connsiteY158" fmla="*/ 2181825 h 2237474"/>
              <a:gd name="connsiteX159" fmla="*/ 541836 w 12192000"/>
              <a:gd name="connsiteY159" fmla="*/ 2181063 h 2237474"/>
              <a:gd name="connsiteX160" fmla="*/ 536057 w 12192000"/>
              <a:gd name="connsiteY160" fmla="*/ 2181537 h 2237474"/>
              <a:gd name="connsiteX161" fmla="*/ 520671 w 12192000"/>
              <a:gd name="connsiteY161" fmla="*/ 2180980 h 2237474"/>
              <a:gd name="connsiteX162" fmla="*/ 515024 w 12192000"/>
              <a:gd name="connsiteY162" fmla="*/ 2179258 h 2237474"/>
              <a:gd name="connsiteX163" fmla="*/ 512278 w 12192000"/>
              <a:gd name="connsiteY163" fmla="*/ 2176369 h 2237474"/>
              <a:gd name="connsiteX164" fmla="*/ 480419 w 12192000"/>
              <a:gd name="connsiteY164" fmla="*/ 2167807 h 2237474"/>
              <a:gd name="connsiteX165" fmla="*/ 413835 w 12192000"/>
              <a:gd name="connsiteY165" fmla="*/ 2156783 h 2237474"/>
              <a:gd name="connsiteX166" fmla="*/ 376513 w 12192000"/>
              <a:gd name="connsiteY166" fmla="*/ 2154014 h 2237474"/>
              <a:gd name="connsiteX167" fmla="*/ 273386 w 12192000"/>
              <a:gd name="connsiteY167" fmla="*/ 2142551 h 2237474"/>
              <a:gd name="connsiteX168" fmla="*/ 169207 w 12192000"/>
              <a:gd name="connsiteY168" fmla="*/ 2128100 h 2237474"/>
              <a:gd name="connsiteX169" fmla="*/ 93149 w 12192000"/>
              <a:gd name="connsiteY169" fmla="*/ 2105324 h 2237474"/>
              <a:gd name="connsiteX170" fmla="*/ 88109 w 12192000"/>
              <a:gd name="connsiteY170" fmla="*/ 2106704 h 2237474"/>
              <a:gd name="connsiteX171" fmla="*/ 80022 w 12192000"/>
              <a:gd name="connsiteY171" fmla="*/ 2107254 h 2237474"/>
              <a:gd name="connsiteX172" fmla="*/ 79717 w 12192000"/>
              <a:gd name="connsiteY172" fmla="*/ 2107046 h 2237474"/>
              <a:gd name="connsiteX173" fmla="*/ 72352 w 12192000"/>
              <a:gd name="connsiteY173" fmla="*/ 2107991 h 2237474"/>
              <a:gd name="connsiteX174" fmla="*/ 37645 w 12192000"/>
              <a:gd name="connsiteY174" fmla="*/ 2115401 h 2237474"/>
              <a:gd name="connsiteX175" fmla="*/ 4572 w 12192000"/>
              <a:gd name="connsiteY175" fmla="*/ 2111091 h 2237474"/>
              <a:gd name="connsiteX176" fmla="*/ 0 w 12192000"/>
              <a:gd name="connsiteY176" fmla="*/ 2110468 h 2237474"/>
              <a:gd name="connsiteX177" fmla="*/ 0 w 12192000"/>
              <a:gd name="connsiteY17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48833 w 12192000"/>
              <a:gd name="connsiteY115" fmla="*/ 1986323 h 2237474"/>
              <a:gd name="connsiteX116" fmla="*/ 2718916 w 12192000"/>
              <a:gd name="connsiteY116" fmla="*/ 1990867 h 2237474"/>
              <a:gd name="connsiteX117" fmla="*/ 2713522 w 12192000"/>
              <a:gd name="connsiteY117" fmla="*/ 1990173 h 2237474"/>
              <a:gd name="connsiteX118" fmla="*/ 2578178 w 12192000"/>
              <a:gd name="connsiteY118" fmla="*/ 1990531 h 2237474"/>
              <a:gd name="connsiteX119" fmla="*/ 2476147 w 12192000"/>
              <a:gd name="connsiteY119" fmla="*/ 1998305 h 2237474"/>
              <a:gd name="connsiteX120" fmla="*/ 2373568 w 12192000"/>
              <a:gd name="connsiteY120" fmla="*/ 2003219 h 2237474"/>
              <a:gd name="connsiteX121" fmla="*/ 2287219 w 12192000"/>
              <a:gd name="connsiteY121" fmla="*/ 1998750 h 2237474"/>
              <a:gd name="connsiteX122" fmla="*/ 2243069 w 12192000"/>
              <a:gd name="connsiteY122" fmla="*/ 2015111 h 2237474"/>
              <a:gd name="connsiteX123" fmla="*/ 2186609 w 12192000"/>
              <a:gd name="connsiteY123" fmla="*/ 2008263 h 2237474"/>
              <a:gd name="connsiteX124" fmla="*/ 2164831 w 12192000"/>
              <a:gd name="connsiteY124" fmla="*/ 2010143 h 2237474"/>
              <a:gd name="connsiteX125" fmla="*/ 2152836 w 12192000"/>
              <a:gd name="connsiteY125" fmla="*/ 2010048 h 2237474"/>
              <a:gd name="connsiteX126" fmla="*/ 2117102 w 12192000"/>
              <a:gd name="connsiteY126" fmla="*/ 2023004 h 2237474"/>
              <a:gd name="connsiteX127" fmla="*/ 2111935 w 12192000"/>
              <a:gd name="connsiteY127" fmla="*/ 2023163 h 2237474"/>
              <a:gd name="connsiteX128" fmla="*/ 2089991 w 12192000"/>
              <a:gd name="connsiteY128" fmla="*/ 2034193 h 2237474"/>
              <a:gd name="connsiteX129" fmla="*/ 2058061 w 12192000"/>
              <a:gd name="connsiteY129" fmla="*/ 2047942 h 2237474"/>
              <a:gd name="connsiteX130" fmla="*/ 2055737 w 12192000"/>
              <a:gd name="connsiteY130" fmla="*/ 2047704 h 2237474"/>
              <a:gd name="connsiteX131" fmla="*/ 2042244 w 12192000"/>
              <a:gd name="connsiteY131" fmla="*/ 2055560 h 2237474"/>
              <a:gd name="connsiteX132" fmla="*/ 1976224 w 12192000"/>
              <a:gd name="connsiteY132" fmla="*/ 2074257 h 2237474"/>
              <a:gd name="connsiteX133" fmla="*/ 1877728 w 12192000"/>
              <a:gd name="connsiteY133" fmla="*/ 2101004 h 2237474"/>
              <a:gd name="connsiteX134" fmla="*/ 1759056 w 12192000"/>
              <a:gd name="connsiteY134" fmla="*/ 2125608 h 2237474"/>
              <a:gd name="connsiteX135" fmla="*/ 1637948 w 12192000"/>
              <a:gd name="connsiteY135" fmla="*/ 2172597 h 2237474"/>
              <a:gd name="connsiteX136" fmla="*/ 1434549 w 12192000"/>
              <a:gd name="connsiteY136" fmla="*/ 2234522 h 2237474"/>
              <a:gd name="connsiteX137" fmla="*/ 1398481 w 12192000"/>
              <a:gd name="connsiteY137" fmla="*/ 2237074 h 2237474"/>
              <a:gd name="connsiteX138" fmla="*/ 1398407 w 12192000"/>
              <a:gd name="connsiteY138" fmla="*/ 2237095 h 2237474"/>
              <a:gd name="connsiteX139" fmla="*/ 1370962 w 12192000"/>
              <a:gd name="connsiteY139" fmla="*/ 2237474 h 2237474"/>
              <a:gd name="connsiteX140" fmla="*/ 1356367 w 12192000"/>
              <a:gd name="connsiteY140" fmla="*/ 2235089 h 2237474"/>
              <a:gd name="connsiteX141" fmla="*/ 1324828 w 12192000"/>
              <a:gd name="connsiteY141" fmla="*/ 2231968 h 2237474"/>
              <a:gd name="connsiteX142" fmla="*/ 1297744 w 12192000"/>
              <a:gd name="connsiteY142" fmla="*/ 2235849 h 2237474"/>
              <a:gd name="connsiteX143" fmla="*/ 1286236 w 12192000"/>
              <a:gd name="connsiteY143" fmla="*/ 2233135 h 2237474"/>
              <a:gd name="connsiteX144" fmla="*/ 1283504 w 12192000"/>
              <a:gd name="connsiteY144" fmla="*/ 2233797 h 2237474"/>
              <a:gd name="connsiteX145" fmla="*/ 1279765 w 12192000"/>
              <a:gd name="connsiteY145" fmla="*/ 2229639 h 2237474"/>
              <a:gd name="connsiteX146" fmla="*/ 1195347 w 12192000"/>
              <a:gd name="connsiteY146" fmla="*/ 2212354 h 2237474"/>
              <a:gd name="connsiteX147" fmla="*/ 970251 w 12192000"/>
              <a:gd name="connsiteY147" fmla="*/ 2221029 h 2237474"/>
              <a:gd name="connsiteX148" fmla="*/ 812914 w 12192000"/>
              <a:gd name="connsiteY148" fmla="*/ 2202752 h 2237474"/>
              <a:gd name="connsiteX149" fmla="*/ 800195 w 12192000"/>
              <a:gd name="connsiteY149" fmla="*/ 2209407 h 2237474"/>
              <a:gd name="connsiteX150" fmla="*/ 784978 w 12192000"/>
              <a:gd name="connsiteY150" fmla="*/ 2212360 h 2237474"/>
              <a:gd name="connsiteX151" fmla="*/ 681987 w 12192000"/>
              <a:gd name="connsiteY151" fmla="*/ 2216757 h 2237474"/>
              <a:gd name="connsiteX152" fmla="*/ 669923 w 12192000"/>
              <a:gd name="connsiteY152" fmla="*/ 2211682 h 2237474"/>
              <a:gd name="connsiteX153" fmla="*/ 648680 w 12192000"/>
              <a:gd name="connsiteY153" fmla="*/ 2206229 h 2237474"/>
              <a:gd name="connsiteX154" fmla="*/ 597225 w 12192000"/>
              <a:gd name="connsiteY154" fmla="*/ 2180999 h 2237474"/>
              <a:gd name="connsiteX155" fmla="*/ 558449 w 12192000"/>
              <a:gd name="connsiteY155" fmla="*/ 2182346 h 2237474"/>
              <a:gd name="connsiteX156" fmla="*/ 550517 w 12192000"/>
              <a:gd name="connsiteY156" fmla="*/ 2182060 h 2237474"/>
              <a:gd name="connsiteX157" fmla="*/ 550309 w 12192000"/>
              <a:gd name="connsiteY157" fmla="*/ 2181825 h 2237474"/>
              <a:gd name="connsiteX158" fmla="*/ 541836 w 12192000"/>
              <a:gd name="connsiteY158" fmla="*/ 2181063 h 2237474"/>
              <a:gd name="connsiteX159" fmla="*/ 536057 w 12192000"/>
              <a:gd name="connsiteY159" fmla="*/ 2181537 h 2237474"/>
              <a:gd name="connsiteX160" fmla="*/ 520671 w 12192000"/>
              <a:gd name="connsiteY160" fmla="*/ 2180980 h 2237474"/>
              <a:gd name="connsiteX161" fmla="*/ 515024 w 12192000"/>
              <a:gd name="connsiteY161" fmla="*/ 2179258 h 2237474"/>
              <a:gd name="connsiteX162" fmla="*/ 512278 w 12192000"/>
              <a:gd name="connsiteY162" fmla="*/ 2176369 h 2237474"/>
              <a:gd name="connsiteX163" fmla="*/ 480419 w 12192000"/>
              <a:gd name="connsiteY163" fmla="*/ 2167807 h 2237474"/>
              <a:gd name="connsiteX164" fmla="*/ 413835 w 12192000"/>
              <a:gd name="connsiteY164" fmla="*/ 2156783 h 2237474"/>
              <a:gd name="connsiteX165" fmla="*/ 376513 w 12192000"/>
              <a:gd name="connsiteY165" fmla="*/ 2154014 h 2237474"/>
              <a:gd name="connsiteX166" fmla="*/ 273386 w 12192000"/>
              <a:gd name="connsiteY166" fmla="*/ 2142551 h 2237474"/>
              <a:gd name="connsiteX167" fmla="*/ 169207 w 12192000"/>
              <a:gd name="connsiteY167" fmla="*/ 2128100 h 2237474"/>
              <a:gd name="connsiteX168" fmla="*/ 93149 w 12192000"/>
              <a:gd name="connsiteY168" fmla="*/ 2105324 h 2237474"/>
              <a:gd name="connsiteX169" fmla="*/ 88109 w 12192000"/>
              <a:gd name="connsiteY169" fmla="*/ 2106704 h 2237474"/>
              <a:gd name="connsiteX170" fmla="*/ 80022 w 12192000"/>
              <a:gd name="connsiteY170" fmla="*/ 2107254 h 2237474"/>
              <a:gd name="connsiteX171" fmla="*/ 79717 w 12192000"/>
              <a:gd name="connsiteY171" fmla="*/ 2107046 h 2237474"/>
              <a:gd name="connsiteX172" fmla="*/ 72352 w 12192000"/>
              <a:gd name="connsiteY172" fmla="*/ 2107991 h 2237474"/>
              <a:gd name="connsiteX173" fmla="*/ 37645 w 12192000"/>
              <a:gd name="connsiteY173" fmla="*/ 2115401 h 2237474"/>
              <a:gd name="connsiteX174" fmla="*/ 4572 w 12192000"/>
              <a:gd name="connsiteY174" fmla="*/ 2111091 h 2237474"/>
              <a:gd name="connsiteX175" fmla="*/ 0 w 12192000"/>
              <a:gd name="connsiteY175" fmla="*/ 2110468 h 2237474"/>
              <a:gd name="connsiteX176" fmla="*/ 0 w 12192000"/>
              <a:gd name="connsiteY17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56784 w 12192000"/>
              <a:gd name="connsiteY114" fmla="*/ 1985116 h 2237474"/>
              <a:gd name="connsiteX115" fmla="*/ 2718916 w 12192000"/>
              <a:gd name="connsiteY115" fmla="*/ 1990867 h 2237474"/>
              <a:gd name="connsiteX116" fmla="*/ 2713522 w 12192000"/>
              <a:gd name="connsiteY116" fmla="*/ 1990173 h 2237474"/>
              <a:gd name="connsiteX117" fmla="*/ 2578178 w 12192000"/>
              <a:gd name="connsiteY117" fmla="*/ 1990531 h 2237474"/>
              <a:gd name="connsiteX118" fmla="*/ 2476147 w 12192000"/>
              <a:gd name="connsiteY118" fmla="*/ 1998305 h 2237474"/>
              <a:gd name="connsiteX119" fmla="*/ 2373568 w 12192000"/>
              <a:gd name="connsiteY119" fmla="*/ 2003219 h 2237474"/>
              <a:gd name="connsiteX120" fmla="*/ 2287219 w 12192000"/>
              <a:gd name="connsiteY120" fmla="*/ 1998750 h 2237474"/>
              <a:gd name="connsiteX121" fmla="*/ 2243069 w 12192000"/>
              <a:gd name="connsiteY121" fmla="*/ 2015111 h 2237474"/>
              <a:gd name="connsiteX122" fmla="*/ 2186609 w 12192000"/>
              <a:gd name="connsiteY122" fmla="*/ 2008263 h 2237474"/>
              <a:gd name="connsiteX123" fmla="*/ 2164831 w 12192000"/>
              <a:gd name="connsiteY123" fmla="*/ 2010143 h 2237474"/>
              <a:gd name="connsiteX124" fmla="*/ 2152836 w 12192000"/>
              <a:gd name="connsiteY124" fmla="*/ 2010048 h 2237474"/>
              <a:gd name="connsiteX125" fmla="*/ 2117102 w 12192000"/>
              <a:gd name="connsiteY125" fmla="*/ 2023004 h 2237474"/>
              <a:gd name="connsiteX126" fmla="*/ 2111935 w 12192000"/>
              <a:gd name="connsiteY126" fmla="*/ 2023163 h 2237474"/>
              <a:gd name="connsiteX127" fmla="*/ 2089991 w 12192000"/>
              <a:gd name="connsiteY127" fmla="*/ 2034193 h 2237474"/>
              <a:gd name="connsiteX128" fmla="*/ 2058061 w 12192000"/>
              <a:gd name="connsiteY128" fmla="*/ 2047942 h 2237474"/>
              <a:gd name="connsiteX129" fmla="*/ 2055737 w 12192000"/>
              <a:gd name="connsiteY129" fmla="*/ 2047704 h 2237474"/>
              <a:gd name="connsiteX130" fmla="*/ 2042244 w 12192000"/>
              <a:gd name="connsiteY130" fmla="*/ 2055560 h 2237474"/>
              <a:gd name="connsiteX131" fmla="*/ 1976224 w 12192000"/>
              <a:gd name="connsiteY131" fmla="*/ 2074257 h 2237474"/>
              <a:gd name="connsiteX132" fmla="*/ 1877728 w 12192000"/>
              <a:gd name="connsiteY132" fmla="*/ 2101004 h 2237474"/>
              <a:gd name="connsiteX133" fmla="*/ 1759056 w 12192000"/>
              <a:gd name="connsiteY133" fmla="*/ 2125608 h 2237474"/>
              <a:gd name="connsiteX134" fmla="*/ 1637948 w 12192000"/>
              <a:gd name="connsiteY134" fmla="*/ 2172597 h 2237474"/>
              <a:gd name="connsiteX135" fmla="*/ 1434549 w 12192000"/>
              <a:gd name="connsiteY135" fmla="*/ 2234522 h 2237474"/>
              <a:gd name="connsiteX136" fmla="*/ 1398481 w 12192000"/>
              <a:gd name="connsiteY136" fmla="*/ 2237074 h 2237474"/>
              <a:gd name="connsiteX137" fmla="*/ 1398407 w 12192000"/>
              <a:gd name="connsiteY137" fmla="*/ 2237095 h 2237474"/>
              <a:gd name="connsiteX138" fmla="*/ 1370962 w 12192000"/>
              <a:gd name="connsiteY138" fmla="*/ 2237474 h 2237474"/>
              <a:gd name="connsiteX139" fmla="*/ 1356367 w 12192000"/>
              <a:gd name="connsiteY139" fmla="*/ 2235089 h 2237474"/>
              <a:gd name="connsiteX140" fmla="*/ 1324828 w 12192000"/>
              <a:gd name="connsiteY140" fmla="*/ 2231968 h 2237474"/>
              <a:gd name="connsiteX141" fmla="*/ 1297744 w 12192000"/>
              <a:gd name="connsiteY141" fmla="*/ 2235849 h 2237474"/>
              <a:gd name="connsiteX142" fmla="*/ 1286236 w 12192000"/>
              <a:gd name="connsiteY142" fmla="*/ 2233135 h 2237474"/>
              <a:gd name="connsiteX143" fmla="*/ 1283504 w 12192000"/>
              <a:gd name="connsiteY143" fmla="*/ 2233797 h 2237474"/>
              <a:gd name="connsiteX144" fmla="*/ 1279765 w 12192000"/>
              <a:gd name="connsiteY144" fmla="*/ 2229639 h 2237474"/>
              <a:gd name="connsiteX145" fmla="*/ 1195347 w 12192000"/>
              <a:gd name="connsiteY145" fmla="*/ 2212354 h 2237474"/>
              <a:gd name="connsiteX146" fmla="*/ 970251 w 12192000"/>
              <a:gd name="connsiteY146" fmla="*/ 2221029 h 2237474"/>
              <a:gd name="connsiteX147" fmla="*/ 812914 w 12192000"/>
              <a:gd name="connsiteY147" fmla="*/ 2202752 h 2237474"/>
              <a:gd name="connsiteX148" fmla="*/ 800195 w 12192000"/>
              <a:gd name="connsiteY148" fmla="*/ 2209407 h 2237474"/>
              <a:gd name="connsiteX149" fmla="*/ 784978 w 12192000"/>
              <a:gd name="connsiteY149" fmla="*/ 2212360 h 2237474"/>
              <a:gd name="connsiteX150" fmla="*/ 681987 w 12192000"/>
              <a:gd name="connsiteY150" fmla="*/ 2216757 h 2237474"/>
              <a:gd name="connsiteX151" fmla="*/ 669923 w 12192000"/>
              <a:gd name="connsiteY151" fmla="*/ 2211682 h 2237474"/>
              <a:gd name="connsiteX152" fmla="*/ 648680 w 12192000"/>
              <a:gd name="connsiteY152" fmla="*/ 2206229 h 2237474"/>
              <a:gd name="connsiteX153" fmla="*/ 597225 w 12192000"/>
              <a:gd name="connsiteY153" fmla="*/ 2180999 h 2237474"/>
              <a:gd name="connsiteX154" fmla="*/ 558449 w 12192000"/>
              <a:gd name="connsiteY154" fmla="*/ 2182346 h 2237474"/>
              <a:gd name="connsiteX155" fmla="*/ 550517 w 12192000"/>
              <a:gd name="connsiteY155" fmla="*/ 2182060 h 2237474"/>
              <a:gd name="connsiteX156" fmla="*/ 550309 w 12192000"/>
              <a:gd name="connsiteY156" fmla="*/ 2181825 h 2237474"/>
              <a:gd name="connsiteX157" fmla="*/ 541836 w 12192000"/>
              <a:gd name="connsiteY157" fmla="*/ 2181063 h 2237474"/>
              <a:gd name="connsiteX158" fmla="*/ 536057 w 12192000"/>
              <a:gd name="connsiteY158" fmla="*/ 2181537 h 2237474"/>
              <a:gd name="connsiteX159" fmla="*/ 520671 w 12192000"/>
              <a:gd name="connsiteY159" fmla="*/ 2180980 h 2237474"/>
              <a:gd name="connsiteX160" fmla="*/ 515024 w 12192000"/>
              <a:gd name="connsiteY160" fmla="*/ 2179258 h 2237474"/>
              <a:gd name="connsiteX161" fmla="*/ 512278 w 12192000"/>
              <a:gd name="connsiteY161" fmla="*/ 2176369 h 2237474"/>
              <a:gd name="connsiteX162" fmla="*/ 480419 w 12192000"/>
              <a:gd name="connsiteY162" fmla="*/ 2167807 h 2237474"/>
              <a:gd name="connsiteX163" fmla="*/ 413835 w 12192000"/>
              <a:gd name="connsiteY163" fmla="*/ 2156783 h 2237474"/>
              <a:gd name="connsiteX164" fmla="*/ 376513 w 12192000"/>
              <a:gd name="connsiteY164" fmla="*/ 2154014 h 2237474"/>
              <a:gd name="connsiteX165" fmla="*/ 273386 w 12192000"/>
              <a:gd name="connsiteY165" fmla="*/ 2142551 h 2237474"/>
              <a:gd name="connsiteX166" fmla="*/ 169207 w 12192000"/>
              <a:gd name="connsiteY166" fmla="*/ 2128100 h 2237474"/>
              <a:gd name="connsiteX167" fmla="*/ 93149 w 12192000"/>
              <a:gd name="connsiteY167" fmla="*/ 2105324 h 2237474"/>
              <a:gd name="connsiteX168" fmla="*/ 88109 w 12192000"/>
              <a:gd name="connsiteY168" fmla="*/ 2106704 h 2237474"/>
              <a:gd name="connsiteX169" fmla="*/ 80022 w 12192000"/>
              <a:gd name="connsiteY169" fmla="*/ 2107254 h 2237474"/>
              <a:gd name="connsiteX170" fmla="*/ 79717 w 12192000"/>
              <a:gd name="connsiteY170" fmla="*/ 2107046 h 2237474"/>
              <a:gd name="connsiteX171" fmla="*/ 72352 w 12192000"/>
              <a:gd name="connsiteY171" fmla="*/ 2107991 h 2237474"/>
              <a:gd name="connsiteX172" fmla="*/ 37645 w 12192000"/>
              <a:gd name="connsiteY172" fmla="*/ 2115401 h 2237474"/>
              <a:gd name="connsiteX173" fmla="*/ 4572 w 12192000"/>
              <a:gd name="connsiteY173" fmla="*/ 2111091 h 2237474"/>
              <a:gd name="connsiteX174" fmla="*/ 0 w 12192000"/>
              <a:gd name="connsiteY174" fmla="*/ 2110468 h 2237474"/>
              <a:gd name="connsiteX175" fmla="*/ 0 w 12192000"/>
              <a:gd name="connsiteY17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86236 w 12192000"/>
              <a:gd name="connsiteY141" fmla="*/ 2233135 h 2237474"/>
              <a:gd name="connsiteX142" fmla="*/ 1283504 w 12192000"/>
              <a:gd name="connsiteY142" fmla="*/ 2233797 h 2237474"/>
              <a:gd name="connsiteX143" fmla="*/ 1279765 w 12192000"/>
              <a:gd name="connsiteY143" fmla="*/ 2229639 h 2237474"/>
              <a:gd name="connsiteX144" fmla="*/ 1195347 w 12192000"/>
              <a:gd name="connsiteY144" fmla="*/ 2212354 h 2237474"/>
              <a:gd name="connsiteX145" fmla="*/ 970251 w 12192000"/>
              <a:gd name="connsiteY145" fmla="*/ 2221029 h 2237474"/>
              <a:gd name="connsiteX146" fmla="*/ 812914 w 12192000"/>
              <a:gd name="connsiteY146" fmla="*/ 2202752 h 2237474"/>
              <a:gd name="connsiteX147" fmla="*/ 800195 w 12192000"/>
              <a:gd name="connsiteY147" fmla="*/ 2209407 h 2237474"/>
              <a:gd name="connsiteX148" fmla="*/ 784978 w 12192000"/>
              <a:gd name="connsiteY148" fmla="*/ 2212360 h 2237474"/>
              <a:gd name="connsiteX149" fmla="*/ 681987 w 12192000"/>
              <a:gd name="connsiteY149" fmla="*/ 2216757 h 2237474"/>
              <a:gd name="connsiteX150" fmla="*/ 669923 w 12192000"/>
              <a:gd name="connsiteY150" fmla="*/ 2211682 h 2237474"/>
              <a:gd name="connsiteX151" fmla="*/ 648680 w 12192000"/>
              <a:gd name="connsiteY151" fmla="*/ 2206229 h 2237474"/>
              <a:gd name="connsiteX152" fmla="*/ 597225 w 12192000"/>
              <a:gd name="connsiteY152" fmla="*/ 2180999 h 2237474"/>
              <a:gd name="connsiteX153" fmla="*/ 558449 w 12192000"/>
              <a:gd name="connsiteY153" fmla="*/ 2182346 h 2237474"/>
              <a:gd name="connsiteX154" fmla="*/ 550517 w 12192000"/>
              <a:gd name="connsiteY154" fmla="*/ 2182060 h 2237474"/>
              <a:gd name="connsiteX155" fmla="*/ 550309 w 12192000"/>
              <a:gd name="connsiteY155" fmla="*/ 2181825 h 2237474"/>
              <a:gd name="connsiteX156" fmla="*/ 541836 w 12192000"/>
              <a:gd name="connsiteY156" fmla="*/ 2181063 h 2237474"/>
              <a:gd name="connsiteX157" fmla="*/ 536057 w 12192000"/>
              <a:gd name="connsiteY157" fmla="*/ 2181537 h 2237474"/>
              <a:gd name="connsiteX158" fmla="*/ 520671 w 12192000"/>
              <a:gd name="connsiteY158" fmla="*/ 2180980 h 2237474"/>
              <a:gd name="connsiteX159" fmla="*/ 515024 w 12192000"/>
              <a:gd name="connsiteY159" fmla="*/ 2179258 h 2237474"/>
              <a:gd name="connsiteX160" fmla="*/ 512278 w 12192000"/>
              <a:gd name="connsiteY160" fmla="*/ 2176369 h 2237474"/>
              <a:gd name="connsiteX161" fmla="*/ 480419 w 12192000"/>
              <a:gd name="connsiteY161" fmla="*/ 2167807 h 2237474"/>
              <a:gd name="connsiteX162" fmla="*/ 413835 w 12192000"/>
              <a:gd name="connsiteY162" fmla="*/ 2156783 h 2237474"/>
              <a:gd name="connsiteX163" fmla="*/ 376513 w 12192000"/>
              <a:gd name="connsiteY163" fmla="*/ 2154014 h 2237474"/>
              <a:gd name="connsiteX164" fmla="*/ 273386 w 12192000"/>
              <a:gd name="connsiteY164" fmla="*/ 2142551 h 2237474"/>
              <a:gd name="connsiteX165" fmla="*/ 169207 w 12192000"/>
              <a:gd name="connsiteY165" fmla="*/ 2128100 h 2237474"/>
              <a:gd name="connsiteX166" fmla="*/ 93149 w 12192000"/>
              <a:gd name="connsiteY166" fmla="*/ 2105324 h 2237474"/>
              <a:gd name="connsiteX167" fmla="*/ 88109 w 12192000"/>
              <a:gd name="connsiteY167" fmla="*/ 2106704 h 2237474"/>
              <a:gd name="connsiteX168" fmla="*/ 80022 w 12192000"/>
              <a:gd name="connsiteY168" fmla="*/ 2107254 h 2237474"/>
              <a:gd name="connsiteX169" fmla="*/ 79717 w 12192000"/>
              <a:gd name="connsiteY169" fmla="*/ 2107046 h 2237474"/>
              <a:gd name="connsiteX170" fmla="*/ 72352 w 12192000"/>
              <a:gd name="connsiteY170" fmla="*/ 2107991 h 2237474"/>
              <a:gd name="connsiteX171" fmla="*/ 37645 w 12192000"/>
              <a:gd name="connsiteY171" fmla="*/ 2115401 h 2237474"/>
              <a:gd name="connsiteX172" fmla="*/ 4572 w 12192000"/>
              <a:gd name="connsiteY172" fmla="*/ 2111091 h 2237474"/>
              <a:gd name="connsiteX173" fmla="*/ 0 w 12192000"/>
              <a:gd name="connsiteY173" fmla="*/ 2110468 h 2237474"/>
              <a:gd name="connsiteX174" fmla="*/ 0 w 12192000"/>
              <a:gd name="connsiteY17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86236 w 12192000"/>
              <a:gd name="connsiteY141" fmla="*/ 2233135 h 2237474"/>
              <a:gd name="connsiteX142" fmla="*/ 1279765 w 12192000"/>
              <a:gd name="connsiteY142" fmla="*/ 2229639 h 2237474"/>
              <a:gd name="connsiteX143" fmla="*/ 1195347 w 12192000"/>
              <a:gd name="connsiteY143" fmla="*/ 2212354 h 2237474"/>
              <a:gd name="connsiteX144" fmla="*/ 970251 w 12192000"/>
              <a:gd name="connsiteY144" fmla="*/ 2221029 h 2237474"/>
              <a:gd name="connsiteX145" fmla="*/ 812914 w 12192000"/>
              <a:gd name="connsiteY145" fmla="*/ 2202752 h 2237474"/>
              <a:gd name="connsiteX146" fmla="*/ 800195 w 12192000"/>
              <a:gd name="connsiteY146" fmla="*/ 2209407 h 2237474"/>
              <a:gd name="connsiteX147" fmla="*/ 784978 w 12192000"/>
              <a:gd name="connsiteY147" fmla="*/ 2212360 h 2237474"/>
              <a:gd name="connsiteX148" fmla="*/ 681987 w 12192000"/>
              <a:gd name="connsiteY148" fmla="*/ 2216757 h 2237474"/>
              <a:gd name="connsiteX149" fmla="*/ 669923 w 12192000"/>
              <a:gd name="connsiteY149" fmla="*/ 2211682 h 2237474"/>
              <a:gd name="connsiteX150" fmla="*/ 648680 w 12192000"/>
              <a:gd name="connsiteY150" fmla="*/ 2206229 h 2237474"/>
              <a:gd name="connsiteX151" fmla="*/ 597225 w 12192000"/>
              <a:gd name="connsiteY151" fmla="*/ 2180999 h 2237474"/>
              <a:gd name="connsiteX152" fmla="*/ 558449 w 12192000"/>
              <a:gd name="connsiteY152" fmla="*/ 2182346 h 2237474"/>
              <a:gd name="connsiteX153" fmla="*/ 550517 w 12192000"/>
              <a:gd name="connsiteY153" fmla="*/ 2182060 h 2237474"/>
              <a:gd name="connsiteX154" fmla="*/ 550309 w 12192000"/>
              <a:gd name="connsiteY154" fmla="*/ 2181825 h 2237474"/>
              <a:gd name="connsiteX155" fmla="*/ 541836 w 12192000"/>
              <a:gd name="connsiteY155" fmla="*/ 2181063 h 2237474"/>
              <a:gd name="connsiteX156" fmla="*/ 536057 w 12192000"/>
              <a:gd name="connsiteY156" fmla="*/ 2181537 h 2237474"/>
              <a:gd name="connsiteX157" fmla="*/ 520671 w 12192000"/>
              <a:gd name="connsiteY157" fmla="*/ 2180980 h 2237474"/>
              <a:gd name="connsiteX158" fmla="*/ 515024 w 12192000"/>
              <a:gd name="connsiteY158" fmla="*/ 2179258 h 2237474"/>
              <a:gd name="connsiteX159" fmla="*/ 512278 w 12192000"/>
              <a:gd name="connsiteY159" fmla="*/ 2176369 h 2237474"/>
              <a:gd name="connsiteX160" fmla="*/ 480419 w 12192000"/>
              <a:gd name="connsiteY160" fmla="*/ 2167807 h 2237474"/>
              <a:gd name="connsiteX161" fmla="*/ 413835 w 12192000"/>
              <a:gd name="connsiteY161" fmla="*/ 2156783 h 2237474"/>
              <a:gd name="connsiteX162" fmla="*/ 376513 w 12192000"/>
              <a:gd name="connsiteY162" fmla="*/ 2154014 h 2237474"/>
              <a:gd name="connsiteX163" fmla="*/ 273386 w 12192000"/>
              <a:gd name="connsiteY163" fmla="*/ 2142551 h 2237474"/>
              <a:gd name="connsiteX164" fmla="*/ 169207 w 12192000"/>
              <a:gd name="connsiteY164" fmla="*/ 2128100 h 2237474"/>
              <a:gd name="connsiteX165" fmla="*/ 93149 w 12192000"/>
              <a:gd name="connsiteY165" fmla="*/ 2105324 h 2237474"/>
              <a:gd name="connsiteX166" fmla="*/ 88109 w 12192000"/>
              <a:gd name="connsiteY166" fmla="*/ 2106704 h 2237474"/>
              <a:gd name="connsiteX167" fmla="*/ 80022 w 12192000"/>
              <a:gd name="connsiteY167" fmla="*/ 2107254 h 2237474"/>
              <a:gd name="connsiteX168" fmla="*/ 79717 w 12192000"/>
              <a:gd name="connsiteY168" fmla="*/ 2107046 h 2237474"/>
              <a:gd name="connsiteX169" fmla="*/ 72352 w 12192000"/>
              <a:gd name="connsiteY169" fmla="*/ 2107991 h 2237474"/>
              <a:gd name="connsiteX170" fmla="*/ 37645 w 12192000"/>
              <a:gd name="connsiteY170" fmla="*/ 2115401 h 2237474"/>
              <a:gd name="connsiteX171" fmla="*/ 4572 w 12192000"/>
              <a:gd name="connsiteY171" fmla="*/ 2111091 h 2237474"/>
              <a:gd name="connsiteX172" fmla="*/ 0 w 12192000"/>
              <a:gd name="connsiteY172" fmla="*/ 2110468 h 2237474"/>
              <a:gd name="connsiteX173" fmla="*/ 0 w 12192000"/>
              <a:gd name="connsiteY17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97744 w 12192000"/>
              <a:gd name="connsiteY140" fmla="*/ 2235849 h 2237474"/>
              <a:gd name="connsiteX141" fmla="*/ 1279765 w 12192000"/>
              <a:gd name="connsiteY141" fmla="*/ 2229639 h 2237474"/>
              <a:gd name="connsiteX142" fmla="*/ 1195347 w 12192000"/>
              <a:gd name="connsiteY142" fmla="*/ 2212354 h 2237474"/>
              <a:gd name="connsiteX143" fmla="*/ 970251 w 12192000"/>
              <a:gd name="connsiteY143" fmla="*/ 2221029 h 2237474"/>
              <a:gd name="connsiteX144" fmla="*/ 812914 w 12192000"/>
              <a:gd name="connsiteY144" fmla="*/ 2202752 h 2237474"/>
              <a:gd name="connsiteX145" fmla="*/ 800195 w 12192000"/>
              <a:gd name="connsiteY145" fmla="*/ 2209407 h 2237474"/>
              <a:gd name="connsiteX146" fmla="*/ 784978 w 12192000"/>
              <a:gd name="connsiteY146" fmla="*/ 2212360 h 2237474"/>
              <a:gd name="connsiteX147" fmla="*/ 681987 w 12192000"/>
              <a:gd name="connsiteY147" fmla="*/ 2216757 h 2237474"/>
              <a:gd name="connsiteX148" fmla="*/ 669923 w 12192000"/>
              <a:gd name="connsiteY148" fmla="*/ 2211682 h 2237474"/>
              <a:gd name="connsiteX149" fmla="*/ 648680 w 12192000"/>
              <a:gd name="connsiteY149" fmla="*/ 2206229 h 2237474"/>
              <a:gd name="connsiteX150" fmla="*/ 597225 w 12192000"/>
              <a:gd name="connsiteY150" fmla="*/ 2180999 h 2237474"/>
              <a:gd name="connsiteX151" fmla="*/ 558449 w 12192000"/>
              <a:gd name="connsiteY151" fmla="*/ 2182346 h 2237474"/>
              <a:gd name="connsiteX152" fmla="*/ 550517 w 12192000"/>
              <a:gd name="connsiteY152" fmla="*/ 2182060 h 2237474"/>
              <a:gd name="connsiteX153" fmla="*/ 550309 w 12192000"/>
              <a:gd name="connsiteY153" fmla="*/ 2181825 h 2237474"/>
              <a:gd name="connsiteX154" fmla="*/ 541836 w 12192000"/>
              <a:gd name="connsiteY154" fmla="*/ 2181063 h 2237474"/>
              <a:gd name="connsiteX155" fmla="*/ 536057 w 12192000"/>
              <a:gd name="connsiteY155" fmla="*/ 2181537 h 2237474"/>
              <a:gd name="connsiteX156" fmla="*/ 520671 w 12192000"/>
              <a:gd name="connsiteY156" fmla="*/ 2180980 h 2237474"/>
              <a:gd name="connsiteX157" fmla="*/ 515024 w 12192000"/>
              <a:gd name="connsiteY157" fmla="*/ 2179258 h 2237474"/>
              <a:gd name="connsiteX158" fmla="*/ 512278 w 12192000"/>
              <a:gd name="connsiteY158" fmla="*/ 2176369 h 2237474"/>
              <a:gd name="connsiteX159" fmla="*/ 480419 w 12192000"/>
              <a:gd name="connsiteY159" fmla="*/ 2167807 h 2237474"/>
              <a:gd name="connsiteX160" fmla="*/ 413835 w 12192000"/>
              <a:gd name="connsiteY160" fmla="*/ 2156783 h 2237474"/>
              <a:gd name="connsiteX161" fmla="*/ 376513 w 12192000"/>
              <a:gd name="connsiteY161" fmla="*/ 2154014 h 2237474"/>
              <a:gd name="connsiteX162" fmla="*/ 273386 w 12192000"/>
              <a:gd name="connsiteY162" fmla="*/ 2142551 h 2237474"/>
              <a:gd name="connsiteX163" fmla="*/ 169207 w 12192000"/>
              <a:gd name="connsiteY163" fmla="*/ 2128100 h 2237474"/>
              <a:gd name="connsiteX164" fmla="*/ 93149 w 12192000"/>
              <a:gd name="connsiteY164" fmla="*/ 2105324 h 2237474"/>
              <a:gd name="connsiteX165" fmla="*/ 88109 w 12192000"/>
              <a:gd name="connsiteY165" fmla="*/ 2106704 h 2237474"/>
              <a:gd name="connsiteX166" fmla="*/ 80022 w 12192000"/>
              <a:gd name="connsiteY166" fmla="*/ 2107254 h 2237474"/>
              <a:gd name="connsiteX167" fmla="*/ 79717 w 12192000"/>
              <a:gd name="connsiteY167" fmla="*/ 2107046 h 2237474"/>
              <a:gd name="connsiteX168" fmla="*/ 72352 w 12192000"/>
              <a:gd name="connsiteY168" fmla="*/ 2107991 h 2237474"/>
              <a:gd name="connsiteX169" fmla="*/ 37645 w 12192000"/>
              <a:gd name="connsiteY169" fmla="*/ 2115401 h 2237474"/>
              <a:gd name="connsiteX170" fmla="*/ 4572 w 12192000"/>
              <a:gd name="connsiteY170" fmla="*/ 2111091 h 2237474"/>
              <a:gd name="connsiteX171" fmla="*/ 0 w 12192000"/>
              <a:gd name="connsiteY171" fmla="*/ 2110468 h 2237474"/>
              <a:gd name="connsiteX172" fmla="*/ 0 w 12192000"/>
              <a:gd name="connsiteY17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976224 w 12192000"/>
              <a:gd name="connsiteY130" fmla="*/ 2074257 h 2237474"/>
              <a:gd name="connsiteX131" fmla="*/ 1877728 w 12192000"/>
              <a:gd name="connsiteY131" fmla="*/ 2101004 h 2237474"/>
              <a:gd name="connsiteX132" fmla="*/ 1759056 w 12192000"/>
              <a:gd name="connsiteY132" fmla="*/ 2125608 h 2237474"/>
              <a:gd name="connsiteX133" fmla="*/ 1637948 w 12192000"/>
              <a:gd name="connsiteY133" fmla="*/ 2172597 h 2237474"/>
              <a:gd name="connsiteX134" fmla="*/ 1434549 w 12192000"/>
              <a:gd name="connsiteY134" fmla="*/ 2234522 h 2237474"/>
              <a:gd name="connsiteX135" fmla="*/ 1398481 w 12192000"/>
              <a:gd name="connsiteY135" fmla="*/ 2237074 h 2237474"/>
              <a:gd name="connsiteX136" fmla="*/ 1398407 w 12192000"/>
              <a:gd name="connsiteY136" fmla="*/ 2237095 h 2237474"/>
              <a:gd name="connsiteX137" fmla="*/ 1370962 w 12192000"/>
              <a:gd name="connsiteY137" fmla="*/ 2237474 h 2237474"/>
              <a:gd name="connsiteX138" fmla="*/ 1356367 w 12192000"/>
              <a:gd name="connsiteY138" fmla="*/ 2235089 h 2237474"/>
              <a:gd name="connsiteX139" fmla="*/ 1324828 w 12192000"/>
              <a:gd name="connsiteY139" fmla="*/ 2231968 h 2237474"/>
              <a:gd name="connsiteX140" fmla="*/ 1279765 w 12192000"/>
              <a:gd name="connsiteY140" fmla="*/ 2229639 h 2237474"/>
              <a:gd name="connsiteX141" fmla="*/ 1195347 w 12192000"/>
              <a:gd name="connsiteY141" fmla="*/ 2212354 h 2237474"/>
              <a:gd name="connsiteX142" fmla="*/ 970251 w 12192000"/>
              <a:gd name="connsiteY142" fmla="*/ 2221029 h 2237474"/>
              <a:gd name="connsiteX143" fmla="*/ 812914 w 12192000"/>
              <a:gd name="connsiteY143" fmla="*/ 2202752 h 2237474"/>
              <a:gd name="connsiteX144" fmla="*/ 800195 w 12192000"/>
              <a:gd name="connsiteY144" fmla="*/ 2209407 h 2237474"/>
              <a:gd name="connsiteX145" fmla="*/ 784978 w 12192000"/>
              <a:gd name="connsiteY145" fmla="*/ 2212360 h 2237474"/>
              <a:gd name="connsiteX146" fmla="*/ 681987 w 12192000"/>
              <a:gd name="connsiteY146" fmla="*/ 2216757 h 2237474"/>
              <a:gd name="connsiteX147" fmla="*/ 669923 w 12192000"/>
              <a:gd name="connsiteY147" fmla="*/ 2211682 h 2237474"/>
              <a:gd name="connsiteX148" fmla="*/ 648680 w 12192000"/>
              <a:gd name="connsiteY148" fmla="*/ 2206229 h 2237474"/>
              <a:gd name="connsiteX149" fmla="*/ 597225 w 12192000"/>
              <a:gd name="connsiteY149" fmla="*/ 2180999 h 2237474"/>
              <a:gd name="connsiteX150" fmla="*/ 558449 w 12192000"/>
              <a:gd name="connsiteY150" fmla="*/ 2182346 h 2237474"/>
              <a:gd name="connsiteX151" fmla="*/ 550517 w 12192000"/>
              <a:gd name="connsiteY151" fmla="*/ 2182060 h 2237474"/>
              <a:gd name="connsiteX152" fmla="*/ 550309 w 12192000"/>
              <a:gd name="connsiteY152" fmla="*/ 2181825 h 2237474"/>
              <a:gd name="connsiteX153" fmla="*/ 541836 w 12192000"/>
              <a:gd name="connsiteY153" fmla="*/ 2181063 h 2237474"/>
              <a:gd name="connsiteX154" fmla="*/ 536057 w 12192000"/>
              <a:gd name="connsiteY154" fmla="*/ 2181537 h 2237474"/>
              <a:gd name="connsiteX155" fmla="*/ 520671 w 12192000"/>
              <a:gd name="connsiteY155" fmla="*/ 2180980 h 2237474"/>
              <a:gd name="connsiteX156" fmla="*/ 515024 w 12192000"/>
              <a:gd name="connsiteY156" fmla="*/ 2179258 h 2237474"/>
              <a:gd name="connsiteX157" fmla="*/ 512278 w 12192000"/>
              <a:gd name="connsiteY157" fmla="*/ 2176369 h 2237474"/>
              <a:gd name="connsiteX158" fmla="*/ 480419 w 12192000"/>
              <a:gd name="connsiteY158" fmla="*/ 2167807 h 2237474"/>
              <a:gd name="connsiteX159" fmla="*/ 413835 w 12192000"/>
              <a:gd name="connsiteY159" fmla="*/ 2156783 h 2237474"/>
              <a:gd name="connsiteX160" fmla="*/ 376513 w 12192000"/>
              <a:gd name="connsiteY160" fmla="*/ 2154014 h 2237474"/>
              <a:gd name="connsiteX161" fmla="*/ 273386 w 12192000"/>
              <a:gd name="connsiteY161" fmla="*/ 2142551 h 2237474"/>
              <a:gd name="connsiteX162" fmla="*/ 169207 w 12192000"/>
              <a:gd name="connsiteY162" fmla="*/ 2128100 h 2237474"/>
              <a:gd name="connsiteX163" fmla="*/ 93149 w 12192000"/>
              <a:gd name="connsiteY163" fmla="*/ 2105324 h 2237474"/>
              <a:gd name="connsiteX164" fmla="*/ 88109 w 12192000"/>
              <a:gd name="connsiteY164" fmla="*/ 2106704 h 2237474"/>
              <a:gd name="connsiteX165" fmla="*/ 80022 w 12192000"/>
              <a:gd name="connsiteY165" fmla="*/ 2107254 h 2237474"/>
              <a:gd name="connsiteX166" fmla="*/ 79717 w 12192000"/>
              <a:gd name="connsiteY166" fmla="*/ 2107046 h 2237474"/>
              <a:gd name="connsiteX167" fmla="*/ 72352 w 12192000"/>
              <a:gd name="connsiteY167" fmla="*/ 2107991 h 2237474"/>
              <a:gd name="connsiteX168" fmla="*/ 37645 w 12192000"/>
              <a:gd name="connsiteY168" fmla="*/ 2115401 h 2237474"/>
              <a:gd name="connsiteX169" fmla="*/ 4572 w 12192000"/>
              <a:gd name="connsiteY169" fmla="*/ 2111091 h 2237474"/>
              <a:gd name="connsiteX170" fmla="*/ 0 w 12192000"/>
              <a:gd name="connsiteY170" fmla="*/ 2110468 h 2237474"/>
              <a:gd name="connsiteX171" fmla="*/ 0 w 12192000"/>
              <a:gd name="connsiteY17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877728 w 12192000"/>
              <a:gd name="connsiteY130" fmla="*/ 2101004 h 2237474"/>
              <a:gd name="connsiteX131" fmla="*/ 1759056 w 12192000"/>
              <a:gd name="connsiteY131" fmla="*/ 2125608 h 2237474"/>
              <a:gd name="connsiteX132" fmla="*/ 1637948 w 12192000"/>
              <a:gd name="connsiteY132" fmla="*/ 2172597 h 2237474"/>
              <a:gd name="connsiteX133" fmla="*/ 1434549 w 12192000"/>
              <a:gd name="connsiteY133" fmla="*/ 2234522 h 2237474"/>
              <a:gd name="connsiteX134" fmla="*/ 1398481 w 12192000"/>
              <a:gd name="connsiteY134" fmla="*/ 2237074 h 2237474"/>
              <a:gd name="connsiteX135" fmla="*/ 1398407 w 12192000"/>
              <a:gd name="connsiteY135" fmla="*/ 2237095 h 2237474"/>
              <a:gd name="connsiteX136" fmla="*/ 1370962 w 12192000"/>
              <a:gd name="connsiteY136" fmla="*/ 2237474 h 2237474"/>
              <a:gd name="connsiteX137" fmla="*/ 1356367 w 12192000"/>
              <a:gd name="connsiteY137" fmla="*/ 2235089 h 2237474"/>
              <a:gd name="connsiteX138" fmla="*/ 1324828 w 12192000"/>
              <a:gd name="connsiteY138" fmla="*/ 2231968 h 2237474"/>
              <a:gd name="connsiteX139" fmla="*/ 1279765 w 12192000"/>
              <a:gd name="connsiteY139" fmla="*/ 2229639 h 2237474"/>
              <a:gd name="connsiteX140" fmla="*/ 1195347 w 12192000"/>
              <a:gd name="connsiteY140" fmla="*/ 2212354 h 2237474"/>
              <a:gd name="connsiteX141" fmla="*/ 970251 w 12192000"/>
              <a:gd name="connsiteY141" fmla="*/ 2221029 h 2237474"/>
              <a:gd name="connsiteX142" fmla="*/ 812914 w 12192000"/>
              <a:gd name="connsiteY142" fmla="*/ 2202752 h 2237474"/>
              <a:gd name="connsiteX143" fmla="*/ 800195 w 12192000"/>
              <a:gd name="connsiteY143" fmla="*/ 2209407 h 2237474"/>
              <a:gd name="connsiteX144" fmla="*/ 784978 w 12192000"/>
              <a:gd name="connsiteY144" fmla="*/ 2212360 h 2237474"/>
              <a:gd name="connsiteX145" fmla="*/ 681987 w 12192000"/>
              <a:gd name="connsiteY145" fmla="*/ 2216757 h 2237474"/>
              <a:gd name="connsiteX146" fmla="*/ 669923 w 12192000"/>
              <a:gd name="connsiteY146" fmla="*/ 2211682 h 2237474"/>
              <a:gd name="connsiteX147" fmla="*/ 648680 w 12192000"/>
              <a:gd name="connsiteY147" fmla="*/ 2206229 h 2237474"/>
              <a:gd name="connsiteX148" fmla="*/ 597225 w 12192000"/>
              <a:gd name="connsiteY148" fmla="*/ 2180999 h 2237474"/>
              <a:gd name="connsiteX149" fmla="*/ 558449 w 12192000"/>
              <a:gd name="connsiteY149" fmla="*/ 2182346 h 2237474"/>
              <a:gd name="connsiteX150" fmla="*/ 550517 w 12192000"/>
              <a:gd name="connsiteY150" fmla="*/ 2182060 h 2237474"/>
              <a:gd name="connsiteX151" fmla="*/ 550309 w 12192000"/>
              <a:gd name="connsiteY151" fmla="*/ 2181825 h 2237474"/>
              <a:gd name="connsiteX152" fmla="*/ 541836 w 12192000"/>
              <a:gd name="connsiteY152" fmla="*/ 2181063 h 2237474"/>
              <a:gd name="connsiteX153" fmla="*/ 536057 w 12192000"/>
              <a:gd name="connsiteY153" fmla="*/ 2181537 h 2237474"/>
              <a:gd name="connsiteX154" fmla="*/ 520671 w 12192000"/>
              <a:gd name="connsiteY154" fmla="*/ 2180980 h 2237474"/>
              <a:gd name="connsiteX155" fmla="*/ 515024 w 12192000"/>
              <a:gd name="connsiteY155" fmla="*/ 2179258 h 2237474"/>
              <a:gd name="connsiteX156" fmla="*/ 512278 w 12192000"/>
              <a:gd name="connsiteY156" fmla="*/ 2176369 h 2237474"/>
              <a:gd name="connsiteX157" fmla="*/ 480419 w 12192000"/>
              <a:gd name="connsiteY157" fmla="*/ 2167807 h 2237474"/>
              <a:gd name="connsiteX158" fmla="*/ 413835 w 12192000"/>
              <a:gd name="connsiteY158" fmla="*/ 2156783 h 2237474"/>
              <a:gd name="connsiteX159" fmla="*/ 376513 w 12192000"/>
              <a:gd name="connsiteY159" fmla="*/ 2154014 h 2237474"/>
              <a:gd name="connsiteX160" fmla="*/ 273386 w 12192000"/>
              <a:gd name="connsiteY160" fmla="*/ 2142551 h 2237474"/>
              <a:gd name="connsiteX161" fmla="*/ 169207 w 12192000"/>
              <a:gd name="connsiteY161" fmla="*/ 2128100 h 2237474"/>
              <a:gd name="connsiteX162" fmla="*/ 93149 w 12192000"/>
              <a:gd name="connsiteY162" fmla="*/ 2105324 h 2237474"/>
              <a:gd name="connsiteX163" fmla="*/ 88109 w 12192000"/>
              <a:gd name="connsiteY163" fmla="*/ 2106704 h 2237474"/>
              <a:gd name="connsiteX164" fmla="*/ 80022 w 12192000"/>
              <a:gd name="connsiteY164" fmla="*/ 2107254 h 2237474"/>
              <a:gd name="connsiteX165" fmla="*/ 79717 w 12192000"/>
              <a:gd name="connsiteY165" fmla="*/ 2107046 h 2237474"/>
              <a:gd name="connsiteX166" fmla="*/ 72352 w 12192000"/>
              <a:gd name="connsiteY166" fmla="*/ 2107991 h 2237474"/>
              <a:gd name="connsiteX167" fmla="*/ 37645 w 12192000"/>
              <a:gd name="connsiteY167" fmla="*/ 2115401 h 2237474"/>
              <a:gd name="connsiteX168" fmla="*/ 4572 w 12192000"/>
              <a:gd name="connsiteY168" fmla="*/ 2111091 h 2237474"/>
              <a:gd name="connsiteX169" fmla="*/ 0 w 12192000"/>
              <a:gd name="connsiteY169" fmla="*/ 2110468 h 2237474"/>
              <a:gd name="connsiteX170" fmla="*/ 0 w 12192000"/>
              <a:gd name="connsiteY17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55737 w 12192000"/>
              <a:gd name="connsiteY128" fmla="*/ 2047704 h 2237474"/>
              <a:gd name="connsiteX129" fmla="*/ 2042244 w 12192000"/>
              <a:gd name="connsiteY129" fmla="*/ 2055560 h 2237474"/>
              <a:gd name="connsiteX130" fmla="*/ 1877728 w 12192000"/>
              <a:gd name="connsiteY130" fmla="*/ 2101004 h 2237474"/>
              <a:gd name="connsiteX131" fmla="*/ 1759056 w 12192000"/>
              <a:gd name="connsiteY131" fmla="*/ 2125608 h 2237474"/>
              <a:gd name="connsiteX132" fmla="*/ 1637948 w 12192000"/>
              <a:gd name="connsiteY132" fmla="*/ 2172597 h 2237474"/>
              <a:gd name="connsiteX133" fmla="*/ 1434549 w 12192000"/>
              <a:gd name="connsiteY133" fmla="*/ 2234522 h 2237474"/>
              <a:gd name="connsiteX134" fmla="*/ 1398481 w 12192000"/>
              <a:gd name="connsiteY134" fmla="*/ 2237074 h 2237474"/>
              <a:gd name="connsiteX135" fmla="*/ 1398407 w 12192000"/>
              <a:gd name="connsiteY135" fmla="*/ 2237095 h 2237474"/>
              <a:gd name="connsiteX136" fmla="*/ 1370962 w 12192000"/>
              <a:gd name="connsiteY136" fmla="*/ 2237474 h 2237474"/>
              <a:gd name="connsiteX137" fmla="*/ 1356367 w 12192000"/>
              <a:gd name="connsiteY137" fmla="*/ 2235089 h 2237474"/>
              <a:gd name="connsiteX138" fmla="*/ 1324828 w 12192000"/>
              <a:gd name="connsiteY138" fmla="*/ 2231968 h 2237474"/>
              <a:gd name="connsiteX139" fmla="*/ 1279765 w 12192000"/>
              <a:gd name="connsiteY139" fmla="*/ 2229639 h 2237474"/>
              <a:gd name="connsiteX140" fmla="*/ 1195347 w 12192000"/>
              <a:gd name="connsiteY140" fmla="*/ 2212354 h 2237474"/>
              <a:gd name="connsiteX141" fmla="*/ 970251 w 12192000"/>
              <a:gd name="connsiteY141" fmla="*/ 2221029 h 2237474"/>
              <a:gd name="connsiteX142" fmla="*/ 812914 w 12192000"/>
              <a:gd name="connsiteY142" fmla="*/ 2202752 h 2237474"/>
              <a:gd name="connsiteX143" fmla="*/ 800195 w 12192000"/>
              <a:gd name="connsiteY143" fmla="*/ 2209407 h 2237474"/>
              <a:gd name="connsiteX144" fmla="*/ 784978 w 12192000"/>
              <a:gd name="connsiteY144" fmla="*/ 2212360 h 2237474"/>
              <a:gd name="connsiteX145" fmla="*/ 681987 w 12192000"/>
              <a:gd name="connsiteY145" fmla="*/ 2216757 h 2237474"/>
              <a:gd name="connsiteX146" fmla="*/ 669923 w 12192000"/>
              <a:gd name="connsiteY146" fmla="*/ 2211682 h 2237474"/>
              <a:gd name="connsiteX147" fmla="*/ 648680 w 12192000"/>
              <a:gd name="connsiteY147" fmla="*/ 2206229 h 2237474"/>
              <a:gd name="connsiteX148" fmla="*/ 597225 w 12192000"/>
              <a:gd name="connsiteY148" fmla="*/ 2180999 h 2237474"/>
              <a:gd name="connsiteX149" fmla="*/ 558449 w 12192000"/>
              <a:gd name="connsiteY149" fmla="*/ 2182346 h 2237474"/>
              <a:gd name="connsiteX150" fmla="*/ 550517 w 12192000"/>
              <a:gd name="connsiteY150" fmla="*/ 2182060 h 2237474"/>
              <a:gd name="connsiteX151" fmla="*/ 550309 w 12192000"/>
              <a:gd name="connsiteY151" fmla="*/ 2181825 h 2237474"/>
              <a:gd name="connsiteX152" fmla="*/ 541836 w 12192000"/>
              <a:gd name="connsiteY152" fmla="*/ 2181063 h 2237474"/>
              <a:gd name="connsiteX153" fmla="*/ 536057 w 12192000"/>
              <a:gd name="connsiteY153" fmla="*/ 2181537 h 2237474"/>
              <a:gd name="connsiteX154" fmla="*/ 520671 w 12192000"/>
              <a:gd name="connsiteY154" fmla="*/ 2180980 h 2237474"/>
              <a:gd name="connsiteX155" fmla="*/ 515024 w 12192000"/>
              <a:gd name="connsiteY155" fmla="*/ 2179258 h 2237474"/>
              <a:gd name="connsiteX156" fmla="*/ 512278 w 12192000"/>
              <a:gd name="connsiteY156" fmla="*/ 2176369 h 2237474"/>
              <a:gd name="connsiteX157" fmla="*/ 480419 w 12192000"/>
              <a:gd name="connsiteY157" fmla="*/ 2167807 h 2237474"/>
              <a:gd name="connsiteX158" fmla="*/ 413835 w 12192000"/>
              <a:gd name="connsiteY158" fmla="*/ 2156783 h 2237474"/>
              <a:gd name="connsiteX159" fmla="*/ 376513 w 12192000"/>
              <a:gd name="connsiteY159" fmla="*/ 2154014 h 2237474"/>
              <a:gd name="connsiteX160" fmla="*/ 273386 w 12192000"/>
              <a:gd name="connsiteY160" fmla="*/ 2142551 h 2237474"/>
              <a:gd name="connsiteX161" fmla="*/ 169207 w 12192000"/>
              <a:gd name="connsiteY161" fmla="*/ 2128100 h 2237474"/>
              <a:gd name="connsiteX162" fmla="*/ 93149 w 12192000"/>
              <a:gd name="connsiteY162" fmla="*/ 2105324 h 2237474"/>
              <a:gd name="connsiteX163" fmla="*/ 88109 w 12192000"/>
              <a:gd name="connsiteY163" fmla="*/ 2106704 h 2237474"/>
              <a:gd name="connsiteX164" fmla="*/ 80022 w 12192000"/>
              <a:gd name="connsiteY164" fmla="*/ 2107254 h 2237474"/>
              <a:gd name="connsiteX165" fmla="*/ 79717 w 12192000"/>
              <a:gd name="connsiteY165" fmla="*/ 2107046 h 2237474"/>
              <a:gd name="connsiteX166" fmla="*/ 72352 w 12192000"/>
              <a:gd name="connsiteY166" fmla="*/ 2107991 h 2237474"/>
              <a:gd name="connsiteX167" fmla="*/ 37645 w 12192000"/>
              <a:gd name="connsiteY167" fmla="*/ 2115401 h 2237474"/>
              <a:gd name="connsiteX168" fmla="*/ 4572 w 12192000"/>
              <a:gd name="connsiteY168" fmla="*/ 2111091 h 2237474"/>
              <a:gd name="connsiteX169" fmla="*/ 0 w 12192000"/>
              <a:gd name="connsiteY169" fmla="*/ 2110468 h 2237474"/>
              <a:gd name="connsiteX170" fmla="*/ 0 w 12192000"/>
              <a:gd name="connsiteY17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52836 w 12192000"/>
              <a:gd name="connsiteY123" fmla="*/ 2010048 h 2237474"/>
              <a:gd name="connsiteX124" fmla="*/ 2117102 w 12192000"/>
              <a:gd name="connsiteY124" fmla="*/ 2023004 h 2237474"/>
              <a:gd name="connsiteX125" fmla="*/ 2111935 w 12192000"/>
              <a:gd name="connsiteY125" fmla="*/ 2023163 h 2237474"/>
              <a:gd name="connsiteX126" fmla="*/ 2089991 w 12192000"/>
              <a:gd name="connsiteY126" fmla="*/ 2034193 h 2237474"/>
              <a:gd name="connsiteX127" fmla="*/ 2058061 w 12192000"/>
              <a:gd name="connsiteY127" fmla="*/ 2047942 h 2237474"/>
              <a:gd name="connsiteX128" fmla="*/ 2042244 w 12192000"/>
              <a:gd name="connsiteY128" fmla="*/ 2055560 h 2237474"/>
              <a:gd name="connsiteX129" fmla="*/ 1877728 w 12192000"/>
              <a:gd name="connsiteY129" fmla="*/ 2101004 h 2237474"/>
              <a:gd name="connsiteX130" fmla="*/ 1759056 w 12192000"/>
              <a:gd name="connsiteY130" fmla="*/ 2125608 h 2237474"/>
              <a:gd name="connsiteX131" fmla="*/ 1637948 w 12192000"/>
              <a:gd name="connsiteY131" fmla="*/ 2172597 h 2237474"/>
              <a:gd name="connsiteX132" fmla="*/ 1434549 w 12192000"/>
              <a:gd name="connsiteY132" fmla="*/ 2234522 h 2237474"/>
              <a:gd name="connsiteX133" fmla="*/ 1398481 w 12192000"/>
              <a:gd name="connsiteY133" fmla="*/ 2237074 h 2237474"/>
              <a:gd name="connsiteX134" fmla="*/ 1398407 w 12192000"/>
              <a:gd name="connsiteY134" fmla="*/ 2237095 h 2237474"/>
              <a:gd name="connsiteX135" fmla="*/ 1370962 w 12192000"/>
              <a:gd name="connsiteY135" fmla="*/ 2237474 h 2237474"/>
              <a:gd name="connsiteX136" fmla="*/ 1356367 w 12192000"/>
              <a:gd name="connsiteY136" fmla="*/ 2235089 h 2237474"/>
              <a:gd name="connsiteX137" fmla="*/ 1324828 w 12192000"/>
              <a:gd name="connsiteY137" fmla="*/ 2231968 h 2237474"/>
              <a:gd name="connsiteX138" fmla="*/ 1279765 w 12192000"/>
              <a:gd name="connsiteY138" fmla="*/ 2229639 h 2237474"/>
              <a:gd name="connsiteX139" fmla="*/ 1195347 w 12192000"/>
              <a:gd name="connsiteY139" fmla="*/ 2212354 h 2237474"/>
              <a:gd name="connsiteX140" fmla="*/ 970251 w 12192000"/>
              <a:gd name="connsiteY140" fmla="*/ 2221029 h 2237474"/>
              <a:gd name="connsiteX141" fmla="*/ 812914 w 12192000"/>
              <a:gd name="connsiteY141" fmla="*/ 2202752 h 2237474"/>
              <a:gd name="connsiteX142" fmla="*/ 800195 w 12192000"/>
              <a:gd name="connsiteY142" fmla="*/ 2209407 h 2237474"/>
              <a:gd name="connsiteX143" fmla="*/ 784978 w 12192000"/>
              <a:gd name="connsiteY143" fmla="*/ 2212360 h 2237474"/>
              <a:gd name="connsiteX144" fmla="*/ 681987 w 12192000"/>
              <a:gd name="connsiteY144" fmla="*/ 2216757 h 2237474"/>
              <a:gd name="connsiteX145" fmla="*/ 669923 w 12192000"/>
              <a:gd name="connsiteY145" fmla="*/ 2211682 h 2237474"/>
              <a:gd name="connsiteX146" fmla="*/ 648680 w 12192000"/>
              <a:gd name="connsiteY146" fmla="*/ 2206229 h 2237474"/>
              <a:gd name="connsiteX147" fmla="*/ 597225 w 12192000"/>
              <a:gd name="connsiteY147" fmla="*/ 2180999 h 2237474"/>
              <a:gd name="connsiteX148" fmla="*/ 558449 w 12192000"/>
              <a:gd name="connsiteY148" fmla="*/ 2182346 h 2237474"/>
              <a:gd name="connsiteX149" fmla="*/ 550517 w 12192000"/>
              <a:gd name="connsiteY149" fmla="*/ 2182060 h 2237474"/>
              <a:gd name="connsiteX150" fmla="*/ 550309 w 12192000"/>
              <a:gd name="connsiteY150" fmla="*/ 2181825 h 2237474"/>
              <a:gd name="connsiteX151" fmla="*/ 541836 w 12192000"/>
              <a:gd name="connsiteY151" fmla="*/ 2181063 h 2237474"/>
              <a:gd name="connsiteX152" fmla="*/ 536057 w 12192000"/>
              <a:gd name="connsiteY152" fmla="*/ 2181537 h 2237474"/>
              <a:gd name="connsiteX153" fmla="*/ 520671 w 12192000"/>
              <a:gd name="connsiteY153" fmla="*/ 2180980 h 2237474"/>
              <a:gd name="connsiteX154" fmla="*/ 515024 w 12192000"/>
              <a:gd name="connsiteY154" fmla="*/ 2179258 h 2237474"/>
              <a:gd name="connsiteX155" fmla="*/ 512278 w 12192000"/>
              <a:gd name="connsiteY155" fmla="*/ 2176369 h 2237474"/>
              <a:gd name="connsiteX156" fmla="*/ 480419 w 12192000"/>
              <a:gd name="connsiteY156" fmla="*/ 2167807 h 2237474"/>
              <a:gd name="connsiteX157" fmla="*/ 413835 w 12192000"/>
              <a:gd name="connsiteY157" fmla="*/ 2156783 h 2237474"/>
              <a:gd name="connsiteX158" fmla="*/ 376513 w 12192000"/>
              <a:gd name="connsiteY158" fmla="*/ 2154014 h 2237474"/>
              <a:gd name="connsiteX159" fmla="*/ 273386 w 12192000"/>
              <a:gd name="connsiteY159" fmla="*/ 2142551 h 2237474"/>
              <a:gd name="connsiteX160" fmla="*/ 169207 w 12192000"/>
              <a:gd name="connsiteY160" fmla="*/ 2128100 h 2237474"/>
              <a:gd name="connsiteX161" fmla="*/ 93149 w 12192000"/>
              <a:gd name="connsiteY161" fmla="*/ 2105324 h 2237474"/>
              <a:gd name="connsiteX162" fmla="*/ 88109 w 12192000"/>
              <a:gd name="connsiteY162" fmla="*/ 2106704 h 2237474"/>
              <a:gd name="connsiteX163" fmla="*/ 80022 w 12192000"/>
              <a:gd name="connsiteY163" fmla="*/ 2107254 h 2237474"/>
              <a:gd name="connsiteX164" fmla="*/ 79717 w 12192000"/>
              <a:gd name="connsiteY164" fmla="*/ 2107046 h 2237474"/>
              <a:gd name="connsiteX165" fmla="*/ 72352 w 12192000"/>
              <a:gd name="connsiteY165" fmla="*/ 2107991 h 2237474"/>
              <a:gd name="connsiteX166" fmla="*/ 37645 w 12192000"/>
              <a:gd name="connsiteY166" fmla="*/ 2115401 h 2237474"/>
              <a:gd name="connsiteX167" fmla="*/ 4572 w 12192000"/>
              <a:gd name="connsiteY167" fmla="*/ 2111091 h 2237474"/>
              <a:gd name="connsiteX168" fmla="*/ 0 w 12192000"/>
              <a:gd name="connsiteY168" fmla="*/ 2110468 h 2237474"/>
              <a:gd name="connsiteX169" fmla="*/ 0 w 12192000"/>
              <a:gd name="connsiteY16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17102 w 12192000"/>
              <a:gd name="connsiteY123" fmla="*/ 2023004 h 2237474"/>
              <a:gd name="connsiteX124" fmla="*/ 2111935 w 12192000"/>
              <a:gd name="connsiteY124" fmla="*/ 2023163 h 2237474"/>
              <a:gd name="connsiteX125" fmla="*/ 2089991 w 12192000"/>
              <a:gd name="connsiteY125" fmla="*/ 2034193 h 2237474"/>
              <a:gd name="connsiteX126" fmla="*/ 2058061 w 12192000"/>
              <a:gd name="connsiteY126" fmla="*/ 2047942 h 2237474"/>
              <a:gd name="connsiteX127" fmla="*/ 2042244 w 12192000"/>
              <a:gd name="connsiteY127" fmla="*/ 2055560 h 2237474"/>
              <a:gd name="connsiteX128" fmla="*/ 1877728 w 12192000"/>
              <a:gd name="connsiteY128" fmla="*/ 2101004 h 2237474"/>
              <a:gd name="connsiteX129" fmla="*/ 1759056 w 12192000"/>
              <a:gd name="connsiteY129" fmla="*/ 2125608 h 2237474"/>
              <a:gd name="connsiteX130" fmla="*/ 1637948 w 12192000"/>
              <a:gd name="connsiteY130" fmla="*/ 2172597 h 2237474"/>
              <a:gd name="connsiteX131" fmla="*/ 1434549 w 12192000"/>
              <a:gd name="connsiteY131" fmla="*/ 2234522 h 2237474"/>
              <a:gd name="connsiteX132" fmla="*/ 1398481 w 12192000"/>
              <a:gd name="connsiteY132" fmla="*/ 2237074 h 2237474"/>
              <a:gd name="connsiteX133" fmla="*/ 1398407 w 12192000"/>
              <a:gd name="connsiteY133" fmla="*/ 2237095 h 2237474"/>
              <a:gd name="connsiteX134" fmla="*/ 1370962 w 12192000"/>
              <a:gd name="connsiteY134" fmla="*/ 2237474 h 2237474"/>
              <a:gd name="connsiteX135" fmla="*/ 1356367 w 12192000"/>
              <a:gd name="connsiteY135" fmla="*/ 2235089 h 2237474"/>
              <a:gd name="connsiteX136" fmla="*/ 1324828 w 12192000"/>
              <a:gd name="connsiteY136" fmla="*/ 2231968 h 2237474"/>
              <a:gd name="connsiteX137" fmla="*/ 1279765 w 12192000"/>
              <a:gd name="connsiteY137" fmla="*/ 2229639 h 2237474"/>
              <a:gd name="connsiteX138" fmla="*/ 1195347 w 12192000"/>
              <a:gd name="connsiteY138" fmla="*/ 2212354 h 2237474"/>
              <a:gd name="connsiteX139" fmla="*/ 970251 w 12192000"/>
              <a:gd name="connsiteY139" fmla="*/ 2221029 h 2237474"/>
              <a:gd name="connsiteX140" fmla="*/ 812914 w 12192000"/>
              <a:gd name="connsiteY140" fmla="*/ 2202752 h 2237474"/>
              <a:gd name="connsiteX141" fmla="*/ 800195 w 12192000"/>
              <a:gd name="connsiteY141" fmla="*/ 2209407 h 2237474"/>
              <a:gd name="connsiteX142" fmla="*/ 784978 w 12192000"/>
              <a:gd name="connsiteY142" fmla="*/ 2212360 h 2237474"/>
              <a:gd name="connsiteX143" fmla="*/ 681987 w 12192000"/>
              <a:gd name="connsiteY143" fmla="*/ 2216757 h 2237474"/>
              <a:gd name="connsiteX144" fmla="*/ 669923 w 12192000"/>
              <a:gd name="connsiteY144" fmla="*/ 2211682 h 2237474"/>
              <a:gd name="connsiteX145" fmla="*/ 648680 w 12192000"/>
              <a:gd name="connsiteY145" fmla="*/ 2206229 h 2237474"/>
              <a:gd name="connsiteX146" fmla="*/ 597225 w 12192000"/>
              <a:gd name="connsiteY146" fmla="*/ 2180999 h 2237474"/>
              <a:gd name="connsiteX147" fmla="*/ 558449 w 12192000"/>
              <a:gd name="connsiteY147" fmla="*/ 2182346 h 2237474"/>
              <a:gd name="connsiteX148" fmla="*/ 550517 w 12192000"/>
              <a:gd name="connsiteY148" fmla="*/ 2182060 h 2237474"/>
              <a:gd name="connsiteX149" fmla="*/ 550309 w 12192000"/>
              <a:gd name="connsiteY149" fmla="*/ 2181825 h 2237474"/>
              <a:gd name="connsiteX150" fmla="*/ 541836 w 12192000"/>
              <a:gd name="connsiteY150" fmla="*/ 2181063 h 2237474"/>
              <a:gd name="connsiteX151" fmla="*/ 536057 w 12192000"/>
              <a:gd name="connsiteY151" fmla="*/ 2181537 h 2237474"/>
              <a:gd name="connsiteX152" fmla="*/ 520671 w 12192000"/>
              <a:gd name="connsiteY152" fmla="*/ 2180980 h 2237474"/>
              <a:gd name="connsiteX153" fmla="*/ 515024 w 12192000"/>
              <a:gd name="connsiteY153" fmla="*/ 2179258 h 2237474"/>
              <a:gd name="connsiteX154" fmla="*/ 512278 w 12192000"/>
              <a:gd name="connsiteY154" fmla="*/ 2176369 h 2237474"/>
              <a:gd name="connsiteX155" fmla="*/ 480419 w 12192000"/>
              <a:gd name="connsiteY155" fmla="*/ 2167807 h 2237474"/>
              <a:gd name="connsiteX156" fmla="*/ 413835 w 12192000"/>
              <a:gd name="connsiteY156" fmla="*/ 2156783 h 2237474"/>
              <a:gd name="connsiteX157" fmla="*/ 376513 w 12192000"/>
              <a:gd name="connsiteY157" fmla="*/ 2154014 h 2237474"/>
              <a:gd name="connsiteX158" fmla="*/ 273386 w 12192000"/>
              <a:gd name="connsiteY158" fmla="*/ 2142551 h 2237474"/>
              <a:gd name="connsiteX159" fmla="*/ 169207 w 12192000"/>
              <a:gd name="connsiteY159" fmla="*/ 2128100 h 2237474"/>
              <a:gd name="connsiteX160" fmla="*/ 93149 w 12192000"/>
              <a:gd name="connsiteY160" fmla="*/ 2105324 h 2237474"/>
              <a:gd name="connsiteX161" fmla="*/ 88109 w 12192000"/>
              <a:gd name="connsiteY161" fmla="*/ 2106704 h 2237474"/>
              <a:gd name="connsiteX162" fmla="*/ 80022 w 12192000"/>
              <a:gd name="connsiteY162" fmla="*/ 2107254 h 2237474"/>
              <a:gd name="connsiteX163" fmla="*/ 79717 w 12192000"/>
              <a:gd name="connsiteY163" fmla="*/ 2107046 h 2237474"/>
              <a:gd name="connsiteX164" fmla="*/ 72352 w 12192000"/>
              <a:gd name="connsiteY164" fmla="*/ 2107991 h 2237474"/>
              <a:gd name="connsiteX165" fmla="*/ 37645 w 12192000"/>
              <a:gd name="connsiteY165" fmla="*/ 2115401 h 2237474"/>
              <a:gd name="connsiteX166" fmla="*/ 4572 w 12192000"/>
              <a:gd name="connsiteY166" fmla="*/ 2111091 h 2237474"/>
              <a:gd name="connsiteX167" fmla="*/ 0 w 12192000"/>
              <a:gd name="connsiteY167" fmla="*/ 2110468 h 2237474"/>
              <a:gd name="connsiteX168" fmla="*/ 0 w 12192000"/>
              <a:gd name="connsiteY16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117102 w 12192000"/>
              <a:gd name="connsiteY123" fmla="*/ 2023004 h 2237474"/>
              <a:gd name="connsiteX124" fmla="*/ 2089991 w 12192000"/>
              <a:gd name="connsiteY124" fmla="*/ 2034193 h 2237474"/>
              <a:gd name="connsiteX125" fmla="*/ 2058061 w 12192000"/>
              <a:gd name="connsiteY125" fmla="*/ 2047942 h 2237474"/>
              <a:gd name="connsiteX126" fmla="*/ 2042244 w 12192000"/>
              <a:gd name="connsiteY126" fmla="*/ 2055560 h 2237474"/>
              <a:gd name="connsiteX127" fmla="*/ 1877728 w 12192000"/>
              <a:gd name="connsiteY127" fmla="*/ 2101004 h 2237474"/>
              <a:gd name="connsiteX128" fmla="*/ 1759056 w 12192000"/>
              <a:gd name="connsiteY128" fmla="*/ 2125608 h 2237474"/>
              <a:gd name="connsiteX129" fmla="*/ 1637948 w 12192000"/>
              <a:gd name="connsiteY129" fmla="*/ 2172597 h 2237474"/>
              <a:gd name="connsiteX130" fmla="*/ 1434549 w 12192000"/>
              <a:gd name="connsiteY130" fmla="*/ 2234522 h 2237474"/>
              <a:gd name="connsiteX131" fmla="*/ 1398481 w 12192000"/>
              <a:gd name="connsiteY131" fmla="*/ 2237074 h 2237474"/>
              <a:gd name="connsiteX132" fmla="*/ 1398407 w 12192000"/>
              <a:gd name="connsiteY132" fmla="*/ 2237095 h 2237474"/>
              <a:gd name="connsiteX133" fmla="*/ 1370962 w 12192000"/>
              <a:gd name="connsiteY133" fmla="*/ 2237474 h 2237474"/>
              <a:gd name="connsiteX134" fmla="*/ 1356367 w 12192000"/>
              <a:gd name="connsiteY134" fmla="*/ 2235089 h 2237474"/>
              <a:gd name="connsiteX135" fmla="*/ 1324828 w 12192000"/>
              <a:gd name="connsiteY135" fmla="*/ 2231968 h 2237474"/>
              <a:gd name="connsiteX136" fmla="*/ 1279765 w 12192000"/>
              <a:gd name="connsiteY136" fmla="*/ 2229639 h 2237474"/>
              <a:gd name="connsiteX137" fmla="*/ 1195347 w 12192000"/>
              <a:gd name="connsiteY137" fmla="*/ 2212354 h 2237474"/>
              <a:gd name="connsiteX138" fmla="*/ 970251 w 12192000"/>
              <a:gd name="connsiteY138" fmla="*/ 2221029 h 2237474"/>
              <a:gd name="connsiteX139" fmla="*/ 812914 w 12192000"/>
              <a:gd name="connsiteY139" fmla="*/ 2202752 h 2237474"/>
              <a:gd name="connsiteX140" fmla="*/ 800195 w 12192000"/>
              <a:gd name="connsiteY140" fmla="*/ 2209407 h 2237474"/>
              <a:gd name="connsiteX141" fmla="*/ 784978 w 12192000"/>
              <a:gd name="connsiteY141" fmla="*/ 2212360 h 2237474"/>
              <a:gd name="connsiteX142" fmla="*/ 681987 w 12192000"/>
              <a:gd name="connsiteY142" fmla="*/ 2216757 h 2237474"/>
              <a:gd name="connsiteX143" fmla="*/ 669923 w 12192000"/>
              <a:gd name="connsiteY143" fmla="*/ 2211682 h 2237474"/>
              <a:gd name="connsiteX144" fmla="*/ 648680 w 12192000"/>
              <a:gd name="connsiteY144" fmla="*/ 2206229 h 2237474"/>
              <a:gd name="connsiteX145" fmla="*/ 597225 w 12192000"/>
              <a:gd name="connsiteY145" fmla="*/ 2180999 h 2237474"/>
              <a:gd name="connsiteX146" fmla="*/ 558449 w 12192000"/>
              <a:gd name="connsiteY146" fmla="*/ 2182346 h 2237474"/>
              <a:gd name="connsiteX147" fmla="*/ 550517 w 12192000"/>
              <a:gd name="connsiteY147" fmla="*/ 2182060 h 2237474"/>
              <a:gd name="connsiteX148" fmla="*/ 550309 w 12192000"/>
              <a:gd name="connsiteY148" fmla="*/ 2181825 h 2237474"/>
              <a:gd name="connsiteX149" fmla="*/ 541836 w 12192000"/>
              <a:gd name="connsiteY149" fmla="*/ 2181063 h 2237474"/>
              <a:gd name="connsiteX150" fmla="*/ 536057 w 12192000"/>
              <a:gd name="connsiteY150" fmla="*/ 2181537 h 2237474"/>
              <a:gd name="connsiteX151" fmla="*/ 520671 w 12192000"/>
              <a:gd name="connsiteY151" fmla="*/ 2180980 h 2237474"/>
              <a:gd name="connsiteX152" fmla="*/ 515024 w 12192000"/>
              <a:gd name="connsiteY152" fmla="*/ 2179258 h 2237474"/>
              <a:gd name="connsiteX153" fmla="*/ 512278 w 12192000"/>
              <a:gd name="connsiteY153" fmla="*/ 2176369 h 2237474"/>
              <a:gd name="connsiteX154" fmla="*/ 480419 w 12192000"/>
              <a:gd name="connsiteY154" fmla="*/ 2167807 h 2237474"/>
              <a:gd name="connsiteX155" fmla="*/ 413835 w 12192000"/>
              <a:gd name="connsiteY155" fmla="*/ 2156783 h 2237474"/>
              <a:gd name="connsiteX156" fmla="*/ 376513 w 12192000"/>
              <a:gd name="connsiteY156" fmla="*/ 2154014 h 2237474"/>
              <a:gd name="connsiteX157" fmla="*/ 273386 w 12192000"/>
              <a:gd name="connsiteY157" fmla="*/ 2142551 h 2237474"/>
              <a:gd name="connsiteX158" fmla="*/ 169207 w 12192000"/>
              <a:gd name="connsiteY158" fmla="*/ 2128100 h 2237474"/>
              <a:gd name="connsiteX159" fmla="*/ 93149 w 12192000"/>
              <a:gd name="connsiteY159" fmla="*/ 2105324 h 2237474"/>
              <a:gd name="connsiteX160" fmla="*/ 88109 w 12192000"/>
              <a:gd name="connsiteY160" fmla="*/ 2106704 h 2237474"/>
              <a:gd name="connsiteX161" fmla="*/ 80022 w 12192000"/>
              <a:gd name="connsiteY161" fmla="*/ 2107254 h 2237474"/>
              <a:gd name="connsiteX162" fmla="*/ 79717 w 12192000"/>
              <a:gd name="connsiteY162" fmla="*/ 2107046 h 2237474"/>
              <a:gd name="connsiteX163" fmla="*/ 72352 w 12192000"/>
              <a:gd name="connsiteY163" fmla="*/ 2107991 h 2237474"/>
              <a:gd name="connsiteX164" fmla="*/ 37645 w 12192000"/>
              <a:gd name="connsiteY164" fmla="*/ 2115401 h 2237474"/>
              <a:gd name="connsiteX165" fmla="*/ 4572 w 12192000"/>
              <a:gd name="connsiteY165" fmla="*/ 2111091 h 2237474"/>
              <a:gd name="connsiteX166" fmla="*/ 0 w 12192000"/>
              <a:gd name="connsiteY166" fmla="*/ 2110468 h 2237474"/>
              <a:gd name="connsiteX167" fmla="*/ 0 w 12192000"/>
              <a:gd name="connsiteY16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089991 w 12192000"/>
              <a:gd name="connsiteY123" fmla="*/ 2034193 h 2237474"/>
              <a:gd name="connsiteX124" fmla="*/ 2058061 w 12192000"/>
              <a:gd name="connsiteY124" fmla="*/ 2047942 h 2237474"/>
              <a:gd name="connsiteX125" fmla="*/ 2042244 w 12192000"/>
              <a:gd name="connsiteY125" fmla="*/ 2055560 h 2237474"/>
              <a:gd name="connsiteX126" fmla="*/ 1877728 w 12192000"/>
              <a:gd name="connsiteY126" fmla="*/ 2101004 h 2237474"/>
              <a:gd name="connsiteX127" fmla="*/ 1759056 w 12192000"/>
              <a:gd name="connsiteY127" fmla="*/ 2125608 h 2237474"/>
              <a:gd name="connsiteX128" fmla="*/ 1637948 w 12192000"/>
              <a:gd name="connsiteY128" fmla="*/ 2172597 h 2237474"/>
              <a:gd name="connsiteX129" fmla="*/ 1434549 w 12192000"/>
              <a:gd name="connsiteY129" fmla="*/ 2234522 h 2237474"/>
              <a:gd name="connsiteX130" fmla="*/ 1398481 w 12192000"/>
              <a:gd name="connsiteY130" fmla="*/ 2237074 h 2237474"/>
              <a:gd name="connsiteX131" fmla="*/ 1398407 w 12192000"/>
              <a:gd name="connsiteY131" fmla="*/ 2237095 h 2237474"/>
              <a:gd name="connsiteX132" fmla="*/ 1370962 w 12192000"/>
              <a:gd name="connsiteY132" fmla="*/ 2237474 h 2237474"/>
              <a:gd name="connsiteX133" fmla="*/ 1356367 w 12192000"/>
              <a:gd name="connsiteY133" fmla="*/ 2235089 h 2237474"/>
              <a:gd name="connsiteX134" fmla="*/ 1324828 w 12192000"/>
              <a:gd name="connsiteY134" fmla="*/ 2231968 h 2237474"/>
              <a:gd name="connsiteX135" fmla="*/ 1279765 w 12192000"/>
              <a:gd name="connsiteY135" fmla="*/ 2229639 h 2237474"/>
              <a:gd name="connsiteX136" fmla="*/ 1195347 w 12192000"/>
              <a:gd name="connsiteY136" fmla="*/ 2212354 h 2237474"/>
              <a:gd name="connsiteX137" fmla="*/ 970251 w 12192000"/>
              <a:gd name="connsiteY137" fmla="*/ 2221029 h 2237474"/>
              <a:gd name="connsiteX138" fmla="*/ 812914 w 12192000"/>
              <a:gd name="connsiteY138" fmla="*/ 2202752 h 2237474"/>
              <a:gd name="connsiteX139" fmla="*/ 800195 w 12192000"/>
              <a:gd name="connsiteY139" fmla="*/ 2209407 h 2237474"/>
              <a:gd name="connsiteX140" fmla="*/ 784978 w 12192000"/>
              <a:gd name="connsiteY140" fmla="*/ 2212360 h 2237474"/>
              <a:gd name="connsiteX141" fmla="*/ 681987 w 12192000"/>
              <a:gd name="connsiteY141" fmla="*/ 2216757 h 2237474"/>
              <a:gd name="connsiteX142" fmla="*/ 669923 w 12192000"/>
              <a:gd name="connsiteY142" fmla="*/ 2211682 h 2237474"/>
              <a:gd name="connsiteX143" fmla="*/ 648680 w 12192000"/>
              <a:gd name="connsiteY143" fmla="*/ 2206229 h 2237474"/>
              <a:gd name="connsiteX144" fmla="*/ 597225 w 12192000"/>
              <a:gd name="connsiteY144" fmla="*/ 2180999 h 2237474"/>
              <a:gd name="connsiteX145" fmla="*/ 558449 w 12192000"/>
              <a:gd name="connsiteY145" fmla="*/ 2182346 h 2237474"/>
              <a:gd name="connsiteX146" fmla="*/ 550517 w 12192000"/>
              <a:gd name="connsiteY146" fmla="*/ 2182060 h 2237474"/>
              <a:gd name="connsiteX147" fmla="*/ 550309 w 12192000"/>
              <a:gd name="connsiteY147" fmla="*/ 2181825 h 2237474"/>
              <a:gd name="connsiteX148" fmla="*/ 541836 w 12192000"/>
              <a:gd name="connsiteY148" fmla="*/ 2181063 h 2237474"/>
              <a:gd name="connsiteX149" fmla="*/ 536057 w 12192000"/>
              <a:gd name="connsiteY149" fmla="*/ 2181537 h 2237474"/>
              <a:gd name="connsiteX150" fmla="*/ 520671 w 12192000"/>
              <a:gd name="connsiteY150" fmla="*/ 2180980 h 2237474"/>
              <a:gd name="connsiteX151" fmla="*/ 515024 w 12192000"/>
              <a:gd name="connsiteY151" fmla="*/ 2179258 h 2237474"/>
              <a:gd name="connsiteX152" fmla="*/ 512278 w 12192000"/>
              <a:gd name="connsiteY152" fmla="*/ 2176369 h 2237474"/>
              <a:gd name="connsiteX153" fmla="*/ 480419 w 12192000"/>
              <a:gd name="connsiteY153" fmla="*/ 2167807 h 2237474"/>
              <a:gd name="connsiteX154" fmla="*/ 413835 w 12192000"/>
              <a:gd name="connsiteY154" fmla="*/ 2156783 h 2237474"/>
              <a:gd name="connsiteX155" fmla="*/ 376513 w 12192000"/>
              <a:gd name="connsiteY155" fmla="*/ 2154014 h 2237474"/>
              <a:gd name="connsiteX156" fmla="*/ 273386 w 12192000"/>
              <a:gd name="connsiteY156" fmla="*/ 2142551 h 2237474"/>
              <a:gd name="connsiteX157" fmla="*/ 169207 w 12192000"/>
              <a:gd name="connsiteY157" fmla="*/ 2128100 h 2237474"/>
              <a:gd name="connsiteX158" fmla="*/ 93149 w 12192000"/>
              <a:gd name="connsiteY158" fmla="*/ 2105324 h 2237474"/>
              <a:gd name="connsiteX159" fmla="*/ 88109 w 12192000"/>
              <a:gd name="connsiteY159" fmla="*/ 2106704 h 2237474"/>
              <a:gd name="connsiteX160" fmla="*/ 80022 w 12192000"/>
              <a:gd name="connsiteY160" fmla="*/ 2107254 h 2237474"/>
              <a:gd name="connsiteX161" fmla="*/ 79717 w 12192000"/>
              <a:gd name="connsiteY161" fmla="*/ 2107046 h 2237474"/>
              <a:gd name="connsiteX162" fmla="*/ 72352 w 12192000"/>
              <a:gd name="connsiteY162" fmla="*/ 2107991 h 2237474"/>
              <a:gd name="connsiteX163" fmla="*/ 37645 w 12192000"/>
              <a:gd name="connsiteY163" fmla="*/ 2115401 h 2237474"/>
              <a:gd name="connsiteX164" fmla="*/ 4572 w 12192000"/>
              <a:gd name="connsiteY164" fmla="*/ 2111091 h 2237474"/>
              <a:gd name="connsiteX165" fmla="*/ 0 w 12192000"/>
              <a:gd name="connsiteY165" fmla="*/ 2110468 h 2237474"/>
              <a:gd name="connsiteX166" fmla="*/ 0 w 12192000"/>
              <a:gd name="connsiteY16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86609 w 12192000"/>
              <a:gd name="connsiteY121" fmla="*/ 2008263 h 2237474"/>
              <a:gd name="connsiteX122" fmla="*/ 2164831 w 12192000"/>
              <a:gd name="connsiteY122" fmla="*/ 2010143 h 2237474"/>
              <a:gd name="connsiteX123" fmla="*/ 2085228 w 12192000"/>
              <a:gd name="connsiteY123" fmla="*/ 2046431 h 2237474"/>
              <a:gd name="connsiteX124" fmla="*/ 2058061 w 12192000"/>
              <a:gd name="connsiteY124" fmla="*/ 2047942 h 2237474"/>
              <a:gd name="connsiteX125" fmla="*/ 2042244 w 12192000"/>
              <a:gd name="connsiteY125" fmla="*/ 2055560 h 2237474"/>
              <a:gd name="connsiteX126" fmla="*/ 1877728 w 12192000"/>
              <a:gd name="connsiteY126" fmla="*/ 2101004 h 2237474"/>
              <a:gd name="connsiteX127" fmla="*/ 1759056 w 12192000"/>
              <a:gd name="connsiteY127" fmla="*/ 2125608 h 2237474"/>
              <a:gd name="connsiteX128" fmla="*/ 1637948 w 12192000"/>
              <a:gd name="connsiteY128" fmla="*/ 2172597 h 2237474"/>
              <a:gd name="connsiteX129" fmla="*/ 1434549 w 12192000"/>
              <a:gd name="connsiteY129" fmla="*/ 2234522 h 2237474"/>
              <a:gd name="connsiteX130" fmla="*/ 1398481 w 12192000"/>
              <a:gd name="connsiteY130" fmla="*/ 2237074 h 2237474"/>
              <a:gd name="connsiteX131" fmla="*/ 1398407 w 12192000"/>
              <a:gd name="connsiteY131" fmla="*/ 2237095 h 2237474"/>
              <a:gd name="connsiteX132" fmla="*/ 1370962 w 12192000"/>
              <a:gd name="connsiteY132" fmla="*/ 2237474 h 2237474"/>
              <a:gd name="connsiteX133" fmla="*/ 1356367 w 12192000"/>
              <a:gd name="connsiteY133" fmla="*/ 2235089 h 2237474"/>
              <a:gd name="connsiteX134" fmla="*/ 1324828 w 12192000"/>
              <a:gd name="connsiteY134" fmla="*/ 2231968 h 2237474"/>
              <a:gd name="connsiteX135" fmla="*/ 1279765 w 12192000"/>
              <a:gd name="connsiteY135" fmla="*/ 2229639 h 2237474"/>
              <a:gd name="connsiteX136" fmla="*/ 1195347 w 12192000"/>
              <a:gd name="connsiteY136" fmla="*/ 2212354 h 2237474"/>
              <a:gd name="connsiteX137" fmla="*/ 970251 w 12192000"/>
              <a:gd name="connsiteY137" fmla="*/ 2221029 h 2237474"/>
              <a:gd name="connsiteX138" fmla="*/ 812914 w 12192000"/>
              <a:gd name="connsiteY138" fmla="*/ 2202752 h 2237474"/>
              <a:gd name="connsiteX139" fmla="*/ 800195 w 12192000"/>
              <a:gd name="connsiteY139" fmla="*/ 2209407 h 2237474"/>
              <a:gd name="connsiteX140" fmla="*/ 784978 w 12192000"/>
              <a:gd name="connsiteY140" fmla="*/ 2212360 h 2237474"/>
              <a:gd name="connsiteX141" fmla="*/ 681987 w 12192000"/>
              <a:gd name="connsiteY141" fmla="*/ 2216757 h 2237474"/>
              <a:gd name="connsiteX142" fmla="*/ 669923 w 12192000"/>
              <a:gd name="connsiteY142" fmla="*/ 2211682 h 2237474"/>
              <a:gd name="connsiteX143" fmla="*/ 648680 w 12192000"/>
              <a:gd name="connsiteY143" fmla="*/ 2206229 h 2237474"/>
              <a:gd name="connsiteX144" fmla="*/ 597225 w 12192000"/>
              <a:gd name="connsiteY144" fmla="*/ 2180999 h 2237474"/>
              <a:gd name="connsiteX145" fmla="*/ 558449 w 12192000"/>
              <a:gd name="connsiteY145" fmla="*/ 2182346 h 2237474"/>
              <a:gd name="connsiteX146" fmla="*/ 550517 w 12192000"/>
              <a:gd name="connsiteY146" fmla="*/ 2182060 h 2237474"/>
              <a:gd name="connsiteX147" fmla="*/ 550309 w 12192000"/>
              <a:gd name="connsiteY147" fmla="*/ 2181825 h 2237474"/>
              <a:gd name="connsiteX148" fmla="*/ 541836 w 12192000"/>
              <a:gd name="connsiteY148" fmla="*/ 2181063 h 2237474"/>
              <a:gd name="connsiteX149" fmla="*/ 536057 w 12192000"/>
              <a:gd name="connsiteY149" fmla="*/ 2181537 h 2237474"/>
              <a:gd name="connsiteX150" fmla="*/ 520671 w 12192000"/>
              <a:gd name="connsiteY150" fmla="*/ 2180980 h 2237474"/>
              <a:gd name="connsiteX151" fmla="*/ 515024 w 12192000"/>
              <a:gd name="connsiteY151" fmla="*/ 2179258 h 2237474"/>
              <a:gd name="connsiteX152" fmla="*/ 512278 w 12192000"/>
              <a:gd name="connsiteY152" fmla="*/ 2176369 h 2237474"/>
              <a:gd name="connsiteX153" fmla="*/ 480419 w 12192000"/>
              <a:gd name="connsiteY153" fmla="*/ 2167807 h 2237474"/>
              <a:gd name="connsiteX154" fmla="*/ 413835 w 12192000"/>
              <a:gd name="connsiteY154" fmla="*/ 2156783 h 2237474"/>
              <a:gd name="connsiteX155" fmla="*/ 376513 w 12192000"/>
              <a:gd name="connsiteY155" fmla="*/ 2154014 h 2237474"/>
              <a:gd name="connsiteX156" fmla="*/ 273386 w 12192000"/>
              <a:gd name="connsiteY156" fmla="*/ 2142551 h 2237474"/>
              <a:gd name="connsiteX157" fmla="*/ 169207 w 12192000"/>
              <a:gd name="connsiteY157" fmla="*/ 2128100 h 2237474"/>
              <a:gd name="connsiteX158" fmla="*/ 93149 w 12192000"/>
              <a:gd name="connsiteY158" fmla="*/ 2105324 h 2237474"/>
              <a:gd name="connsiteX159" fmla="*/ 88109 w 12192000"/>
              <a:gd name="connsiteY159" fmla="*/ 2106704 h 2237474"/>
              <a:gd name="connsiteX160" fmla="*/ 80022 w 12192000"/>
              <a:gd name="connsiteY160" fmla="*/ 2107254 h 2237474"/>
              <a:gd name="connsiteX161" fmla="*/ 79717 w 12192000"/>
              <a:gd name="connsiteY161" fmla="*/ 2107046 h 2237474"/>
              <a:gd name="connsiteX162" fmla="*/ 72352 w 12192000"/>
              <a:gd name="connsiteY162" fmla="*/ 2107991 h 2237474"/>
              <a:gd name="connsiteX163" fmla="*/ 37645 w 12192000"/>
              <a:gd name="connsiteY163" fmla="*/ 2115401 h 2237474"/>
              <a:gd name="connsiteX164" fmla="*/ 4572 w 12192000"/>
              <a:gd name="connsiteY164" fmla="*/ 2111091 h 2237474"/>
              <a:gd name="connsiteX165" fmla="*/ 0 w 12192000"/>
              <a:gd name="connsiteY165" fmla="*/ 2110468 h 2237474"/>
              <a:gd name="connsiteX166" fmla="*/ 0 w 12192000"/>
              <a:gd name="connsiteY16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1511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81987 w 12192000"/>
              <a:gd name="connsiteY140" fmla="*/ 2216757 h 2237474"/>
              <a:gd name="connsiteX141" fmla="*/ 669923 w 12192000"/>
              <a:gd name="connsiteY141" fmla="*/ 2211682 h 2237474"/>
              <a:gd name="connsiteX142" fmla="*/ 648680 w 12192000"/>
              <a:gd name="connsiteY142" fmla="*/ 2206229 h 2237474"/>
              <a:gd name="connsiteX143" fmla="*/ 597225 w 12192000"/>
              <a:gd name="connsiteY143" fmla="*/ 2180999 h 2237474"/>
              <a:gd name="connsiteX144" fmla="*/ 558449 w 12192000"/>
              <a:gd name="connsiteY144" fmla="*/ 2182346 h 2237474"/>
              <a:gd name="connsiteX145" fmla="*/ 550517 w 12192000"/>
              <a:gd name="connsiteY145" fmla="*/ 2182060 h 2237474"/>
              <a:gd name="connsiteX146" fmla="*/ 550309 w 12192000"/>
              <a:gd name="connsiteY146" fmla="*/ 2181825 h 2237474"/>
              <a:gd name="connsiteX147" fmla="*/ 541836 w 12192000"/>
              <a:gd name="connsiteY147" fmla="*/ 2181063 h 2237474"/>
              <a:gd name="connsiteX148" fmla="*/ 536057 w 12192000"/>
              <a:gd name="connsiteY148" fmla="*/ 2181537 h 2237474"/>
              <a:gd name="connsiteX149" fmla="*/ 520671 w 12192000"/>
              <a:gd name="connsiteY149" fmla="*/ 2180980 h 2237474"/>
              <a:gd name="connsiteX150" fmla="*/ 515024 w 12192000"/>
              <a:gd name="connsiteY150" fmla="*/ 2179258 h 2237474"/>
              <a:gd name="connsiteX151" fmla="*/ 512278 w 12192000"/>
              <a:gd name="connsiteY151" fmla="*/ 2176369 h 2237474"/>
              <a:gd name="connsiteX152" fmla="*/ 480419 w 12192000"/>
              <a:gd name="connsiteY152" fmla="*/ 2167807 h 2237474"/>
              <a:gd name="connsiteX153" fmla="*/ 413835 w 12192000"/>
              <a:gd name="connsiteY153" fmla="*/ 2156783 h 2237474"/>
              <a:gd name="connsiteX154" fmla="*/ 376513 w 12192000"/>
              <a:gd name="connsiteY154" fmla="*/ 2154014 h 2237474"/>
              <a:gd name="connsiteX155" fmla="*/ 273386 w 12192000"/>
              <a:gd name="connsiteY155" fmla="*/ 2142551 h 2237474"/>
              <a:gd name="connsiteX156" fmla="*/ 169207 w 12192000"/>
              <a:gd name="connsiteY156" fmla="*/ 2128100 h 2237474"/>
              <a:gd name="connsiteX157" fmla="*/ 93149 w 12192000"/>
              <a:gd name="connsiteY157" fmla="*/ 2105324 h 2237474"/>
              <a:gd name="connsiteX158" fmla="*/ 88109 w 12192000"/>
              <a:gd name="connsiteY158" fmla="*/ 2106704 h 2237474"/>
              <a:gd name="connsiteX159" fmla="*/ 80022 w 12192000"/>
              <a:gd name="connsiteY159" fmla="*/ 2107254 h 2237474"/>
              <a:gd name="connsiteX160" fmla="*/ 79717 w 12192000"/>
              <a:gd name="connsiteY160" fmla="*/ 2107046 h 2237474"/>
              <a:gd name="connsiteX161" fmla="*/ 72352 w 12192000"/>
              <a:gd name="connsiteY161" fmla="*/ 2107991 h 2237474"/>
              <a:gd name="connsiteX162" fmla="*/ 37645 w 12192000"/>
              <a:gd name="connsiteY162" fmla="*/ 2115401 h 2237474"/>
              <a:gd name="connsiteX163" fmla="*/ 4572 w 12192000"/>
              <a:gd name="connsiteY163" fmla="*/ 2111091 h 2237474"/>
              <a:gd name="connsiteX164" fmla="*/ 0 w 12192000"/>
              <a:gd name="connsiteY164" fmla="*/ 2110468 h 2237474"/>
              <a:gd name="connsiteX165" fmla="*/ 0 w 12192000"/>
              <a:gd name="connsiteY16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81987 w 12192000"/>
              <a:gd name="connsiteY140" fmla="*/ 2216757 h 2237474"/>
              <a:gd name="connsiteX141" fmla="*/ 669923 w 12192000"/>
              <a:gd name="connsiteY141" fmla="*/ 2211682 h 2237474"/>
              <a:gd name="connsiteX142" fmla="*/ 648680 w 12192000"/>
              <a:gd name="connsiteY142" fmla="*/ 2206229 h 2237474"/>
              <a:gd name="connsiteX143" fmla="*/ 597225 w 12192000"/>
              <a:gd name="connsiteY143" fmla="*/ 2180999 h 2237474"/>
              <a:gd name="connsiteX144" fmla="*/ 558449 w 12192000"/>
              <a:gd name="connsiteY144" fmla="*/ 2182346 h 2237474"/>
              <a:gd name="connsiteX145" fmla="*/ 550517 w 12192000"/>
              <a:gd name="connsiteY145" fmla="*/ 2182060 h 2237474"/>
              <a:gd name="connsiteX146" fmla="*/ 550309 w 12192000"/>
              <a:gd name="connsiteY146" fmla="*/ 2181825 h 2237474"/>
              <a:gd name="connsiteX147" fmla="*/ 541836 w 12192000"/>
              <a:gd name="connsiteY147" fmla="*/ 2181063 h 2237474"/>
              <a:gd name="connsiteX148" fmla="*/ 536057 w 12192000"/>
              <a:gd name="connsiteY148" fmla="*/ 2181537 h 2237474"/>
              <a:gd name="connsiteX149" fmla="*/ 520671 w 12192000"/>
              <a:gd name="connsiteY149" fmla="*/ 2180980 h 2237474"/>
              <a:gd name="connsiteX150" fmla="*/ 515024 w 12192000"/>
              <a:gd name="connsiteY150" fmla="*/ 2179258 h 2237474"/>
              <a:gd name="connsiteX151" fmla="*/ 512278 w 12192000"/>
              <a:gd name="connsiteY151" fmla="*/ 2176369 h 2237474"/>
              <a:gd name="connsiteX152" fmla="*/ 480419 w 12192000"/>
              <a:gd name="connsiteY152" fmla="*/ 2167807 h 2237474"/>
              <a:gd name="connsiteX153" fmla="*/ 413835 w 12192000"/>
              <a:gd name="connsiteY153" fmla="*/ 2156783 h 2237474"/>
              <a:gd name="connsiteX154" fmla="*/ 376513 w 12192000"/>
              <a:gd name="connsiteY154" fmla="*/ 2154014 h 2237474"/>
              <a:gd name="connsiteX155" fmla="*/ 273386 w 12192000"/>
              <a:gd name="connsiteY155" fmla="*/ 2142551 h 2237474"/>
              <a:gd name="connsiteX156" fmla="*/ 169207 w 12192000"/>
              <a:gd name="connsiteY156" fmla="*/ 2128100 h 2237474"/>
              <a:gd name="connsiteX157" fmla="*/ 93149 w 12192000"/>
              <a:gd name="connsiteY157" fmla="*/ 2105324 h 2237474"/>
              <a:gd name="connsiteX158" fmla="*/ 88109 w 12192000"/>
              <a:gd name="connsiteY158" fmla="*/ 2106704 h 2237474"/>
              <a:gd name="connsiteX159" fmla="*/ 80022 w 12192000"/>
              <a:gd name="connsiteY159" fmla="*/ 2107254 h 2237474"/>
              <a:gd name="connsiteX160" fmla="*/ 79717 w 12192000"/>
              <a:gd name="connsiteY160" fmla="*/ 2107046 h 2237474"/>
              <a:gd name="connsiteX161" fmla="*/ 72352 w 12192000"/>
              <a:gd name="connsiteY161" fmla="*/ 2107991 h 2237474"/>
              <a:gd name="connsiteX162" fmla="*/ 37645 w 12192000"/>
              <a:gd name="connsiteY162" fmla="*/ 2115401 h 2237474"/>
              <a:gd name="connsiteX163" fmla="*/ 4572 w 12192000"/>
              <a:gd name="connsiteY163" fmla="*/ 2111091 h 2237474"/>
              <a:gd name="connsiteX164" fmla="*/ 0 w 12192000"/>
              <a:gd name="connsiteY164" fmla="*/ 2110468 h 2237474"/>
              <a:gd name="connsiteX165" fmla="*/ 0 w 12192000"/>
              <a:gd name="connsiteY16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41836 w 12192000"/>
              <a:gd name="connsiteY146" fmla="*/ 2181063 h 2237474"/>
              <a:gd name="connsiteX147" fmla="*/ 536057 w 12192000"/>
              <a:gd name="connsiteY147" fmla="*/ 2181537 h 2237474"/>
              <a:gd name="connsiteX148" fmla="*/ 520671 w 12192000"/>
              <a:gd name="connsiteY148" fmla="*/ 2180980 h 2237474"/>
              <a:gd name="connsiteX149" fmla="*/ 515024 w 12192000"/>
              <a:gd name="connsiteY149" fmla="*/ 2179258 h 2237474"/>
              <a:gd name="connsiteX150" fmla="*/ 512278 w 12192000"/>
              <a:gd name="connsiteY150" fmla="*/ 2176369 h 2237474"/>
              <a:gd name="connsiteX151" fmla="*/ 480419 w 12192000"/>
              <a:gd name="connsiteY151" fmla="*/ 2167807 h 2237474"/>
              <a:gd name="connsiteX152" fmla="*/ 413835 w 12192000"/>
              <a:gd name="connsiteY152" fmla="*/ 2156783 h 2237474"/>
              <a:gd name="connsiteX153" fmla="*/ 376513 w 12192000"/>
              <a:gd name="connsiteY153" fmla="*/ 2154014 h 2237474"/>
              <a:gd name="connsiteX154" fmla="*/ 273386 w 12192000"/>
              <a:gd name="connsiteY154" fmla="*/ 2142551 h 2237474"/>
              <a:gd name="connsiteX155" fmla="*/ 169207 w 12192000"/>
              <a:gd name="connsiteY155" fmla="*/ 2128100 h 2237474"/>
              <a:gd name="connsiteX156" fmla="*/ 93149 w 12192000"/>
              <a:gd name="connsiteY156" fmla="*/ 2105324 h 2237474"/>
              <a:gd name="connsiteX157" fmla="*/ 88109 w 12192000"/>
              <a:gd name="connsiteY157" fmla="*/ 2106704 h 2237474"/>
              <a:gd name="connsiteX158" fmla="*/ 80022 w 12192000"/>
              <a:gd name="connsiteY158" fmla="*/ 2107254 h 2237474"/>
              <a:gd name="connsiteX159" fmla="*/ 79717 w 12192000"/>
              <a:gd name="connsiteY159" fmla="*/ 2107046 h 2237474"/>
              <a:gd name="connsiteX160" fmla="*/ 72352 w 12192000"/>
              <a:gd name="connsiteY160" fmla="*/ 2107991 h 2237474"/>
              <a:gd name="connsiteX161" fmla="*/ 37645 w 12192000"/>
              <a:gd name="connsiteY161" fmla="*/ 2115401 h 2237474"/>
              <a:gd name="connsiteX162" fmla="*/ 4572 w 12192000"/>
              <a:gd name="connsiteY162" fmla="*/ 2111091 h 2237474"/>
              <a:gd name="connsiteX163" fmla="*/ 0 w 12192000"/>
              <a:gd name="connsiteY163" fmla="*/ 2110468 h 2237474"/>
              <a:gd name="connsiteX164" fmla="*/ 0 w 12192000"/>
              <a:gd name="connsiteY16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41836 w 12192000"/>
              <a:gd name="connsiteY146" fmla="*/ 2181063 h 2237474"/>
              <a:gd name="connsiteX147" fmla="*/ 520671 w 12192000"/>
              <a:gd name="connsiteY147" fmla="*/ 2180980 h 2237474"/>
              <a:gd name="connsiteX148" fmla="*/ 515024 w 12192000"/>
              <a:gd name="connsiteY148" fmla="*/ 2179258 h 2237474"/>
              <a:gd name="connsiteX149" fmla="*/ 512278 w 12192000"/>
              <a:gd name="connsiteY149" fmla="*/ 2176369 h 2237474"/>
              <a:gd name="connsiteX150" fmla="*/ 480419 w 12192000"/>
              <a:gd name="connsiteY150" fmla="*/ 2167807 h 2237474"/>
              <a:gd name="connsiteX151" fmla="*/ 413835 w 12192000"/>
              <a:gd name="connsiteY151" fmla="*/ 2156783 h 2237474"/>
              <a:gd name="connsiteX152" fmla="*/ 376513 w 12192000"/>
              <a:gd name="connsiteY152" fmla="*/ 2154014 h 2237474"/>
              <a:gd name="connsiteX153" fmla="*/ 273386 w 12192000"/>
              <a:gd name="connsiteY153" fmla="*/ 2142551 h 2237474"/>
              <a:gd name="connsiteX154" fmla="*/ 169207 w 12192000"/>
              <a:gd name="connsiteY154" fmla="*/ 2128100 h 2237474"/>
              <a:gd name="connsiteX155" fmla="*/ 93149 w 12192000"/>
              <a:gd name="connsiteY155" fmla="*/ 2105324 h 2237474"/>
              <a:gd name="connsiteX156" fmla="*/ 88109 w 12192000"/>
              <a:gd name="connsiteY156" fmla="*/ 2106704 h 2237474"/>
              <a:gd name="connsiteX157" fmla="*/ 80022 w 12192000"/>
              <a:gd name="connsiteY157" fmla="*/ 2107254 h 2237474"/>
              <a:gd name="connsiteX158" fmla="*/ 79717 w 12192000"/>
              <a:gd name="connsiteY158" fmla="*/ 2107046 h 2237474"/>
              <a:gd name="connsiteX159" fmla="*/ 72352 w 12192000"/>
              <a:gd name="connsiteY159" fmla="*/ 2107991 h 2237474"/>
              <a:gd name="connsiteX160" fmla="*/ 37645 w 12192000"/>
              <a:gd name="connsiteY160" fmla="*/ 2115401 h 2237474"/>
              <a:gd name="connsiteX161" fmla="*/ 4572 w 12192000"/>
              <a:gd name="connsiteY161" fmla="*/ 2111091 h 2237474"/>
              <a:gd name="connsiteX162" fmla="*/ 0 w 12192000"/>
              <a:gd name="connsiteY162" fmla="*/ 2110468 h 2237474"/>
              <a:gd name="connsiteX163" fmla="*/ 0 w 12192000"/>
              <a:gd name="connsiteY16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512278 w 12192000"/>
              <a:gd name="connsiteY148" fmla="*/ 2176369 h 2237474"/>
              <a:gd name="connsiteX149" fmla="*/ 480419 w 12192000"/>
              <a:gd name="connsiteY149" fmla="*/ 2167807 h 2237474"/>
              <a:gd name="connsiteX150" fmla="*/ 413835 w 12192000"/>
              <a:gd name="connsiteY150" fmla="*/ 2156783 h 2237474"/>
              <a:gd name="connsiteX151" fmla="*/ 376513 w 12192000"/>
              <a:gd name="connsiteY151" fmla="*/ 2154014 h 2237474"/>
              <a:gd name="connsiteX152" fmla="*/ 273386 w 12192000"/>
              <a:gd name="connsiteY152" fmla="*/ 2142551 h 2237474"/>
              <a:gd name="connsiteX153" fmla="*/ 169207 w 12192000"/>
              <a:gd name="connsiteY153" fmla="*/ 2128100 h 2237474"/>
              <a:gd name="connsiteX154" fmla="*/ 93149 w 12192000"/>
              <a:gd name="connsiteY154" fmla="*/ 2105324 h 2237474"/>
              <a:gd name="connsiteX155" fmla="*/ 88109 w 12192000"/>
              <a:gd name="connsiteY155" fmla="*/ 2106704 h 2237474"/>
              <a:gd name="connsiteX156" fmla="*/ 80022 w 12192000"/>
              <a:gd name="connsiteY156" fmla="*/ 2107254 h 2237474"/>
              <a:gd name="connsiteX157" fmla="*/ 79717 w 12192000"/>
              <a:gd name="connsiteY157" fmla="*/ 2107046 h 2237474"/>
              <a:gd name="connsiteX158" fmla="*/ 72352 w 12192000"/>
              <a:gd name="connsiteY158" fmla="*/ 2107991 h 2237474"/>
              <a:gd name="connsiteX159" fmla="*/ 37645 w 12192000"/>
              <a:gd name="connsiteY159" fmla="*/ 2115401 h 2237474"/>
              <a:gd name="connsiteX160" fmla="*/ 4572 w 12192000"/>
              <a:gd name="connsiteY160" fmla="*/ 2111091 h 2237474"/>
              <a:gd name="connsiteX161" fmla="*/ 0 w 12192000"/>
              <a:gd name="connsiteY161" fmla="*/ 2110468 h 2237474"/>
              <a:gd name="connsiteX162" fmla="*/ 0 w 12192000"/>
              <a:gd name="connsiteY16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80419 w 12192000"/>
              <a:gd name="connsiteY148" fmla="*/ 2167807 h 2237474"/>
              <a:gd name="connsiteX149" fmla="*/ 413835 w 12192000"/>
              <a:gd name="connsiteY149" fmla="*/ 2156783 h 2237474"/>
              <a:gd name="connsiteX150" fmla="*/ 376513 w 12192000"/>
              <a:gd name="connsiteY150" fmla="*/ 2154014 h 2237474"/>
              <a:gd name="connsiteX151" fmla="*/ 273386 w 12192000"/>
              <a:gd name="connsiteY151" fmla="*/ 2142551 h 2237474"/>
              <a:gd name="connsiteX152" fmla="*/ 169207 w 12192000"/>
              <a:gd name="connsiteY152" fmla="*/ 2128100 h 2237474"/>
              <a:gd name="connsiteX153" fmla="*/ 93149 w 12192000"/>
              <a:gd name="connsiteY153" fmla="*/ 2105324 h 2237474"/>
              <a:gd name="connsiteX154" fmla="*/ 88109 w 12192000"/>
              <a:gd name="connsiteY154" fmla="*/ 2106704 h 2237474"/>
              <a:gd name="connsiteX155" fmla="*/ 80022 w 12192000"/>
              <a:gd name="connsiteY155" fmla="*/ 2107254 h 2237474"/>
              <a:gd name="connsiteX156" fmla="*/ 79717 w 12192000"/>
              <a:gd name="connsiteY156" fmla="*/ 2107046 h 2237474"/>
              <a:gd name="connsiteX157" fmla="*/ 72352 w 12192000"/>
              <a:gd name="connsiteY157" fmla="*/ 2107991 h 2237474"/>
              <a:gd name="connsiteX158" fmla="*/ 37645 w 12192000"/>
              <a:gd name="connsiteY158" fmla="*/ 2115401 h 2237474"/>
              <a:gd name="connsiteX159" fmla="*/ 4572 w 12192000"/>
              <a:gd name="connsiteY159" fmla="*/ 2111091 h 2237474"/>
              <a:gd name="connsiteX160" fmla="*/ 0 w 12192000"/>
              <a:gd name="connsiteY160" fmla="*/ 2110468 h 2237474"/>
              <a:gd name="connsiteX161" fmla="*/ 0 w 12192000"/>
              <a:gd name="connsiteY16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8109 w 12192000"/>
              <a:gd name="connsiteY153" fmla="*/ 2106704 h 2237474"/>
              <a:gd name="connsiteX154" fmla="*/ 80022 w 12192000"/>
              <a:gd name="connsiteY154" fmla="*/ 2107254 h 2237474"/>
              <a:gd name="connsiteX155" fmla="*/ 79717 w 12192000"/>
              <a:gd name="connsiteY155" fmla="*/ 2107046 h 2237474"/>
              <a:gd name="connsiteX156" fmla="*/ 72352 w 12192000"/>
              <a:gd name="connsiteY156" fmla="*/ 2107991 h 2237474"/>
              <a:gd name="connsiteX157" fmla="*/ 37645 w 12192000"/>
              <a:gd name="connsiteY157" fmla="*/ 2115401 h 2237474"/>
              <a:gd name="connsiteX158" fmla="*/ 4572 w 12192000"/>
              <a:gd name="connsiteY158" fmla="*/ 2111091 h 2237474"/>
              <a:gd name="connsiteX159" fmla="*/ 0 w 12192000"/>
              <a:gd name="connsiteY159" fmla="*/ 2110468 h 2237474"/>
              <a:gd name="connsiteX160" fmla="*/ 0 w 12192000"/>
              <a:gd name="connsiteY16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8109 w 12192000"/>
              <a:gd name="connsiteY153" fmla="*/ 2106704 h 2237474"/>
              <a:gd name="connsiteX154" fmla="*/ 80022 w 12192000"/>
              <a:gd name="connsiteY154" fmla="*/ 2107254 h 2237474"/>
              <a:gd name="connsiteX155" fmla="*/ 72352 w 12192000"/>
              <a:gd name="connsiteY155" fmla="*/ 2107991 h 2237474"/>
              <a:gd name="connsiteX156" fmla="*/ 37645 w 12192000"/>
              <a:gd name="connsiteY156" fmla="*/ 2115401 h 2237474"/>
              <a:gd name="connsiteX157" fmla="*/ 4572 w 12192000"/>
              <a:gd name="connsiteY157" fmla="*/ 2111091 h 2237474"/>
              <a:gd name="connsiteX158" fmla="*/ 0 w 12192000"/>
              <a:gd name="connsiteY158" fmla="*/ 2110468 h 2237474"/>
              <a:gd name="connsiteX159" fmla="*/ 0 w 12192000"/>
              <a:gd name="connsiteY15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93149 w 12192000"/>
              <a:gd name="connsiteY152" fmla="*/ 2105324 h 2237474"/>
              <a:gd name="connsiteX153" fmla="*/ 80022 w 12192000"/>
              <a:gd name="connsiteY153" fmla="*/ 2107254 h 2237474"/>
              <a:gd name="connsiteX154" fmla="*/ 72352 w 12192000"/>
              <a:gd name="connsiteY154" fmla="*/ 2107991 h 2237474"/>
              <a:gd name="connsiteX155" fmla="*/ 37645 w 12192000"/>
              <a:gd name="connsiteY155" fmla="*/ 2115401 h 2237474"/>
              <a:gd name="connsiteX156" fmla="*/ 4572 w 12192000"/>
              <a:gd name="connsiteY156" fmla="*/ 2111091 h 2237474"/>
              <a:gd name="connsiteX157" fmla="*/ 0 w 12192000"/>
              <a:gd name="connsiteY157" fmla="*/ 2110468 h 2237474"/>
              <a:gd name="connsiteX158" fmla="*/ 0 w 12192000"/>
              <a:gd name="connsiteY15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50309 w 12192000"/>
              <a:gd name="connsiteY145" fmla="*/ 2181825 h 2237474"/>
              <a:gd name="connsiteX146" fmla="*/ 520671 w 12192000"/>
              <a:gd name="connsiteY146" fmla="*/ 2180980 h 2237474"/>
              <a:gd name="connsiteX147" fmla="*/ 515024 w 12192000"/>
              <a:gd name="connsiteY147" fmla="*/ 2179258 h 2237474"/>
              <a:gd name="connsiteX148" fmla="*/ 413835 w 12192000"/>
              <a:gd name="connsiteY148" fmla="*/ 2156783 h 2237474"/>
              <a:gd name="connsiteX149" fmla="*/ 376513 w 12192000"/>
              <a:gd name="connsiteY149" fmla="*/ 2154014 h 2237474"/>
              <a:gd name="connsiteX150" fmla="*/ 273386 w 12192000"/>
              <a:gd name="connsiteY150" fmla="*/ 2142551 h 2237474"/>
              <a:gd name="connsiteX151" fmla="*/ 169207 w 12192000"/>
              <a:gd name="connsiteY151" fmla="*/ 2128100 h 2237474"/>
              <a:gd name="connsiteX152" fmla="*/ 80022 w 12192000"/>
              <a:gd name="connsiteY152" fmla="*/ 2107254 h 2237474"/>
              <a:gd name="connsiteX153" fmla="*/ 72352 w 12192000"/>
              <a:gd name="connsiteY153" fmla="*/ 2107991 h 2237474"/>
              <a:gd name="connsiteX154" fmla="*/ 37645 w 12192000"/>
              <a:gd name="connsiteY154" fmla="*/ 2115401 h 2237474"/>
              <a:gd name="connsiteX155" fmla="*/ 4572 w 12192000"/>
              <a:gd name="connsiteY155" fmla="*/ 2111091 h 2237474"/>
              <a:gd name="connsiteX156" fmla="*/ 0 w 12192000"/>
              <a:gd name="connsiteY156" fmla="*/ 2110468 h 2237474"/>
              <a:gd name="connsiteX157" fmla="*/ 0 w 12192000"/>
              <a:gd name="connsiteY15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50517 w 12192000"/>
              <a:gd name="connsiteY144" fmla="*/ 2182060 h 2237474"/>
              <a:gd name="connsiteX145" fmla="*/ 520671 w 12192000"/>
              <a:gd name="connsiteY145" fmla="*/ 2180980 h 2237474"/>
              <a:gd name="connsiteX146" fmla="*/ 515024 w 12192000"/>
              <a:gd name="connsiteY146" fmla="*/ 2179258 h 2237474"/>
              <a:gd name="connsiteX147" fmla="*/ 413835 w 12192000"/>
              <a:gd name="connsiteY147" fmla="*/ 2156783 h 2237474"/>
              <a:gd name="connsiteX148" fmla="*/ 376513 w 12192000"/>
              <a:gd name="connsiteY148" fmla="*/ 2154014 h 2237474"/>
              <a:gd name="connsiteX149" fmla="*/ 273386 w 12192000"/>
              <a:gd name="connsiteY149" fmla="*/ 2142551 h 2237474"/>
              <a:gd name="connsiteX150" fmla="*/ 169207 w 12192000"/>
              <a:gd name="connsiteY150" fmla="*/ 2128100 h 2237474"/>
              <a:gd name="connsiteX151" fmla="*/ 80022 w 12192000"/>
              <a:gd name="connsiteY151" fmla="*/ 2107254 h 2237474"/>
              <a:gd name="connsiteX152" fmla="*/ 72352 w 12192000"/>
              <a:gd name="connsiteY152" fmla="*/ 2107991 h 2237474"/>
              <a:gd name="connsiteX153" fmla="*/ 37645 w 12192000"/>
              <a:gd name="connsiteY153" fmla="*/ 2115401 h 2237474"/>
              <a:gd name="connsiteX154" fmla="*/ 4572 w 12192000"/>
              <a:gd name="connsiteY154" fmla="*/ 2111091 h 2237474"/>
              <a:gd name="connsiteX155" fmla="*/ 0 w 12192000"/>
              <a:gd name="connsiteY155" fmla="*/ 2110468 h 2237474"/>
              <a:gd name="connsiteX156" fmla="*/ 0 w 12192000"/>
              <a:gd name="connsiteY15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58449 w 12192000"/>
              <a:gd name="connsiteY143" fmla="*/ 2182346 h 2237474"/>
              <a:gd name="connsiteX144" fmla="*/ 520671 w 12192000"/>
              <a:gd name="connsiteY144" fmla="*/ 2180980 h 2237474"/>
              <a:gd name="connsiteX145" fmla="*/ 515024 w 12192000"/>
              <a:gd name="connsiteY145" fmla="*/ 2179258 h 2237474"/>
              <a:gd name="connsiteX146" fmla="*/ 413835 w 12192000"/>
              <a:gd name="connsiteY146" fmla="*/ 2156783 h 2237474"/>
              <a:gd name="connsiteX147" fmla="*/ 376513 w 12192000"/>
              <a:gd name="connsiteY147" fmla="*/ 2154014 h 2237474"/>
              <a:gd name="connsiteX148" fmla="*/ 273386 w 12192000"/>
              <a:gd name="connsiteY148" fmla="*/ 2142551 h 2237474"/>
              <a:gd name="connsiteX149" fmla="*/ 169207 w 12192000"/>
              <a:gd name="connsiteY149" fmla="*/ 2128100 h 2237474"/>
              <a:gd name="connsiteX150" fmla="*/ 80022 w 12192000"/>
              <a:gd name="connsiteY150" fmla="*/ 2107254 h 2237474"/>
              <a:gd name="connsiteX151" fmla="*/ 72352 w 12192000"/>
              <a:gd name="connsiteY151" fmla="*/ 2107991 h 2237474"/>
              <a:gd name="connsiteX152" fmla="*/ 37645 w 12192000"/>
              <a:gd name="connsiteY152" fmla="*/ 2115401 h 2237474"/>
              <a:gd name="connsiteX153" fmla="*/ 4572 w 12192000"/>
              <a:gd name="connsiteY153" fmla="*/ 2111091 h 2237474"/>
              <a:gd name="connsiteX154" fmla="*/ 0 w 12192000"/>
              <a:gd name="connsiteY154" fmla="*/ 2110468 h 2237474"/>
              <a:gd name="connsiteX155" fmla="*/ 0 w 12192000"/>
              <a:gd name="connsiteY15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69923 w 12192000"/>
              <a:gd name="connsiteY140" fmla="*/ 2211682 h 2237474"/>
              <a:gd name="connsiteX141" fmla="*/ 648680 w 12192000"/>
              <a:gd name="connsiteY141" fmla="*/ 2206229 h 2237474"/>
              <a:gd name="connsiteX142" fmla="*/ 597225 w 12192000"/>
              <a:gd name="connsiteY142" fmla="*/ 2180999 h 2237474"/>
              <a:gd name="connsiteX143" fmla="*/ 520671 w 12192000"/>
              <a:gd name="connsiteY143" fmla="*/ 2180980 h 2237474"/>
              <a:gd name="connsiteX144" fmla="*/ 515024 w 12192000"/>
              <a:gd name="connsiteY144" fmla="*/ 2179258 h 2237474"/>
              <a:gd name="connsiteX145" fmla="*/ 413835 w 12192000"/>
              <a:gd name="connsiteY145" fmla="*/ 2156783 h 2237474"/>
              <a:gd name="connsiteX146" fmla="*/ 376513 w 12192000"/>
              <a:gd name="connsiteY146" fmla="*/ 2154014 h 2237474"/>
              <a:gd name="connsiteX147" fmla="*/ 273386 w 12192000"/>
              <a:gd name="connsiteY147" fmla="*/ 2142551 h 2237474"/>
              <a:gd name="connsiteX148" fmla="*/ 169207 w 12192000"/>
              <a:gd name="connsiteY148" fmla="*/ 2128100 h 2237474"/>
              <a:gd name="connsiteX149" fmla="*/ 80022 w 12192000"/>
              <a:gd name="connsiteY149" fmla="*/ 2107254 h 2237474"/>
              <a:gd name="connsiteX150" fmla="*/ 72352 w 12192000"/>
              <a:gd name="connsiteY150" fmla="*/ 2107991 h 2237474"/>
              <a:gd name="connsiteX151" fmla="*/ 37645 w 12192000"/>
              <a:gd name="connsiteY151" fmla="*/ 2115401 h 2237474"/>
              <a:gd name="connsiteX152" fmla="*/ 4572 w 12192000"/>
              <a:gd name="connsiteY152" fmla="*/ 2111091 h 2237474"/>
              <a:gd name="connsiteX153" fmla="*/ 0 w 12192000"/>
              <a:gd name="connsiteY153" fmla="*/ 2110468 h 2237474"/>
              <a:gd name="connsiteX154" fmla="*/ 0 w 12192000"/>
              <a:gd name="connsiteY15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648680 w 12192000"/>
              <a:gd name="connsiteY140" fmla="*/ 2206229 h 2237474"/>
              <a:gd name="connsiteX141" fmla="*/ 597225 w 12192000"/>
              <a:gd name="connsiteY141" fmla="*/ 2180999 h 2237474"/>
              <a:gd name="connsiteX142" fmla="*/ 520671 w 12192000"/>
              <a:gd name="connsiteY142" fmla="*/ 2180980 h 2237474"/>
              <a:gd name="connsiteX143" fmla="*/ 515024 w 12192000"/>
              <a:gd name="connsiteY143" fmla="*/ 2179258 h 2237474"/>
              <a:gd name="connsiteX144" fmla="*/ 413835 w 12192000"/>
              <a:gd name="connsiteY144" fmla="*/ 2156783 h 2237474"/>
              <a:gd name="connsiteX145" fmla="*/ 376513 w 12192000"/>
              <a:gd name="connsiteY145" fmla="*/ 2154014 h 2237474"/>
              <a:gd name="connsiteX146" fmla="*/ 273386 w 12192000"/>
              <a:gd name="connsiteY146" fmla="*/ 2142551 h 2237474"/>
              <a:gd name="connsiteX147" fmla="*/ 169207 w 12192000"/>
              <a:gd name="connsiteY147" fmla="*/ 2128100 h 2237474"/>
              <a:gd name="connsiteX148" fmla="*/ 80022 w 12192000"/>
              <a:gd name="connsiteY148" fmla="*/ 2107254 h 2237474"/>
              <a:gd name="connsiteX149" fmla="*/ 72352 w 12192000"/>
              <a:gd name="connsiteY149" fmla="*/ 2107991 h 2237474"/>
              <a:gd name="connsiteX150" fmla="*/ 37645 w 12192000"/>
              <a:gd name="connsiteY150" fmla="*/ 2115401 h 2237474"/>
              <a:gd name="connsiteX151" fmla="*/ 4572 w 12192000"/>
              <a:gd name="connsiteY151" fmla="*/ 2111091 h 2237474"/>
              <a:gd name="connsiteX152" fmla="*/ 0 w 12192000"/>
              <a:gd name="connsiteY152" fmla="*/ 2110468 h 2237474"/>
              <a:gd name="connsiteX153" fmla="*/ 0 w 12192000"/>
              <a:gd name="connsiteY15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80022 w 12192000"/>
              <a:gd name="connsiteY147" fmla="*/ 2107254 h 2237474"/>
              <a:gd name="connsiteX148" fmla="*/ 72352 w 12192000"/>
              <a:gd name="connsiteY148" fmla="*/ 2107991 h 2237474"/>
              <a:gd name="connsiteX149" fmla="*/ 37645 w 12192000"/>
              <a:gd name="connsiteY149" fmla="*/ 2115401 h 2237474"/>
              <a:gd name="connsiteX150" fmla="*/ 4572 w 12192000"/>
              <a:gd name="connsiteY150" fmla="*/ 2111091 h 2237474"/>
              <a:gd name="connsiteX151" fmla="*/ 0 w 12192000"/>
              <a:gd name="connsiteY151" fmla="*/ 2110468 h 2237474"/>
              <a:gd name="connsiteX152" fmla="*/ 0 w 12192000"/>
              <a:gd name="connsiteY15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80022 w 12192000"/>
              <a:gd name="connsiteY147" fmla="*/ 2107254 h 2237474"/>
              <a:gd name="connsiteX148" fmla="*/ 37645 w 12192000"/>
              <a:gd name="connsiteY148" fmla="*/ 2115401 h 2237474"/>
              <a:gd name="connsiteX149" fmla="*/ 4572 w 12192000"/>
              <a:gd name="connsiteY149" fmla="*/ 2111091 h 2237474"/>
              <a:gd name="connsiteX150" fmla="*/ 0 w 12192000"/>
              <a:gd name="connsiteY150" fmla="*/ 2110468 h 2237474"/>
              <a:gd name="connsiteX151" fmla="*/ 0 w 12192000"/>
              <a:gd name="connsiteY15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784978 w 12192000"/>
              <a:gd name="connsiteY139" fmla="*/ 2212360 h 2237474"/>
              <a:gd name="connsiteX140" fmla="*/ 597225 w 12192000"/>
              <a:gd name="connsiteY140" fmla="*/ 2180999 h 2237474"/>
              <a:gd name="connsiteX141" fmla="*/ 520671 w 12192000"/>
              <a:gd name="connsiteY141" fmla="*/ 2180980 h 2237474"/>
              <a:gd name="connsiteX142" fmla="*/ 515024 w 12192000"/>
              <a:gd name="connsiteY142" fmla="*/ 2179258 h 2237474"/>
              <a:gd name="connsiteX143" fmla="*/ 413835 w 12192000"/>
              <a:gd name="connsiteY143" fmla="*/ 2156783 h 2237474"/>
              <a:gd name="connsiteX144" fmla="*/ 376513 w 12192000"/>
              <a:gd name="connsiteY144" fmla="*/ 2154014 h 2237474"/>
              <a:gd name="connsiteX145" fmla="*/ 273386 w 12192000"/>
              <a:gd name="connsiteY145" fmla="*/ 2142551 h 2237474"/>
              <a:gd name="connsiteX146" fmla="*/ 169207 w 12192000"/>
              <a:gd name="connsiteY146" fmla="*/ 2128100 h 2237474"/>
              <a:gd name="connsiteX147" fmla="*/ 77641 w 12192000"/>
              <a:gd name="connsiteY147" fmla="*/ 2126835 h 2237474"/>
              <a:gd name="connsiteX148" fmla="*/ 37645 w 12192000"/>
              <a:gd name="connsiteY148" fmla="*/ 2115401 h 2237474"/>
              <a:gd name="connsiteX149" fmla="*/ 4572 w 12192000"/>
              <a:gd name="connsiteY149" fmla="*/ 2111091 h 2237474"/>
              <a:gd name="connsiteX150" fmla="*/ 0 w 12192000"/>
              <a:gd name="connsiteY150" fmla="*/ 2110468 h 2237474"/>
              <a:gd name="connsiteX151" fmla="*/ 0 w 12192000"/>
              <a:gd name="connsiteY15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800195 w 12192000"/>
              <a:gd name="connsiteY138" fmla="*/ 2209407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02752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10095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324828 w 12192000"/>
              <a:gd name="connsiteY133" fmla="*/ 2231968 h 2237474"/>
              <a:gd name="connsiteX134" fmla="*/ 1279765 w 12192000"/>
              <a:gd name="connsiteY134" fmla="*/ 2229639 h 2237474"/>
              <a:gd name="connsiteX135" fmla="*/ 1195347 w 12192000"/>
              <a:gd name="connsiteY135" fmla="*/ 2212354 h 2237474"/>
              <a:gd name="connsiteX136" fmla="*/ 970251 w 12192000"/>
              <a:gd name="connsiteY136" fmla="*/ 2221029 h 2237474"/>
              <a:gd name="connsiteX137" fmla="*/ 812914 w 12192000"/>
              <a:gd name="connsiteY137" fmla="*/ 2210095 h 2237474"/>
              <a:gd name="connsiteX138" fmla="*/ 776382 w 12192000"/>
              <a:gd name="connsiteY138" fmla="*/ 2204512 h 2237474"/>
              <a:gd name="connsiteX139" fmla="*/ 597225 w 12192000"/>
              <a:gd name="connsiteY139" fmla="*/ 2180999 h 2237474"/>
              <a:gd name="connsiteX140" fmla="*/ 520671 w 12192000"/>
              <a:gd name="connsiteY140" fmla="*/ 2180980 h 2237474"/>
              <a:gd name="connsiteX141" fmla="*/ 515024 w 12192000"/>
              <a:gd name="connsiteY141" fmla="*/ 2179258 h 2237474"/>
              <a:gd name="connsiteX142" fmla="*/ 413835 w 12192000"/>
              <a:gd name="connsiteY142" fmla="*/ 2156783 h 2237474"/>
              <a:gd name="connsiteX143" fmla="*/ 376513 w 12192000"/>
              <a:gd name="connsiteY143" fmla="*/ 2154014 h 2237474"/>
              <a:gd name="connsiteX144" fmla="*/ 273386 w 12192000"/>
              <a:gd name="connsiteY144" fmla="*/ 2142551 h 2237474"/>
              <a:gd name="connsiteX145" fmla="*/ 169207 w 12192000"/>
              <a:gd name="connsiteY145" fmla="*/ 2128100 h 2237474"/>
              <a:gd name="connsiteX146" fmla="*/ 77641 w 12192000"/>
              <a:gd name="connsiteY146" fmla="*/ 2126835 h 2237474"/>
              <a:gd name="connsiteX147" fmla="*/ 37645 w 12192000"/>
              <a:gd name="connsiteY147" fmla="*/ 2115401 h 2237474"/>
              <a:gd name="connsiteX148" fmla="*/ 4572 w 12192000"/>
              <a:gd name="connsiteY148" fmla="*/ 2111091 h 2237474"/>
              <a:gd name="connsiteX149" fmla="*/ 0 w 12192000"/>
              <a:gd name="connsiteY149" fmla="*/ 2110468 h 2237474"/>
              <a:gd name="connsiteX150" fmla="*/ 0 w 12192000"/>
              <a:gd name="connsiteY15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123424 w 12192000"/>
              <a:gd name="connsiteY107" fmla="*/ 1952930 h 2237474"/>
              <a:gd name="connsiteX108" fmla="*/ 3009910 w 12192000"/>
              <a:gd name="connsiteY108" fmla="*/ 1957866 h 2237474"/>
              <a:gd name="connsiteX109" fmla="*/ 2995934 w 12192000"/>
              <a:gd name="connsiteY109" fmla="*/ 1967085 h 2237474"/>
              <a:gd name="connsiteX110" fmla="*/ 2942858 w 12192000"/>
              <a:gd name="connsiteY110" fmla="*/ 1981367 h 2237474"/>
              <a:gd name="connsiteX111" fmla="*/ 2875436 w 12192000"/>
              <a:gd name="connsiteY111" fmla="*/ 1996977 h 2237474"/>
              <a:gd name="connsiteX112" fmla="*/ 2874892 w 12192000"/>
              <a:gd name="connsiteY112" fmla="*/ 1996085 h 2237474"/>
              <a:gd name="connsiteX113" fmla="*/ 2843662 w 12192000"/>
              <a:gd name="connsiteY113" fmla="*/ 1992498 h 2237474"/>
              <a:gd name="connsiteX114" fmla="*/ 2718916 w 12192000"/>
              <a:gd name="connsiteY114" fmla="*/ 1990867 h 2237474"/>
              <a:gd name="connsiteX115" fmla="*/ 2713522 w 12192000"/>
              <a:gd name="connsiteY115" fmla="*/ 1990173 h 2237474"/>
              <a:gd name="connsiteX116" fmla="*/ 2578178 w 12192000"/>
              <a:gd name="connsiteY116" fmla="*/ 1990531 h 2237474"/>
              <a:gd name="connsiteX117" fmla="*/ 2476147 w 12192000"/>
              <a:gd name="connsiteY117" fmla="*/ 1998305 h 2237474"/>
              <a:gd name="connsiteX118" fmla="*/ 2373568 w 12192000"/>
              <a:gd name="connsiteY118" fmla="*/ 2003219 h 2237474"/>
              <a:gd name="connsiteX119" fmla="*/ 2287219 w 12192000"/>
              <a:gd name="connsiteY119" fmla="*/ 1998750 h 2237474"/>
              <a:gd name="connsiteX120" fmla="*/ 2243069 w 12192000"/>
              <a:gd name="connsiteY120" fmla="*/ 2005321 h 2237474"/>
              <a:gd name="connsiteX121" fmla="*/ 2164831 w 12192000"/>
              <a:gd name="connsiteY121" fmla="*/ 2010143 h 2237474"/>
              <a:gd name="connsiteX122" fmla="*/ 2085228 w 12192000"/>
              <a:gd name="connsiteY122" fmla="*/ 2046431 h 2237474"/>
              <a:gd name="connsiteX123" fmla="*/ 2058061 w 12192000"/>
              <a:gd name="connsiteY123" fmla="*/ 2047942 h 2237474"/>
              <a:gd name="connsiteX124" fmla="*/ 2042244 w 12192000"/>
              <a:gd name="connsiteY124" fmla="*/ 2055560 h 2237474"/>
              <a:gd name="connsiteX125" fmla="*/ 1877728 w 12192000"/>
              <a:gd name="connsiteY125" fmla="*/ 2101004 h 2237474"/>
              <a:gd name="connsiteX126" fmla="*/ 1759056 w 12192000"/>
              <a:gd name="connsiteY126" fmla="*/ 2125608 h 2237474"/>
              <a:gd name="connsiteX127" fmla="*/ 1637948 w 12192000"/>
              <a:gd name="connsiteY127" fmla="*/ 2172597 h 2237474"/>
              <a:gd name="connsiteX128" fmla="*/ 1434549 w 12192000"/>
              <a:gd name="connsiteY128" fmla="*/ 2234522 h 2237474"/>
              <a:gd name="connsiteX129" fmla="*/ 1398481 w 12192000"/>
              <a:gd name="connsiteY129" fmla="*/ 2237074 h 2237474"/>
              <a:gd name="connsiteX130" fmla="*/ 1398407 w 12192000"/>
              <a:gd name="connsiteY130" fmla="*/ 2237095 h 2237474"/>
              <a:gd name="connsiteX131" fmla="*/ 1370962 w 12192000"/>
              <a:gd name="connsiteY131" fmla="*/ 2237474 h 2237474"/>
              <a:gd name="connsiteX132" fmla="*/ 1356367 w 12192000"/>
              <a:gd name="connsiteY132" fmla="*/ 2235089 h 2237474"/>
              <a:gd name="connsiteX133" fmla="*/ 1279765 w 12192000"/>
              <a:gd name="connsiteY133" fmla="*/ 2229639 h 2237474"/>
              <a:gd name="connsiteX134" fmla="*/ 1195347 w 12192000"/>
              <a:gd name="connsiteY134" fmla="*/ 2212354 h 2237474"/>
              <a:gd name="connsiteX135" fmla="*/ 970251 w 12192000"/>
              <a:gd name="connsiteY135" fmla="*/ 2221029 h 2237474"/>
              <a:gd name="connsiteX136" fmla="*/ 812914 w 12192000"/>
              <a:gd name="connsiteY136" fmla="*/ 2210095 h 2237474"/>
              <a:gd name="connsiteX137" fmla="*/ 776382 w 12192000"/>
              <a:gd name="connsiteY137" fmla="*/ 2204512 h 2237474"/>
              <a:gd name="connsiteX138" fmla="*/ 597225 w 12192000"/>
              <a:gd name="connsiteY138" fmla="*/ 2180999 h 2237474"/>
              <a:gd name="connsiteX139" fmla="*/ 520671 w 12192000"/>
              <a:gd name="connsiteY139" fmla="*/ 2180980 h 2237474"/>
              <a:gd name="connsiteX140" fmla="*/ 515024 w 12192000"/>
              <a:gd name="connsiteY140" fmla="*/ 2179258 h 2237474"/>
              <a:gd name="connsiteX141" fmla="*/ 413835 w 12192000"/>
              <a:gd name="connsiteY141" fmla="*/ 2156783 h 2237474"/>
              <a:gd name="connsiteX142" fmla="*/ 376513 w 12192000"/>
              <a:gd name="connsiteY142" fmla="*/ 2154014 h 2237474"/>
              <a:gd name="connsiteX143" fmla="*/ 273386 w 12192000"/>
              <a:gd name="connsiteY143" fmla="*/ 2142551 h 2237474"/>
              <a:gd name="connsiteX144" fmla="*/ 169207 w 12192000"/>
              <a:gd name="connsiteY144" fmla="*/ 2128100 h 2237474"/>
              <a:gd name="connsiteX145" fmla="*/ 77641 w 12192000"/>
              <a:gd name="connsiteY145" fmla="*/ 2126835 h 2237474"/>
              <a:gd name="connsiteX146" fmla="*/ 37645 w 12192000"/>
              <a:gd name="connsiteY146" fmla="*/ 2115401 h 2237474"/>
              <a:gd name="connsiteX147" fmla="*/ 4572 w 12192000"/>
              <a:gd name="connsiteY147" fmla="*/ 2111091 h 2237474"/>
              <a:gd name="connsiteX148" fmla="*/ 0 w 12192000"/>
              <a:gd name="connsiteY148" fmla="*/ 2110468 h 2237474"/>
              <a:gd name="connsiteX149" fmla="*/ 0 w 12192000"/>
              <a:gd name="connsiteY14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578178 w 12192000"/>
              <a:gd name="connsiteY115" fmla="*/ 1990531 h 2237474"/>
              <a:gd name="connsiteX116" fmla="*/ 2476147 w 12192000"/>
              <a:gd name="connsiteY116" fmla="*/ 1998305 h 2237474"/>
              <a:gd name="connsiteX117" fmla="*/ 2373568 w 12192000"/>
              <a:gd name="connsiteY117" fmla="*/ 2003219 h 2237474"/>
              <a:gd name="connsiteX118" fmla="*/ 2287219 w 12192000"/>
              <a:gd name="connsiteY118" fmla="*/ 1998750 h 2237474"/>
              <a:gd name="connsiteX119" fmla="*/ 2243069 w 12192000"/>
              <a:gd name="connsiteY119" fmla="*/ 2005321 h 2237474"/>
              <a:gd name="connsiteX120" fmla="*/ 2164831 w 12192000"/>
              <a:gd name="connsiteY120" fmla="*/ 2010143 h 2237474"/>
              <a:gd name="connsiteX121" fmla="*/ 2085228 w 12192000"/>
              <a:gd name="connsiteY121" fmla="*/ 2046431 h 2237474"/>
              <a:gd name="connsiteX122" fmla="*/ 2058061 w 12192000"/>
              <a:gd name="connsiteY122" fmla="*/ 2047942 h 2237474"/>
              <a:gd name="connsiteX123" fmla="*/ 2042244 w 12192000"/>
              <a:gd name="connsiteY123" fmla="*/ 2055560 h 2237474"/>
              <a:gd name="connsiteX124" fmla="*/ 1877728 w 12192000"/>
              <a:gd name="connsiteY124" fmla="*/ 2101004 h 2237474"/>
              <a:gd name="connsiteX125" fmla="*/ 1759056 w 12192000"/>
              <a:gd name="connsiteY125" fmla="*/ 2125608 h 2237474"/>
              <a:gd name="connsiteX126" fmla="*/ 1637948 w 12192000"/>
              <a:gd name="connsiteY126" fmla="*/ 2172597 h 2237474"/>
              <a:gd name="connsiteX127" fmla="*/ 1434549 w 12192000"/>
              <a:gd name="connsiteY127" fmla="*/ 2234522 h 2237474"/>
              <a:gd name="connsiteX128" fmla="*/ 1398481 w 12192000"/>
              <a:gd name="connsiteY128" fmla="*/ 2237074 h 2237474"/>
              <a:gd name="connsiteX129" fmla="*/ 1398407 w 12192000"/>
              <a:gd name="connsiteY129" fmla="*/ 2237095 h 2237474"/>
              <a:gd name="connsiteX130" fmla="*/ 1370962 w 12192000"/>
              <a:gd name="connsiteY130" fmla="*/ 2237474 h 2237474"/>
              <a:gd name="connsiteX131" fmla="*/ 1356367 w 12192000"/>
              <a:gd name="connsiteY131" fmla="*/ 2235089 h 2237474"/>
              <a:gd name="connsiteX132" fmla="*/ 1279765 w 12192000"/>
              <a:gd name="connsiteY132" fmla="*/ 2229639 h 2237474"/>
              <a:gd name="connsiteX133" fmla="*/ 1195347 w 12192000"/>
              <a:gd name="connsiteY133" fmla="*/ 2212354 h 2237474"/>
              <a:gd name="connsiteX134" fmla="*/ 970251 w 12192000"/>
              <a:gd name="connsiteY134" fmla="*/ 2221029 h 2237474"/>
              <a:gd name="connsiteX135" fmla="*/ 812914 w 12192000"/>
              <a:gd name="connsiteY135" fmla="*/ 2210095 h 2237474"/>
              <a:gd name="connsiteX136" fmla="*/ 776382 w 12192000"/>
              <a:gd name="connsiteY136" fmla="*/ 2204512 h 2237474"/>
              <a:gd name="connsiteX137" fmla="*/ 597225 w 12192000"/>
              <a:gd name="connsiteY137" fmla="*/ 2180999 h 2237474"/>
              <a:gd name="connsiteX138" fmla="*/ 520671 w 12192000"/>
              <a:gd name="connsiteY138" fmla="*/ 2180980 h 2237474"/>
              <a:gd name="connsiteX139" fmla="*/ 515024 w 12192000"/>
              <a:gd name="connsiteY139" fmla="*/ 2179258 h 2237474"/>
              <a:gd name="connsiteX140" fmla="*/ 413835 w 12192000"/>
              <a:gd name="connsiteY140" fmla="*/ 2156783 h 2237474"/>
              <a:gd name="connsiteX141" fmla="*/ 376513 w 12192000"/>
              <a:gd name="connsiteY141" fmla="*/ 2154014 h 2237474"/>
              <a:gd name="connsiteX142" fmla="*/ 273386 w 12192000"/>
              <a:gd name="connsiteY142" fmla="*/ 2142551 h 2237474"/>
              <a:gd name="connsiteX143" fmla="*/ 169207 w 12192000"/>
              <a:gd name="connsiteY143" fmla="*/ 2128100 h 2237474"/>
              <a:gd name="connsiteX144" fmla="*/ 77641 w 12192000"/>
              <a:gd name="connsiteY144" fmla="*/ 2126835 h 2237474"/>
              <a:gd name="connsiteX145" fmla="*/ 37645 w 12192000"/>
              <a:gd name="connsiteY145" fmla="*/ 2115401 h 2237474"/>
              <a:gd name="connsiteX146" fmla="*/ 4572 w 12192000"/>
              <a:gd name="connsiteY146" fmla="*/ 2111091 h 2237474"/>
              <a:gd name="connsiteX147" fmla="*/ 0 w 12192000"/>
              <a:gd name="connsiteY147" fmla="*/ 2110468 h 2237474"/>
              <a:gd name="connsiteX148" fmla="*/ 0 w 12192000"/>
              <a:gd name="connsiteY148"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7031309 w 12192000"/>
              <a:gd name="connsiteY58" fmla="*/ 1619451 h 2237474"/>
              <a:gd name="connsiteX59" fmla="*/ 6900177 w 12192000"/>
              <a:gd name="connsiteY59" fmla="*/ 1636016 h 2237474"/>
              <a:gd name="connsiteX60" fmla="*/ 6795372 w 12192000"/>
              <a:gd name="connsiteY60" fmla="*/ 1644845 h 2237474"/>
              <a:gd name="connsiteX61" fmla="*/ 6692251 w 12192000"/>
              <a:gd name="connsiteY61" fmla="*/ 1656357 h 2237474"/>
              <a:gd name="connsiteX62" fmla="*/ 6655235 w 12192000"/>
              <a:gd name="connsiteY62" fmla="*/ 1661869 h 2237474"/>
              <a:gd name="connsiteX63" fmla="*/ 6554894 w 12192000"/>
              <a:gd name="connsiteY63" fmla="*/ 1664428 h 2237474"/>
              <a:gd name="connsiteX64" fmla="*/ 6516595 w 12192000"/>
              <a:gd name="connsiteY64" fmla="*/ 1667475 h 2237474"/>
              <a:gd name="connsiteX65" fmla="*/ 6508541 w 12192000"/>
              <a:gd name="connsiteY65" fmla="*/ 1668757 h 2237474"/>
              <a:gd name="connsiteX66" fmla="*/ 6471012 w 12192000"/>
              <a:gd name="connsiteY66" fmla="*/ 1678604 h 2237474"/>
              <a:gd name="connsiteX67" fmla="*/ 6364035 w 12192000"/>
              <a:gd name="connsiteY67" fmla="*/ 1667683 h 2237474"/>
              <a:gd name="connsiteX68" fmla="*/ 6280959 w 12192000"/>
              <a:gd name="connsiteY68" fmla="*/ 1689329 h 2237474"/>
              <a:gd name="connsiteX69" fmla="*/ 6243319 w 12192000"/>
              <a:gd name="connsiteY69" fmla="*/ 1695560 h 2237474"/>
              <a:gd name="connsiteX70" fmla="*/ 6098321 w 12192000"/>
              <a:gd name="connsiteY70" fmla="*/ 1721646 h 2237474"/>
              <a:gd name="connsiteX71" fmla="*/ 5880652 w 12192000"/>
              <a:gd name="connsiteY71" fmla="*/ 1779643 h 2237474"/>
              <a:gd name="connsiteX72" fmla="*/ 5785959 w 12192000"/>
              <a:gd name="connsiteY72" fmla="*/ 1775307 h 2237474"/>
              <a:gd name="connsiteX73" fmla="*/ 5643534 w 12192000"/>
              <a:gd name="connsiteY73" fmla="*/ 1802919 h 2237474"/>
              <a:gd name="connsiteX74" fmla="*/ 5518799 w 12192000"/>
              <a:gd name="connsiteY74" fmla="*/ 1818312 h 2237474"/>
              <a:gd name="connsiteX75" fmla="*/ 5505014 w 12192000"/>
              <a:gd name="connsiteY75" fmla="*/ 1819259 h 2237474"/>
              <a:gd name="connsiteX76" fmla="*/ 5453307 w 12192000"/>
              <a:gd name="connsiteY76" fmla="*/ 1815450 h 2237474"/>
              <a:gd name="connsiteX77" fmla="*/ 5221533 w 12192000"/>
              <a:gd name="connsiteY77" fmla="*/ 1846950 h 2237474"/>
              <a:gd name="connsiteX78" fmla="*/ 5149802 w 12192000"/>
              <a:gd name="connsiteY78" fmla="*/ 1844846 h 2237474"/>
              <a:gd name="connsiteX79" fmla="*/ 5114927 w 12192000"/>
              <a:gd name="connsiteY79" fmla="*/ 1847827 h 2237474"/>
              <a:gd name="connsiteX80" fmla="*/ 5108970 w 12192000"/>
              <a:gd name="connsiteY80" fmla="*/ 1847935 h 2237474"/>
              <a:gd name="connsiteX81" fmla="*/ 5067961 w 12192000"/>
              <a:gd name="connsiteY81" fmla="*/ 1845917 h 2237474"/>
              <a:gd name="connsiteX82" fmla="*/ 5007075 w 12192000"/>
              <a:gd name="connsiteY82" fmla="*/ 1838626 h 2237474"/>
              <a:gd name="connsiteX83" fmla="*/ 4944087 w 12192000"/>
              <a:gd name="connsiteY83" fmla="*/ 1823332 h 2237474"/>
              <a:gd name="connsiteX84" fmla="*/ 4907662 w 12192000"/>
              <a:gd name="connsiteY84" fmla="*/ 1816900 h 2237474"/>
              <a:gd name="connsiteX85" fmla="*/ 4882386 w 12192000"/>
              <a:gd name="connsiteY85" fmla="*/ 1809844 h 2237474"/>
              <a:gd name="connsiteX86" fmla="*/ 4811440 w 12192000"/>
              <a:gd name="connsiteY86" fmla="*/ 1804655 h 2237474"/>
              <a:gd name="connsiteX87" fmla="*/ 4691075 w 12192000"/>
              <a:gd name="connsiteY87" fmla="*/ 1801389 h 2237474"/>
              <a:gd name="connsiteX88" fmla="*/ 4640313 w 12192000"/>
              <a:gd name="connsiteY88" fmla="*/ 1784307 h 2237474"/>
              <a:gd name="connsiteX89" fmla="*/ 4536503 w 12192000"/>
              <a:gd name="connsiteY89" fmla="*/ 1785334 h 2237474"/>
              <a:gd name="connsiteX90" fmla="*/ 4513724 w 12192000"/>
              <a:gd name="connsiteY90" fmla="*/ 1791996 h 2237474"/>
              <a:gd name="connsiteX91" fmla="*/ 4459810 w 12192000"/>
              <a:gd name="connsiteY91" fmla="*/ 1797886 h 2237474"/>
              <a:gd name="connsiteX92" fmla="*/ 4379064 w 12192000"/>
              <a:gd name="connsiteY92" fmla="*/ 1817177 h 2237474"/>
              <a:gd name="connsiteX93" fmla="*/ 4290981 w 12192000"/>
              <a:gd name="connsiteY93" fmla="*/ 1839677 h 2237474"/>
              <a:gd name="connsiteX94" fmla="*/ 4238372 w 12192000"/>
              <a:gd name="connsiteY94" fmla="*/ 1851480 h 2237474"/>
              <a:gd name="connsiteX95" fmla="*/ 4232517 w 12192000"/>
              <a:gd name="connsiteY95" fmla="*/ 1852567 h 2237474"/>
              <a:gd name="connsiteX96" fmla="*/ 4191732 w 12192000"/>
              <a:gd name="connsiteY96" fmla="*/ 1857328 h 2237474"/>
              <a:gd name="connsiteX97" fmla="*/ 4065532 w 12192000"/>
              <a:gd name="connsiteY97" fmla="*/ 1855477 h 2237474"/>
              <a:gd name="connsiteX98" fmla="*/ 4028460 w 12192000"/>
              <a:gd name="connsiteY98" fmla="*/ 1855137 h 2237474"/>
              <a:gd name="connsiteX99" fmla="*/ 4002267 w 12192000"/>
              <a:gd name="connsiteY99" fmla="*/ 1852352 h 2237474"/>
              <a:gd name="connsiteX100" fmla="*/ 3931396 w 12192000"/>
              <a:gd name="connsiteY100" fmla="*/ 1858915 h 2237474"/>
              <a:gd name="connsiteX101" fmla="*/ 3812162 w 12192000"/>
              <a:gd name="connsiteY101" fmla="*/ 1875501 h 2237474"/>
              <a:gd name="connsiteX102" fmla="*/ 3758105 w 12192000"/>
              <a:gd name="connsiteY102" fmla="*/ 1871856 h 2237474"/>
              <a:gd name="connsiteX103" fmla="*/ 3715896 w 12192000"/>
              <a:gd name="connsiteY103" fmla="*/ 1881552 h 2237474"/>
              <a:gd name="connsiteX104" fmla="*/ 3567259 w 12192000"/>
              <a:gd name="connsiteY104" fmla="*/ 1893482 h 2237474"/>
              <a:gd name="connsiteX105" fmla="*/ 3405770 w 12192000"/>
              <a:gd name="connsiteY105" fmla="*/ 1904591 h 2237474"/>
              <a:gd name="connsiteX106" fmla="*/ 3280097 w 12192000"/>
              <a:gd name="connsiteY106" fmla="*/ 1919610 h 2237474"/>
              <a:gd name="connsiteX107" fmla="*/ 3009910 w 12192000"/>
              <a:gd name="connsiteY107" fmla="*/ 1957866 h 2237474"/>
              <a:gd name="connsiteX108" fmla="*/ 2995934 w 12192000"/>
              <a:gd name="connsiteY108" fmla="*/ 1967085 h 2237474"/>
              <a:gd name="connsiteX109" fmla="*/ 2942858 w 12192000"/>
              <a:gd name="connsiteY109" fmla="*/ 1981367 h 2237474"/>
              <a:gd name="connsiteX110" fmla="*/ 2875436 w 12192000"/>
              <a:gd name="connsiteY110" fmla="*/ 1996977 h 2237474"/>
              <a:gd name="connsiteX111" fmla="*/ 2874892 w 12192000"/>
              <a:gd name="connsiteY111" fmla="*/ 1996085 h 2237474"/>
              <a:gd name="connsiteX112" fmla="*/ 2843662 w 12192000"/>
              <a:gd name="connsiteY112" fmla="*/ 1992498 h 2237474"/>
              <a:gd name="connsiteX113" fmla="*/ 2718916 w 12192000"/>
              <a:gd name="connsiteY113" fmla="*/ 1990867 h 2237474"/>
              <a:gd name="connsiteX114" fmla="*/ 2713522 w 12192000"/>
              <a:gd name="connsiteY114" fmla="*/ 1990173 h 2237474"/>
              <a:gd name="connsiteX115" fmla="*/ 2476147 w 12192000"/>
              <a:gd name="connsiteY115" fmla="*/ 1998305 h 2237474"/>
              <a:gd name="connsiteX116" fmla="*/ 2373568 w 12192000"/>
              <a:gd name="connsiteY116" fmla="*/ 2003219 h 2237474"/>
              <a:gd name="connsiteX117" fmla="*/ 2287219 w 12192000"/>
              <a:gd name="connsiteY117" fmla="*/ 1998750 h 2237474"/>
              <a:gd name="connsiteX118" fmla="*/ 2243069 w 12192000"/>
              <a:gd name="connsiteY118" fmla="*/ 2005321 h 2237474"/>
              <a:gd name="connsiteX119" fmla="*/ 2164831 w 12192000"/>
              <a:gd name="connsiteY119" fmla="*/ 2010143 h 2237474"/>
              <a:gd name="connsiteX120" fmla="*/ 2085228 w 12192000"/>
              <a:gd name="connsiteY120" fmla="*/ 2046431 h 2237474"/>
              <a:gd name="connsiteX121" fmla="*/ 2058061 w 12192000"/>
              <a:gd name="connsiteY121" fmla="*/ 2047942 h 2237474"/>
              <a:gd name="connsiteX122" fmla="*/ 2042244 w 12192000"/>
              <a:gd name="connsiteY122" fmla="*/ 2055560 h 2237474"/>
              <a:gd name="connsiteX123" fmla="*/ 1877728 w 12192000"/>
              <a:gd name="connsiteY123" fmla="*/ 2101004 h 2237474"/>
              <a:gd name="connsiteX124" fmla="*/ 1759056 w 12192000"/>
              <a:gd name="connsiteY124" fmla="*/ 2125608 h 2237474"/>
              <a:gd name="connsiteX125" fmla="*/ 1637948 w 12192000"/>
              <a:gd name="connsiteY125" fmla="*/ 2172597 h 2237474"/>
              <a:gd name="connsiteX126" fmla="*/ 1434549 w 12192000"/>
              <a:gd name="connsiteY126" fmla="*/ 2234522 h 2237474"/>
              <a:gd name="connsiteX127" fmla="*/ 1398481 w 12192000"/>
              <a:gd name="connsiteY127" fmla="*/ 2237074 h 2237474"/>
              <a:gd name="connsiteX128" fmla="*/ 1398407 w 12192000"/>
              <a:gd name="connsiteY128" fmla="*/ 2237095 h 2237474"/>
              <a:gd name="connsiteX129" fmla="*/ 1370962 w 12192000"/>
              <a:gd name="connsiteY129" fmla="*/ 2237474 h 2237474"/>
              <a:gd name="connsiteX130" fmla="*/ 1356367 w 12192000"/>
              <a:gd name="connsiteY130" fmla="*/ 2235089 h 2237474"/>
              <a:gd name="connsiteX131" fmla="*/ 1279765 w 12192000"/>
              <a:gd name="connsiteY131" fmla="*/ 2229639 h 2237474"/>
              <a:gd name="connsiteX132" fmla="*/ 1195347 w 12192000"/>
              <a:gd name="connsiteY132" fmla="*/ 2212354 h 2237474"/>
              <a:gd name="connsiteX133" fmla="*/ 970251 w 12192000"/>
              <a:gd name="connsiteY133" fmla="*/ 2221029 h 2237474"/>
              <a:gd name="connsiteX134" fmla="*/ 812914 w 12192000"/>
              <a:gd name="connsiteY134" fmla="*/ 2210095 h 2237474"/>
              <a:gd name="connsiteX135" fmla="*/ 776382 w 12192000"/>
              <a:gd name="connsiteY135" fmla="*/ 2204512 h 2237474"/>
              <a:gd name="connsiteX136" fmla="*/ 597225 w 12192000"/>
              <a:gd name="connsiteY136" fmla="*/ 2180999 h 2237474"/>
              <a:gd name="connsiteX137" fmla="*/ 520671 w 12192000"/>
              <a:gd name="connsiteY137" fmla="*/ 2180980 h 2237474"/>
              <a:gd name="connsiteX138" fmla="*/ 515024 w 12192000"/>
              <a:gd name="connsiteY138" fmla="*/ 2179258 h 2237474"/>
              <a:gd name="connsiteX139" fmla="*/ 413835 w 12192000"/>
              <a:gd name="connsiteY139" fmla="*/ 2156783 h 2237474"/>
              <a:gd name="connsiteX140" fmla="*/ 376513 w 12192000"/>
              <a:gd name="connsiteY140" fmla="*/ 2154014 h 2237474"/>
              <a:gd name="connsiteX141" fmla="*/ 273386 w 12192000"/>
              <a:gd name="connsiteY141" fmla="*/ 2142551 h 2237474"/>
              <a:gd name="connsiteX142" fmla="*/ 169207 w 12192000"/>
              <a:gd name="connsiteY142" fmla="*/ 2128100 h 2237474"/>
              <a:gd name="connsiteX143" fmla="*/ 77641 w 12192000"/>
              <a:gd name="connsiteY143" fmla="*/ 2126835 h 2237474"/>
              <a:gd name="connsiteX144" fmla="*/ 37645 w 12192000"/>
              <a:gd name="connsiteY144" fmla="*/ 2115401 h 2237474"/>
              <a:gd name="connsiteX145" fmla="*/ 4572 w 12192000"/>
              <a:gd name="connsiteY145" fmla="*/ 2111091 h 2237474"/>
              <a:gd name="connsiteX146" fmla="*/ 0 w 12192000"/>
              <a:gd name="connsiteY146" fmla="*/ 2110468 h 2237474"/>
              <a:gd name="connsiteX147" fmla="*/ 0 w 12192000"/>
              <a:gd name="connsiteY147"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139997 w 12192000"/>
              <a:gd name="connsiteY45" fmla="*/ 1282713 h 2237474"/>
              <a:gd name="connsiteX46" fmla="*/ 8074238 w 12192000"/>
              <a:gd name="connsiteY46" fmla="*/ 1301895 h 2237474"/>
              <a:gd name="connsiteX47" fmla="*/ 7942099 w 12192000"/>
              <a:gd name="connsiteY47" fmla="*/ 1336332 h 2237474"/>
              <a:gd name="connsiteX48" fmla="*/ 7902328 w 12192000"/>
              <a:gd name="connsiteY48" fmla="*/ 1345865 h 2237474"/>
              <a:gd name="connsiteX49" fmla="*/ 7840612 w 12192000"/>
              <a:gd name="connsiteY49" fmla="*/ 1369373 h 2237474"/>
              <a:gd name="connsiteX50" fmla="*/ 7786819 w 12192000"/>
              <a:gd name="connsiteY50" fmla="*/ 1378970 h 2237474"/>
              <a:gd name="connsiteX51" fmla="*/ 7548172 w 12192000"/>
              <a:gd name="connsiteY51" fmla="*/ 1417460 h 2237474"/>
              <a:gd name="connsiteX52" fmla="*/ 7483437 w 12192000"/>
              <a:gd name="connsiteY52" fmla="*/ 1478152 h 2237474"/>
              <a:gd name="connsiteX53" fmla="*/ 7377870 w 12192000"/>
              <a:gd name="connsiteY53" fmla="*/ 1523319 h 2237474"/>
              <a:gd name="connsiteX54" fmla="*/ 7230737 w 12192000"/>
              <a:gd name="connsiteY54" fmla="*/ 1562633 h 2237474"/>
              <a:gd name="connsiteX55" fmla="*/ 7224458 w 12192000"/>
              <a:gd name="connsiteY55" fmla="*/ 1573008 h 2237474"/>
              <a:gd name="connsiteX56" fmla="*/ 7183121 w 12192000"/>
              <a:gd name="connsiteY56" fmla="*/ 1595162 h 2237474"/>
              <a:gd name="connsiteX57" fmla="*/ 7164601 w 12192000"/>
              <a:gd name="connsiteY57" fmla="*/ 1606490 h 2237474"/>
              <a:gd name="connsiteX58" fmla="*/ 6900177 w 12192000"/>
              <a:gd name="connsiteY58" fmla="*/ 1636016 h 2237474"/>
              <a:gd name="connsiteX59" fmla="*/ 6795372 w 12192000"/>
              <a:gd name="connsiteY59" fmla="*/ 1644845 h 2237474"/>
              <a:gd name="connsiteX60" fmla="*/ 6692251 w 12192000"/>
              <a:gd name="connsiteY60" fmla="*/ 1656357 h 2237474"/>
              <a:gd name="connsiteX61" fmla="*/ 6655235 w 12192000"/>
              <a:gd name="connsiteY61" fmla="*/ 1661869 h 2237474"/>
              <a:gd name="connsiteX62" fmla="*/ 6554894 w 12192000"/>
              <a:gd name="connsiteY62" fmla="*/ 1664428 h 2237474"/>
              <a:gd name="connsiteX63" fmla="*/ 6516595 w 12192000"/>
              <a:gd name="connsiteY63" fmla="*/ 1667475 h 2237474"/>
              <a:gd name="connsiteX64" fmla="*/ 6508541 w 12192000"/>
              <a:gd name="connsiteY64" fmla="*/ 1668757 h 2237474"/>
              <a:gd name="connsiteX65" fmla="*/ 6471012 w 12192000"/>
              <a:gd name="connsiteY65" fmla="*/ 1678604 h 2237474"/>
              <a:gd name="connsiteX66" fmla="*/ 6364035 w 12192000"/>
              <a:gd name="connsiteY66" fmla="*/ 1667683 h 2237474"/>
              <a:gd name="connsiteX67" fmla="*/ 6280959 w 12192000"/>
              <a:gd name="connsiteY67" fmla="*/ 1689329 h 2237474"/>
              <a:gd name="connsiteX68" fmla="*/ 6243319 w 12192000"/>
              <a:gd name="connsiteY68" fmla="*/ 1695560 h 2237474"/>
              <a:gd name="connsiteX69" fmla="*/ 6098321 w 12192000"/>
              <a:gd name="connsiteY69" fmla="*/ 1721646 h 2237474"/>
              <a:gd name="connsiteX70" fmla="*/ 5880652 w 12192000"/>
              <a:gd name="connsiteY70" fmla="*/ 1779643 h 2237474"/>
              <a:gd name="connsiteX71" fmla="*/ 5785959 w 12192000"/>
              <a:gd name="connsiteY71" fmla="*/ 1775307 h 2237474"/>
              <a:gd name="connsiteX72" fmla="*/ 5643534 w 12192000"/>
              <a:gd name="connsiteY72" fmla="*/ 1802919 h 2237474"/>
              <a:gd name="connsiteX73" fmla="*/ 5518799 w 12192000"/>
              <a:gd name="connsiteY73" fmla="*/ 1818312 h 2237474"/>
              <a:gd name="connsiteX74" fmla="*/ 5505014 w 12192000"/>
              <a:gd name="connsiteY74" fmla="*/ 1819259 h 2237474"/>
              <a:gd name="connsiteX75" fmla="*/ 5453307 w 12192000"/>
              <a:gd name="connsiteY75" fmla="*/ 1815450 h 2237474"/>
              <a:gd name="connsiteX76" fmla="*/ 5221533 w 12192000"/>
              <a:gd name="connsiteY76" fmla="*/ 1846950 h 2237474"/>
              <a:gd name="connsiteX77" fmla="*/ 5149802 w 12192000"/>
              <a:gd name="connsiteY77" fmla="*/ 1844846 h 2237474"/>
              <a:gd name="connsiteX78" fmla="*/ 5114927 w 12192000"/>
              <a:gd name="connsiteY78" fmla="*/ 1847827 h 2237474"/>
              <a:gd name="connsiteX79" fmla="*/ 5108970 w 12192000"/>
              <a:gd name="connsiteY79" fmla="*/ 1847935 h 2237474"/>
              <a:gd name="connsiteX80" fmla="*/ 5067961 w 12192000"/>
              <a:gd name="connsiteY80" fmla="*/ 1845917 h 2237474"/>
              <a:gd name="connsiteX81" fmla="*/ 5007075 w 12192000"/>
              <a:gd name="connsiteY81" fmla="*/ 1838626 h 2237474"/>
              <a:gd name="connsiteX82" fmla="*/ 4944087 w 12192000"/>
              <a:gd name="connsiteY82" fmla="*/ 1823332 h 2237474"/>
              <a:gd name="connsiteX83" fmla="*/ 4907662 w 12192000"/>
              <a:gd name="connsiteY83" fmla="*/ 1816900 h 2237474"/>
              <a:gd name="connsiteX84" fmla="*/ 4882386 w 12192000"/>
              <a:gd name="connsiteY84" fmla="*/ 1809844 h 2237474"/>
              <a:gd name="connsiteX85" fmla="*/ 4811440 w 12192000"/>
              <a:gd name="connsiteY85" fmla="*/ 1804655 h 2237474"/>
              <a:gd name="connsiteX86" fmla="*/ 4691075 w 12192000"/>
              <a:gd name="connsiteY86" fmla="*/ 1801389 h 2237474"/>
              <a:gd name="connsiteX87" fmla="*/ 4640313 w 12192000"/>
              <a:gd name="connsiteY87" fmla="*/ 1784307 h 2237474"/>
              <a:gd name="connsiteX88" fmla="*/ 4536503 w 12192000"/>
              <a:gd name="connsiteY88" fmla="*/ 1785334 h 2237474"/>
              <a:gd name="connsiteX89" fmla="*/ 4513724 w 12192000"/>
              <a:gd name="connsiteY89" fmla="*/ 1791996 h 2237474"/>
              <a:gd name="connsiteX90" fmla="*/ 4459810 w 12192000"/>
              <a:gd name="connsiteY90" fmla="*/ 1797886 h 2237474"/>
              <a:gd name="connsiteX91" fmla="*/ 4379064 w 12192000"/>
              <a:gd name="connsiteY91" fmla="*/ 1817177 h 2237474"/>
              <a:gd name="connsiteX92" fmla="*/ 4290981 w 12192000"/>
              <a:gd name="connsiteY92" fmla="*/ 1839677 h 2237474"/>
              <a:gd name="connsiteX93" fmla="*/ 4238372 w 12192000"/>
              <a:gd name="connsiteY93" fmla="*/ 1851480 h 2237474"/>
              <a:gd name="connsiteX94" fmla="*/ 4232517 w 12192000"/>
              <a:gd name="connsiteY94" fmla="*/ 1852567 h 2237474"/>
              <a:gd name="connsiteX95" fmla="*/ 4191732 w 12192000"/>
              <a:gd name="connsiteY95" fmla="*/ 1857328 h 2237474"/>
              <a:gd name="connsiteX96" fmla="*/ 4065532 w 12192000"/>
              <a:gd name="connsiteY96" fmla="*/ 1855477 h 2237474"/>
              <a:gd name="connsiteX97" fmla="*/ 4028460 w 12192000"/>
              <a:gd name="connsiteY97" fmla="*/ 1855137 h 2237474"/>
              <a:gd name="connsiteX98" fmla="*/ 4002267 w 12192000"/>
              <a:gd name="connsiteY98" fmla="*/ 1852352 h 2237474"/>
              <a:gd name="connsiteX99" fmla="*/ 3931396 w 12192000"/>
              <a:gd name="connsiteY99" fmla="*/ 1858915 h 2237474"/>
              <a:gd name="connsiteX100" fmla="*/ 3812162 w 12192000"/>
              <a:gd name="connsiteY100" fmla="*/ 1875501 h 2237474"/>
              <a:gd name="connsiteX101" fmla="*/ 3758105 w 12192000"/>
              <a:gd name="connsiteY101" fmla="*/ 1871856 h 2237474"/>
              <a:gd name="connsiteX102" fmla="*/ 3715896 w 12192000"/>
              <a:gd name="connsiteY102" fmla="*/ 1881552 h 2237474"/>
              <a:gd name="connsiteX103" fmla="*/ 3567259 w 12192000"/>
              <a:gd name="connsiteY103" fmla="*/ 1893482 h 2237474"/>
              <a:gd name="connsiteX104" fmla="*/ 3405770 w 12192000"/>
              <a:gd name="connsiteY104" fmla="*/ 1904591 h 2237474"/>
              <a:gd name="connsiteX105" fmla="*/ 3280097 w 12192000"/>
              <a:gd name="connsiteY105" fmla="*/ 1919610 h 2237474"/>
              <a:gd name="connsiteX106" fmla="*/ 3009910 w 12192000"/>
              <a:gd name="connsiteY106" fmla="*/ 1957866 h 2237474"/>
              <a:gd name="connsiteX107" fmla="*/ 2995934 w 12192000"/>
              <a:gd name="connsiteY107" fmla="*/ 1967085 h 2237474"/>
              <a:gd name="connsiteX108" fmla="*/ 2942858 w 12192000"/>
              <a:gd name="connsiteY108" fmla="*/ 1981367 h 2237474"/>
              <a:gd name="connsiteX109" fmla="*/ 2875436 w 12192000"/>
              <a:gd name="connsiteY109" fmla="*/ 1996977 h 2237474"/>
              <a:gd name="connsiteX110" fmla="*/ 2874892 w 12192000"/>
              <a:gd name="connsiteY110" fmla="*/ 1996085 h 2237474"/>
              <a:gd name="connsiteX111" fmla="*/ 2843662 w 12192000"/>
              <a:gd name="connsiteY111" fmla="*/ 1992498 h 2237474"/>
              <a:gd name="connsiteX112" fmla="*/ 2718916 w 12192000"/>
              <a:gd name="connsiteY112" fmla="*/ 1990867 h 2237474"/>
              <a:gd name="connsiteX113" fmla="*/ 2713522 w 12192000"/>
              <a:gd name="connsiteY113" fmla="*/ 1990173 h 2237474"/>
              <a:gd name="connsiteX114" fmla="*/ 2476147 w 12192000"/>
              <a:gd name="connsiteY114" fmla="*/ 1998305 h 2237474"/>
              <a:gd name="connsiteX115" fmla="*/ 2373568 w 12192000"/>
              <a:gd name="connsiteY115" fmla="*/ 2003219 h 2237474"/>
              <a:gd name="connsiteX116" fmla="*/ 2287219 w 12192000"/>
              <a:gd name="connsiteY116" fmla="*/ 1998750 h 2237474"/>
              <a:gd name="connsiteX117" fmla="*/ 2243069 w 12192000"/>
              <a:gd name="connsiteY117" fmla="*/ 2005321 h 2237474"/>
              <a:gd name="connsiteX118" fmla="*/ 2164831 w 12192000"/>
              <a:gd name="connsiteY118" fmla="*/ 2010143 h 2237474"/>
              <a:gd name="connsiteX119" fmla="*/ 2085228 w 12192000"/>
              <a:gd name="connsiteY119" fmla="*/ 2046431 h 2237474"/>
              <a:gd name="connsiteX120" fmla="*/ 2058061 w 12192000"/>
              <a:gd name="connsiteY120" fmla="*/ 2047942 h 2237474"/>
              <a:gd name="connsiteX121" fmla="*/ 2042244 w 12192000"/>
              <a:gd name="connsiteY121" fmla="*/ 2055560 h 2237474"/>
              <a:gd name="connsiteX122" fmla="*/ 1877728 w 12192000"/>
              <a:gd name="connsiteY122" fmla="*/ 2101004 h 2237474"/>
              <a:gd name="connsiteX123" fmla="*/ 1759056 w 12192000"/>
              <a:gd name="connsiteY123" fmla="*/ 2125608 h 2237474"/>
              <a:gd name="connsiteX124" fmla="*/ 1637948 w 12192000"/>
              <a:gd name="connsiteY124" fmla="*/ 2172597 h 2237474"/>
              <a:gd name="connsiteX125" fmla="*/ 1434549 w 12192000"/>
              <a:gd name="connsiteY125" fmla="*/ 2234522 h 2237474"/>
              <a:gd name="connsiteX126" fmla="*/ 1398481 w 12192000"/>
              <a:gd name="connsiteY126" fmla="*/ 2237074 h 2237474"/>
              <a:gd name="connsiteX127" fmla="*/ 1398407 w 12192000"/>
              <a:gd name="connsiteY127" fmla="*/ 2237095 h 2237474"/>
              <a:gd name="connsiteX128" fmla="*/ 1370962 w 12192000"/>
              <a:gd name="connsiteY128" fmla="*/ 2237474 h 2237474"/>
              <a:gd name="connsiteX129" fmla="*/ 1356367 w 12192000"/>
              <a:gd name="connsiteY129" fmla="*/ 2235089 h 2237474"/>
              <a:gd name="connsiteX130" fmla="*/ 1279765 w 12192000"/>
              <a:gd name="connsiteY130" fmla="*/ 2229639 h 2237474"/>
              <a:gd name="connsiteX131" fmla="*/ 1195347 w 12192000"/>
              <a:gd name="connsiteY131" fmla="*/ 2212354 h 2237474"/>
              <a:gd name="connsiteX132" fmla="*/ 970251 w 12192000"/>
              <a:gd name="connsiteY132" fmla="*/ 2221029 h 2237474"/>
              <a:gd name="connsiteX133" fmla="*/ 812914 w 12192000"/>
              <a:gd name="connsiteY133" fmla="*/ 2210095 h 2237474"/>
              <a:gd name="connsiteX134" fmla="*/ 776382 w 12192000"/>
              <a:gd name="connsiteY134" fmla="*/ 2204512 h 2237474"/>
              <a:gd name="connsiteX135" fmla="*/ 597225 w 12192000"/>
              <a:gd name="connsiteY135" fmla="*/ 2180999 h 2237474"/>
              <a:gd name="connsiteX136" fmla="*/ 520671 w 12192000"/>
              <a:gd name="connsiteY136" fmla="*/ 2180980 h 2237474"/>
              <a:gd name="connsiteX137" fmla="*/ 515024 w 12192000"/>
              <a:gd name="connsiteY137" fmla="*/ 2179258 h 2237474"/>
              <a:gd name="connsiteX138" fmla="*/ 413835 w 12192000"/>
              <a:gd name="connsiteY138" fmla="*/ 2156783 h 2237474"/>
              <a:gd name="connsiteX139" fmla="*/ 376513 w 12192000"/>
              <a:gd name="connsiteY139" fmla="*/ 2154014 h 2237474"/>
              <a:gd name="connsiteX140" fmla="*/ 273386 w 12192000"/>
              <a:gd name="connsiteY140" fmla="*/ 2142551 h 2237474"/>
              <a:gd name="connsiteX141" fmla="*/ 169207 w 12192000"/>
              <a:gd name="connsiteY141" fmla="*/ 2128100 h 2237474"/>
              <a:gd name="connsiteX142" fmla="*/ 77641 w 12192000"/>
              <a:gd name="connsiteY142" fmla="*/ 2126835 h 2237474"/>
              <a:gd name="connsiteX143" fmla="*/ 37645 w 12192000"/>
              <a:gd name="connsiteY143" fmla="*/ 2115401 h 2237474"/>
              <a:gd name="connsiteX144" fmla="*/ 4572 w 12192000"/>
              <a:gd name="connsiteY144" fmla="*/ 2111091 h 2237474"/>
              <a:gd name="connsiteX145" fmla="*/ 0 w 12192000"/>
              <a:gd name="connsiteY145" fmla="*/ 2110468 h 2237474"/>
              <a:gd name="connsiteX146" fmla="*/ 0 w 12192000"/>
              <a:gd name="connsiteY146"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206287 w 12192000"/>
              <a:gd name="connsiteY44" fmla="*/ 1273060 h 2237474"/>
              <a:gd name="connsiteX45" fmla="*/ 8074238 w 12192000"/>
              <a:gd name="connsiteY45" fmla="*/ 1301895 h 2237474"/>
              <a:gd name="connsiteX46" fmla="*/ 7942099 w 12192000"/>
              <a:gd name="connsiteY46" fmla="*/ 1336332 h 2237474"/>
              <a:gd name="connsiteX47" fmla="*/ 7902328 w 12192000"/>
              <a:gd name="connsiteY47" fmla="*/ 1345865 h 2237474"/>
              <a:gd name="connsiteX48" fmla="*/ 7840612 w 12192000"/>
              <a:gd name="connsiteY48" fmla="*/ 1369373 h 2237474"/>
              <a:gd name="connsiteX49" fmla="*/ 7786819 w 12192000"/>
              <a:gd name="connsiteY49" fmla="*/ 1378970 h 2237474"/>
              <a:gd name="connsiteX50" fmla="*/ 7548172 w 12192000"/>
              <a:gd name="connsiteY50" fmla="*/ 1417460 h 2237474"/>
              <a:gd name="connsiteX51" fmla="*/ 7483437 w 12192000"/>
              <a:gd name="connsiteY51" fmla="*/ 1478152 h 2237474"/>
              <a:gd name="connsiteX52" fmla="*/ 7377870 w 12192000"/>
              <a:gd name="connsiteY52" fmla="*/ 1523319 h 2237474"/>
              <a:gd name="connsiteX53" fmla="*/ 7230737 w 12192000"/>
              <a:gd name="connsiteY53" fmla="*/ 1562633 h 2237474"/>
              <a:gd name="connsiteX54" fmla="*/ 7224458 w 12192000"/>
              <a:gd name="connsiteY54" fmla="*/ 1573008 h 2237474"/>
              <a:gd name="connsiteX55" fmla="*/ 7183121 w 12192000"/>
              <a:gd name="connsiteY55" fmla="*/ 1595162 h 2237474"/>
              <a:gd name="connsiteX56" fmla="*/ 7164601 w 12192000"/>
              <a:gd name="connsiteY56" fmla="*/ 1606490 h 2237474"/>
              <a:gd name="connsiteX57" fmla="*/ 6900177 w 12192000"/>
              <a:gd name="connsiteY57" fmla="*/ 1636016 h 2237474"/>
              <a:gd name="connsiteX58" fmla="*/ 6795372 w 12192000"/>
              <a:gd name="connsiteY58" fmla="*/ 1644845 h 2237474"/>
              <a:gd name="connsiteX59" fmla="*/ 6692251 w 12192000"/>
              <a:gd name="connsiteY59" fmla="*/ 1656357 h 2237474"/>
              <a:gd name="connsiteX60" fmla="*/ 6655235 w 12192000"/>
              <a:gd name="connsiteY60" fmla="*/ 1661869 h 2237474"/>
              <a:gd name="connsiteX61" fmla="*/ 6554894 w 12192000"/>
              <a:gd name="connsiteY61" fmla="*/ 1664428 h 2237474"/>
              <a:gd name="connsiteX62" fmla="*/ 6516595 w 12192000"/>
              <a:gd name="connsiteY62" fmla="*/ 1667475 h 2237474"/>
              <a:gd name="connsiteX63" fmla="*/ 6508541 w 12192000"/>
              <a:gd name="connsiteY63" fmla="*/ 1668757 h 2237474"/>
              <a:gd name="connsiteX64" fmla="*/ 6471012 w 12192000"/>
              <a:gd name="connsiteY64" fmla="*/ 1678604 h 2237474"/>
              <a:gd name="connsiteX65" fmla="*/ 6364035 w 12192000"/>
              <a:gd name="connsiteY65" fmla="*/ 1667683 h 2237474"/>
              <a:gd name="connsiteX66" fmla="*/ 6280959 w 12192000"/>
              <a:gd name="connsiteY66" fmla="*/ 1689329 h 2237474"/>
              <a:gd name="connsiteX67" fmla="*/ 6243319 w 12192000"/>
              <a:gd name="connsiteY67" fmla="*/ 1695560 h 2237474"/>
              <a:gd name="connsiteX68" fmla="*/ 6098321 w 12192000"/>
              <a:gd name="connsiteY68" fmla="*/ 1721646 h 2237474"/>
              <a:gd name="connsiteX69" fmla="*/ 5880652 w 12192000"/>
              <a:gd name="connsiteY69" fmla="*/ 1779643 h 2237474"/>
              <a:gd name="connsiteX70" fmla="*/ 5785959 w 12192000"/>
              <a:gd name="connsiteY70" fmla="*/ 1775307 h 2237474"/>
              <a:gd name="connsiteX71" fmla="*/ 5643534 w 12192000"/>
              <a:gd name="connsiteY71" fmla="*/ 1802919 h 2237474"/>
              <a:gd name="connsiteX72" fmla="*/ 5518799 w 12192000"/>
              <a:gd name="connsiteY72" fmla="*/ 1818312 h 2237474"/>
              <a:gd name="connsiteX73" fmla="*/ 5505014 w 12192000"/>
              <a:gd name="connsiteY73" fmla="*/ 1819259 h 2237474"/>
              <a:gd name="connsiteX74" fmla="*/ 5453307 w 12192000"/>
              <a:gd name="connsiteY74" fmla="*/ 1815450 h 2237474"/>
              <a:gd name="connsiteX75" fmla="*/ 5221533 w 12192000"/>
              <a:gd name="connsiteY75" fmla="*/ 1846950 h 2237474"/>
              <a:gd name="connsiteX76" fmla="*/ 5149802 w 12192000"/>
              <a:gd name="connsiteY76" fmla="*/ 1844846 h 2237474"/>
              <a:gd name="connsiteX77" fmla="*/ 5114927 w 12192000"/>
              <a:gd name="connsiteY77" fmla="*/ 1847827 h 2237474"/>
              <a:gd name="connsiteX78" fmla="*/ 5108970 w 12192000"/>
              <a:gd name="connsiteY78" fmla="*/ 1847935 h 2237474"/>
              <a:gd name="connsiteX79" fmla="*/ 5067961 w 12192000"/>
              <a:gd name="connsiteY79" fmla="*/ 1845917 h 2237474"/>
              <a:gd name="connsiteX80" fmla="*/ 5007075 w 12192000"/>
              <a:gd name="connsiteY80" fmla="*/ 1838626 h 2237474"/>
              <a:gd name="connsiteX81" fmla="*/ 4944087 w 12192000"/>
              <a:gd name="connsiteY81" fmla="*/ 1823332 h 2237474"/>
              <a:gd name="connsiteX82" fmla="*/ 4907662 w 12192000"/>
              <a:gd name="connsiteY82" fmla="*/ 1816900 h 2237474"/>
              <a:gd name="connsiteX83" fmla="*/ 4882386 w 12192000"/>
              <a:gd name="connsiteY83" fmla="*/ 1809844 h 2237474"/>
              <a:gd name="connsiteX84" fmla="*/ 4811440 w 12192000"/>
              <a:gd name="connsiteY84" fmla="*/ 1804655 h 2237474"/>
              <a:gd name="connsiteX85" fmla="*/ 4691075 w 12192000"/>
              <a:gd name="connsiteY85" fmla="*/ 1801389 h 2237474"/>
              <a:gd name="connsiteX86" fmla="*/ 4640313 w 12192000"/>
              <a:gd name="connsiteY86" fmla="*/ 1784307 h 2237474"/>
              <a:gd name="connsiteX87" fmla="*/ 4536503 w 12192000"/>
              <a:gd name="connsiteY87" fmla="*/ 1785334 h 2237474"/>
              <a:gd name="connsiteX88" fmla="*/ 4513724 w 12192000"/>
              <a:gd name="connsiteY88" fmla="*/ 1791996 h 2237474"/>
              <a:gd name="connsiteX89" fmla="*/ 4459810 w 12192000"/>
              <a:gd name="connsiteY89" fmla="*/ 1797886 h 2237474"/>
              <a:gd name="connsiteX90" fmla="*/ 4379064 w 12192000"/>
              <a:gd name="connsiteY90" fmla="*/ 1817177 h 2237474"/>
              <a:gd name="connsiteX91" fmla="*/ 4290981 w 12192000"/>
              <a:gd name="connsiteY91" fmla="*/ 1839677 h 2237474"/>
              <a:gd name="connsiteX92" fmla="*/ 4238372 w 12192000"/>
              <a:gd name="connsiteY92" fmla="*/ 1851480 h 2237474"/>
              <a:gd name="connsiteX93" fmla="*/ 4232517 w 12192000"/>
              <a:gd name="connsiteY93" fmla="*/ 1852567 h 2237474"/>
              <a:gd name="connsiteX94" fmla="*/ 4191732 w 12192000"/>
              <a:gd name="connsiteY94" fmla="*/ 1857328 h 2237474"/>
              <a:gd name="connsiteX95" fmla="*/ 4065532 w 12192000"/>
              <a:gd name="connsiteY95" fmla="*/ 1855477 h 2237474"/>
              <a:gd name="connsiteX96" fmla="*/ 4028460 w 12192000"/>
              <a:gd name="connsiteY96" fmla="*/ 1855137 h 2237474"/>
              <a:gd name="connsiteX97" fmla="*/ 4002267 w 12192000"/>
              <a:gd name="connsiteY97" fmla="*/ 1852352 h 2237474"/>
              <a:gd name="connsiteX98" fmla="*/ 3931396 w 12192000"/>
              <a:gd name="connsiteY98" fmla="*/ 1858915 h 2237474"/>
              <a:gd name="connsiteX99" fmla="*/ 3812162 w 12192000"/>
              <a:gd name="connsiteY99" fmla="*/ 1875501 h 2237474"/>
              <a:gd name="connsiteX100" fmla="*/ 3758105 w 12192000"/>
              <a:gd name="connsiteY100" fmla="*/ 1871856 h 2237474"/>
              <a:gd name="connsiteX101" fmla="*/ 3715896 w 12192000"/>
              <a:gd name="connsiteY101" fmla="*/ 1881552 h 2237474"/>
              <a:gd name="connsiteX102" fmla="*/ 3567259 w 12192000"/>
              <a:gd name="connsiteY102" fmla="*/ 1893482 h 2237474"/>
              <a:gd name="connsiteX103" fmla="*/ 3405770 w 12192000"/>
              <a:gd name="connsiteY103" fmla="*/ 1904591 h 2237474"/>
              <a:gd name="connsiteX104" fmla="*/ 3280097 w 12192000"/>
              <a:gd name="connsiteY104" fmla="*/ 1919610 h 2237474"/>
              <a:gd name="connsiteX105" fmla="*/ 3009910 w 12192000"/>
              <a:gd name="connsiteY105" fmla="*/ 1957866 h 2237474"/>
              <a:gd name="connsiteX106" fmla="*/ 2995934 w 12192000"/>
              <a:gd name="connsiteY106" fmla="*/ 1967085 h 2237474"/>
              <a:gd name="connsiteX107" fmla="*/ 2942858 w 12192000"/>
              <a:gd name="connsiteY107" fmla="*/ 1981367 h 2237474"/>
              <a:gd name="connsiteX108" fmla="*/ 2875436 w 12192000"/>
              <a:gd name="connsiteY108" fmla="*/ 1996977 h 2237474"/>
              <a:gd name="connsiteX109" fmla="*/ 2874892 w 12192000"/>
              <a:gd name="connsiteY109" fmla="*/ 1996085 h 2237474"/>
              <a:gd name="connsiteX110" fmla="*/ 2843662 w 12192000"/>
              <a:gd name="connsiteY110" fmla="*/ 1992498 h 2237474"/>
              <a:gd name="connsiteX111" fmla="*/ 2718916 w 12192000"/>
              <a:gd name="connsiteY111" fmla="*/ 1990867 h 2237474"/>
              <a:gd name="connsiteX112" fmla="*/ 2713522 w 12192000"/>
              <a:gd name="connsiteY112" fmla="*/ 1990173 h 2237474"/>
              <a:gd name="connsiteX113" fmla="*/ 2476147 w 12192000"/>
              <a:gd name="connsiteY113" fmla="*/ 1998305 h 2237474"/>
              <a:gd name="connsiteX114" fmla="*/ 2373568 w 12192000"/>
              <a:gd name="connsiteY114" fmla="*/ 2003219 h 2237474"/>
              <a:gd name="connsiteX115" fmla="*/ 2287219 w 12192000"/>
              <a:gd name="connsiteY115" fmla="*/ 1998750 h 2237474"/>
              <a:gd name="connsiteX116" fmla="*/ 2243069 w 12192000"/>
              <a:gd name="connsiteY116" fmla="*/ 2005321 h 2237474"/>
              <a:gd name="connsiteX117" fmla="*/ 2164831 w 12192000"/>
              <a:gd name="connsiteY117" fmla="*/ 2010143 h 2237474"/>
              <a:gd name="connsiteX118" fmla="*/ 2085228 w 12192000"/>
              <a:gd name="connsiteY118" fmla="*/ 2046431 h 2237474"/>
              <a:gd name="connsiteX119" fmla="*/ 2058061 w 12192000"/>
              <a:gd name="connsiteY119" fmla="*/ 2047942 h 2237474"/>
              <a:gd name="connsiteX120" fmla="*/ 2042244 w 12192000"/>
              <a:gd name="connsiteY120" fmla="*/ 2055560 h 2237474"/>
              <a:gd name="connsiteX121" fmla="*/ 1877728 w 12192000"/>
              <a:gd name="connsiteY121" fmla="*/ 2101004 h 2237474"/>
              <a:gd name="connsiteX122" fmla="*/ 1759056 w 12192000"/>
              <a:gd name="connsiteY122" fmla="*/ 2125608 h 2237474"/>
              <a:gd name="connsiteX123" fmla="*/ 1637948 w 12192000"/>
              <a:gd name="connsiteY123" fmla="*/ 2172597 h 2237474"/>
              <a:gd name="connsiteX124" fmla="*/ 1434549 w 12192000"/>
              <a:gd name="connsiteY124" fmla="*/ 2234522 h 2237474"/>
              <a:gd name="connsiteX125" fmla="*/ 1398481 w 12192000"/>
              <a:gd name="connsiteY125" fmla="*/ 2237074 h 2237474"/>
              <a:gd name="connsiteX126" fmla="*/ 1398407 w 12192000"/>
              <a:gd name="connsiteY126" fmla="*/ 2237095 h 2237474"/>
              <a:gd name="connsiteX127" fmla="*/ 1370962 w 12192000"/>
              <a:gd name="connsiteY127" fmla="*/ 2237474 h 2237474"/>
              <a:gd name="connsiteX128" fmla="*/ 1356367 w 12192000"/>
              <a:gd name="connsiteY128" fmla="*/ 2235089 h 2237474"/>
              <a:gd name="connsiteX129" fmla="*/ 1279765 w 12192000"/>
              <a:gd name="connsiteY129" fmla="*/ 2229639 h 2237474"/>
              <a:gd name="connsiteX130" fmla="*/ 1195347 w 12192000"/>
              <a:gd name="connsiteY130" fmla="*/ 2212354 h 2237474"/>
              <a:gd name="connsiteX131" fmla="*/ 970251 w 12192000"/>
              <a:gd name="connsiteY131" fmla="*/ 2221029 h 2237474"/>
              <a:gd name="connsiteX132" fmla="*/ 812914 w 12192000"/>
              <a:gd name="connsiteY132" fmla="*/ 2210095 h 2237474"/>
              <a:gd name="connsiteX133" fmla="*/ 776382 w 12192000"/>
              <a:gd name="connsiteY133" fmla="*/ 2204512 h 2237474"/>
              <a:gd name="connsiteX134" fmla="*/ 597225 w 12192000"/>
              <a:gd name="connsiteY134" fmla="*/ 2180999 h 2237474"/>
              <a:gd name="connsiteX135" fmla="*/ 520671 w 12192000"/>
              <a:gd name="connsiteY135" fmla="*/ 2180980 h 2237474"/>
              <a:gd name="connsiteX136" fmla="*/ 515024 w 12192000"/>
              <a:gd name="connsiteY136" fmla="*/ 2179258 h 2237474"/>
              <a:gd name="connsiteX137" fmla="*/ 413835 w 12192000"/>
              <a:gd name="connsiteY137" fmla="*/ 2156783 h 2237474"/>
              <a:gd name="connsiteX138" fmla="*/ 376513 w 12192000"/>
              <a:gd name="connsiteY138" fmla="*/ 2154014 h 2237474"/>
              <a:gd name="connsiteX139" fmla="*/ 273386 w 12192000"/>
              <a:gd name="connsiteY139" fmla="*/ 2142551 h 2237474"/>
              <a:gd name="connsiteX140" fmla="*/ 169207 w 12192000"/>
              <a:gd name="connsiteY140" fmla="*/ 2128100 h 2237474"/>
              <a:gd name="connsiteX141" fmla="*/ 77641 w 12192000"/>
              <a:gd name="connsiteY141" fmla="*/ 2126835 h 2237474"/>
              <a:gd name="connsiteX142" fmla="*/ 37645 w 12192000"/>
              <a:gd name="connsiteY142" fmla="*/ 2115401 h 2237474"/>
              <a:gd name="connsiteX143" fmla="*/ 4572 w 12192000"/>
              <a:gd name="connsiteY143" fmla="*/ 2111091 h 2237474"/>
              <a:gd name="connsiteX144" fmla="*/ 0 w 12192000"/>
              <a:gd name="connsiteY144" fmla="*/ 2110468 h 2237474"/>
              <a:gd name="connsiteX145" fmla="*/ 0 w 12192000"/>
              <a:gd name="connsiteY145"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074238 w 12192000"/>
              <a:gd name="connsiteY44" fmla="*/ 1301895 h 2237474"/>
              <a:gd name="connsiteX45" fmla="*/ 7942099 w 12192000"/>
              <a:gd name="connsiteY45" fmla="*/ 1336332 h 2237474"/>
              <a:gd name="connsiteX46" fmla="*/ 7902328 w 12192000"/>
              <a:gd name="connsiteY46" fmla="*/ 1345865 h 2237474"/>
              <a:gd name="connsiteX47" fmla="*/ 7840612 w 12192000"/>
              <a:gd name="connsiteY47" fmla="*/ 1369373 h 2237474"/>
              <a:gd name="connsiteX48" fmla="*/ 7786819 w 12192000"/>
              <a:gd name="connsiteY48" fmla="*/ 1378970 h 2237474"/>
              <a:gd name="connsiteX49" fmla="*/ 7548172 w 12192000"/>
              <a:gd name="connsiteY49" fmla="*/ 1417460 h 2237474"/>
              <a:gd name="connsiteX50" fmla="*/ 7483437 w 12192000"/>
              <a:gd name="connsiteY50" fmla="*/ 1478152 h 2237474"/>
              <a:gd name="connsiteX51" fmla="*/ 7377870 w 12192000"/>
              <a:gd name="connsiteY51" fmla="*/ 1523319 h 2237474"/>
              <a:gd name="connsiteX52" fmla="*/ 7230737 w 12192000"/>
              <a:gd name="connsiteY52" fmla="*/ 1562633 h 2237474"/>
              <a:gd name="connsiteX53" fmla="*/ 7224458 w 12192000"/>
              <a:gd name="connsiteY53" fmla="*/ 1573008 h 2237474"/>
              <a:gd name="connsiteX54" fmla="*/ 7183121 w 12192000"/>
              <a:gd name="connsiteY54" fmla="*/ 1595162 h 2237474"/>
              <a:gd name="connsiteX55" fmla="*/ 7164601 w 12192000"/>
              <a:gd name="connsiteY55" fmla="*/ 1606490 h 2237474"/>
              <a:gd name="connsiteX56" fmla="*/ 6900177 w 12192000"/>
              <a:gd name="connsiteY56" fmla="*/ 1636016 h 2237474"/>
              <a:gd name="connsiteX57" fmla="*/ 6795372 w 12192000"/>
              <a:gd name="connsiteY57" fmla="*/ 1644845 h 2237474"/>
              <a:gd name="connsiteX58" fmla="*/ 6692251 w 12192000"/>
              <a:gd name="connsiteY58" fmla="*/ 1656357 h 2237474"/>
              <a:gd name="connsiteX59" fmla="*/ 6655235 w 12192000"/>
              <a:gd name="connsiteY59" fmla="*/ 1661869 h 2237474"/>
              <a:gd name="connsiteX60" fmla="*/ 6554894 w 12192000"/>
              <a:gd name="connsiteY60" fmla="*/ 1664428 h 2237474"/>
              <a:gd name="connsiteX61" fmla="*/ 6516595 w 12192000"/>
              <a:gd name="connsiteY61" fmla="*/ 1667475 h 2237474"/>
              <a:gd name="connsiteX62" fmla="*/ 6508541 w 12192000"/>
              <a:gd name="connsiteY62" fmla="*/ 1668757 h 2237474"/>
              <a:gd name="connsiteX63" fmla="*/ 6471012 w 12192000"/>
              <a:gd name="connsiteY63" fmla="*/ 1678604 h 2237474"/>
              <a:gd name="connsiteX64" fmla="*/ 6364035 w 12192000"/>
              <a:gd name="connsiteY64" fmla="*/ 1667683 h 2237474"/>
              <a:gd name="connsiteX65" fmla="*/ 6280959 w 12192000"/>
              <a:gd name="connsiteY65" fmla="*/ 1689329 h 2237474"/>
              <a:gd name="connsiteX66" fmla="*/ 6243319 w 12192000"/>
              <a:gd name="connsiteY66" fmla="*/ 1695560 h 2237474"/>
              <a:gd name="connsiteX67" fmla="*/ 6098321 w 12192000"/>
              <a:gd name="connsiteY67" fmla="*/ 1721646 h 2237474"/>
              <a:gd name="connsiteX68" fmla="*/ 5880652 w 12192000"/>
              <a:gd name="connsiteY68" fmla="*/ 1779643 h 2237474"/>
              <a:gd name="connsiteX69" fmla="*/ 5785959 w 12192000"/>
              <a:gd name="connsiteY69" fmla="*/ 1775307 h 2237474"/>
              <a:gd name="connsiteX70" fmla="*/ 5643534 w 12192000"/>
              <a:gd name="connsiteY70" fmla="*/ 1802919 h 2237474"/>
              <a:gd name="connsiteX71" fmla="*/ 5518799 w 12192000"/>
              <a:gd name="connsiteY71" fmla="*/ 1818312 h 2237474"/>
              <a:gd name="connsiteX72" fmla="*/ 5505014 w 12192000"/>
              <a:gd name="connsiteY72" fmla="*/ 1819259 h 2237474"/>
              <a:gd name="connsiteX73" fmla="*/ 5453307 w 12192000"/>
              <a:gd name="connsiteY73" fmla="*/ 1815450 h 2237474"/>
              <a:gd name="connsiteX74" fmla="*/ 5221533 w 12192000"/>
              <a:gd name="connsiteY74" fmla="*/ 1846950 h 2237474"/>
              <a:gd name="connsiteX75" fmla="*/ 5149802 w 12192000"/>
              <a:gd name="connsiteY75" fmla="*/ 1844846 h 2237474"/>
              <a:gd name="connsiteX76" fmla="*/ 5114927 w 12192000"/>
              <a:gd name="connsiteY76" fmla="*/ 1847827 h 2237474"/>
              <a:gd name="connsiteX77" fmla="*/ 5108970 w 12192000"/>
              <a:gd name="connsiteY77" fmla="*/ 1847935 h 2237474"/>
              <a:gd name="connsiteX78" fmla="*/ 5067961 w 12192000"/>
              <a:gd name="connsiteY78" fmla="*/ 1845917 h 2237474"/>
              <a:gd name="connsiteX79" fmla="*/ 5007075 w 12192000"/>
              <a:gd name="connsiteY79" fmla="*/ 1838626 h 2237474"/>
              <a:gd name="connsiteX80" fmla="*/ 4944087 w 12192000"/>
              <a:gd name="connsiteY80" fmla="*/ 1823332 h 2237474"/>
              <a:gd name="connsiteX81" fmla="*/ 4907662 w 12192000"/>
              <a:gd name="connsiteY81" fmla="*/ 1816900 h 2237474"/>
              <a:gd name="connsiteX82" fmla="*/ 4882386 w 12192000"/>
              <a:gd name="connsiteY82" fmla="*/ 1809844 h 2237474"/>
              <a:gd name="connsiteX83" fmla="*/ 4811440 w 12192000"/>
              <a:gd name="connsiteY83" fmla="*/ 1804655 h 2237474"/>
              <a:gd name="connsiteX84" fmla="*/ 4691075 w 12192000"/>
              <a:gd name="connsiteY84" fmla="*/ 1801389 h 2237474"/>
              <a:gd name="connsiteX85" fmla="*/ 4640313 w 12192000"/>
              <a:gd name="connsiteY85" fmla="*/ 1784307 h 2237474"/>
              <a:gd name="connsiteX86" fmla="*/ 4536503 w 12192000"/>
              <a:gd name="connsiteY86" fmla="*/ 1785334 h 2237474"/>
              <a:gd name="connsiteX87" fmla="*/ 4513724 w 12192000"/>
              <a:gd name="connsiteY87" fmla="*/ 1791996 h 2237474"/>
              <a:gd name="connsiteX88" fmla="*/ 4459810 w 12192000"/>
              <a:gd name="connsiteY88" fmla="*/ 1797886 h 2237474"/>
              <a:gd name="connsiteX89" fmla="*/ 4379064 w 12192000"/>
              <a:gd name="connsiteY89" fmla="*/ 1817177 h 2237474"/>
              <a:gd name="connsiteX90" fmla="*/ 4290981 w 12192000"/>
              <a:gd name="connsiteY90" fmla="*/ 1839677 h 2237474"/>
              <a:gd name="connsiteX91" fmla="*/ 4238372 w 12192000"/>
              <a:gd name="connsiteY91" fmla="*/ 1851480 h 2237474"/>
              <a:gd name="connsiteX92" fmla="*/ 4232517 w 12192000"/>
              <a:gd name="connsiteY92" fmla="*/ 1852567 h 2237474"/>
              <a:gd name="connsiteX93" fmla="*/ 4191732 w 12192000"/>
              <a:gd name="connsiteY93" fmla="*/ 1857328 h 2237474"/>
              <a:gd name="connsiteX94" fmla="*/ 4065532 w 12192000"/>
              <a:gd name="connsiteY94" fmla="*/ 1855477 h 2237474"/>
              <a:gd name="connsiteX95" fmla="*/ 4028460 w 12192000"/>
              <a:gd name="connsiteY95" fmla="*/ 1855137 h 2237474"/>
              <a:gd name="connsiteX96" fmla="*/ 4002267 w 12192000"/>
              <a:gd name="connsiteY96" fmla="*/ 1852352 h 2237474"/>
              <a:gd name="connsiteX97" fmla="*/ 3931396 w 12192000"/>
              <a:gd name="connsiteY97" fmla="*/ 1858915 h 2237474"/>
              <a:gd name="connsiteX98" fmla="*/ 3812162 w 12192000"/>
              <a:gd name="connsiteY98" fmla="*/ 1875501 h 2237474"/>
              <a:gd name="connsiteX99" fmla="*/ 3758105 w 12192000"/>
              <a:gd name="connsiteY99" fmla="*/ 1871856 h 2237474"/>
              <a:gd name="connsiteX100" fmla="*/ 3715896 w 12192000"/>
              <a:gd name="connsiteY100" fmla="*/ 1881552 h 2237474"/>
              <a:gd name="connsiteX101" fmla="*/ 3567259 w 12192000"/>
              <a:gd name="connsiteY101" fmla="*/ 1893482 h 2237474"/>
              <a:gd name="connsiteX102" fmla="*/ 3405770 w 12192000"/>
              <a:gd name="connsiteY102" fmla="*/ 1904591 h 2237474"/>
              <a:gd name="connsiteX103" fmla="*/ 3280097 w 12192000"/>
              <a:gd name="connsiteY103" fmla="*/ 1919610 h 2237474"/>
              <a:gd name="connsiteX104" fmla="*/ 3009910 w 12192000"/>
              <a:gd name="connsiteY104" fmla="*/ 1957866 h 2237474"/>
              <a:gd name="connsiteX105" fmla="*/ 2995934 w 12192000"/>
              <a:gd name="connsiteY105" fmla="*/ 1967085 h 2237474"/>
              <a:gd name="connsiteX106" fmla="*/ 2942858 w 12192000"/>
              <a:gd name="connsiteY106" fmla="*/ 1981367 h 2237474"/>
              <a:gd name="connsiteX107" fmla="*/ 2875436 w 12192000"/>
              <a:gd name="connsiteY107" fmla="*/ 1996977 h 2237474"/>
              <a:gd name="connsiteX108" fmla="*/ 2874892 w 12192000"/>
              <a:gd name="connsiteY108" fmla="*/ 1996085 h 2237474"/>
              <a:gd name="connsiteX109" fmla="*/ 2843662 w 12192000"/>
              <a:gd name="connsiteY109" fmla="*/ 1992498 h 2237474"/>
              <a:gd name="connsiteX110" fmla="*/ 2718916 w 12192000"/>
              <a:gd name="connsiteY110" fmla="*/ 1990867 h 2237474"/>
              <a:gd name="connsiteX111" fmla="*/ 2713522 w 12192000"/>
              <a:gd name="connsiteY111" fmla="*/ 1990173 h 2237474"/>
              <a:gd name="connsiteX112" fmla="*/ 2476147 w 12192000"/>
              <a:gd name="connsiteY112" fmla="*/ 1998305 h 2237474"/>
              <a:gd name="connsiteX113" fmla="*/ 2373568 w 12192000"/>
              <a:gd name="connsiteY113" fmla="*/ 2003219 h 2237474"/>
              <a:gd name="connsiteX114" fmla="*/ 2287219 w 12192000"/>
              <a:gd name="connsiteY114" fmla="*/ 1998750 h 2237474"/>
              <a:gd name="connsiteX115" fmla="*/ 2243069 w 12192000"/>
              <a:gd name="connsiteY115" fmla="*/ 2005321 h 2237474"/>
              <a:gd name="connsiteX116" fmla="*/ 2164831 w 12192000"/>
              <a:gd name="connsiteY116" fmla="*/ 2010143 h 2237474"/>
              <a:gd name="connsiteX117" fmla="*/ 2085228 w 12192000"/>
              <a:gd name="connsiteY117" fmla="*/ 2046431 h 2237474"/>
              <a:gd name="connsiteX118" fmla="*/ 2058061 w 12192000"/>
              <a:gd name="connsiteY118" fmla="*/ 2047942 h 2237474"/>
              <a:gd name="connsiteX119" fmla="*/ 2042244 w 12192000"/>
              <a:gd name="connsiteY119" fmla="*/ 2055560 h 2237474"/>
              <a:gd name="connsiteX120" fmla="*/ 1877728 w 12192000"/>
              <a:gd name="connsiteY120" fmla="*/ 2101004 h 2237474"/>
              <a:gd name="connsiteX121" fmla="*/ 1759056 w 12192000"/>
              <a:gd name="connsiteY121" fmla="*/ 2125608 h 2237474"/>
              <a:gd name="connsiteX122" fmla="*/ 1637948 w 12192000"/>
              <a:gd name="connsiteY122" fmla="*/ 2172597 h 2237474"/>
              <a:gd name="connsiteX123" fmla="*/ 1434549 w 12192000"/>
              <a:gd name="connsiteY123" fmla="*/ 2234522 h 2237474"/>
              <a:gd name="connsiteX124" fmla="*/ 1398481 w 12192000"/>
              <a:gd name="connsiteY124" fmla="*/ 2237074 h 2237474"/>
              <a:gd name="connsiteX125" fmla="*/ 1398407 w 12192000"/>
              <a:gd name="connsiteY125" fmla="*/ 2237095 h 2237474"/>
              <a:gd name="connsiteX126" fmla="*/ 1370962 w 12192000"/>
              <a:gd name="connsiteY126" fmla="*/ 2237474 h 2237474"/>
              <a:gd name="connsiteX127" fmla="*/ 1356367 w 12192000"/>
              <a:gd name="connsiteY127" fmla="*/ 2235089 h 2237474"/>
              <a:gd name="connsiteX128" fmla="*/ 1279765 w 12192000"/>
              <a:gd name="connsiteY128" fmla="*/ 2229639 h 2237474"/>
              <a:gd name="connsiteX129" fmla="*/ 1195347 w 12192000"/>
              <a:gd name="connsiteY129" fmla="*/ 2212354 h 2237474"/>
              <a:gd name="connsiteX130" fmla="*/ 970251 w 12192000"/>
              <a:gd name="connsiteY130" fmla="*/ 2221029 h 2237474"/>
              <a:gd name="connsiteX131" fmla="*/ 812914 w 12192000"/>
              <a:gd name="connsiteY131" fmla="*/ 2210095 h 2237474"/>
              <a:gd name="connsiteX132" fmla="*/ 776382 w 12192000"/>
              <a:gd name="connsiteY132" fmla="*/ 2204512 h 2237474"/>
              <a:gd name="connsiteX133" fmla="*/ 597225 w 12192000"/>
              <a:gd name="connsiteY133" fmla="*/ 2180999 h 2237474"/>
              <a:gd name="connsiteX134" fmla="*/ 520671 w 12192000"/>
              <a:gd name="connsiteY134" fmla="*/ 2180980 h 2237474"/>
              <a:gd name="connsiteX135" fmla="*/ 515024 w 12192000"/>
              <a:gd name="connsiteY135" fmla="*/ 2179258 h 2237474"/>
              <a:gd name="connsiteX136" fmla="*/ 413835 w 12192000"/>
              <a:gd name="connsiteY136" fmla="*/ 2156783 h 2237474"/>
              <a:gd name="connsiteX137" fmla="*/ 376513 w 12192000"/>
              <a:gd name="connsiteY137" fmla="*/ 2154014 h 2237474"/>
              <a:gd name="connsiteX138" fmla="*/ 273386 w 12192000"/>
              <a:gd name="connsiteY138" fmla="*/ 2142551 h 2237474"/>
              <a:gd name="connsiteX139" fmla="*/ 169207 w 12192000"/>
              <a:gd name="connsiteY139" fmla="*/ 2128100 h 2237474"/>
              <a:gd name="connsiteX140" fmla="*/ 77641 w 12192000"/>
              <a:gd name="connsiteY140" fmla="*/ 2126835 h 2237474"/>
              <a:gd name="connsiteX141" fmla="*/ 37645 w 12192000"/>
              <a:gd name="connsiteY141" fmla="*/ 2115401 h 2237474"/>
              <a:gd name="connsiteX142" fmla="*/ 4572 w 12192000"/>
              <a:gd name="connsiteY142" fmla="*/ 2111091 h 2237474"/>
              <a:gd name="connsiteX143" fmla="*/ 0 w 12192000"/>
              <a:gd name="connsiteY143" fmla="*/ 2110468 h 2237474"/>
              <a:gd name="connsiteX144" fmla="*/ 0 w 12192000"/>
              <a:gd name="connsiteY1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28195 w 12192000"/>
              <a:gd name="connsiteY25" fmla="*/ 986225 h 2237474"/>
              <a:gd name="connsiteX26" fmla="*/ 9410017 w 12192000"/>
              <a:gd name="connsiteY26" fmla="*/ 993931 h 2237474"/>
              <a:gd name="connsiteX27" fmla="*/ 9392919 w 12192000"/>
              <a:gd name="connsiteY27" fmla="*/ 994656 h 2237474"/>
              <a:gd name="connsiteX28" fmla="*/ 9268019 w 12192000"/>
              <a:gd name="connsiteY28" fmla="*/ 1007442 h 2237474"/>
              <a:gd name="connsiteX29" fmla="*/ 9234662 w 12192000"/>
              <a:gd name="connsiteY29" fmla="*/ 1023056 h 2237474"/>
              <a:gd name="connsiteX30" fmla="*/ 9181033 w 12192000"/>
              <a:gd name="connsiteY30" fmla="*/ 1037921 h 2237474"/>
              <a:gd name="connsiteX31" fmla="*/ 9155969 w 12192000"/>
              <a:gd name="connsiteY31" fmla="*/ 1046804 h 2237474"/>
              <a:gd name="connsiteX32" fmla="*/ 9133985 w 12192000"/>
              <a:gd name="connsiteY32" fmla="*/ 1046450 h 2237474"/>
              <a:gd name="connsiteX33" fmla="*/ 9003462 w 12192000"/>
              <a:gd name="connsiteY33" fmla="*/ 1042406 h 2237474"/>
              <a:gd name="connsiteX34" fmla="*/ 8968445 w 12192000"/>
              <a:gd name="connsiteY34" fmla="*/ 1052169 h 2237474"/>
              <a:gd name="connsiteX35" fmla="*/ 8886001 w 12192000"/>
              <a:gd name="connsiteY35" fmla="*/ 1067468 h 2237474"/>
              <a:gd name="connsiteX36" fmla="*/ 8838610 w 12192000"/>
              <a:gd name="connsiteY36" fmla="*/ 1075091 h 2237474"/>
              <a:gd name="connsiteX37" fmla="*/ 8750383 w 12192000"/>
              <a:gd name="connsiteY37" fmla="*/ 1097387 h 2237474"/>
              <a:gd name="connsiteX38" fmla="*/ 8665605 w 12192000"/>
              <a:gd name="connsiteY38" fmla="*/ 1110791 h 2237474"/>
              <a:gd name="connsiteX39" fmla="*/ 8584946 w 12192000"/>
              <a:gd name="connsiteY39" fmla="*/ 1135226 h 2237474"/>
              <a:gd name="connsiteX40" fmla="*/ 8419755 w 12192000"/>
              <a:gd name="connsiteY40" fmla="*/ 1216260 h 2237474"/>
              <a:gd name="connsiteX41" fmla="*/ 8411626 w 12192000"/>
              <a:gd name="connsiteY41" fmla="*/ 1214397 h 2237474"/>
              <a:gd name="connsiteX42" fmla="*/ 8363469 w 12192000"/>
              <a:gd name="connsiteY42" fmla="*/ 1246658 h 2237474"/>
              <a:gd name="connsiteX43" fmla="*/ 8275497 w 12192000"/>
              <a:gd name="connsiteY43" fmla="*/ 1264396 h 2237474"/>
              <a:gd name="connsiteX44" fmla="*/ 8074238 w 12192000"/>
              <a:gd name="connsiteY44" fmla="*/ 1301895 h 2237474"/>
              <a:gd name="connsiteX45" fmla="*/ 7942099 w 12192000"/>
              <a:gd name="connsiteY45" fmla="*/ 1336332 h 2237474"/>
              <a:gd name="connsiteX46" fmla="*/ 7902328 w 12192000"/>
              <a:gd name="connsiteY46" fmla="*/ 1345865 h 2237474"/>
              <a:gd name="connsiteX47" fmla="*/ 7840612 w 12192000"/>
              <a:gd name="connsiteY47" fmla="*/ 1369373 h 2237474"/>
              <a:gd name="connsiteX48" fmla="*/ 7786819 w 12192000"/>
              <a:gd name="connsiteY48" fmla="*/ 1378970 h 2237474"/>
              <a:gd name="connsiteX49" fmla="*/ 7548172 w 12192000"/>
              <a:gd name="connsiteY49" fmla="*/ 1417460 h 2237474"/>
              <a:gd name="connsiteX50" fmla="*/ 7483437 w 12192000"/>
              <a:gd name="connsiteY50" fmla="*/ 1478152 h 2237474"/>
              <a:gd name="connsiteX51" fmla="*/ 7377870 w 12192000"/>
              <a:gd name="connsiteY51" fmla="*/ 1523319 h 2237474"/>
              <a:gd name="connsiteX52" fmla="*/ 7230737 w 12192000"/>
              <a:gd name="connsiteY52" fmla="*/ 1562633 h 2237474"/>
              <a:gd name="connsiteX53" fmla="*/ 7224458 w 12192000"/>
              <a:gd name="connsiteY53" fmla="*/ 1573008 h 2237474"/>
              <a:gd name="connsiteX54" fmla="*/ 7183121 w 12192000"/>
              <a:gd name="connsiteY54" fmla="*/ 1595162 h 2237474"/>
              <a:gd name="connsiteX55" fmla="*/ 7164601 w 12192000"/>
              <a:gd name="connsiteY55" fmla="*/ 1606490 h 2237474"/>
              <a:gd name="connsiteX56" fmla="*/ 6900177 w 12192000"/>
              <a:gd name="connsiteY56" fmla="*/ 1636016 h 2237474"/>
              <a:gd name="connsiteX57" fmla="*/ 6795372 w 12192000"/>
              <a:gd name="connsiteY57" fmla="*/ 1644845 h 2237474"/>
              <a:gd name="connsiteX58" fmla="*/ 6692251 w 12192000"/>
              <a:gd name="connsiteY58" fmla="*/ 1656357 h 2237474"/>
              <a:gd name="connsiteX59" fmla="*/ 6655235 w 12192000"/>
              <a:gd name="connsiteY59" fmla="*/ 1661869 h 2237474"/>
              <a:gd name="connsiteX60" fmla="*/ 6554894 w 12192000"/>
              <a:gd name="connsiteY60" fmla="*/ 1664428 h 2237474"/>
              <a:gd name="connsiteX61" fmla="*/ 6516595 w 12192000"/>
              <a:gd name="connsiteY61" fmla="*/ 1667475 h 2237474"/>
              <a:gd name="connsiteX62" fmla="*/ 6508541 w 12192000"/>
              <a:gd name="connsiteY62" fmla="*/ 1668757 h 2237474"/>
              <a:gd name="connsiteX63" fmla="*/ 6471012 w 12192000"/>
              <a:gd name="connsiteY63" fmla="*/ 1678604 h 2237474"/>
              <a:gd name="connsiteX64" fmla="*/ 6364035 w 12192000"/>
              <a:gd name="connsiteY64" fmla="*/ 1667683 h 2237474"/>
              <a:gd name="connsiteX65" fmla="*/ 6280959 w 12192000"/>
              <a:gd name="connsiteY65" fmla="*/ 1689329 h 2237474"/>
              <a:gd name="connsiteX66" fmla="*/ 6243319 w 12192000"/>
              <a:gd name="connsiteY66" fmla="*/ 1695560 h 2237474"/>
              <a:gd name="connsiteX67" fmla="*/ 6098321 w 12192000"/>
              <a:gd name="connsiteY67" fmla="*/ 1721646 h 2237474"/>
              <a:gd name="connsiteX68" fmla="*/ 5880652 w 12192000"/>
              <a:gd name="connsiteY68" fmla="*/ 1779643 h 2237474"/>
              <a:gd name="connsiteX69" fmla="*/ 5785959 w 12192000"/>
              <a:gd name="connsiteY69" fmla="*/ 1775307 h 2237474"/>
              <a:gd name="connsiteX70" fmla="*/ 5643534 w 12192000"/>
              <a:gd name="connsiteY70" fmla="*/ 1802919 h 2237474"/>
              <a:gd name="connsiteX71" fmla="*/ 5518799 w 12192000"/>
              <a:gd name="connsiteY71" fmla="*/ 1818312 h 2237474"/>
              <a:gd name="connsiteX72" fmla="*/ 5505014 w 12192000"/>
              <a:gd name="connsiteY72" fmla="*/ 1819259 h 2237474"/>
              <a:gd name="connsiteX73" fmla="*/ 5453307 w 12192000"/>
              <a:gd name="connsiteY73" fmla="*/ 1815450 h 2237474"/>
              <a:gd name="connsiteX74" fmla="*/ 5221533 w 12192000"/>
              <a:gd name="connsiteY74" fmla="*/ 1846950 h 2237474"/>
              <a:gd name="connsiteX75" fmla="*/ 5149802 w 12192000"/>
              <a:gd name="connsiteY75" fmla="*/ 1844846 h 2237474"/>
              <a:gd name="connsiteX76" fmla="*/ 5114927 w 12192000"/>
              <a:gd name="connsiteY76" fmla="*/ 1847827 h 2237474"/>
              <a:gd name="connsiteX77" fmla="*/ 5108970 w 12192000"/>
              <a:gd name="connsiteY77" fmla="*/ 1847935 h 2237474"/>
              <a:gd name="connsiteX78" fmla="*/ 5067961 w 12192000"/>
              <a:gd name="connsiteY78" fmla="*/ 1845917 h 2237474"/>
              <a:gd name="connsiteX79" fmla="*/ 5007075 w 12192000"/>
              <a:gd name="connsiteY79" fmla="*/ 1838626 h 2237474"/>
              <a:gd name="connsiteX80" fmla="*/ 4944087 w 12192000"/>
              <a:gd name="connsiteY80" fmla="*/ 1823332 h 2237474"/>
              <a:gd name="connsiteX81" fmla="*/ 4907662 w 12192000"/>
              <a:gd name="connsiteY81" fmla="*/ 1816900 h 2237474"/>
              <a:gd name="connsiteX82" fmla="*/ 4882386 w 12192000"/>
              <a:gd name="connsiteY82" fmla="*/ 1809844 h 2237474"/>
              <a:gd name="connsiteX83" fmla="*/ 4811440 w 12192000"/>
              <a:gd name="connsiteY83" fmla="*/ 1804655 h 2237474"/>
              <a:gd name="connsiteX84" fmla="*/ 4691075 w 12192000"/>
              <a:gd name="connsiteY84" fmla="*/ 1801389 h 2237474"/>
              <a:gd name="connsiteX85" fmla="*/ 4640313 w 12192000"/>
              <a:gd name="connsiteY85" fmla="*/ 1784307 h 2237474"/>
              <a:gd name="connsiteX86" fmla="*/ 4536503 w 12192000"/>
              <a:gd name="connsiteY86" fmla="*/ 1785334 h 2237474"/>
              <a:gd name="connsiteX87" fmla="*/ 4513724 w 12192000"/>
              <a:gd name="connsiteY87" fmla="*/ 1791996 h 2237474"/>
              <a:gd name="connsiteX88" fmla="*/ 4459810 w 12192000"/>
              <a:gd name="connsiteY88" fmla="*/ 1797886 h 2237474"/>
              <a:gd name="connsiteX89" fmla="*/ 4379064 w 12192000"/>
              <a:gd name="connsiteY89" fmla="*/ 1817177 h 2237474"/>
              <a:gd name="connsiteX90" fmla="*/ 4290981 w 12192000"/>
              <a:gd name="connsiteY90" fmla="*/ 1839677 h 2237474"/>
              <a:gd name="connsiteX91" fmla="*/ 4238372 w 12192000"/>
              <a:gd name="connsiteY91" fmla="*/ 1851480 h 2237474"/>
              <a:gd name="connsiteX92" fmla="*/ 4232517 w 12192000"/>
              <a:gd name="connsiteY92" fmla="*/ 1852567 h 2237474"/>
              <a:gd name="connsiteX93" fmla="*/ 4191732 w 12192000"/>
              <a:gd name="connsiteY93" fmla="*/ 1857328 h 2237474"/>
              <a:gd name="connsiteX94" fmla="*/ 4065532 w 12192000"/>
              <a:gd name="connsiteY94" fmla="*/ 1855477 h 2237474"/>
              <a:gd name="connsiteX95" fmla="*/ 4028460 w 12192000"/>
              <a:gd name="connsiteY95" fmla="*/ 1855137 h 2237474"/>
              <a:gd name="connsiteX96" fmla="*/ 4002267 w 12192000"/>
              <a:gd name="connsiteY96" fmla="*/ 1852352 h 2237474"/>
              <a:gd name="connsiteX97" fmla="*/ 3931396 w 12192000"/>
              <a:gd name="connsiteY97" fmla="*/ 1858915 h 2237474"/>
              <a:gd name="connsiteX98" fmla="*/ 3812162 w 12192000"/>
              <a:gd name="connsiteY98" fmla="*/ 1875501 h 2237474"/>
              <a:gd name="connsiteX99" fmla="*/ 3758105 w 12192000"/>
              <a:gd name="connsiteY99" fmla="*/ 1871856 h 2237474"/>
              <a:gd name="connsiteX100" fmla="*/ 3715896 w 12192000"/>
              <a:gd name="connsiteY100" fmla="*/ 1881552 h 2237474"/>
              <a:gd name="connsiteX101" fmla="*/ 3567259 w 12192000"/>
              <a:gd name="connsiteY101" fmla="*/ 1893482 h 2237474"/>
              <a:gd name="connsiteX102" fmla="*/ 3405770 w 12192000"/>
              <a:gd name="connsiteY102" fmla="*/ 1904591 h 2237474"/>
              <a:gd name="connsiteX103" fmla="*/ 3280097 w 12192000"/>
              <a:gd name="connsiteY103" fmla="*/ 1919610 h 2237474"/>
              <a:gd name="connsiteX104" fmla="*/ 3009910 w 12192000"/>
              <a:gd name="connsiteY104" fmla="*/ 1957866 h 2237474"/>
              <a:gd name="connsiteX105" fmla="*/ 2995934 w 12192000"/>
              <a:gd name="connsiteY105" fmla="*/ 1967085 h 2237474"/>
              <a:gd name="connsiteX106" fmla="*/ 2942858 w 12192000"/>
              <a:gd name="connsiteY106" fmla="*/ 1981367 h 2237474"/>
              <a:gd name="connsiteX107" fmla="*/ 2875436 w 12192000"/>
              <a:gd name="connsiteY107" fmla="*/ 1996977 h 2237474"/>
              <a:gd name="connsiteX108" fmla="*/ 2874892 w 12192000"/>
              <a:gd name="connsiteY108" fmla="*/ 1996085 h 2237474"/>
              <a:gd name="connsiteX109" fmla="*/ 2843662 w 12192000"/>
              <a:gd name="connsiteY109" fmla="*/ 1992498 h 2237474"/>
              <a:gd name="connsiteX110" fmla="*/ 2718916 w 12192000"/>
              <a:gd name="connsiteY110" fmla="*/ 1990867 h 2237474"/>
              <a:gd name="connsiteX111" fmla="*/ 2713522 w 12192000"/>
              <a:gd name="connsiteY111" fmla="*/ 1990173 h 2237474"/>
              <a:gd name="connsiteX112" fmla="*/ 2476147 w 12192000"/>
              <a:gd name="connsiteY112" fmla="*/ 1998305 h 2237474"/>
              <a:gd name="connsiteX113" fmla="*/ 2373568 w 12192000"/>
              <a:gd name="connsiteY113" fmla="*/ 2003219 h 2237474"/>
              <a:gd name="connsiteX114" fmla="*/ 2287219 w 12192000"/>
              <a:gd name="connsiteY114" fmla="*/ 1998750 h 2237474"/>
              <a:gd name="connsiteX115" fmla="*/ 2243069 w 12192000"/>
              <a:gd name="connsiteY115" fmla="*/ 2005321 h 2237474"/>
              <a:gd name="connsiteX116" fmla="*/ 2164831 w 12192000"/>
              <a:gd name="connsiteY116" fmla="*/ 2010143 h 2237474"/>
              <a:gd name="connsiteX117" fmla="*/ 2085228 w 12192000"/>
              <a:gd name="connsiteY117" fmla="*/ 2046431 h 2237474"/>
              <a:gd name="connsiteX118" fmla="*/ 2058061 w 12192000"/>
              <a:gd name="connsiteY118" fmla="*/ 2047942 h 2237474"/>
              <a:gd name="connsiteX119" fmla="*/ 2042244 w 12192000"/>
              <a:gd name="connsiteY119" fmla="*/ 2055560 h 2237474"/>
              <a:gd name="connsiteX120" fmla="*/ 1877728 w 12192000"/>
              <a:gd name="connsiteY120" fmla="*/ 2101004 h 2237474"/>
              <a:gd name="connsiteX121" fmla="*/ 1759056 w 12192000"/>
              <a:gd name="connsiteY121" fmla="*/ 2125608 h 2237474"/>
              <a:gd name="connsiteX122" fmla="*/ 1637948 w 12192000"/>
              <a:gd name="connsiteY122" fmla="*/ 2172597 h 2237474"/>
              <a:gd name="connsiteX123" fmla="*/ 1434549 w 12192000"/>
              <a:gd name="connsiteY123" fmla="*/ 2234522 h 2237474"/>
              <a:gd name="connsiteX124" fmla="*/ 1398481 w 12192000"/>
              <a:gd name="connsiteY124" fmla="*/ 2237074 h 2237474"/>
              <a:gd name="connsiteX125" fmla="*/ 1398407 w 12192000"/>
              <a:gd name="connsiteY125" fmla="*/ 2237095 h 2237474"/>
              <a:gd name="connsiteX126" fmla="*/ 1370962 w 12192000"/>
              <a:gd name="connsiteY126" fmla="*/ 2237474 h 2237474"/>
              <a:gd name="connsiteX127" fmla="*/ 1356367 w 12192000"/>
              <a:gd name="connsiteY127" fmla="*/ 2235089 h 2237474"/>
              <a:gd name="connsiteX128" fmla="*/ 1279765 w 12192000"/>
              <a:gd name="connsiteY128" fmla="*/ 2229639 h 2237474"/>
              <a:gd name="connsiteX129" fmla="*/ 1195347 w 12192000"/>
              <a:gd name="connsiteY129" fmla="*/ 2212354 h 2237474"/>
              <a:gd name="connsiteX130" fmla="*/ 970251 w 12192000"/>
              <a:gd name="connsiteY130" fmla="*/ 2221029 h 2237474"/>
              <a:gd name="connsiteX131" fmla="*/ 812914 w 12192000"/>
              <a:gd name="connsiteY131" fmla="*/ 2210095 h 2237474"/>
              <a:gd name="connsiteX132" fmla="*/ 776382 w 12192000"/>
              <a:gd name="connsiteY132" fmla="*/ 2204512 h 2237474"/>
              <a:gd name="connsiteX133" fmla="*/ 597225 w 12192000"/>
              <a:gd name="connsiteY133" fmla="*/ 2180999 h 2237474"/>
              <a:gd name="connsiteX134" fmla="*/ 520671 w 12192000"/>
              <a:gd name="connsiteY134" fmla="*/ 2180980 h 2237474"/>
              <a:gd name="connsiteX135" fmla="*/ 515024 w 12192000"/>
              <a:gd name="connsiteY135" fmla="*/ 2179258 h 2237474"/>
              <a:gd name="connsiteX136" fmla="*/ 413835 w 12192000"/>
              <a:gd name="connsiteY136" fmla="*/ 2156783 h 2237474"/>
              <a:gd name="connsiteX137" fmla="*/ 376513 w 12192000"/>
              <a:gd name="connsiteY137" fmla="*/ 2154014 h 2237474"/>
              <a:gd name="connsiteX138" fmla="*/ 273386 w 12192000"/>
              <a:gd name="connsiteY138" fmla="*/ 2142551 h 2237474"/>
              <a:gd name="connsiteX139" fmla="*/ 169207 w 12192000"/>
              <a:gd name="connsiteY139" fmla="*/ 2128100 h 2237474"/>
              <a:gd name="connsiteX140" fmla="*/ 77641 w 12192000"/>
              <a:gd name="connsiteY140" fmla="*/ 2126835 h 2237474"/>
              <a:gd name="connsiteX141" fmla="*/ 37645 w 12192000"/>
              <a:gd name="connsiteY141" fmla="*/ 2115401 h 2237474"/>
              <a:gd name="connsiteX142" fmla="*/ 4572 w 12192000"/>
              <a:gd name="connsiteY142" fmla="*/ 2111091 h 2237474"/>
              <a:gd name="connsiteX143" fmla="*/ 0 w 12192000"/>
              <a:gd name="connsiteY143" fmla="*/ 2110468 h 2237474"/>
              <a:gd name="connsiteX144" fmla="*/ 0 w 12192000"/>
              <a:gd name="connsiteY144"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234662 w 12192000"/>
              <a:gd name="connsiteY28" fmla="*/ 1023056 h 2237474"/>
              <a:gd name="connsiteX29" fmla="*/ 9181033 w 12192000"/>
              <a:gd name="connsiteY29" fmla="*/ 1037921 h 2237474"/>
              <a:gd name="connsiteX30" fmla="*/ 9155969 w 12192000"/>
              <a:gd name="connsiteY30" fmla="*/ 1046804 h 2237474"/>
              <a:gd name="connsiteX31" fmla="*/ 9133985 w 12192000"/>
              <a:gd name="connsiteY31" fmla="*/ 1046450 h 2237474"/>
              <a:gd name="connsiteX32" fmla="*/ 9003462 w 12192000"/>
              <a:gd name="connsiteY32" fmla="*/ 1042406 h 2237474"/>
              <a:gd name="connsiteX33" fmla="*/ 8968445 w 12192000"/>
              <a:gd name="connsiteY33" fmla="*/ 1052169 h 2237474"/>
              <a:gd name="connsiteX34" fmla="*/ 8886001 w 12192000"/>
              <a:gd name="connsiteY34" fmla="*/ 1067468 h 2237474"/>
              <a:gd name="connsiteX35" fmla="*/ 8838610 w 12192000"/>
              <a:gd name="connsiteY35" fmla="*/ 1075091 h 2237474"/>
              <a:gd name="connsiteX36" fmla="*/ 8750383 w 12192000"/>
              <a:gd name="connsiteY36" fmla="*/ 1097387 h 2237474"/>
              <a:gd name="connsiteX37" fmla="*/ 8665605 w 12192000"/>
              <a:gd name="connsiteY37" fmla="*/ 1110791 h 2237474"/>
              <a:gd name="connsiteX38" fmla="*/ 8584946 w 12192000"/>
              <a:gd name="connsiteY38" fmla="*/ 1135226 h 2237474"/>
              <a:gd name="connsiteX39" fmla="*/ 8419755 w 12192000"/>
              <a:gd name="connsiteY39" fmla="*/ 1216260 h 2237474"/>
              <a:gd name="connsiteX40" fmla="*/ 8411626 w 12192000"/>
              <a:gd name="connsiteY40" fmla="*/ 1214397 h 2237474"/>
              <a:gd name="connsiteX41" fmla="*/ 8363469 w 12192000"/>
              <a:gd name="connsiteY41" fmla="*/ 1246658 h 2237474"/>
              <a:gd name="connsiteX42" fmla="*/ 8275497 w 12192000"/>
              <a:gd name="connsiteY42" fmla="*/ 1264396 h 2237474"/>
              <a:gd name="connsiteX43" fmla="*/ 8074238 w 12192000"/>
              <a:gd name="connsiteY43" fmla="*/ 1301895 h 2237474"/>
              <a:gd name="connsiteX44" fmla="*/ 7942099 w 12192000"/>
              <a:gd name="connsiteY44" fmla="*/ 1336332 h 2237474"/>
              <a:gd name="connsiteX45" fmla="*/ 7902328 w 12192000"/>
              <a:gd name="connsiteY45" fmla="*/ 1345865 h 2237474"/>
              <a:gd name="connsiteX46" fmla="*/ 7840612 w 12192000"/>
              <a:gd name="connsiteY46" fmla="*/ 1369373 h 2237474"/>
              <a:gd name="connsiteX47" fmla="*/ 7786819 w 12192000"/>
              <a:gd name="connsiteY47" fmla="*/ 1378970 h 2237474"/>
              <a:gd name="connsiteX48" fmla="*/ 7548172 w 12192000"/>
              <a:gd name="connsiteY48" fmla="*/ 1417460 h 2237474"/>
              <a:gd name="connsiteX49" fmla="*/ 7483437 w 12192000"/>
              <a:gd name="connsiteY49" fmla="*/ 1478152 h 2237474"/>
              <a:gd name="connsiteX50" fmla="*/ 7377870 w 12192000"/>
              <a:gd name="connsiteY50" fmla="*/ 1523319 h 2237474"/>
              <a:gd name="connsiteX51" fmla="*/ 7230737 w 12192000"/>
              <a:gd name="connsiteY51" fmla="*/ 1562633 h 2237474"/>
              <a:gd name="connsiteX52" fmla="*/ 7224458 w 12192000"/>
              <a:gd name="connsiteY52" fmla="*/ 1573008 h 2237474"/>
              <a:gd name="connsiteX53" fmla="*/ 7183121 w 12192000"/>
              <a:gd name="connsiteY53" fmla="*/ 1595162 h 2237474"/>
              <a:gd name="connsiteX54" fmla="*/ 7164601 w 12192000"/>
              <a:gd name="connsiteY54" fmla="*/ 1606490 h 2237474"/>
              <a:gd name="connsiteX55" fmla="*/ 6900177 w 12192000"/>
              <a:gd name="connsiteY55" fmla="*/ 1636016 h 2237474"/>
              <a:gd name="connsiteX56" fmla="*/ 6795372 w 12192000"/>
              <a:gd name="connsiteY56" fmla="*/ 1644845 h 2237474"/>
              <a:gd name="connsiteX57" fmla="*/ 6692251 w 12192000"/>
              <a:gd name="connsiteY57" fmla="*/ 1656357 h 2237474"/>
              <a:gd name="connsiteX58" fmla="*/ 6655235 w 12192000"/>
              <a:gd name="connsiteY58" fmla="*/ 1661869 h 2237474"/>
              <a:gd name="connsiteX59" fmla="*/ 6554894 w 12192000"/>
              <a:gd name="connsiteY59" fmla="*/ 1664428 h 2237474"/>
              <a:gd name="connsiteX60" fmla="*/ 6516595 w 12192000"/>
              <a:gd name="connsiteY60" fmla="*/ 1667475 h 2237474"/>
              <a:gd name="connsiteX61" fmla="*/ 6508541 w 12192000"/>
              <a:gd name="connsiteY61" fmla="*/ 1668757 h 2237474"/>
              <a:gd name="connsiteX62" fmla="*/ 6471012 w 12192000"/>
              <a:gd name="connsiteY62" fmla="*/ 1678604 h 2237474"/>
              <a:gd name="connsiteX63" fmla="*/ 6364035 w 12192000"/>
              <a:gd name="connsiteY63" fmla="*/ 1667683 h 2237474"/>
              <a:gd name="connsiteX64" fmla="*/ 6280959 w 12192000"/>
              <a:gd name="connsiteY64" fmla="*/ 1689329 h 2237474"/>
              <a:gd name="connsiteX65" fmla="*/ 6243319 w 12192000"/>
              <a:gd name="connsiteY65" fmla="*/ 1695560 h 2237474"/>
              <a:gd name="connsiteX66" fmla="*/ 6098321 w 12192000"/>
              <a:gd name="connsiteY66" fmla="*/ 1721646 h 2237474"/>
              <a:gd name="connsiteX67" fmla="*/ 5880652 w 12192000"/>
              <a:gd name="connsiteY67" fmla="*/ 1779643 h 2237474"/>
              <a:gd name="connsiteX68" fmla="*/ 5785959 w 12192000"/>
              <a:gd name="connsiteY68" fmla="*/ 1775307 h 2237474"/>
              <a:gd name="connsiteX69" fmla="*/ 5643534 w 12192000"/>
              <a:gd name="connsiteY69" fmla="*/ 1802919 h 2237474"/>
              <a:gd name="connsiteX70" fmla="*/ 5518799 w 12192000"/>
              <a:gd name="connsiteY70" fmla="*/ 1818312 h 2237474"/>
              <a:gd name="connsiteX71" fmla="*/ 5505014 w 12192000"/>
              <a:gd name="connsiteY71" fmla="*/ 1819259 h 2237474"/>
              <a:gd name="connsiteX72" fmla="*/ 5453307 w 12192000"/>
              <a:gd name="connsiteY72" fmla="*/ 1815450 h 2237474"/>
              <a:gd name="connsiteX73" fmla="*/ 5221533 w 12192000"/>
              <a:gd name="connsiteY73" fmla="*/ 1846950 h 2237474"/>
              <a:gd name="connsiteX74" fmla="*/ 5149802 w 12192000"/>
              <a:gd name="connsiteY74" fmla="*/ 1844846 h 2237474"/>
              <a:gd name="connsiteX75" fmla="*/ 5114927 w 12192000"/>
              <a:gd name="connsiteY75" fmla="*/ 1847827 h 2237474"/>
              <a:gd name="connsiteX76" fmla="*/ 5108970 w 12192000"/>
              <a:gd name="connsiteY76" fmla="*/ 1847935 h 2237474"/>
              <a:gd name="connsiteX77" fmla="*/ 5067961 w 12192000"/>
              <a:gd name="connsiteY77" fmla="*/ 1845917 h 2237474"/>
              <a:gd name="connsiteX78" fmla="*/ 5007075 w 12192000"/>
              <a:gd name="connsiteY78" fmla="*/ 1838626 h 2237474"/>
              <a:gd name="connsiteX79" fmla="*/ 4944087 w 12192000"/>
              <a:gd name="connsiteY79" fmla="*/ 1823332 h 2237474"/>
              <a:gd name="connsiteX80" fmla="*/ 4907662 w 12192000"/>
              <a:gd name="connsiteY80" fmla="*/ 1816900 h 2237474"/>
              <a:gd name="connsiteX81" fmla="*/ 4882386 w 12192000"/>
              <a:gd name="connsiteY81" fmla="*/ 1809844 h 2237474"/>
              <a:gd name="connsiteX82" fmla="*/ 4811440 w 12192000"/>
              <a:gd name="connsiteY82" fmla="*/ 1804655 h 2237474"/>
              <a:gd name="connsiteX83" fmla="*/ 4691075 w 12192000"/>
              <a:gd name="connsiteY83" fmla="*/ 1801389 h 2237474"/>
              <a:gd name="connsiteX84" fmla="*/ 4640313 w 12192000"/>
              <a:gd name="connsiteY84" fmla="*/ 1784307 h 2237474"/>
              <a:gd name="connsiteX85" fmla="*/ 4536503 w 12192000"/>
              <a:gd name="connsiteY85" fmla="*/ 1785334 h 2237474"/>
              <a:gd name="connsiteX86" fmla="*/ 4513724 w 12192000"/>
              <a:gd name="connsiteY86" fmla="*/ 1791996 h 2237474"/>
              <a:gd name="connsiteX87" fmla="*/ 4459810 w 12192000"/>
              <a:gd name="connsiteY87" fmla="*/ 1797886 h 2237474"/>
              <a:gd name="connsiteX88" fmla="*/ 4379064 w 12192000"/>
              <a:gd name="connsiteY88" fmla="*/ 1817177 h 2237474"/>
              <a:gd name="connsiteX89" fmla="*/ 4290981 w 12192000"/>
              <a:gd name="connsiteY89" fmla="*/ 1839677 h 2237474"/>
              <a:gd name="connsiteX90" fmla="*/ 4238372 w 12192000"/>
              <a:gd name="connsiteY90" fmla="*/ 1851480 h 2237474"/>
              <a:gd name="connsiteX91" fmla="*/ 4232517 w 12192000"/>
              <a:gd name="connsiteY91" fmla="*/ 1852567 h 2237474"/>
              <a:gd name="connsiteX92" fmla="*/ 4191732 w 12192000"/>
              <a:gd name="connsiteY92" fmla="*/ 1857328 h 2237474"/>
              <a:gd name="connsiteX93" fmla="*/ 4065532 w 12192000"/>
              <a:gd name="connsiteY93" fmla="*/ 1855477 h 2237474"/>
              <a:gd name="connsiteX94" fmla="*/ 4028460 w 12192000"/>
              <a:gd name="connsiteY94" fmla="*/ 1855137 h 2237474"/>
              <a:gd name="connsiteX95" fmla="*/ 4002267 w 12192000"/>
              <a:gd name="connsiteY95" fmla="*/ 1852352 h 2237474"/>
              <a:gd name="connsiteX96" fmla="*/ 3931396 w 12192000"/>
              <a:gd name="connsiteY96" fmla="*/ 1858915 h 2237474"/>
              <a:gd name="connsiteX97" fmla="*/ 3812162 w 12192000"/>
              <a:gd name="connsiteY97" fmla="*/ 1875501 h 2237474"/>
              <a:gd name="connsiteX98" fmla="*/ 3758105 w 12192000"/>
              <a:gd name="connsiteY98" fmla="*/ 1871856 h 2237474"/>
              <a:gd name="connsiteX99" fmla="*/ 3715896 w 12192000"/>
              <a:gd name="connsiteY99" fmla="*/ 1881552 h 2237474"/>
              <a:gd name="connsiteX100" fmla="*/ 3567259 w 12192000"/>
              <a:gd name="connsiteY100" fmla="*/ 1893482 h 2237474"/>
              <a:gd name="connsiteX101" fmla="*/ 3405770 w 12192000"/>
              <a:gd name="connsiteY101" fmla="*/ 1904591 h 2237474"/>
              <a:gd name="connsiteX102" fmla="*/ 3280097 w 12192000"/>
              <a:gd name="connsiteY102" fmla="*/ 1919610 h 2237474"/>
              <a:gd name="connsiteX103" fmla="*/ 3009910 w 12192000"/>
              <a:gd name="connsiteY103" fmla="*/ 1957866 h 2237474"/>
              <a:gd name="connsiteX104" fmla="*/ 2995934 w 12192000"/>
              <a:gd name="connsiteY104" fmla="*/ 1967085 h 2237474"/>
              <a:gd name="connsiteX105" fmla="*/ 2942858 w 12192000"/>
              <a:gd name="connsiteY105" fmla="*/ 1981367 h 2237474"/>
              <a:gd name="connsiteX106" fmla="*/ 2875436 w 12192000"/>
              <a:gd name="connsiteY106" fmla="*/ 1996977 h 2237474"/>
              <a:gd name="connsiteX107" fmla="*/ 2874892 w 12192000"/>
              <a:gd name="connsiteY107" fmla="*/ 1996085 h 2237474"/>
              <a:gd name="connsiteX108" fmla="*/ 2843662 w 12192000"/>
              <a:gd name="connsiteY108" fmla="*/ 1992498 h 2237474"/>
              <a:gd name="connsiteX109" fmla="*/ 2718916 w 12192000"/>
              <a:gd name="connsiteY109" fmla="*/ 1990867 h 2237474"/>
              <a:gd name="connsiteX110" fmla="*/ 2713522 w 12192000"/>
              <a:gd name="connsiteY110" fmla="*/ 1990173 h 2237474"/>
              <a:gd name="connsiteX111" fmla="*/ 2476147 w 12192000"/>
              <a:gd name="connsiteY111" fmla="*/ 1998305 h 2237474"/>
              <a:gd name="connsiteX112" fmla="*/ 2373568 w 12192000"/>
              <a:gd name="connsiteY112" fmla="*/ 2003219 h 2237474"/>
              <a:gd name="connsiteX113" fmla="*/ 2287219 w 12192000"/>
              <a:gd name="connsiteY113" fmla="*/ 1998750 h 2237474"/>
              <a:gd name="connsiteX114" fmla="*/ 2243069 w 12192000"/>
              <a:gd name="connsiteY114" fmla="*/ 2005321 h 2237474"/>
              <a:gd name="connsiteX115" fmla="*/ 2164831 w 12192000"/>
              <a:gd name="connsiteY115" fmla="*/ 2010143 h 2237474"/>
              <a:gd name="connsiteX116" fmla="*/ 2085228 w 12192000"/>
              <a:gd name="connsiteY116" fmla="*/ 2046431 h 2237474"/>
              <a:gd name="connsiteX117" fmla="*/ 2058061 w 12192000"/>
              <a:gd name="connsiteY117" fmla="*/ 2047942 h 2237474"/>
              <a:gd name="connsiteX118" fmla="*/ 2042244 w 12192000"/>
              <a:gd name="connsiteY118" fmla="*/ 2055560 h 2237474"/>
              <a:gd name="connsiteX119" fmla="*/ 1877728 w 12192000"/>
              <a:gd name="connsiteY119" fmla="*/ 2101004 h 2237474"/>
              <a:gd name="connsiteX120" fmla="*/ 1759056 w 12192000"/>
              <a:gd name="connsiteY120" fmla="*/ 2125608 h 2237474"/>
              <a:gd name="connsiteX121" fmla="*/ 1637948 w 12192000"/>
              <a:gd name="connsiteY121" fmla="*/ 2172597 h 2237474"/>
              <a:gd name="connsiteX122" fmla="*/ 1434549 w 12192000"/>
              <a:gd name="connsiteY122" fmla="*/ 2234522 h 2237474"/>
              <a:gd name="connsiteX123" fmla="*/ 1398481 w 12192000"/>
              <a:gd name="connsiteY123" fmla="*/ 2237074 h 2237474"/>
              <a:gd name="connsiteX124" fmla="*/ 1398407 w 12192000"/>
              <a:gd name="connsiteY124" fmla="*/ 2237095 h 2237474"/>
              <a:gd name="connsiteX125" fmla="*/ 1370962 w 12192000"/>
              <a:gd name="connsiteY125" fmla="*/ 2237474 h 2237474"/>
              <a:gd name="connsiteX126" fmla="*/ 1356367 w 12192000"/>
              <a:gd name="connsiteY126" fmla="*/ 2235089 h 2237474"/>
              <a:gd name="connsiteX127" fmla="*/ 1279765 w 12192000"/>
              <a:gd name="connsiteY127" fmla="*/ 2229639 h 2237474"/>
              <a:gd name="connsiteX128" fmla="*/ 1195347 w 12192000"/>
              <a:gd name="connsiteY128" fmla="*/ 2212354 h 2237474"/>
              <a:gd name="connsiteX129" fmla="*/ 970251 w 12192000"/>
              <a:gd name="connsiteY129" fmla="*/ 2221029 h 2237474"/>
              <a:gd name="connsiteX130" fmla="*/ 812914 w 12192000"/>
              <a:gd name="connsiteY130" fmla="*/ 2210095 h 2237474"/>
              <a:gd name="connsiteX131" fmla="*/ 776382 w 12192000"/>
              <a:gd name="connsiteY131" fmla="*/ 2204512 h 2237474"/>
              <a:gd name="connsiteX132" fmla="*/ 597225 w 12192000"/>
              <a:gd name="connsiteY132" fmla="*/ 2180999 h 2237474"/>
              <a:gd name="connsiteX133" fmla="*/ 520671 w 12192000"/>
              <a:gd name="connsiteY133" fmla="*/ 2180980 h 2237474"/>
              <a:gd name="connsiteX134" fmla="*/ 515024 w 12192000"/>
              <a:gd name="connsiteY134" fmla="*/ 2179258 h 2237474"/>
              <a:gd name="connsiteX135" fmla="*/ 413835 w 12192000"/>
              <a:gd name="connsiteY135" fmla="*/ 2156783 h 2237474"/>
              <a:gd name="connsiteX136" fmla="*/ 376513 w 12192000"/>
              <a:gd name="connsiteY136" fmla="*/ 2154014 h 2237474"/>
              <a:gd name="connsiteX137" fmla="*/ 273386 w 12192000"/>
              <a:gd name="connsiteY137" fmla="*/ 2142551 h 2237474"/>
              <a:gd name="connsiteX138" fmla="*/ 169207 w 12192000"/>
              <a:gd name="connsiteY138" fmla="*/ 2128100 h 2237474"/>
              <a:gd name="connsiteX139" fmla="*/ 77641 w 12192000"/>
              <a:gd name="connsiteY139" fmla="*/ 2126835 h 2237474"/>
              <a:gd name="connsiteX140" fmla="*/ 37645 w 12192000"/>
              <a:gd name="connsiteY140" fmla="*/ 2115401 h 2237474"/>
              <a:gd name="connsiteX141" fmla="*/ 4572 w 12192000"/>
              <a:gd name="connsiteY141" fmla="*/ 2111091 h 2237474"/>
              <a:gd name="connsiteX142" fmla="*/ 0 w 12192000"/>
              <a:gd name="connsiteY142" fmla="*/ 2110468 h 2237474"/>
              <a:gd name="connsiteX143" fmla="*/ 0 w 12192000"/>
              <a:gd name="connsiteY1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234662 w 12192000"/>
              <a:gd name="connsiteY28" fmla="*/ 1023056 h 2237474"/>
              <a:gd name="connsiteX29" fmla="*/ 9181033 w 12192000"/>
              <a:gd name="connsiteY29" fmla="*/ 1037921 h 2237474"/>
              <a:gd name="connsiteX30" fmla="*/ 9155969 w 12192000"/>
              <a:gd name="connsiteY30" fmla="*/ 1046804 h 2237474"/>
              <a:gd name="connsiteX31" fmla="*/ 9133985 w 12192000"/>
              <a:gd name="connsiteY31" fmla="*/ 1046450 h 2237474"/>
              <a:gd name="connsiteX32" fmla="*/ 9003462 w 12192000"/>
              <a:gd name="connsiteY32" fmla="*/ 1042406 h 2237474"/>
              <a:gd name="connsiteX33" fmla="*/ 8968445 w 12192000"/>
              <a:gd name="connsiteY33" fmla="*/ 1052169 h 2237474"/>
              <a:gd name="connsiteX34" fmla="*/ 8886001 w 12192000"/>
              <a:gd name="connsiteY34" fmla="*/ 1067468 h 2237474"/>
              <a:gd name="connsiteX35" fmla="*/ 8838610 w 12192000"/>
              <a:gd name="connsiteY35" fmla="*/ 1075091 h 2237474"/>
              <a:gd name="connsiteX36" fmla="*/ 8750383 w 12192000"/>
              <a:gd name="connsiteY36" fmla="*/ 1097387 h 2237474"/>
              <a:gd name="connsiteX37" fmla="*/ 8665605 w 12192000"/>
              <a:gd name="connsiteY37" fmla="*/ 1110791 h 2237474"/>
              <a:gd name="connsiteX38" fmla="*/ 8584946 w 12192000"/>
              <a:gd name="connsiteY38" fmla="*/ 1135226 h 2237474"/>
              <a:gd name="connsiteX39" fmla="*/ 8419755 w 12192000"/>
              <a:gd name="connsiteY39" fmla="*/ 1216260 h 2237474"/>
              <a:gd name="connsiteX40" fmla="*/ 8411626 w 12192000"/>
              <a:gd name="connsiteY40" fmla="*/ 1214397 h 2237474"/>
              <a:gd name="connsiteX41" fmla="*/ 8363469 w 12192000"/>
              <a:gd name="connsiteY41" fmla="*/ 1246658 h 2237474"/>
              <a:gd name="connsiteX42" fmla="*/ 8275497 w 12192000"/>
              <a:gd name="connsiteY42" fmla="*/ 1264396 h 2237474"/>
              <a:gd name="connsiteX43" fmla="*/ 8074238 w 12192000"/>
              <a:gd name="connsiteY43" fmla="*/ 1301895 h 2237474"/>
              <a:gd name="connsiteX44" fmla="*/ 7942099 w 12192000"/>
              <a:gd name="connsiteY44" fmla="*/ 1336332 h 2237474"/>
              <a:gd name="connsiteX45" fmla="*/ 7902328 w 12192000"/>
              <a:gd name="connsiteY45" fmla="*/ 1345865 h 2237474"/>
              <a:gd name="connsiteX46" fmla="*/ 7840612 w 12192000"/>
              <a:gd name="connsiteY46" fmla="*/ 1369373 h 2237474"/>
              <a:gd name="connsiteX47" fmla="*/ 7786819 w 12192000"/>
              <a:gd name="connsiteY47" fmla="*/ 1378970 h 2237474"/>
              <a:gd name="connsiteX48" fmla="*/ 7548172 w 12192000"/>
              <a:gd name="connsiteY48" fmla="*/ 1417460 h 2237474"/>
              <a:gd name="connsiteX49" fmla="*/ 7483437 w 12192000"/>
              <a:gd name="connsiteY49" fmla="*/ 1478152 h 2237474"/>
              <a:gd name="connsiteX50" fmla="*/ 7377870 w 12192000"/>
              <a:gd name="connsiteY50" fmla="*/ 1523319 h 2237474"/>
              <a:gd name="connsiteX51" fmla="*/ 7230737 w 12192000"/>
              <a:gd name="connsiteY51" fmla="*/ 1562633 h 2237474"/>
              <a:gd name="connsiteX52" fmla="*/ 7224458 w 12192000"/>
              <a:gd name="connsiteY52" fmla="*/ 1573008 h 2237474"/>
              <a:gd name="connsiteX53" fmla="*/ 7183121 w 12192000"/>
              <a:gd name="connsiteY53" fmla="*/ 1595162 h 2237474"/>
              <a:gd name="connsiteX54" fmla="*/ 7164601 w 12192000"/>
              <a:gd name="connsiteY54" fmla="*/ 1606490 h 2237474"/>
              <a:gd name="connsiteX55" fmla="*/ 6900177 w 12192000"/>
              <a:gd name="connsiteY55" fmla="*/ 1636016 h 2237474"/>
              <a:gd name="connsiteX56" fmla="*/ 6795372 w 12192000"/>
              <a:gd name="connsiteY56" fmla="*/ 1644845 h 2237474"/>
              <a:gd name="connsiteX57" fmla="*/ 6692251 w 12192000"/>
              <a:gd name="connsiteY57" fmla="*/ 1656357 h 2237474"/>
              <a:gd name="connsiteX58" fmla="*/ 6655235 w 12192000"/>
              <a:gd name="connsiteY58" fmla="*/ 1661869 h 2237474"/>
              <a:gd name="connsiteX59" fmla="*/ 6554894 w 12192000"/>
              <a:gd name="connsiteY59" fmla="*/ 1664428 h 2237474"/>
              <a:gd name="connsiteX60" fmla="*/ 6516595 w 12192000"/>
              <a:gd name="connsiteY60" fmla="*/ 1667475 h 2237474"/>
              <a:gd name="connsiteX61" fmla="*/ 6508541 w 12192000"/>
              <a:gd name="connsiteY61" fmla="*/ 1668757 h 2237474"/>
              <a:gd name="connsiteX62" fmla="*/ 6471012 w 12192000"/>
              <a:gd name="connsiteY62" fmla="*/ 1678604 h 2237474"/>
              <a:gd name="connsiteX63" fmla="*/ 6364035 w 12192000"/>
              <a:gd name="connsiteY63" fmla="*/ 1667683 h 2237474"/>
              <a:gd name="connsiteX64" fmla="*/ 6280959 w 12192000"/>
              <a:gd name="connsiteY64" fmla="*/ 1689329 h 2237474"/>
              <a:gd name="connsiteX65" fmla="*/ 6243319 w 12192000"/>
              <a:gd name="connsiteY65" fmla="*/ 1695560 h 2237474"/>
              <a:gd name="connsiteX66" fmla="*/ 6098321 w 12192000"/>
              <a:gd name="connsiteY66" fmla="*/ 1721646 h 2237474"/>
              <a:gd name="connsiteX67" fmla="*/ 5880652 w 12192000"/>
              <a:gd name="connsiteY67" fmla="*/ 1779643 h 2237474"/>
              <a:gd name="connsiteX68" fmla="*/ 5785959 w 12192000"/>
              <a:gd name="connsiteY68" fmla="*/ 1775307 h 2237474"/>
              <a:gd name="connsiteX69" fmla="*/ 5643534 w 12192000"/>
              <a:gd name="connsiteY69" fmla="*/ 1802919 h 2237474"/>
              <a:gd name="connsiteX70" fmla="*/ 5518799 w 12192000"/>
              <a:gd name="connsiteY70" fmla="*/ 1818312 h 2237474"/>
              <a:gd name="connsiteX71" fmla="*/ 5505014 w 12192000"/>
              <a:gd name="connsiteY71" fmla="*/ 1819259 h 2237474"/>
              <a:gd name="connsiteX72" fmla="*/ 5453307 w 12192000"/>
              <a:gd name="connsiteY72" fmla="*/ 1815450 h 2237474"/>
              <a:gd name="connsiteX73" fmla="*/ 5221533 w 12192000"/>
              <a:gd name="connsiteY73" fmla="*/ 1846950 h 2237474"/>
              <a:gd name="connsiteX74" fmla="*/ 5149802 w 12192000"/>
              <a:gd name="connsiteY74" fmla="*/ 1844846 h 2237474"/>
              <a:gd name="connsiteX75" fmla="*/ 5114927 w 12192000"/>
              <a:gd name="connsiteY75" fmla="*/ 1847827 h 2237474"/>
              <a:gd name="connsiteX76" fmla="*/ 5108970 w 12192000"/>
              <a:gd name="connsiteY76" fmla="*/ 1847935 h 2237474"/>
              <a:gd name="connsiteX77" fmla="*/ 5067961 w 12192000"/>
              <a:gd name="connsiteY77" fmla="*/ 1845917 h 2237474"/>
              <a:gd name="connsiteX78" fmla="*/ 5007075 w 12192000"/>
              <a:gd name="connsiteY78" fmla="*/ 1838626 h 2237474"/>
              <a:gd name="connsiteX79" fmla="*/ 4944087 w 12192000"/>
              <a:gd name="connsiteY79" fmla="*/ 1823332 h 2237474"/>
              <a:gd name="connsiteX80" fmla="*/ 4907662 w 12192000"/>
              <a:gd name="connsiteY80" fmla="*/ 1816900 h 2237474"/>
              <a:gd name="connsiteX81" fmla="*/ 4882386 w 12192000"/>
              <a:gd name="connsiteY81" fmla="*/ 1809844 h 2237474"/>
              <a:gd name="connsiteX82" fmla="*/ 4811440 w 12192000"/>
              <a:gd name="connsiteY82" fmla="*/ 1804655 h 2237474"/>
              <a:gd name="connsiteX83" fmla="*/ 4691075 w 12192000"/>
              <a:gd name="connsiteY83" fmla="*/ 1801389 h 2237474"/>
              <a:gd name="connsiteX84" fmla="*/ 4640313 w 12192000"/>
              <a:gd name="connsiteY84" fmla="*/ 1784307 h 2237474"/>
              <a:gd name="connsiteX85" fmla="*/ 4536503 w 12192000"/>
              <a:gd name="connsiteY85" fmla="*/ 1785334 h 2237474"/>
              <a:gd name="connsiteX86" fmla="*/ 4513724 w 12192000"/>
              <a:gd name="connsiteY86" fmla="*/ 1791996 h 2237474"/>
              <a:gd name="connsiteX87" fmla="*/ 4459810 w 12192000"/>
              <a:gd name="connsiteY87" fmla="*/ 1797886 h 2237474"/>
              <a:gd name="connsiteX88" fmla="*/ 4379064 w 12192000"/>
              <a:gd name="connsiteY88" fmla="*/ 1817177 h 2237474"/>
              <a:gd name="connsiteX89" fmla="*/ 4290981 w 12192000"/>
              <a:gd name="connsiteY89" fmla="*/ 1839677 h 2237474"/>
              <a:gd name="connsiteX90" fmla="*/ 4238372 w 12192000"/>
              <a:gd name="connsiteY90" fmla="*/ 1851480 h 2237474"/>
              <a:gd name="connsiteX91" fmla="*/ 4232517 w 12192000"/>
              <a:gd name="connsiteY91" fmla="*/ 1852567 h 2237474"/>
              <a:gd name="connsiteX92" fmla="*/ 4191732 w 12192000"/>
              <a:gd name="connsiteY92" fmla="*/ 1857328 h 2237474"/>
              <a:gd name="connsiteX93" fmla="*/ 4065532 w 12192000"/>
              <a:gd name="connsiteY93" fmla="*/ 1855477 h 2237474"/>
              <a:gd name="connsiteX94" fmla="*/ 4028460 w 12192000"/>
              <a:gd name="connsiteY94" fmla="*/ 1855137 h 2237474"/>
              <a:gd name="connsiteX95" fmla="*/ 4002267 w 12192000"/>
              <a:gd name="connsiteY95" fmla="*/ 1852352 h 2237474"/>
              <a:gd name="connsiteX96" fmla="*/ 3931396 w 12192000"/>
              <a:gd name="connsiteY96" fmla="*/ 1858915 h 2237474"/>
              <a:gd name="connsiteX97" fmla="*/ 3812162 w 12192000"/>
              <a:gd name="connsiteY97" fmla="*/ 1875501 h 2237474"/>
              <a:gd name="connsiteX98" fmla="*/ 3758105 w 12192000"/>
              <a:gd name="connsiteY98" fmla="*/ 1871856 h 2237474"/>
              <a:gd name="connsiteX99" fmla="*/ 3715896 w 12192000"/>
              <a:gd name="connsiteY99" fmla="*/ 1881552 h 2237474"/>
              <a:gd name="connsiteX100" fmla="*/ 3567259 w 12192000"/>
              <a:gd name="connsiteY100" fmla="*/ 1893482 h 2237474"/>
              <a:gd name="connsiteX101" fmla="*/ 3405770 w 12192000"/>
              <a:gd name="connsiteY101" fmla="*/ 1904591 h 2237474"/>
              <a:gd name="connsiteX102" fmla="*/ 3280097 w 12192000"/>
              <a:gd name="connsiteY102" fmla="*/ 1919610 h 2237474"/>
              <a:gd name="connsiteX103" fmla="*/ 3009910 w 12192000"/>
              <a:gd name="connsiteY103" fmla="*/ 1957866 h 2237474"/>
              <a:gd name="connsiteX104" fmla="*/ 2995934 w 12192000"/>
              <a:gd name="connsiteY104" fmla="*/ 1967085 h 2237474"/>
              <a:gd name="connsiteX105" fmla="*/ 2942858 w 12192000"/>
              <a:gd name="connsiteY105" fmla="*/ 1981367 h 2237474"/>
              <a:gd name="connsiteX106" fmla="*/ 2875436 w 12192000"/>
              <a:gd name="connsiteY106" fmla="*/ 1996977 h 2237474"/>
              <a:gd name="connsiteX107" fmla="*/ 2874892 w 12192000"/>
              <a:gd name="connsiteY107" fmla="*/ 1996085 h 2237474"/>
              <a:gd name="connsiteX108" fmla="*/ 2843662 w 12192000"/>
              <a:gd name="connsiteY108" fmla="*/ 1992498 h 2237474"/>
              <a:gd name="connsiteX109" fmla="*/ 2718916 w 12192000"/>
              <a:gd name="connsiteY109" fmla="*/ 1990867 h 2237474"/>
              <a:gd name="connsiteX110" fmla="*/ 2713522 w 12192000"/>
              <a:gd name="connsiteY110" fmla="*/ 1990173 h 2237474"/>
              <a:gd name="connsiteX111" fmla="*/ 2476147 w 12192000"/>
              <a:gd name="connsiteY111" fmla="*/ 1998305 h 2237474"/>
              <a:gd name="connsiteX112" fmla="*/ 2373568 w 12192000"/>
              <a:gd name="connsiteY112" fmla="*/ 2003219 h 2237474"/>
              <a:gd name="connsiteX113" fmla="*/ 2287219 w 12192000"/>
              <a:gd name="connsiteY113" fmla="*/ 1998750 h 2237474"/>
              <a:gd name="connsiteX114" fmla="*/ 2243069 w 12192000"/>
              <a:gd name="connsiteY114" fmla="*/ 2005321 h 2237474"/>
              <a:gd name="connsiteX115" fmla="*/ 2164831 w 12192000"/>
              <a:gd name="connsiteY115" fmla="*/ 2010143 h 2237474"/>
              <a:gd name="connsiteX116" fmla="*/ 2085228 w 12192000"/>
              <a:gd name="connsiteY116" fmla="*/ 2046431 h 2237474"/>
              <a:gd name="connsiteX117" fmla="*/ 2058061 w 12192000"/>
              <a:gd name="connsiteY117" fmla="*/ 2047942 h 2237474"/>
              <a:gd name="connsiteX118" fmla="*/ 2042244 w 12192000"/>
              <a:gd name="connsiteY118" fmla="*/ 2055560 h 2237474"/>
              <a:gd name="connsiteX119" fmla="*/ 1877728 w 12192000"/>
              <a:gd name="connsiteY119" fmla="*/ 2101004 h 2237474"/>
              <a:gd name="connsiteX120" fmla="*/ 1759056 w 12192000"/>
              <a:gd name="connsiteY120" fmla="*/ 2125608 h 2237474"/>
              <a:gd name="connsiteX121" fmla="*/ 1637948 w 12192000"/>
              <a:gd name="connsiteY121" fmla="*/ 2172597 h 2237474"/>
              <a:gd name="connsiteX122" fmla="*/ 1434549 w 12192000"/>
              <a:gd name="connsiteY122" fmla="*/ 2234522 h 2237474"/>
              <a:gd name="connsiteX123" fmla="*/ 1398481 w 12192000"/>
              <a:gd name="connsiteY123" fmla="*/ 2237074 h 2237474"/>
              <a:gd name="connsiteX124" fmla="*/ 1398407 w 12192000"/>
              <a:gd name="connsiteY124" fmla="*/ 2237095 h 2237474"/>
              <a:gd name="connsiteX125" fmla="*/ 1370962 w 12192000"/>
              <a:gd name="connsiteY125" fmla="*/ 2237474 h 2237474"/>
              <a:gd name="connsiteX126" fmla="*/ 1356367 w 12192000"/>
              <a:gd name="connsiteY126" fmla="*/ 2235089 h 2237474"/>
              <a:gd name="connsiteX127" fmla="*/ 1279765 w 12192000"/>
              <a:gd name="connsiteY127" fmla="*/ 2229639 h 2237474"/>
              <a:gd name="connsiteX128" fmla="*/ 1195347 w 12192000"/>
              <a:gd name="connsiteY128" fmla="*/ 2212354 h 2237474"/>
              <a:gd name="connsiteX129" fmla="*/ 970251 w 12192000"/>
              <a:gd name="connsiteY129" fmla="*/ 2221029 h 2237474"/>
              <a:gd name="connsiteX130" fmla="*/ 812914 w 12192000"/>
              <a:gd name="connsiteY130" fmla="*/ 2210095 h 2237474"/>
              <a:gd name="connsiteX131" fmla="*/ 776382 w 12192000"/>
              <a:gd name="connsiteY131" fmla="*/ 2204512 h 2237474"/>
              <a:gd name="connsiteX132" fmla="*/ 597225 w 12192000"/>
              <a:gd name="connsiteY132" fmla="*/ 2180999 h 2237474"/>
              <a:gd name="connsiteX133" fmla="*/ 520671 w 12192000"/>
              <a:gd name="connsiteY133" fmla="*/ 2180980 h 2237474"/>
              <a:gd name="connsiteX134" fmla="*/ 515024 w 12192000"/>
              <a:gd name="connsiteY134" fmla="*/ 2179258 h 2237474"/>
              <a:gd name="connsiteX135" fmla="*/ 413835 w 12192000"/>
              <a:gd name="connsiteY135" fmla="*/ 2156783 h 2237474"/>
              <a:gd name="connsiteX136" fmla="*/ 376513 w 12192000"/>
              <a:gd name="connsiteY136" fmla="*/ 2154014 h 2237474"/>
              <a:gd name="connsiteX137" fmla="*/ 273386 w 12192000"/>
              <a:gd name="connsiteY137" fmla="*/ 2142551 h 2237474"/>
              <a:gd name="connsiteX138" fmla="*/ 169207 w 12192000"/>
              <a:gd name="connsiteY138" fmla="*/ 2128100 h 2237474"/>
              <a:gd name="connsiteX139" fmla="*/ 77641 w 12192000"/>
              <a:gd name="connsiteY139" fmla="*/ 2126835 h 2237474"/>
              <a:gd name="connsiteX140" fmla="*/ 37645 w 12192000"/>
              <a:gd name="connsiteY140" fmla="*/ 2115401 h 2237474"/>
              <a:gd name="connsiteX141" fmla="*/ 4572 w 12192000"/>
              <a:gd name="connsiteY141" fmla="*/ 2111091 h 2237474"/>
              <a:gd name="connsiteX142" fmla="*/ 0 w 12192000"/>
              <a:gd name="connsiteY142" fmla="*/ 2110468 h 2237474"/>
              <a:gd name="connsiteX143" fmla="*/ 0 w 12192000"/>
              <a:gd name="connsiteY143"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181033 w 12192000"/>
              <a:gd name="connsiteY28" fmla="*/ 1037921 h 2237474"/>
              <a:gd name="connsiteX29" fmla="*/ 9155969 w 12192000"/>
              <a:gd name="connsiteY29" fmla="*/ 1046804 h 2237474"/>
              <a:gd name="connsiteX30" fmla="*/ 9133985 w 12192000"/>
              <a:gd name="connsiteY30" fmla="*/ 1046450 h 2237474"/>
              <a:gd name="connsiteX31" fmla="*/ 9003462 w 12192000"/>
              <a:gd name="connsiteY31" fmla="*/ 1042406 h 2237474"/>
              <a:gd name="connsiteX32" fmla="*/ 8968445 w 12192000"/>
              <a:gd name="connsiteY32" fmla="*/ 1052169 h 2237474"/>
              <a:gd name="connsiteX33" fmla="*/ 8886001 w 12192000"/>
              <a:gd name="connsiteY33" fmla="*/ 1067468 h 2237474"/>
              <a:gd name="connsiteX34" fmla="*/ 8838610 w 12192000"/>
              <a:gd name="connsiteY34" fmla="*/ 1075091 h 2237474"/>
              <a:gd name="connsiteX35" fmla="*/ 8750383 w 12192000"/>
              <a:gd name="connsiteY35" fmla="*/ 1097387 h 2237474"/>
              <a:gd name="connsiteX36" fmla="*/ 8665605 w 12192000"/>
              <a:gd name="connsiteY36" fmla="*/ 1110791 h 2237474"/>
              <a:gd name="connsiteX37" fmla="*/ 8584946 w 12192000"/>
              <a:gd name="connsiteY37" fmla="*/ 1135226 h 2237474"/>
              <a:gd name="connsiteX38" fmla="*/ 8419755 w 12192000"/>
              <a:gd name="connsiteY38" fmla="*/ 1216260 h 2237474"/>
              <a:gd name="connsiteX39" fmla="*/ 8411626 w 12192000"/>
              <a:gd name="connsiteY39" fmla="*/ 1214397 h 2237474"/>
              <a:gd name="connsiteX40" fmla="*/ 8363469 w 12192000"/>
              <a:gd name="connsiteY40" fmla="*/ 1246658 h 2237474"/>
              <a:gd name="connsiteX41" fmla="*/ 8275497 w 12192000"/>
              <a:gd name="connsiteY41" fmla="*/ 1264396 h 2237474"/>
              <a:gd name="connsiteX42" fmla="*/ 8074238 w 12192000"/>
              <a:gd name="connsiteY42" fmla="*/ 1301895 h 2237474"/>
              <a:gd name="connsiteX43" fmla="*/ 7942099 w 12192000"/>
              <a:gd name="connsiteY43" fmla="*/ 1336332 h 2237474"/>
              <a:gd name="connsiteX44" fmla="*/ 7902328 w 12192000"/>
              <a:gd name="connsiteY44" fmla="*/ 1345865 h 2237474"/>
              <a:gd name="connsiteX45" fmla="*/ 7840612 w 12192000"/>
              <a:gd name="connsiteY45" fmla="*/ 1369373 h 2237474"/>
              <a:gd name="connsiteX46" fmla="*/ 7786819 w 12192000"/>
              <a:gd name="connsiteY46" fmla="*/ 1378970 h 2237474"/>
              <a:gd name="connsiteX47" fmla="*/ 7548172 w 12192000"/>
              <a:gd name="connsiteY47" fmla="*/ 1417460 h 2237474"/>
              <a:gd name="connsiteX48" fmla="*/ 7483437 w 12192000"/>
              <a:gd name="connsiteY48" fmla="*/ 1478152 h 2237474"/>
              <a:gd name="connsiteX49" fmla="*/ 7377870 w 12192000"/>
              <a:gd name="connsiteY49" fmla="*/ 1523319 h 2237474"/>
              <a:gd name="connsiteX50" fmla="*/ 7230737 w 12192000"/>
              <a:gd name="connsiteY50" fmla="*/ 1562633 h 2237474"/>
              <a:gd name="connsiteX51" fmla="*/ 7224458 w 12192000"/>
              <a:gd name="connsiteY51" fmla="*/ 1573008 h 2237474"/>
              <a:gd name="connsiteX52" fmla="*/ 7183121 w 12192000"/>
              <a:gd name="connsiteY52" fmla="*/ 1595162 h 2237474"/>
              <a:gd name="connsiteX53" fmla="*/ 7164601 w 12192000"/>
              <a:gd name="connsiteY53" fmla="*/ 1606490 h 2237474"/>
              <a:gd name="connsiteX54" fmla="*/ 6900177 w 12192000"/>
              <a:gd name="connsiteY54" fmla="*/ 1636016 h 2237474"/>
              <a:gd name="connsiteX55" fmla="*/ 6795372 w 12192000"/>
              <a:gd name="connsiteY55" fmla="*/ 1644845 h 2237474"/>
              <a:gd name="connsiteX56" fmla="*/ 6692251 w 12192000"/>
              <a:gd name="connsiteY56" fmla="*/ 1656357 h 2237474"/>
              <a:gd name="connsiteX57" fmla="*/ 6655235 w 12192000"/>
              <a:gd name="connsiteY57" fmla="*/ 1661869 h 2237474"/>
              <a:gd name="connsiteX58" fmla="*/ 6554894 w 12192000"/>
              <a:gd name="connsiteY58" fmla="*/ 1664428 h 2237474"/>
              <a:gd name="connsiteX59" fmla="*/ 6516595 w 12192000"/>
              <a:gd name="connsiteY59" fmla="*/ 1667475 h 2237474"/>
              <a:gd name="connsiteX60" fmla="*/ 6508541 w 12192000"/>
              <a:gd name="connsiteY60" fmla="*/ 1668757 h 2237474"/>
              <a:gd name="connsiteX61" fmla="*/ 6471012 w 12192000"/>
              <a:gd name="connsiteY61" fmla="*/ 1678604 h 2237474"/>
              <a:gd name="connsiteX62" fmla="*/ 6364035 w 12192000"/>
              <a:gd name="connsiteY62" fmla="*/ 1667683 h 2237474"/>
              <a:gd name="connsiteX63" fmla="*/ 6280959 w 12192000"/>
              <a:gd name="connsiteY63" fmla="*/ 1689329 h 2237474"/>
              <a:gd name="connsiteX64" fmla="*/ 6243319 w 12192000"/>
              <a:gd name="connsiteY64" fmla="*/ 1695560 h 2237474"/>
              <a:gd name="connsiteX65" fmla="*/ 6098321 w 12192000"/>
              <a:gd name="connsiteY65" fmla="*/ 1721646 h 2237474"/>
              <a:gd name="connsiteX66" fmla="*/ 5880652 w 12192000"/>
              <a:gd name="connsiteY66" fmla="*/ 1779643 h 2237474"/>
              <a:gd name="connsiteX67" fmla="*/ 5785959 w 12192000"/>
              <a:gd name="connsiteY67" fmla="*/ 1775307 h 2237474"/>
              <a:gd name="connsiteX68" fmla="*/ 5643534 w 12192000"/>
              <a:gd name="connsiteY68" fmla="*/ 1802919 h 2237474"/>
              <a:gd name="connsiteX69" fmla="*/ 5518799 w 12192000"/>
              <a:gd name="connsiteY69" fmla="*/ 1818312 h 2237474"/>
              <a:gd name="connsiteX70" fmla="*/ 5505014 w 12192000"/>
              <a:gd name="connsiteY70" fmla="*/ 1819259 h 2237474"/>
              <a:gd name="connsiteX71" fmla="*/ 5453307 w 12192000"/>
              <a:gd name="connsiteY71" fmla="*/ 1815450 h 2237474"/>
              <a:gd name="connsiteX72" fmla="*/ 5221533 w 12192000"/>
              <a:gd name="connsiteY72" fmla="*/ 1846950 h 2237474"/>
              <a:gd name="connsiteX73" fmla="*/ 5149802 w 12192000"/>
              <a:gd name="connsiteY73" fmla="*/ 1844846 h 2237474"/>
              <a:gd name="connsiteX74" fmla="*/ 5114927 w 12192000"/>
              <a:gd name="connsiteY74" fmla="*/ 1847827 h 2237474"/>
              <a:gd name="connsiteX75" fmla="*/ 5108970 w 12192000"/>
              <a:gd name="connsiteY75" fmla="*/ 1847935 h 2237474"/>
              <a:gd name="connsiteX76" fmla="*/ 5067961 w 12192000"/>
              <a:gd name="connsiteY76" fmla="*/ 1845917 h 2237474"/>
              <a:gd name="connsiteX77" fmla="*/ 5007075 w 12192000"/>
              <a:gd name="connsiteY77" fmla="*/ 1838626 h 2237474"/>
              <a:gd name="connsiteX78" fmla="*/ 4944087 w 12192000"/>
              <a:gd name="connsiteY78" fmla="*/ 1823332 h 2237474"/>
              <a:gd name="connsiteX79" fmla="*/ 4907662 w 12192000"/>
              <a:gd name="connsiteY79" fmla="*/ 1816900 h 2237474"/>
              <a:gd name="connsiteX80" fmla="*/ 4882386 w 12192000"/>
              <a:gd name="connsiteY80" fmla="*/ 1809844 h 2237474"/>
              <a:gd name="connsiteX81" fmla="*/ 4811440 w 12192000"/>
              <a:gd name="connsiteY81" fmla="*/ 1804655 h 2237474"/>
              <a:gd name="connsiteX82" fmla="*/ 4691075 w 12192000"/>
              <a:gd name="connsiteY82" fmla="*/ 1801389 h 2237474"/>
              <a:gd name="connsiteX83" fmla="*/ 4640313 w 12192000"/>
              <a:gd name="connsiteY83" fmla="*/ 1784307 h 2237474"/>
              <a:gd name="connsiteX84" fmla="*/ 4536503 w 12192000"/>
              <a:gd name="connsiteY84" fmla="*/ 1785334 h 2237474"/>
              <a:gd name="connsiteX85" fmla="*/ 4513724 w 12192000"/>
              <a:gd name="connsiteY85" fmla="*/ 1791996 h 2237474"/>
              <a:gd name="connsiteX86" fmla="*/ 4459810 w 12192000"/>
              <a:gd name="connsiteY86" fmla="*/ 1797886 h 2237474"/>
              <a:gd name="connsiteX87" fmla="*/ 4379064 w 12192000"/>
              <a:gd name="connsiteY87" fmla="*/ 1817177 h 2237474"/>
              <a:gd name="connsiteX88" fmla="*/ 4290981 w 12192000"/>
              <a:gd name="connsiteY88" fmla="*/ 1839677 h 2237474"/>
              <a:gd name="connsiteX89" fmla="*/ 4238372 w 12192000"/>
              <a:gd name="connsiteY89" fmla="*/ 1851480 h 2237474"/>
              <a:gd name="connsiteX90" fmla="*/ 4232517 w 12192000"/>
              <a:gd name="connsiteY90" fmla="*/ 1852567 h 2237474"/>
              <a:gd name="connsiteX91" fmla="*/ 4191732 w 12192000"/>
              <a:gd name="connsiteY91" fmla="*/ 1857328 h 2237474"/>
              <a:gd name="connsiteX92" fmla="*/ 4065532 w 12192000"/>
              <a:gd name="connsiteY92" fmla="*/ 1855477 h 2237474"/>
              <a:gd name="connsiteX93" fmla="*/ 4028460 w 12192000"/>
              <a:gd name="connsiteY93" fmla="*/ 1855137 h 2237474"/>
              <a:gd name="connsiteX94" fmla="*/ 4002267 w 12192000"/>
              <a:gd name="connsiteY94" fmla="*/ 1852352 h 2237474"/>
              <a:gd name="connsiteX95" fmla="*/ 3931396 w 12192000"/>
              <a:gd name="connsiteY95" fmla="*/ 1858915 h 2237474"/>
              <a:gd name="connsiteX96" fmla="*/ 3812162 w 12192000"/>
              <a:gd name="connsiteY96" fmla="*/ 1875501 h 2237474"/>
              <a:gd name="connsiteX97" fmla="*/ 3758105 w 12192000"/>
              <a:gd name="connsiteY97" fmla="*/ 1871856 h 2237474"/>
              <a:gd name="connsiteX98" fmla="*/ 3715896 w 12192000"/>
              <a:gd name="connsiteY98" fmla="*/ 1881552 h 2237474"/>
              <a:gd name="connsiteX99" fmla="*/ 3567259 w 12192000"/>
              <a:gd name="connsiteY99" fmla="*/ 1893482 h 2237474"/>
              <a:gd name="connsiteX100" fmla="*/ 3405770 w 12192000"/>
              <a:gd name="connsiteY100" fmla="*/ 1904591 h 2237474"/>
              <a:gd name="connsiteX101" fmla="*/ 3280097 w 12192000"/>
              <a:gd name="connsiteY101" fmla="*/ 1919610 h 2237474"/>
              <a:gd name="connsiteX102" fmla="*/ 3009910 w 12192000"/>
              <a:gd name="connsiteY102" fmla="*/ 1957866 h 2237474"/>
              <a:gd name="connsiteX103" fmla="*/ 2995934 w 12192000"/>
              <a:gd name="connsiteY103" fmla="*/ 1967085 h 2237474"/>
              <a:gd name="connsiteX104" fmla="*/ 2942858 w 12192000"/>
              <a:gd name="connsiteY104" fmla="*/ 1981367 h 2237474"/>
              <a:gd name="connsiteX105" fmla="*/ 2875436 w 12192000"/>
              <a:gd name="connsiteY105" fmla="*/ 1996977 h 2237474"/>
              <a:gd name="connsiteX106" fmla="*/ 2874892 w 12192000"/>
              <a:gd name="connsiteY106" fmla="*/ 1996085 h 2237474"/>
              <a:gd name="connsiteX107" fmla="*/ 2843662 w 12192000"/>
              <a:gd name="connsiteY107" fmla="*/ 1992498 h 2237474"/>
              <a:gd name="connsiteX108" fmla="*/ 2718916 w 12192000"/>
              <a:gd name="connsiteY108" fmla="*/ 1990867 h 2237474"/>
              <a:gd name="connsiteX109" fmla="*/ 2713522 w 12192000"/>
              <a:gd name="connsiteY109" fmla="*/ 1990173 h 2237474"/>
              <a:gd name="connsiteX110" fmla="*/ 2476147 w 12192000"/>
              <a:gd name="connsiteY110" fmla="*/ 1998305 h 2237474"/>
              <a:gd name="connsiteX111" fmla="*/ 2373568 w 12192000"/>
              <a:gd name="connsiteY111" fmla="*/ 2003219 h 2237474"/>
              <a:gd name="connsiteX112" fmla="*/ 2287219 w 12192000"/>
              <a:gd name="connsiteY112" fmla="*/ 1998750 h 2237474"/>
              <a:gd name="connsiteX113" fmla="*/ 2243069 w 12192000"/>
              <a:gd name="connsiteY113" fmla="*/ 2005321 h 2237474"/>
              <a:gd name="connsiteX114" fmla="*/ 2164831 w 12192000"/>
              <a:gd name="connsiteY114" fmla="*/ 2010143 h 2237474"/>
              <a:gd name="connsiteX115" fmla="*/ 2085228 w 12192000"/>
              <a:gd name="connsiteY115" fmla="*/ 2046431 h 2237474"/>
              <a:gd name="connsiteX116" fmla="*/ 2058061 w 12192000"/>
              <a:gd name="connsiteY116" fmla="*/ 2047942 h 2237474"/>
              <a:gd name="connsiteX117" fmla="*/ 2042244 w 12192000"/>
              <a:gd name="connsiteY117" fmla="*/ 2055560 h 2237474"/>
              <a:gd name="connsiteX118" fmla="*/ 1877728 w 12192000"/>
              <a:gd name="connsiteY118" fmla="*/ 2101004 h 2237474"/>
              <a:gd name="connsiteX119" fmla="*/ 1759056 w 12192000"/>
              <a:gd name="connsiteY119" fmla="*/ 2125608 h 2237474"/>
              <a:gd name="connsiteX120" fmla="*/ 1637948 w 12192000"/>
              <a:gd name="connsiteY120" fmla="*/ 2172597 h 2237474"/>
              <a:gd name="connsiteX121" fmla="*/ 1434549 w 12192000"/>
              <a:gd name="connsiteY121" fmla="*/ 2234522 h 2237474"/>
              <a:gd name="connsiteX122" fmla="*/ 1398481 w 12192000"/>
              <a:gd name="connsiteY122" fmla="*/ 2237074 h 2237474"/>
              <a:gd name="connsiteX123" fmla="*/ 1398407 w 12192000"/>
              <a:gd name="connsiteY123" fmla="*/ 2237095 h 2237474"/>
              <a:gd name="connsiteX124" fmla="*/ 1370962 w 12192000"/>
              <a:gd name="connsiteY124" fmla="*/ 2237474 h 2237474"/>
              <a:gd name="connsiteX125" fmla="*/ 1356367 w 12192000"/>
              <a:gd name="connsiteY125" fmla="*/ 2235089 h 2237474"/>
              <a:gd name="connsiteX126" fmla="*/ 1279765 w 12192000"/>
              <a:gd name="connsiteY126" fmla="*/ 2229639 h 2237474"/>
              <a:gd name="connsiteX127" fmla="*/ 1195347 w 12192000"/>
              <a:gd name="connsiteY127" fmla="*/ 2212354 h 2237474"/>
              <a:gd name="connsiteX128" fmla="*/ 970251 w 12192000"/>
              <a:gd name="connsiteY128" fmla="*/ 2221029 h 2237474"/>
              <a:gd name="connsiteX129" fmla="*/ 812914 w 12192000"/>
              <a:gd name="connsiteY129" fmla="*/ 2210095 h 2237474"/>
              <a:gd name="connsiteX130" fmla="*/ 776382 w 12192000"/>
              <a:gd name="connsiteY130" fmla="*/ 2204512 h 2237474"/>
              <a:gd name="connsiteX131" fmla="*/ 597225 w 12192000"/>
              <a:gd name="connsiteY131" fmla="*/ 2180999 h 2237474"/>
              <a:gd name="connsiteX132" fmla="*/ 520671 w 12192000"/>
              <a:gd name="connsiteY132" fmla="*/ 2180980 h 2237474"/>
              <a:gd name="connsiteX133" fmla="*/ 515024 w 12192000"/>
              <a:gd name="connsiteY133" fmla="*/ 2179258 h 2237474"/>
              <a:gd name="connsiteX134" fmla="*/ 413835 w 12192000"/>
              <a:gd name="connsiteY134" fmla="*/ 2156783 h 2237474"/>
              <a:gd name="connsiteX135" fmla="*/ 376513 w 12192000"/>
              <a:gd name="connsiteY135" fmla="*/ 2154014 h 2237474"/>
              <a:gd name="connsiteX136" fmla="*/ 273386 w 12192000"/>
              <a:gd name="connsiteY136" fmla="*/ 2142551 h 2237474"/>
              <a:gd name="connsiteX137" fmla="*/ 169207 w 12192000"/>
              <a:gd name="connsiteY137" fmla="*/ 2128100 h 2237474"/>
              <a:gd name="connsiteX138" fmla="*/ 77641 w 12192000"/>
              <a:gd name="connsiteY138" fmla="*/ 2126835 h 2237474"/>
              <a:gd name="connsiteX139" fmla="*/ 37645 w 12192000"/>
              <a:gd name="connsiteY139" fmla="*/ 2115401 h 2237474"/>
              <a:gd name="connsiteX140" fmla="*/ 4572 w 12192000"/>
              <a:gd name="connsiteY140" fmla="*/ 2111091 h 2237474"/>
              <a:gd name="connsiteX141" fmla="*/ 0 w 12192000"/>
              <a:gd name="connsiteY141" fmla="*/ 2110468 h 2237474"/>
              <a:gd name="connsiteX142" fmla="*/ 0 w 12192000"/>
              <a:gd name="connsiteY1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047364 w 12192000"/>
              <a:gd name="connsiteY4" fmla="*/ 749662 h 2237474"/>
              <a:gd name="connsiteX5" fmla="*/ 11890686 w 12192000"/>
              <a:gd name="connsiteY5" fmla="*/ 732766 h 2237474"/>
              <a:gd name="connsiteX6" fmla="*/ 11820512 w 12192000"/>
              <a:gd name="connsiteY6" fmla="*/ 745392 h 2237474"/>
              <a:gd name="connsiteX7" fmla="*/ 11649954 w 12192000"/>
              <a:gd name="connsiteY7" fmla="*/ 749628 h 2237474"/>
              <a:gd name="connsiteX8" fmla="*/ 11560424 w 12192000"/>
              <a:gd name="connsiteY8" fmla="*/ 748017 h 2237474"/>
              <a:gd name="connsiteX9" fmla="*/ 11358455 w 12192000"/>
              <a:gd name="connsiteY9" fmla="*/ 747593 h 2237474"/>
              <a:gd name="connsiteX10" fmla="*/ 11165209 w 12192000"/>
              <a:gd name="connsiteY10" fmla="*/ 748852 h 2237474"/>
              <a:gd name="connsiteX11" fmla="*/ 11058755 w 12192000"/>
              <a:gd name="connsiteY11" fmla="*/ 749617 h 2237474"/>
              <a:gd name="connsiteX12" fmla="*/ 10846594 w 12192000"/>
              <a:gd name="connsiteY12" fmla="*/ 765069 h 2237474"/>
              <a:gd name="connsiteX13" fmla="*/ 10739478 w 12192000"/>
              <a:gd name="connsiteY13" fmla="*/ 776841 h 2237474"/>
              <a:gd name="connsiteX14" fmla="*/ 10458762 w 12192000"/>
              <a:gd name="connsiteY14" fmla="*/ 755400 h 2237474"/>
              <a:gd name="connsiteX15" fmla="*/ 10211200 w 12192000"/>
              <a:gd name="connsiteY15" fmla="*/ 767513 h 2237474"/>
              <a:gd name="connsiteX16" fmla="*/ 10167995 w 12192000"/>
              <a:gd name="connsiteY16" fmla="*/ 760843 h 2237474"/>
              <a:gd name="connsiteX17" fmla="*/ 9997044 w 12192000"/>
              <a:gd name="connsiteY17" fmla="*/ 780129 h 2237474"/>
              <a:gd name="connsiteX18" fmla="*/ 9943887 w 12192000"/>
              <a:gd name="connsiteY18" fmla="*/ 804141 h 2237474"/>
              <a:gd name="connsiteX19" fmla="*/ 9918248 w 12192000"/>
              <a:gd name="connsiteY19" fmla="*/ 816628 h 2237474"/>
              <a:gd name="connsiteX20" fmla="*/ 9767091 w 12192000"/>
              <a:gd name="connsiteY20" fmla="*/ 870550 h 2237474"/>
              <a:gd name="connsiteX21" fmla="*/ 9683005 w 12192000"/>
              <a:gd name="connsiteY21" fmla="*/ 894128 h 2237474"/>
              <a:gd name="connsiteX22" fmla="*/ 9594438 w 12192000"/>
              <a:gd name="connsiteY22" fmla="*/ 919051 h 2237474"/>
              <a:gd name="connsiteX23" fmla="*/ 9544189 w 12192000"/>
              <a:gd name="connsiteY23" fmla="*/ 938966 h 2237474"/>
              <a:gd name="connsiteX24" fmla="*/ 9500499 w 12192000"/>
              <a:gd name="connsiteY24" fmla="*/ 954680 h 2237474"/>
              <a:gd name="connsiteX25" fmla="*/ 9410017 w 12192000"/>
              <a:gd name="connsiteY25" fmla="*/ 993931 h 2237474"/>
              <a:gd name="connsiteX26" fmla="*/ 9392919 w 12192000"/>
              <a:gd name="connsiteY26" fmla="*/ 994656 h 2237474"/>
              <a:gd name="connsiteX27" fmla="*/ 9268019 w 12192000"/>
              <a:gd name="connsiteY27" fmla="*/ 1007442 h 2237474"/>
              <a:gd name="connsiteX28" fmla="*/ 9188177 w 12192000"/>
              <a:gd name="connsiteY28" fmla="*/ 1035474 h 2237474"/>
              <a:gd name="connsiteX29" fmla="*/ 9155969 w 12192000"/>
              <a:gd name="connsiteY29" fmla="*/ 1046804 h 2237474"/>
              <a:gd name="connsiteX30" fmla="*/ 9133985 w 12192000"/>
              <a:gd name="connsiteY30" fmla="*/ 1046450 h 2237474"/>
              <a:gd name="connsiteX31" fmla="*/ 9003462 w 12192000"/>
              <a:gd name="connsiteY31" fmla="*/ 1042406 h 2237474"/>
              <a:gd name="connsiteX32" fmla="*/ 8968445 w 12192000"/>
              <a:gd name="connsiteY32" fmla="*/ 1052169 h 2237474"/>
              <a:gd name="connsiteX33" fmla="*/ 8886001 w 12192000"/>
              <a:gd name="connsiteY33" fmla="*/ 1067468 h 2237474"/>
              <a:gd name="connsiteX34" fmla="*/ 8838610 w 12192000"/>
              <a:gd name="connsiteY34" fmla="*/ 1075091 h 2237474"/>
              <a:gd name="connsiteX35" fmla="*/ 8750383 w 12192000"/>
              <a:gd name="connsiteY35" fmla="*/ 1097387 h 2237474"/>
              <a:gd name="connsiteX36" fmla="*/ 8665605 w 12192000"/>
              <a:gd name="connsiteY36" fmla="*/ 1110791 h 2237474"/>
              <a:gd name="connsiteX37" fmla="*/ 8584946 w 12192000"/>
              <a:gd name="connsiteY37" fmla="*/ 1135226 h 2237474"/>
              <a:gd name="connsiteX38" fmla="*/ 8419755 w 12192000"/>
              <a:gd name="connsiteY38" fmla="*/ 1216260 h 2237474"/>
              <a:gd name="connsiteX39" fmla="*/ 8411626 w 12192000"/>
              <a:gd name="connsiteY39" fmla="*/ 1214397 h 2237474"/>
              <a:gd name="connsiteX40" fmla="*/ 8363469 w 12192000"/>
              <a:gd name="connsiteY40" fmla="*/ 1246658 h 2237474"/>
              <a:gd name="connsiteX41" fmla="*/ 8275497 w 12192000"/>
              <a:gd name="connsiteY41" fmla="*/ 1264396 h 2237474"/>
              <a:gd name="connsiteX42" fmla="*/ 8074238 w 12192000"/>
              <a:gd name="connsiteY42" fmla="*/ 1301895 h 2237474"/>
              <a:gd name="connsiteX43" fmla="*/ 7942099 w 12192000"/>
              <a:gd name="connsiteY43" fmla="*/ 1336332 h 2237474"/>
              <a:gd name="connsiteX44" fmla="*/ 7902328 w 12192000"/>
              <a:gd name="connsiteY44" fmla="*/ 1345865 h 2237474"/>
              <a:gd name="connsiteX45" fmla="*/ 7840612 w 12192000"/>
              <a:gd name="connsiteY45" fmla="*/ 1369373 h 2237474"/>
              <a:gd name="connsiteX46" fmla="*/ 7786819 w 12192000"/>
              <a:gd name="connsiteY46" fmla="*/ 1378970 h 2237474"/>
              <a:gd name="connsiteX47" fmla="*/ 7548172 w 12192000"/>
              <a:gd name="connsiteY47" fmla="*/ 1417460 h 2237474"/>
              <a:gd name="connsiteX48" fmla="*/ 7483437 w 12192000"/>
              <a:gd name="connsiteY48" fmla="*/ 1478152 h 2237474"/>
              <a:gd name="connsiteX49" fmla="*/ 7377870 w 12192000"/>
              <a:gd name="connsiteY49" fmla="*/ 1523319 h 2237474"/>
              <a:gd name="connsiteX50" fmla="*/ 7230737 w 12192000"/>
              <a:gd name="connsiteY50" fmla="*/ 1562633 h 2237474"/>
              <a:gd name="connsiteX51" fmla="*/ 7224458 w 12192000"/>
              <a:gd name="connsiteY51" fmla="*/ 1573008 h 2237474"/>
              <a:gd name="connsiteX52" fmla="*/ 7183121 w 12192000"/>
              <a:gd name="connsiteY52" fmla="*/ 1595162 h 2237474"/>
              <a:gd name="connsiteX53" fmla="*/ 7164601 w 12192000"/>
              <a:gd name="connsiteY53" fmla="*/ 1606490 h 2237474"/>
              <a:gd name="connsiteX54" fmla="*/ 6900177 w 12192000"/>
              <a:gd name="connsiteY54" fmla="*/ 1636016 h 2237474"/>
              <a:gd name="connsiteX55" fmla="*/ 6795372 w 12192000"/>
              <a:gd name="connsiteY55" fmla="*/ 1644845 h 2237474"/>
              <a:gd name="connsiteX56" fmla="*/ 6692251 w 12192000"/>
              <a:gd name="connsiteY56" fmla="*/ 1656357 h 2237474"/>
              <a:gd name="connsiteX57" fmla="*/ 6655235 w 12192000"/>
              <a:gd name="connsiteY57" fmla="*/ 1661869 h 2237474"/>
              <a:gd name="connsiteX58" fmla="*/ 6554894 w 12192000"/>
              <a:gd name="connsiteY58" fmla="*/ 1664428 h 2237474"/>
              <a:gd name="connsiteX59" fmla="*/ 6516595 w 12192000"/>
              <a:gd name="connsiteY59" fmla="*/ 1667475 h 2237474"/>
              <a:gd name="connsiteX60" fmla="*/ 6508541 w 12192000"/>
              <a:gd name="connsiteY60" fmla="*/ 1668757 h 2237474"/>
              <a:gd name="connsiteX61" fmla="*/ 6471012 w 12192000"/>
              <a:gd name="connsiteY61" fmla="*/ 1678604 h 2237474"/>
              <a:gd name="connsiteX62" fmla="*/ 6364035 w 12192000"/>
              <a:gd name="connsiteY62" fmla="*/ 1667683 h 2237474"/>
              <a:gd name="connsiteX63" fmla="*/ 6280959 w 12192000"/>
              <a:gd name="connsiteY63" fmla="*/ 1689329 h 2237474"/>
              <a:gd name="connsiteX64" fmla="*/ 6243319 w 12192000"/>
              <a:gd name="connsiteY64" fmla="*/ 1695560 h 2237474"/>
              <a:gd name="connsiteX65" fmla="*/ 6098321 w 12192000"/>
              <a:gd name="connsiteY65" fmla="*/ 1721646 h 2237474"/>
              <a:gd name="connsiteX66" fmla="*/ 5880652 w 12192000"/>
              <a:gd name="connsiteY66" fmla="*/ 1779643 h 2237474"/>
              <a:gd name="connsiteX67" fmla="*/ 5785959 w 12192000"/>
              <a:gd name="connsiteY67" fmla="*/ 1775307 h 2237474"/>
              <a:gd name="connsiteX68" fmla="*/ 5643534 w 12192000"/>
              <a:gd name="connsiteY68" fmla="*/ 1802919 h 2237474"/>
              <a:gd name="connsiteX69" fmla="*/ 5518799 w 12192000"/>
              <a:gd name="connsiteY69" fmla="*/ 1818312 h 2237474"/>
              <a:gd name="connsiteX70" fmla="*/ 5505014 w 12192000"/>
              <a:gd name="connsiteY70" fmla="*/ 1819259 h 2237474"/>
              <a:gd name="connsiteX71" fmla="*/ 5453307 w 12192000"/>
              <a:gd name="connsiteY71" fmla="*/ 1815450 h 2237474"/>
              <a:gd name="connsiteX72" fmla="*/ 5221533 w 12192000"/>
              <a:gd name="connsiteY72" fmla="*/ 1846950 h 2237474"/>
              <a:gd name="connsiteX73" fmla="*/ 5149802 w 12192000"/>
              <a:gd name="connsiteY73" fmla="*/ 1844846 h 2237474"/>
              <a:gd name="connsiteX74" fmla="*/ 5114927 w 12192000"/>
              <a:gd name="connsiteY74" fmla="*/ 1847827 h 2237474"/>
              <a:gd name="connsiteX75" fmla="*/ 5108970 w 12192000"/>
              <a:gd name="connsiteY75" fmla="*/ 1847935 h 2237474"/>
              <a:gd name="connsiteX76" fmla="*/ 5067961 w 12192000"/>
              <a:gd name="connsiteY76" fmla="*/ 1845917 h 2237474"/>
              <a:gd name="connsiteX77" fmla="*/ 5007075 w 12192000"/>
              <a:gd name="connsiteY77" fmla="*/ 1838626 h 2237474"/>
              <a:gd name="connsiteX78" fmla="*/ 4944087 w 12192000"/>
              <a:gd name="connsiteY78" fmla="*/ 1823332 h 2237474"/>
              <a:gd name="connsiteX79" fmla="*/ 4907662 w 12192000"/>
              <a:gd name="connsiteY79" fmla="*/ 1816900 h 2237474"/>
              <a:gd name="connsiteX80" fmla="*/ 4882386 w 12192000"/>
              <a:gd name="connsiteY80" fmla="*/ 1809844 h 2237474"/>
              <a:gd name="connsiteX81" fmla="*/ 4811440 w 12192000"/>
              <a:gd name="connsiteY81" fmla="*/ 1804655 h 2237474"/>
              <a:gd name="connsiteX82" fmla="*/ 4691075 w 12192000"/>
              <a:gd name="connsiteY82" fmla="*/ 1801389 h 2237474"/>
              <a:gd name="connsiteX83" fmla="*/ 4640313 w 12192000"/>
              <a:gd name="connsiteY83" fmla="*/ 1784307 h 2237474"/>
              <a:gd name="connsiteX84" fmla="*/ 4536503 w 12192000"/>
              <a:gd name="connsiteY84" fmla="*/ 1785334 h 2237474"/>
              <a:gd name="connsiteX85" fmla="*/ 4513724 w 12192000"/>
              <a:gd name="connsiteY85" fmla="*/ 1791996 h 2237474"/>
              <a:gd name="connsiteX86" fmla="*/ 4459810 w 12192000"/>
              <a:gd name="connsiteY86" fmla="*/ 1797886 h 2237474"/>
              <a:gd name="connsiteX87" fmla="*/ 4379064 w 12192000"/>
              <a:gd name="connsiteY87" fmla="*/ 1817177 h 2237474"/>
              <a:gd name="connsiteX88" fmla="*/ 4290981 w 12192000"/>
              <a:gd name="connsiteY88" fmla="*/ 1839677 h 2237474"/>
              <a:gd name="connsiteX89" fmla="*/ 4238372 w 12192000"/>
              <a:gd name="connsiteY89" fmla="*/ 1851480 h 2237474"/>
              <a:gd name="connsiteX90" fmla="*/ 4232517 w 12192000"/>
              <a:gd name="connsiteY90" fmla="*/ 1852567 h 2237474"/>
              <a:gd name="connsiteX91" fmla="*/ 4191732 w 12192000"/>
              <a:gd name="connsiteY91" fmla="*/ 1857328 h 2237474"/>
              <a:gd name="connsiteX92" fmla="*/ 4065532 w 12192000"/>
              <a:gd name="connsiteY92" fmla="*/ 1855477 h 2237474"/>
              <a:gd name="connsiteX93" fmla="*/ 4028460 w 12192000"/>
              <a:gd name="connsiteY93" fmla="*/ 1855137 h 2237474"/>
              <a:gd name="connsiteX94" fmla="*/ 4002267 w 12192000"/>
              <a:gd name="connsiteY94" fmla="*/ 1852352 h 2237474"/>
              <a:gd name="connsiteX95" fmla="*/ 3931396 w 12192000"/>
              <a:gd name="connsiteY95" fmla="*/ 1858915 h 2237474"/>
              <a:gd name="connsiteX96" fmla="*/ 3812162 w 12192000"/>
              <a:gd name="connsiteY96" fmla="*/ 1875501 h 2237474"/>
              <a:gd name="connsiteX97" fmla="*/ 3758105 w 12192000"/>
              <a:gd name="connsiteY97" fmla="*/ 1871856 h 2237474"/>
              <a:gd name="connsiteX98" fmla="*/ 3715896 w 12192000"/>
              <a:gd name="connsiteY98" fmla="*/ 1881552 h 2237474"/>
              <a:gd name="connsiteX99" fmla="*/ 3567259 w 12192000"/>
              <a:gd name="connsiteY99" fmla="*/ 1893482 h 2237474"/>
              <a:gd name="connsiteX100" fmla="*/ 3405770 w 12192000"/>
              <a:gd name="connsiteY100" fmla="*/ 1904591 h 2237474"/>
              <a:gd name="connsiteX101" fmla="*/ 3280097 w 12192000"/>
              <a:gd name="connsiteY101" fmla="*/ 1919610 h 2237474"/>
              <a:gd name="connsiteX102" fmla="*/ 3009910 w 12192000"/>
              <a:gd name="connsiteY102" fmla="*/ 1957866 h 2237474"/>
              <a:gd name="connsiteX103" fmla="*/ 2995934 w 12192000"/>
              <a:gd name="connsiteY103" fmla="*/ 1967085 h 2237474"/>
              <a:gd name="connsiteX104" fmla="*/ 2942858 w 12192000"/>
              <a:gd name="connsiteY104" fmla="*/ 1981367 h 2237474"/>
              <a:gd name="connsiteX105" fmla="*/ 2875436 w 12192000"/>
              <a:gd name="connsiteY105" fmla="*/ 1996977 h 2237474"/>
              <a:gd name="connsiteX106" fmla="*/ 2874892 w 12192000"/>
              <a:gd name="connsiteY106" fmla="*/ 1996085 h 2237474"/>
              <a:gd name="connsiteX107" fmla="*/ 2843662 w 12192000"/>
              <a:gd name="connsiteY107" fmla="*/ 1992498 h 2237474"/>
              <a:gd name="connsiteX108" fmla="*/ 2718916 w 12192000"/>
              <a:gd name="connsiteY108" fmla="*/ 1990867 h 2237474"/>
              <a:gd name="connsiteX109" fmla="*/ 2713522 w 12192000"/>
              <a:gd name="connsiteY109" fmla="*/ 1990173 h 2237474"/>
              <a:gd name="connsiteX110" fmla="*/ 2476147 w 12192000"/>
              <a:gd name="connsiteY110" fmla="*/ 1998305 h 2237474"/>
              <a:gd name="connsiteX111" fmla="*/ 2373568 w 12192000"/>
              <a:gd name="connsiteY111" fmla="*/ 2003219 h 2237474"/>
              <a:gd name="connsiteX112" fmla="*/ 2287219 w 12192000"/>
              <a:gd name="connsiteY112" fmla="*/ 1998750 h 2237474"/>
              <a:gd name="connsiteX113" fmla="*/ 2243069 w 12192000"/>
              <a:gd name="connsiteY113" fmla="*/ 2005321 h 2237474"/>
              <a:gd name="connsiteX114" fmla="*/ 2164831 w 12192000"/>
              <a:gd name="connsiteY114" fmla="*/ 2010143 h 2237474"/>
              <a:gd name="connsiteX115" fmla="*/ 2085228 w 12192000"/>
              <a:gd name="connsiteY115" fmla="*/ 2046431 h 2237474"/>
              <a:gd name="connsiteX116" fmla="*/ 2058061 w 12192000"/>
              <a:gd name="connsiteY116" fmla="*/ 2047942 h 2237474"/>
              <a:gd name="connsiteX117" fmla="*/ 2042244 w 12192000"/>
              <a:gd name="connsiteY117" fmla="*/ 2055560 h 2237474"/>
              <a:gd name="connsiteX118" fmla="*/ 1877728 w 12192000"/>
              <a:gd name="connsiteY118" fmla="*/ 2101004 h 2237474"/>
              <a:gd name="connsiteX119" fmla="*/ 1759056 w 12192000"/>
              <a:gd name="connsiteY119" fmla="*/ 2125608 h 2237474"/>
              <a:gd name="connsiteX120" fmla="*/ 1637948 w 12192000"/>
              <a:gd name="connsiteY120" fmla="*/ 2172597 h 2237474"/>
              <a:gd name="connsiteX121" fmla="*/ 1434549 w 12192000"/>
              <a:gd name="connsiteY121" fmla="*/ 2234522 h 2237474"/>
              <a:gd name="connsiteX122" fmla="*/ 1398481 w 12192000"/>
              <a:gd name="connsiteY122" fmla="*/ 2237074 h 2237474"/>
              <a:gd name="connsiteX123" fmla="*/ 1398407 w 12192000"/>
              <a:gd name="connsiteY123" fmla="*/ 2237095 h 2237474"/>
              <a:gd name="connsiteX124" fmla="*/ 1370962 w 12192000"/>
              <a:gd name="connsiteY124" fmla="*/ 2237474 h 2237474"/>
              <a:gd name="connsiteX125" fmla="*/ 1356367 w 12192000"/>
              <a:gd name="connsiteY125" fmla="*/ 2235089 h 2237474"/>
              <a:gd name="connsiteX126" fmla="*/ 1279765 w 12192000"/>
              <a:gd name="connsiteY126" fmla="*/ 2229639 h 2237474"/>
              <a:gd name="connsiteX127" fmla="*/ 1195347 w 12192000"/>
              <a:gd name="connsiteY127" fmla="*/ 2212354 h 2237474"/>
              <a:gd name="connsiteX128" fmla="*/ 970251 w 12192000"/>
              <a:gd name="connsiteY128" fmla="*/ 2221029 h 2237474"/>
              <a:gd name="connsiteX129" fmla="*/ 812914 w 12192000"/>
              <a:gd name="connsiteY129" fmla="*/ 2210095 h 2237474"/>
              <a:gd name="connsiteX130" fmla="*/ 776382 w 12192000"/>
              <a:gd name="connsiteY130" fmla="*/ 2204512 h 2237474"/>
              <a:gd name="connsiteX131" fmla="*/ 597225 w 12192000"/>
              <a:gd name="connsiteY131" fmla="*/ 2180999 h 2237474"/>
              <a:gd name="connsiteX132" fmla="*/ 520671 w 12192000"/>
              <a:gd name="connsiteY132" fmla="*/ 2180980 h 2237474"/>
              <a:gd name="connsiteX133" fmla="*/ 515024 w 12192000"/>
              <a:gd name="connsiteY133" fmla="*/ 2179258 h 2237474"/>
              <a:gd name="connsiteX134" fmla="*/ 413835 w 12192000"/>
              <a:gd name="connsiteY134" fmla="*/ 2156783 h 2237474"/>
              <a:gd name="connsiteX135" fmla="*/ 376513 w 12192000"/>
              <a:gd name="connsiteY135" fmla="*/ 2154014 h 2237474"/>
              <a:gd name="connsiteX136" fmla="*/ 273386 w 12192000"/>
              <a:gd name="connsiteY136" fmla="*/ 2142551 h 2237474"/>
              <a:gd name="connsiteX137" fmla="*/ 169207 w 12192000"/>
              <a:gd name="connsiteY137" fmla="*/ 2128100 h 2237474"/>
              <a:gd name="connsiteX138" fmla="*/ 77641 w 12192000"/>
              <a:gd name="connsiteY138" fmla="*/ 2126835 h 2237474"/>
              <a:gd name="connsiteX139" fmla="*/ 37645 w 12192000"/>
              <a:gd name="connsiteY139" fmla="*/ 2115401 h 2237474"/>
              <a:gd name="connsiteX140" fmla="*/ 4572 w 12192000"/>
              <a:gd name="connsiteY140" fmla="*/ 2111091 h 2237474"/>
              <a:gd name="connsiteX141" fmla="*/ 0 w 12192000"/>
              <a:gd name="connsiteY141" fmla="*/ 2110468 h 2237474"/>
              <a:gd name="connsiteX142" fmla="*/ 0 w 12192000"/>
              <a:gd name="connsiteY142"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1890686 w 12192000"/>
              <a:gd name="connsiteY4" fmla="*/ 732766 h 2237474"/>
              <a:gd name="connsiteX5" fmla="*/ 11820512 w 12192000"/>
              <a:gd name="connsiteY5" fmla="*/ 745392 h 2237474"/>
              <a:gd name="connsiteX6" fmla="*/ 11649954 w 12192000"/>
              <a:gd name="connsiteY6" fmla="*/ 749628 h 2237474"/>
              <a:gd name="connsiteX7" fmla="*/ 11560424 w 12192000"/>
              <a:gd name="connsiteY7" fmla="*/ 748017 h 2237474"/>
              <a:gd name="connsiteX8" fmla="*/ 11358455 w 12192000"/>
              <a:gd name="connsiteY8" fmla="*/ 747593 h 2237474"/>
              <a:gd name="connsiteX9" fmla="*/ 11165209 w 12192000"/>
              <a:gd name="connsiteY9" fmla="*/ 748852 h 2237474"/>
              <a:gd name="connsiteX10" fmla="*/ 11058755 w 12192000"/>
              <a:gd name="connsiteY10" fmla="*/ 749617 h 2237474"/>
              <a:gd name="connsiteX11" fmla="*/ 10846594 w 12192000"/>
              <a:gd name="connsiteY11" fmla="*/ 765069 h 2237474"/>
              <a:gd name="connsiteX12" fmla="*/ 10739478 w 12192000"/>
              <a:gd name="connsiteY12" fmla="*/ 776841 h 2237474"/>
              <a:gd name="connsiteX13" fmla="*/ 10458762 w 12192000"/>
              <a:gd name="connsiteY13" fmla="*/ 755400 h 2237474"/>
              <a:gd name="connsiteX14" fmla="*/ 10211200 w 12192000"/>
              <a:gd name="connsiteY14" fmla="*/ 767513 h 2237474"/>
              <a:gd name="connsiteX15" fmla="*/ 10167995 w 12192000"/>
              <a:gd name="connsiteY15" fmla="*/ 760843 h 2237474"/>
              <a:gd name="connsiteX16" fmla="*/ 9997044 w 12192000"/>
              <a:gd name="connsiteY16" fmla="*/ 780129 h 2237474"/>
              <a:gd name="connsiteX17" fmla="*/ 9943887 w 12192000"/>
              <a:gd name="connsiteY17" fmla="*/ 804141 h 2237474"/>
              <a:gd name="connsiteX18" fmla="*/ 9918248 w 12192000"/>
              <a:gd name="connsiteY18" fmla="*/ 816628 h 2237474"/>
              <a:gd name="connsiteX19" fmla="*/ 9767091 w 12192000"/>
              <a:gd name="connsiteY19" fmla="*/ 870550 h 2237474"/>
              <a:gd name="connsiteX20" fmla="*/ 9683005 w 12192000"/>
              <a:gd name="connsiteY20" fmla="*/ 894128 h 2237474"/>
              <a:gd name="connsiteX21" fmla="*/ 9594438 w 12192000"/>
              <a:gd name="connsiteY21" fmla="*/ 919051 h 2237474"/>
              <a:gd name="connsiteX22" fmla="*/ 9544189 w 12192000"/>
              <a:gd name="connsiteY22" fmla="*/ 938966 h 2237474"/>
              <a:gd name="connsiteX23" fmla="*/ 9500499 w 12192000"/>
              <a:gd name="connsiteY23" fmla="*/ 954680 h 2237474"/>
              <a:gd name="connsiteX24" fmla="*/ 9410017 w 12192000"/>
              <a:gd name="connsiteY24" fmla="*/ 993931 h 2237474"/>
              <a:gd name="connsiteX25" fmla="*/ 9392919 w 12192000"/>
              <a:gd name="connsiteY25" fmla="*/ 994656 h 2237474"/>
              <a:gd name="connsiteX26" fmla="*/ 9268019 w 12192000"/>
              <a:gd name="connsiteY26" fmla="*/ 1007442 h 2237474"/>
              <a:gd name="connsiteX27" fmla="*/ 9188177 w 12192000"/>
              <a:gd name="connsiteY27" fmla="*/ 1035474 h 2237474"/>
              <a:gd name="connsiteX28" fmla="*/ 9155969 w 12192000"/>
              <a:gd name="connsiteY28" fmla="*/ 1046804 h 2237474"/>
              <a:gd name="connsiteX29" fmla="*/ 9133985 w 12192000"/>
              <a:gd name="connsiteY29" fmla="*/ 1046450 h 2237474"/>
              <a:gd name="connsiteX30" fmla="*/ 9003462 w 12192000"/>
              <a:gd name="connsiteY30" fmla="*/ 1042406 h 2237474"/>
              <a:gd name="connsiteX31" fmla="*/ 8968445 w 12192000"/>
              <a:gd name="connsiteY31" fmla="*/ 1052169 h 2237474"/>
              <a:gd name="connsiteX32" fmla="*/ 8886001 w 12192000"/>
              <a:gd name="connsiteY32" fmla="*/ 1067468 h 2237474"/>
              <a:gd name="connsiteX33" fmla="*/ 8838610 w 12192000"/>
              <a:gd name="connsiteY33" fmla="*/ 1075091 h 2237474"/>
              <a:gd name="connsiteX34" fmla="*/ 8750383 w 12192000"/>
              <a:gd name="connsiteY34" fmla="*/ 1097387 h 2237474"/>
              <a:gd name="connsiteX35" fmla="*/ 8665605 w 12192000"/>
              <a:gd name="connsiteY35" fmla="*/ 1110791 h 2237474"/>
              <a:gd name="connsiteX36" fmla="*/ 8584946 w 12192000"/>
              <a:gd name="connsiteY36" fmla="*/ 1135226 h 2237474"/>
              <a:gd name="connsiteX37" fmla="*/ 8419755 w 12192000"/>
              <a:gd name="connsiteY37" fmla="*/ 1216260 h 2237474"/>
              <a:gd name="connsiteX38" fmla="*/ 8411626 w 12192000"/>
              <a:gd name="connsiteY38" fmla="*/ 1214397 h 2237474"/>
              <a:gd name="connsiteX39" fmla="*/ 8363469 w 12192000"/>
              <a:gd name="connsiteY39" fmla="*/ 1246658 h 2237474"/>
              <a:gd name="connsiteX40" fmla="*/ 8275497 w 12192000"/>
              <a:gd name="connsiteY40" fmla="*/ 1264396 h 2237474"/>
              <a:gd name="connsiteX41" fmla="*/ 8074238 w 12192000"/>
              <a:gd name="connsiteY41" fmla="*/ 1301895 h 2237474"/>
              <a:gd name="connsiteX42" fmla="*/ 7942099 w 12192000"/>
              <a:gd name="connsiteY42" fmla="*/ 1336332 h 2237474"/>
              <a:gd name="connsiteX43" fmla="*/ 7902328 w 12192000"/>
              <a:gd name="connsiteY43" fmla="*/ 1345865 h 2237474"/>
              <a:gd name="connsiteX44" fmla="*/ 7840612 w 12192000"/>
              <a:gd name="connsiteY44" fmla="*/ 1369373 h 2237474"/>
              <a:gd name="connsiteX45" fmla="*/ 7786819 w 12192000"/>
              <a:gd name="connsiteY45" fmla="*/ 1378970 h 2237474"/>
              <a:gd name="connsiteX46" fmla="*/ 7548172 w 12192000"/>
              <a:gd name="connsiteY46" fmla="*/ 1417460 h 2237474"/>
              <a:gd name="connsiteX47" fmla="*/ 7483437 w 12192000"/>
              <a:gd name="connsiteY47" fmla="*/ 1478152 h 2237474"/>
              <a:gd name="connsiteX48" fmla="*/ 7377870 w 12192000"/>
              <a:gd name="connsiteY48" fmla="*/ 1523319 h 2237474"/>
              <a:gd name="connsiteX49" fmla="*/ 7230737 w 12192000"/>
              <a:gd name="connsiteY49" fmla="*/ 1562633 h 2237474"/>
              <a:gd name="connsiteX50" fmla="*/ 7224458 w 12192000"/>
              <a:gd name="connsiteY50" fmla="*/ 1573008 h 2237474"/>
              <a:gd name="connsiteX51" fmla="*/ 7183121 w 12192000"/>
              <a:gd name="connsiteY51" fmla="*/ 1595162 h 2237474"/>
              <a:gd name="connsiteX52" fmla="*/ 7164601 w 12192000"/>
              <a:gd name="connsiteY52" fmla="*/ 1606490 h 2237474"/>
              <a:gd name="connsiteX53" fmla="*/ 6900177 w 12192000"/>
              <a:gd name="connsiteY53" fmla="*/ 1636016 h 2237474"/>
              <a:gd name="connsiteX54" fmla="*/ 6795372 w 12192000"/>
              <a:gd name="connsiteY54" fmla="*/ 1644845 h 2237474"/>
              <a:gd name="connsiteX55" fmla="*/ 6692251 w 12192000"/>
              <a:gd name="connsiteY55" fmla="*/ 1656357 h 2237474"/>
              <a:gd name="connsiteX56" fmla="*/ 6655235 w 12192000"/>
              <a:gd name="connsiteY56" fmla="*/ 1661869 h 2237474"/>
              <a:gd name="connsiteX57" fmla="*/ 6554894 w 12192000"/>
              <a:gd name="connsiteY57" fmla="*/ 1664428 h 2237474"/>
              <a:gd name="connsiteX58" fmla="*/ 6516595 w 12192000"/>
              <a:gd name="connsiteY58" fmla="*/ 1667475 h 2237474"/>
              <a:gd name="connsiteX59" fmla="*/ 6508541 w 12192000"/>
              <a:gd name="connsiteY59" fmla="*/ 1668757 h 2237474"/>
              <a:gd name="connsiteX60" fmla="*/ 6471012 w 12192000"/>
              <a:gd name="connsiteY60" fmla="*/ 1678604 h 2237474"/>
              <a:gd name="connsiteX61" fmla="*/ 6364035 w 12192000"/>
              <a:gd name="connsiteY61" fmla="*/ 1667683 h 2237474"/>
              <a:gd name="connsiteX62" fmla="*/ 6280959 w 12192000"/>
              <a:gd name="connsiteY62" fmla="*/ 1689329 h 2237474"/>
              <a:gd name="connsiteX63" fmla="*/ 6243319 w 12192000"/>
              <a:gd name="connsiteY63" fmla="*/ 1695560 h 2237474"/>
              <a:gd name="connsiteX64" fmla="*/ 6098321 w 12192000"/>
              <a:gd name="connsiteY64" fmla="*/ 1721646 h 2237474"/>
              <a:gd name="connsiteX65" fmla="*/ 5880652 w 12192000"/>
              <a:gd name="connsiteY65" fmla="*/ 1779643 h 2237474"/>
              <a:gd name="connsiteX66" fmla="*/ 5785959 w 12192000"/>
              <a:gd name="connsiteY66" fmla="*/ 1775307 h 2237474"/>
              <a:gd name="connsiteX67" fmla="*/ 5643534 w 12192000"/>
              <a:gd name="connsiteY67" fmla="*/ 1802919 h 2237474"/>
              <a:gd name="connsiteX68" fmla="*/ 5518799 w 12192000"/>
              <a:gd name="connsiteY68" fmla="*/ 1818312 h 2237474"/>
              <a:gd name="connsiteX69" fmla="*/ 5505014 w 12192000"/>
              <a:gd name="connsiteY69" fmla="*/ 1819259 h 2237474"/>
              <a:gd name="connsiteX70" fmla="*/ 5453307 w 12192000"/>
              <a:gd name="connsiteY70" fmla="*/ 1815450 h 2237474"/>
              <a:gd name="connsiteX71" fmla="*/ 5221533 w 12192000"/>
              <a:gd name="connsiteY71" fmla="*/ 1846950 h 2237474"/>
              <a:gd name="connsiteX72" fmla="*/ 5149802 w 12192000"/>
              <a:gd name="connsiteY72" fmla="*/ 1844846 h 2237474"/>
              <a:gd name="connsiteX73" fmla="*/ 5114927 w 12192000"/>
              <a:gd name="connsiteY73" fmla="*/ 1847827 h 2237474"/>
              <a:gd name="connsiteX74" fmla="*/ 5108970 w 12192000"/>
              <a:gd name="connsiteY74" fmla="*/ 1847935 h 2237474"/>
              <a:gd name="connsiteX75" fmla="*/ 5067961 w 12192000"/>
              <a:gd name="connsiteY75" fmla="*/ 1845917 h 2237474"/>
              <a:gd name="connsiteX76" fmla="*/ 5007075 w 12192000"/>
              <a:gd name="connsiteY76" fmla="*/ 1838626 h 2237474"/>
              <a:gd name="connsiteX77" fmla="*/ 4944087 w 12192000"/>
              <a:gd name="connsiteY77" fmla="*/ 1823332 h 2237474"/>
              <a:gd name="connsiteX78" fmla="*/ 4907662 w 12192000"/>
              <a:gd name="connsiteY78" fmla="*/ 1816900 h 2237474"/>
              <a:gd name="connsiteX79" fmla="*/ 4882386 w 12192000"/>
              <a:gd name="connsiteY79" fmla="*/ 1809844 h 2237474"/>
              <a:gd name="connsiteX80" fmla="*/ 4811440 w 12192000"/>
              <a:gd name="connsiteY80" fmla="*/ 1804655 h 2237474"/>
              <a:gd name="connsiteX81" fmla="*/ 4691075 w 12192000"/>
              <a:gd name="connsiteY81" fmla="*/ 1801389 h 2237474"/>
              <a:gd name="connsiteX82" fmla="*/ 4640313 w 12192000"/>
              <a:gd name="connsiteY82" fmla="*/ 1784307 h 2237474"/>
              <a:gd name="connsiteX83" fmla="*/ 4536503 w 12192000"/>
              <a:gd name="connsiteY83" fmla="*/ 1785334 h 2237474"/>
              <a:gd name="connsiteX84" fmla="*/ 4513724 w 12192000"/>
              <a:gd name="connsiteY84" fmla="*/ 1791996 h 2237474"/>
              <a:gd name="connsiteX85" fmla="*/ 4459810 w 12192000"/>
              <a:gd name="connsiteY85" fmla="*/ 1797886 h 2237474"/>
              <a:gd name="connsiteX86" fmla="*/ 4379064 w 12192000"/>
              <a:gd name="connsiteY86" fmla="*/ 1817177 h 2237474"/>
              <a:gd name="connsiteX87" fmla="*/ 4290981 w 12192000"/>
              <a:gd name="connsiteY87" fmla="*/ 1839677 h 2237474"/>
              <a:gd name="connsiteX88" fmla="*/ 4238372 w 12192000"/>
              <a:gd name="connsiteY88" fmla="*/ 1851480 h 2237474"/>
              <a:gd name="connsiteX89" fmla="*/ 4232517 w 12192000"/>
              <a:gd name="connsiteY89" fmla="*/ 1852567 h 2237474"/>
              <a:gd name="connsiteX90" fmla="*/ 4191732 w 12192000"/>
              <a:gd name="connsiteY90" fmla="*/ 1857328 h 2237474"/>
              <a:gd name="connsiteX91" fmla="*/ 4065532 w 12192000"/>
              <a:gd name="connsiteY91" fmla="*/ 1855477 h 2237474"/>
              <a:gd name="connsiteX92" fmla="*/ 4028460 w 12192000"/>
              <a:gd name="connsiteY92" fmla="*/ 1855137 h 2237474"/>
              <a:gd name="connsiteX93" fmla="*/ 4002267 w 12192000"/>
              <a:gd name="connsiteY93" fmla="*/ 1852352 h 2237474"/>
              <a:gd name="connsiteX94" fmla="*/ 3931396 w 12192000"/>
              <a:gd name="connsiteY94" fmla="*/ 1858915 h 2237474"/>
              <a:gd name="connsiteX95" fmla="*/ 3812162 w 12192000"/>
              <a:gd name="connsiteY95" fmla="*/ 1875501 h 2237474"/>
              <a:gd name="connsiteX96" fmla="*/ 3758105 w 12192000"/>
              <a:gd name="connsiteY96" fmla="*/ 1871856 h 2237474"/>
              <a:gd name="connsiteX97" fmla="*/ 3715896 w 12192000"/>
              <a:gd name="connsiteY97" fmla="*/ 1881552 h 2237474"/>
              <a:gd name="connsiteX98" fmla="*/ 3567259 w 12192000"/>
              <a:gd name="connsiteY98" fmla="*/ 1893482 h 2237474"/>
              <a:gd name="connsiteX99" fmla="*/ 3405770 w 12192000"/>
              <a:gd name="connsiteY99" fmla="*/ 1904591 h 2237474"/>
              <a:gd name="connsiteX100" fmla="*/ 3280097 w 12192000"/>
              <a:gd name="connsiteY100" fmla="*/ 1919610 h 2237474"/>
              <a:gd name="connsiteX101" fmla="*/ 3009910 w 12192000"/>
              <a:gd name="connsiteY101" fmla="*/ 1957866 h 2237474"/>
              <a:gd name="connsiteX102" fmla="*/ 2995934 w 12192000"/>
              <a:gd name="connsiteY102" fmla="*/ 1967085 h 2237474"/>
              <a:gd name="connsiteX103" fmla="*/ 2942858 w 12192000"/>
              <a:gd name="connsiteY103" fmla="*/ 1981367 h 2237474"/>
              <a:gd name="connsiteX104" fmla="*/ 2875436 w 12192000"/>
              <a:gd name="connsiteY104" fmla="*/ 1996977 h 2237474"/>
              <a:gd name="connsiteX105" fmla="*/ 2874892 w 12192000"/>
              <a:gd name="connsiteY105" fmla="*/ 1996085 h 2237474"/>
              <a:gd name="connsiteX106" fmla="*/ 2843662 w 12192000"/>
              <a:gd name="connsiteY106" fmla="*/ 1992498 h 2237474"/>
              <a:gd name="connsiteX107" fmla="*/ 2718916 w 12192000"/>
              <a:gd name="connsiteY107" fmla="*/ 1990867 h 2237474"/>
              <a:gd name="connsiteX108" fmla="*/ 2713522 w 12192000"/>
              <a:gd name="connsiteY108" fmla="*/ 1990173 h 2237474"/>
              <a:gd name="connsiteX109" fmla="*/ 2476147 w 12192000"/>
              <a:gd name="connsiteY109" fmla="*/ 1998305 h 2237474"/>
              <a:gd name="connsiteX110" fmla="*/ 2373568 w 12192000"/>
              <a:gd name="connsiteY110" fmla="*/ 2003219 h 2237474"/>
              <a:gd name="connsiteX111" fmla="*/ 2287219 w 12192000"/>
              <a:gd name="connsiteY111" fmla="*/ 1998750 h 2237474"/>
              <a:gd name="connsiteX112" fmla="*/ 2243069 w 12192000"/>
              <a:gd name="connsiteY112" fmla="*/ 2005321 h 2237474"/>
              <a:gd name="connsiteX113" fmla="*/ 2164831 w 12192000"/>
              <a:gd name="connsiteY113" fmla="*/ 2010143 h 2237474"/>
              <a:gd name="connsiteX114" fmla="*/ 2085228 w 12192000"/>
              <a:gd name="connsiteY114" fmla="*/ 2046431 h 2237474"/>
              <a:gd name="connsiteX115" fmla="*/ 2058061 w 12192000"/>
              <a:gd name="connsiteY115" fmla="*/ 2047942 h 2237474"/>
              <a:gd name="connsiteX116" fmla="*/ 2042244 w 12192000"/>
              <a:gd name="connsiteY116" fmla="*/ 2055560 h 2237474"/>
              <a:gd name="connsiteX117" fmla="*/ 1877728 w 12192000"/>
              <a:gd name="connsiteY117" fmla="*/ 2101004 h 2237474"/>
              <a:gd name="connsiteX118" fmla="*/ 1759056 w 12192000"/>
              <a:gd name="connsiteY118" fmla="*/ 2125608 h 2237474"/>
              <a:gd name="connsiteX119" fmla="*/ 1637948 w 12192000"/>
              <a:gd name="connsiteY119" fmla="*/ 2172597 h 2237474"/>
              <a:gd name="connsiteX120" fmla="*/ 1434549 w 12192000"/>
              <a:gd name="connsiteY120" fmla="*/ 2234522 h 2237474"/>
              <a:gd name="connsiteX121" fmla="*/ 1398481 w 12192000"/>
              <a:gd name="connsiteY121" fmla="*/ 2237074 h 2237474"/>
              <a:gd name="connsiteX122" fmla="*/ 1398407 w 12192000"/>
              <a:gd name="connsiteY122" fmla="*/ 2237095 h 2237474"/>
              <a:gd name="connsiteX123" fmla="*/ 1370962 w 12192000"/>
              <a:gd name="connsiteY123" fmla="*/ 2237474 h 2237474"/>
              <a:gd name="connsiteX124" fmla="*/ 1356367 w 12192000"/>
              <a:gd name="connsiteY124" fmla="*/ 2235089 h 2237474"/>
              <a:gd name="connsiteX125" fmla="*/ 1279765 w 12192000"/>
              <a:gd name="connsiteY125" fmla="*/ 2229639 h 2237474"/>
              <a:gd name="connsiteX126" fmla="*/ 1195347 w 12192000"/>
              <a:gd name="connsiteY126" fmla="*/ 2212354 h 2237474"/>
              <a:gd name="connsiteX127" fmla="*/ 970251 w 12192000"/>
              <a:gd name="connsiteY127" fmla="*/ 2221029 h 2237474"/>
              <a:gd name="connsiteX128" fmla="*/ 812914 w 12192000"/>
              <a:gd name="connsiteY128" fmla="*/ 2210095 h 2237474"/>
              <a:gd name="connsiteX129" fmla="*/ 776382 w 12192000"/>
              <a:gd name="connsiteY129" fmla="*/ 2204512 h 2237474"/>
              <a:gd name="connsiteX130" fmla="*/ 597225 w 12192000"/>
              <a:gd name="connsiteY130" fmla="*/ 2180999 h 2237474"/>
              <a:gd name="connsiteX131" fmla="*/ 520671 w 12192000"/>
              <a:gd name="connsiteY131" fmla="*/ 2180980 h 2237474"/>
              <a:gd name="connsiteX132" fmla="*/ 515024 w 12192000"/>
              <a:gd name="connsiteY132" fmla="*/ 2179258 h 2237474"/>
              <a:gd name="connsiteX133" fmla="*/ 413835 w 12192000"/>
              <a:gd name="connsiteY133" fmla="*/ 2156783 h 2237474"/>
              <a:gd name="connsiteX134" fmla="*/ 376513 w 12192000"/>
              <a:gd name="connsiteY134" fmla="*/ 2154014 h 2237474"/>
              <a:gd name="connsiteX135" fmla="*/ 273386 w 12192000"/>
              <a:gd name="connsiteY135" fmla="*/ 2142551 h 2237474"/>
              <a:gd name="connsiteX136" fmla="*/ 169207 w 12192000"/>
              <a:gd name="connsiteY136" fmla="*/ 2128100 h 2237474"/>
              <a:gd name="connsiteX137" fmla="*/ 77641 w 12192000"/>
              <a:gd name="connsiteY137" fmla="*/ 2126835 h 2237474"/>
              <a:gd name="connsiteX138" fmla="*/ 37645 w 12192000"/>
              <a:gd name="connsiteY138" fmla="*/ 2115401 h 2237474"/>
              <a:gd name="connsiteX139" fmla="*/ 4572 w 12192000"/>
              <a:gd name="connsiteY139" fmla="*/ 2111091 h 2237474"/>
              <a:gd name="connsiteX140" fmla="*/ 0 w 12192000"/>
              <a:gd name="connsiteY140" fmla="*/ 2110468 h 2237474"/>
              <a:gd name="connsiteX141" fmla="*/ 0 w 12192000"/>
              <a:gd name="connsiteY1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2138659 w 12192000"/>
              <a:gd name="connsiteY3" fmla="*/ 756742 h 2237474"/>
              <a:gd name="connsiteX4" fmla="*/ 11890686 w 12192000"/>
              <a:gd name="connsiteY4" fmla="*/ 732766 h 2237474"/>
              <a:gd name="connsiteX5" fmla="*/ 11820512 w 12192000"/>
              <a:gd name="connsiteY5" fmla="*/ 745392 h 2237474"/>
              <a:gd name="connsiteX6" fmla="*/ 11649954 w 12192000"/>
              <a:gd name="connsiteY6" fmla="*/ 749628 h 2237474"/>
              <a:gd name="connsiteX7" fmla="*/ 11560424 w 12192000"/>
              <a:gd name="connsiteY7" fmla="*/ 748017 h 2237474"/>
              <a:gd name="connsiteX8" fmla="*/ 11358455 w 12192000"/>
              <a:gd name="connsiteY8" fmla="*/ 747593 h 2237474"/>
              <a:gd name="connsiteX9" fmla="*/ 11165209 w 12192000"/>
              <a:gd name="connsiteY9" fmla="*/ 748852 h 2237474"/>
              <a:gd name="connsiteX10" fmla="*/ 11058755 w 12192000"/>
              <a:gd name="connsiteY10" fmla="*/ 749617 h 2237474"/>
              <a:gd name="connsiteX11" fmla="*/ 10846594 w 12192000"/>
              <a:gd name="connsiteY11" fmla="*/ 765069 h 2237474"/>
              <a:gd name="connsiteX12" fmla="*/ 10739478 w 12192000"/>
              <a:gd name="connsiteY12" fmla="*/ 776841 h 2237474"/>
              <a:gd name="connsiteX13" fmla="*/ 10458762 w 12192000"/>
              <a:gd name="connsiteY13" fmla="*/ 755400 h 2237474"/>
              <a:gd name="connsiteX14" fmla="*/ 10211200 w 12192000"/>
              <a:gd name="connsiteY14" fmla="*/ 767513 h 2237474"/>
              <a:gd name="connsiteX15" fmla="*/ 10167995 w 12192000"/>
              <a:gd name="connsiteY15" fmla="*/ 760843 h 2237474"/>
              <a:gd name="connsiteX16" fmla="*/ 9997044 w 12192000"/>
              <a:gd name="connsiteY16" fmla="*/ 780129 h 2237474"/>
              <a:gd name="connsiteX17" fmla="*/ 9943887 w 12192000"/>
              <a:gd name="connsiteY17" fmla="*/ 804141 h 2237474"/>
              <a:gd name="connsiteX18" fmla="*/ 9918248 w 12192000"/>
              <a:gd name="connsiteY18" fmla="*/ 816628 h 2237474"/>
              <a:gd name="connsiteX19" fmla="*/ 9767091 w 12192000"/>
              <a:gd name="connsiteY19" fmla="*/ 870550 h 2237474"/>
              <a:gd name="connsiteX20" fmla="*/ 9683005 w 12192000"/>
              <a:gd name="connsiteY20" fmla="*/ 894128 h 2237474"/>
              <a:gd name="connsiteX21" fmla="*/ 9594438 w 12192000"/>
              <a:gd name="connsiteY21" fmla="*/ 919051 h 2237474"/>
              <a:gd name="connsiteX22" fmla="*/ 9544189 w 12192000"/>
              <a:gd name="connsiteY22" fmla="*/ 938966 h 2237474"/>
              <a:gd name="connsiteX23" fmla="*/ 9500499 w 12192000"/>
              <a:gd name="connsiteY23" fmla="*/ 954680 h 2237474"/>
              <a:gd name="connsiteX24" fmla="*/ 9410017 w 12192000"/>
              <a:gd name="connsiteY24" fmla="*/ 993931 h 2237474"/>
              <a:gd name="connsiteX25" fmla="*/ 9392919 w 12192000"/>
              <a:gd name="connsiteY25" fmla="*/ 994656 h 2237474"/>
              <a:gd name="connsiteX26" fmla="*/ 9268019 w 12192000"/>
              <a:gd name="connsiteY26" fmla="*/ 1007442 h 2237474"/>
              <a:gd name="connsiteX27" fmla="*/ 9188177 w 12192000"/>
              <a:gd name="connsiteY27" fmla="*/ 1035474 h 2237474"/>
              <a:gd name="connsiteX28" fmla="*/ 9155969 w 12192000"/>
              <a:gd name="connsiteY28" fmla="*/ 1046804 h 2237474"/>
              <a:gd name="connsiteX29" fmla="*/ 9133985 w 12192000"/>
              <a:gd name="connsiteY29" fmla="*/ 1046450 h 2237474"/>
              <a:gd name="connsiteX30" fmla="*/ 9003462 w 12192000"/>
              <a:gd name="connsiteY30" fmla="*/ 1042406 h 2237474"/>
              <a:gd name="connsiteX31" fmla="*/ 8968445 w 12192000"/>
              <a:gd name="connsiteY31" fmla="*/ 1052169 h 2237474"/>
              <a:gd name="connsiteX32" fmla="*/ 8886001 w 12192000"/>
              <a:gd name="connsiteY32" fmla="*/ 1067468 h 2237474"/>
              <a:gd name="connsiteX33" fmla="*/ 8838610 w 12192000"/>
              <a:gd name="connsiteY33" fmla="*/ 1075091 h 2237474"/>
              <a:gd name="connsiteX34" fmla="*/ 8750383 w 12192000"/>
              <a:gd name="connsiteY34" fmla="*/ 1097387 h 2237474"/>
              <a:gd name="connsiteX35" fmla="*/ 8665605 w 12192000"/>
              <a:gd name="connsiteY35" fmla="*/ 1110791 h 2237474"/>
              <a:gd name="connsiteX36" fmla="*/ 8584946 w 12192000"/>
              <a:gd name="connsiteY36" fmla="*/ 1135226 h 2237474"/>
              <a:gd name="connsiteX37" fmla="*/ 8419755 w 12192000"/>
              <a:gd name="connsiteY37" fmla="*/ 1216260 h 2237474"/>
              <a:gd name="connsiteX38" fmla="*/ 8411626 w 12192000"/>
              <a:gd name="connsiteY38" fmla="*/ 1214397 h 2237474"/>
              <a:gd name="connsiteX39" fmla="*/ 8363469 w 12192000"/>
              <a:gd name="connsiteY39" fmla="*/ 1246658 h 2237474"/>
              <a:gd name="connsiteX40" fmla="*/ 8275497 w 12192000"/>
              <a:gd name="connsiteY40" fmla="*/ 1264396 h 2237474"/>
              <a:gd name="connsiteX41" fmla="*/ 8074238 w 12192000"/>
              <a:gd name="connsiteY41" fmla="*/ 1301895 h 2237474"/>
              <a:gd name="connsiteX42" fmla="*/ 7942099 w 12192000"/>
              <a:gd name="connsiteY42" fmla="*/ 1336332 h 2237474"/>
              <a:gd name="connsiteX43" fmla="*/ 7902328 w 12192000"/>
              <a:gd name="connsiteY43" fmla="*/ 1345865 h 2237474"/>
              <a:gd name="connsiteX44" fmla="*/ 7840612 w 12192000"/>
              <a:gd name="connsiteY44" fmla="*/ 1369373 h 2237474"/>
              <a:gd name="connsiteX45" fmla="*/ 7786819 w 12192000"/>
              <a:gd name="connsiteY45" fmla="*/ 1378970 h 2237474"/>
              <a:gd name="connsiteX46" fmla="*/ 7548172 w 12192000"/>
              <a:gd name="connsiteY46" fmla="*/ 1417460 h 2237474"/>
              <a:gd name="connsiteX47" fmla="*/ 7483437 w 12192000"/>
              <a:gd name="connsiteY47" fmla="*/ 1478152 h 2237474"/>
              <a:gd name="connsiteX48" fmla="*/ 7377870 w 12192000"/>
              <a:gd name="connsiteY48" fmla="*/ 1523319 h 2237474"/>
              <a:gd name="connsiteX49" fmla="*/ 7230737 w 12192000"/>
              <a:gd name="connsiteY49" fmla="*/ 1562633 h 2237474"/>
              <a:gd name="connsiteX50" fmla="*/ 7224458 w 12192000"/>
              <a:gd name="connsiteY50" fmla="*/ 1573008 h 2237474"/>
              <a:gd name="connsiteX51" fmla="*/ 7183121 w 12192000"/>
              <a:gd name="connsiteY51" fmla="*/ 1595162 h 2237474"/>
              <a:gd name="connsiteX52" fmla="*/ 7164601 w 12192000"/>
              <a:gd name="connsiteY52" fmla="*/ 1606490 h 2237474"/>
              <a:gd name="connsiteX53" fmla="*/ 6900177 w 12192000"/>
              <a:gd name="connsiteY53" fmla="*/ 1636016 h 2237474"/>
              <a:gd name="connsiteX54" fmla="*/ 6795372 w 12192000"/>
              <a:gd name="connsiteY54" fmla="*/ 1644845 h 2237474"/>
              <a:gd name="connsiteX55" fmla="*/ 6692251 w 12192000"/>
              <a:gd name="connsiteY55" fmla="*/ 1656357 h 2237474"/>
              <a:gd name="connsiteX56" fmla="*/ 6655235 w 12192000"/>
              <a:gd name="connsiteY56" fmla="*/ 1661869 h 2237474"/>
              <a:gd name="connsiteX57" fmla="*/ 6554894 w 12192000"/>
              <a:gd name="connsiteY57" fmla="*/ 1664428 h 2237474"/>
              <a:gd name="connsiteX58" fmla="*/ 6516595 w 12192000"/>
              <a:gd name="connsiteY58" fmla="*/ 1667475 h 2237474"/>
              <a:gd name="connsiteX59" fmla="*/ 6508541 w 12192000"/>
              <a:gd name="connsiteY59" fmla="*/ 1668757 h 2237474"/>
              <a:gd name="connsiteX60" fmla="*/ 6471012 w 12192000"/>
              <a:gd name="connsiteY60" fmla="*/ 1678604 h 2237474"/>
              <a:gd name="connsiteX61" fmla="*/ 6364035 w 12192000"/>
              <a:gd name="connsiteY61" fmla="*/ 1667683 h 2237474"/>
              <a:gd name="connsiteX62" fmla="*/ 6280959 w 12192000"/>
              <a:gd name="connsiteY62" fmla="*/ 1689329 h 2237474"/>
              <a:gd name="connsiteX63" fmla="*/ 6243319 w 12192000"/>
              <a:gd name="connsiteY63" fmla="*/ 1695560 h 2237474"/>
              <a:gd name="connsiteX64" fmla="*/ 6098321 w 12192000"/>
              <a:gd name="connsiteY64" fmla="*/ 1721646 h 2237474"/>
              <a:gd name="connsiteX65" fmla="*/ 5880652 w 12192000"/>
              <a:gd name="connsiteY65" fmla="*/ 1779643 h 2237474"/>
              <a:gd name="connsiteX66" fmla="*/ 5785959 w 12192000"/>
              <a:gd name="connsiteY66" fmla="*/ 1775307 h 2237474"/>
              <a:gd name="connsiteX67" fmla="*/ 5643534 w 12192000"/>
              <a:gd name="connsiteY67" fmla="*/ 1802919 h 2237474"/>
              <a:gd name="connsiteX68" fmla="*/ 5518799 w 12192000"/>
              <a:gd name="connsiteY68" fmla="*/ 1818312 h 2237474"/>
              <a:gd name="connsiteX69" fmla="*/ 5505014 w 12192000"/>
              <a:gd name="connsiteY69" fmla="*/ 1819259 h 2237474"/>
              <a:gd name="connsiteX70" fmla="*/ 5453307 w 12192000"/>
              <a:gd name="connsiteY70" fmla="*/ 1815450 h 2237474"/>
              <a:gd name="connsiteX71" fmla="*/ 5221533 w 12192000"/>
              <a:gd name="connsiteY71" fmla="*/ 1846950 h 2237474"/>
              <a:gd name="connsiteX72" fmla="*/ 5149802 w 12192000"/>
              <a:gd name="connsiteY72" fmla="*/ 1844846 h 2237474"/>
              <a:gd name="connsiteX73" fmla="*/ 5114927 w 12192000"/>
              <a:gd name="connsiteY73" fmla="*/ 1847827 h 2237474"/>
              <a:gd name="connsiteX74" fmla="*/ 5108970 w 12192000"/>
              <a:gd name="connsiteY74" fmla="*/ 1847935 h 2237474"/>
              <a:gd name="connsiteX75" fmla="*/ 5067961 w 12192000"/>
              <a:gd name="connsiteY75" fmla="*/ 1845917 h 2237474"/>
              <a:gd name="connsiteX76" fmla="*/ 5007075 w 12192000"/>
              <a:gd name="connsiteY76" fmla="*/ 1838626 h 2237474"/>
              <a:gd name="connsiteX77" fmla="*/ 4944087 w 12192000"/>
              <a:gd name="connsiteY77" fmla="*/ 1823332 h 2237474"/>
              <a:gd name="connsiteX78" fmla="*/ 4907662 w 12192000"/>
              <a:gd name="connsiteY78" fmla="*/ 1816900 h 2237474"/>
              <a:gd name="connsiteX79" fmla="*/ 4882386 w 12192000"/>
              <a:gd name="connsiteY79" fmla="*/ 1809844 h 2237474"/>
              <a:gd name="connsiteX80" fmla="*/ 4811440 w 12192000"/>
              <a:gd name="connsiteY80" fmla="*/ 1804655 h 2237474"/>
              <a:gd name="connsiteX81" fmla="*/ 4691075 w 12192000"/>
              <a:gd name="connsiteY81" fmla="*/ 1801389 h 2237474"/>
              <a:gd name="connsiteX82" fmla="*/ 4640313 w 12192000"/>
              <a:gd name="connsiteY82" fmla="*/ 1784307 h 2237474"/>
              <a:gd name="connsiteX83" fmla="*/ 4536503 w 12192000"/>
              <a:gd name="connsiteY83" fmla="*/ 1785334 h 2237474"/>
              <a:gd name="connsiteX84" fmla="*/ 4513724 w 12192000"/>
              <a:gd name="connsiteY84" fmla="*/ 1791996 h 2237474"/>
              <a:gd name="connsiteX85" fmla="*/ 4459810 w 12192000"/>
              <a:gd name="connsiteY85" fmla="*/ 1797886 h 2237474"/>
              <a:gd name="connsiteX86" fmla="*/ 4379064 w 12192000"/>
              <a:gd name="connsiteY86" fmla="*/ 1817177 h 2237474"/>
              <a:gd name="connsiteX87" fmla="*/ 4290981 w 12192000"/>
              <a:gd name="connsiteY87" fmla="*/ 1839677 h 2237474"/>
              <a:gd name="connsiteX88" fmla="*/ 4238372 w 12192000"/>
              <a:gd name="connsiteY88" fmla="*/ 1851480 h 2237474"/>
              <a:gd name="connsiteX89" fmla="*/ 4232517 w 12192000"/>
              <a:gd name="connsiteY89" fmla="*/ 1852567 h 2237474"/>
              <a:gd name="connsiteX90" fmla="*/ 4191732 w 12192000"/>
              <a:gd name="connsiteY90" fmla="*/ 1857328 h 2237474"/>
              <a:gd name="connsiteX91" fmla="*/ 4065532 w 12192000"/>
              <a:gd name="connsiteY91" fmla="*/ 1855477 h 2237474"/>
              <a:gd name="connsiteX92" fmla="*/ 4028460 w 12192000"/>
              <a:gd name="connsiteY92" fmla="*/ 1855137 h 2237474"/>
              <a:gd name="connsiteX93" fmla="*/ 4002267 w 12192000"/>
              <a:gd name="connsiteY93" fmla="*/ 1852352 h 2237474"/>
              <a:gd name="connsiteX94" fmla="*/ 3931396 w 12192000"/>
              <a:gd name="connsiteY94" fmla="*/ 1858915 h 2237474"/>
              <a:gd name="connsiteX95" fmla="*/ 3812162 w 12192000"/>
              <a:gd name="connsiteY95" fmla="*/ 1875501 h 2237474"/>
              <a:gd name="connsiteX96" fmla="*/ 3758105 w 12192000"/>
              <a:gd name="connsiteY96" fmla="*/ 1871856 h 2237474"/>
              <a:gd name="connsiteX97" fmla="*/ 3715896 w 12192000"/>
              <a:gd name="connsiteY97" fmla="*/ 1881552 h 2237474"/>
              <a:gd name="connsiteX98" fmla="*/ 3567259 w 12192000"/>
              <a:gd name="connsiteY98" fmla="*/ 1893482 h 2237474"/>
              <a:gd name="connsiteX99" fmla="*/ 3405770 w 12192000"/>
              <a:gd name="connsiteY99" fmla="*/ 1904591 h 2237474"/>
              <a:gd name="connsiteX100" fmla="*/ 3280097 w 12192000"/>
              <a:gd name="connsiteY100" fmla="*/ 1919610 h 2237474"/>
              <a:gd name="connsiteX101" fmla="*/ 3009910 w 12192000"/>
              <a:gd name="connsiteY101" fmla="*/ 1957866 h 2237474"/>
              <a:gd name="connsiteX102" fmla="*/ 2995934 w 12192000"/>
              <a:gd name="connsiteY102" fmla="*/ 1967085 h 2237474"/>
              <a:gd name="connsiteX103" fmla="*/ 2942858 w 12192000"/>
              <a:gd name="connsiteY103" fmla="*/ 1981367 h 2237474"/>
              <a:gd name="connsiteX104" fmla="*/ 2875436 w 12192000"/>
              <a:gd name="connsiteY104" fmla="*/ 1996977 h 2237474"/>
              <a:gd name="connsiteX105" fmla="*/ 2874892 w 12192000"/>
              <a:gd name="connsiteY105" fmla="*/ 1996085 h 2237474"/>
              <a:gd name="connsiteX106" fmla="*/ 2843662 w 12192000"/>
              <a:gd name="connsiteY106" fmla="*/ 1992498 h 2237474"/>
              <a:gd name="connsiteX107" fmla="*/ 2718916 w 12192000"/>
              <a:gd name="connsiteY107" fmla="*/ 1990867 h 2237474"/>
              <a:gd name="connsiteX108" fmla="*/ 2713522 w 12192000"/>
              <a:gd name="connsiteY108" fmla="*/ 1990173 h 2237474"/>
              <a:gd name="connsiteX109" fmla="*/ 2476147 w 12192000"/>
              <a:gd name="connsiteY109" fmla="*/ 1998305 h 2237474"/>
              <a:gd name="connsiteX110" fmla="*/ 2373568 w 12192000"/>
              <a:gd name="connsiteY110" fmla="*/ 2003219 h 2237474"/>
              <a:gd name="connsiteX111" fmla="*/ 2287219 w 12192000"/>
              <a:gd name="connsiteY111" fmla="*/ 1998750 h 2237474"/>
              <a:gd name="connsiteX112" fmla="*/ 2243069 w 12192000"/>
              <a:gd name="connsiteY112" fmla="*/ 2005321 h 2237474"/>
              <a:gd name="connsiteX113" fmla="*/ 2164831 w 12192000"/>
              <a:gd name="connsiteY113" fmla="*/ 2010143 h 2237474"/>
              <a:gd name="connsiteX114" fmla="*/ 2085228 w 12192000"/>
              <a:gd name="connsiteY114" fmla="*/ 2046431 h 2237474"/>
              <a:gd name="connsiteX115" fmla="*/ 2058061 w 12192000"/>
              <a:gd name="connsiteY115" fmla="*/ 2047942 h 2237474"/>
              <a:gd name="connsiteX116" fmla="*/ 2042244 w 12192000"/>
              <a:gd name="connsiteY116" fmla="*/ 2055560 h 2237474"/>
              <a:gd name="connsiteX117" fmla="*/ 1877728 w 12192000"/>
              <a:gd name="connsiteY117" fmla="*/ 2101004 h 2237474"/>
              <a:gd name="connsiteX118" fmla="*/ 1759056 w 12192000"/>
              <a:gd name="connsiteY118" fmla="*/ 2125608 h 2237474"/>
              <a:gd name="connsiteX119" fmla="*/ 1637948 w 12192000"/>
              <a:gd name="connsiteY119" fmla="*/ 2172597 h 2237474"/>
              <a:gd name="connsiteX120" fmla="*/ 1434549 w 12192000"/>
              <a:gd name="connsiteY120" fmla="*/ 2234522 h 2237474"/>
              <a:gd name="connsiteX121" fmla="*/ 1398481 w 12192000"/>
              <a:gd name="connsiteY121" fmla="*/ 2237074 h 2237474"/>
              <a:gd name="connsiteX122" fmla="*/ 1398407 w 12192000"/>
              <a:gd name="connsiteY122" fmla="*/ 2237095 h 2237474"/>
              <a:gd name="connsiteX123" fmla="*/ 1370962 w 12192000"/>
              <a:gd name="connsiteY123" fmla="*/ 2237474 h 2237474"/>
              <a:gd name="connsiteX124" fmla="*/ 1356367 w 12192000"/>
              <a:gd name="connsiteY124" fmla="*/ 2235089 h 2237474"/>
              <a:gd name="connsiteX125" fmla="*/ 1279765 w 12192000"/>
              <a:gd name="connsiteY125" fmla="*/ 2229639 h 2237474"/>
              <a:gd name="connsiteX126" fmla="*/ 1195347 w 12192000"/>
              <a:gd name="connsiteY126" fmla="*/ 2212354 h 2237474"/>
              <a:gd name="connsiteX127" fmla="*/ 970251 w 12192000"/>
              <a:gd name="connsiteY127" fmla="*/ 2221029 h 2237474"/>
              <a:gd name="connsiteX128" fmla="*/ 812914 w 12192000"/>
              <a:gd name="connsiteY128" fmla="*/ 2210095 h 2237474"/>
              <a:gd name="connsiteX129" fmla="*/ 776382 w 12192000"/>
              <a:gd name="connsiteY129" fmla="*/ 2204512 h 2237474"/>
              <a:gd name="connsiteX130" fmla="*/ 597225 w 12192000"/>
              <a:gd name="connsiteY130" fmla="*/ 2180999 h 2237474"/>
              <a:gd name="connsiteX131" fmla="*/ 520671 w 12192000"/>
              <a:gd name="connsiteY131" fmla="*/ 2180980 h 2237474"/>
              <a:gd name="connsiteX132" fmla="*/ 515024 w 12192000"/>
              <a:gd name="connsiteY132" fmla="*/ 2179258 h 2237474"/>
              <a:gd name="connsiteX133" fmla="*/ 413835 w 12192000"/>
              <a:gd name="connsiteY133" fmla="*/ 2156783 h 2237474"/>
              <a:gd name="connsiteX134" fmla="*/ 376513 w 12192000"/>
              <a:gd name="connsiteY134" fmla="*/ 2154014 h 2237474"/>
              <a:gd name="connsiteX135" fmla="*/ 273386 w 12192000"/>
              <a:gd name="connsiteY135" fmla="*/ 2142551 h 2237474"/>
              <a:gd name="connsiteX136" fmla="*/ 169207 w 12192000"/>
              <a:gd name="connsiteY136" fmla="*/ 2128100 h 2237474"/>
              <a:gd name="connsiteX137" fmla="*/ 77641 w 12192000"/>
              <a:gd name="connsiteY137" fmla="*/ 2126835 h 2237474"/>
              <a:gd name="connsiteX138" fmla="*/ 37645 w 12192000"/>
              <a:gd name="connsiteY138" fmla="*/ 2115401 h 2237474"/>
              <a:gd name="connsiteX139" fmla="*/ 4572 w 12192000"/>
              <a:gd name="connsiteY139" fmla="*/ 2111091 h 2237474"/>
              <a:gd name="connsiteX140" fmla="*/ 0 w 12192000"/>
              <a:gd name="connsiteY140" fmla="*/ 2110468 h 2237474"/>
              <a:gd name="connsiteX141" fmla="*/ 0 w 12192000"/>
              <a:gd name="connsiteY141"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715896 w 12192000"/>
              <a:gd name="connsiteY96" fmla="*/ 1881552 h 2237474"/>
              <a:gd name="connsiteX97" fmla="*/ 3567259 w 12192000"/>
              <a:gd name="connsiteY97" fmla="*/ 1893482 h 2237474"/>
              <a:gd name="connsiteX98" fmla="*/ 3405770 w 12192000"/>
              <a:gd name="connsiteY98" fmla="*/ 1904591 h 2237474"/>
              <a:gd name="connsiteX99" fmla="*/ 3280097 w 12192000"/>
              <a:gd name="connsiteY99" fmla="*/ 1919610 h 2237474"/>
              <a:gd name="connsiteX100" fmla="*/ 3009910 w 12192000"/>
              <a:gd name="connsiteY100" fmla="*/ 1957866 h 2237474"/>
              <a:gd name="connsiteX101" fmla="*/ 2995934 w 12192000"/>
              <a:gd name="connsiteY101" fmla="*/ 1967085 h 2237474"/>
              <a:gd name="connsiteX102" fmla="*/ 2942858 w 12192000"/>
              <a:gd name="connsiteY102" fmla="*/ 1981367 h 2237474"/>
              <a:gd name="connsiteX103" fmla="*/ 2875436 w 12192000"/>
              <a:gd name="connsiteY103" fmla="*/ 1996977 h 2237474"/>
              <a:gd name="connsiteX104" fmla="*/ 2874892 w 12192000"/>
              <a:gd name="connsiteY104" fmla="*/ 1996085 h 2237474"/>
              <a:gd name="connsiteX105" fmla="*/ 2843662 w 12192000"/>
              <a:gd name="connsiteY105" fmla="*/ 1992498 h 2237474"/>
              <a:gd name="connsiteX106" fmla="*/ 2718916 w 12192000"/>
              <a:gd name="connsiteY106" fmla="*/ 1990867 h 2237474"/>
              <a:gd name="connsiteX107" fmla="*/ 2713522 w 12192000"/>
              <a:gd name="connsiteY107" fmla="*/ 1990173 h 2237474"/>
              <a:gd name="connsiteX108" fmla="*/ 2476147 w 12192000"/>
              <a:gd name="connsiteY108" fmla="*/ 1998305 h 2237474"/>
              <a:gd name="connsiteX109" fmla="*/ 2373568 w 12192000"/>
              <a:gd name="connsiteY109" fmla="*/ 2003219 h 2237474"/>
              <a:gd name="connsiteX110" fmla="*/ 2287219 w 12192000"/>
              <a:gd name="connsiteY110" fmla="*/ 1998750 h 2237474"/>
              <a:gd name="connsiteX111" fmla="*/ 2243069 w 12192000"/>
              <a:gd name="connsiteY111" fmla="*/ 2005321 h 2237474"/>
              <a:gd name="connsiteX112" fmla="*/ 2164831 w 12192000"/>
              <a:gd name="connsiteY112" fmla="*/ 2010143 h 2237474"/>
              <a:gd name="connsiteX113" fmla="*/ 2085228 w 12192000"/>
              <a:gd name="connsiteY113" fmla="*/ 2046431 h 2237474"/>
              <a:gd name="connsiteX114" fmla="*/ 2058061 w 12192000"/>
              <a:gd name="connsiteY114" fmla="*/ 2047942 h 2237474"/>
              <a:gd name="connsiteX115" fmla="*/ 2042244 w 12192000"/>
              <a:gd name="connsiteY115" fmla="*/ 2055560 h 2237474"/>
              <a:gd name="connsiteX116" fmla="*/ 1877728 w 12192000"/>
              <a:gd name="connsiteY116" fmla="*/ 2101004 h 2237474"/>
              <a:gd name="connsiteX117" fmla="*/ 1759056 w 12192000"/>
              <a:gd name="connsiteY117" fmla="*/ 2125608 h 2237474"/>
              <a:gd name="connsiteX118" fmla="*/ 1637948 w 12192000"/>
              <a:gd name="connsiteY118" fmla="*/ 2172597 h 2237474"/>
              <a:gd name="connsiteX119" fmla="*/ 1434549 w 12192000"/>
              <a:gd name="connsiteY119" fmla="*/ 2234522 h 2237474"/>
              <a:gd name="connsiteX120" fmla="*/ 1398481 w 12192000"/>
              <a:gd name="connsiteY120" fmla="*/ 2237074 h 2237474"/>
              <a:gd name="connsiteX121" fmla="*/ 1398407 w 12192000"/>
              <a:gd name="connsiteY121" fmla="*/ 2237095 h 2237474"/>
              <a:gd name="connsiteX122" fmla="*/ 1370962 w 12192000"/>
              <a:gd name="connsiteY122" fmla="*/ 2237474 h 2237474"/>
              <a:gd name="connsiteX123" fmla="*/ 1356367 w 12192000"/>
              <a:gd name="connsiteY123" fmla="*/ 2235089 h 2237474"/>
              <a:gd name="connsiteX124" fmla="*/ 1279765 w 12192000"/>
              <a:gd name="connsiteY124" fmla="*/ 2229639 h 2237474"/>
              <a:gd name="connsiteX125" fmla="*/ 1195347 w 12192000"/>
              <a:gd name="connsiteY125" fmla="*/ 2212354 h 2237474"/>
              <a:gd name="connsiteX126" fmla="*/ 970251 w 12192000"/>
              <a:gd name="connsiteY126" fmla="*/ 2221029 h 2237474"/>
              <a:gd name="connsiteX127" fmla="*/ 812914 w 12192000"/>
              <a:gd name="connsiteY127" fmla="*/ 2210095 h 2237474"/>
              <a:gd name="connsiteX128" fmla="*/ 776382 w 12192000"/>
              <a:gd name="connsiteY128" fmla="*/ 2204512 h 2237474"/>
              <a:gd name="connsiteX129" fmla="*/ 597225 w 12192000"/>
              <a:gd name="connsiteY129" fmla="*/ 2180999 h 2237474"/>
              <a:gd name="connsiteX130" fmla="*/ 520671 w 12192000"/>
              <a:gd name="connsiteY130" fmla="*/ 2180980 h 2237474"/>
              <a:gd name="connsiteX131" fmla="*/ 515024 w 12192000"/>
              <a:gd name="connsiteY131" fmla="*/ 2179258 h 2237474"/>
              <a:gd name="connsiteX132" fmla="*/ 413835 w 12192000"/>
              <a:gd name="connsiteY132" fmla="*/ 2156783 h 2237474"/>
              <a:gd name="connsiteX133" fmla="*/ 376513 w 12192000"/>
              <a:gd name="connsiteY133" fmla="*/ 2154014 h 2237474"/>
              <a:gd name="connsiteX134" fmla="*/ 273386 w 12192000"/>
              <a:gd name="connsiteY134" fmla="*/ 2142551 h 2237474"/>
              <a:gd name="connsiteX135" fmla="*/ 169207 w 12192000"/>
              <a:gd name="connsiteY135" fmla="*/ 2128100 h 2237474"/>
              <a:gd name="connsiteX136" fmla="*/ 77641 w 12192000"/>
              <a:gd name="connsiteY136" fmla="*/ 2126835 h 2237474"/>
              <a:gd name="connsiteX137" fmla="*/ 37645 w 12192000"/>
              <a:gd name="connsiteY137" fmla="*/ 2115401 h 2237474"/>
              <a:gd name="connsiteX138" fmla="*/ 4572 w 12192000"/>
              <a:gd name="connsiteY138" fmla="*/ 2111091 h 2237474"/>
              <a:gd name="connsiteX139" fmla="*/ 0 w 12192000"/>
              <a:gd name="connsiteY139" fmla="*/ 2110468 h 2237474"/>
              <a:gd name="connsiteX140" fmla="*/ 0 w 12192000"/>
              <a:gd name="connsiteY1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715896 w 12192000"/>
              <a:gd name="connsiteY96" fmla="*/ 1881552 h 2237474"/>
              <a:gd name="connsiteX97" fmla="*/ 3567259 w 12192000"/>
              <a:gd name="connsiteY97" fmla="*/ 1893482 h 2237474"/>
              <a:gd name="connsiteX98" fmla="*/ 3405770 w 12192000"/>
              <a:gd name="connsiteY98" fmla="*/ 1904591 h 2237474"/>
              <a:gd name="connsiteX99" fmla="*/ 3280097 w 12192000"/>
              <a:gd name="connsiteY99" fmla="*/ 1919610 h 2237474"/>
              <a:gd name="connsiteX100" fmla="*/ 3009910 w 12192000"/>
              <a:gd name="connsiteY100" fmla="*/ 1957866 h 2237474"/>
              <a:gd name="connsiteX101" fmla="*/ 2995934 w 12192000"/>
              <a:gd name="connsiteY101" fmla="*/ 1967085 h 2237474"/>
              <a:gd name="connsiteX102" fmla="*/ 2942858 w 12192000"/>
              <a:gd name="connsiteY102" fmla="*/ 1981367 h 2237474"/>
              <a:gd name="connsiteX103" fmla="*/ 2875436 w 12192000"/>
              <a:gd name="connsiteY103" fmla="*/ 1996977 h 2237474"/>
              <a:gd name="connsiteX104" fmla="*/ 2874892 w 12192000"/>
              <a:gd name="connsiteY104" fmla="*/ 1996085 h 2237474"/>
              <a:gd name="connsiteX105" fmla="*/ 2843662 w 12192000"/>
              <a:gd name="connsiteY105" fmla="*/ 1992498 h 2237474"/>
              <a:gd name="connsiteX106" fmla="*/ 2718916 w 12192000"/>
              <a:gd name="connsiteY106" fmla="*/ 1990867 h 2237474"/>
              <a:gd name="connsiteX107" fmla="*/ 2713522 w 12192000"/>
              <a:gd name="connsiteY107" fmla="*/ 1990173 h 2237474"/>
              <a:gd name="connsiteX108" fmla="*/ 2476147 w 12192000"/>
              <a:gd name="connsiteY108" fmla="*/ 1998305 h 2237474"/>
              <a:gd name="connsiteX109" fmla="*/ 2373568 w 12192000"/>
              <a:gd name="connsiteY109" fmla="*/ 2003219 h 2237474"/>
              <a:gd name="connsiteX110" fmla="*/ 2287219 w 12192000"/>
              <a:gd name="connsiteY110" fmla="*/ 1998750 h 2237474"/>
              <a:gd name="connsiteX111" fmla="*/ 2243069 w 12192000"/>
              <a:gd name="connsiteY111" fmla="*/ 2005321 h 2237474"/>
              <a:gd name="connsiteX112" fmla="*/ 2164831 w 12192000"/>
              <a:gd name="connsiteY112" fmla="*/ 2010143 h 2237474"/>
              <a:gd name="connsiteX113" fmla="*/ 2085228 w 12192000"/>
              <a:gd name="connsiteY113" fmla="*/ 2046431 h 2237474"/>
              <a:gd name="connsiteX114" fmla="*/ 2058061 w 12192000"/>
              <a:gd name="connsiteY114" fmla="*/ 2047942 h 2237474"/>
              <a:gd name="connsiteX115" fmla="*/ 2042244 w 12192000"/>
              <a:gd name="connsiteY115" fmla="*/ 2055560 h 2237474"/>
              <a:gd name="connsiteX116" fmla="*/ 1877728 w 12192000"/>
              <a:gd name="connsiteY116" fmla="*/ 2101004 h 2237474"/>
              <a:gd name="connsiteX117" fmla="*/ 1759056 w 12192000"/>
              <a:gd name="connsiteY117" fmla="*/ 2125608 h 2237474"/>
              <a:gd name="connsiteX118" fmla="*/ 1637948 w 12192000"/>
              <a:gd name="connsiteY118" fmla="*/ 2172597 h 2237474"/>
              <a:gd name="connsiteX119" fmla="*/ 1434549 w 12192000"/>
              <a:gd name="connsiteY119" fmla="*/ 2234522 h 2237474"/>
              <a:gd name="connsiteX120" fmla="*/ 1398481 w 12192000"/>
              <a:gd name="connsiteY120" fmla="*/ 2237074 h 2237474"/>
              <a:gd name="connsiteX121" fmla="*/ 1398407 w 12192000"/>
              <a:gd name="connsiteY121" fmla="*/ 2237095 h 2237474"/>
              <a:gd name="connsiteX122" fmla="*/ 1370962 w 12192000"/>
              <a:gd name="connsiteY122" fmla="*/ 2237474 h 2237474"/>
              <a:gd name="connsiteX123" fmla="*/ 1356367 w 12192000"/>
              <a:gd name="connsiteY123" fmla="*/ 2235089 h 2237474"/>
              <a:gd name="connsiteX124" fmla="*/ 1279765 w 12192000"/>
              <a:gd name="connsiteY124" fmla="*/ 2229639 h 2237474"/>
              <a:gd name="connsiteX125" fmla="*/ 1195347 w 12192000"/>
              <a:gd name="connsiteY125" fmla="*/ 2212354 h 2237474"/>
              <a:gd name="connsiteX126" fmla="*/ 970251 w 12192000"/>
              <a:gd name="connsiteY126" fmla="*/ 2221029 h 2237474"/>
              <a:gd name="connsiteX127" fmla="*/ 812914 w 12192000"/>
              <a:gd name="connsiteY127" fmla="*/ 2210095 h 2237474"/>
              <a:gd name="connsiteX128" fmla="*/ 776382 w 12192000"/>
              <a:gd name="connsiteY128" fmla="*/ 2204512 h 2237474"/>
              <a:gd name="connsiteX129" fmla="*/ 597225 w 12192000"/>
              <a:gd name="connsiteY129" fmla="*/ 2180999 h 2237474"/>
              <a:gd name="connsiteX130" fmla="*/ 520671 w 12192000"/>
              <a:gd name="connsiteY130" fmla="*/ 2180980 h 2237474"/>
              <a:gd name="connsiteX131" fmla="*/ 515024 w 12192000"/>
              <a:gd name="connsiteY131" fmla="*/ 2179258 h 2237474"/>
              <a:gd name="connsiteX132" fmla="*/ 413835 w 12192000"/>
              <a:gd name="connsiteY132" fmla="*/ 2156783 h 2237474"/>
              <a:gd name="connsiteX133" fmla="*/ 376513 w 12192000"/>
              <a:gd name="connsiteY133" fmla="*/ 2154014 h 2237474"/>
              <a:gd name="connsiteX134" fmla="*/ 273386 w 12192000"/>
              <a:gd name="connsiteY134" fmla="*/ 2142551 h 2237474"/>
              <a:gd name="connsiteX135" fmla="*/ 169207 w 12192000"/>
              <a:gd name="connsiteY135" fmla="*/ 2128100 h 2237474"/>
              <a:gd name="connsiteX136" fmla="*/ 77641 w 12192000"/>
              <a:gd name="connsiteY136" fmla="*/ 2126835 h 2237474"/>
              <a:gd name="connsiteX137" fmla="*/ 37645 w 12192000"/>
              <a:gd name="connsiteY137" fmla="*/ 2115401 h 2237474"/>
              <a:gd name="connsiteX138" fmla="*/ 4572 w 12192000"/>
              <a:gd name="connsiteY138" fmla="*/ 2111091 h 2237474"/>
              <a:gd name="connsiteX139" fmla="*/ 0 w 12192000"/>
              <a:gd name="connsiteY139" fmla="*/ 2110468 h 2237474"/>
              <a:gd name="connsiteX140" fmla="*/ 0 w 12192000"/>
              <a:gd name="connsiteY140"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567259 w 12192000"/>
              <a:gd name="connsiteY96" fmla="*/ 1893482 h 2237474"/>
              <a:gd name="connsiteX97" fmla="*/ 3405770 w 12192000"/>
              <a:gd name="connsiteY97" fmla="*/ 1904591 h 2237474"/>
              <a:gd name="connsiteX98" fmla="*/ 3280097 w 12192000"/>
              <a:gd name="connsiteY98" fmla="*/ 1919610 h 2237474"/>
              <a:gd name="connsiteX99" fmla="*/ 3009910 w 12192000"/>
              <a:gd name="connsiteY99" fmla="*/ 1957866 h 2237474"/>
              <a:gd name="connsiteX100" fmla="*/ 2995934 w 12192000"/>
              <a:gd name="connsiteY100" fmla="*/ 1967085 h 2237474"/>
              <a:gd name="connsiteX101" fmla="*/ 2942858 w 12192000"/>
              <a:gd name="connsiteY101" fmla="*/ 1981367 h 2237474"/>
              <a:gd name="connsiteX102" fmla="*/ 2875436 w 12192000"/>
              <a:gd name="connsiteY102" fmla="*/ 1996977 h 2237474"/>
              <a:gd name="connsiteX103" fmla="*/ 2874892 w 12192000"/>
              <a:gd name="connsiteY103" fmla="*/ 1996085 h 2237474"/>
              <a:gd name="connsiteX104" fmla="*/ 2843662 w 12192000"/>
              <a:gd name="connsiteY104" fmla="*/ 1992498 h 2237474"/>
              <a:gd name="connsiteX105" fmla="*/ 2718916 w 12192000"/>
              <a:gd name="connsiteY105" fmla="*/ 1990867 h 2237474"/>
              <a:gd name="connsiteX106" fmla="*/ 2713522 w 12192000"/>
              <a:gd name="connsiteY106" fmla="*/ 1990173 h 2237474"/>
              <a:gd name="connsiteX107" fmla="*/ 2476147 w 12192000"/>
              <a:gd name="connsiteY107" fmla="*/ 1998305 h 2237474"/>
              <a:gd name="connsiteX108" fmla="*/ 2373568 w 12192000"/>
              <a:gd name="connsiteY108" fmla="*/ 2003219 h 2237474"/>
              <a:gd name="connsiteX109" fmla="*/ 2287219 w 12192000"/>
              <a:gd name="connsiteY109" fmla="*/ 1998750 h 2237474"/>
              <a:gd name="connsiteX110" fmla="*/ 2243069 w 12192000"/>
              <a:gd name="connsiteY110" fmla="*/ 2005321 h 2237474"/>
              <a:gd name="connsiteX111" fmla="*/ 2164831 w 12192000"/>
              <a:gd name="connsiteY111" fmla="*/ 2010143 h 2237474"/>
              <a:gd name="connsiteX112" fmla="*/ 2085228 w 12192000"/>
              <a:gd name="connsiteY112" fmla="*/ 2046431 h 2237474"/>
              <a:gd name="connsiteX113" fmla="*/ 2058061 w 12192000"/>
              <a:gd name="connsiteY113" fmla="*/ 2047942 h 2237474"/>
              <a:gd name="connsiteX114" fmla="*/ 2042244 w 12192000"/>
              <a:gd name="connsiteY114" fmla="*/ 2055560 h 2237474"/>
              <a:gd name="connsiteX115" fmla="*/ 1877728 w 12192000"/>
              <a:gd name="connsiteY115" fmla="*/ 2101004 h 2237474"/>
              <a:gd name="connsiteX116" fmla="*/ 1759056 w 12192000"/>
              <a:gd name="connsiteY116" fmla="*/ 2125608 h 2237474"/>
              <a:gd name="connsiteX117" fmla="*/ 1637948 w 12192000"/>
              <a:gd name="connsiteY117" fmla="*/ 2172597 h 2237474"/>
              <a:gd name="connsiteX118" fmla="*/ 1434549 w 12192000"/>
              <a:gd name="connsiteY118" fmla="*/ 2234522 h 2237474"/>
              <a:gd name="connsiteX119" fmla="*/ 1398481 w 12192000"/>
              <a:gd name="connsiteY119" fmla="*/ 2237074 h 2237474"/>
              <a:gd name="connsiteX120" fmla="*/ 1398407 w 12192000"/>
              <a:gd name="connsiteY120" fmla="*/ 2237095 h 2237474"/>
              <a:gd name="connsiteX121" fmla="*/ 1370962 w 12192000"/>
              <a:gd name="connsiteY121" fmla="*/ 2237474 h 2237474"/>
              <a:gd name="connsiteX122" fmla="*/ 1356367 w 12192000"/>
              <a:gd name="connsiteY122" fmla="*/ 2235089 h 2237474"/>
              <a:gd name="connsiteX123" fmla="*/ 1279765 w 12192000"/>
              <a:gd name="connsiteY123" fmla="*/ 2229639 h 2237474"/>
              <a:gd name="connsiteX124" fmla="*/ 1195347 w 12192000"/>
              <a:gd name="connsiteY124" fmla="*/ 2212354 h 2237474"/>
              <a:gd name="connsiteX125" fmla="*/ 970251 w 12192000"/>
              <a:gd name="connsiteY125" fmla="*/ 2221029 h 2237474"/>
              <a:gd name="connsiteX126" fmla="*/ 812914 w 12192000"/>
              <a:gd name="connsiteY126" fmla="*/ 2210095 h 2237474"/>
              <a:gd name="connsiteX127" fmla="*/ 776382 w 12192000"/>
              <a:gd name="connsiteY127" fmla="*/ 2204512 h 2237474"/>
              <a:gd name="connsiteX128" fmla="*/ 597225 w 12192000"/>
              <a:gd name="connsiteY128" fmla="*/ 2180999 h 2237474"/>
              <a:gd name="connsiteX129" fmla="*/ 520671 w 12192000"/>
              <a:gd name="connsiteY129" fmla="*/ 2180980 h 2237474"/>
              <a:gd name="connsiteX130" fmla="*/ 515024 w 12192000"/>
              <a:gd name="connsiteY130" fmla="*/ 2179258 h 2237474"/>
              <a:gd name="connsiteX131" fmla="*/ 413835 w 12192000"/>
              <a:gd name="connsiteY131" fmla="*/ 2156783 h 2237474"/>
              <a:gd name="connsiteX132" fmla="*/ 376513 w 12192000"/>
              <a:gd name="connsiteY132" fmla="*/ 2154014 h 2237474"/>
              <a:gd name="connsiteX133" fmla="*/ 273386 w 12192000"/>
              <a:gd name="connsiteY133" fmla="*/ 2142551 h 2237474"/>
              <a:gd name="connsiteX134" fmla="*/ 169207 w 12192000"/>
              <a:gd name="connsiteY134" fmla="*/ 2128100 h 2237474"/>
              <a:gd name="connsiteX135" fmla="*/ 77641 w 12192000"/>
              <a:gd name="connsiteY135" fmla="*/ 2126835 h 2237474"/>
              <a:gd name="connsiteX136" fmla="*/ 37645 w 12192000"/>
              <a:gd name="connsiteY136" fmla="*/ 2115401 h 2237474"/>
              <a:gd name="connsiteX137" fmla="*/ 4572 w 12192000"/>
              <a:gd name="connsiteY137" fmla="*/ 2111091 h 2237474"/>
              <a:gd name="connsiteX138" fmla="*/ 0 w 12192000"/>
              <a:gd name="connsiteY138" fmla="*/ 2110468 h 2237474"/>
              <a:gd name="connsiteX139" fmla="*/ 0 w 12192000"/>
              <a:gd name="connsiteY139" fmla="*/ 0 h 2237474"/>
              <a:gd name="connsiteX0" fmla="*/ 0 w 12192000"/>
              <a:gd name="connsiteY0" fmla="*/ 0 h 2237474"/>
              <a:gd name="connsiteX1" fmla="*/ 12192000 w 12192000"/>
              <a:gd name="connsiteY1" fmla="*/ 0 h 2237474"/>
              <a:gd name="connsiteX2" fmla="*/ 12192000 w 12192000"/>
              <a:gd name="connsiteY2" fmla="*/ 751299 h 2237474"/>
              <a:gd name="connsiteX3" fmla="*/ 11890686 w 12192000"/>
              <a:gd name="connsiteY3" fmla="*/ 732766 h 2237474"/>
              <a:gd name="connsiteX4" fmla="*/ 11820512 w 12192000"/>
              <a:gd name="connsiteY4" fmla="*/ 745392 h 2237474"/>
              <a:gd name="connsiteX5" fmla="*/ 11649954 w 12192000"/>
              <a:gd name="connsiteY5" fmla="*/ 749628 h 2237474"/>
              <a:gd name="connsiteX6" fmla="*/ 11560424 w 12192000"/>
              <a:gd name="connsiteY6" fmla="*/ 748017 h 2237474"/>
              <a:gd name="connsiteX7" fmla="*/ 11358455 w 12192000"/>
              <a:gd name="connsiteY7" fmla="*/ 747593 h 2237474"/>
              <a:gd name="connsiteX8" fmla="*/ 11165209 w 12192000"/>
              <a:gd name="connsiteY8" fmla="*/ 748852 h 2237474"/>
              <a:gd name="connsiteX9" fmla="*/ 11058755 w 12192000"/>
              <a:gd name="connsiteY9" fmla="*/ 749617 h 2237474"/>
              <a:gd name="connsiteX10" fmla="*/ 10846594 w 12192000"/>
              <a:gd name="connsiteY10" fmla="*/ 765069 h 2237474"/>
              <a:gd name="connsiteX11" fmla="*/ 10739478 w 12192000"/>
              <a:gd name="connsiteY11" fmla="*/ 776841 h 2237474"/>
              <a:gd name="connsiteX12" fmla="*/ 10458762 w 12192000"/>
              <a:gd name="connsiteY12" fmla="*/ 755400 h 2237474"/>
              <a:gd name="connsiteX13" fmla="*/ 10211200 w 12192000"/>
              <a:gd name="connsiteY13" fmla="*/ 767513 h 2237474"/>
              <a:gd name="connsiteX14" fmla="*/ 10167995 w 12192000"/>
              <a:gd name="connsiteY14" fmla="*/ 760843 h 2237474"/>
              <a:gd name="connsiteX15" fmla="*/ 9997044 w 12192000"/>
              <a:gd name="connsiteY15" fmla="*/ 780129 h 2237474"/>
              <a:gd name="connsiteX16" fmla="*/ 9943887 w 12192000"/>
              <a:gd name="connsiteY16" fmla="*/ 804141 h 2237474"/>
              <a:gd name="connsiteX17" fmla="*/ 9918248 w 12192000"/>
              <a:gd name="connsiteY17" fmla="*/ 816628 h 2237474"/>
              <a:gd name="connsiteX18" fmla="*/ 9767091 w 12192000"/>
              <a:gd name="connsiteY18" fmla="*/ 870550 h 2237474"/>
              <a:gd name="connsiteX19" fmla="*/ 9683005 w 12192000"/>
              <a:gd name="connsiteY19" fmla="*/ 894128 h 2237474"/>
              <a:gd name="connsiteX20" fmla="*/ 9594438 w 12192000"/>
              <a:gd name="connsiteY20" fmla="*/ 919051 h 2237474"/>
              <a:gd name="connsiteX21" fmla="*/ 9544189 w 12192000"/>
              <a:gd name="connsiteY21" fmla="*/ 938966 h 2237474"/>
              <a:gd name="connsiteX22" fmla="*/ 9500499 w 12192000"/>
              <a:gd name="connsiteY22" fmla="*/ 954680 h 2237474"/>
              <a:gd name="connsiteX23" fmla="*/ 9410017 w 12192000"/>
              <a:gd name="connsiteY23" fmla="*/ 993931 h 2237474"/>
              <a:gd name="connsiteX24" fmla="*/ 9392919 w 12192000"/>
              <a:gd name="connsiteY24" fmla="*/ 994656 h 2237474"/>
              <a:gd name="connsiteX25" fmla="*/ 9268019 w 12192000"/>
              <a:gd name="connsiteY25" fmla="*/ 1007442 h 2237474"/>
              <a:gd name="connsiteX26" fmla="*/ 9188177 w 12192000"/>
              <a:gd name="connsiteY26" fmla="*/ 1035474 h 2237474"/>
              <a:gd name="connsiteX27" fmla="*/ 9155969 w 12192000"/>
              <a:gd name="connsiteY27" fmla="*/ 1046804 h 2237474"/>
              <a:gd name="connsiteX28" fmla="*/ 9133985 w 12192000"/>
              <a:gd name="connsiteY28" fmla="*/ 1046450 h 2237474"/>
              <a:gd name="connsiteX29" fmla="*/ 9003462 w 12192000"/>
              <a:gd name="connsiteY29" fmla="*/ 1042406 h 2237474"/>
              <a:gd name="connsiteX30" fmla="*/ 8968445 w 12192000"/>
              <a:gd name="connsiteY30" fmla="*/ 1052169 h 2237474"/>
              <a:gd name="connsiteX31" fmla="*/ 8886001 w 12192000"/>
              <a:gd name="connsiteY31" fmla="*/ 1067468 h 2237474"/>
              <a:gd name="connsiteX32" fmla="*/ 8838610 w 12192000"/>
              <a:gd name="connsiteY32" fmla="*/ 1075091 h 2237474"/>
              <a:gd name="connsiteX33" fmla="*/ 8750383 w 12192000"/>
              <a:gd name="connsiteY33" fmla="*/ 1097387 h 2237474"/>
              <a:gd name="connsiteX34" fmla="*/ 8665605 w 12192000"/>
              <a:gd name="connsiteY34" fmla="*/ 1110791 h 2237474"/>
              <a:gd name="connsiteX35" fmla="*/ 8584946 w 12192000"/>
              <a:gd name="connsiteY35" fmla="*/ 1135226 h 2237474"/>
              <a:gd name="connsiteX36" fmla="*/ 8419755 w 12192000"/>
              <a:gd name="connsiteY36" fmla="*/ 1216260 h 2237474"/>
              <a:gd name="connsiteX37" fmla="*/ 8411626 w 12192000"/>
              <a:gd name="connsiteY37" fmla="*/ 1214397 h 2237474"/>
              <a:gd name="connsiteX38" fmla="*/ 8363469 w 12192000"/>
              <a:gd name="connsiteY38" fmla="*/ 1246658 h 2237474"/>
              <a:gd name="connsiteX39" fmla="*/ 8275497 w 12192000"/>
              <a:gd name="connsiteY39" fmla="*/ 1264396 h 2237474"/>
              <a:gd name="connsiteX40" fmla="*/ 8074238 w 12192000"/>
              <a:gd name="connsiteY40" fmla="*/ 1301895 h 2237474"/>
              <a:gd name="connsiteX41" fmla="*/ 7942099 w 12192000"/>
              <a:gd name="connsiteY41" fmla="*/ 1336332 h 2237474"/>
              <a:gd name="connsiteX42" fmla="*/ 7902328 w 12192000"/>
              <a:gd name="connsiteY42" fmla="*/ 1345865 h 2237474"/>
              <a:gd name="connsiteX43" fmla="*/ 7840612 w 12192000"/>
              <a:gd name="connsiteY43" fmla="*/ 1369373 h 2237474"/>
              <a:gd name="connsiteX44" fmla="*/ 7786819 w 12192000"/>
              <a:gd name="connsiteY44" fmla="*/ 1378970 h 2237474"/>
              <a:gd name="connsiteX45" fmla="*/ 7548172 w 12192000"/>
              <a:gd name="connsiteY45" fmla="*/ 1417460 h 2237474"/>
              <a:gd name="connsiteX46" fmla="*/ 7483437 w 12192000"/>
              <a:gd name="connsiteY46" fmla="*/ 1478152 h 2237474"/>
              <a:gd name="connsiteX47" fmla="*/ 7377870 w 12192000"/>
              <a:gd name="connsiteY47" fmla="*/ 1523319 h 2237474"/>
              <a:gd name="connsiteX48" fmla="*/ 7230737 w 12192000"/>
              <a:gd name="connsiteY48" fmla="*/ 1562633 h 2237474"/>
              <a:gd name="connsiteX49" fmla="*/ 7224458 w 12192000"/>
              <a:gd name="connsiteY49" fmla="*/ 1573008 h 2237474"/>
              <a:gd name="connsiteX50" fmla="*/ 7183121 w 12192000"/>
              <a:gd name="connsiteY50" fmla="*/ 1595162 h 2237474"/>
              <a:gd name="connsiteX51" fmla="*/ 7164601 w 12192000"/>
              <a:gd name="connsiteY51" fmla="*/ 1606490 h 2237474"/>
              <a:gd name="connsiteX52" fmla="*/ 6900177 w 12192000"/>
              <a:gd name="connsiteY52" fmla="*/ 1636016 h 2237474"/>
              <a:gd name="connsiteX53" fmla="*/ 6795372 w 12192000"/>
              <a:gd name="connsiteY53" fmla="*/ 1644845 h 2237474"/>
              <a:gd name="connsiteX54" fmla="*/ 6692251 w 12192000"/>
              <a:gd name="connsiteY54" fmla="*/ 1656357 h 2237474"/>
              <a:gd name="connsiteX55" fmla="*/ 6655235 w 12192000"/>
              <a:gd name="connsiteY55" fmla="*/ 1661869 h 2237474"/>
              <a:gd name="connsiteX56" fmla="*/ 6554894 w 12192000"/>
              <a:gd name="connsiteY56" fmla="*/ 1664428 h 2237474"/>
              <a:gd name="connsiteX57" fmla="*/ 6516595 w 12192000"/>
              <a:gd name="connsiteY57" fmla="*/ 1667475 h 2237474"/>
              <a:gd name="connsiteX58" fmla="*/ 6508541 w 12192000"/>
              <a:gd name="connsiteY58" fmla="*/ 1668757 h 2237474"/>
              <a:gd name="connsiteX59" fmla="*/ 6471012 w 12192000"/>
              <a:gd name="connsiteY59" fmla="*/ 1678604 h 2237474"/>
              <a:gd name="connsiteX60" fmla="*/ 6364035 w 12192000"/>
              <a:gd name="connsiteY60" fmla="*/ 1667683 h 2237474"/>
              <a:gd name="connsiteX61" fmla="*/ 6280959 w 12192000"/>
              <a:gd name="connsiteY61" fmla="*/ 1689329 h 2237474"/>
              <a:gd name="connsiteX62" fmla="*/ 6243319 w 12192000"/>
              <a:gd name="connsiteY62" fmla="*/ 1695560 h 2237474"/>
              <a:gd name="connsiteX63" fmla="*/ 6098321 w 12192000"/>
              <a:gd name="connsiteY63" fmla="*/ 1721646 h 2237474"/>
              <a:gd name="connsiteX64" fmla="*/ 5880652 w 12192000"/>
              <a:gd name="connsiteY64" fmla="*/ 1779643 h 2237474"/>
              <a:gd name="connsiteX65" fmla="*/ 5785959 w 12192000"/>
              <a:gd name="connsiteY65" fmla="*/ 1775307 h 2237474"/>
              <a:gd name="connsiteX66" fmla="*/ 5643534 w 12192000"/>
              <a:gd name="connsiteY66" fmla="*/ 1802919 h 2237474"/>
              <a:gd name="connsiteX67" fmla="*/ 5518799 w 12192000"/>
              <a:gd name="connsiteY67" fmla="*/ 1818312 h 2237474"/>
              <a:gd name="connsiteX68" fmla="*/ 5505014 w 12192000"/>
              <a:gd name="connsiteY68" fmla="*/ 1819259 h 2237474"/>
              <a:gd name="connsiteX69" fmla="*/ 5453307 w 12192000"/>
              <a:gd name="connsiteY69" fmla="*/ 1815450 h 2237474"/>
              <a:gd name="connsiteX70" fmla="*/ 5221533 w 12192000"/>
              <a:gd name="connsiteY70" fmla="*/ 1846950 h 2237474"/>
              <a:gd name="connsiteX71" fmla="*/ 5149802 w 12192000"/>
              <a:gd name="connsiteY71" fmla="*/ 1844846 h 2237474"/>
              <a:gd name="connsiteX72" fmla="*/ 5114927 w 12192000"/>
              <a:gd name="connsiteY72" fmla="*/ 1847827 h 2237474"/>
              <a:gd name="connsiteX73" fmla="*/ 5108970 w 12192000"/>
              <a:gd name="connsiteY73" fmla="*/ 1847935 h 2237474"/>
              <a:gd name="connsiteX74" fmla="*/ 5067961 w 12192000"/>
              <a:gd name="connsiteY74" fmla="*/ 1845917 h 2237474"/>
              <a:gd name="connsiteX75" fmla="*/ 5007075 w 12192000"/>
              <a:gd name="connsiteY75" fmla="*/ 1838626 h 2237474"/>
              <a:gd name="connsiteX76" fmla="*/ 4944087 w 12192000"/>
              <a:gd name="connsiteY76" fmla="*/ 1823332 h 2237474"/>
              <a:gd name="connsiteX77" fmla="*/ 4907662 w 12192000"/>
              <a:gd name="connsiteY77" fmla="*/ 1816900 h 2237474"/>
              <a:gd name="connsiteX78" fmla="*/ 4882386 w 12192000"/>
              <a:gd name="connsiteY78" fmla="*/ 1809844 h 2237474"/>
              <a:gd name="connsiteX79" fmla="*/ 4811440 w 12192000"/>
              <a:gd name="connsiteY79" fmla="*/ 1804655 h 2237474"/>
              <a:gd name="connsiteX80" fmla="*/ 4691075 w 12192000"/>
              <a:gd name="connsiteY80" fmla="*/ 1801389 h 2237474"/>
              <a:gd name="connsiteX81" fmla="*/ 4640313 w 12192000"/>
              <a:gd name="connsiteY81" fmla="*/ 1784307 h 2237474"/>
              <a:gd name="connsiteX82" fmla="*/ 4536503 w 12192000"/>
              <a:gd name="connsiteY82" fmla="*/ 1785334 h 2237474"/>
              <a:gd name="connsiteX83" fmla="*/ 4513724 w 12192000"/>
              <a:gd name="connsiteY83" fmla="*/ 1791996 h 2237474"/>
              <a:gd name="connsiteX84" fmla="*/ 4459810 w 12192000"/>
              <a:gd name="connsiteY84" fmla="*/ 1797886 h 2237474"/>
              <a:gd name="connsiteX85" fmla="*/ 4379064 w 12192000"/>
              <a:gd name="connsiteY85" fmla="*/ 1817177 h 2237474"/>
              <a:gd name="connsiteX86" fmla="*/ 4290981 w 12192000"/>
              <a:gd name="connsiteY86" fmla="*/ 1839677 h 2237474"/>
              <a:gd name="connsiteX87" fmla="*/ 4238372 w 12192000"/>
              <a:gd name="connsiteY87" fmla="*/ 1851480 h 2237474"/>
              <a:gd name="connsiteX88" fmla="*/ 4232517 w 12192000"/>
              <a:gd name="connsiteY88" fmla="*/ 1852567 h 2237474"/>
              <a:gd name="connsiteX89" fmla="*/ 4191732 w 12192000"/>
              <a:gd name="connsiteY89" fmla="*/ 1857328 h 2237474"/>
              <a:gd name="connsiteX90" fmla="*/ 4065532 w 12192000"/>
              <a:gd name="connsiteY90" fmla="*/ 1855477 h 2237474"/>
              <a:gd name="connsiteX91" fmla="*/ 4028460 w 12192000"/>
              <a:gd name="connsiteY91" fmla="*/ 1855137 h 2237474"/>
              <a:gd name="connsiteX92" fmla="*/ 4002267 w 12192000"/>
              <a:gd name="connsiteY92" fmla="*/ 1852352 h 2237474"/>
              <a:gd name="connsiteX93" fmla="*/ 3931396 w 12192000"/>
              <a:gd name="connsiteY93" fmla="*/ 1858915 h 2237474"/>
              <a:gd name="connsiteX94" fmla="*/ 3812162 w 12192000"/>
              <a:gd name="connsiteY94" fmla="*/ 1875501 h 2237474"/>
              <a:gd name="connsiteX95" fmla="*/ 3758105 w 12192000"/>
              <a:gd name="connsiteY95" fmla="*/ 1871856 h 2237474"/>
              <a:gd name="connsiteX96" fmla="*/ 3567259 w 12192000"/>
              <a:gd name="connsiteY96" fmla="*/ 1893482 h 2237474"/>
              <a:gd name="connsiteX97" fmla="*/ 3405770 w 12192000"/>
              <a:gd name="connsiteY97" fmla="*/ 1904591 h 2237474"/>
              <a:gd name="connsiteX98" fmla="*/ 3280097 w 12192000"/>
              <a:gd name="connsiteY98" fmla="*/ 1919610 h 2237474"/>
              <a:gd name="connsiteX99" fmla="*/ 3009910 w 12192000"/>
              <a:gd name="connsiteY99" fmla="*/ 1957866 h 2237474"/>
              <a:gd name="connsiteX100" fmla="*/ 2995934 w 12192000"/>
              <a:gd name="connsiteY100" fmla="*/ 1967085 h 2237474"/>
              <a:gd name="connsiteX101" fmla="*/ 2942858 w 12192000"/>
              <a:gd name="connsiteY101" fmla="*/ 1981367 h 2237474"/>
              <a:gd name="connsiteX102" fmla="*/ 2875436 w 12192000"/>
              <a:gd name="connsiteY102" fmla="*/ 1996977 h 2237474"/>
              <a:gd name="connsiteX103" fmla="*/ 2874892 w 12192000"/>
              <a:gd name="connsiteY103" fmla="*/ 1996085 h 2237474"/>
              <a:gd name="connsiteX104" fmla="*/ 2843662 w 12192000"/>
              <a:gd name="connsiteY104" fmla="*/ 1992498 h 2237474"/>
              <a:gd name="connsiteX105" fmla="*/ 2718916 w 12192000"/>
              <a:gd name="connsiteY105" fmla="*/ 1990867 h 2237474"/>
              <a:gd name="connsiteX106" fmla="*/ 2713522 w 12192000"/>
              <a:gd name="connsiteY106" fmla="*/ 1990173 h 2237474"/>
              <a:gd name="connsiteX107" fmla="*/ 2476147 w 12192000"/>
              <a:gd name="connsiteY107" fmla="*/ 1998305 h 2237474"/>
              <a:gd name="connsiteX108" fmla="*/ 2373568 w 12192000"/>
              <a:gd name="connsiteY108" fmla="*/ 2003219 h 2237474"/>
              <a:gd name="connsiteX109" fmla="*/ 2287219 w 12192000"/>
              <a:gd name="connsiteY109" fmla="*/ 1998750 h 2237474"/>
              <a:gd name="connsiteX110" fmla="*/ 2243069 w 12192000"/>
              <a:gd name="connsiteY110" fmla="*/ 2005321 h 2237474"/>
              <a:gd name="connsiteX111" fmla="*/ 2164831 w 12192000"/>
              <a:gd name="connsiteY111" fmla="*/ 2010143 h 2237474"/>
              <a:gd name="connsiteX112" fmla="*/ 2085228 w 12192000"/>
              <a:gd name="connsiteY112" fmla="*/ 2046431 h 2237474"/>
              <a:gd name="connsiteX113" fmla="*/ 2058061 w 12192000"/>
              <a:gd name="connsiteY113" fmla="*/ 2047942 h 2237474"/>
              <a:gd name="connsiteX114" fmla="*/ 2042244 w 12192000"/>
              <a:gd name="connsiteY114" fmla="*/ 2055560 h 2237474"/>
              <a:gd name="connsiteX115" fmla="*/ 1877728 w 12192000"/>
              <a:gd name="connsiteY115" fmla="*/ 2101004 h 2237474"/>
              <a:gd name="connsiteX116" fmla="*/ 1759056 w 12192000"/>
              <a:gd name="connsiteY116" fmla="*/ 2125608 h 2237474"/>
              <a:gd name="connsiteX117" fmla="*/ 1637948 w 12192000"/>
              <a:gd name="connsiteY117" fmla="*/ 2172597 h 2237474"/>
              <a:gd name="connsiteX118" fmla="*/ 1434549 w 12192000"/>
              <a:gd name="connsiteY118" fmla="*/ 2234522 h 2237474"/>
              <a:gd name="connsiteX119" fmla="*/ 1398481 w 12192000"/>
              <a:gd name="connsiteY119" fmla="*/ 2237074 h 2237474"/>
              <a:gd name="connsiteX120" fmla="*/ 1398407 w 12192000"/>
              <a:gd name="connsiteY120" fmla="*/ 2237095 h 2237474"/>
              <a:gd name="connsiteX121" fmla="*/ 1370962 w 12192000"/>
              <a:gd name="connsiteY121" fmla="*/ 2237474 h 2237474"/>
              <a:gd name="connsiteX122" fmla="*/ 1356367 w 12192000"/>
              <a:gd name="connsiteY122" fmla="*/ 2235089 h 2237474"/>
              <a:gd name="connsiteX123" fmla="*/ 1279765 w 12192000"/>
              <a:gd name="connsiteY123" fmla="*/ 2229639 h 2237474"/>
              <a:gd name="connsiteX124" fmla="*/ 1195347 w 12192000"/>
              <a:gd name="connsiteY124" fmla="*/ 2212354 h 2237474"/>
              <a:gd name="connsiteX125" fmla="*/ 970251 w 12192000"/>
              <a:gd name="connsiteY125" fmla="*/ 2221029 h 2237474"/>
              <a:gd name="connsiteX126" fmla="*/ 812914 w 12192000"/>
              <a:gd name="connsiteY126" fmla="*/ 2210095 h 2237474"/>
              <a:gd name="connsiteX127" fmla="*/ 776382 w 12192000"/>
              <a:gd name="connsiteY127" fmla="*/ 2204512 h 2237474"/>
              <a:gd name="connsiteX128" fmla="*/ 597225 w 12192000"/>
              <a:gd name="connsiteY128" fmla="*/ 2180999 h 2237474"/>
              <a:gd name="connsiteX129" fmla="*/ 520671 w 12192000"/>
              <a:gd name="connsiteY129" fmla="*/ 2180980 h 2237474"/>
              <a:gd name="connsiteX130" fmla="*/ 515024 w 12192000"/>
              <a:gd name="connsiteY130" fmla="*/ 2179258 h 2237474"/>
              <a:gd name="connsiteX131" fmla="*/ 413835 w 12192000"/>
              <a:gd name="connsiteY131" fmla="*/ 2156783 h 2237474"/>
              <a:gd name="connsiteX132" fmla="*/ 376513 w 12192000"/>
              <a:gd name="connsiteY132" fmla="*/ 2154014 h 2237474"/>
              <a:gd name="connsiteX133" fmla="*/ 273386 w 12192000"/>
              <a:gd name="connsiteY133" fmla="*/ 2142551 h 2237474"/>
              <a:gd name="connsiteX134" fmla="*/ 77641 w 12192000"/>
              <a:gd name="connsiteY134" fmla="*/ 2126835 h 2237474"/>
              <a:gd name="connsiteX135" fmla="*/ 37645 w 12192000"/>
              <a:gd name="connsiteY135" fmla="*/ 2115401 h 2237474"/>
              <a:gd name="connsiteX136" fmla="*/ 4572 w 12192000"/>
              <a:gd name="connsiteY136" fmla="*/ 2111091 h 2237474"/>
              <a:gd name="connsiteX137" fmla="*/ 0 w 12192000"/>
              <a:gd name="connsiteY137" fmla="*/ 2110468 h 2237474"/>
              <a:gd name="connsiteX138" fmla="*/ 0 w 12192000"/>
              <a:gd name="connsiteY138" fmla="*/ 0 h 2237474"/>
              <a:gd name="connsiteX0" fmla="*/ 0 w 12192000"/>
              <a:gd name="connsiteY0" fmla="*/ 0 h 2237627"/>
              <a:gd name="connsiteX1" fmla="*/ 12192000 w 12192000"/>
              <a:gd name="connsiteY1" fmla="*/ 0 h 2237627"/>
              <a:gd name="connsiteX2" fmla="*/ 12192000 w 12192000"/>
              <a:gd name="connsiteY2" fmla="*/ 751299 h 2237627"/>
              <a:gd name="connsiteX3" fmla="*/ 11890686 w 12192000"/>
              <a:gd name="connsiteY3" fmla="*/ 732766 h 2237627"/>
              <a:gd name="connsiteX4" fmla="*/ 11820512 w 12192000"/>
              <a:gd name="connsiteY4" fmla="*/ 745392 h 2237627"/>
              <a:gd name="connsiteX5" fmla="*/ 11649954 w 12192000"/>
              <a:gd name="connsiteY5" fmla="*/ 749628 h 2237627"/>
              <a:gd name="connsiteX6" fmla="*/ 11560424 w 12192000"/>
              <a:gd name="connsiteY6" fmla="*/ 748017 h 2237627"/>
              <a:gd name="connsiteX7" fmla="*/ 11358455 w 12192000"/>
              <a:gd name="connsiteY7" fmla="*/ 747593 h 2237627"/>
              <a:gd name="connsiteX8" fmla="*/ 11165209 w 12192000"/>
              <a:gd name="connsiteY8" fmla="*/ 748852 h 2237627"/>
              <a:gd name="connsiteX9" fmla="*/ 11058755 w 12192000"/>
              <a:gd name="connsiteY9" fmla="*/ 749617 h 2237627"/>
              <a:gd name="connsiteX10" fmla="*/ 10846594 w 12192000"/>
              <a:gd name="connsiteY10" fmla="*/ 765069 h 2237627"/>
              <a:gd name="connsiteX11" fmla="*/ 10739478 w 12192000"/>
              <a:gd name="connsiteY11" fmla="*/ 776841 h 2237627"/>
              <a:gd name="connsiteX12" fmla="*/ 10458762 w 12192000"/>
              <a:gd name="connsiteY12" fmla="*/ 755400 h 2237627"/>
              <a:gd name="connsiteX13" fmla="*/ 10211200 w 12192000"/>
              <a:gd name="connsiteY13" fmla="*/ 767513 h 2237627"/>
              <a:gd name="connsiteX14" fmla="*/ 10167995 w 12192000"/>
              <a:gd name="connsiteY14" fmla="*/ 760843 h 2237627"/>
              <a:gd name="connsiteX15" fmla="*/ 9997044 w 12192000"/>
              <a:gd name="connsiteY15" fmla="*/ 780129 h 2237627"/>
              <a:gd name="connsiteX16" fmla="*/ 9943887 w 12192000"/>
              <a:gd name="connsiteY16" fmla="*/ 804141 h 2237627"/>
              <a:gd name="connsiteX17" fmla="*/ 9918248 w 12192000"/>
              <a:gd name="connsiteY17" fmla="*/ 816628 h 2237627"/>
              <a:gd name="connsiteX18" fmla="*/ 9767091 w 12192000"/>
              <a:gd name="connsiteY18" fmla="*/ 870550 h 2237627"/>
              <a:gd name="connsiteX19" fmla="*/ 9683005 w 12192000"/>
              <a:gd name="connsiteY19" fmla="*/ 894128 h 2237627"/>
              <a:gd name="connsiteX20" fmla="*/ 9594438 w 12192000"/>
              <a:gd name="connsiteY20" fmla="*/ 919051 h 2237627"/>
              <a:gd name="connsiteX21" fmla="*/ 9544189 w 12192000"/>
              <a:gd name="connsiteY21" fmla="*/ 938966 h 2237627"/>
              <a:gd name="connsiteX22" fmla="*/ 9500499 w 12192000"/>
              <a:gd name="connsiteY22" fmla="*/ 954680 h 2237627"/>
              <a:gd name="connsiteX23" fmla="*/ 9410017 w 12192000"/>
              <a:gd name="connsiteY23" fmla="*/ 993931 h 2237627"/>
              <a:gd name="connsiteX24" fmla="*/ 9392919 w 12192000"/>
              <a:gd name="connsiteY24" fmla="*/ 994656 h 2237627"/>
              <a:gd name="connsiteX25" fmla="*/ 9268019 w 12192000"/>
              <a:gd name="connsiteY25" fmla="*/ 1007442 h 2237627"/>
              <a:gd name="connsiteX26" fmla="*/ 9188177 w 12192000"/>
              <a:gd name="connsiteY26" fmla="*/ 1035474 h 2237627"/>
              <a:gd name="connsiteX27" fmla="*/ 9155969 w 12192000"/>
              <a:gd name="connsiteY27" fmla="*/ 1046804 h 2237627"/>
              <a:gd name="connsiteX28" fmla="*/ 9133985 w 12192000"/>
              <a:gd name="connsiteY28" fmla="*/ 1046450 h 2237627"/>
              <a:gd name="connsiteX29" fmla="*/ 9003462 w 12192000"/>
              <a:gd name="connsiteY29" fmla="*/ 1042406 h 2237627"/>
              <a:gd name="connsiteX30" fmla="*/ 8968445 w 12192000"/>
              <a:gd name="connsiteY30" fmla="*/ 1052169 h 2237627"/>
              <a:gd name="connsiteX31" fmla="*/ 8886001 w 12192000"/>
              <a:gd name="connsiteY31" fmla="*/ 1067468 h 2237627"/>
              <a:gd name="connsiteX32" fmla="*/ 8838610 w 12192000"/>
              <a:gd name="connsiteY32" fmla="*/ 1075091 h 2237627"/>
              <a:gd name="connsiteX33" fmla="*/ 8750383 w 12192000"/>
              <a:gd name="connsiteY33" fmla="*/ 1097387 h 2237627"/>
              <a:gd name="connsiteX34" fmla="*/ 8665605 w 12192000"/>
              <a:gd name="connsiteY34" fmla="*/ 1110791 h 2237627"/>
              <a:gd name="connsiteX35" fmla="*/ 8584946 w 12192000"/>
              <a:gd name="connsiteY35" fmla="*/ 1135226 h 2237627"/>
              <a:gd name="connsiteX36" fmla="*/ 8419755 w 12192000"/>
              <a:gd name="connsiteY36" fmla="*/ 1216260 h 2237627"/>
              <a:gd name="connsiteX37" fmla="*/ 8411626 w 12192000"/>
              <a:gd name="connsiteY37" fmla="*/ 1214397 h 2237627"/>
              <a:gd name="connsiteX38" fmla="*/ 8363469 w 12192000"/>
              <a:gd name="connsiteY38" fmla="*/ 1246658 h 2237627"/>
              <a:gd name="connsiteX39" fmla="*/ 8275497 w 12192000"/>
              <a:gd name="connsiteY39" fmla="*/ 1264396 h 2237627"/>
              <a:gd name="connsiteX40" fmla="*/ 8074238 w 12192000"/>
              <a:gd name="connsiteY40" fmla="*/ 1301895 h 2237627"/>
              <a:gd name="connsiteX41" fmla="*/ 7942099 w 12192000"/>
              <a:gd name="connsiteY41" fmla="*/ 1336332 h 2237627"/>
              <a:gd name="connsiteX42" fmla="*/ 7902328 w 12192000"/>
              <a:gd name="connsiteY42" fmla="*/ 1345865 h 2237627"/>
              <a:gd name="connsiteX43" fmla="*/ 7840612 w 12192000"/>
              <a:gd name="connsiteY43" fmla="*/ 1369373 h 2237627"/>
              <a:gd name="connsiteX44" fmla="*/ 7786819 w 12192000"/>
              <a:gd name="connsiteY44" fmla="*/ 1378970 h 2237627"/>
              <a:gd name="connsiteX45" fmla="*/ 7548172 w 12192000"/>
              <a:gd name="connsiteY45" fmla="*/ 1417460 h 2237627"/>
              <a:gd name="connsiteX46" fmla="*/ 7483437 w 12192000"/>
              <a:gd name="connsiteY46" fmla="*/ 1478152 h 2237627"/>
              <a:gd name="connsiteX47" fmla="*/ 7377870 w 12192000"/>
              <a:gd name="connsiteY47" fmla="*/ 1523319 h 2237627"/>
              <a:gd name="connsiteX48" fmla="*/ 7230737 w 12192000"/>
              <a:gd name="connsiteY48" fmla="*/ 1562633 h 2237627"/>
              <a:gd name="connsiteX49" fmla="*/ 7224458 w 12192000"/>
              <a:gd name="connsiteY49" fmla="*/ 1573008 h 2237627"/>
              <a:gd name="connsiteX50" fmla="*/ 7183121 w 12192000"/>
              <a:gd name="connsiteY50" fmla="*/ 1595162 h 2237627"/>
              <a:gd name="connsiteX51" fmla="*/ 7164601 w 12192000"/>
              <a:gd name="connsiteY51" fmla="*/ 1606490 h 2237627"/>
              <a:gd name="connsiteX52" fmla="*/ 6900177 w 12192000"/>
              <a:gd name="connsiteY52" fmla="*/ 1636016 h 2237627"/>
              <a:gd name="connsiteX53" fmla="*/ 6795372 w 12192000"/>
              <a:gd name="connsiteY53" fmla="*/ 1644845 h 2237627"/>
              <a:gd name="connsiteX54" fmla="*/ 6692251 w 12192000"/>
              <a:gd name="connsiteY54" fmla="*/ 1656357 h 2237627"/>
              <a:gd name="connsiteX55" fmla="*/ 6655235 w 12192000"/>
              <a:gd name="connsiteY55" fmla="*/ 1661869 h 2237627"/>
              <a:gd name="connsiteX56" fmla="*/ 6554894 w 12192000"/>
              <a:gd name="connsiteY56" fmla="*/ 1664428 h 2237627"/>
              <a:gd name="connsiteX57" fmla="*/ 6516595 w 12192000"/>
              <a:gd name="connsiteY57" fmla="*/ 1667475 h 2237627"/>
              <a:gd name="connsiteX58" fmla="*/ 6508541 w 12192000"/>
              <a:gd name="connsiteY58" fmla="*/ 1668757 h 2237627"/>
              <a:gd name="connsiteX59" fmla="*/ 6471012 w 12192000"/>
              <a:gd name="connsiteY59" fmla="*/ 1678604 h 2237627"/>
              <a:gd name="connsiteX60" fmla="*/ 6364035 w 12192000"/>
              <a:gd name="connsiteY60" fmla="*/ 1667683 h 2237627"/>
              <a:gd name="connsiteX61" fmla="*/ 6280959 w 12192000"/>
              <a:gd name="connsiteY61" fmla="*/ 1689329 h 2237627"/>
              <a:gd name="connsiteX62" fmla="*/ 6243319 w 12192000"/>
              <a:gd name="connsiteY62" fmla="*/ 1695560 h 2237627"/>
              <a:gd name="connsiteX63" fmla="*/ 6098321 w 12192000"/>
              <a:gd name="connsiteY63" fmla="*/ 1721646 h 2237627"/>
              <a:gd name="connsiteX64" fmla="*/ 5880652 w 12192000"/>
              <a:gd name="connsiteY64" fmla="*/ 1779643 h 2237627"/>
              <a:gd name="connsiteX65" fmla="*/ 5785959 w 12192000"/>
              <a:gd name="connsiteY65" fmla="*/ 1775307 h 2237627"/>
              <a:gd name="connsiteX66" fmla="*/ 5643534 w 12192000"/>
              <a:gd name="connsiteY66" fmla="*/ 1802919 h 2237627"/>
              <a:gd name="connsiteX67" fmla="*/ 5518799 w 12192000"/>
              <a:gd name="connsiteY67" fmla="*/ 1818312 h 2237627"/>
              <a:gd name="connsiteX68" fmla="*/ 5505014 w 12192000"/>
              <a:gd name="connsiteY68" fmla="*/ 1819259 h 2237627"/>
              <a:gd name="connsiteX69" fmla="*/ 5453307 w 12192000"/>
              <a:gd name="connsiteY69" fmla="*/ 1815450 h 2237627"/>
              <a:gd name="connsiteX70" fmla="*/ 5221533 w 12192000"/>
              <a:gd name="connsiteY70" fmla="*/ 1846950 h 2237627"/>
              <a:gd name="connsiteX71" fmla="*/ 5149802 w 12192000"/>
              <a:gd name="connsiteY71" fmla="*/ 1844846 h 2237627"/>
              <a:gd name="connsiteX72" fmla="*/ 5114927 w 12192000"/>
              <a:gd name="connsiteY72" fmla="*/ 1847827 h 2237627"/>
              <a:gd name="connsiteX73" fmla="*/ 5108970 w 12192000"/>
              <a:gd name="connsiteY73" fmla="*/ 1847935 h 2237627"/>
              <a:gd name="connsiteX74" fmla="*/ 5067961 w 12192000"/>
              <a:gd name="connsiteY74" fmla="*/ 1845917 h 2237627"/>
              <a:gd name="connsiteX75" fmla="*/ 5007075 w 12192000"/>
              <a:gd name="connsiteY75" fmla="*/ 1838626 h 2237627"/>
              <a:gd name="connsiteX76" fmla="*/ 4944087 w 12192000"/>
              <a:gd name="connsiteY76" fmla="*/ 1823332 h 2237627"/>
              <a:gd name="connsiteX77" fmla="*/ 4907662 w 12192000"/>
              <a:gd name="connsiteY77" fmla="*/ 1816900 h 2237627"/>
              <a:gd name="connsiteX78" fmla="*/ 4882386 w 12192000"/>
              <a:gd name="connsiteY78" fmla="*/ 1809844 h 2237627"/>
              <a:gd name="connsiteX79" fmla="*/ 4811440 w 12192000"/>
              <a:gd name="connsiteY79" fmla="*/ 1804655 h 2237627"/>
              <a:gd name="connsiteX80" fmla="*/ 4691075 w 12192000"/>
              <a:gd name="connsiteY80" fmla="*/ 1801389 h 2237627"/>
              <a:gd name="connsiteX81" fmla="*/ 4640313 w 12192000"/>
              <a:gd name="connsiteY81" fmla="*/ 1784307 h 2237627"/>
              <a:gd name="connsiteX82" fmla="*/ 4536503 w 12192000"/>
              <a:gd name="connsiteY82" fmla="*/ 1785334 h 2237627"/>
              <a:gd name="connsiteX83" fmla="*/ 4513724 w 12192000"/>
              <a:gd name="connsiteY83" fmla="*/ 1791996 h 2237627"/>
              <a:gd name="connsiteX84" fmla="*/ 4459810 w 12192000"/>
              <a:gd name="connsiteY84" fmla="*/ 1797886 h 2237627"/>
              <a:gd name="connsiteX85" fmla="*/ 4379064 w 12192000"/>
              <a:gd name="connsiteY85" fmla="*/ 1817177 h 2237627"/>
              <a:gd name="connsiteX86" fmla="*/ 4290981 w 12192000"/>
              <a:gd name="connsiteY86" fmla="*/ 1839677 h 2237627"/>
              <a:gd name="connsiteX87" fmla="*/ 4238372 w 12192000"/>
              <a:gd name="connsiteY87" fmla="*/ 1851480 h 2237627"/>
              <a:gd name="connsiteX88" fmla="*/ 4232517 w 12192000"/>
              <a:gd name="connsiteY88" fmla="*/ 1852567 h 2237627"/>
              <a:gd name="connsiteX89" fmla="*/ 4191732 w 12192000"/>
              <a:gd name="connsiteY89" fmla="*/ 1857328 h 2237627"/>
              <a:gd name="connsiteX90" fmla="*/ 4065532 w 12192000"/>
              <a:gd name="connsiteY90" fmla="*/ 1855477 h 2237627"/>
              <a:gd name="connsiteX91" fmla="*/ 4028460 w 12192000"/>
              <a:gd name="connsiteY91" fmla="*/ 1855137 h 2237627"/>
              <a:gd name="connsiteX92" fmla="*/ 4002267 w 12192000"/>
              <a:gd name="connsiteY92" fmla="*/ 1852352 h 2237627"/>
              <a:gd name="connsiteX93" fmla="*/ 3931396 w 12192000"/>
              <a:gd name="connsiteY93" fmla="*/ 1858915 h 2237627"/>
              <a:gd name="connsiteX94" fmla="*/ 3812162 w 12192000"/>
              <a:gd name="connsiteY94" fmla="*/ 1875501 h 2237627"/>
              <a:gd name="connsiteX95" fmla="*/ 3758105 w 12192000"/>
              <a:gd name="connsiteY95" fmla="*/ 1871856 h 2237627"/>
              <a:gd name="connsiteX96" fmla="*/ 3567259 w 12192000"/>
              <a:gd name="connsiteY96" fmla="*/ 1893482 h 2237627"/>
              <a:gd name="connsiteX97" fmla="*/ 3405770 w 12192000"/>
              <a:gd name="connsiteY97" fmla="*/ 1904591 h 2237627"/>
              <a:gd name="connsiteX98" fmla="*/ 3280097 w 12192000"/>
              <a:gd name="connsiteY98" fmla="*/ 1919610 h 2237627"/>
              <a:gd name="connsiteX99" fmla="*/ 3009910 w 12192000"/>
              <a:gd name="connsiteY99" fmla="*/ 1957866 h 2237627"/>
              <a:gd name="connsiteX100" fmla="*/ 2995934 w 12192000"/>
              <a:gd name="connsiteY100" fmla="*/ 1967085 h 2237627"/>
              <a:gd name="connsiteX101" fmla="*/ 2942858 w 12192000"/>
              <a:gd name="connsiteY101" fmla="*/ 1981367 h 2237627"/>
              <a:gd name="connsiteX102" fmla="*/ 2875436 w 12192000"/>
              <a:gd name="connsiteY102" fmla="*/ 1996977 h 2237627"/>
              <a:gd name="connsiteX103" fmla="*/ 2874892 w 12192000"/>
              <a:gd name="connsiteY103" fmla="*/ 1996085 h 2237627"/>
              <a:gd name="connsiteX104" fmla="*/ 2843662 w 12192000"/>
              <a:gd name="connsiteY104" fmla="*/ 1992498 h 2237627"/>
              <a:gd name="connsiteX105" fmla="*/ 2718916 w 12192000"/>
              <a:gd name="connsiteY105" fmla="*/ 1990867 h 2237627"/>
              <a:gd name="connsiteX106" fmla="*/ 2713522 w 12192000"/>
              <a:gd name="connsiteY106" fmla="*/ 1990173 h 2237627"/>
              <a:gd name="connsiteX107" fmla="*/ 2476147 w 12192000"/>
              <a:gd name="connsiteY107" fmla="*/ 1998305 h 2237627"/>
              <a:gd name="connsiteX108" fmla="*/ 2373568 w 12192000"/>
              <a:gd name="connsiteY108" fmla="*/ 2003219 h 2237627"/>
              <a:gd name="connsiteX109" fmla="*/ 2287219 w 12192000"/>
              <a:gd name="connsiteY109" fmla="*/ 1998750 h 2237627"/>
              <a:gd name="connsiteX110" fmla="*/ 2243069 w 12192000"/>
              <a:gd name="connsiteY110" fmla="*/ 2005321 h 2237627"/>
              <a:gd name="connsiteX111" fmla="*/ 2164831 w 12192000"/>
              <a:gd name="connsiteY111" fmla="*/ 2010143 h 2237627"/>
              <a:gd name="connsiteX112" fmla="*/ 2085228 w 12192000"/>
              <a:gd name="connsiteY112" fmla="*/ 2046431 h 2237627"/>
              <a:gd name="connsiteX113" fmla="*/ 2058061 w 12192000"/>
              <a:gd name="connsiteY113" fmla="*/ 2047942 h 2237627"/>
              <a:gd name="connsiteX114" fmla="*/ 2042244 w 12192000"/>
              <a:gd name="connsiteY114" fmla="*/ 2055560 h 2237627"/>
              <a:gd name="connsiteX115" fmla="*/ 1877728 w 12192000"/>
              <a:gd name="connsiteY115" fmla="*/ 2101004 h 2237627"/>
              <a:gd name="connsiteX116" fmla="*/ 1759056 w 12192000"/>
              <a:gd name="connsiteY116" fmla="*/ 2125608 h 2237627"/>
              <a:gd name="connsiteX117" fmla="*/ 1637948 w 12192000"/>
              <a:gd name="connsiteY117" fmla="*/ 2172597 h 2237627"/>
              <a:gd name="connsiteX118" fmla="*/ 1434549 w 12192000"/>
              <a:gd name="connsiteY118" fmla="*/ 2234522 h 2237627"/>
              <a:gd name="connsiteX119" fmla="*/ 1398481 w 12192000"/>
              <a:gd name="connsiteY119" fmla="*/ 2237074 h 2237627"/>
              <a:gd name="connsiteX120" fmla="*/ 1370962 w 12192000"/>
              <a:gd name="connsiteY120" fmla="*/ 2237474 h 2237627"/>
              <a:gd name="connsiteX121" fmla="*/ 1356367 w 12192000"/>
              <a:gd name="connsiteY121" fmla="*/ 2235089 h 2237627"/>
              <a:gd name="connsiteX122" fmla="*/ 1279765 w 12192000"/>
              <a:gd name="connsiteY122" fmla="*/ 2229639 h 2237627"/>
              <a:gd name="connsiteX123" fmla="*/ 1195347 w 12192000"/>
              <a:gd name="connsiteY123" fmla="*/ 2212354 h 2237627"/>
              <a:gd name="connsiteX124" fmla="*/ 970251 w 12192000"/>
              <a:gd name="connsiteY124" fmla="*/ 2221029 h 2237627"/>
              <a:gd name="connsiteX125" fmla="*/ 812914 w 12192000"/>
              <a:gd name="connsiteY125" fmla="*/ 2210095 h 2237627"/>
              <a:gd name="connsiteX126" fmla="*/ 776382 w 12192000"/>
              <a:gd name="connsiteY126" fmla="*/ 2204512 h 2237627"/>
              <a:gd name="connsiteX127" fmla="*/ 597225 w 12192000"/>
              <a:gd name="connsiteY127" fmla="*/ 2180999 h 2237627"/>
              <a:gd name="connsiteX128" fmla="*/ 520671 w 12192000"/>
              <a:gd name="connsiteY128" fmla="*/ 2180980 h 2237627"/>
              <a:gd name="connsiteX129" fmla="*/ 515024 w 12192000"/>
              <a:gd name="connsiteY129" fmla="*/ 2179258 h 2237627"/>
              <a:gd name="connsiteX130" fmla="*/ 413835 w 12192000"/>
              <a:gd name="connsiteY130" fmla="*/ 2156783 h 2237627"/>
              <a:gd name="connsiteX131" fmla="*/ 376513 w 12192000"/>
              <a:gd name="connsiteY131" fmla="*/ 2154014 h 2237627"/>
              <a:gd name="connsiteX132" fmla="*/ 273386 w 12192000"/>
              <a:gd name="connsiteY132" fmla="*/ 2142551 h 2237627"/>
              <a:gd name="connsiteX133" fmla="*/ 77641 w 12192000"/>
              <a:gd name="connsiteY133" fmla="*/ 2126835 h 2237627"/>
              <a:gd name="connsiteX134" fmla="*/ 37645 w 12192000"/>
              <a:gd name="connsiteY134" fmla="*/ 2115401 h 2237627"/>
              <a:gd name="connsiteX135" fmla="*/ 4572 w 12192000"/>
              <a:gd name="connsiteY135" fmla="*/ 2111091 h 2237627"/>
              <a:gd name="connsiteX136" fmla="*/ 0 w 12192000"/>
              <a:gd name="connsiteY136" fmla="*/ 2110468 h 2237627"/>
              <a:gd name="connsiteX137" fmla="*/ 0 w 12192000"/>
              <a:gd name="connsiteY137" fmla="*/ 0 h 2237627"/>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750383 w 12192000"/>
              <a:gd name="connsiteY33" fmla="*/ 1097387 h 2240205"/>
              <a:gd name="connsiteX34" fmla="*/ 8665605 w 12192000"/>
              <a:gd name="connsiteY34" fmla="*/ 1110791 h 2240205"/>
              <a:gd name="connsiteX35" fmla="*/ 8584946 w 12192000"/>
              <a:gd name="connsiteY35" fmla="*/ 1135226 h 2240205"/>
              <a:gd name="connsiteX36" fmla="*/ 8419755 w 12192000"/>
              <a:gd name="connsiteY36" fmla="*/ 1216260 h 2240205"/>
              <a:gd name="connsiteX37" fmla="*/ 8411626 w 12192000"/>
              <a:gd name="connsiteY37" fmla="*/ 1214397 h 2240205"/>
              <a:gd name="connsiteX38" fmla="*/ 8363469 w 12192000"/>
              <a:gd name="connsiteY38" fmla="*/ 1246658 h 2240205"/>
              <a:gd name="connsiteX39" fmla="*/ 8275497 w 12192000"/>
              <a:gd name="connsiteY39" fmla="*/ 1264396 h 2240205"/>
              <a:gd name="connsiteX40" fmla="*/ 8074238 w 12192000"/>
              <a:gd name="connsiteY40" fmla="*/ 1301895 h 2240205"/>
              <a:gd name="connsiteX41" fmla="*/ 7942099 w 12192000"/>
              <a:gd name="connsiteY41" fmla="*/ 1336332 h 2240205"/>
              <a:gd name="connsiteX42" fmla="*/ 7902328 w 12192000"/>
              <a:gd name="connsiteY42" fmla="*/ 1345865 h 2240205"/>
              <a:gd name="connsiteX43" fmla="*/ 7840612 w 12192000"/>
              <a:gd name="connsiteY43" fmla="*/ 1369373 h 2240205"/>
              <a:gd name="connsiteX44" fmla="*/ 7786819 w 12192000"/>
              <a:gd name="connsiteY44" fmla="*/ 1378970 h 2240205"/>
              <a:gd name="connsiteX45" fmla="*/ 7548172 w 12192000"/>
              <a:gd name="connsiteY45" fmla="*/ 1417460 h 2240205"/>
              <a:gd name="connsiteX46" fmla="*/ 7483437 w 12192000"/>
              <a:gd name="connsiteY46" fmla="*/ 1478152 h 2240205"/>
              <a:gd name="connsiteX47" fmla="*/ 7377870 w 12192000"/>
              <a:gd name="connsiteY47" fmla="*/ 1523319 h 2240205"/>
              <a:gd name="connsiteX48" fmla="*/ 7230737 w 12192000"/>
              <a:gd name="connsiteY48" fmla="*/ 1562633 h 2240205"/>
              <a:gd name="connsiteX49" fmla="*/ 7224458 w 12192000"/>
              <a:gd name="connsiteY49" fmla="*/ 1573008 h 2240205"/>
              <a:gd name="connsiteX50" fmla="*/ 7183121 w 12192000"/>
              <a:gd name="connsiteY50" fmla="*/ 1595162 h 2240205"/>
              <a:gd name="connsiteX51" fmla="*/ 7164601 w 12192000"/>
              <a:gd name="connsiteY51" fmla="*/ 1606490 h 2240205"/>
              <a:gd name="connsiteX52" fmla="*/ 6900177 w 12192000"/>
              <a:gd name="connsiteY52" fmla="*/ 1636016 h 2240205"/>
              <a:gd name="connsiteX53" fmla="*/ 6795372 w 12192000"/>
              <a:gd name="connsiteY53" fmla="*/ 1644845 h 2240205"/>
              <a:gd name="connsiteX54" fmla="*/ 6692251 w 12192000"/>
              <a:gd name="connsiteY54" fmla="*/ 1656357 h 2240205"/>
              <a:gd name="connsiteX55" fmla="*/ 6655235 w 12192000"/>
              <a:gd name="connsiteY55" fmla="*/ 1661869 h 2240205"/>
              <a:gd name="connsiteX56" fmla="*/ 6554894 w 12192000"/>
              <a:gd name="connsiteY56" fmla="*/ 1664428 h 2240205"/>
              <a:gd name="connsiteX57" fmla="*/ 6516595 w 12192000"/>
              <a:gd name="connsiteY57" fmla="*/ 1667475 h 2240205"/>
              <a:gd name="connsiteX58" fmla="*/ 6508541 w 12192000"/>
              <a:gd name="connsiteY58" fmla="*/ 1668757 h 2240205"/>
              <a:gd name="connsiteX59" fmla="*/ 6471012 w 12192000"/>
              <a:gd name="connsiteY59" fmla="*/ 1678604 h 2240205"/>
              <a:gd name="connsiteX60" fmla="*/ 6364035 w 12192000"/>
              <a:gd name="connsiteY60" fmla="*/ 1667683 h 2240205"/>
              <a:gd name="connsiteX61" fmla="*/ 6280959 w 12192000"/>
              <a:gd name="connsiteY61" fmla="*/ 1689329 h 2240205"/>
              <a:gd name="connsiteX62" fmla="*/ 6243319 w 12192000"/>
              <a:gd name="connsiteY62" fmla="*/ 1695560 h 2240205"/>
              <a:gd name="connsiteX63" fmla="*/ 6098321 w 12192000"/>
              <a:gd name="connsiteY63" fmla="*/ 1721646 h 2240205"/>
              <a:gd name="connsiteX64" fmla="*/ 5880652 w 12192000"/>
              <a:gd name="connsiteY64" fmla="*/ 1779643 h 2240205"/>
              <a:gd name="connsiteX65" fmla="*/ 5785959 w 12192000"/>
              <a:gd name="connsiteY65" fmla="*/ 1775307 h 2240205"/>
              <a:gd name="connsiteX66" fmla="*/ 5643534 w 12192000"/>
              <a:gd name="connsiteY66" fmla="*/ 1802919 h 2240205"/>
              <a:gd name="connsiteX67" fmla="*/ 5518799 w 12192000"/>
              <a:gd name="connsiteY67" fmla="*/ 1818312 h 2240205"/>
              <a:gd name="connsiteX68" fmla="*/ 5505014 w 12192000"/>
              <a:gd name="connsiteY68" fmla="*/ 1819259 h 2240205"/>
              <a:gd name="connsiteX69" fmla="*/ 5453307 w 12192000"/>
              <a:gd name="connsiteY69" fmla="*/ 1815450 h 2240205"/>
              <a:gd name="connsiteX70" fmla="*/ 5221533 w 12192000"/>
              <a:gd name="connsiteY70" fmla="*/ 1846950 h 2240205"/>
              <a:gd name="connsiteX71" fmla="*/ 5149802 w 12192000"/>
              <a:gd name="connsiteY71" fmla="*/ 1844846 h 2240205"/>
              <a:gd name="connsiteX72" fmla="*/ 5114927 w 12192000"/>
              <a:gd name="connsiteY72" fmla="*/ 1847827 h 2240205"/>
              <a:gd name="connsiteX73" fmla="*/ 5108970 w 12192000"/>
              <a:gd name="connsiteY73" fmla="*/ 1847935 h 2240205"/>
              <a:gd name="connsiteX74" fmla="*/ 5067961 w 12192000"/>
              <a:gd name="connsiteY74" fmla="*/ 1845917 h 2240205"/>
              <a:gd name="connsiteX75" fmla="*/ 5007075 w 12192000"/>
              <a:gd name="connsiteY75" fmla="*/ 1838626 h 2240205"/>
              <a:gd name="connsiteX76" fmla="*/ 4944087 w 12192000"/>
              <a:gd name="connsiteY76" fmla="*/ 1823332 h 2240205"/>
              <a:gd name="connsiteX77" fmla="*/ 4907662 w 12192000"/>
              <a:gd name="connsiteY77" fmla="*/ 1816900 h 2240205"/>
              <a:gd name="connsiteX78" fmla="*/ 4882386 w 12192000"/>
              <a:gd name="connsiteY78" fmla="*/ 1809844 h 2240205"/>
              <a:gd name="connsiteX79" fmla="*/ 4811440 w 12192000"/>
              <a:gd name="connsiteY79" fmla="*/ 1804655 h 2240205"/>
              <a:gd name="connsiteX80" fmla="*/ 4691075 w 12192000"/>
              <a:gd name="connsiteY80" fmla="*/ 1801389 h 2240205"/>
              <a:gd name="connsiteX81" fmla="*/ 4640313 w 12192000"/>
              <a:gd name="connsiteY81" fmla="*/ 1784307 h 2240205"/>
              <a:gd name="connsiteX82" fmla="*/ 4536503 w 12192000"/>
              <a:gd name="connsiteY82" fmla="*/ 1785334 h 2240205"/>
              <a:gd name="connsiteX83" fmla="*/ 4513724 w 12192000"/>
              <a:gd name="connsiteY83" fmla="*/ 1791996 h 2240205"/>
              <a:gd name="connsiteX84" fmla="*/ 4459810 w 12192000"/>
              <a:gd name="connsiteY84" fmla="*/ 1797886 h 2240205"/>
              <a:gd name="connsiteX85" fmla="*/ 4379064 w 12192000"/>
              <a:gd name="connsiteY85" fmla="*/ 1817177 h 2240205"/>
              <a:gd name="connsiteX86" fmla="*/ 4290981 w 12192000"/>
              <a:gd name="connsiteY86" fmla="*/ 1839677 h 2240205"/>
              <a:gd name="connsiteX87" fmla="*/ 4238372 w 12192000"/>
              <a:gd name="connsiteY87" fmla="*/ 1851480 h 2240205"/>
              <a:gd name="connsiteX88" fmla="*/ 4232517 w 12192000"/>
              <a:gd name="connsiteY88" fmla="*/ 1852567 h 2240205"/>
              <a:gd name="connsiteX89" fmla="*/ 4191732 w 12192000"/>
              <a:gd name="connsiteY89" fmla="*/ 1857328 h 2240205"/>
              <a:gd name="connsiteX90" fmla="*/ 4065532 w 12192000"/>
              <a:gd name="connsiteY90" fmla="*/ 1855477 h 2240205"/>
              <a:gd name="connsiteX91" fmla="*/ 4028460 w 12192000"/>
              <a:gd name="connsiteY91" fmla="*/ 1855137 h 2240205"/>
              <a:gd name="connsiteX92" fmla="*/ 4002267 w 12192000"/>
              <a:gd name="connsiteY92" fmla="*/ 1852352 h 2240205"/>
              <a:gd name="connsiteX93" fmla="*/ 3931396 w 12192000"/>
              <a:gd name="connsiteY93" fmla="*/ 1858915 h 2240205"/>
              <a:gd name="connsiteX94" fmla="*/ 3812162 w 12192000"/>
              <a:gd name="connsiteY94" fmla="*/ 1875501 h 2240205"/>
              <a:gd name="connsiteX95" fmla="*/ 3758105 w 12192000"/>
              <a:gd name="connsiteY95" fmla="*/ 1871856 h 2240205"/>
              <a:gd name="connsiteX96" fmla="*/ 3567259 w 12192000"/>
              <a:gd name="connsiteY96" fmla="*/ 1893482 h 2240205"/>
              <a:gd name="connsiteX97" fmla="*/ 3405770 w 12192000"/>
              <a:gd name="connsiteY97" fmla="*/ 1904591 h 2240205"/>
              <a:gd name="connsiteX98" fmla="*/ 3280097 w 12192000"/>
              <a:gd name="connsiteY98" fmla="*/ 1919610 h 2240205"/>
              <a:gd name="connsiteX99" fmla="*/ 3009910 w 12192000"/>
              <a:gd name="connsiteY99" fmla="*/ 1957866 h 2240205"/>
              <a:gd name="connsiteX100" fmla="*/ 2995934 w 12192000"/>
              <a:gd name="connsiteY100" fmla="*/ 1967085 h 2240205"/>
              <a:gd name="connsiteX101" fmla="*/ 2942858 w 12192000"/>
              <a:gd name="connsiteY101" fmla="*/ 1981367 h 2240205"/>
              <a:gd name="connsiteX102" fmla="*/ 2875436 w 12192000"/>
              <a:gd name="connsiteY102" fmla="*/ 1996977 h 2240205"/>
              <a:gd name="connsiteX103" fmla="*/ 2874892 w 12192000"/>
              <a:gd name="connsiteY103" fmla="*/ 1996085 h 2240205"/>
              <a:gd name="connsiteX104" fmla="*/ 2843662 w 12192000"/>
              <a:gd name="connsiteY104" fmla="*/ 1992498 h 2240205"/>
              <a:gd name="connsiteX105" fmla="*/ 2718916 w 12192000"/>
              <a:gd name="connsiteY105" fmla="*/ 1990867 h 2240205"/>
              <a:gd name="connsiteX106" fmla="*/ 2713522 w 12192000"/>
              <a:gd name="connsiteY106" fmla="*/ 1990173 h 2240205"/>
              <a:gd name="connsiteX107" fmla="*/ 2476147 w 12192000"/>
              <a:gd name="connsiteY107" fmla="*/ 1998305 h 2240205"/>
              <a:gd name="connsiteX108" fmla="*/ 2373568 w 12192000"/>
              <a:gd name="connsiteY108" fmla="*/ 2003219 h 2240205"/>
              <a:gd name="connsiteX109" fmla="*/ 2287219 w 12192000"/>
              <a:gd name="connsiteY109" fmla="*/ 1998750 h 2240205"/>
              <a:gd name="connsiteX110" fmla="*/ 2243069 w 12192000"/>
              <a:gd name="connsiteY110" fmla="*/ 2005321 h 2240205"/>
              <a:gd name="connsiteX111" fmla="*/ 2164831 w 12192000"/>
              <a:gd name="connsiteY111" fmla="*/ 2010143 h 2240205"/>
              <a:gd name="connsiteX112" fmla="*/ 2085228 w 12192000"/>
              <a:gd name="connsiteY112" fmla="*/ 2046431 h 2240205"/>
              <a:gd name="connsiteX113" fmla="*/ 2058061 w 12192000"/>
              <a:gd name="connsiteY113" fmla="*/ 2047942 h 2240205"/>
              <a:gd name="connsiteX114" fmla="*/ 2042244 w 12192000"/>
              <a:gd name="connsiteY114" fmla="*/ 2055560 h 2240205"/>
              <a:gd name="connsiteX115" fmla="*/ 1877728 w 12192000"/>
              <a:gd name="connsiteY115" fmla="*/ 2101004 h 2240205"/>
              <a:gd name="connsiteX116" fmla="*/ 1759056 w 12192000"/>
              <a:gd name="connsiteY116" fmla="*/ 2125608 h 2240205"/>
              <a:gd name="connsiteX117" fmla="*/ 1637948 w 12192000"/>
              <a:gd name="connsiteY117" fmla="*/ 2172597 h 2240205"/>
              <a:gd name="connsiteX118" fmla="*/ 1434549 w 12192000"/>
              <a:gd name="connsiteY118" fmla="*/ 2234522 h 2240205"/>
              <a:gd name="connsiteX119" fmla="*/ 1370962 w 12192000"/>
              <a:gd name="connsiteY119" fmla="*/ 2237474 h 2240205"/>
              <a:gd name="connsiteX120" fmla="*/ 1356367 w 12192000"/>
              <a:gd name="connsiteY120" fmla="*/ 2235089 h 2240205"/>
              <a:gd name="connsiteX121" fmla="*/ 1279765 w 12192000"/>
              <a:gd name="connsiteY121" fmla="*/ 2229639 h 2240205"/>
              <a:gd name="connsiteX122" fmla="*/ 1195347 w 12192000"/>
              <a:gd name="connsiteY122" fmla="*/ 2212354 h 2240205"/>
              <a:gd name="connsiteX123" fmla="*/ 970251 w 12192000"/>
              <a:gd name="connsiteY123" fmla="*/ 2221029 h 2240205"/>
              <a:gd name="connsiteX124" fmla="*/ 812914 w 12192000"/>
              <a:gd name="connsiteY124" fmla="*/ 2210095 h 2240205"/>
              <a:gd name="connsiteX125" fmla="*/ 776382 w 12192000"/>
              <a:gd name="connsiteY125" fmla="*/ 2204512 h 2240205"/>
              <a:gd name="connsiteX126" fmla="*/ 597225 w 12192000"/>
              <a:gd name="connsiteY126" fmla="*/ 2180999 h 2240205"/>
              <a:gd name="connsiteX127" fmla="*/ 520671 w 12192000"/>
              <a:gd name="connsiteY127" fmla="*/ 2180980 h 2240205"/>
              <a:gd name="connsiteX128" fmla="*/ 515024 w 12192000"/>
              <a:gd name="connsiteY128" fmla="*/ 2179258 h 2240205"/>
              <a:gd name="connsiteX129" fmla="*/ 413835 w 12192000"/>
              <a:gd name="connsiteY129" fmla="*/ 2156783 h 2240205"/>
              <a:gd name="connsiteX130" fmla="*/ 376513 w 12192000"/>
              <a:gd name="connsiteY130" fmla="*/ 2154014 h 2240205"/>
              <a:gd name="connsiteX131" fmla="*/ 273386 w 12192000"/>
              <a:gd name="connsiteY131" fmla="*/ 2142551 h 2240205"/>
              <a:gd name="connsiteX132" fmla="*/ 77641 w 12192000"/>
              <a:gd name="connsiteY132" fmla="*/ 2126835 h 2240205"/>
              <a:gd name="connsiteX133" fmla="*/ 37645 w 12192000"/>
              <a:gd name="connsiteY133" fmla="*/ 2115401 h 2240205"/>
              <a:gd name="connsiteX134" fmla="*/ 4572 w 12192000"/>
              <a:gd name="connsiteY134" fmla="*/ 2111091 h 2240205"/>
              <a:gd name="connsiteX135" fmla="*/ 0 w 12192000"/>
              <a:gd name="connsiteY135" fmla="*/ 2110468 h 2240205"/>
              <a:gd name="connsiteX136" fmla="*/ 0 w 12192000"/>
              <a:gd name="connsiteY13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750383 w 12192000"/>
              <a:gd name="connsiteY33" fmla="*/ 1097387 h 2240205"/>
              <a:gd name="connsiteX34" fmla="*/ 8665605 w 12192000"/>
              <a:gd name="connsiteY34" fmla="*/ 1110791 h 2240205"/>
              <a:gd name="connsiteX35" fmla="*/ 8584946 w 12192000"/>
              <a:gd name="connsiteY35" fmla="*/ 1135226 h 2240205"/>
              <a:gd name="connsiteX36" fmla="*/ 8419755 w 12192000"/>
              <a:gd name="connsiteY36" fmla="*/ 1216260 h 2240205"/>
              <a:gd name="connsiteX37" fmla="*/ 8411626 w 12192000"/>
              <a:gd name="connsiteY37" fmla="*/ 1214397 h 2240205"/>
              <a:gd name="connsiteX38" fmla="*/ 8363469 w 12192000"/>
              <a:gd name="connsiteY38" fmla="*/ 1246658 h 2240205"/>
              <a:gd name="connsiteX39" fmla="*/ 8275497 w 12192000"/>
              <a:gd name="connsiteY39" fmla="*/ 1264396 h 2240205"/>
              <a:gd name="connsiteX40" fmla="*/ 8074238 w 12192000"/>
              <a:gd name="connsiteY40" fmla="*/ 1301895 h 2240205"/>
              <a:gd name="connsiteX41" fmla="*/ 7942099 w 12192000"/>
              <a:gd name="connsiteY41" fmla="*/ 1336332 h 2240205"/>
              <a:gd name="connsiteX42" fmla="*/ 7902328 w 12192000"/>
              <a:gd name="connsiteY42" fmla="*/ 1345865 h 2240205"/>
              <a:gd name="connsiteX43" fmla="*/ 7840612 w 12192000"/>
              <a:gd name="connsiteY43" fmla="*/ 1369373 h 2240205"/>
              <a:gd name="connsiteX44" fmla="*/ 7786819 w 12192000"/>
              <a:gd name="connsiteY44" fmla="*/ 1378970 h 2240205"/>
              <a:gd name="connsiteX45" fmla="*/ 7548172 w 12192000"/>
              <a:gd name="connsiteY45" fmla="*/ 1417460 h 2240205"/>
              <a:gd name="connsiteX46" fmla="*/ 7483437 w 12192000"/>
              <a:gd name="connsiteY46" fmla="*/ 1478152 h 2240205"/>
              <a:gd name="connsiteX47" fmla="*/ 7377870 w 12192000"/>
              <a:gd name="connsiteY47" fmla="*/ 1523319 h 2240205"/>
              <a:gd name="connsiteX48" fmla="*/ 7230737 w 12192000"/>
              <a:gd name="connsiteY48" fmla="*/ 1562633 h 2240205"/>
              <a:gd name="connsiteX49" fmla="*/ 7224458 w 12192000"/>
              <a:gd name="connsiteY49" fmla="*/ 1573008 h 2240205"/>
              <a:gd name="connsiteX50" fmla="*/ 7183121 w 12192000"/>
              <a:gd name="connsiteY50" fmla="*/ 1595162 h 2240205"/>
              <a:gd name="connsiteX51" fmla="*/ 7164601 w 12192000"/>
              <a:gd name="connsiteY51" fmla="*/ 1606490 h 2240205"/>
              <a:gd name="connsiteX52" fmla="*/ 6900177 w 12192000"/>
              <a:gd name="connsiteY52" fmla="*/ 1636016 h 2240205"/>
              <a:gd name="connsiteX53" fmla="*/ 6795372 w 12192000"/>
              <a:gd name="connsiteY53" fmla="*/ 1644845 h 2240205"/>
              <a:gd name="connsiteX54" fmla="*/ 6692251 w 12192000"/>
              <a:gd name="connsiteY54" fmla="*/ 1656357 h 2240205"/>
              <a:gd name="connsiteX55" fmla="*/ 6655235 w 12192000"/>
              <a:gd name="connsiteY55" fmla="*/ 1661869 h 2240205"/>
              <a:gd name="connsiteX56" fmla="*/ 6554894 w 12192000"/>
              <a:gd name="connsiteY56" fmla="*/ 1664428 h 2240205"/>
              <a:gd name="connsiteX57" fmla="*/ 6516595 w 12192000"/>
              <a:gd name="connsiteY57" fmla="*/ 1667475 h 2240205"/>
              <a:gd name="connsiteX58" fmla="*/ 6508541 w 12192000"/>
              <a:gd name="connsiteY58" fmla="*/ 1668757 h 2240205"/>
              <a:gd name="connsiteX59" fmla="*/ 6471012 w 12192000"/>
              <a:gd name="connsiteY59" fmla="*/ 1678604 h 2240205"/>
              <a:gd name="connsiteX60" fmla="*/ 6364035 w 12192000"/>
              <a:gd name="connsiteY60" fmla="*/ 1667683 h 2240205"/>
              <a:gd name="connsiteX61" fmla="*/ 6243319 w 12192000"/>
              <a:gd name="connsiteY61" fmla="*/ 1695560 h 2240205"/>
              <a:gd name="connsiteX62" fmla="*/ 6098321 w 12192000"/>
              <a:gd name="connsiteY62" fmla="*/ 1721646 h 2240205"/>
              <a:gd name="connsiteX63" fmla="*/ 5880652 w 12192000"/>
              <a:gd name="connsiteY63" fmla="*/ 1779643 h 2240205"/>
              <a:gd name="connsiteX64" fmla="*/ 5785959 w 12192000"/>
              <a:gd name="connsiteY64" fmla="*/ 1775307 h 2240205"/>
              <a:gd name="connsiteX65" fmla="*/ 5643534 w 12192000"/>
              <a:gd name="connsiteY65" fmla="*/ 1802919 h 2240205"/>
              <a:gd name="connsiteX66" fmla="*/ 5518799 w 12192000"/>
              <a:gd name="connsiteY66" fmla="*/ 1818312 h 2240205"/>
              <a:gd name="connsiteX67" fmla="*/ 5505014 w 12192000"/>
              <a:gd name="connsiteY67" fmla="*/ 1819259 h 2240205"/>
              <a:gd name="connsiteX68" fmla="*/ 5453307 w 12192000"/>
              <a:gd name="connsiteY68" fmla="*/ 1815450 h 2240205"/>
              <a:gd name="connsiteX69" fmla="*/ 5221533 w 12192000"/>
              <a:gd name="connsiteY69" fmla="*/ 1846950 h 2240205"/>
              <a:gd name="connsiteX70" fmla="*/ 5149802 w 12192000"/>
              <a:gd name="connsiteY70" fmla="*/ 1844846 h 2240205"/>
              <a:gd name="connsiteX71" fmla="*/ 5114927 w 12192000"/>
              <a:gd name="connsiteY71" fmla="*/ 1847827 h 2240205"/>
              <a:gd name="connsiteX72" fmla="*/ 5108970 w 12192000"/>
              <a:gd name="connsiteY72" fmla="*/ 1847935 h 2240205"/>
              <a:gd name="connsiteX73" fmla="*/ 5067961 w 12192000"/>
              <a:gd name="connsiteY73" fmla="*/ 1845917 h 2240205"/>
              <a:gd name="connsiteX74" fmla="*/ 5007075 w 12192000"/>
              <a:gd name="connsiteY74" fmla="*/ 1838626 h 2240205"/>
              <a:gd name="connsiteX75" fmla="*/ 4944087 w 12192000"/>
              <a:gd name="connsiteY75" fmla="*/ 1823332 h 2240205"/>
              <a:gd name="connsiteX76" fmla="*/ 4907662 w 12192000"/>
              <a:gd name="connsiteY76" fmla="*/ 1816900 h 2240205"/>
              <a:gd name="connsiteX77" fmla="*/ 4882386 w 12192000"/>
              <a:gd name="connsiteY77" fmla="*/ 1809844 h 2240205"/>
              <a:gd name="connsiteX78" fmla="*/ 4811440 w 12192000"/>
              <a:gd name="connsiteY78" fmla="*/ 1804655 h 2240205"/>
              <a:gd name="connsiteX79" fmla="*/ 4691075 w 12192000"/>
              <a:gd name="connsiteY79" fmla="*/ 1801389 h 2240205"/>
              <a:gd name="connsiteX80" fmla="*/ 4640313 w 12192000"/>
              <a:gd name="connsiteY80" fmla="*/ 1784307 h 2240205"/>
              <a:gd name="connsiteX81" fmla="*/ 4536503 w 12192000"/>
              <a:gd name="connsiteY81" fmla="*/ 1785334 h 2240205"/>
              <a:gd name="connsiteX82" fmla="*/ 4513724 w 12192000"/>
              <a:gd name="connsiteY82" fmla="*/ 1791996 h 2240205"/>
              <a:gd name="connsiteX83" fmla="*/ 4459810 w 12192000"/>
              <a:gd name="connsiteY83" fmla="*/ 1797886 h 2240205"/>
              <a:gd name="connsiteX84" fmla="*/ 4379064 w 12192000"/>
              <a:gd name="connsiteY84" fmla="*/ 1817177 h 2240205"/>
              <a:gd name="connsiteX85" fmla="*/ 4290981 w 12192000"/>
              <a:gd name="connsiteY85" fmla="*/ 1839677 h 2240205"/>
              <a:gd name="connsiteX86" fmla="*/ 4238372 w 12192000"/>
              <a:gd name="connsiteY86" fmla="*/ 1851480 h 2240205"/>
              <a:gd name="connsiteX87" fmla="*/ 4232517 w 12192000"/>
              <a:gd name="connsiteY87" fmla="*/ 1852567 h 2240205"/>
              <a:gd name="connsiteX88" fmla="*/ 4191732 w 12192000"/>
              <a:gd name="connsiteY88" fmla="*/ 1857328 h 2240205"/>
              <a:gd name="connsiteX89" fmla="*/ 4065532 w 12192000"/>
              <a:gd name="connsiteY89" fmla="*/ 1855477 h 2240205"/>
              <a:gd name="connsiteX90" fmla="*/ 4028460 w 12192000"/>
              <a:gd name="connsiteY90" fmla="*/ 1855137 h 2240205"/>
              <a:gd name="connsiteX91" fmla="*/ 4002267 w 12192000"/>
              <a:gd name="connsiteY91" fmla="*/ 1852352 h 2240205"/>
              <a:gd name="connsiteX92" fmla="*/ 3931396 w 12192000"/>
              <a:gd name="connsiteY92" fmla="*/ 1858915 h 2240205"/>
              <a:gd name="connsiteX93" fmla="*/ 3812162 w 12192000"/>
              <a:gd name="connsiteY93" fmla="*/ 1875501 h 2240205"/>
              <a:gd name="connsiteX94" fmla="*/ 3758105 w 12192000"/>
              <a:gd name="connsiteY94" fmla="*/ 1871856 h 2240205"/>
              <a:gd name="connsiteX95" fmla="*/ 3567259 w 12192000"/>
              <a:gd name="connsiteY95" fmla="*/ 1893482 h 2240205"/>
              <a:gd name="connsiteX96" fmla="*/ 3405770 w 12192000"/>
              <a:gd name="connsiteY96" fmla="*/ 1904591 h 2240205"/>
              <a:gd name="connsiteX97" fmla="*/ 3280097 w 12192000"/>
              <a:gd name="connsiteY97" fmla="*/ 1919610 h 2240205"/>
              <a:gd name="connsiteX98" fmla="*/ 3009910 w 12192000"/>
              <a:gd name="connsiteY98" fmla="*/ 1957866 h 2240205"/>
              <a:gd name="connsiteX99" fmla="*/ 2995934 w 12192000"/>
              <a:gd name="connsiteY99" fmla="*/ 1967085 h 2240205"/>
              <a:gd name="connsiteX100" fmla="*/ 2942858 w 12192000"/>
              <a:gd name="connsiteY100" fmla="*/ 1981367 h 2240205"/>
              <a:gd name="connsiteX101" fmla="*/ 2875436 w 12192000"/>
              <a:gd name="connsiteY101" fmla="*/ 1996977 h 2240205"/>
              <a:gd name="connsiteX102" fmla="*/ 2874892 w 12192000"/>
              <a:gd name="connsiteY102" fmla="*/ 1996085 h 2240205"/>
              <a:gd name="connsiteX103" fmla="*/ 2843662 w 12192000"/>
              <a:gd name="connsiteY103" fmla="*/ 1992498 h 2240205"/>
              <a:gd name="connsiteX104" fmla="*/ 2718916 w 12192000"/>
              <a:gd name="connsiteY104" fmla="*/ 1990867 h 2240205"/>
              <a:gd name="connsiteX105" fmla="*/ 2713522 w 12192000"/>
              <a:gd name="connsiteY105" fmla="*/ 1990173 h 2240205"/>
              <a:gd name="connsiteX106" fmla="*/ 2476147 w 12192000"/>
              <a:gd name="connsiteY106" fmla="*/ 1998305 h 2240205"/>
              <a:gd name="connsiteX107" fmla="*/ 2373568 w 12192000"/>
              <a:gd name="connsiteY107" fmla="*/ 2003219 h 2240205"/>
              <a:gd name="connsiteX108" fmla="*/ 2287219 w 12192000"/>
              <a:gd name="connsiteY108" fmla="*/ 1998750 h 2240205"/>
              <a:gd name="connsiteX109" fmla="*/ 2243069 w 12192000"/>
              <a:gd name="connsiteY109" fmla="*/ 2005321 h 2240205"/>
              <a:gd name="connsiteX110" fmla="*/ 2164831 w 12192000"/>
              <a:gd name="connsiteY110" fmla="*/ 2010143 h 2240205"/>
              <a:gd name="connsiteX111" fmla="*/ 2085228 w 12192000"/>
              <a:gd name="connsiteY111" fmla="*/ 2046431 h 2240205"/>
              <a:gd name="connsiteX112" fmla="*/ 2058061 w 12192000"/>
              <a:gd name="connsiteY112" fmla="*/ 2047942 h 2240205"/>
              <a:gd name="connsiteX113" fmla="*/ 2042244 w 12192000"/>
              <a:gd name="connsiteY113" fmla="*/ 2055560 h 2240205"/>
              <a:gd name="connsiteX114" fmla="*/ 1877728 w 12192000"/>
              <a:gd name="connsiteY114" fmla="*/ 2101004 h 2240205"/>
              <a:gd name="connsiteX115" fmla="*/ 1759056 w 12192000"/>
              <a:gd name="connsiteY115" fmla="*/ 2125608 h 2240205"/>
              <a:gd name="connsiteX116" fmla="*/ 1637948 w 12192000"/>
              <a:gd name="connsiteY116" fmla="*/ 2172597 h 2240205"/>
              <a:gd name="connsiteX117" fmla="*/ 1434549 w 12192000"/>
              <a:gd name="connsiteY117" fmla="*/ 2234522 h 2240205"/>
              <a:gd name="connsiteX118" fmla="*/ 1370962 w 12192000"/>
              <a:gd name="connsiteY118" fmla="*/ 2237474 h 2240205"/>
              <a:gd name="connsiteX119" fmla="*/ 1356367 w 12192000"/>
              <a:gd name="connsiteY119" fmla="*/ 2235089 h 2240205"/>
              <a:gd name="connsiteX120" fmla="*/ 1279765 w 12192000"/>
              <a:gd name="connsiteY120" fmla="*/ 2229639 h 2240205"/>
              <a:gd name="connsiteX121" fmla="*/ 1195347 w 12192000"/>
              <a:gd name="connsiteY121" fmla="*/ 2212354 h 2240205"/>
              <a:gd name="connsiteX122" fmla="*/ 970251 w 12192000"/>
              <a:gd name="connsiteY122" fmla="*/ 2221029 h 2240205"/>
              <a:gd name="connsiteX123" fmla="*/ 812914 w 12192000"/>
              <a:gd name="connsiteY123" fmla="*/ 2210095 h 2240205"/>
              <a:gd name="connsiteX124" fmla="*/ 776382 w 12192000"/>
              <a:gd name="connsiteY124" fmla="*/ 2204512 h 2240205"/>
              <a:gd name="connsiteX125" fmla="*/ 597225 w 12192000"/>
              <a:gd name="connsiteY125" fmla="*/ 2180999 h 2240205"/>
              <a:gd name="connsiteX126" fmla="*/ 520671 w 12192000"/>
              <a:gd name="connsiteY126" fmla="*/ 2180980 h 2240205"/>
              <a:gd name="connsiteX127" fmla="*/ 515024 w 12192000"/>
              <a:gd name="connsiteY127" fmla="*/ 2179258 h 2240205"/>
              <a:gd name="connsiteX128" fmla="*/ 413835 w 12192000"/>
              <a:gd name="connsiteY128" fmla="*/ 2156783 h 2240205"/>
              <a:gd name="connsiteX129" fmla="*/ 376513 w 12192000"/>
              <a:gd name="connsiteY129" fmla="*/ 2154014 h 2240205"/>
              <a:gd name="connsiteX130" fmla="*/ 273386 w 12192000"/>
              <a:gd name="connsiteY130" fmla="*/ 2142551 h 2240205"/>
              <a:gd name="connsiteX131" fmla="*/ 77641 w 12192000"/>
              <a:gd name="connsiteY131" fmla="*/ 2126835 h 2240205"/>
              <a:gd name="connsiteX132" fmla="*/ 37645 w 12192000"/>
              <a:gd name="connsiteY132" fmla="*/ 2115401 h 2240205"/>
              <a:gd name="connsiteX133" fmla="*/ 4572 w 12192000"/>
              <a:gd name="connsiteY133" fmla="*/ 2111091 h 2240205"/>
              <a:gd name="connsiteX134" fmla="*/ 0 w 12192000"/>
              <a:gd name="connsiteY134" fmla="*/ 2110468 h 2240205"/>
              <a:gd name="connsiteX135" fmla="*/ 0 w 12192000"/>
              <a:gd name="connsiteY13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42099 w 12192000"/>
              <a:gd name="connsiteY40" fmla="*/ 1336332 h 2240205"/>
              <a:gd name="connsiteX41" fmla="*/ 7902328 w 12192000"/>
              <a:gd name="connsiteY41" fmla="*/ 1345865 h 2240205"/>
              <a:gd name="connsiteX42" fmla="*/ 7840612 w 12192000"/>
              <a:gd name="connsiteY42" fmla="*/ 1369373 h 2240205"/>
              <a:gd name="connsiteX43" fmla="*/ 7786819 w 12192000"/>
              <a:gd name="connsiteY43" fmla="*/ 1378970 h 2240205"/>
              <a:gd name="connsiteX44" fmla="*/ 7548172 w 12192000"/>
              <a:gd name="connsiteY44" fmla="*/ 1417460 h 2240205"/>
              <a:gd name="connsiteX45" fmla="*/ 7483437 w 12192000"/>
              <a:gd name="connsiteY45" fmla="*/ 1478152 h 2240205"/>
              <a:gd name="connsiteX46" fmla="*/ 7377870 w 12192000"/>
              <a:gd name="connsiteY46" fmla="*/ 1523319 h 2240205"/>
              <a:gd name="connsiteX47" fmla="*/ 7230737 w 12192000"/>
              <a:gd name="connsiteY47" fmla="*/ 1562633 h 2240205"/>
              <a:gd name="connsiteX48" fmla="*/ 7224458 w 12192000"/>
              <a:gd name="connsiteY48" fmla="*/ 1573008 h 2240205"/>
              <a:gd name="connsiteX49" fmla="*/ 7183121 w 12192000"/>
              <a:gd name="connsiteY49" fmla="*/ 1595162 h 2240205"/>
              <a:gd name="connsiteX50" fmla="*/ 7164601 w 12192000"/>
              <a:gd name="connsiteY50" fmla="*/ 1606490 h 2240205"/>
              <a:gd name="connsiteX51" fmla="*/ 6900177 w 12192000"/>
              <a:gd name="connsiteY51" fmla="*/ 1636016 h 2240205"/>
              <a:gd name="connsiteX52" fmla="*/ 6795372 w 12192000"/>
              <a:gd name="connsiteY52" fmla="*/ 1644845 h 2240205"/>
              <a:gd name="connsiteX53" fmla="*/ 6692251 w 12192000"/>
              <a:gd name="connsiteY53" fmla="*/ 1656357 h 2240205"/>
              <a:gd name="connsiteX54" fmla="*/ 6655235 w 12192000"/>
              <a:gd name="connsiteY54" fmla="*/ 1661869 h 2240205"/>
              <a:gd name="connsiteX55" fmla="*/ 6554894 w 12192000"/>
              <a:gd name="connsiteY55" fmla="*/ 1664428 h 2240205"/>
              <a:gd name="connsiteX56" fmla="*/ 6516595 w 12192000"/>
              <a:gd name="connsiteY56" fmla="*/ 1667475 h 2240205"/>
              <a:gd name="connsiteX57" fmla="*/ 6508541 w 12192000"/>
              <a:gd name="connsiteY57" fmla="*/ 1668757 h 2240205"/>
              <a:gd name="connsiteX58" fmla="*/ 6471012 w 12192000"/>
              <a:gd name="connsiteY58" fmla="*/ 1678604 h 2240205"/>
              <a:gd name="connsiteX59" fmla="*/ 6364035 w 12192000"/>
              <a:gd name="connsiteY59" fmla="*/ 1667683 h 2240205"/>
              <a:gd name="connsiteX60" fmla="*/ 6243319 w 12192000"/>
              <a:gd name="connsiteY60" fmla="*/ 1695560 h 2240205"/>
              <a:gd name="connsiteX61" fmla="*/ 6098321 w 12192000"/>
              <a:gd name="connsiteY61" fmla="*/ 1721646 h 2240205"/>
              <a:gd name="connsiteX62" fmla="*/ 5880652 w 12192000"/>
              <a:gd name="connsiteY62" fmla="*/ 1779643 h 2240205"/>
              <a:gd name="connsiteX63" fmla="*/ 5785959 w 12192000"/>
              <a:gd name="connsiteY63" fmla="*/ 1775307 h 2240205"/>
              <a:gd name="connsiteX64" fmla="*/ 5643534 w 12192000"/>
              <a:gd name="connsiteY64" fmla="*/ 1802919 h 2240205"/>
              <a:gd name="connsiteX65" fmla="*/ 5518799 w 12192000"/>
              <a:gd name="connsiteY65" fmla="*/ 1818312 h 2240205"/>
              <a:gd name="connsiteX66" fmla="*/ 5505014 w 12192000"/>
              <a:gd name="connsiteY66" fmla="*/ 1819259 h 2240205"/>
              <a:gd name="connsiteX67" fmla="*/ 5453307 w 12192000"/>
              <a:gd name="connsiteY67" fmla="*/ 1815450 h 2240205"/>
              <a:gd name="connsiteX68" fmla="*/ 5221533 w 12192000"/>
              <a:gd name="connsiteY68" fmla="*/ 1846950 h 2240205"/>
              <a:gd name="connsiteX69" fmla="*/ 5149802 w 12192000"/>
              <a:gd name="connsiteY69" fmla="*/ 1844846 h 2240205"/>
              <a:gd name="connsiteX70" fmla="*/ 5114927 w 12192000"/>
              <a:gd name="connsiteY70" fmla="*/ 1847827 h 2240205"/>
              <a:gd name="connsiteX71" fmla="*/ 5108970 w 12192000"/>
              <a:gd name="connsiteY71" fmla="*/ 1847935 h 2240205"/>
              <a:gd name="connsiteX72" fmla="*/ 5067961 w 12192000"/>
              <a:gd name="connsiteY72" fmla="*/ 1845917 h 2240205"/>
              <a:gd name="connsiteX73" fmla="*/ 5007075 w 12192000"/>
              <a:gd name="connsiteY73" fmla="*/ 1838626 h 2240205"/>
              <a:gd name="connsiteX74" fmla="*/ 4944087 w 12192000"/>
              <a:gd name="connsiteY74" fmla="*/ 1823332 h 2240205"/>
              <a:gd name="connsiteX75" fmla="*/ 4907662 w 12192000"/>
              <a:gd name="connsiteY75" fmla="*/ 1816900 h 2240205"/>
              <a:gd name="connsiteX76" fmla="*/ 4882386 w 12192000"/>
              <a:gd name="connsiteY76" fmla="*/ 1809844 h 2240205"/>
              <a:gd name="connsiteX77" fmla="*/ 4811440 w 12192000"/>
              <a:gd name="connsiteY77" fmla="*/ 1804655 h 2240205"/>
              <a:gd name="connsiteX78" fmla="*/ 4691075 w 12192000"/>
              <a:gd name="connsiteY78" fmla="*/ 1801389 h 2240205"/>
              <a:gd name="connsiteX79" fmla="*/ 4640313 w 12192000"/>
              <a:gd name="connsiteY79" fmla="*/ 1784307 h 2240205"/>
              <a:gd name="connsiteX80" fmla="*/ 4536503 w 12192000"/>
              <a:gd name="connsiteY80" fmla="*/ 1785334 h 2240205"/>
              <a:gd name="connsiteX81" fmla="*/ 4513724 w 12192000"/>
              <a:gd name="connsiteY81" fmla="*/ 1791996 h 2240205"/>
              <a:gd name="connsiteX82" fmla="*/ 4459810 w 12192000"/>
              <a:gd name="connsiteY82" fmla="*/ 1797886 h 2240205"/>
              <a:gd name="connsiteX83" fmla="*/ 4379064 w 12192000"/>
              <a:gd name="connsiteY83" fmla="*/ 1817177 h 2240205"/>
              <a:gd name="connsiteX84" fmla="*/ 4290981 w 12192000"/>
              <a:gd name="connsiteY84" fmla="*/ 1839677 h 2240205"/>
              <a:gd name="connsiteX85" fmla="*/ 4238372 w 12192000"/>
              <a:gd name="connsiteY85" fmla="*/ 1851480 h 2240205"/>
              <a:gd name="connsiteX86" fmla="*/ 4232517 w 12192000"/>
              <a:gd name="connsiteY86" fmla="*/ 1852567 h 2240205"/>
              <a:gd name="connsiteX87" fmla="*/ 4191732 w 12192000"/>
              <a:gd name="connsiteY87" fmla="*/ 1857328 h 2240205"/>
              <a:gd name="connsiteX88" fmla="*/ 4065532 w 12192000"/>
              <a:gd name="connsiteY88" fmla="*/ 1855477 h 2240205"/>
              <a:gd name="connsiteX89" fmla="*/ 4028460 w 12192000"/>
              <a:gd name="connsiteY89" fmla="*/ 1855137 h 2240205"/>
              <a:gd name="connsiteX90" fmla="*/ 4002267 w 12192000"/>
              <a:gd name="connsiteY90" fmla="*/ 1852352 h 2240205"/>
              <a:gd name="connsiteX91" fmla="*/ 3931396 w 12192000"/>
              <a:gd name="connsiteY91" fmla="*/ 1858915 h 2240205"/>
              <a:gd name="connsiteX92" fmla="*/ 3812162 w 12192000"/>
              <a:gd name="connsiteY92" fmla="*/ 1875501 h 2240205"/>
              <a:gd name="connsiteX93" fmla="*/ 3758105 w 12192000"/>
              <a:gd name="connsiteY93" fmla="*/ 1871856 h 2240205"/>
              <a:gd name="connsiteX94" fmla="*/ 3567259 w 12192000"/>
              <a:gd name="connsiteY94" fmla="*/ 1893482 h 2240205"/>
              <a:gd name="connsiteX95" fmla="*/ 3405770 w 12192000"/>
              <a:gd name="connsiteY95" fmla="*/ 1904591 h 2240205"/>
              <a:gd name="connsiteX96" fmla="*/ 3280097 w 12192000"/>
              <a:gd name="connsiteY96" fmla="*/ 1919610 h 2240205"/>
              <a:gd name="connsiteX97" fmla="*/ 3009910 w 12192000"/>
              <a:gd name="connsiteY97" fmla="*/ 1957866 h 2240205"/>
              <a:gd name="connsiteX98" fmla="*/ 2995934 w 12192000"/>
              <a:gd name="connsiteY98" fmla="*/ 1967085 h 2240205"/>
              <a:gd name="connsiteX99" fmla="*/ 2942858 w 12192000"/>
              <a:gd name="connsiteY99" fmla="*/ 1981367 h 2240205"/>
              <a:gd name="connsiteX100" fmla="*/ 2875436 w 12192000"/>
              <a:gd name="connsiteY100" fmla="*/ 1996977 h 2240205"/>
              <a:gd name="connsiteX101" fmla="*/ 2874892 w 12192000"/>
              <a:gd name="connsiteY101" fmla="*/ 1996085 h 2240205"/>
              <a:gd name="connsiteX102" fmla="*/ 2843662 w 12192000"/>
              <a:gd name="connsiteY102" fmla="*/ 1992498 h 2240205"/>
              <a:gd name="connsiteX103" fmla="*/ 2718916 w 12192000"/>
              <a:gd name="connsiteY103" fmla="*/ 1990867 h 2240205"/>
              <a:gd name="connsiteX104" fmla="*/ 2713522 w 12192000"/>
              <a:gd name="connsiteY104" fmla="*/ 1990173 h 2240205"/>
              <a:gd name="connsiteX105" fmla="*/ 2476147 w 12192000"/>
              <a:gd name="connsiteY105" fmla="*/ 1998305 h 2240205"/>
              <a:gd name="connsiteX106" fmla="*/ 2373568 w 12192000"/>
              <a:gd name="connsiteY106" fmla="*/ 2003219 h 2240205"/>
              <a:gd name="connsiteX107" fmla="*/ 2287219 w 12192000"/>
              <a:gd name="connsiteY107" fmla="*/ 1998750 h 2240205"/>
              <a:gd name="connsiteX108" fmla="*/ 2243069 w 12192000"/>
              <a:gd name="connsiteY108" fmla="*/ 2005321 h 2240205"/>
              <a:gd name="connsiteX109" fmla="*/ 2164831 w 12192000"/>
              <a:gd name="connsiteY109" fmla="*/ 2010143 h 2240205"/>
              <a:gd name="connsiteX110" fmla="*/ 2085228 w 12192000"/>
              <a:gd name="connsiteY110" fmla="*/ 2046431 h 2240205"/>
              <a:gd name="connsiteX111" fmla="*/ 2058061 w 12192000"/>
              <a:gd name="connsiteY111" fmla="*/ 2047942 h 2240205"/>
              <a:gd name="connsiteX112" fmla="*/ 2042244 w 12192000"/>
              <a:gd name="connsiteY112" fmla="*/ 2055560 h 2240205"/>
              <a:gd name="connsiteX113" fmla="*/ 1877728 w 12192000"/>
              <a:gd name="connsiteY113" fmla="*/ 2101004 h 2240205"/>
              <a:gd name="connsiteX114" fmla="*/ 1759056 w 12192000"/>
              <a:gd name="connsiteY114" fmla="*/ 2125608 h 2240205"/>
              <a:gd name="connsiteX115" fmla="*/ 1637948 w 12192000"/>
              <a:gd name="connsiteY115" fmla="*/ 2172597 h 2240205"/>
              <a:gd name="connsiteX116" fmla="*/ 1434549 w 12192000"/>
              <a:gd name="connsiteY116" fmla="*/ 2234522 h 2240205"/>
              <a:gd name="connsiteX117" fmla="*/ 1370962 w 12192000"/>
              <a:gd name="connsiteY117" fmla="*/ 2237474 h 2240205"/>
              <a:gd name="connsiteX118" fmla="*/ 1356367 w 12192000"/>
              <a:gd name="connsiteY118" fmla="*/ 2235089 h 2240205"/>
              <a:gd name="connsiteX119" fmla="*/ 1279765 w 12192000"/>
              <a:gd name="connsiteY119" fmla="*/ 2229639 h 2240205"/>
              <a:gd name="connsiteX120" fmla="*/ 1195347 w 12192000"/>
              <a:gd name="connsiteY120" fmla="*/ 2212354 h 2240205"/>
              <a:gd name="connsiteX121" fmla="*/ 970251 w 12192000"/>
              <a:gd name="connsiteY121" fmla="*/ 2221029 h 2240205"/>
              <a:gd name="connsiteX122" fmla="*/ 812914 w 12192000"/>
              <a:gd name="connsiteY122" fmla="*/ 2210095 h 2240205"/>
              <a:gd name="connsiteX123" fmla="*/ 776382 w 12192000"/>
              <a:gd name="connsiteY123" fmla="*/ 2204512 h 2240205"/>
              <a:gd name="connsiteX124" fmla="*/ 597225 w 12192000"/>
              <a:gd name="connsiteY124" fmla="*/ 2180999 h 2240205"/>
              <a:gd name="connsiteX125" fmla="*/ 520671 w 12192000"/>
              <a:gd name="connsiteY125" fmla="*/ 2180980 h 2240205"/>
              <a:gd name="connsiteX126" fmla="*/ 515024 w 12192000"/>
              <a:gd name="connsiteY126" fmla="*/ 2179258 h 2240205"/>
              <a:gd name="connsiteX127" fmla="*/ 413835 w 12192000"/>
              <a:gd name="connsiteY127" fmla="*/ 2156783 h 2240205"/>
              <a:gd name="connsiteX128" fmla="*/ 376513 w 12192000"/>
              <a:gd name="connsiteY128" fmla="*/ 2154014 h 2240205"/>
              <a:gd name="connsiteX129" fmla="*/ 273386 w 12192000"/>
              <a:gd name="connsiteY129" fmla="*/ 2142551 h 2240205"/>
              <a:gd name="connsiteX130" fmla="*/ 77641 w 12192000"/>
              <a:gd name="connsiteY130" fmla="*/ 2126835 h 2240205"/>
              <a:gd name="connsiteX131" fmla="*/ 37645 w 12192000"/>
              <a:gd name="connsiteY131" fmla="*/ 2115401 h 2240205"/>
              <a:gd name="connsiteX132" fmla="*/ 4572 w 12192000"/>
              <a:gd name="connsiteY132" fmla="*/ 2111091 h 2240205"/>
              <a:gd name="connsiteX133" fmla="*/ 0 w 12192000"/>
              <a:gd name="connsiteY133" fmla="*/ 2110468 h 2240205"/>
              <a:gd name="connsiteX134" fmla="*/ 0 w 12192000"/>
              <a:gd name="connsiteY13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42099 w 12192000"/>
              <a:gd name="connsiteY40" fmla="*/ 1336332 h 2240205"/>
              <a:gd name="connsiteX41" fmla="*/ 7902328 w 12192000"/>
              <a:gd name="connsiteY41" fmla="*/ 1345865 h 2240205"/>
              <a:gd name="connsiteX42" fmla="*/ 7840612 w 12192000"/>
              <a:gd name="connsiteY42" fmla="*/ 1369373 h 2240205"/>
              <a:gd name="connsiteX43" fmla="*/ 7786819 w 12192000"/>
              <a:gd name="connsiteY43" fmla="*/ 1378970 h 2240205"/>
              <a:gd name="connsiteX44" fmla="*/ 7548172 w 12192000"/>
              <a:gd name="connsiteY44" fmla="*/ 1417460 h 2240205"/>
              <a:gd name="connsiteX45" fmla="*/ 7483437 w 12192000"/>
              <a:gd name="connsiteY45" fmla="*/ 1478152 h 2240205"/>
              <a:gd name="connsiteX46" fmla="*/ 7377870 w 12192000"/>
              <a:gd name="connsiteY46" fmla="*/ 1523319 h 2240205"/>
              <a:gd name="connsiteX47" fmla="*/ 7230737 w 12192000"/>
              <a:gd name="connsiteY47" fmla="*/ 1562633 h 2240205"/>
              <a:gd name="connsiteX48" fmla="*/ 7224458 w 12192000"/>
              <a:gd name="connsiteY48" fmla="*/ 1573008 h 2240205"/>
              <a:gd name="connsiteX49" fmla="*/ 7183121 w 12192000"/>
              <a:gd name="connsiteY49" fmla="*/ 1595162 h 2240205"/>
              <a:gd name="connsiteX50" fmla="*/ 7164601 w 12192000"/>
              <a:gd name="connsiteY50" fmla="*/ 1606490 h 2240205"/>
              <a:gd name="connsiteX51" fmla="*/ 6900177 w 12192000"/>
              <a:gd name="connsiteY51" fmla="*/ 1636016 h 2240205"/>
              <a:gd name="connsiteX52" fmla="*/ 6795372 w 12192000"/>
              <a:gd name="connsiteY52" fmla="*/ 1644845 h 2240205"/>
              <a:gd name="connsiteX53" fmla="*/ 6692251 w 12192000"/>
              <a:gd name="connsiteY53" fmla="*/ 1656357 h 2240205"/>
              <a:gd name="connsiteX54" fmla="*/ 6655235 w 12192000"/>
              <a:gd name="connsiteY54" fmla="*/ 1661869 h 2240205"/>
              <a:gd name="connsiteX55" fmla="*/ 6554894 w 12192000"/>
              <a:gd name="connsiteY55" fmla="*/ 1664428 h 2240205"/>
              <a:gd name="connsiteX56" fmla="*/ 6516595 w 12192000"/>
              <a:gd name="connsiteY56" fmla="*/ 1667475 h 2240205"/>
              <a:gd name="connsiteX57" fmla="*/ 6508541 w 12192000"/>
              <a:gd name="connsiteY57" fmla="*/ 1668757 h 2240205"/>
              <a:gd name="connsiteX58" fmla="*/ 6471012 w 12192000"/>
              <a:gd name="connsiteY58" fmla="*/ 1678604 h 2240205"/>
              <a:gd name="connsiteX59" fmla="*/ 6364035 w 12192000"/>
              <a:gd name="connsiteY59" fmla="*/ 1667683 h 2240205"/>
              <a:gd name="connsiteX60" fmla="*/ 6243319 w 12192000"/>
              <a:gd name="connsiteY60" fmla="*/ 1695560 h 2240205"/>
              <a:gd name="connsiteX61" fmla="*/ 6098321 w 12192000"/>
              <a:gd name="connsiteY61" fmla="*/ 1721646 h 2240205"/>
              <a:gd name="connsiteX62" fmla="*/ 5880652 w 12192000"/>
              <a:gd name="connsiteY62" fmla="*/ 1779643 h 2240205"/>
              <a:gd name="connsiteX63" fmla="*/ 5785959 w 12192000"/>
              <a:gd name="connsiteY63" fmla="*/ 1775307 h 2240205"/>
              <a:gd name="connsiteX64" fmla="*/ 5643534 w 12192000"/>
              <a:gd name="connsiteY64" fmla="*/ 1802919 h 2240205"/>
              <a:gd name="connsiteX65" fmla="*/ 5518799 w 12192000"/>
              <a:gd name="connsiteY65" fmla="*/ 1818312 h 2240205"/>
              <a:gd name="connsiteX66" fmla="*/ 5505014 w 12192000"/>
              <a:gd name="connsiteY66" fmla="*/ 1819259 h 2240205"/>
              <a:gd name="connsiteX67" fmla="*/ 5453307 w 12192000"/>
              <a:gd name="connsiteY67" fmla="*/ 1815450 h 2240205"/>
              <a:gd name="connsiteX68" fmla="*/ 5221533 w 12192000"/>
              <a:gd name="connsiteY68" fmla="*/ 1846950 h 2240205"/>
              <a:gd name="connsiteX69" fmla="*/ 5149802 w 12192000"/>
              <a:gd name="connsiteY69" fmla="*/ 1844846 h 2240205"/>
              <a:gd name="connsiteX70" fmla="*/ 5114927 w 12192000"/>
              <a:gd name="connsiteY70" fmla="*/ 1847827 h 2240205"/>
              <a:gd name="connsiteX71" fmla="*/ 5108970 w 12192000"/>
              <a:gd name="connsiteY71" fmla="*/ 1847935 h 2240205"/>
              <a:gd name="connsiteX72" fmla="*/ 5067961 w 12192000"/>
              <a:gd name="connsiteY72" fmla="*/ 1845917 h 2240205"/>
              <a:gd name="connsiteX73" fmla="*/ 5007075 w 12192000"/>
              <a:gd name="connsiteY73" fmla="*/ 1838626 h 2240205"/>
              <a:gd name="connsiteX74" fmla="*/ 4944087 w 12192000"/>
              <a:gd name="connsiteY74" fmla="*/ 1823332 h 2240205"/>
              <a:gd name="connsiteX75" fmla="*/ 4907662 w 12192000"/>
              <a:gd name="connsiteY75" fmla="*/ 1816900 h 2240205"/>
              <a:gd name="connsiteX76" fmla="*/ 4882386 w 12192000"/>
              <a:gd name="connsiteY76" fmla="*/ 1809844 h 2240205"/>
              <a:gd name="connsiteX77" fmla="*/ 4811440 w 12192000"/>
              <a:gd name="connsiteY77" fmla="*/ 1804655 h 2240205"/>
              <a:gd name="connsiteX78" fmla="*/ 4691075 w 12192000"/>
              <a:gd name="connsiteY78" fmla="*/ 1801389 h 2240205"/>
              <a:gd name="connsiteX79" fmla="*/ 4640313 w 12192000"/>
              <a:gd name="connsiteY79" fmla="*/ 1784307 h 2240205"/>
              <a:gd name="connsiteX80" fmla="*/ 4536503 w 12192000"/>
              <a:gd name="connsiteY80" fmla="*/ 1785334 h 2240205"/>
              <a:gd name="connsiteX81" fmla="*/ 4513724 w 12192000"/>
              <a:gd name="connsiteY81" fmla="*/ 1791996 h 2240205"/>
              <a:gd name="connsiteX82" fmla="*/ 4459810 w 12192000"/>
              <a:gd name="connsiteY82" fmla="*/ 1797886 h 2240205"/>
              <a:gd name="connsiteX83" fmla="*/ 4379064 w 12192000"/>
              <a:gd name="connsiteY83" fmla="*/ 1817177 h 2240205"/>
              <a:gd name="connsiteX84" fmla="*/ 4290981 w 12192000"/>
              <a:gd name="connsiteY84" fmla="*/ 1839677 h 2240205"/>
              <a:gd name="connsiteX85" fmla="*/ 4238372 w 12192000"/>
              <a:gd name="connsiteY85" fmla="*/ 1851480 h 2240205"/>
              <a:gd name="connsiteX86" fmla="*/ 4232517 w 12192000"/>
              <a:gd name="connsiteY86" fmla="*/ 1852567 h 2240205"/>
              <a:gd name="connsiteX87" fmla="*/ 4191732 w 12192000"/>
              <a:gd name="connsiteY87" fmla="*/ 1857328 h 2240205"/>
              <a:gd name="connsiteX88" fmla="*/ 4065532 w 12192000"/>
              <a:gd name="connsiteY88" fmla="*/ 1855477 h 2240205"/>
              <a:gd name="connsiteX89" fmla="*/ 4028460 w 12192000"/>
              <a:gd name="connsiteY89" fmla="*/ 1855137 h 2240205"/>
              <a:gd name="connsiteX90" fmla="*/ 4002267 w 12192000"/>
              <a:gd name="connsiteY90" fmla="*/ 1852352 h 2240205"/>
              <a:gd name="connsiteX91" fmla="*/ 3931396 w 12192000"/>
              <a:gd name="connsiteY91" fmla="*/ 1858915 h 2240205"/>
              <a:gd name="connsiteX92" fmla="*/ 3812162 w 12192000"/>
              <a:gd name="connsiteY92" fmla="*/ 1875501 h 2240205"/>
              <a:gd name="connsiteX93" fmla="*/ 3758105 w 12192000"/>
              <a:gd name="connsiteY93" fmla="*/ 1871856 h 2240205"/>
              <a:gd name="connsiteX94" fmla="*/ 3567259 w 12192000"/>
              <a:gd name="connsiteY94" fmla="*/ 1893482 h 2240205"/>
              <a:gd name="connsiteX95" fmla="*/ 3405770 w 12192000"/>
              <a:gd name="connsiteY95" fmla="*/ 1904591 h 2240205"/>
              <a:gd name="connsiteX96" fmla="*/ 3280097 w 12192000"/>
              <a:gd name="connsiteY96" fmla="*/ 1919610 h 2240205"/>
              <a:gd name="connsiteX97" fmla="*/ 3009910 w 12192000"/>
              <a:gd name="connsiteY97" fmla="*/ 1957866 h 2240205"/>
              <a:gd name="connsiteX98" fmla="*/ 2995934 w 12192000"/>
              <a:gd name="connsiteY98" fmla="*/ 1967085 h 2240205"/>
              <a:gd name="connsiteX99" fmla="*/ 2942858 w 12192000"/>
              <a:gd name="connsiteY99" fmla="*/ 1981367 h 2240205"/>
              <a:gd name="connsiteX100" fmla="*/ 2875436 w 12192000"/>
              <a:gd name="connsiteY100" fmla="*/ 1996977 h 2240205"/>
              <a:gd name="connsiteX101" fmla="*/ 2874892 w 12192000"/>
              <a:gd name="connsiteY101" fmla="*/ 1996085 h 2240205"/>
              <a:gd name="connsiteX102" fmla="*/ 2843662 w 12192000"/>
              <a:gd name="connsiteY102" fmla="*/ 1992498 h 2240205"/>
              <a:gd name="connsiteX103" fmla="*/ 2718916 w 12192000"/>
              <a:gd name="connsiteY103" fmla="*/ 1990867 h 2240205"/>
              <a:gd name="connsiteX104" fmla="*/ 2713522 w 12192000"/>
              <a:gd name="connsiteY104" fmla="*/ 1990173 h 2240205"/>
              <a:gd name="connsiteX105" fmla="*/ 2476147 w 12192000"/>
              <a:gd name="connsiteY105" fmla="*/ 1998305 h 2240205"/>
              <a:gd name="connsiteX106" fmla="*/ 2373568 w 12192000"/>
              <a:gd name="connsiteY106" fmla="*/ 2003219 h 2240205"/>
              <a:gd name="connsiteX107" fmla="*/ 2287219 w 12192000"/>
              <a:gd name="connsiteY107" fmla="*/ 1998750 h 2240205"/>
              <a:gd name="connsiteX108" fmla="*/ 2243069 w 12192000"/>
              <a:gd name="connsiteY108" fmla="*/ 2005321 h 2240205"/>
              <a:gd name="connsiteX109" fmla="*/ 2164831 w 12192000"/>
              <a:gd name="connsiteY109" fmla="*/ 2010143 h 2240205"/>
              <a:gd name="connsiteX110" fmla="*/ 2085228 w 12192000"/>
              <a:gd name="connsiteY110" fmla="*/ 2046431 h 2240205"/>
              <a:gd name="connsiteX111" fmla="*/ 2058061 w 12192000"/>
              <a:gd name="connsiteY111" fmla="*/ 2047942 h 2240205"/>
              <a:gd name="connsiteX112" fmla="*/ 2042244 w 12192000"/>
              <a:gd name="connsiteY112" fmla="*/ 2055560 h 2240205"/>
              <a:gd name="connsiteX113" fmla="*/ 1877728 w 12192000"/>
              <a:gd name="connsiteY113" fmla="*/ 2101004 h 2240205"/>
              <a:gd name="connsiteX114" fmla="*/ 1759056 w 12192000"/>
              <a:gd name="connsiteY114" fmla="*/ 2125608 h 2240205"/>
              <a:gd name="connsiteX115" fmla="*/ 1637948 w 12192000"/>
              <a:gd name="connsiteY115" fmla="*/ 2172597 h 2240205"/>
              <a:gd name="connsiteX116" fmla="*/ 1434549 w 12192000"/>
              <a:gd name="connsiteY116" fmla="*/ 2234522 h 2240205"/>
              <a:gd name="connsiteX117" fmla="*/ 1370962 w 12192000"/>
              <a:gd name="connsiteY117" fmla="*/ 2237474 h 2240205"/>
              <a:gd name="connsiteX118" fmla="*/ 1356367 w 12192000"/>
              <a:gd name="connsiteY118" fmla="*/ 2235089 h 2240205"/>
              <a:gd name="connsiteX119" fmla="*/ 1279765 w 12192000"/>
              <a:gd name="connsiteY119" fmla="*/ 2229639 h 2240205"/>
              <a:gd name="connsiteX120" fmla="*/ 1195347 w 12192000"/>
              <a:gd name="connsiteY120" fmla="*/ 2212354 h 2240205"/>
              <a:gd name="connsiteX121" fmla="*/ 970251 w 12192000"/>
              <a:gd name="connsiteY121" fmla="*/ 2221029 h 2240205"/>
              <a:gd name="connsiteX122" fmla="*/ 812914 w 12192000"/>
              <a:gd name="connsiteY122" fmla="*/ 2210095 h 2240205"/>
              <a:gd name="connsiteX123" fmla="*/ 776382 w 12192000"/>
              <a:gd name="connsiteY123" fmla="*/ 2204512 h 2240205"/>
              <a:gd name="connsiteX124" fmla="*/ 597225 w 12192000"/>
              <a:gd name="connsiteY124" fmla="*/ 2180999 h 2240205"/>
              <a:gd name="connsiteX125" fmla="*/ 520671 w 12192000"/>
              <a:gd name="connsiteY125" fmla="*/ 2180980 h 2240205"/>
              <a:gd name="connsiteX126" fmla="*/ 515024 w 12192000"/>
              <a:gd name="connsiteY126" fmla="*/ 2179258 h 2240205"/>
              <a:gd name="connsiteX127" fmla="*/ 413835 w 12192000"/>
              <a:gd name="connsiteY127" fmla="*/ 2156783 h 2240205"/>
              <a:gd name="connsiteX128" fmla="*/ 376513 w 12192000"/>
              <a:gd name="connsiteY128" fmla="*/ 2154014 h 2240205"/>
              <a:gd name="connsiteX129" fmla="*/ 273386 w 12192000"/>
              <a:gd name="connsiteY129" fmla="*/ 2142551 h 2240205"/>
              <a:gd name="connsiteX130" fmla="*/ 77641 w 12192000"/>
              <a:gd name="connsiteY130" fmla="*/ 2126835 h 2240205"/>
              <a:gd name="connsiteX131" fmla="*/ 37645 w 12192000"/>
              <a:gd name="connsiteY131" fmla="*/ 2115401 h 2240205"/>
              <a:gd name="connsiteX132" fmla="*/ 4572 w 12192000"/>
              <a:gd name="connsiteY132" fmla="*/ 2111091 h 2240205"/>
              <a:gd name="connsiteX133" fmla="*/ 0 w 12192000"/>
              <a:gd name="connsiteY133" fmla="*/ 2110468 h 2240205"/>
              <a:gd name="connsiteX134" fmla="*/ 0 w 12192000"/>
              <a:gd name="connsiteY13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02328 w 12192000"/>
              <a:gd name="connsiteY40" fmla="*/ 1345865 h 2240205"/>
              <a:gd name="connsiteX41" fmla="*/ 7840612 w 12192000"/>
              <a:gd name="connsiteY41" fmla="*/ 1369373 h 2240205"/>
              <a:gd name="connsiteX42" fmla="*/ 7786819 w 12192000"/>
              <a:gd name="connsiteY42" fmla="*/ 1378970 h 2240205"/>
              <a:gd name="connsiteX43" fmla="*/ 7548172 w 12192000"/>
              <a:gd name="connsiteY43" fmla="*/ 1417460 h 2240205"/>
              <a:gd name="connsiteX44" fmla="*/ 7483437 w 12192000"/>
              <a:gd name="connsiteY44" fmla="*/ 1478152 h 2240205"/>
              <a:gd name="connsiteX45" fmla="*/ 7377870 w 12192000"/>
              <a:gd name="connsiteY45" fmla="*/ 1523319 h 2240205"/>
              <a:gd name="connsiteX46" fmla="*/ 7230737 w 12192000"/>
              <a:gd name="connsiteY46" fmla="*/ 1562633 h 2240205"/>
              <a:gd name="connsiteX47" fmla="*/ 7224458 w 12192000"/>
              <a:gd name="connsiteY47" fmla="*/ 1573008 h 2240205"/>
              <a:gd name="connsiteX48" fmla="*/ 7183121 w 12192000"/>
              <a:gd name="connsiteY48" fmla="*/ 1595162 h 2240205"/>
              <a:gd name="connsiteX49" fmla="*/ 7164601 w 12192000"/>
              <a:gd name="connsiteY49" fmla="*/ 1606490 h 2240205"/>
              <a:gd name="connsiteX50" fmla="*/ 6900177 w 12192000"/>
              <a:gd name="connsiteY50" fmla="*/ 1636016 h 2240205"/>
              <a:gd name="connsiteX51" fmla="*/ 6795372 w 12192000"/>
              <a:gd name="connsiteY51" fmla="*/ 1644845 h 2240205"/>
              <a:gd name="connsiteX52" fmla="*/ 6692251 w 12192000"/>
              <a:gd name="connsiteY52" fmla="*/ 1656357 h 2240205"/>
              <a:gd name="connsiteX53" fmla="*/ 6655235 w 12192000"/>
              <a:gd name="connsiteY53" fmla="*/ 1661869 h 2240205"/>
              <a:gd name="connsiteX54" fmla="*/ 6554894 w 12192000"/>
              <a:gd name="connsiteY54" fmla="*/ 1664428 h 2240205"/>
              <a:gd name="connsiteX55" fmla="*/ 6516595 w 12192000"/>
              <a:gd name="connsiteY55" fmla="*/ 1667475 h 2240205"/>
              <a:gd name="connsiteX56" fmla="*/ 6508541 w 12192000"/>
              <a:gd name="connsiteY56" fmla="*/ 1668757 h 2240205"/>
              <a:gd name="connsiteX57" fmla="*/ 6471012 w 12192000"/>
              <a:gd name="connsiteY57" fmla="*/ 1678604 h 2240205"/>
              <a:gd name="connsiteX58" fmla="*/ 6364035 w 12192000"/>
              <a:gd name="connsiteY58" fmla="*/ 1667683 h 2240205"/>
              <a:gd name="connsiteX59" fmla="*/ 6243319 w 12192000"/>
              <a:gd name="connsiteY59" fmla="*/ 1695560 h 2240205"/>
              <a:gd name="connsiteX60" fmla="*/ 6098321 w 12192000"/>
              <a:gd name="connsiteY60" fmla="*/ 1721646 h 2240205"/>
              <a:gd name="connsiteX61" fmla="*/ 5880652 w 12192000"/>
              <a:gd name="connsiteY61" fmla="*/ 1779643 h 2240205"/>
              <a:gd name="connsiteX62" fmla="*/ 5785959 w 12192000"/>
              <a:gd name="connsiteY62" fmla="*/ 1775307 h 2240205"/>
              <a:gd name="connsiteX63" fmla="*/ 5643534 w 12192000"/>
              <a:gd name="connsiteY63" fmla="*/ 1802919 h 2240205"/>
              <a:gd name="connsiteX64" fmla="*/ 5518799 w 12192000"/>
              <a:gd name="connsiteY64" fmla="*/ 1818312 h 2240205"/>
              <a:gd name="connsiteX65" fmla="*/ 5505014 w 12192000"/>
              <a:gd name="connsiteY65" fmla="*/ 1819259 h 2240205"/>
              <a:gd name="connsiteX66" fmla="*/ 5453307 w 12192000"/>
              <a:gd name="connsiteY66" fmla="*/ 1815450 h 2240205"/>
              <a:gd name="connsiteX67" fmla="*/ 5221533 w 12192000"/>
              <a:gd name="connsiteY67" fmla="*/ 1846950 h 2240205"/>
              <a:gd name="connsiteX68" fmla="*/ 5149802 w 12192000"/>
              <a:gd name="connsiteY68" fmla="*/ 1844846 h 2240205"/>
              <a:gd name="connsiteX69" fmla="*/ 5114927 w 12192000"/>
              <a:gd name="connsiteY69" fmla="*/ 1847827 h 2240205"/>
              <a:gd name="connsiteX70" fmla="*/ 5108970 w 12192000"/>
              <a:gd name="connsiteY70" fmla="*/ 1847935 h 2240205"/>
              <a:gd name="connsiteX71" fmla="*/ 5067961 w 12192000"/>
              <a:gd name="connsiteY71" fmla="*/ 1845917 h 2240205"/>
              <a:gd name="connsiteX72" fmla="*/ 5007075 w 12192000"/>
              <a:gd name="connsiteY72" fmla="*/ 1838626 h 2240205"/>
              <a:gd name="connsiteX73" fmla="*/ 4944087 w 12192000"/>
              <a:gd name="connsiteY73" fmla="*/ 1823332 h 2240205"/>
              <a:gd name="connsiteX74" fmla="*/ 4907662 w 12192000"/>
              <a:gd name="connsiteY74" fmla="*/ 1816900 h 2240205"/>
              <a:gd name="connsiteX75" fmla="*/ 4882386 w 12192000"/>
              <a:gd name="connsiteY75" fmla="*/ 1809844 h 2240205"/>
              <a:gd name="connsiteX76" fmla="*/ 4811440 w 12192000"/>
              <a:gd name="connsiteY76" fmla="*/ 1804655 h 2240205"/>
              <a:gd name="connsiteX77" fmla="*/ 4691075 w 12192000"/>
              <a:gd name="connsiteY77" fmla="*/ 1801389 h 2240205"/>
              <a:gd name="connsiteX78" fmla="*/ 4640313 w 12192000"/>
              <a:gd name="connsiteY78" fmla="*/ 1784307 h 2240205"/>
              <a:gd name="connsiteX79" fmla="*/ 4536503 w 12192000"/>
              <a:gd name="connsiteY79" fmla="*/ 1785334 h 2240205"/>
              <a:gd name="connsiteX80" fmla="*/ 4513724 w 12192000"/>
              <a:gd name="connsiteY80" fmla="*/ 1791996 h 2240205"/>
              <a:gd name="connsiteX81" fmla="*/ 4459810 w 12192000"/>
              <a:gd name="connsiteY81" fmla="*/ 1797886 h 2240205"/>
              <a:gd name="connsiteX82" fmla="*/ 4379064 w 12192000"/>
              <a:gd name="connsiteY82" fmla="*/ 1817177 h 2240205"/>
              <a:gd name="connsiteX83" fmla="*/ 4290981 w 12192000"/>
              <a:gd name="connsiteY83" fmla="*/ 1839677 h 2240205"/>
              <a:gd name="connsiteX84" fmla="*/ 4238372 w 12192000"/>
              <a:gd name="connsiteY84" fmla="*/ 1851480 h 2240205"/>
              <a:gd name="connsiteX85" fmla="*/ 4232517 w 12192000"/>
              <a:gd name="connsiteY85" fmla="*/ 1852567 h 2240205"/>
              <a:gd name="connsiteX86" fmla="*/ 4191732 w 12192000"/>
              <a:gd name="connsiteY86" fmla="*/ 1857328 h 2240205"/>
              <a:gd name="connsiteX87" fmla="*/ 4065532 w 12192000"/>
              <a:gd name="connsiteY87" fmla="*/ 1855477 h 2240205"/>
              <a:gd name="connsiteX88" fmla="*/ 4028460 w 12192000"/>
              <a:gd name="connsiteY88" fmla="*/ 1855137 h 2240205"/>
              <a:gd name="connsiteX89" fmla="*/ 4002267 w 12192000"/>
              <a:gd name="connsiteY89" fmla="*/ 1852352 h 2240205"/>
              <a:gd name="connsiteX90" fmla="*/ 3931396 w 12192000"/>
              <a:gd name="connsiteY90" fmla="*/ 1858915 h 2240205"/>
              <a:gd name="connsiteX91" fmla="*/ 3812162 w 12192000"/>
              <a:gd name="connsiteY91" fmla="*/ 1875501 h 2240205"/>
              <a:gd name="connsiteX92" fmla="*/ 3758105 w 12192000"/>
              <a:gd name="connsiteY92" fmla="*/ 1871856 h 2240205"/>
              <a:gd name="connsiteX93" fmla="*/ 3567259 w 12192000"/>
              <a:gd name="connsiteY93" fmla="*/ 1893482 h 2240205"/>
              <a:gd name="connsiteX94" fmla="*/ 3405770 w 12192000"/>
              <a:gd name="connsiteY94" fmla="*/ 1904591 h 2240205"/>
              <a:gd name="connsiteX95" fmla="*/ 3280097 w 12192000"/>
              <a:gd name="connsiteY95" fmla="*/ 1919610 h 2240205"/>
              <a:gd name="connsiteX96" fmla="*/ 3009910 w 12192000"/>
              <a:gd name="connsiteY96" fmla="*/ 1957866 h 2240205"/>
              <a:gd name="connsiteX97" fmla="*/ 2995934 w 12192000"/>
              <a:gd name="connsiteY97" fmla="*/ 1967085 h 2240205"/>
              <a:gd name="connsiteX98" fmla="*/ 2942858 w 12192000"/>
              <a:gd name="connsiteY98" fmla="*/ 1981367 h 2240205"/>
              <a:gd name="connsiteX99" fmla="*/ 2875436 w 12192000"/>
              <a:gd name="connsiteY99" fmla="*/ 1996977 h 2240205"/>
              <a:gd name="connsiteX100" fmla="*/ 2874892 w 12192000"/>
              <a:gd name="connsiteY100" fmla="*/ 1996085 h 2240205"/>
              <a:gd name="connsiteX101" fmla="*/ 2843662 w 12192000"/>
              <a:gd name="connsiteY101" fmla="*/ 1992498 h 2240205"/>
              <a:gd name="connsiteX102" fmla="*/ 2718916 w 12192000"/>
              <a:gd name="connsiteY102" fmla="*/ 1990867 h 2240205"/>
              <a:gd name="connsiteX103" fmla="*/ 2713522 w 12192000"/>
              <a:gd name="connsiteY103" fmla="*/ 1990173 h 2240205"/>
              <a:gd name="connsiteX104" fmla="*/ 2476147 w 12192000"/>
              <a:gd name="connsiteY104" fmla="*/ 1998305 h 2240205"/>
              <a:gd name="connsiteX105" fmla="*/ 2373568 w 12192000"/>
              <a:gd name="connsiteY105" fmla="*/ 2003219 h 2240205"/>
              <a:gd name="connsiteX106" fmla="*/ 2287219 w 12192000"/>
              <a:gd name="connsiteY106" fmla="*/ 1998750 h 2240205"/>
              <a:gd name="connsiteX107" fmla="*/ 2243069 w 12192000"/>
              <a:gd name="connsiteY107" fmla="*/ 2005321 h 2240205"/>
              <a:gd name="connsiteX108" fmla="*/ 2164831 w 12192000"/>
              <a:gd name="connsiteY108" fmla="*/ 2010143 h 2240205"/>
              <a:gd name="connsiteX109" fmla="*/ 2085228 w 12192000"/>
              <a:gd name="connsiteY109" fmla="*/ 2046431 h 2240205"/>
              <a:gd name="connsiteX110" fmla="*/ 2058061 w 12192000"/>
              <a:gd name="connsiteY110" fmla="*/ 2047942 h 2240205"/>
              <a:gd name="connsiteX111" fmla="*/ 2042244 w 12192000"/>
              <a:gd name="connsiteY111" fmla="*/ 2055560 h 2240205"/>
              <a:gd name="connsiteX112" fmla="*/ 1877728 w 12192000"/>
              <a:gd name="connsiteY112" fmla="*/ 2101004 h 2240205"/>
              <a:gd name="connsiteX113" fmla="*/ 1759056 w 12192000"/>
              <a:gd name="connsiteY113" fmla="*/ 2125608 h 2240205"/>
              <a:gd name="connsiteX114" fmla="*/ 1637948 w 12192000"/>
              <a:gd name="connsiteY114" fmla="*/ 2172597 h 2240205"/>
              <a:gd name="connsiteX115" fmla="*/ 1434549 w 12192000"/>
              <a:gd name="connsiteY115" fmla="*/ 2234522 h 2240205"/>
              <a:gd name="connsiteX116" fmla="*/ 1370962 w 12192000"/>
              <a:gd name="connsiteY116" fmla="*/ 2237474 h 2240205"/>
              <a:gd name="connsiteX117" fmla="*/ 1356367 w 12192000"/>
              <a:gd name="connsiteY117" fmla="*/ 2235089 h 2240205"/>
              <a:gd name="connsiteX118" fmla="*/ 1279765 w 12192000"/>
              <a:gd name="connsiteY118" fmla="*/ 2229639 h 2240205"/>
              <a:gd name="connsiteX119" fmla="*/ 1195347 w 12192000"/>
              <a:gd name="connsiteY119" fmla="*/ 2212354 h 2240205"/>
              <a:gd name="connsiteX120" fmla="*/ 970251 w 12192000"/>
              <a:gd name="connsiteY120" fmla="*/ 2221029 h 2240205"/>
              <a:gd name="connsiteX121" fmla="*/ 812914 w 12192000"/>
              <a:gd name="connsiteY121" fmla="*/ 2210095 h 2240205"/>
              <a:gd name="connsiteX122" fmla="*/ 776382 w 12192000"/>
              <a:gd name="connsiteY122" fmla="*/ 2204512 h 2240205"/>
              <a:gd name="connsiteX123" fmla="*/ 597225 w 12192000"/>
              <a:gd name="connsiteY123" fmla="*/ 2180999 h 2240205"/>
              <a:gd name="connsiteX124" fmla="*/ 520671 w 12192000"/>
              <a:gd name="connsiteY124" fmla="*/ 2180980 h 2240205"/>
              <a:gd name="connsiteX125" fmla="*/ 515024 w 12192000"/>
              <a:gd name="connsiteY125" fmla="*/ 2179258 h 2240205"/>
              <a:gd name="connsiteX126" fmla="*/ 413835 w 12192000"/>
              <a:gd name="connsiteY126" fmla="*/ 2156783 h 2240205"/>
              <a:gd name="connsiteX127" fmla="*/ 376513 w 12192000"/>
              <a:gd name="connsiteY127" fmla="*/ 2154014 h 2240205"/>
              <a:gd name="connsiteX128" fmla="*/ 273386 w 12192000"/>
              <a:gd name="connsiteY128" fmla="*/ 2142551 h 2240205"/>
              <a:gd name="connsiteX129" fmla="*/ 77641 w 12192000"/>
              <a:gd name="connsiteY129" fmla="*/ 2126835 h 2240205"/>
              <a:gd name="connsiteX130" fmla="*/ 37645 w 12192000"/>
              <a:gd name="connsiteY130" fmla="*/ 2115401 h 2240205"/>
              <a:gd name="connsiteX131" fmla="*/ 4572 w 12192000"/>
              <a:gd name="connsiteY131" fmla="*/ 2111091 h 2240205"/>
              <a:gd name="connsiteX132" fmla="*/ 0 w 12192000"/>
              <a:gd name="connsiteY132" fmla="*/ 2110468 h 2240205"/>
              <a:gd name="connsiteX133" fmla="*/ 0 w 12192000"/>
              <a:gd name="connsiteY133"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94438 w 12192000"/>
              <a:gd name="connsiteY20" fmla="*/ 919051 h 2240205"/>
              <a:gd name="connsiteX21" fmla="*/ 9544189 w 12192000"/>
              <a:gd name="connsiteY21" fmla="*/ 938966 h 2240205"/>
              <a:gd name="connsiteX22" fmla="*/ 9500499 w 12192000"/>
              <a:gd name="connsiteY22" fmla="*/ 954680 h 2240205"/>
              <a:gd name="connsiteX23" fmla="*/ 9410017 w 12192000"/>
              <a:gd name="connsiteY23" fmla="*/ 993931 h 2240205"/>
              <a:gd name="connsiteX24" fmla="*/ 9392919 w 12192000"/>
              <a:gd name="connsiteY24" fmla="*/ 994656 h 2240205"/>
              <a:gd name="connsiteX25" fmla="*/ 9268019 w 12192000"/>
              <a:gd name="connsiteY25" fmla="*/ 1007442 h 2240205"/>
              <a:gd name="connsiteX26" fmla="*/ 9188177 w 12192000"/>
              <a:gd name="connsiteY26" fmla="*/ 1035474 h 2240205"/>
              <a:gd name="connsiteX27" fmla="*/ 9155969 w 12192000"/>
              <a:gd name="connsiteY27" fmla="*/ 1046804 h 2240205"/>
              <a:gd name="connsiteX28" fmla="*/ 9133985 w 12192000"/>
              <a:gd name="connsiteY28" fmla="*/ 1046450 h 2240205"/>
              <a:gd name="connsiteX29" fmla="*/ 9003462 w 12192000"/>
              <a:gd name="connsiteY29" fmla="*/ 1042406 h 2240205"/>
              <a:gd name="connsiteX30" fmla="*/ 8968445 w 12192000"/>
              <a:gd name="connsiteY30" fmla="*/ 1052169 h 2240205"/>
              <a:gd name="connsiteX31" fmla="*/ 8886001 w 12192000"/>
              <a:gd name="connsiteY31" fmla="*/ 1067468 h 2240205"/>
              <a:gd name="connsiteX32" fmla="*/ 8838610 w 12192000"/>
              <a:gd name="connsiteY32" fmla="*/ 1075091 h 2240205"/>
              <a:gd name="connsiteX33" fmla="*/ 8665605 w 12192000"/>
              <a:gd name="connsiteY33" fmla="*/ 1110791 h 2240205"/>
              <a:gd name="connsiteX34" fmla="*/ 8584946 w 12192000"/>
              <a:gd name="connsiteY34" fmla="*/ 1135226 h 2240205"/>
              <a:gd name="connsiteX35" fmla="*/ 8419755 w 12192000"/>
              <a:gd name="connsiteY35" fmla="*/ 1216260 h 2240205"/>
              <a:gd name="connsiteX36" fmla="*/ 8411626 w 12192000"/>
              <a:gd name="connsiteY36" fmla="*/ 1214397 h 2240205"/>
              <a:gd name="connsiteX37" fmla="*/ 8363469 w 12192000"/>
              <a:gd name="connsiteY37" fmla="*/ 1246658 h 2240205"/>
              <a:gd name="connsiteX38" fmla="*/ 8275497 w 12192000"/>
              <a:gd name="connsiteY38" fmla="*/ 1264396 h 2240205"/>
              <a:gd name="connsiteX39" fmla="*/ 8074238 w 12192000"/>
              <a:gd name="connsiteY39" fmla="*/ 1301895 h 2240205"/>
              <a:gd name="connsiteX40" fmla="*/ 7902328 w 12192000"/>
              <a:gd name="connsiteY40" fmla="*/ 1345865 h 2240205"/>
              <a:gd name="connsiteX41" fmla="*/ 7840612 w 12192000"/>
              <a:gd name="connsiteY41" fmla="*/ 1369373 h 2240205"/>
              <a:gd name="connsiteX42" fmla="*/ 7786819 w 12192000"/>
              <a:gd name="connsiteY42" fmla="*/ 1378970 h 2240205"/>
              <a:gd name="connsiteX43" fmla="*/ 7548172 w 12192000"/>
              <a:gd name="connsiteY43" fmla="*/ 1417460 h 2240205"/>
              <a:gd name="connsiteX44" fmla="*/ 7483437 w 12192000"/>
              <a:gd name="connsiteY44" fmla="*/ 1478152 h 2240205"/>
              <a:gd name="connsiteX45" fmla="*/ 7377870 w 12192000"/>
              <a:gd name="connsiteY45" fmla="*/ 1523319 h 2240205"/>
              <a:gd name="connsiteX46" fmla="*/ 7230737 w 12192000"/>
              <a:gd name="connsiteY46" fmla="*/ 1562633 h 2240205"/>
              <a:gd name="connsiteX47" fmla="*/ 7224458 w 12192000"/>
              <a:gd name="connsiteY47" fmla="*/ 1573008 h 2240205"/>
              <a:gd name="connsiteX48" fmla="*/ 7183121 w 12192000"/>
              <a:gd name="connsiteY48" fmla="*/ 1595162 h 2240205"/>
              <a:gd name="connsiteX49" fmla="*/ 7164601 w 12192000"/>
              <a:gd name="connsiteY49" fmla="*/ 1606490 h 2240205"/>
              <a:gd name="connsiteX50" fmla="*/ 6900177 w 12192000"/>
              <a:gd name="connsiteY50" fmla="*/ 1636016 h 2240205"/>
              <a:gd name="connsiteX51" fmla="*/ 6795372 w 12192000"/>
              <a:gd name="connsiteY51" fmla="*/ 1644845 h 2240205"/>
              <a:gd name="connsiteX52" fmla="*/ 6692251 w 12192000"/>
              <a:gd name="connsiteY52" fmla="*/ 1656357 h 2240205"/>
              <a:gd name="connsiteX53" fmla="*/ 6655235 w 12192000"/>
              <a:gd name="connsiteY53" fmla="*/ 1661869 h 2240205"/>
              <a:gd name="connsiteX54" fmla="*/ 6554894 w 12192000"/>
              <a:gd name="connsiteY54" fmla="*/ 1664428 h 2240205"/>
              <a:gd name="connsiteX55" fmla="*/ 6516595 w 12192000"/>
              <a:gd name="connsiteY55" fmla="*/ 1667475 h 2240205"/>
              <a:gd name="connsiteX56" fmla="*/ 6508541 w 12192000"/>
              <a:gd name="connsiteY56" fmla="*/ 1668757 h 2240205"/>
              <a:gd name="connsiteX57" fmla="*/ 6471012 w 12192000"/>
              <a:gd name="connsiteY57" fmla="*/ 1678604 h 2240205"/>
              <a:gd name="connsiteX58" fmla="*/ 6364035 w 12192000"/>
              <a:gd name="connsiteY58" fmla="*/ 1667683 h 2240205"/>
              <a:gd name="connsiteX59" fmla="*/ 6243319 w 12192000"/>
              <a:gd name="connsiteY59" fmla="*/ 1695560 h 2240205"/>
              <a:gd name="connsiteX60" fmla="*/ 6098321 w 12192000"/>
              <a:gd name="connsiteY60" fmla="*/ 1721646 h 2240205"/>
              <a:gd name="connsiteX61" fmla="*/ 5880652 w 12192000"/>
              <a:gd name="connsiteY61" fmla="*/ 1779643 h 2240205"/>
              <a:gd name="connsiteX62" fmla="*/ 5785959 w 12192000"/>
              <a:gd name="connsiteY62" fmla="*/ 1775307 h 2240205"/>
              <a:gd name="connsiteX63" fmla="*/ 5643534 w 12192000"/>
              <a:gd name="connsiteY63" fmla="*/ 1802919 h 2240205"/>
              <a:gd name="connsiteX64" fmla="*/ 5518799 w 12192000"/>
              <a:gd name="connsiteY64" fmla="*/ 1818312 h 2240205"/>
              <a:gd name="connsiteX65" fmla="*/ 5505014 w 12192000"/>
              <a:gd name="connsiteY65" fmla="*/ 1819259 h 2240205"/>
              <a:gd name="connsiteX66" fmla="*/ 5453307 w 12192000"/>
              <a:gd name="connsiteY66" fmla="*/ 1815450 h 2240205"/>
              <a:gd name="connsiteX67" fmla="*/ 5221533 w 12192000"/>
              <a:gd name="connsiteY67" fmla="*/ 1846950 h 2240205"/>
              <a:gd name="connsiteX68" fmla="*/ 5149802 w 12192000"/>
              <a:gd name="connsiteY68" fmla="*/ 1844846 h 2240205"/>
              <a:gd name="connsiteX69" fmla="*/ 5114927 w 12192000"/>
              <a:gd name="connsiteY69" fmla="*/ 1847827 h 2240205"/>
              <a:gd name="connsiteX70" fmla="*/ 5108970 w 12192000"/>
              <a:gd name="connsiteY70" fmla="*/ 1847935 h 2240205"/>
              <a:gd name="connsiteX71" fmla="*/ 5067961 w 12192000"/>
              <a:gd name="connsiteY71" fmla="*/ 1845917 h 2240205"/>
              <a:gd name="connsiteX72" fmla="*/ 5007075 w 12192000"/>
              <a:gd name="connsiteY72" fmla="*/ 1838626 h 2240205"/>
              <a:gd name="connsiteX73" fmla="*/ 4944087 w 12192000"/>
              <a:gd name="connsiteY73" fmla="*/ 1823332 h 2240205"/>
              <a:gd name="connsiteX74" fmla="*/ 4907662 w 12192000"/>
              <a:gd name="connsiteY74" fmla="*/ 1816900 h 2240205"/>
              <a:gd name="connsiteX75" fmla="*/ 4882386 w 12192000"/>
              <a:gd name="connsiteY75" fmla="*/ 1809844 h 2240205"/>
              <a:gd name="connsiteX76" fmla="*/ 4811440 w 12192000"/>
              <a:gd name="connsiteY76" fmla="*/ 1804655 h 2240205"/>
              <a:gd name="connsiteX77" fmla="*/ 4691075 w 12192000"/>
              <a:gd name="connsiteY77" fmla="*/ 1801389 h 2240205"/>
              <a:gd name="connsiteX78" fmla="*/ 4640313 w 12192000"/>
              <a:gd name="connsiteY78" fmla="*/ 1784307 h 2240205"/>
              <a:gd name="connsiteX79" fmla="*/ 4536503 w 12192000"/>
              <a:gd name="connsiteY79" fmla="*/ 1785334 h 2240205"/>
              <a:gd name="connsiteX80" fmla="*/ 4513724 w 12192000"/>
              <a:gd name="connsiteY80" fmla="*/ 1791996 h 2240205"/>
              <a:gd name="connsiteX81" fmla="*/ 4459810 w 12192000"/>
              <a:gd name="connsiteY81" fmla="*/ 1797886 h 2240205"/>
              <a:gd name="connsiteX82" fmla="*/ 4379064 w 12192000"/>
              <a:gd name="connsiteY82" fmla="*/ 1817177 h 2240205"/>
              <a:gd name="connsiteX83" fmla="*/ 4290981 w 12192000"/>
              <a:gd name="connsiteY83" fmla="*/ 1839677 h 2240205"/>
              <a:gd name="connsiteX84" fmla="*/ 4238372 w 12192000"/>
              <a:gd name="connsiteY84" fmla="*/ 1851480 h 2240205"/>
              <a:gd name="connsiteX85" fmla="*/ 4232517 w 12192000"/>
              <a:gd name="connsiteY85" fmla="*/ 1852567 h 2240205"/>
              <a:gd name="connsiteX86" fmla="*/ 4191732 w 12192000"/>
              <a:gd name="connsiteY86" fmla="*/ 1857328 h 2240205"/>
              <a:gd name="connsiteX87" fmla="*/ 4065532 w 12192000"/>
              <a:gd name="connsiteY87" fmla="*/ 1855477 h 2240205"/>
              <a:gd name="connsiteX88" fmla="*/ 4028460 w 12192000"/>
              <a:gd name="connsiteY88" fmla="*/ 1855137 h 2240205"/>
              <a:gd name="connsiteX89" fmla="*/ 4002267 w 12192000"/>
              <a:gd name="connsiteY89" fmla="*/ 1852352 h 2240205"/>
              <a:gd name="connsiteX90" fmla="*/ 3931396 w 12192000"/>
              <a:gd name="connsiteY90" fmla="*/ 1858915 h 2240205"/>
              <a:gd name="connsiteX91" fmla="*/ 3812162 w 12192000"/>
              <a:gd name="connsiteY91" fmla="*/ 1875501 h 2240205"/>
              <a:gd name="connsiteX92" fmla="*/ 3758105 w 12192000"/>
              <a:gd name="connsiteY92" fmla="*/ 1871856 h 2240205"/>
              <a:gd name="connsiteX93" fmla="*/ 3567259 w 12192000"/>
              <a:gd name="connsiteY93" fmla="*/ 1893482 h 2240205"/>
              <a:gd name="connsiteX94" fmla="*/ 3405770 w 12192000"/>
              <a:gd name="connsiteY94" fmla="*/ 1904591 h 2240205"/>
              <a:gd name="connsiteX95" fmla="*/ 3280097 w 12192000"/>
              <a:gd name="connsiteY95" fmla="*/ 1919610 h 2240205"/>
              <a:gd name="connsiteX96" fmla="*/ 3009910 w 12192000"/>
              <a:gd name="connsiteY96" fmla="*/ 1957866 h 2240205"/>
              <a:gd name="connsiteX97" fmla="*/ 2995934 w 12192000"/>
              <a:gd name="connsiteY97" fmla="*/ 1967085 h 2240205"/>
              <a:gd name="connsiteX98" fmla="*/ 2942858 w 12192000"/>
              <a:gd name="connsiteY98" fmla="*/ 1981367 h 2240205"/>
              <a:gd name="connsiteX99" fmla="*/ 2875436 w 12192000"/>
              <a:gd name="connsiteY99" fmla="*/ 1996977 h 2240205"/>
              <a:gd name="connsiteX100" fmla="*/ 2874892 w 12192000"/>
              <a:gd name="connsiteY100" fmla="*/ 1996085 h 2240205"/>
              <a:gd name="connsiteX101" fmla="*/ 2843662 w 12192000"/>
              <a:gd name="connsiteY101" fmla="*/ 1992498 h 2240205"/>
              <a:gd name="connsiteX102" fmla="*/ 2718916 w 12192000"/>
              <a:gd name="connsiteY102" fmla="*/ 1990867 h 2240205"/>
              <a:gd name="connsiteX103" fmla="*/ 2713522 w 12192000"/>
              <a:gd name="connsiteY103" fmla="*/ 1990173 h 2240205"/>
              <a:gd name="connsiteX104" fmla="*/ 2476147 w 12192000"/>
              <a:gd name="connsiteY104" fmla="*/ 1998305 h 2240205"/>
              <a:gd name="connsiteX105" fmla="*/ 2373568 w 12192000"/>
              <a:gd name="connsiteY105" fmla="*/ 2003219 h 2240205"/>
              <a:gd name="connsiteX106" fmla="*/ 2287219 w 12192000"/>
              <a:gd name="connsiteY106" fmla="*/ 1998750 h 2240205"/>
              <a:gd name="connsiteX107" fmla="*/ 2243069 w 12192000"/>
              <a:gd name="connsiteY107" fmla="*/ 2005321 h 2240205"/>
              <a:gd name="connsiteX108" fmla="*/ 2164831 w 12192000"/>
              <a:gd name="connsiteY108" fmla="*/ 2010143 h 2240205"/>
              <a:gd name="connsiteX109" fmla="*/ 2085228 w 12192000"/>
              <a:gd name="connsiteY109" fmla="*/ 2046431 h 2240205"/>
              <a:gd name="connsiteX110" fmla="*/ 2058061 w 12192000"/>
              <a:gd name="connsiteY110" fmla="*/ 2047942 h 2240205"/>
              <a:gd name="connsiteX111" fmla="*/ 2042244 w 12192000"/>
              <a:gd name="connsiteY111" fmla="*/ 2055560 h 2240205"/>
              <a:gd name="connsiteX112" fmla="*/ 1877728 w 12192000"/>
              <a:gd name="connsiteY112" fmla="*/ 2101004 h 2240205"/>
              <a:gd name="connsiteX113" fmla="*/ 1759056 w 12192000"/>
              <a:gd name="connsiteY113" fmla="*/ 2125608 h 2240205"/>
              <a:gd name="connsiteX114" fmla="*/ 1637948 w 12192000"/>
              <a:gd name="connsiteY114" fmla="*/ 2172597 h 2240205"/>
              <a:gd name="connsiteX115" fmla="*/ 1434549 w 12192000"/>
              <a:gd name="connsiteY115" fmla="*/ 2234522 h 2240205"/>
              <a:gd name="connsiteX116" fmla="*/ 1370962 w 12192000"/>
              <a:gd name="connsiteY116" fmla="*/ 2237474 h 2240205"/>
              <a:gd name="connsiteX117" fmla="*/ 1356367 w 12192000"/>
              <a:gd name="connsiteY117" fmla="*/ 2235089 h 2240205"/>
              <a:gd name="connsiteX118" fmla="*/ 1279765 w 12192000"/>
              <a:gd name="connsiteY118" fmla="*/ 2229639 h 2240205"/>
              <a:gd name="connsiteX119" fmla="*/ 1195347 w 12192000"/>
              <a:gd name="connsiteY119" fmla="*/ 2212354 h 2240205"/>
              <a:gd name="connsiteX120" fmla="*/ 970251 w 12192000"/>
              <a:gd name="connsiteY120" fmla="*/ 2221029 h 2240205"/>
              <a:gd name="connsiteX121" fmla="*/ 812914 w 12192000"/>
              <a:gd name="connsiteY121" fmla="*/ 2210095 h 2240205"/>
              <a:gd name="connsiteX122" fmla="*/ 776382 w 12192000"/>
              <a:gd name="connsiteY122" fmla="*/ 2204512 h 2240205"/>
              <a:gd name="connsiteX123" fmla="*/ 597225 w 12192000"/>
              <a:gd name="connsiteY123" fmla="*/ 2180999 h 2240205"/>
              <a:gd name="connsiteX124" fmla="*/ 520671 w 12192000"/>
              <a:gd name="connsiteY124" fmla="*/ 2180980 h 2240205"/>
              <a:gd name="connsiteX125" fmla="*/ 515024 w 12192000"/>
              <a:gd name="connsiteY125" fmla="*/ 2179258 h 2240205"/>
              <a:gd name="connsiteX126" fmla="*/ 413835 w 12192000"/>
              <a:gd name="connsiteY126" fmla="*/ 2156783 h 2240205"/>
              <a:gd name="connsiteX127" fmla="*/ 376513 w 12192000"/>
              <a:gd name="connsiteY127" fmla="*/ 2154014 h 2240205"/>
              <a:gd name="connsiteX128" fmla="*/ 273386 w 12192000"/>
              <a:gd name="connsiteY128" fmla="*/ 2142551 h 2240205"/>
              <a:gd name="connsiteX129" fmla="*/ 77641 w 12192000"/>
              <a:gd name="connsiteY129" fmla="*/ 2126835 h 2240205"/>
              <a:gd name="connsiteX130" fmla="*/ 37645 w 12192000"/>
              <a:gd name="connsiteY130" fmla="*/ 2115401 h 2240205"/>
              <a:gd name="connsiteX131" fmla="*/ 4572 w 12192000"/>
              <a:gd name="connsiteY131" fmla="*/ 2111091 h 2240205"/>
              <a:gd name="connsiteX132" fmla="*/ 0 w 12192000"/>
              <a:gd name="connsiteY132" fmla="*/ 2110468 h 2240205"/>
              <a:gd name="connsiteX133" fmla="*/ 0 w 12192000"/>
              <a:gd name="connsiteY133"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44189 w 12192000"/>
              <a:gd name="connsiteY20" fmla="*/ 938966 h 2240205"/>
              <a:gd name="connsiteX21" fmla="*/ 9500499 w 12192000"/>
              <a:gd name="connsiteY21" fmla="*/ 954680 h 2240205"/>
              <a:gd name="connsiteX22" fmla="*/ 9410017 w 12192000"/>
              <a:gd name="connsiteY22" fmla="*/ 993931 h 2240205"/>
              <a:gd name="connsiteX23" fmla="*/ 9392919 w 12192000"/>
              <a:gd name="connsiteY23" fmla="*/ 994656 h 2240205"/>
              <a:gd name="connsiteX24" fmla="*/ 9268019 w 12192000"/>
              <a:gd name="connsiteY24" fmla="*/ 1007442 h 2240205"/>
              <a:gd name="connsiteX25" fmla="*/ 9188177 w 12192000"/>
              <a:gd name="connsiteY25" fmla="*/ 1035474 h 2240205"/>
              <a:gd name="connsiteX26" fmla="*/ 9155969 w 12192000"/>
              <a:gd name="connsiteY26" fmla="*/ 1046804 h 2240205"/>
              <a:gd name="connsiteX27" fmla="*/ 9133985 w 12192000"/>
              <a:gd name="connsiteY27" fmla="*/ 1046450 h 2240205"/>
              <a:gd name="connsiteX28" fmla="*/ 9003462 w 12192000"/>
              <a:gd name="connsiteY28" fmla="*/ 1042406 h 2240205"/>
              <a:gd name="connsiteX29" fmla="*/ 8968445 w 12192000"/>
              <a:gd name="connsiteY29" fmla="*/ 1052169 h 2240205"/>
              <a:gd name="connsiteX30" fmla="*/ 8886001 w 12192000"/>
              <a:gd name="connsiteY30" fmla="*/ 1067468 h 2240205"/>
              <a:gd name="connsiteX31" fmla="*/ 8838610 w 12192000"/>
              <a:gd name="connsiteY31" fmla="*/ 1075091 h 2240205"/>
              <a:gd name="connsiteX32" fmla="*/ 8665605 w 12192000"/>
              <a:gd name="connsiteY32" fmla="*/ 1110791 h 2240205"/>
              <a:gd name="connsiteX33" fmla="*/ 8584946 w 12192000"/>
              <a:gd name="connsiteY33" fmla="*/ 1135226 h 2240205"/>
              <a:gd name="connsiteX34" fmla="*/ 8419755 w 12192000"/>
              <a:gd name="connsiteY34" fmla="*/ 1216260 h 2240205"/>
              <a:gd name="connsiteX35" fmla="*/ 8411626 w 12192000"/>
              <a:gd name="connsiteY35" fmla="*/ 1214397 h 2240205"/>
              <a:gd name="connsiteX36" fmla="*/ 8363469 w 12192000"/>
              <a:gd name="connsiteY36" fmla="*/ 1246658 h 2240205"/>
              <a:gd name="connsiteX37" fmla="*/ 8275497 w 12192000"/>
              <a:gd name="connsiteY37" fmla="*/ 1264396 h 2240205"/>
              <a:gd name="connsiteX38" fmla="*/ 8074238 w 12192000"/>
              <a:gd name="connsiteY38" fmla="*/ 1301895 h 2240205"/>
              <a:gd name="connsiteX39" fmla="*/ 7902328 w 12192000"/>
              <a:gd name="connsiteY39" fmla="*/ 1345865 h 2240205"/>
              <a:gd name="connsiteX40" fmla="*/ 7840612 w 12192000"/>
              <a:gd name="connsiteY40" fmla="*/ 1369373 h 2240205"/>
              <a:gd name="connsiteX41" fmla="*/ 7786819 w 12192000"/>
              <a:gd name="connsiteY41" fmla="*/ 1378970 h 2240205"/>
              <a:gd name="connsiteX42" fmla="*/ 7548172 w 12192000"/>
              <a:gd name="connsiteY42" fmla="*/ 1417460 h 2240205"/>
              <a:gd name="connsiteX43" fmla="*/ 7483437 w 12192000"/>
              <a:gd name="connsiteY43" fmla="*/ 1478152 h 2240205"/>
              <a:gd name="connsiteX44" fmla="*/ 7377870 w 12192000"/>
              <a:gd name="connsiteY44" fmla="*/ 1523319 h 2240205"/>
              <a:gd name="connsiteX45" fmla="*/ 7230737 w 12192000"/>
              <a:gd name="connsiteY45" fmla="*/ 1562633 h 2240205"/>
              <a:gd name="connsiteX46" fmla="*/ 7224458 w 12192000"/>
              <a:gd name="connsiteY46" fmla="*/ 1573008 h 2240205"/>
              <a:gd name="connsiteX47" fmla="*/ 7183121 w 12192000"/>
              <a:gd name="connsiteY47" fmla="*/ 1595162 h 2240205"/>
              <a:gd name="connsiteX48" fmla="*/ 7164601 w 12192000"/>
              <a:gd name="connsiteY48" fmla="*/ 1606490 h 2240205"/>
              <a:gd name="connsiteX49" fmla="*/ 6900177 w 12192000"/>
              <a:gd name="connsiteY49" fmla="*/ 1636016 h 2240205"/>
              <a:gd name="connsiteX50" fmla="*/ 6795372 w 12192000"/>
              <a:gd name="connsiteY50" fmla="*/ 1644845 h 2240205"/>
              <a:gd name="connsiteX51" fmla="*/ 6692251 w 12192000"/>
              <a:gd name="connsiteY51" fmla="*/ 1656357 h 2240205"/>
              <a:gd name="connsiteX52" fmla="*/ 6655235 w 12192000"/>
              <a:gd name="connsiteY52" fmla="*/ 1661869 h 2240205"/>
              <a:gd name="connsiteX53" fmla="*/ 6554894 w 12192000"/>
              <a:gd name="connsiteY53" fmla="*/ 1664428 h 2240205"/>
              <a:gd name="connsiteX54" fmla="*/ 6516595 w 12192000"/>
              <a:gd name="connsiteY54" fmla="*/ 1667475 h 2240205"/>
              <a:gd name="connsiteX55" fmla="*/ 6508541 w 12192000"/>
              <a:gd name="connsiteY55" fmla="*/ 1668757 h 2240205"/>
              <a:gd name="connsiteX56" fmla="*/ 6471012 w 12192000"/>
              <a:gd name="connsiteY56" fmla="*/ 1678604 h 2240205"/>
              <a:gd name="connsiteX57" fmla="*/ 6364035 w 12192000"/>
              <a:gd name="connsiteY57" fmla="*/ 1667683 h 2240205"/>
              <a:gd name="connsiteX58" fmla="*/ 6243319 w 12192000"/>
              <a:gd name="connsiteY58" fmla="*/ 1695560 h 2240205"/>
              <a:gd name="connsiteX59" fmla="*/ 6098321 w 12192000"/>
              <a:gd name="connsiteY59" fmla="*/ 1721646 h 2240205"/>
              <a:gd name="connsiteX60" fmla="*/ 5880652 w 12192000"/>
              <a:gd name="connsiteY60" fmla="*/ 1779643 h 2240205"/>
              <a:gd name="connsiteX61" fmla="*/ 5785959 w 12192000"/>
              <a:gd name="connsiteY61" fmla="*/ 1775307 h 2240205"/>
              <a:gd name="connsiteX62" fmla="*/ 5643534 w 12192000"/>
              <a:gd name="connsiteY62" fmla="*/ 1802919 h 2240205"/>
              <a:gd name="connsiteX63" fmla="*/ 5518799 w 12192000"/>
              <a:gd name="connsiteY63" fmla="*/ 1818312 h 2240205"/>
              <a:gd name="connsiteX64" fmla="*/ 5505014 w 12192000"/>
              <a:gd name="connsiteY64" fmla="*/ 1819259 h 2240205"/>
              <a:gd name="connsiteX65" fmla="*/ 5453307 w 12192000"/>
              <a:gd name="connsiteY65" fmla="*/ 1815450 h 2240205"/>
              <a:gd name="connsiteX66" fmla="*/ 5221533 w 12192000"/>
              <a:gd name="connsiteY66" fmla="*/ 1846950 h 2240205"/>
              <a:gd name="connsiteX67" fmla="*/ 5149802 w 12192000"/>
              <a:gd name="connsiteY67" fmla="*/ 1844846 h 2240205"/>
              <a:gd name="connsiteX68" fmla="*/ 5114927 w 12192000"/>
              <a:gd name="connsiteY68" fmla="*/ 1847827 h 2240205"/>
              <a:gd name="connsiteX69" fmla="*/ 5108970 w 12192000"/>
              <a:gd name="connsiteY69" fmla="*/ 1847935 h 2240205"/>
              <a:gd name="connsiteX70" fmla="*/ 5067961 w 12192000"/>
              <a:gd name="connsiteY70" fmla="*/ 1845917 h 2240205"/>
              <a:gd name="connsiteX71" fmla="*/ 5007075 w 12192000"/>
              <a:gd name="connsiteY71" fmla="*/ 1838626 h 2240205"/>
              <a:gd name="connsiteX72" fmla="*/ 4944087 w 12192000"/>
              <a:gd name="connsiteY72" fmla="*/ 1823332 h 2240205"/>
              <a:gd name="connsiteX73" fmla="*/ 4907662 w 12192000"/>
              <a:gd name="connsiteY73" fmla="*/ 1816900 h 2240205"/>
              <a:gd name="connsiteX74" fmla="*/ 4882386 w 12192000"/>
              <a:gd name="connsiteY74" fmla="*/ 1809844 h 2240205"/>
              <a:gd name="connsiteX75" fmla="*/ 4811440 w 12192000"/>
              <a:gd name="connsiteY75" fmla="*/ 1804655 h 2240205"/>
              <a:gd name="connsiteX76" fmla="*/ 4691075 w 12192000"/>
              <a:gd name="connsiteY76" fmla="*/ 1801389 h 2240205"/>
              <a:gd name="connsiteX77" fmla="*/ 4640313 w 12192000"/>
              <a:gd name="connsiteY77" fmla="*/ 1784307 h 2240205"/>
              <a:gd name="connsiteX78" fmla="*/ 4536503 w 12192000"/>
              <a:gd name="connsiteY78" fmla="*/ 1785334 h 2240205"/>
              <a:gd name="connsiteX79" fmla="*/ 4513724 w 12192000"/>
              <a:gd name="connsiteY79" fmla="*/ 1791996 h 2240205"/>
              <a:gd name="connsiteX80" fmla="*/ 4459810 w 12192000"/>
              <a:gd name="connsiteY80" fmla="*/ 1797886 h 2240205"/>
              <a:gd name="connsiteX81" fmla="*/ 4379064 w 12192000"/>
              <a:gd name="connsiteY81" fmla="*/ 1817177 h 2240205"/>
              <a:gd name="connsiteX82" fmla="*/ 4290981 w 12192000"/>
              <a:gd name="connsiteY82" fmla="*/ 1839677 h 2240205"/>
              <a:gd name="connsiteX83" fmla="*/ 4238372 w 12192000"/>
              <a:gd name="connsiteY83" fmla="*/ 1851480 h 2240205"/>
              <a:gd name="connsiteX84" fmla="*/ 4232517 w 12192000"/>
              <a:gd name="connsiteY84" fmla="*/ 1852567 h 2240205"/>
              <a:gd name="connsiteX85" fmla="*/ 4191732 w 12192000"/>
              <a:gd name="connsiteY85" fmla="*/ 1857328 h 2240205"/>
              <a:gd name="connsiteX86" fmla="*/ 4065532 w 12192000"/>
              <a:gd name="connsiteY86" fmla="*/ 1855477 h 2240205"/>
              <a:gd name="connsiteX87" fmla="*/ 4028460 w 12192000"/>
              <a:gd name="connsiteY87" fmla="*/ 1855137 h 2240205"/>
              <a:gd name="connsiteX88" fmla="*/ 4002267 w 12192000"/>
              <a:gd name="connsiteY88" fmla="*/ 1852352 h 2240205"/>
              <a:gd name="connsiteX89" fmla="*/ 3931396 w 12192000"/>
              <a:gd name="connsiteY89" fmla="*/ 1858915 h 2240205"/>
              <a:gd name="connsiteX90" fmla="*/ 3812162 w 12192000"/>
              <a:gd name="connsiteY90" fmla="*/ 1875501 h 2240205"/>
              <a:gd name="connsiteX91" fmla="*/ 3758105 w 12192000"/>
              <a:gd name="connsiteY91" fmla="*/ 1871856 h 2240205"/>
              <a:gd name="connsiteX92" fmla="*/ 3567259 w 12192000"/>
              <a:gd name="connsiteY92" fmla="*/ 1893482 h 2240205"/>
              <a:gd name="connsiteX93" fmla="*/ 3405770 w 12192000"/>
              <a:gd name="connsiteY93" fmla="*/ 1904591 h 2240205"/>
              <a:gd name="connsiteX94" fmla="*/ 3280097 w 12192000"/>
              <a:gd name="connsiteY94" fmla="*/ 1919610 h 2240205"/>
              <a:gd name="connsiteX95" fmla="*/ 3009910 w 12192000"/>
              <a:gd name="connsiteY95" fmla="*/ 1957866 h 2240205"/>
              <a:gd name="connsiteX96" fmla="*/ 2995934 w 12192000"/>
              <a:gd name="connsiteY96" fmla="*/ 1967085 h 2240205"/>
              <a:gd name="connsiteX97" fmla="*/ 2942858 w 12192000"/>
              <a:gd name="connsiteY97" fmla="*/ 1981367 h 2240205"/>
              <a:gd name="connsiteX98" fmla="*/ 2875436 w 12192000"/>
              <a:gd name="connsiteY98" fmla="*/ 1996977 h 2240205"/>
              <a:gd name="connsiteX99" fmla="*/ 2874892 w 12192000"/>
              <a:gd name="connsiteY99" fmla="*/ 1996085 h 2240205"/>
              <a:gd name="connsiteX100" fmla="*/ 2843662 w 12192000"/>
              <a:gd name="connsiteY100" fmla="*/ 1992498 h 2240205"/>
              <a:gd name="connsiteX101" fmla="*/ 2718916 w 12192000"/>
              <a:gd name="connsiteY101" fmla="*/ 1990867 h 2240205"/>
              <a:gd name="connsiteX102" fmla="*/ 2713522 w 12192000"/>
              <a:gd name="connsiteY102" fmla="*/ 1990173 h 2240205"/>
              <a:gd name="connsiteX103" fmla="*/ 2476147 w 12192000"/>
              <a:gd name="connsiteY103" fmla="*/ 1998305 h 2240205"/>
              <a:gd name="connsiteX104" fmla="*/ 2373568 w 12192000"/>
              <a:gd name="connsiteY104" fmla="*/ 2003219 h 2240205"/>
              <a:gd name="connsiteX105" fmla="*/ 2287219 w 12192000"/>
              <a:gd name="connsiteY105" fmla="*/ 1998750 h 2240205"/>
              <a:gd name="connsiteX106" fmla="*/ 2243069 w 12192000"/>
              <a:gd name="connsiteY106" fmla="*/ 2005321 h 2240205"/>
              <a:gd name="connsiteX107" fmla="*/ 2164831 w 12192000"/>
              <a:gd name="connsiteY107" fmla="*/ 2010143 h 2240205"/>
              <a:gd name="connsiteX108" fmla="*/ 2085228 w 12192000"/>
              <a:gd name="connsiteY108" fmla="*/ 2046431 h 2240205"/>
              <a:gd name="connsiteX109" fmla="*/ 2058061 w 12192000"/>
              <a:gd name="connsiteY109" fmla="*/ 2047942 h 2240205"/>
              <a:gd name="connsiteX110" fmla="*/ 2042244 w 12192000"/>
              <a:gd name="connsiteY110" fmla="*/ 2055560 h 2240205"/>
              <a:gd name="connsiteX111" fmla="*/ 1877728 w 12192000"/>
              <a:gd name="connsiteY111" fmla="*/ 2101004 h 2240205"/>
              <a:gd name="connsiteX112" fmla="*/ 1759056 w 12192000"/>
              <a:gd name="connsiteY112" fmla="*/ 2125608 h 2240205"/>
              <a:gd name="connsiteX113" fmla="*/ 1637948 w 12192000"/>
              <a:gd name="connsiteY113" fmla="*/ 2172597 h 2240205"/>
              <a:gd name="connsiteX114" fmla="*/ 1434549 w 12192000"/>
              <a:gd name="connsiteY114" fmla="*/ 2234522 h 2240205"/>
              <a:gd name="connsiteX115" fmla="*/ 1370962 w 12192000"/>
              <a:gd name="connsiteY115" fmla="*/ 2237474 h 2240205"/>
              <a:gd name="connsiteX116" fmla="*/ 1356367 w 12192000"/>
              <a:gd name="connsiteY116" fmla="*/ 2235089 h 2240205"/>
              <a:gd name="connsiteX117" fmla="*/ 1279765 w 12192000"/>
              <a:gd name="connsiteY117" fmla="*/ 2229639 h 2240205"/>
              <a:gd name="connsiteX118" fmla="*/ 1195347 w 12192000"/>
              <a:gd name="connsiteY118" fmla="*/ 2212354 h 2240205"/>
              <a:gd name="connsiteX119" fmla="*/ 970251 w 12192000"/>
              <a:gd name="connsiteY119" fmla="*/ 2221029 h 2240205"/>
              <a:gd name="connsiteX120" fmla="*/ 812914 w 12192000"/>
              <a:gd name="connsiteY120" fmla="*/ 2210095 h 2240205"/>
              <a:gd name="connsiteX121" fmla="*/ 776382 w 12192000"/>
              <a:gd name="connsiteY121" fmla="*/ 2204512 h 2240205"/>
              <a:gd name="connsiteX122" fmla="*/ 597225 w 12192000"/>
              <a:gd name="connsiteY122" fmla="*/ 2180999 h 2240205"/>
              <a:gd name="connsiteX123" fmla="*/ 520671 w 12192000"/>
              <a:gd name="connsiteY123" fmla="*/ 2180980 h 2240205"/>
              <a:gd name="connsiteX124" fmla="*/ 515024 w 12192000"/>
              <a:gd name="connsiteY124" fmla="*/ 2179258 h 2240205"/>
              <a:gd name="connsiteX125" fmla="*/ 413835 w 12192000"/>
              <a:gd name="connsiteY125" fmla="*/ 2156783 h 2240205"/>
              <a:gd name="connsiteX126" fmla="*/ 376513 w 12192000"/>
              <a:gd name="connsiteY126" fmla="*/ 2154014 h 2240205"/>
              <a:gd name="connsiteX127" fmla="*/ 273386 w 12192000"/>
              <a:gd name="connsiteY127" fmla="*/ 2142551 h 2240205"/>
              <a:gd name="connsiteX128" fmla="*/ 77641 w 12192000"/>
              <a:gd name="connsiteY128" fmla="*/ 2126835 h 2240205"/>
              <a:gd name="connsiteX129" fmla="*/ 37645 w 12192000"/>
              <a:gd name="connsiteY129" fmla="*/ 2115401 h 2240205"/>
              <a:gd name="connsiteX130" fmla="*/ 4572 w 12192000"/>
              <a:gd name="connsiteY130" fmla="*/ 2111091 h 2240205"/>
              <a:gd name="connsiteX131" fmla="*/ 0 w 12192000"/>
              <a:gd name="connsiteY131" fmla="*/ 2110468 h 2240205"/>
              <a:gd name="connsiteX132" fmla="*/ 0 w 12192000"/>
              <a:gd name="connsiteY132"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00499 w 12192000"/>
              <a:gd name="connsiteY20" fmla="*/ 954680 h 2240205"/>
              <a:gd name="connsiteX21" fmla="*/ 9410017 w 12192000"/>
              <a:gd name="connsiteY21" fmla="*/ 993931 h 2240205"/>
              <a:gd name="connsiteX22" fmla="*/ 9392919 w 12192000"/>
              <a:gd name="connsiteY22" fmla="*/ 994656 h 2240205"/>
              <a:gd name="connsiteX23" fmla="*/ 9268019 w 12192000"/>
              <a:gd name="connsiteY23" fmla="*/ 1007442 h 2240205"/>
              <a:gd name="connsiteX24" fmla="*/ 9188177 w 12192000"/>
              <a:gd name="connsiteY24" fmla="*/ 1035474 h 2240205"/>
              <a:gd name="connsiteX25" fmla="*/ 9155969 w 12192000"/>
              <a:gd name="connsiteY25" fmla="*/ 1046804 h 2240205"/>
              <a:gd name="connsiteX26" fmla="*/ 9133985 w 12192000"/>
              <a:gd name="connsiteY26" fmla="*/ 1046450 h 2240205"/>
              <a:gd name="connsiteX27" fmla="*/ 9003462 w 12192000"/>
              <a:gd name="connsiteY27" fmla="*/ 1042406 h 2240205"/>
              <a:gd name="connsiteX28" fmla="*/ 8968445 w 12192000"/>
              <a:gd name="connsiteY28" fmla="*/ 1052169 h 2240205"/>
              <a:gd name="connsiteX29" fmla="*/ 8886001 w 12192000"/>
              <a:gd name="connsiteY29" fmla="*/ 1067468 h 2240205"/>
              <a:gd name="connsiteX30" fmla="*/ 8838610 w 12192000"/>
              <a:gd name="connsiteY30" fmla="*/ 1075091 h 2240205"/>
              <a:gd name="connsiteX31" fmla="*/ 8665605 w 12192000"/>
              <a:gd name="connsiteY31" fmla="*/ 1110791 h 2240205"/>
              <a:gd name="connsiteX32" fmla="*/ 8584946 w 12192000"/>
              <a:gd name="connsiteY32" fmla="*/ 1135226 h 2240205"/>
              <a:gd name="connsiteX33" fmla="*/ 8419755 w 12192000"/>
              <a:gd name="connsiteY33" fmla="*/ 1216260 h 2240205"/>
              <a:gd name="connsiteX34" fmla="*/ 8411626 w 12192000"/>
              <a:gd name="connsiteY34" fmla="*/ 1214397 h 2240205"/>
              <a:gd name="connsiteX35" fmla="*/ 8363469 w 12192000"/>
              <a:gd name="connsiteY35" fmla="*/ 1246658 h 2240205"/>
              <a:gd name="connsiteX36" fmla="*/ 8275497 w 12192000"/>
              <a:gd name="connsiteY36" fmla="*/ 1264396 h 2240205"/>
              <a:gd name="connsiteX37" fmla="*/ 8074238 w 12192000"/>
              <a:gd name="connsiteY37" fmla="*/ 1301895 h 2240205"/>
              <a:gd name="connsiteX38" fmla="*/ 7902328 w 12192000"/>
              <a:gd name="connsiteY38" fmla="*/ 1345865 h 2240205"/>
              <a:gd name="connsiteX39" fmla="*/ 7840612 w 12192000"/>
              <a:gd name="connsiteY39" fmla="*/ 1369373 h 2240205"/>
              <a:gd name="connsiteX40" fmla="*/ 7786819 w 12192000"/>
              <a:gd name="connsiteY40" fmla="*/ 1378970 h 2240205"/>
              <a:gd name="connsiteX41" fmla="*/ 7548172 w 12192000"/>
              <a:gd name="connsiteY41" fmla="*/ 1417460 h 2240205"/>
              <a:gd name="connsiteX42" fmla="*/ 7483437 w 12192000"/>
              <a:gd name="connsiteY42" fmla="*/ 1478152 h 2240205"/>
              <a:gd name="connsiteX43" fmla="*/ 7377870 w 12192000"/>
              <a:gd name="connsiteY43" fmla="*/ 1523319 h 2240205"/>
              <a:gd name="connsiteX44" fmla="*/ 7230737 w 12192000"/>
              <a:gd name="connsiteY44" fmla="*/ 1562633 h 2240205"/>
              <a:gd name="connsiteX45" fmla="*/ 7224458 w 12192000"/>
              <a:gd name="connsiteY45" fmla="*/ 1573008 h 2240205"/>
              <a:gd name="connsiteX46" fmla="*/ 7183121 w 12192000"/>
              <a:gd name="connsiteY46" fmla="*/ 1595162 h 2240205"/>
              <a:gd name="connsiteX47" fmla="*/ 7164601 w 12192000"/>
              <a:gd name="connsiteY47" fmla="*/ 1606490 h 2240205"/>
              <a:gd name="connsiteX48" fmla="*/ 6900177 w 12192000"/>
              <a:gd name="connsiteY48" fmla="*/ 1636016 h 2240205"/>
              <a:gd name="connsiteX49" fmla="*/ 6795372 w 12192000"/>
              <a:gd name="connsiteY49" fmla="*/ 1644845 h 2240205"/>
              <a:gd name="connsiteX50" fmla="*/ 6692251 w 12192000"/>
              <a:gd name="connsiteY50" fmla="*/ 1656357 h 2240205"/>
              <a:gd name="connsiteX51" fmla="*/ 6655235 w 12192000"/>
              <a:gd name="connsiteY51" fmla="*/ 1661869 h 2240205"/>
              <a:gd name="connsiteX52" fmla="*/ 6554894 w 12192000"/>
              <a:gd name="connsiteY52" fmla="*/ 1664428 h 2240205"/>
              <a:gd name="connsiteX53" fmla="*/ 6516595 w 12192000"/>
              <a:gd name="connsiteY53" fmla="*/ 1667475 h 2240205"/>
              <a:gd name="connsiteX54" fmla="*/ 6508541 w 12192000"/>
              <a:gd name="connsiteY54" fmla="*/ 1668757 h 2240205"/>
              <a:gd name="connsiteX55" fmla="*/ 6471012 w 12192000"/>
              <a:gd name="connsiteY55" fmla="*/ 1678604 h 2240205"/>
              <a:gd name="connsiteX56" fmla="*/ 6364035 w 12192000"/>
              <a:gd name="connsiteY56" fmla="*/ 1667683 h 2240205"/>
              <a:gd name="connsiteX57" fmla="*/ 6243319 w 12192000"/>
              <a:gd name="connsiteY57" fmla="*/ 1695560 h 2240205"/>
              <a:gd name="connsiteX58" fmla="*/ 6098321 w 12192000"/>
              <a:gd name="connsiteY58" fmla="*/ 1721646 h 2240205"/>
              <a:gd name="connsiteX59" fmla="*/ 5880652 w 12192000"/>
              <a:gd name="connsiteY59" fmla="*/ 1779643 h 2240205"/>
              <a:gd name="connsiteX60" fmla="*/ 5785959 w 12192000"/>
              <a:gd name="connsiteY60" fmla="*/ 1775307 h 2240205"/>
              <a:gd name="connsiteX61" fmla="*/ 5643534 w 12192000"/>
              <a:gd name="connsiteY61" fmla="*/ 1802919 h 2240205"/>
              <a:gd name="connsiteX62" fmla="*/ 5518799 w 12192000"/>
              <a:gd name="connsiteY62" fmla="*/ 1818312 h 2240205"/>
              <a:gd name="connsiteX63" fmla="*/ 5505014 w 12192000"/>
              <a:gd name="connsiteY63" fmla="*/ 1819259 h 2240205"/>
              <a:gd name="connsiteX64" fmla="*/ 5453307 w 12192000"/>
              <a:gd name="connsiteY64" fmla="*/ 1815450 h 2240205"/>
              <a:gd name="connsiteX65" fmla="*/ 5221533 w 12192000"/>
              <a:gd name="connsiteY65" fmla="*/ 1846950 h 2240205"/>
              <a:gd name="connsiteX66" fmla="*/ 5149802 w 12192000"/>
              <a:gd name="connsiteY66" fmla="*/ 1844846 h 2240205"/>
              <a:gd name="connsiteX67" fmla="*/ 5114927 w 12192000"/>
              <a:gd name="connsiteY67" fmla="*/ 1847827 h 2240205"/>
              <a:gd name="connsiteX68" fmla="*/ 5108970 w 12192000"/>
              <a:gd name="connsiteY68" fmla="*/ 1847935 h 2240205"/>
              <a:gd name="connsiteX69" fmla="*/ 5067961 w 12192000"/>
              <a:gd name="connsiteY69" fmla="*/ 1845917 h 2240205"/>
              <a:gd name="connsiteX70" fmla="*/ 5007075 w 12192000"/>
              <a:gd name="connsiteY70" fmla="*/ 1838626 h 2240205"/>
              <a:gd name="connsiteX71" fmla="*/ 4944087 w 12192000"/>
              <a:gd name="connsiteY71" fmla="*/ 1823332 h 2240205"/>
              <a:gd name="connsiteX72" fmla="*/ 4907662 w 12192000"/>
              <a:gd name="connsiteY72" fmla="*/ 1816900 h 2240205"/>
              <a:gd name="connsiteX73" fmla="*/ 4882386 w 12192000"/>
              <a:gd name="connsiteY73" fmla="*/ 1809844 h 2240205"/>
              <a:gd name="connsiteX74" fmla="*/ 4811440 w 12192000"/>
              <a:gd name="connsiteY74" fmla="*/ 1804655 h 2240205"/>
              <a:gd name="connsiteX75" fmla="*/ 4691075 w 12192000"/>
              <a:gd name="connsiteY75" fmla="*/ 1801389 h 2240205"/>
              <a:gd name="connsiteX76" fmla="*/ 4640313 w 12192000"/>
              <a:gd name="connsiteY76" fmla="*/ 1784307 h 2240205"/>
              <a:gd name="connsiteX77" fmla="*/ 4536503 w 12192000"/>
              <a:gd name="connsiteY77" fmla="*/ 1785334 h 2240205"/>
              <a:gd name="connsiteX78" fmla="*/ 4513724 w 12192000"/>
              <a:gd name="connsiteY78" fmla="*/ 1791996 h 2240205"/>
              <a:gd name="connsiteX79" fmla="*/ 4459810 w 12192000"/>
              <a:gd name="connsiteY79" fmla="*/ 1797886 h 2240205"/>
              <a:gd name="connsiteX80" fmla="*/ 4379064 w 12192000"/>
              <a:gd name="connsiteY80" fmla="*/ 1817177 h 2240205"/>
              <a:gd name="connsiteX81" fmla="*/ 4290981 w 12192000"/>
              <a:gd name="connsiteY81" fmla="*/ 1839677 h 2240205"/>
              <a:gd name="connsiteX82" fmla="*/ 4238372 w 12192000"/>
              <a:gd name="connsiteY82" fmla="*/ 1851480 h 2240205"/>
              <a:gd name="connsiteX83" fmla="*/ 4232517 w 12192000"/>
              <a:gd name="connsiteY83" fmla="*/ 1852567 h 2240205"/>
              <a:gd name="connsiteX84" fmla="*/ 4191732 w 12192000"/>
              <a:gd name="connsiteY84" fmla="*/ 1857328 h 2240205"/>
              <a:gd name="connsiteX85" fmla="*/ 4065532 w 12192000"/>
              <a:gd name="connsiteY85" fmla="*/ 1855477 h 2240205"/>
              <a:gd name="connsiteX86" fmla="*/ 4028460 w 12192000"/>
              <a:gd name="connsiteY86" fmla="*/ 1855137 h 2240205"/>
              <a:gd name="connsiteX87" fmla="*/ 4002267 w 12192000"/>
              <a:gd name="connsiteY87" fmla="*/ 1852352 h 2240205"/>
              <a:gd name="connsiteX88" fmla="*/ 3931396 w 12192000"/>
              <a:gd name="connsiteY88" fmla="*/ 1858915 h 2240205"/>
              <a:gd name="connsiteX89" fmla="*/ 3812162 w 12192000"/>
              <a:gd name="connsiteY89" fmla="*/ 1875501 h 2240205"/>
              <a:gd name="connsiteX90" fmla="*/ 3758105 w 12192000"/>
              <a:gd name="connsiteY90" fmla="*/ 1871856 h 2240205"/>
              <a:gd name="connsiteX91" fmla="*/ 3567259 w 12192000"/>
              <a:gd name="connsiteY91" fmla="*/ 1893482 h 2240205"/>
              <a:gd name="connsiteX92" fmla="*/ 3405770 w 12192000"/>
              <a:gd name="connsiteY92" fmla="*/ 1904591 h 2240205"/>
              <a:gd name="connsiteX93" fmla="*/ 3280097 w 12192000"/>
              <a:gd name="connsiteY93" fmla="*/ 1919610 h 2240205"/>
              <a:gd name="connsiteX94" fmla="*/ 3009910 w 12192000"/>
              <a:gd name="connsiteY94" fmla="*/ 1957866 h 2240205"/>
              <a:gd name="connsiteX95" fmla="*/ 2995934 w 12192000"/>
              <a:gd name="connsiteY95" fmla="*/ 1967085 h 2240205"/>
              <a:gd name="connsiteX96" fmla="*/ 2942858 w 12192000"/>
              <a:gd name="connsiteY96" fmla="*/ 1981367 h 2240205"/>
              <a:gd name="connsiteX97" fmla="*/ 2875436 w 12192000"/>
              <a:gd name="connsiteY97" fmla="*/ 1996977 h 2240205"/>
              <a:gd name="connsiteX98" fmla="*/ 2874892 w 12192000"/>
              <a:gd name="connsiteY98" fmla="*/ 1996085 h 2240205"/>
              <a:gd name="connsiteX99" fmla="*/ 2843662 w 12192000"/>
              <a:gd name="connsiteY99" fmla="*/ 1992498 h 2240205"/>
              <a:gd name="connsiteX100" fmla="*/ 2718916 w 12192000"/>
              <a:gd name="connsiteY100" fmla="*/ 1990867 h 2240205"/>
              <a:gd name="connsiteX101" fmla="*/ 2713522 w 12192000"/>
              <a:gd name="connsiteY101" fmla="*/ 1990173 h 2240205"/>
              <a:gd name="connsiteX102" fmla="*/ 2476147 w 12192000"/>
              <a:gd name="connsiteY102" fmla="*/ 1998305 h 2240205"/>
              <a:gd name="connsiteX103" fmla="*/ 2373568 w 12192000"/>
              <a:gd name="connsiteY103" fmla="*/ 2003219 h 2240205"/>
              <a:gd name="connsiteX104" fmla="*/ 2287219 w 12192000"/>
              <a:gd name="connsiteY104" fmla="*/ 1998750 h 2240205"/>
              <a:gd name="connsiteX105" fmla="*/ 2243069 w 12192000"/>
              <a:gd name="connsiteY105" fmla="*/ 2005321 h 2240205"/>
              <a:gd name="connsiteX106" fmla="*/ 2164831 w 12192000"/>
              <a:gd name="connsiteY106" fmla="*/ 2010143 h 2240205"/>
              <a:gd name="connsiteX107" fmla="*/ 2085228 w 12192000"/>
              <a:gd name="connsiteY107" fmla="*/ 2046431 h 2240205"/>
              <a:gd name="connsiteX108" fmla="*/ 2058061 w 12192000"/>
              <a:gd name="connsiteY108" fmla="*/ 2047942 h 2240205"/>
              <a:gd name="connsiteX109" fmla="*/ 2042244 w 12192000"/>
              <a:gd name="connsiteY109" fmla="*/ 2055560 h 2240205"/>
              <a:gd name="connsiteX110" fmla="*/ 1877728 w 12192000"/>
              <a:gd name="connsiteY110" fmla="*/ 2101004 h 2240205"/>
              <a:gd name="connsiteX111" fmla="*/ 1759056 w 12192000"/>
              <a:gd name="connsiteY111" fmla="*/ 2125608 h 2240205"/>
              <a:gd name="connsiteX112" fmla="*/ 1637948 w 12192000"/>
              <a:gd name="connsiteY112" fmla="*/ 2172597 h 2240205"/>
              <a:gd name="connsiteX113" fmla="*/ 1434549 w 12192000"/>
              <a:gd name="connsiteY113" fmla="*/ 2234522 h 2240205"/>
              <a:gd name="connsiteX114" fmla="*/ 1370962 w 12192000"/>
              <a:gd name="connsiteY114" fmla="*/ 2237474 h 2240205"/>
              <a:gd name="connsiteX115" fmla="*/ 1356367 w 12192000"/>
              <a:gd name="connsiteY115" fmla="*/ 2235089 h 2240205"/>
              <a:gd name="connsiteX116" fmla="*/ 1279765 w 12192000"/>
              <a:gd name="connsiteY116" fmla="*/ 2229639 h 2240205"/>
              <a:gd name="connsiteX117" fmla="*/ 1195347 w 12192000"/>
              <a:gd name="connsiteY117" fmla="*/ 2212354 h 2240205"/>
              <a:gd name="connsiteX118" fmla="*/ 970251 w 12192000"/>
              <a:gd name="connsiteY118" fmla="*/ 2221029 h 2240205"/>
              <a:gd name="connsiteX119" fmla="*/ 812914 w 12192000"/>
              <a:gd name="connsiteY119" fmla="*/ 2210095 h 2240205"/>
              <a:gd name="connsiteX120" fmla="*/ 776382 w 12192000"/>
              <a:gd name="connsiteY120" fmla="*/ 2204512 h 2240205"/>
              <a:gd name="connsiteX121" fmla="*/ 597225 w 12192000"/>
              <a:gd name="connsiteY121" fmla="*/ 2180999 h 2240205"/>
              <a:gd name="connsiteX122" fmla="*/ 520671 w 12192000"/>
              <a:gd name="connsiteY122" fmla="*/ 2180980 h 2240205"/>
              <a:gd name="connsiteX123" fmla="*/ 515024 w 12192000"/>
              <a:gd name="connsiteY123" fmla="*/ 2179258 h 2240205"/>
              <a:gd name="connsiteX124" fmla="*/ 413835 w 12192000"/>
              <a:gd name="connsiteY124" fmla="*/ 2156783 h 2240205"/>
              <a:gd name="connsiteX125" fmla="*/ 376513 w 12192000"/>
              <a:gd name="connsiteY125" fmla="*/ 2154014 h 2240205"/>
              <a:gd name="connsiteX126" fmla="*/ 273386 w 12192000"/>
              <a:gd name="connsiteY126" fmla="*/ 2142551 h 2240205"/>
              <a:gd name="connsiteX127" fmla="*/ 77641 w 12192000"/>
              <a:gd name="connsiteY127" fmla="*/ 2126835 h 2240205"/>
              <a:gd name="connsiteX128" fmla="*/ 37645 w 12192000"/>
              <a:gd name="connsiteY128" fmla="*/ 2115401 h 2240205"/>
              <a:gd name="connsiteX129" fmla="*/ 4572 w 12192000"/>
              <a:gd name="connsiteY129" fmla="*/ 2111091 h 2240205"/>
              <a:gd name="connsiteX130" fmla="*/ 0 w 12192000"/>
              <a:gd name="connsiteY130" fmla="*/ 2110468 h 2240205"/>
              <a:gd name="connsiteX131" fmla="*/ 0 w 12192000"/>
              <a:gd name="connsiteY131"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820512 w 12192000"/>
              <a:gd name="connsiteY4" fmla="*/ 745392 h 2240205"/>
              <a:gd name="connsiteX5" fmla="*/ 11649954 w 12192000"/>
              <a:gd name="connsiteY5" fmla="*/ 749628 h 2240205"/>
              <a:gd name="connsiteX6" fmla="*/ 11560424 w 12192000"/>
              <a:gd name="connsiteY6" fmla="*/ 748017 h 2240205"/>
              <a:gd name="connsiteX7" fmla="*/ 11358455 w 12192000"/>
              <a:gd name="connsiteY7" fmla="*/ 747593 h 2240205"/>
              <a:gd name="connsiteX8" fmla="*/ 11165209 w 12192000"/>
              <a:gd name="connsiteY8" fmla="*/ 748852 h 2240205"/>
              <a:gd name="connsiteX9" fmla="*/ 11058755 w 12192000"/>
              <a:gd name="connsiteY9" fmla="*/ 749617 h 2240205"/>
              <a:gd name="connsiteX10" fmla="*/ 10846594 w 12192000"/>
              <a:gd name="connsiteY10" fmla="*/ 765069 h 2240205"/>
              <a:gd name="connsiteX11" fmla="*/ 10739478 w 12192000"/>
              <a:gd name="connsiteY11" fmla="*/ 776841 h 2240205"/>
              <a:gd name="connsiteX12" fmla="*/ 10458762 w 12192000"/>
              <a:gd name="connsiteY12" fmla="*/ 755400 h 2240205"/>
              <a:gd name="connsiteX13" fmla="*/ 10211200 w 12192000"/>
              <a:gd name="connsiteY13" fmla="*/ 767513 h 2240205"/>
              <a:gd name="connsiteX14" fmla="*/ 10167995 w 12192000"/>
              <a:gd name="connsiteY14" fmla="*/ 760843 h 2240205"/>
              <a:gd name="connsiteX15" fmla="*/ 9997044 w 12192000"/>
              <a:gd name="connsiteY15" fmla="*/ 780129 h 2240205"/>
              <a:gd name="connsiteX16" fmla="*/ 9943887 w 12192000"/>
              <a:gd name="connsiteY16" fmla="*/ 804141 h 2240205"/>
              <a:gd name="connsiteX17" fmla="*/ 9918248 w 12192000"/>
              <a:gd name="connsiteY17" fmla="*/ 816628 h 2240205"/>
              <a:gd name="connsiteX18" fmla="*/ 9767091 w 12192000"/>
              <a:gd name="connsiteY18" fmla="*/ 870550 h 2240205"/>
              <a:gd name="connsiteX19" fmla="*/ 9683005 w 12192000"/>
              <a:gd name="connsiteY19" fmla="*/ 894128 h 2240205"/>
              <a:gd name="connsiteX20" fmla="*/ 9500499 w 12192000"/>
              <a:gd name="connsiteY20" fmla="*/ 954680 h 2240205"/>
              <a:gd name="connsiteX21" fmla="*/ 9410017 w 12192000"/>
              <a:gd name="connsiteY21" fmla="*/ 993931 h 2240205"/>
              <a:gd name="connsiteX22" fmla="*/ 9392919 w 12192000"/>
              <a:gd name="connsiteY22" fmla="*/ 994656 h 2240205"/>
              <a:gd name="connsiteX23" fmla="*/ 9268019 w 12192000"/>
              <a:gd name="connsiteY23" fmla="*/ 1007442 h 2240205"/>
              <a:gd name="connsiteX24" fmla="*/ 9188177 w 12192000"/>
              <a:gd name="connsiteY24" fmla="*/ 1035474 h 2240205"/>
              <a:gd name="connsiteX25" fmla="*/ 9155969 w 12192000"/>
              <a:gd name="connsiteY25" fmla="*/ 1046804 h 2240205"/>
              <a:gd name="connsiteX26" fmla="*/ 9133985 w 12192000"/>
              <a:gd name="connsiteY26" fmla="*/ 1046450 h 2240205"/>
              <a:gd name="connsiteX27" fmla="*/ 9003462 w 12192000"/>
              <a:gd name="connsiteY27" fmla="*/ 1042406 h 2240205"/>
              <a:gd name="connsiteX28" fmla="*/ 8968445 w 12192000"/>
              <a:gd name="connsiteY28" fmla="*/ 1052169 h 2240205"/>
              <a:gd name="connsiteX29" fmla="*/ 8886001 w 12192000"/>
              <a:gd name="connsiteY29" fmla="*/ 1067468 h 2240205"/>
              <a:gd name="connsiteX30" fmla="*/ 8838610 w 12192000"/>
              <a:gd name="connsiteY30" fmla="*/ 1075091 h 2240205"/>
              <a:gd name="connsiteX31" fmla="*/ 8665605 w 12192000"/>
              <a:gd name="connsiteY31" fmla="*/ 1110791 h 2240205"/>
              <a:gd name="connsiteX32" fmla="*/ 8584946 w 12192000"/>
              <a:gd name="connsiteY32" fmla="*/ 1135226 h 2240205"/>
              <a:gd name="connsiteX33" fmla="*/ 8419755 w 12192000"/>
              <a:gd name="connsiteY33" fmla="*/ 1216260 h 2240205"/>
              <a:gd name="connsiteX34" fmla="*/ 8411626 w 12192000"/>
              <a:gd name="connsiteY34" fmla="*/ 1214397 h 2240205"/>
              <a:gd name="connsiteX35" fmla="*/ 8363469 w 12192000"/>
              <a:gd name="connsiteY35" fmla="*/ 1246658 h 2240205"/>
              <a:gd name="connsiteX36" fmla="*/ 8275497 w 12192000"/>
              <a:gd name="connsiteY36" fmla="*/ 1264396 h 2240205"/>
              <a:gd name="connsiteX37" fmla="*/ 8074238 w 12192000"/>
              <a:gd name="connsiteY37" fmla="*/ 1301895 h 2240205"/>
              <a:gd name="connsiteX38" fmla="*/ 7902328 w 12192000"/>
              <a:gd name="connsiteY38" fmla="*/ 1345865 h 2240205"/>
              <a:gd name="connsiteX39" fmla="*/ 7840612 w 12192000"/>
              <a:gd name="connsiteY39" fmla="*/ 1369373 h 2240205"/>
              <a:gd name="connsiteX40" fmla="*/ 7786819 w 12192000"/>
              <a:gd name="connsiteY40" fmla="*/ 1378970 h 2240205"/>
              <a:gd name="connsiteX41" fmla="*/ 7548172 w 12192000"/>
              <a:gd name="connsiteY41" fmla="*/ 1417460 h 2240205"/>
              <a:gd name="connsiteX42" fmla="*/ 7483437 w 12192000"/>
              <a:gd name="connsiteY42" fmla="*/ 1478152 h 2240205"/>
              <a:gd name="connsiteX43" fmla="*/ 7377870 w 12192000"/>
              <a:gd name="connsiteY43" fmla="*/ 1523319 h 2240205"/>
              <a:gd name="connsiteX44" fmla="*/ 7230737 w 12192000"/>
              <a:gd name="connsiteY44" fmla="*/ 1562633 h 2240205"/>
              <a:gd name="connsiteX45" fmla="*/ 7224458 w 12192000"/>
              <a:gd name="connsiteY45" fmla="*/ 1573008 h 2240205"/>
              <a:gd name="connsiteX46" fmla="*/ 7183121 w 12192000"/>
              <a:gd name="connsiteY46" fmla="*/ 1595162 h 2240205"/>
              <a:gd name="connsiteX47" fmla="*/ 7164601 w 12192000"/>
              <a:gd name="connsiteY47" fmla="*/ 1606490 h 2240205"/>
              <a:gd name="connsiteX48" fmla="*/ 6900177 w 12192000"/>
              <a:gd name="connsiteY48" fmla="*/ 1636016 h 2240205"/>
              <a:gd name="connsiteX49" fmla="*/ 6795372 w 12192000"/>
              <a:gd name="connsiteY49" fmla="*/ 1644845 h 2240205"/>
              <a:gd name="connsiteX50" fmla="*/ 6692251 w 12192000"/>
              <a:gd name="connsiteY50" fmla="*/ 1656357 h 2240205"/>
              <a:gd name="connsiteX51" fmla="*/ 6655235 w 12192000"/>
              <a:gd name="connsiteY51" fmla="*/ 1661869 h 2240205"/>
              <a:gd name="connsiteX52" fmla="*/ 6554894 w 12192000"/>
              <a:gd name="connsiteY52" fmla="*/ 1664428 h 2240205"/>
              <a:gd name="connsiteX53" fmla="*/ 6516595 w 12192000"/>
              <a:gd name="connsiteY53" fmla="*/ 1667475 h 2240205"/>
              <a:gd name="connsiteX54" fmla="*/ 6508541 w 12192000"/>
              <a:gd name="connsiteY54" fmla="*/ 1668757 h 2240205"/>
              <a:gd name="connsiteX55" fmla="*/ 6471012 w 12192000"/>
              <a:gd name="connsiteY55" fmla="*/ 1678604 h 2240205"/>
              <a:gd name="connsiteX56" fmla="*/ 6364035 w 12192000"/>
              <a:gd name="connsiteY56" fmla="*/ 1667683 h 2240205"/>
              <a:gd name="connsiteX57" fmla="*/ 6243319 w 12192000"/>
              <a:gd name="connsiteY57" fmla="*/ 1695560 h 2240205"/>
              <a:gd name="connsiteX58" fmla="*/ 6098321 w 12192000"/>
              <a:gd name="connsiteY58" fmla="*/ 1721646 h 2240205"/>
              <a:gd name="connsiteX59" fmla="*/ 5880652 w 12192000"/>
              <a:gd name="connsiteY59" fmla="*/ 1779643 h 2240205"/>
              <a:gd name="connsiteX60" fmla="*/ 5785959 w 12192000"/>
              <a:gd name="connsiteY60" fmla="*/ 1775307 h 2240205"/>
              <a:gd name="connsiteX61" fmla="*/ 5643534 w 12192000"/>
              <a:gd name="connsiteY61" fmla="*/ 1802919 h 2240205"/>
              <a:gd name="connsiteX62" fmla="*/ 5518799 w 12192000"/>
              <a:gd name="connsiteY62" fmla="*/ 1818312 h 2240205"/>
              <a:gd name="connsiteX63" fmla="*/ 5505014 w 12192000"/>
              <a:gd name="connsiteY63" fmla="*/ 1819259 h 2240205"/>
              <a:gd name="connsiteX64" fmla="*/ 5453307 w 12192000"/>
              <a:gd name="connsiteY64" fmla="*/ 1815450 h 2240205"/>
              <a:gd name="connsiteX65" fmla="*/ 5221533 w 12192000"/>
              <a:gd name="connsiteY65" fmla="*/ 1846950 h 2240205"/>
              <a:gd name="connsiteX66" fmla="*/ 5149802 w 12192000"/>
              <a:gd name="connsiteY66" fmla="*/ 1844846 h 2240205"/>
              <a:gd name="connsiteX67" fmla="*/ 5114927 w 12192000"/>
              <a:gd name="connsiteY67" fmla="*/ 1847827 h 2240205"/>
              <a:gd name="connsiteX68" fmla="*/ 5108970 w 12192000"/>
              <a:gd name="connsiteY68" fmla="*/ 1847935 h 2240205"/>
              <a:gd name="connsiteX69" fmla="*/ 5067961 w 12192000"/>
              <a:gd name="connsiteY69" fmla="*/ 1845917 h 2240205"/>
              <a:gd name="connsiteX70" fmla="*/ 5007075 w 12192000"/>
              <a:gd name="connsiteY70" fmla="*/ 1838626 h 2240205"/>
              <a:gd name="connsiteX71" fmla="*/ 4944087 w 12192000"/>
              <a:gd name="connsiteY71" fmla="*/ 1823332 h 2240205"/>
              <a:gd name="connsiteX72" fmla="*/ 4907662 w 12192000"/>
              <a:gd name="connsiteY72" fmla="*/ 1816900 h 2240205"/>
              <a:gd name="connsiteX73" fmla="*/ 4882386 w 12192000"/>
              <a:gd name="connsiteY73" fmla="*/ 1809844 h 2240205"/>
              <a:gd name="connsiteX74" fmla="*/ 4811440 w 12192000"/>
              <a:gd name="connsiteY74" fmla="*/ 1804655 h 2240205"/>
              <a:gd name="connsiteX75" fmla="*/ 4691075 w 12192000"/>
              <a:gd name="connsiteY75" fmla="*/ 1801389 h 2240205"/>
              <a:gd name="connsiteX76" fmla="*/ 4640313 w 12192000"/>
              <a:gd name="connsiteY76" fmla="*/ 1784307 h 2240205"/>
              <a:gd name="connsiteX77" fmla="*/ 4536503 w 12192000"/>
              <a:gd name="connsiteY77" fmla="*/ 1785334 h 2240205"/>
              <a:gd name="connsiteX78" fmla="*/ 4513724 w 12192000"/>
              <a:gd name="connsiteY78" fmla="*/ 1791996 h 2240205"/>
              <a:gd name="connsiteX79" fmla="*/ 4459810 w 12192000"/>
              <a:gd name="connsiteY79" fmla="*/ 1797886 h 2240205"/>
              <a:gd name="connsiteX80" fmla="*/ 4379064 w 12192000"/>
              <a:gd name="connsiteY80" fmla="*/ 1817177 h 2240205"/>
              <a:gd name="connsiteX81" fmla="*/ 4290981 w 12192000"/>
              <a:gd name="connsiteY81" fmla="*/ 1839677 h 2240205"/>
              <a:gd name="connsiteX82" fmla="*/ 4238372 w 12192000"/>
              <a:gd name="connsiteY82" fmla="*/ 1851480 h 2240205"/>
              <a:gd name="connsiteX83" fmla="*/ 4232517 w 12192000"/>
              <a:gd name="connsiteY83" fmla="*/ 1852567 h 2240205"/>
              <a:gd name="connsiteX84" fmla="*/ 4191732 w 12192000"/>
              <a:gd name="connsiteY84" fmla="*/ 1857328 h 2240205"/>
              <a:gd name="connsiteX85" fmla="*/ 4065532 w 12192000"/>
              <a:gd name="connsiteY85" fmla="*/ 1855477 h 2240205"/>
              <a:gd name="connsiteX86" fmla="*/ 4028460 w 12192000"/>
              <a:gd name="connsiteY86" fmla="*/ 1855137 h 2240205"/>
              <a:gd name="connsiteX87" fmla="*/ 4002267 w 12192000"/>
              <a:gd name="connsiteY87" fmla="*/ 1852352 h 2240205"/>
              <a:gd name="connsiteX88" fmla="*/ 3931396 w 12192000"/>
              <a:gd name="connsiteY88" fmla="*/ 1858915 h 2240205"/>
              <a:gd name="connsiteX89" fmla="*/ 3812162 w 12192000"/>
              <a:gd name="connsiteY89" fmla="*/ 1875501 h 2240205"/>
              <a:gd name="connsiteX90" fmla="*/ 3758105 w 12192000"/>
              <a:gd name="connsiteY90" fmla="*/ 1871856 h 2240205"/>
              <a:gd name="connsiteX91" fmla="*/ 3567259 w 12192000"/>
              <a:gd name="connsiteY91" fmla="*/ 1893482 h 2240205"/>
              <a:gd name="connsiteX92" fmla="*/ 3405770 w 12192000"/>
              <a:gd name="connsiteY92" fmla="*/ 1904591 h 2240205"/>
              <a:gd name="connsiteX93" fmla="*/ 3280097 w 12192000"/>
              <a:gd name="connsiteY93" fmla="*/ 1919610 h 2240205"/>
              <a:gd name="connsiteX94" fmla="*/ 3009910 w 12192000"/>
              <a:gd name="connsiteY94" fmla="*/ 1957866 h 2240205"/>
              <a:gd name="connsiteX95" fmla="*/ 2995934 w 12192000"/>
              <a:gd name="connsiteY95" fmla="*/ 1967085 h 2240205"/>
              <a:gd name="connsiteX96" fmla="*/ 2942858 w 12192000"/>
              <a:gd name="connsiteY96" fmla="*/ 1981367 h 2240205"/>
              <a:gd name="connsiteX97" fmla="*/ 2875436 w 12192000"/>
              <a:gd name="connsiteY97" fmla="*/ 1996977 h 2240205"/>
              <a:gd name="connsiteX98" fmla="*/ 2874892 w 12192000"/>
              <a:gd name="connsiteY98" fmla="*/ 1996085 h 2240205"/>
              <a:gd name="connsiteX99" fmla="*/ 2843662 w 12192000"/>
              <a:gd name="connsiteY99" fmla="*/ 1992498 h 2240205"/>
              <a:gd name="connsiteX100" fmla="*/ 2718916 w 12192000"/>
              <a:gd name="connsiteY100" fmla="*/ 1990867 h 2240205"/>
              <a:gd name="connsiteX101" fmla="*/ 2713522 w 12192000"/>
              <a:gd name="connsiteY101" fmla="*/ 1990173 h 2240205"/>
              <a:gd name="connsiteX102" fmla="*/ 2476147 w 12192000"/>
              <a:gd name="connsiteY102" fmla="*/ 1998305 h 2240205"/>
              <a:gd name="connsiteX103" fmla="*/ 2373568 w 12192000"/>
              <a:gd name="connsiteY103" fmla="*/ 2003219 h 2240205"/>
              <a:gd name="connsiteX104" fmla="*/ 2287219 w 12192000"/>
              <a:gd name="connsiteY104" fmla="*/ 1998750 h 2240205"/>
              <a:gd name="connsiteX105" fmla="*/ 2243069 w 12192000"/>
              <a:gd name="connsiteY105" fmla="*/ 2005321 h 2240205"/>
              <a:gd name="connsiteX106" fmla="*/ 2164831 w 12192000"/>
              <a:gd name="connsiteY106" fmla="*/ 2010143 h 2240205"/>
              <a:gd name="connsiteX107" fmla="*/ 2085228 w 12192000"/>
              <a:gd name="connsiteY107" fmla="*/ 2046431 h 2240205"/>
              <a:gd name="connsiteX108" fmla="*/ 2058061 w 12192000"/>
              <a:gd name="connsiteY108" fmla="*/ 2047942 h 2240205"/>
              <a:gd name="connsiteX109" fmla="*/ 2042244 w 12192000"/>
              <a:gd name="connsiteY109" fmla="*/ 2055560 h 2240205"/>
              <a:gd name="connsiteX110" fmla="*/ 1877728 w 12192000"/>
              <a:gd name="connsiteY110" fmla="*/ 2101004 h 2240205"/>
              <a:gd name="connsiteX111" fmla="*/ 1759056 w 12192000"/>
              <a:gd name="connsiteY111" fmla="*/ 2125608 h 2240205"/>
              <a:gd name="connsiteX112" fmla="*/ 1637948 w 12192000"/>
              <a:gd name="connsiteY112" fmla="*/ 2172597 h 2240205"/>
              <a:gd name="connsiteX113" fmla="*/ 1434549 w 12192000"/>
              <a:gd name="connsiteY113" fmla="*/ 2234522 h 2240205"/>
              <a:gd name="connsiteX114" fmla="*/ 1370962 w 12192000"/>
              <a:gd name="connsiteY114" fmla="*/ 2237474 h 2240205"/>
              <a:gd name="connsiteX115" fmla="*/ 1356367 w 12192000"/>
              <a:gd name="connsiteY115" fmla="*/ 2235089 h 2240205"/>
              <a:gd name="connsiteX116" fmla="*/ 1279765 w 12192000"/>
              <a:gd name="connsiteY116" fmla="*/ 2229639 h 2240205"/>
              <a:gd name="connsiteX117" fmla="*/ 1195347 w 12192000"/>
              <a:gd name="connsiteY117" fmla="*/ 2212354 h 2240205"/>
              <a:gd name="connsiteX118" fmla="*/ 970251 w 12192000"/>
              <a:gd name="connsiteY118" fmla="*/ 2221029 h 2240205"/>
              <a:gd name="connsiteX119" fmla="*/ 812914 w 12192000"/>
              <a:gd name="connsiteY119" fmla="*/ 2210095 h 2240205"/>
              <a:gd name="connsiteX120" fmla="*/ 776382 w 12192000"/>
              <a:gd name="connsiteY120" fmla="*/ 2204512 h 2240205"/>
              <a:gd name="connsiteX121" fmla="*/ 597225 w 12192000"/>
              <a:gd name="connsiteY121" fmla="*/ 2180999 h 2240205"/>
              <a:gd name="connsiteX122" fmla="*/ 520671 w 12192000"/>
              <a:gd name="connsiteY122" fmla="*/ 2180980 h 2240205"/>
              <a:gd name="connsiteX123" fmla="*/ 515024 w 12192000"/>
              <a:gd name="connsiteY123" fmla="*/ 2179258 h 2240205"/>
              <a:gd name="connsiteX124" fmla="*/ 413835 w 12192000"/>
              <a:gd name="connsiteY124" fmla="*/ 2156783 h 2240205"/>
              <a:gd name="connsiteX125" fmla="*/ 376513 w 12192000"/>
              <a:gd name="connsiteY125" fmla="*/ 2154014 h 2240205"/>
              <a:gd name="connsiteX126" fmla="*/ 273386 w 12192000"/>
              <a:gd name="connsiteY126" fmla="*/ 2142551 h 2240205"/>
              <a:gd name="connsiteX127" fmla="*/ 77641 w 12192000"/>
              <a:gd name="connsiteY127" fmla="*/ 2126835 h 2240205"/>
              <a:gd name="connsiteX128" fmla="*/ 37645 w 12192000"/>
              <a:gd name="connsiteY128" fmla="*/ 2115401 h 2240205"/>
              <a:gd name="connsiteX129" fmla="*/ 4572 w 12192000"/>
              <a:gd name="connsiteY129" fmla="*/ 2111091 h 2240205"/>
              <a:gd name="connsiteX130" fmla="*/ 0 w 12192000"/>
              <a:gd name="connsiteY130" fmla="*/ 2110468 h 2240205"/>
              <a:gd name="connsiteX131" fmla="*/ 0 w 12192000"/>
              <a:gd name="connsiteY131"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46594 w 12192000"/>
              <a:gd name="connsiteY9" fmla="*/ 765069 h 2240205"/>
              <a:gd name="connsiteX10" fmla="*/ 10739478 w 12192000"/>
              <a:gd name="connsiteY10" fmla="*/ 776841 h 2240205"/>
              <a:gd name="connsiteX11" fmla="*/ 10458762 w 12192000"/>
              <a:gd name="connsiteY11" fmla="*/ 755400 h 2240205"/>
              <a:gd name="connsiteX12" fmla="*/ 10211200 w 12192000"/>
              <a:gd name="connsiteY12" fmla="*/ 767513 h 2240205"/>
              <a:gd name="connsiteX13" fmla="*/ 10167995 w 12192000"/>
              <a:gd name="connsiteY13" fmla="*/ 760843 h 2240205"/>
              <a:gd name="connsiteX14" fmla="*/ 9997044 w 12192000"/>
              <a:gd name="connsiteY14" fmla="*/ 780129 h 2240205"/>
              <a:gd name="connsiteX15" fmla="*/ 9943887 w 12192000"/>
              <a:gd name="connsiteY15" fmla="*/ 804141 h 2240205"/>
              <a:gd name="connsiteX16" fmla="*/ 9918248 w 12192000"/>
              <a:gd name="connsiteY16" fmla="*/ 816628 h 2240205"/>
              <a:gd name="connsiteX17" fmla="*/ 9767091 w 12192000"/>
              <a:gd name="connsiteY17" fmla="*/ 870550 h 2240205"/>
              <a:gd name="connsiteX18" fmla="*/ 9683005 w 12192000"/>
              <a:gd name="connsiteY18" fmla="*/ 894128 h 2240205"/>
              <a:gd name="connsiteX19" fmla="*/ 9500499 w 12192000"/>
              <a:gd name="connsiteY19" fmla="*/ 954680 h 2240205"/>
              <a:gd name="connsiteX20" fmla="*/ 9410017 w 12192000"/>
              <a:gd name="connsiteY20" fmla="*/ 993931 h 2240205"/>
              <a:gd name="connsiteX21" fmla="*/ 9392919 w 12192000"/>
              <a:gd name="connsiteY21" fmla="*/ 994656 h 2240205"/>
              <a:gd name="connsiteX22" fmla="*/ 9268019 w 12192000"/>
              <a:gd name="connsiteY22" fmla="*/ 1007442 h 2240205"/>
              <a:gd name="connsiteX23" fmla="*/ 9188177 w 12192000"/>
              <a:gd name="connsiteY23" fmla="*/ 1035474 h 2240205"/>
              <a:gd name="connsiteX24" fmla="*/ 9155969 w 12192000"/>
              <a:gd name="connsiteY24" fmla="*/ 1046804 h 2240205"/>
              <a:gd name="connsiteX25" fmla="*/ 9133985 w 12192000"/>
              <a:gd name="connsiteY25" fmla="*/ 1046450 h 2240205"/>
              <a:gd name="connsiteX26" fmla="*/ 9003462 w 12192000"/>
              <a:gd name="connsiteY26" fmla="*/ 1042406 h 2240205"/>
              <a:gd name="connsiteX27" fmla="*/ 8968445 w 12192000"/>
              <a:gd name="connsiteY27" fmla="*/ 1052169 h 2240205"/>
              <a:gd name="connsiteX28" fmla="*/ 8886001 w 12192000"/>
              <a:gd name="connsiteY28" fmla="*/ 1067468 h 2240205"/>
              <a:gd name="connsiteX29" fmla="*/ 8838610 w 12192000"/>
              <a:gd name="connsiteY29" fmla="*/ 1075091 h 2240205"/>
              <a:gd name="connsiteX30" fmla="*/ 8665605 w 12192000"/>
              <a:gd name="connsiteY30" fmla="*/ 1110791 h 2240205"/>
              <a:gd name="connsiteX31" fmla="*/ 8584946 w 12192000"/>
              <a:gd name="connsiteY31" fmla="*/ 1135226 h 2240205"/>
              <a:gd name="connsiteX32" fmla="*/ 8419755 w 12192000"/>
              <a:gd name="connsiteY32" fmla="*/ 1216260 h 2240205"/>
              <a:gd name="connsiteX33" fmla="*/ 8411626 w 12192000"/>
              <a:gd name="connsiteY33" fmla="*/ 1214397 h 2240205"/>
              <a:gd name="connsiteX34" fmla="*/ 8363469 w 12192000"/>
              <a:gd name="connsiteY34" fmla="*/ 1246658 h 2240205"/>
              <a:gd name="connsiteX35" fmla="*/ 8275497 w 12192000"/>
              <a:gd name="connsiteY35" fmla="*/ 1264396 h 2240205"/>
              <a:gd name="connsiteX36" fmla="*/ 8074238 w 12192000"/>
              <a:gd name="connsiteY36" fmla="*/ 1301895 h 2240205"/>
              <a:gd name="connsiteX37" fmla="*/ 7902328 w 12192000"/>
              <a:gd name="connsiteY37" fmla="*/ 1345865 h 2240205"/>
              <a:gd name="connsiteX38" fmla="*/ 7840612 w 12192000"/>
              <a:gd name="connsiteY38" fmla="*/ 1369373 h 2240205"/>
              <a:gd name="connsiteX39" fmla="*/ 7786819 w 12192000"/>
              <a:gd name="connsiteY39" fmla="*/ 1378970 h 2240205"/>
              <a:gd name="connsiteX40" fmla="*/ 7548172 w 12192000"/>
              <a:gd name="connsiteY40" fmla="*/ 1417460 h 2240205"/>
              <a:gd name="connsiteX41" fmla="*/ 7483437 w 12192000"/>
              <a:gd name="connsiteY41" fmla="*/ 1478152 h 2240205"/>
              <a:gd name="connsiteX42" fmla="*/ 7377870 w 12192000"/>
              <a:gd name="connsiteY42" fmla="*/ 1523319 h 2240205"/>
              <a:gd name="connsiteX43" fmla="*/ 7230737 w 12192000"/>
              <a:gd name="connsiteY43" fmla="*/ 1562633 h 2240205"/>
              <a:gd name="connsiteX44" fmla="*/ 7224458 w 12192000"/>
              <a:gd name="connsiteY44" fmla="*/ 1573008 h 2240205"/>
              <a:gd name="connsiteX45" fmla="*/ 7183121 w 12192000"/>
              <a:gd name="connsiteY45" fmla="*/ 1595162 h 2240205"/>
              <a:gd name="connsiteX46" fmla="*/ 7164601 w 12192000"/>
              <a:gd name="connsiteY46" fmla="*/ 1606490 h 2240205"/>
              <a:gd name="connsiteX47" fmla="*/ 6900177 w 12192000"/>
              <a:gd name="connsiteY47" fmla="*/ 1636016 h 2240205"/>
              <a:gd name="connsiteX48" fmla="*/ 6795372 w 12192000"/>
              <a:gd name="connsiteY48" fmla="*/ 1644845 h 2240205"/>
              <a:gd name="connsiteX49" fmla="*/ 6692251 w 12192000"/>
              <a:gd name="connsiteY49" fmla="*/ 1656357 h 2240205"/>
              <a:gd name="connsiteX50" fmla="*/ 6655235 w 12192000"/>
              <a:gd name="connsiteY50" fmla="*/ 1661869 h 2240205"/>
              <a:gd name="connsiteX51" fmla="*/ 6554894 w 12192000"/>
              <a:gd name="connsiteY51" fmla="*/ 1664428 h 2240205"/>
              <a:gd name="connsiteX52" fmla="*/ 6516595 w 12192000"/>
              <a:gd name="connsiteY52" fmla="*/ 1667475 h 2240205"/>
              <a:gd name="connsiteX53" fmla="*/ 6508541 w 12192000"/>
              <a:gd name="connsiteY53" fmla="*/ 1668757 h 2240205"/>
              <a:gd name="connsiteX54" fmla="*/ 6471012 w 12192000"/>
              <a:gd name="connsiteY54" fmla="*/ 1678604 h 2240205"/>
              <a:gd name="connsiteX55" fmla="*/ 6364035 w 12192000"/>
              <a:gd name="connsiteY55" fmla="*/ 1667683 h 2240205"/>
              <a:gd name="connsiteX56" fmla="*/ 6243319 w 12192000"/>
              <a:gd name="connsiteY56" fmla="*/ 1695560 h 2240205"/>
              <a:gd name="connsiteX57" fmla="*/ 6098321 w 12192000"/>
              <a:gd name="connsiteY57" fmla="*/ 1721646 h 2240205"/>
              <a:gd name="connsiteX58" fmla="*/ 5880652 w 12192000"/>
              <a:gd name="connsiteY58" fmla="*/ 1779643 h 2240205"/>
              <a:gd name="connsiteX59" fmla="*/ 5785959 w 12192000"/>
              <a:gd name="connsiteY59" fmla="*/ 1775307 h 2240205"/>
              <a:gd name="connsiteX60" fmla="*/ 5643534 w 12192000"/>
              <a:gd name="connsiteY60" fmla="*/ 1802919 h 2240205"/>
              <a:gd name="connsiteX61" fmla="*/ 5518799 w 12192000"/>
              <a:gd name="connsiteY61" fmla="*/ 1818312 h 2240205"/>
              <a:gd name="connsiteX62" fmla="*/ 5505014 w 12192000"/>
              <a:gd name="connsiteY62" fmla="*/ 1819259 h 2240205"/>
              <a:gd name="connsiteX63" fmla="*/ 5453307 w 12192000"/>
              <a:gd name="connsiteY63" fmla="*/ 1815450 h 2240205"/>
              <a:gd name="connsiteX64" fmla="*/ 5221533 w 12192000"/>
              <a:gd name="connsiteY64" fmla="*/ 1846950 h 2240205"/>
              <a:gd name="connsiteX65" fmla="*/ 5149802 w 12192000"/>
              <a:gd name="connsiteY65" fmla="*/ 1844846 h 2240205"/>
              <a:gd name="connsiteX66" fmla="*/ 5114927 w 12192000"/>
              <a:gd name="connsiteY66" fmla="*/ 1847827 h 2240205"/>
              <a:gd name="connsiteX67" fmla="*/ 5108970 w 12192000"/>
              <a:gd name="connsiteY67" fmla="*/ 1847935 h 2240205"/>
              <a:gd name="connsiteX68" fmla="*/ 5067961 w 12192000"/>
              <a:gd name="connsiteY68" fmla="*/ 1845917 h 2240205"/>
              <a:gd name="connsiteX69" fmla="*/ 5007075 w 12192000"/>
              <a:gd name="connsiteY69" fmla="*/ 1838626 h 2240205"/>
              <a:gd name="connsiteX70" fmla="*/ 4944087 w 12192000"/>
              <a:gd name="connsiteY70" fmla="*/ 1823332 h 2240205"/>
              <a:gd name="connsiteX71" fmla="*/ 4907662 w 12192000"/>
              <a:gd name="connsiteY71" fmla="*/ 1816900 h 2240205"/>
              <a:gd name="connsiteX72" fmla="*/ 4882386 w 12192000"/>
              <a:gd name="connsiteY72" fmla="*/ 1809844 h 2240205"/>
              <a:gd name="connsiteX73" fmla="*/ 4811440 w 12192000"/>
              <a:gd name="connsiteY73" fmla="*/ 1804655 h 2240205"/>
              <a:gd name="connsiteX74" fmla="*/ 4691075 w 12192000"/>
              <a:gd name="connsiteY74" fmla="*/ 1801389 h 2240205"/>
              <a:gd name="connsiteX75" fmla="*/ 4640313 w 12192000"/>
              <a:gd name="connsiteY75" fmla="*/ 1784307 h 2240205"/>
              <a:gd name="connsiteX76" fmla="*/ 4536503 w 12192000"/>
              <a:gd name="connsiteY76" fmla="*/ 1785334 h 2240205"/>
              <a:gd name="connsiteX77" fmla="*/ 4513724 w 12192000"/>
              <a:gd name="connsiteY77" fmla="*/ 1791996 h 2240205"/>
              <a:gd name="connsiteX78" fmla="*/ 4459810 w 12192000"/>
              <a:gd name="connsiteY78" fmla="*/ 1797886 h 2240205"/>
              <a:gd name="connsiteX79" fmla="*/ 4379064 w 12192000"/>
              <a:gd name="connsiteY79" fmla="*/ 1817177 h 2240205"/>
              <a:gd name="connsiteX80" fmla="*/ 4290981 w 12192000"/>
              <a:gd name="connsiteY80" fmla="*/ 1839677 h 2240205"/>
              <a:gd name="connsiteX81" fmla="*/ 4238372 w 12192000"/>
              <a:gd name="connsiteY81" fmla="*/ 1851480 h 2240205"/>
              <a:gd name="connsiteX82" fmla="*/ 4232517 w 12192000"/>
              <a:gd name="connsiteY82" fmla="*/ 1852567 h 2240205"/>
              <a:gd name="connsiteX83" fmla="*/ 4191732 w 12192000"/>
              <a:gd name="connsiteY83" fmla="*/ 1857328 h 2240205"/>
              <a:gd name="connsiteX84" fmla="*/ 4065532 w 12192000"/>
              <a:gd name="connsiteY84" fmla="*/ 1855477 h 2240205"/>
              <a:gd name="connsiteX85" fmla="*/ 4028460 w 12192000"/>
              <a:gd name="connsiteY85" fmla="*/ 1855137 h 2240205"/>
              <a:gd name="connsiteX86" fmla="*/ 4002267 w 12192000"/>
              <a:gd name="connsiteY86" fmla="*/ 1852352 h 2240205"/>
              <a:gd name="connsiteX87" fmla="*/ 3931396 w 12192000"/>
              <a:gd name="connsiteY87" fmla="*/ 1858915 h 2240205"/>
              <a:gd name="connsiteX88" fmla="*/ 3812162 w 12192000"/>
              <a:gd name="connsiteY88" fmla="*/ 1875501 h 2240205"/>
              <a:gd name="connsiteX89" fmla="*/ 3758105 w 12192000"/>
              <a:gd name="connsiteY89" fmla="*/ 1871856 h 2240205"/>
              <a:gd name="connsiteX90" fmla="*/ 3567259 w 12192000"/>
              <a:gd name="connsiteY90" fmla="*/ 1893482 h 2240205"/>
              <a:gd name="connsiteX91" fmla="*/ 3405770 w 12192000"/>
              <a:gd name="connsiteY91" fmla="*/ 1904591 h 2240205"/>
              <a:gd name="connsiteX92" fmla="*/ 3280097 w 12192000"/>
              <a:gd name="connsiteY92" fmla="*/ 1919610 h 2240205"/>
              <a:gd name="connsiteX93" fmla="*/ 3009910 w 12192000"/>
              <a:gd name="connsiteY93" fmla="*/ 1957866 h 2240205"/>
              <a:gd name="connsiteX94" fmla="*/ 2995934 w 12192000"/>
              <a:gd name="connsiteY94" fmla="*/ 1967085 h 2240205"/>
              <a:gd name="connsiteX95" fmla="*/ 2942858 w 12192000"/>
              <a:gd name="connsiteY95" fmla="*/ 1981367 h 2240205"/>
              <a:gd name="connsiteX96" fmla="*/ 2875436 w 12192000"/>
              <a:gd name="connsiteY96" fmla="*/ 1996977 h 2240205"/>
              <a:gd name="connsiteX97" fmla="*/ 2874892 w 12192000"/>
              <a:gd name="connsiteY97" fmla="*/ 1996085 h 2240205"/>
              <a:gd name="connsiteX98" fmla="*/ 2843662 w 12192000"/>
              <a:gd name="connsiteY98" fmla="*/ 1992498 h 2240205"/>
              <a:gd name="connsiteX99" fmla="*/ 2718916 w 12192000"/>
              <a:gd name="connsiteY99" fmla="*/ 1990867 h 2240205"/>
              <a:gd name="connsiteX100" fmla="*/ 2713522 w 12192000"/>
              <a:gd name="connsiteY100" fmla="*/ 1990173 h 2240205"/>
              <a:gd name="connsiteX101" fmla="*/ 2476147 w 12192000"/>
              <a:gd name="connsiteY101" fmla="*/ 1998305 h 2240205"/>
              <a:gd name="connsiteX102" fmla="*/ 2373568 w 12192000"/>
              <a:gd name="connsiteY102" fmla="*/ 2003219 h 2240205"/>
              <a:gd name="connsiteX103" fmla="*/ 2287219 w 12192000"/>
              <a:gd name="connsiteY103" fmla="*/ 1998750 h 2240205"/>
              <a:gd name="connsiteX104" fmla="*/ 2243069 w 12192000"/>
              <a:gd name="connsiteY104" fmla="*/ 2005321 h 2240205"/>
              <a:gd name="connsiteX105" fmla="*/ 2164831 w 12192000"/>
              <a:gd name="connsiteY105" fmla="*/ 2010143 h 2240205"/>
              <a:gd name="connsiteX106" fmla="*/ 2085228 w 12192000"/>
              <a:gd name="connsiteY106" fmla="*/ 2046431 h 2240205"/>
              <a:gd name="connsiteX107" fmla="*/ 2058061 w 12192000"/>
              <a:gd name="connsiteY107" fmla="*/ 2047942 h 2240205"/>
              <a:gd name="connsiteX108" fmla="*/ 2042244 w 12192000"/>
              <a:gd name="connsiteY108" fmla="*/ 2055560 h 2240205"/>
              <a:gd name="connsiteX109" fmla="*/ 1877728 w 12192000"/>
              <a:gd name="connsiteY109" fmla="*/ 2101004 h 2240205"/>
              <a:gd name="connsiteX110" fmla="*/ 1759056 w 12192000"/>
              <a:gd name="connsiteY110" fmla="*/ 2125608 h 2240205"/>
              <a:gd name="connsiteX111" fmla="*/ 1637948 w 12192000"/>
              <a:gd name="connsiteY111" fmla="*/ 2172597 h 2240205"/>
              <a:gd name="connsiteX112" fmla="*/ 1434549 w 12192000"/>
              <a:gd name="connsiteY112" fmla="*/ 2234522 h 2240205"/>
              <a:gd name="connsiteX113" fmla="*/ 1370962 w 12192000"/>
              <a:gd name="connsiteY113" fmla="*/ 2237474 h 2240205"/>
              <a:gd name="connsiteX114" fmla="*/ 1356367 w 12192000"/>
              <a:gd name="connsiteY114" fmla="*/ 2235089 h 2240205"/>
              <a:gd name="connsiteX115" fmla="*/ 1279765 w 12192000"/>
              <a:gd name="connsiteY115" fmla="*/ 2229639 h 2240205"/>
              <a:gd name="connsiteX116" fmla="*/ 1195347 w 12192000"/>
              <a:gd name="connsiteY116" fmla="*/ 2212354 h 2240205"/>
              <a:gd name="connsiteX117" fmla="*/ 970251 w 12192000"/>
              <a:gd name="connsiteY117" fmla="*/ 2221029 h 2240205"/>
              <a:gd name="connsiteX118" fmla="*/ 812914 w 12192000"/>
              <a:gd name="connsiteY118" fmla="*/ 2210095 h 2240205"/>
              <a:gd name="connsiteX119" fmla="*/ 776382 w 12192000"/>
              <a:gd name="connsiteY119" fmla="*/ 2204512 h 2240205"/>
              <a:gd name="connsiteX120" fmla="*/ 597225 w 12192000"/>
              <a:gd name="connsiteY120" fmla="*/ 2180999 h 2240205"/>
              <a:gd name="connsiteX121" fmla="*/ 520671 w 12192000"/>
              <a:gd name="connsiteY121" fmla="*/ 2180980 h 2240205"/>
              <a:gd name="connsiteX122" fmla="*/ 515024 w 12192000"/>
              <a:gd name="connsiteY122" fmla="*/ 2179258 h 2240205"/>
              <a:gd name="connsiteX123" fmla="*/ 413835 w 12192000"/>
              <a:gd name="connsiteY123" fmla="*/ 2156783 h 2240205"/>
              <a:gd name="connsiteX124" fmla="*/ 376513 w 12192000"/>
              <a:gd name="connsiteY124" fmla="*/ 2154014 h 2240205"/>
              <a:gd name="connsiteX125" fmla="*/ 273386 w 12192000"/>
              <a:gd name="connsiteY125" fmla="*/ 2142551 h 2240205"/>
              <a:gd name="connsiteX126" fmla="*/ 77641 w 12192000"/>
              <a:gd name="connsiteY126" fmla="*/ 2126835 h 2240205"/>
              <a:gd name="connsiteX127" fmla="*/ 37645 w 12192000"/>
              <a:gd name="connsiteY127" fmla="*/ 2115401 h 2240205"/>
              <a:gd name="connsiteX128" fmla="*/ 4572 w 12192000"/>
              <a:gd name="connsiteY128" fmla="*/ 2111091 h 2240205"/>
              <a:gd name="connsiteX129" fmla="*/ 0 w 12192000"/>
              <a:gd name="connsiteY129" fmla="*/ 2110468 h 2240205"/>
              <a:gd name="connsiteX130" fmla="*/ 0 w 12192000"/>
              <a:gd name="connsiteY130"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739478 w 12192000"/>
              <a:gd name="connsiteY9" fmla="*/ 776841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584946 w 12192000"/>
              <a:gd name="connsiteY30" fmla="*/ 1135226 h 2240205"/>
              <a:gd name="connsiteX31" fmla="*/ 8419755 w 12192000"/>
              <a:gd name="connsiteY31" fmla="*/ 1216260 h 2240205"/>
              <a:gd name="connsiteX32" fmla="*/ 8411626 w 12192000"/>
              <a:gd name="connsiteY32" fmla="*/ 1214397 h 2240205"/>
              <a:gd name="connsiteX33" fmla="*/ 8363469 w 12192000"/>
              <a:gd name="connsiteY33" fmla="*/ 1246658 h 2240205"/>
              <a:gd name="connsiteX34" fmla="*/ 8275497 w 12192000"/>
              <a:gd name="connsiteY34" fmla="*/ 1264396 h 2240205"/>
              <a:gd name="connsiteX35" fmla="*/ 8074238 w 12192000"/>
              <a:gd name="connsiteY35" fmla="*/ 1301895 h 2240205"/>
              <a:gd name="connsiteX36" fmla="*/ 7902328 w 12192000"/>
              <a:gd name="connsiteY36" fmla="*/ 1345865 h 2240205"/>
              <a:gd name="connsiteX37" fmla="*/ 7840612 w 12192000"/>
              <a:gd name="connsiteY37" fmla="*/ 1369373 h 2240205"/>
              <a:gd name="connsiteX38" fmla="*/ 7786819 w 12192000"/>
              <a:gd name="connsiteY38" fmla="*/ 1378970 h 2240205"/>
              <a:gd name="connsiteX39" fmla="*/ 7548172 w 12192000"/>
              <a:gd name="connsiteY39" fmla="*/ 1417460 h 2240205"/>
              <a:gd name="connsiteX40" fmla="*/ 7483437 w 12192000"/>
              <a:gd name="connsiteY40" fmla="*/ 1478152 h 2240205"/>
              <a:gd name="connsiteX41" fmla="*/ 7377870 w 12192000"/>
              <a:gd name="connsiteY41" fmla="*/ 1523319 h 2240205"/>
              <a:gd name="connsiteX42" fmla="*/ 7230737 w 12192000"/>
              <a:gd name="connsiteY42" fmla="*/ 1562633 h 2240205"/>
              <a:gd name="connsiteX43" fmla="*/ 7224458 w 12192000"/>
              <a:gd name="connsiteY43" fmla="*/ 1573008 h 2240205"/>
              <a:gd name="connsiteX44" fmla="*/ 7183121 w 12192000"/>
              <a:gd name="connsiteY44" fmla="*/ 1595162 h 2240205"/>
              <a:gd name="connsiteX45" fmla="*/ 7164601 w 12192000"/>
              <a:gd name="connsiteY45" fmla="*/ 1606490 h 2240205"/>
              <a:gd name="connsiteX46" fmla="*/ 6900177 w 12192000"/>
              <a:gd name="connsiteY46" fmla="*/ 1636016 h 2240205"/>
              <a:gd name="connsiteX47" fmla="*/ 6795372 w 12192000"/>
              <a:gd name="connsiteY47" fmla="*/ 1644845 h 2240205"/>
              <a:gd name="connsiteX48" fmla="*/ 6692251 w 12192000"/>
              <a:gd name="connsiteY48" fmla="*/ 1656357 h 2240205"/>
              <a:gd name="connsiteX49" fmla="*/ 6655235 w 12192000"/>
              <a:gd name="connsiteY49" fmla="*/ 1661869 h 2240205"/>
              <a:gd name="connsiteX50" fmla="*/ 6554894 w 12192000"/>
              <a:gd name="connsiteY50" fmla="*/ 1664428 h 2240205"/>
              <a:gd name="connsiteX51" fmla="*/ 6516595 w 12192000"/>
              <a:gd name="connsiteY51" fmla="*/ 1667475 h 2240205"/>
              <a:gd name="connsiteX52" fmla="*/ 6508541 w 12192000"/>
              <a:gd name="connsiteY52" fmla="*/ 1668757 h 2240205"/>
              <a:gd name="connsiteX53" fmla="*/ 6471012 w 12192000"/>
              <a:gd name="connsiteY53" fmla="*/ 1678604 h 2240205"/>
              <a:gd name="connsiteX54" fmla="*/ 6364035 w 12192000"/>
              <a:gd name="connsiteY54" fmla="*/ 1667683 h 2240205"/>
              <a:gd name="connsiteX55" fmla="*/ 6243319 w 12192000"/>
              <a:gd name="connsiteY55" fmla="*/ 1695560 h 2240205"/>
              <a:gd name="connsiteX56" fmla="*/ 6098321 w 12192000"/>
              <a:gd name="connsiteY56" fmla="*/ 1721646 h 2240205"/>
              <a:gd name="connsiteX57" fmla="*/ 5880652 w 12192000"/>
              <a:gd name="connsiteY57" fmla="*/ 1779643 h 2240205"/>
              <a:gd name="connsiteX58" fmla="*/ 5785959 w 12192000"/>
              <a:gd name="connsiteY58" fmla="*/ 1775307 h 2240205"/>
              <a:gd name="connsiteX59" fmla="*/ 5643534 w 12192000"/>
              <a:gd name="connsiteY59" fmla="*/ 1802919 h 2240205"/>
              <a:gd name="connsiteX60" fmla="*/ 5518799 w 12192000"/>
              <a:gd name="connsiteY60" fmla="*/ 1818312 h 2240205"/>
              <a:gd name="connsiteX61" fmla="*/ 5505014 w 12192000"/>
              <a:gd name="connsiteY61" fmla="*/ 1819259 h 2240205"/>
              <a:gd name="connsiteX62" fmla="*/ 5453307 w 12192000"/>
              <a:gd name="connsiteY62" fmla="*/ 1815450 h 2240205"/>
              <a:gd name="connsiteX63" fmla="*/ 5221533 w 12192000"/>
              <a:gd name="connsiteY63" fmla="*/ 1846950 h 2240205"/>
              <a:gd name="connsiteX64" fmla="*/ 5149802 w 12192000"/>
              <a:gd name="connsiteY64" fmla="*/ 1844846 h 2240205"/>
              <a:gd name="connsiteX65" fmla="*/ 5114927 w 12192000"/>
              <a:gd name="connsiteY65" fmla="*/ 1847827 h 2240205"/>
              <a:gd name="connsiteX66" fmla="*/ 5108970 w 12192000"/>
              <a:gd name="connsiteY66" fmla="*/ 1847935 h 2240205"/>
              <a:gd name="connsiteX67" fmla="*/ 5067961 w 12192000"/>
              <a:gd name="connsiteY67" fmla="*/ 1845917 h 2240205"/>
              <a:gd name="connsiteX68" fmla="*/ 5007075 w 12192000"/>
              <a:gd name="connsiteY68" fmla="*/ 1838626 h 2240205"/>
              <a:gd name="connsiteX69" fmla="*/ 4944087 w 12192000"/>
              <a:gd name="connsiteY69" fmla="*/ 1823332 h 2240205"/>
              <a:gd name="connsiteX70" fmla="*/ 4907662 w 12192000"/>
              <a:gd name="connsiteY70" fmla="*/ 1816900 h 2240205"/>
              <a:gd name="connsiteX71" fmla="*/ 4882386 w 12192000"/>
              <a:gd name="connsiteY71" fmla="*/ 1809844 h 2240205"/>
              <a:gd name="connsiteX72" fmla="*/ 4811440 w 12192000"/>
              <a:gd name="connsiteY72" fmla="*/ 1804655 h 2240205"/>
              <a:gd name="connsiteX73" fmla="*/ 4691075 w 12192000"/>
              <a:gd name="connsiteY73" fmla="*/ 1801389 h 2240205"/>
              <a:gd name="connsiteX74" fmla="*/ 4640313 w 12192000"/>
              <a:gd name="connsiteY74" fmla="*/ 1784307 h 2240205"/>
              <a:gd name="connsiteX75" fmla="*/ 4536503 w 12192000"/>
              <a:gd name="connsiteY75" fmla="*/ 1785334 h 2240205"/>
              <a:gd name="connsiteX76" fmla="*/ 4513724 w 12192000"/>
              <a:gd name="connsiteY76" fmla="*/ 1791996 h 2240205"/>
              <a:gd name="connsiteX77" fmla="*/ 4459810 w 12192000"/>
              <a:gd name="connsiteY77" fmla="*/ 1797886 h 2240205"/>
              <a:gd name="connsiteX78" fmla="*/ 4379064 w 12192000"/>
              <a:gd name="connsiteY78" fmla="*/ 1817177 h 2240205"/>
              <a:gd name="connsiteX79" fmla="*/ 4290981 w 12192000"/>
              <a:gd name="connsiteY79" fmla="*/ 1839677 h 2240205"/>
              <a:gd name="connsiteX80" fmla="*/ 4238372 w 12192000"/>
              <a:gd name="connsiteY80" fmla="*/ 1851480 h 2240205"/>
              <a:gd name="connsiteX81" fmla="*/ 4232517 w 12192000"/>
              <a:gd name="connsiteY81" fmla="*/ 1852567 h 2240205"/>
              <a:gd name="connsiteX82" fmla="*/ 4191732 w 12192000"/>
              <a:gd name="connsiteY82" fmla="*/ 1857328 h 2240205"/>
              <a:gd name="connsiteX83" fmla="*/ 4065532 w 12192000"/>
              <a:gd name="connsiteY83" fmla="*/ 1855477 h 2240205"/>
              <a:gd name="connsiteX84" fmla="*/ 4028460 w 12192000"/>
              <a:gd name="connsiteY84" fmla="*/ 1855137 h 2240205"/>
              <a:gd name="connsiteX85" fmla="*/ 4002267 w 12192000"/>
              <a:gd name="connsiteY85" fmla="*/ 1852352 h 2240205"/>
              <a:gd name="connsiteX86" fmla="*/ 3931396 w 12192000"/>
              <a:gd name="connsiteY86" fmla="*/ 1858915 h 2240205"/>
              <a:gd name="connsiteX87" fmla="*/ 3812162 w 12192000"/>
              <a:gd name="connsiteY87" fmla="*/ 1875501 h 2240205"/>
              <a:gd name="connsiteX88" fmla="*/ 3758105 w 12192000"/>
              <a:gd name="connsiteY88" fmla="*/ 1871856 h 2240205"/>
              <a:gd name="connsiteX89" fmla="*/ 3567259 w 12192000"/>
              <a:gd name="connsiteY89" fmla="*/ 1893482 h 2240205"/>
              <a:gd name="connsiteX90" fmla="*/ 3405770 w 12192000"/>
              <a:gd name="connsiteY90" fmla="*/ 1904591 h 2240205"/>
              <a:gd name="connsiteX91" fmla="*/ 3280097 w 12192000"/>
              <a:gd name="connsiteY91" fmla="*/ 1919610 h 2240205"/>
              <a:gd name="connsiteX92" fmla="*/ 3009910 w 12192000"/>
              <a:gd name="connsiteY92" fmla="*/ 1957866 h 2240205"/>
              <a:gd name="connsiteX93" fmla="*/ 2995934 w 12192000"/>
              <a:gd name="connsiteY93" fmla="*/ 1967085 h 2240205"/>
              <a:gd name="connsiteX94" fmla="*/ 2942858 w 12192000"/>
              <a:gd name="connsiteY94" fmla="*/ 1981367 h 2240205"/>
              <a:gd name="connsiteX95" fmla="*/ 2875436 w 12192000"/>
              <a:gd name="connsiteY95" fmla="*/ 1996977 h 2240205"/>
              <a:gd name="connsiteX96" fmla="*/ 2874892 w 12192000"/>
              <a:gd name="connsiteY96" fmla="*/ 1996085 h 2240205"/>
              <a:gd name="connsiteX97" fmla="*/ 2843662 w 12192000"/>
              <a:gd name="connsiteY97" fmla="*/ 1992498 h 2240205"/>
              <a:gd name="connsiteX98" fmla="*/ 2718916 w 12192000"/>
              <a:gd name="connsiteY98" fmla="*/ 1990867 h 2240205"/>
              <a:gd name="connsiteX99" fmla="*/ 2713522 w 12192000"/>
              <a:gd name="connsiteY99" fmla="*/ 1990173 h 2240205"/>
              <a:gd name="connsiteX100" fmla="*/ 2476147 w 12192000"/>
              <a:gd name="connsiteY100" fmla="*/ 1998305 h 2240205"/>
              <a:gd name="connsiteX101" fmla="*/ 2373568 w 12192000"/>
              <a:gd name="connsiteY101" fmla="*/ 2003219 h 2240205"/>
              <a:gd name="connsiteX102" fmla="*/ 2287219 w 12192000"/>
              <a:gd name="connsiteY102" fmla="*/ 1998750 h 2240205"/>
              <a:gd name="connsiteX103" fmla="*/ 2243069 w 12192000"/>
              <a:gd name="connsiteY103" fmla="*/ 2005321 h 2240205"/>
              <a:gd name="connsiteX104" fmla="*/ 2164831 w 12192000"/>
              <a:gd name="connsiteY104" fmla="*/ 2010143 h 2240205"/>
              <a:gd name="connsiteX105" fmla="*/ 2085228 w 12192000"/>
              <a:gd name="connsiteY105" fmla="*/ 2046431 h 2240205"/>
              <a:gd name="connsiteX106" fmla="*/ 2058061 w 12192000"/>
              <a:gd name="connsiteY106" fmla="*/ 2047942 h 2240205"/>
              <a:gd name="connsiteX107" fmla="*/ 2042244 w 12192000"/>
              <a:gd name="connsiteY107" fmla="*/ 2055560 h 2240205"/>
              <a:gd name="connsiteX108" fmla="*/ 1877728 w 12192000"/>
              <a:gd name="connsiteY108" fmla="*/ 2101004 h 2240205"/>
              <a:gd name="connsiteX109" fmla="*/ 1759056 w 12192000"/>
              <a:gd name="connsiteY109" fmla="*/ 2125608 h 2240205"/>
              <a:gd name="connsiteX110" fmla="*/ 1637948 w 12192000"/>
              <a:gd name="connsiteY110" fmla="*/ 2172597 h 2240205"/>
              <a:gd name="connsiteX111" fmla="*/ 1434549 w 12192000"/>
              <a:gd name="connsiteY111" fmla="*/ 2234522 h 2240205"/>
              <a:gd name="connsiteX112" fmla="*/ 1370962 w 12192000"/>
              <a:gd name="connsiteY112" fmla="*/ 2237474 h 2240205"/>
              <a:gd name="connsiteX113" fmla="*/ 1356367 w 12192000"/>
              <a:gd name="connsiteY113" fmla="*/ 2235089 h 2240205"/>
              <a:gd name="connsiteX114" fmla="*/ 1279765 w 12192000"/>
              <a:gd name="connsiteY114" fmla="*/ 2229639 h 2240205"/>
              <a:gd name="connsiteX115" fmla="*/ 1195347 w 12192000"/>
              <a:gd name="connsiteY115" fmla="*/ 2212354 h 2240205"/>
              <a:gd name="connsiteX116" fmla="*/ 970251 w 12192000"/>
              <a:gd name="connsiteY116" fmla="*/ 2221029 h 2240205"/>
              <a:gd name="connsiteX117" fmla="*/ 812914 w 12192000"/>
              <a:gd name="connsiteY117" fmla="*/ 2210095 h 2240205"/>
              <a:gd name="connsiteX118" fmla="*/ 776382 w 12192000"/>
              <a:gd name="connsiteY118" fmla="*/ 2204512 h 2240205"/>
              <a:gd name="connsiteX119" fmla="*/ 597225 w 12192000"/>
              <a:gd name="connsiteY119" fmla="*/ 2180999 h 2240205"/>
              <a:gd name="connsiteX120" fmla="*/ 520671 w 12192000"/>
              <a:gd name="connsiteY120" fmla="*/ 2180980 h 2240205"/>
              <a:gd name="connsiteX121" fmla="*/ 515024 w 12192000"/>
              <a:gd name="connsiteY121" fmla="*/ 2179258 h 2240205"/>
              <a:gd name="connsiteX122" fmla="*/ 413835 w 12192000"/>
              <a:gd name="connsiteY122" fmla="*/ 2156783 h 2240205"/>
              <a:gd name="connsiteX123" fmla="*/ 376513 w 12192000"/>
              <a:gd name="connsiteY123" fmla="*/ 2154014 h 2240205"/>
              <a:gd name="connsiteX124" fmla="*/ 273386 w 12192000"/>
              <a:gd name="connsiteY124" fmla="*/ 2142551 h 2240205"/>
              <a:gd name="connsiteX125" fmla="*/ 77641 w 12192000"/>
              <a:gd name="connsiteY125" fmla="*/ 2126835 h 2240205"/>
              <a:gd name="connsiteX126" fmla="*/ 37645 w 12192000"/>
              <a:gd name="connsiteY126" fmla="*/ 2115401 h 2240205"/>
              <a:gd name="connsiteX127" fmla="*/ 4572 w 12192000"/>
              <a:gd name="connsiteY127" fmla="*/ 2111091 h 2240205"/>
              <a:gd name="connsiteX128" fmla="*/ 0 w 12192000"/>
              <a:gd name="connsiteY128" fmla="*/ 2110468 h 2240205"/>
              <a:gd name="connsiteX129" fmla="*/ 0 w 12192000"/>
              <a:gd name="connsiteY129"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85228 w 12192000"/>
              <a:gd name="connsiteY104" fmla="*/ 2046431 h 2240205"/>
              <a:gd name="connsiteX105" fmla="*/ 2058061 w 12192000"/>
              <a:gd name="connsiteY105" fmla="*/ 2047942 h 2240205"/>
              <a:gd name="connsiteX106" fmla="*/ 2042244 w 12192000"/>
              <a:gd name="connsiteY106" fmla="*/ 2055560 h 2240205"/>
              <a:gd name="connsiteX107" fmla="*/ 1877728 w 12192000"/>
              <a:gd name="connsiteY107" fmla="*/ 2101004 h 2240205"/>
              <a:gd name="connsiteX108" fmla="*/ 1759056 w 12192000"/>
              <a:gd name="connsiteY108" fmla="*/ 2125608 h 2240205"/>
              <a:gd name="connsiteX109" fmla="*/ 1637948 w 12192000"/>
              <a:gd name="connsiteY109" fmla="*/ 2172597 h 2240205"/>
              <a:gd name="connsiteX110" fmla="*/ 1434549 w 12192000"/>
              <a:gd name="connsiteY110" fmla="*/ 2234522 h 2240205"/>
              <a:gd name="connsiteX111" fmla="*/ 1370962 w 12192000"/>
              <a:gd name="connsiteY111" fmla="*/ 2237474 h 2240205"/>
              <a:gd name="connsiteX112" fmla="*/ 1356367 w 12192000"/>
              <a:gd name="connsiteY112" fmla="*/ 2235089 h 2240205"/>
              <a:gd name="connsiteX113" fmla="*/ 1279765 w 12192000"/>
              <a:gd name="connsiteY113" fmla="*/ 2229639 h 2240205"/>
              <a:gd name="connsiteX114" fmla="*/ 1195347 w 12192000"/>
              <a:gd name="connsiteY114" fmla="*/ 2212354 h 2240205"/>
              <a:gd name="connsiteX115" fmla="*/ 970251 w 12192000"/>
              <a:gd name="connsiteY115" fmla="*/ 2221029 h 2240205"/>
              <a:gd name="connsiteX116" fmla="*/ 812914 w 12192000"/>
              <a:gd name="connsiteY116" fmla="*/ 2210095 h 2240205"/>
              <a:gd name="connsiteX117" fmla="*/ 776382 w 12192000"/>
              <a:gd name="connsiteY117" fmla="*/ 2204512 h 2240205"/>
              <a:gd name="connsiteX118" fmla="*/ 597225 w 12192000"/>
              <a:gd name="connsiteY118" fmla="*/ 2180999 h 2240205"/>
              <a:gd name="connsiteX119" fmla="*/ 520671 w 12192000"/>
              <a:gd name="connsiteY119" fmla="*/ 2180980 h 2240205"/>
              <a:gd name="connsiteX120" fmla="*/ 515024 w 12192000"/>
              <a:gd name="connsiteY120" fmla="*/ 2179258 h 2240205"/>
              <a:gd name="connsiteX121" fmla="*/ 413835 w 12192000"/>
              <a:gd name="connsiteY121" fmla="*/ 2156783 h 2240205"/>
              <a:gd name="connsiteX122" fmla="*/ 376513 w 12192000"/>
              <a:gd name="connsiteY122" fmla="*/ 2154014 h 2240205"/>
              <a:gd name="connsiteX123" fmla="*/ 273386 w 12192000"/>
              <a:gd name="connsiteY123" fmla="*/ 2142551 h 2240205"/>
              <a:gd name="connsiteX124" fmla="*/ 77641 w 12192000"/>
              <a:gd name="connsiteY124" fmla="*/ 2126835 h 2240205"/>
              <a:gd name="connsiteX125" fmla="*/ 37645 w 12192000"/>
              <a:gd name="connsiteY125" fmla="*/ 2115401 h 2240205"/>
              <a:gd name="connsiteX126" fmla="*/ 4572 w 12192000"/>
              <a:gd name="connsiteY126" fmla="*/ 2111091 h 2240205"/>
              <a:gd name="connsiteX127" fmla="*/ 0 w 12192000"/>
              <a:gd name="connsiteY127" fmla="*/ 2110468 h 2240205"/>
              <a:gd name="connsiteX128" fmla="*/ 0 w 12192000"/>
              <a:gd name="connsiteY128"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243069 w 12192000"/>
              <a:gd name="connsiteY102" fmla="*/ 2005321 h 2240205"/>
              <a:gd name="connsiteX103" fmla="*/ 2164831 w 12192000"/>
              <a:gd name="connsiteY103" fmla="*/ 2010143 h 2240205"/>
              <a:gd name="connsiteX104" fmla="*/ 2058061 w 12192000"/>
              <a:gd name="connsiteY104" fmla="*/ 2047942 h 2240205"/>
              <a:gd name="connsiteX105" fmla="*/ 2042244 w 12192000"/>
              <a:gd name="connsiteY105" fmla="*/ 2055560 h 2240205"/>
              <a:gd name="connsiteX106" fmla="*/ 1877728 w 12192000"/>
              <a:gd name="connsiteY106" fmla="*/ 2101004 h 2240205"/>
              <a:gd name="connsiteX107" fmla="*/ 1759056 w 12192000"/>
              <a:gd name="connsiteY107" fmla="*/ 2125608 h 2240205"/>
              <a:gd name="connsiteX108" fmla="*/ 1637948 w 12192000"/>
              <a:gd name="connsiteY108" fmla="*/ 2172597 h 2240205"/>
              <a:gd name="connsiteX109" fmla="*/ 1434549 w 12192000"/>
              <a:gd name="connsiteY109" fmla="*/ 2234522 h 2240205"/>
              <a:gd name="connsiteX110" fmla="*/ 1370962 w 12192000"/>
              <a:gd name="connsiteY110" fmla="*/ 2237474 h 2240205"/>
              <a:gd name="connsiteX111" fmla="*/ 1356367 w 12192000"/>
              <a:gd name="connsiteY111" fmla="*/ 2235089 h 2240205"/>
              <a:gd name="connsiteX112" fmla="*/ 1279765 w 12192000"/>
              <a:gd name="connsiteY112" fmla="*/ 2229639 h 2240205"/>
              <a:gd name="connsiteX113" fmla="*/ 1195347 w 12192000"/>
              <a:gd name="connsiteY113" fmla="*/ 2212354 h 2240205"/>
              <a:gd name="connsiteX114" fmla="*/ 970251 w 12192000"/>
              <a:gd name="connsiteY114" fmla="*/ 2221029 h 2240205"/>
              <a:gd name="connsiteX115" fmla="*/ 812914 w 12192000"/>
              <a:gd name="connsiteY115" fmla="*/ 2210095 h 2240205"/>
              <a:gd name="connsiteX116" fmla="*/ 776382 w 12192000"/>
              <a:gd name="connsiteY116" fmla="*/ 2204512 h 2240205"/>
              <a:gd name="connsiteX117" fmla="*/ 597225 w 12192000"/>
              <a:gd name="connsiteY117" fmla="*/ 2180999 h 2240205"/>
              <a:gd name="connsiteX118" fmla="*/ 520671 w 12192000"/>
              <a:gd name="connsiteY118" fmla="*/ 2180980 h 2240205"/>
              <a:gd name="connsiteX119" fmla="*/ 515024 w 12192000"/>
              <a:gd name="connsiteY119" fmla="*/ 2179258 h 2240205"/>
              <a:gd name="connsiteX120" fmla="*/ 413835 w 12192000"/>
              <a:gd name="connsiteY120" fmla="*/ 2156783 h 2240205"/>
              <a:gd name="connsiteX121" fmla="*/ 376513 w 12192000"/>
              <a:gd name="connsiteY121" fmla="*/ 2154014 h 2240205"/>
              <a:gd name="connsiteX122" fmla="*/ 273386 w 12192000"/>
              <a:gd name="connsiteY122" fmla="*/ 2142551 h 2240205"/>
              <a:gd name="connsiteX123" fmla="*/ 77641 w 12192000"/>
              <a:gd name="connsiteY123" fmla="*/ 2126835 h 2240205"/>
              <a:gd name="connsiteX124" fmla="*/ 37645 w 12192000"/>
              <a:gd name="connsiteY124" fmla="*/ 2115401 h 2240205"/>
              <a:gd name="connsiteX125" fmla="*/ 4572 w 12192000"/>
              <a:gd name="connsiteY125" fmla="*/ 2111091 h 2240205"/>
              <a:gd name="connsiteX126" fmla="*/ 0 w 12192000"/>
              <a:gd name="connsiteY126" fmla="*/ 2110468 h 2240205"/>
              <a:gd name="connsiteX127" fmla="*/ 0 w 12192000"/>
              <a:gd name="connsiteY127"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776382 w 12192000"/>
              <a:gd name="connsiteY115" fmla="*/ 2204512 h 2240205"/>
              <a:gd name="connsiteX116" fmla="*/ 597225 w 12192000"/>
              <a:gd name="connsiteY116" fmla="*/ 2180999 h 2240205"/>
              <a:gd name="connsiteX117" fmla="*/ 520671 w 12192000"/>
              <a:gd name="connsiteY117" fmla="*/ 2180980 h 2240205"/>
              <a:gd name="connsiteX118" fmla="*/ 515024 w 12192000"/>
              <a:gd name="connsiteY118" fmla="*/ 2179258 h 2240205"/>
              <a:gd name="connsiteX119" fmla="*/ 413835 w 12192000"/>
              <a:gd name="connsiteY119" fmla="*/ 2156783 h 2240205"/>
              <a:gd name="connsiteX120" fmla="*/ 376513 w 12192000"/>
              <a:gd name="connsiteY120" fmla="*/ 2154014 h 2240205"/>
              <a:gd name="connsiteX121" fmla="*/ 273386 w 12192000"/>
              <a:gd name="connsiteY121" fmla="*/ 2142551 h 2240205"/>
              <a:gd name="connsiteX122" fmla="*/ 77641 w 12192000"/>
              <a:gd name="connsiteY122" fmla="*/ 2126835 h 2240205"/>
              <a:gd name="connsiteX123" fmla="*/ 37645 w 12192000"/>
              <a:gd name="connsiteY123" fmla="*/ 2115401 h 2240205"/>
              <a:gd name="connsiteX124" fmla="*/ 4572 w 12192000"/>
              <a:gd name="connsiteY124" fmla="*/ 2111091 h 2240205"/>
              <a:gd name="connsiteX125" fmla="*/ 0 w 12192000"/>
              <a:gd name="connsiteY125" fmla="*/ 2110468 h 2240205"/>
              <a:gd name="connsiteX126" fmla="*/ 0 w 12192000"/>
              <a:gd name="connsiteY12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776382 w 12192000"/>
              <a:gd name="connsiteY115" fmla="*/ 2204512 h 2240205"/>
              <a:gd name="connsiteX116" fmla="*/ 597225 w 12192000"/>
              <a:gd name="connsiteY116" fmla="*/ 2180999 h 2240205"/>
              <a:gd name="connsiteX117" fmla="*/ 520671 w 12192000"/>
              <a:gd name="connsiteY117" fmla="*/ 2180980 h 2240205"/>
              <a:gd name="connsiteX118" fmla="*/ 515024 w 12192000"/>
              <a:gd name="connsiteY118" fmla="*/ 2179258 h 2240205"/>
              <a:gd name="connsiteX119" fmla="*/ 413835 w 12192000"/>
              <a:gd name="connsiteY119" fmla="*/ 2156783 h 2240205"/>
              <a:gd name="connsiteX120" fmla="*/ 376513 w 12192000"/>
              <a:gd name="connsiteY120" fmla="*/ 2154014 h 2240205"/>
              <a:gd name="connsiteX121" fmla="*/ 273386 w 12192000"/>
              <a:gd name="connsiteY121" fmla="*/ 2142551 h 2240205"/>
              <a:gd name="connsiteX122" fmla="*/ 77641 w 12192000"/>
              <a:gd name="connsiteY122" fmla="*/ 2126835 h 2240205"/>
              <a:gd name="connsiteX123" fmla="*/ 37645 w 12192000"/>
              <a:gd name="connsiteY123" fmla="*/ 2115401 h 2240205"/>
              <a:gd name="connsiteX124" fmla="*/ 4572 w 12192000"/>
              <a:gd name="connsiteY124" fmla="*/ 2111091 h 2240205"/>
              <a:gd name="connsiteX125" fmla="*/ 0 w 12192000"/>
              <a:gd name="connsiteY125" fmla="*/ 2110468 h 2240205"/>
              <a:gd name="connsiteX126" fmla="*/ 0 w 12192000"/>
              <a:gd name="connsiteY126"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515024 w 12192000"/>
              <a:gd name="connsiteY117" fmla="*/ 2179258 h 2240205"/>
              <a:gd name="connsiteX118" fmla="*/ 413835 w 12192000"/>
              <a:gd name="connsiteY118" fmla="*/ 2156783 h 2240205"/>
              <a:gd name="connsiteX119" fmla="*/ 376513 w 12192000"/>
              <a:gd name="connsiteY119" fmla="*/ 2154014 h 2240205"/>
              <a:gd name="connsiteX120" fmla="*/ 273386 w 12192000"/>
              <a:gd name="connsiteY120" fmla="*/ 2142551 h 2240205"/>
              <a:gd name="connsiteX121" fmla="*/ 77641 w 12192000"/>
              <a:gd name="connsiteY121" fmla="*/ 2126835 h 2240205"/>
              <a:gd name="connsiteX122" fmla="*/ 37645 w 12192000"/>
              <a:gd name="connsiteY122" fmla="*/ 2115401 h 2240205"/>
              <a:gd name="connsiteX123" fmla="*/ 4572 w 12192000"/>
              <a:gd name="connsiteY123" fmla="*/ 2111091 h 2240205"/>
              <a:gd name="connsiteX124" fmla="*/ 0 w 12192000"/>
              <a:gd name="connsiteY124" fmla="*/ 2110468 h 2240205"/>
              <a:gd name="connsiteX125" fmla="*/ 0 w 12192000"/>
              <a:gd name="connsiteY12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515024 w 12192000"/>
              <a:gd name="connsiteY117" fmla="*/ 2179258 h 2240205"/>
              <a:gd name="connsiteX118" fmla="*/ 413835 w 12192000"/>
              <a:gd name="connsiteY118" fmla="*/ 2156783 h 2240205"/>
              <a:gd name="connsiteX119" fmla="*/ 376513 w 12192000"/>
              <a:gd name="connsiteY119" fmla="*/ 2154014 h 2240205"/>
              <a:gd name="connsiteX120" fmla="*/ 273386 w 12192000"/>
              <a:gd name="connsiteY120" fmla="*/ 2142551 h 2240205"/>
              <a:gd name="connsiteX121" fmla="*/ 77641 w 12192000"/>
              <a:gd name="connsiteY121" fmla="*/ 2126835 h 2240205"/>
              <a:gd name="connsiteX122" fmla="*/ 37645 w 12192000"/>
              <a:gd name="connsiteY122" fmla="*/ 2115401 h 2240205"/>
              <a:gd name="connsiteX123" fmla="*/ 4572 w 12192000"/>
              <a:gd name="connsiteY123" fmla="*/ 2111091 h 2240205"/>
              <a:gd name="connsiteX124" fmla="*/ 0 w 12192000"/>
              <a:gd name="connsiteY124" fmla="*/ 2110468 h 2240205"/>
              <a:gd name="connsiteX125" fmla="*/ 0 w 12192000"/>
              <a:gd name="connsiteY125"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413835 w 12192000"/>
              <a:gd name="connsiteY117" fmla="*/ 2156783 h 2240205"/>
              <a:gd name="connsiteX118" fmla="*/ 376513 w 12192000"/>
              <a:gd name="connsiteY118" fmla="*/ 2154014 h 2240205"/>
              <a:gd name="connsiteX119" fmla="*/ 273386 w 12192000"/>
              <a:gd name="connsiteY119" fmla="*/ 2142551 h 2240205"/>
              <a:gd name="connsiteX120" fmla="*/ 77641 w 12192000"/>
              <a:gd name="connsiteY120" fmla="*/ 2126835 h 2240205"/>
              <a:gd name="connsiteX121" fmla="*/ 37645 w 12192000"/>
              <a:gd name="connsiteY121" fmla="*/ 2115401 h 2240205"/>
              <a:gd name="connsiteX122" fmla="*/ 4572 w 12192000"/>
              <a:gd name="connsiteY122" fmla="*/ 2111091 h 2240205"/>
              <a:gd name="connsiteX123" fmla="*/ 0 w 12192000"/>
              <a:gd name="connsiteY123" fmla="*/ 2110468 h 2240205"/>
              <a:gd name="connsiteX124" fmla="*/ 0 w 12192000"/>
              <a:gd name="connsiteY124" fmla="*/ 0 h 2240205"/>
              <a:gd name="connsiteX0" fmla="*/ 0 w 12192000"/>
              <a:gd name="connsiteY0" fmla="*/ 0 h 2240205"/>
              <a:gd name="connsiteX1" fmla="*/ 12192000 w 12192000"/>
              <a:gd name="connsiteY1" fmla="*/ 0 h 2240205"/>
              <a:gd name="connsiteX2" fmla="*/ 12192000 w 12192000"/>
              <a:gd name="connsiteY2" fmla="*/ 751299 h 2240205"/>
              <a:gd name="connsiteX3" fmla="*/ 11890686 w 12192000"/>
              <a:gd name="connsiteY3" fmla="*/ 732766 h 2240205"/>
              <a:gd name="connsiteX4" fmla="*/ 11649954 w 12192000"/>
              <a:gd name="connsiteY4" fmla="*/ 749628 h 2240205"/>
              <a:gd name="connsiteX5" fmla="*/ 11560424 w 12192000"/>
              <a:gd name="connsiteY5" fmla="*/ 748017 h 2240205"/>
              <a:gd name="connsiteX6" fmla="*/ 11358455 w 12192000"/>
              <a:gd name="connsiteY6" fmla="*/ 747593 h 2240205"/>
              <a:gd name="connsiteX7" fmla="*/ 11165209 w 12192000"/>
              <a:gd name="connsiteY7" fmla="*/ 748852 h 2240205"/>
              <a:gd name="connsiteX8" fmla="*/ 11058755 w 12192000"/>
              <a:gd name="connsiteY8" fmla="*/ 749617 h 2240205"/>
              <a:gd name="connsiteX9" fmla="*/ 10803046 w 12192000"/>
              <a:gd name="connsiteY9" fmla="*/ 774328 h 2240205"/>
              <a:gd name="connsiteX10" fmla="*/ 10458762 w 12192000"/>
              <a:gd name="connsiteY10" fmla="*/ 755400 h 2240205"/>
              <a:gd name="connsiteX11" fmla="*/ 10211200 w 12192000"/>
              <a:gd name="connsiteY11" fmla="*/ 767513 h 2240205"/>
              <a:gd name="connsiteX12" fmla="*/ 10167995 w 12192000"/>
              <a:gd name="connsiteY12" fmla="*/ 760843 h 2240205"/>
              <a:gd name="connsiteX13" fmla="*/ 9997044 w 12192000"/>
              <a:gd name="connsiteY13" fmla="*/ 780129 h 2240205"/>
              <a:gd name="connsiteX14" fmla="*/ 9943887 w 12192000"/>
              <a:gd name="connsiteY14" fmla="*/ 804141 h 2240205"/>
              <a:gd name="connsiteX15" fmla="*/ 9918248 w 12192000"/>
              <a:gd name="connsiteY15" fmla="*/ 816628 h 2240205"/>
              <a:gd name="connsiteX16" fmla="*/ 9767091 w 12192000"/>
              <a:gd name="connsiteY16" fmla="*/ 870550 h 2240205"/>
              <a:gd name="connsiteX17" fmla="*/ 9683005 w 12192000"/>
              <a:gd name="connsiteY17" fmla="*/ 894128 h 2240205"/>
              <a:gd name="connsiteX18" fmla="*/ 9500499 w 12192000"/>
              <a:gd name="connsiteY18" fmla="*/ 954680 h 2240205"/>
              <a:gd name="connsiteX19" fmla="*/ 9410017 w 12192000"/>
              <a:gd name="connsiteY19" fmla="*/ 993931 h 2240205"/>
              <a:gd name="connsiteX20" fmla="*/ 9392919 w 12192000"/>
              <a:gd name="connsiteY20" fmla="*/ 994656 h 2240205"/>
              <a:gd name="connsiteX21" fmla="*/ 9268019 w 12192000"/>
              <a:gd name="connsiteY21" fmla="*/ 1007442 h 2240205"/>
              <a:gd name="connsiteX22" fmla="*/ 9188177 w 12192000"/>
              <a:gd name="connsiteY22" fmla="*/ 1035474 h 2240205"/>
              <a:gd name="connsiteX23" fmla="*/ 9155969 w 12192000"/>
              <a:gd name="connsiteY23" fmla="*/ 1046804 h 2240205"/>
              <a:gd name="connsiteX24" fmla="*/ 9133985 w 12192000"/>
              <a:gd name="connsiteY24" fmla="*/ 1046450 h 2240205"/>
              <a:gd name="connsiteX25" fmla="*/ 9003462 w 12192000"/>
              <a:gd name="connsiteY25" fmla="*/ 1042406 h 2240205"/>
              <a:gd name="connsiteX26" fmla="*/ 8968445 w 12192000"/>
              <a:gd name="connsiteY26" fmla="*/ 1052169 h 2240205"/>
              <a:gd name="connsiteX27" fmla="*/ 8886001 w 12192000"/>
              <a:gd name="connsiteY27" fmla="*/ 1067468 h 2240205"/>
              <a:gd name="connsiteX28" fmla="*/ 8838610 w 12192000"/>
              <a:gd name="connsiteY28" fmla="*/ 1075091 h 2240205"/>
              <a:gd name="connsiteX29" fmla="*/ 8665605 w 12192000"/>
              <a:gd name="connsiteY29" fmla="*/ 1110791 h 2240205"/>
              <a:gd name="connsiteX30" fmla="*/ 8419755 w 12192000"/>
              <a:gd name="connsiteY30" fmla="*/ 1216260 h 2240205"/>
              <a:gd name="connsiteX31" fmla="*/ 8411626 w 12192000"/>
              <a:gd name="connsiteY31" fmla="*/ 1214397 h 2240205"/>
              <a:gd name="connsiteX32" fmla="*/ 8363469 w 12192000"/>
              <a:gd name="connsiteY32" fmla="*/ 1246658 h 2240205"/>
              <a:gd name="connsiteX33" fmla="*/ 8275497 w 12192000"/>
              <a:gd name="connsiteY33" fmla="*/ 1264396 h 2240205"/>
              <a:gd name="connsiteX34" fmla="*/ 8074238 w 12192000"/>
              <a:gd name="connsiteY34" fmla="*/ 1301895 h 2240205"/>
              <a:gd name="connsiteX35" fmla="*/ 7902328 w 12192000"/>
              <a:gd name="connsiteY35" fmla="*/ 1345865 h 2240205"/>
              <a:gd name="connsiteX36" fmla="*/ 7840612 w 12192000"/>
              <a:gd name="connsiteY36" fmla="*/ 1369373 h 2240205"/>
              <a:gd name="connsiteX37" fmla="*/ 7786819 w 12192000"/>
              <a:gd name="connsiteY37" fmla="*/ 1378970 h 2240205"/>
              <a:gd name="connsiteX38" fmla="*/ 7548172 w 12192000"/>
              <a:gd name="connsiteY38" fmla="*/ 1417460 h 2240205"/>
              <a:gd name="connsiteX39" fmla="*/ 7483437 w 12192000"/>
              <a:gd name="connsiteY39" fmla="*/ 1478152 h 2240205"/>
              <a:gd name="connsiteX40" fmla="*/ 7377870 w 12192000"/>
              <a:gd name="connsiteY40" fmla="*/ 1523319 h 2240205"/>
              <a:gd name="connsiteX41" fmla="*/ 7230737 w 12192000"/>
              <a:gd name="connsiteY41" fmla="*/ 1562633 h 2240205"/>
              <a:gd name="connsiteX42" fmla="*/ 7224458 w 12192000"/>
              <a:gd name="connsiteY42" fmla="*/ 1573008 h 2240205"/>
              <a:gd name="connsiteX43" fmla="*/ 7183121 w 12192000"/>
              <a:gd name="connsiteY43" fmla="*/ 1595162 h 2240205"/>
              <a:gd name="connsiteX44" fmla="*/ 7164601 w 12192000"/>
              <a:gd name="connsiteY44" fmla="*/ 1606490 h 2240205"/>
              <a:gd name="connsiteX45" fmla="*/ 6900177 w 12192000"/>
              <a:gd name="connsiteY45" fmla="*/ 1636016 h 2240205"/>
              <a:gd name="connsiteX46" fmla="*/ 6795372 w 12192000"/>
              <a:gd name="connsiteY46" fmla="*/ 1644845 h 2240205"/>
              <a:gd name="connsiteX47" fmla="*/ 6692251 w 12192000"/>
              <a:gd name="connsiteY47" fmla="*/ 1656357 h 2240205"/>
              <a:gd name="connsiteX48" fmla="*/ 6655235 w 12192000"/>
              <a:gd name="connsiteY48" fmla="*/ 1661869 h 2240205"/>
              <a:gd name="connsiteX49" fmla="*/ 6554894 w 12192000"/>
              <a:gd name="connsiteY49" fmla="*/ 1664428 h 2240205"/>
              <a:gd name="connsiteX50" fmla="*/ 6516595 w 12192000"/>
              <a:gd name="connsiteY50" fmla="*/ 1667475 h 2240205"/>
              <a:gd name="connsiteX51" fmla="*/ 6508541 w 12192000"/>
              <a:gd name="connsiteY51" fmla="*/ 1668757 h 2240205"/>
              <a:gd name="connsiteX52" fmla="*/ 6471012 w 12192000"/>
              <a:gd name="connsiteY52" fmla="*/ 1678604 h 2240205"/>
              <a:gd name="connsiteX53" fmla="*/ 6364035 w 12192000"/>
              <a:gd name="connsiteY53" fmla="*/ 1667683 h 2240205"/>
              <a:gd name="connsiteX54" fmla="*/ 6243319 w 12192000"/>
              <a:gd name="connsiteY54" fmla="*/ 1695560 h 2240205"/>
              <a:gd name="connsiteX55" fmla="*/ 6098321 w 12192000"/>
              <a:gd name="connsiteY55" fmla="*/ 1721646 h 2240205"/>
              <a:gd name="connsiteX56" fmla="*/ 5880652 w 12192000"/>
              <a:gd name="connsiteY56" fmla="*/ 1779643 h 2240205"/>
              <a:gd name="connsiteX57" fmla="*/ 5785959 w 12192000"/>
              <a:gd name="connsiteY57" fmla="*/ 1775307 h 2240205"/>
              <a:gd name="connsiteX58" fmla="*/ 5643534 w 12192000"/>
              <a:gd name="connsiteY58" fmla="*/ 1802919 h 2240205"/>
              <a:gd name="connsiteX59" fmla="*/ 5518799 w 12192000"/>
              <a:gd name="connsiteY59" fmla="*/ 1818312 h 2240205"/>
              <a:gd name="connsiteX60" fmla="*/ 5505014 w 12192000"/>
              <a:gd name="connsiteY60" fmla="*/ 1819259 h 2240205"/>
              <a:gd name="connsiteX61" fmla="*/ 5453307 w 12192000"/>
              <a:gd name="connsiteY61" fmla="*/ 1815450 h 2240205"/>
              <a:gd name="connsiteX62" fmla="*/ 5221533 w 12192000"/>
              <a:gd name="connsiteY62" fmla="*/ 1846950 h 2240205"/>
              <a:gd name="connsiteX63" fmla="*/ 5149802 w 12192000"/>
              <a:gd name="connsiteY63" fmla="*/ 1844846 h 2240205"/>
              <a:gd name="connsiteX64" fmla="*/ 5114927 w 12192000"/>
              <a:gd name="connsiteY64" fmla="*/ 1847827 h 2240205"/>
              <a:gd name="connsiteX65" fmla="*/ 5108970 w 12192000"/>
              <a:gd name="connsiteY65" fmla="*/ 1847935 h 2240205"/>
              <a:gd name="connsiteX66" fmla="*/ 5067961 w 12192000"/>
              <a:gd name="connsiteY66" fmla="*/ 1845917 h 2240205"/>
              <a:gd name="connsiteX67" fmla="*/ 5007075 w 12192000"/>
              <a:gd name="connsiteY67" fmla="*/ 1838626 h 2240205"/>
              <a:gd name="connsiteX68" fmla="*/ 4944087 w 12192000"/>
              <a:gd name="connsiteY68" fmla="*/ 1823332 h 2240205"/>
              <a:gd name="connsiteX69" fmla="*/ 4907662 w 12192000"/>
              <a:gd name="connsiteY69" fmla="*/ 1816900 h 2240205"/>
              <a:gd name="connsiteX70" fmla="*/ 4882386 w 12192000"/>
              <a:gd name="connsiteY70" fmla="*/ 1809844 h 2240205"/>
              <a:gd name="connsiteX71" fmla="*/ 4811440 w 12192000"/>
              <a:gd name="connsiteY71" fmla="*/ 1804655 h 2240205"/>
              <a:gd name="connsiteX72" fmla="*/ 4691075 w 12192000"/>
              <a:gd name="connsiteY72" fmla="*/ 1801389 h 2240205"/>
              <a:gd name="connsiteX73" fmla="*/ 4640313 w 12192000"/>
              <a:gd name="connsiteY73" fmla="*/ 1784307 h 2240205"/>
              <a:gd name="connsiteX74" fmla="*/ 4536503 w 12192000"/>
              <a:gd name="connsiteY74" fmla="*/ 1785334 h 2240205"/>
              <a:gd name="connsiteX75" fmla="*/ 4513724 w 12192000"/>
              <a:gd name="connsiteY75" fmla="*/ 1791996 h 2240205"/>
              <a:gd name="connsiteX76" fmla="*/ 4459810 w 12192000"/>
              <a:gd name="connsiteY76" fmla="*/ 1797886 h 2240205"/>
              <a:gd name="connsiteX77" fmla="*/ 4379064 w 12192000"/>
              <a:gd name="connsiteY77" fmla="*/ 1817177 h 2240205"/>
              <a:gd name="connsiteX78" fmla="*/ 4290981 w 12192000"/>
              <a:gd name="connsiteY78" fmla="*/ 1839677 h 2240205"/>
              <a:gd name="connsiteX79" fmla="*/ 4238372 w 12192000"/>
              <a:gd name="connsiteY79" fmla="*/ 1851480 h 2240205"/>
              <a:gd name="connsiteX80" fmla="*/ 4232517 w 12192000"/>
              <a:gd name="connsiteY80" fmla="*/ 1852567 h 2240205"/>
              <a:gd name="connsiteX81" fmla="*/ 4191732 w 12192000"/>
              <a:gd name="connsiteY81" fmla="*/ 1857328 h 2240205"/>
              <a:gd name="connsiteX82" fmla="*/ 4065532 w 12192000"/>
              <a:gd name="connsiteY82" fmla="*/ 1855477 h 2240205"/>
              <a:gd name="connsiteX83" fmla="*/ 4028460 w 12192000"/>
              <a:gd name="connsiteY83" fmla="*/ 1855137 h 2240205"/>
              <a:gd name="connsiteX84" fmla="*/ 4002267 w 12192000"/>
              <a:gd name="connsiteY84" fmla="*/ 1852352 h 2240205"/>
              <a:gd name="connsiteX85" fmla="*/ 3931396 w 12192000"/>
              <a:gd name="connsiteY85" fmla="*/ 1858915 h 2240205"/>
              <a:gd name="connsiteX86" fmla="*/ 3812162 w 12192000"/>
              <a:gd name="connsiteY86" fmla="*/ 1875501 h 2240205"/>
              <a:gd name="connsiteX87" fmla="*/ 3758105 w 12192000"/>
              <a:gd name="connsiteY87" fmla="*/ 1871856 h 2240205"/>
              <a:gd name="connsiteX88" fmla="*/ 3567259 w 12192000"/>
              <a:gd name="connsiteY88" fmla="*/ 1893482 h 2240205"/>
              <a:gd name="connsiteX89" fmla="*/ 3405770 w 12192000"/>
              <a:gd name="connsiteY89" fmla="*/ 1904591 h 2240205"/>
              <a:gd name="connsiteX90" fmla="*/ 3280097 w 12192000"/>
              <a:gd name="connsiteY90" fmla="*/ 1919610 h 2240205"/>
              <a:gd name="connsiteX91" fmla="*/ 3009910 w 12192000"/>
              <a:gd name="connsiteY91" fmla="*/ 1957866 h 2240205"/>
              <a:gd name="connsiteX92" fmla="*/ 2995934 w 12192000"/>
              <a:gd name="connsiteY92" fmla="*/ 1967085 h 2240205"/>
              <a:gd name="connsiteX93" fmla="*/ 2942858 w 12192000"/>
              <a:gd name="connsiteY93" fmla="*/ 1981367 h 2240205"/>
              <a:gd name="connsiteX94" fmla="*/ 2875436 w 12192000"/>
              <a:gd name="connsiteY94" fmla="*/ 1996977 h 2240205"/>
              <a:gd name="connsiteX95" fmla="*/ 2874892 w 12192000"/>
              <a:gd name="connsiteY95" fmla="*/ 1996085 h 2240205"/>
              <a:gd name="connsiteX96" fmla="*/ 2843662 w 12192000"/>
              <a:gd name="connsiteY96" fmla="*/ 1992498 h 2240205"/>
              <a:gd name="connsiteX97" fmla="*/ 2718916 w 12192000"/>
              <a:gd name="connsiteY97" fmla="*/ 1990867 h 2240205"/>
              <a:gd name="connsiteX98" fmla="*/ 2713522 w 12192000"/>
              <a:gd name="connsiteY98" fmla="*/ 1990173 h 2240205"/>
              <a:gd name="connsiteX99" fmla="*/ 2476147 w 12192000"/>
              <a:gd name="connsiteY99" fmla="*/ 1998305 h 2240205"/>
              <a:gd name="connsiteX100" fmla="*/ 2373568 w 12192000"/>
              <a:gd name="connsiteY100" fmla="*/ 2003219 h 2240205"/>
              <a:gd name="connsiteX101" fmla="*/ 2287219 w 12192000"/>
              <a:gd name="connsiteY101" fmla="*/ 1998750 h 2240205"/>
              <a:gd name="connsiteX102" fmla="*/ 2164831 w 12192000"/>
              <a:gd name="connsiteY102" fmla="*/ 2010143 h 2240205"/>
              <a:gd name="connsiteX103" fmla="*/ 2058061 w 12192000"/>
              <a:gd name="connsiteY103" fmla="*/ 2047942 h 2240205"/>
              <a:gd name="connsiteX104" fmla="*/ 2042244 w 12192000"/>
              <a:gd name="connsiteY104" fmla="*/ 2055560 h 2240205"/>
              <a:gd name="connsiteX105" fmla="*/ 1877728 w 12192000"/>
              <a:gd name="connsiteY105" fmla="*/ 2101004 h 2240205"/>
              <a:gd name="connsiteX106" fmla="*/ 1759056 w 12192000"/>
              <a:gd name="connsiteY106" fmla="*/ 2125608 h 2240205"/>
              <a:gd name="connsiteX107" fmla="*/ 1637948 w 12192000"/>
              <a:gd name="connsiteY107" fmla="*/ 2172597 h 2240205"/>
              <a:gd name="connsiteX108" fmla="*/ 1434549 w 12192000"/>
              <a:gd name="connsiteY108" fmla="*/ 2234522 h 2240205"/>
              <a:gd name="connsiteX109" fmla="*/ 1370962 w 12192000"/>
              <a:gd name="connsiteY109" fmla="*/ 2237474 h 2240205"/>
              <a:gd name="connsiteX110" fmla="*/ 1356367 w 12192000"/>
              <a:gd name="connsiteY110" fmla="*/ 2235089 h 2240205"/>
              <a:gd name="connsiteX111" fmla="*/ 1279765 w 12192000"/>
              <a:gd name="connsiteY111" fmla="*/ 2229639 h 2240205"/>
              <a:gd name="connsiteX112" fmla="*/ 1195347 w 12192000"/>
              <a:gd name="connsiteY112" fmla="*/ 2212354 h 2240205"/>
              <a:gd name="connsiteX113" fmla="*/ 970251 w 12192000"/>
              <a:gd name="connsiteY113" fmla="*/ 2221029 h 2240205"/>
              <a:gd name="connsiteX114" fmla="*/ 812914 w 12192000"/>
              <a:gd name="connsiteY114" fmla="*/ 2210095 h 2240205"/>
              <a:gd name="connsiteX115" fmla="*/ 597225 w 12192000"/>
              <a:gd name="connsiteY115" fmla="*/ 2180999 h 2240205"/>
              <a:gd name="connsiteX116" fmla="*/ 520671 w 12192000"/>
              <a:gd name="connsiteY116" fmla="*/ 2180980 h 2240205"/>
              <a:gd name="connsiteX117" fmla="*/ 413835 w 12192000"/>
              <a:gd name="connsiteY117" fmla="*/ 2156783 h 2240205"/>
              <a:gd name="connsiteX118" fmla="*/ 376513 w 12192000"/>
              <a:gd name="connsiteY118" fmla="*/ 2154014 h 2240205"/>
              <a:gd name="connsiteX119" fmla="*/ 273386 w 12192000"/>
              <a:gd name="connsiteY119" fmla="*/ 2142551 h 2240205"/>
              <a:gd name="connsiteX120" fmla="*/ 77641 w 12192000"/>
              <a:gd name="connsiteY120" fmla="*/ 2126835 h 2240205"/>
              <a:gd name="connsiteX121" fmla="*/ 37645 w 12192000"/>
              <a:gd name="connsiteY121" fmla="*/ 2115401 h 2240205"/>
              <a:gd name="connsiteX122" fmla="*/ 4572 w 12192000"/>
              <a:gd name="connsiteY122" fmla="*/ 2111091 h 2240205"/>
              <a:gd name="connsiteX123" fmla="*/ 0 w 12192000"/>
              <a:gd name="connsiteY123" fmla="*/ 2110468 h 2240205"/>
              <a:gd name="connsiteX124" fmla="*/ 0 w 12192000"/>
              <a:gd name="connsiteY124" fmla="*/ 0 h 224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192000" h="2240205">
                <a:moveTo>
                  <a:pt x="0" y="0"/>
                </a:moveTo>
                <a:lnTo>
                  <a:pt x="12192000" y="0"/>
                </a:lnTo>
                <a:lnTo>
                  <a:pt x="12192000" y="751299"/>
                </a:lnTo>
                <a:cubicBezTo>
                  <a:pt x="12034412" y="757358"/>
                  <a:pt x="11991124" y="738944"/>
                  <a:pt x="11890686" y="732766"/>
                </a:cubicBezTo>
                <a:cubicBezTo>
                  <a:pt x="11800345" y="732488"/>
                  <a:pt x="11704998" y="747086"/>
                  <a:pt x="11649954" y="749628"/>
                </a:cubicBezTo>
                <a:cubicBezTo>
                  <a:pt x="11613048" y="740951"/>
                  <a:pt x="11593031" y="740811"/>
                  <a:pt x="11560424" y="748017"/>
                </a:cubicBezTo>
                <a:cubicBezTo>
                  <a:pt x="11488916" y="747650"/>
                  <a:pt x="11449669" y="773362"/>
                  <a:pt x="11358455" y="747593"/>
                </a:cubicBezTo>
                <a:cubicBezTo>
                  <a:pt x="11316233" y="754756"/>
                  <a:pt x="11184875" y="735040"/>
                  <a:pt x="11165209" y="748852"/>
                </a:cubicBezTo>
                <a:cubicBezTo>
                  <a:pt x="11113345" y="753539"/>
                  <a:pt x="11140250" y="736122"/>
                  <a:pt x="11058755" y="749617"/>
                </a:cubicBezTo>
                <a:cubicBezTo>
                  <a:pt x="10973519" y="757854"/>
                  <a:pt x="10849163" y="781170"/>
                  <a:pt x="10803046" y="774328"/>
                </a:cubicBezTo>
                <a:cubicBezTo>
                  <a:pt x="10741852" y="776895"/>
                  <a:pt x="10540854" y="756546"/>
                  <a:pt x="10458762" y="755400"/>
                </a:cubicBezTo>
                <a:cubicBezTo>
                  <a:pt x="10426976" y="747433"/>
                  <a:pt x="10327242" y="773719"/>
                  <a:pt x="10211200" y="767513"/>
                </a:cubicBezTo>
                <a:cubicBezTo>
                  <a:pt x="10195912" y="761163"/>
                  <a:pt x="10172943" y="749095"/>
                  <a:pt x="10167995" y="760843"/>
                </a:cubicBezTo>
                <a:cubicBezTo>
                  <a:pt x="10131971" y="759999"/>
                  <a:pt x="10031208" y="777398"/>
                  <a:pt x="9997044" y="780129"/>
                </a:cubicBezTo>
                <a:cubicBezTo>
                  <a:pt x="9972443" y="801329"/>
                  <a:pt x="9951331" y="779975"/>
                  <a:pt x="9943887" y="804141"/>
                </a:cubicBezTo>
                <a:lnTo>
                  <a:pt x="9918248" y="816628"/>
                </a:lnTo>
                <a:cubicBezTo>
                  <a:pt x="9873419" y="812573"/>
                  <a:pt x="9807158" y="855024"/>
                  <a:pt x="9767091" y="870550"/>
                </a:cubicBezTo>
                <a:cubicBezTo>
                  <a:pt x="9728743" y="880857"/>
                  <a:pt x="9714210" y="859344"/>
                  <a:pt x="9683005" y="894128"/>
                </a:cubicBezTo>
                <a:cubicBezTo>
                  <a:pt x="9638573" y="908150"/>
                  <a:pt x="9553332" y="950611"/>
                  <a:pt x="9500499" y="954680"/>
                </a:cubicBezTo>
                <a:cubicBezTo>
                  <a:pt x="9451943" y="966288"/>
                  <a:pt x="9427947" y="987268"/>
                  <a:pt x="9410017" y="993931"/>
                </a:cubicBezTo>
                <a:cubicBezTo>
                  <a:pt x="9408360" y="990327"/>
                  <a:pt x="9395782" y="990863"/>
                  <a:pt x="9392919" y="994656"/>
                </a:cubicBezTo>
                <a:cubicBezTo>
                  <a:pt x="9369253" y="996908"/>
                  <a:pt x="9294395" y="1002709"/>
                  <a:pt x="9268019" y="1007442"/>
                </a:cubicBezTo>
                <a:lnTo>
                  <a:pt x="9188177" y="1035474"/>
                </a:lnTo>
                <a:cubicBezTo>
                  <a:pt x="9182118" y="1028476"/>
                  <a:pt x="9162516" y="1043719"/>
                  <a:pt x="9155969" y="1046804"/>
                </a:cubicBezTo>
                <a:cubicBezTo>
                  <a:pt x="9154734" y="1041866"/>
                  <a:pt x="9138567" y="1041606"/>
                  <a:pt x="9133985" y="1046450"/>
                </a:cubicBezTo>
                <a:cubicBezTo>
                  <a:pt x="9112169" y="1062778"/>
                  <a:pt x="9019227" y="1027247"/>
                  <a:pt x="9003462" y="1042406"/>
                </a:cubicBezTo>
                <a:lnTo>
                  <a:pt x="8968445" y="1052169"/>
                </a:lnTo>
                <a:lnTo>
                  <a:pt x="8886001" y="1067468"/>
                </a:lnTo>
                <a:cubicBezTo>
                  <a:pt x="8847384" y="1050046"/>
                  <a:pt x="8863283" y="1068286"/>
                  <a:pt x="8838610" y="1075091"/>
                </a:cubicBezTo>
                <a:cubicBezTo>
                  <a:pt x="8780942" y="1086991"/>
                  <a:pt x="8730608" y="1108943"/>
                  <a:pt x="8665605" y="1110791"/>
                </a:cubicBezTo>
                <a:cubicBezTo>
                  <a:pt x="8590906" y="1106676"/>
                  <a:pt x="8491424" y="1191452"/>
                  <a:pt x="8419755" y="1216260"/>
                </a:cubicBezTo>
                <a:cubicBezTo>
                  <a:pt x="8376553" y="1231214"/>
                  <a:pt x="8414124" y="1215234"/>
                  <a:pt x="8411626" y="1214397"/>
                </a:cubicBezTo>
                <a:cubicBezTo>
                  <a:pt x="8391326" y="1238641"/>
                  <a:pt x="8371389" y="1231045"/>
                  <a:pt x="8363469" y="1246658"/>
                </a:cubicBezTo>
                <a:cubicBezTo>
                  <a:pt x="8322316" y="1258746"/>
                  <a:pt x="8283162" y="1250600"/>
                  <a:pt x="8275497" y="1264396"/>
                </a:cubicBezTo>
                <a:cubicBezTo>
                  <a:pt x="8194123" y="1257316"/>
                  <a:pt x="8141324" y="1289395"/>
                  <a:pt x="8074238" y="1301895"/>
                </a:cubicBezTo>
                <a:cubicBezTo>
                  <a:pt x="8012043" y="1315473"/>
                  <a:pt x="7936376" y="1347185"/>
                  <a:pt x="7902328" y="1345865"/>
                </a:cubicBezTo>
                <a:cubicBezTo>
                  <a:pt x="7876994" y="1370833"/>
                  <a:pt x="7861184" y="1361537"/>
                  <a:pt x="7840612" y="1369373"/>
                </a:cubicBezTo>
                <a:cubicBezTo>
                  <a:pt x="7803208" y="1375918"/>
                  <a:pt x="7836041" y="1389289"/>
                  <a:pt x="7786819" y="1378970"/>
                </a:cubicBezTo>
                <a:cubicBezTo>
                  <a:pt x="7732613" y="1405648"/>
                  <a:pt x="7556449" y="1409729"/>
                  <a:pt x="7548172" y="1417460"/>
                </a:cubicBezTo>
                <a:cubicBezTo>
                  <a:pt x="7520370" y="1413173"/>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183121" y="1595162"/>
                </a:lnTo>
                <a:lnTo>
                  <a:pt x="7164601" y="1606490"/>
                </a:lnTo>
                <a:cubicBezTo>
                  <a:pt x="7117444" y="1613299"/>
                  <a:pt x="6961715" y="1629624"/>
                  <a:pt x="6900177" y="1636016"/>
                </a:cubicBez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32342" y="1663214"/>
                  <a:pt x="6578001" y="1663494"/>
                  <a:pt x="6554894" y="1664428"/>
                </a:cubicBezTo>
                <a:lnTo>
                  <a:pt x="6516595" y="1667475"/>
                </a:lnTo>
                <a:lnTo>
                  <a:pt x="6508541" y="1668757"/>
                </a:lnTo>
                <a:cubicBezTo>
                  <a:pt x="6495493" y="1671715"/>
                  <a:pt x="6482908" y="1675051"/>
                  <a:pt x="6471012" y="1678604"/>
                </a:cubicBezTo>
                <a:cubicBezTo>
                  <a:pt x="6446928" y="1678425"/>
                  <a:pt x="6395710" y="1665896"/>
                  <a:pt x="6364035" y="1667683"/>
                </a:cubicBezTo>
                <a:lnTo>
                  <a:pt x="6243319" y="1695560"/>
                </a:lnTo>
                <a:cubicBezTo>
                  <a:pt x="6212879" y="1700946"/>
                  <a:pt x="6162673" y="1707632"/>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53307" y="1815450"/>
                </a:lnTo>
                <a:cubicBezTo>
                  <a:pt x="5364785" y="1835567"/>
                  <a:pt x="5272117" y="1842051"/>
                  <a:pt x="5221533" y="1846950"/>
                </a:cubicBezTo>
                <a:lnTo>
                  <a:pt x="5149802" y="1844846"/>
                </a:lnTo>
                <a:cubicBezTo>
                  <a:pt x="5138262" y="1844584"/>
                  <a:pt x="5124907" y="1847312"/>
                  <a:pt x="5114927" y="1847827"/>
                </a:cubicBez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57791" y="1796774"/>
                  <a:pt x="4662147" y="1786932"/>
                  <a:pt x="4640313" y="1784307"/>
                </a:cubicBezTo>
                <a:cubicBezTo>
                  <a:pt x="4614551" y="1781631"/>
                  <a:pt x="4552839" y="1782829"/>
                  <a:pt x="4536503" y="1785334"/>
                </a:cubicBezTo>
                <a:lnTo>
                  <a:pt x="4513724" y="1791996"/>
                </a:lnTo>
                <a:lnTo>
                  <a:pt x="4459810" y="1797886"/>
                </a:lnTo>
                <a:lnTo>
                  <a:pt x="4379064" y="1817177"/>
                </a:lnTo>
                <a:cubicBezTo>
                  <a:pt x="4349703" y="1824677"/>
                  <a:pt x="4313198" y="1824834"/>
                  <a:pt x="4290981" y="1839677"/>
                </a:cubicBezTo>
                <a:cubicBezTo>
                  <a:pt x="4277508" y="1842452"/>
                  <a:pt x="4248116" y="1849332"/>
                  <a:pt x="4238372" y="1851480"/>
                </a:cubicBez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78518" y="1876434"/>
                  <a:pt x="3780102" y="1870848"/>
                  <a:pt x="3758105" y="1871856"/>
                </a:cubicBezTo>
                <a:cubicBezTo>
                  <a:pt x="3717288" y="1874853"/>
                  <a:pt x="3625982" y="1888026"/>
                  <a:pt x="3567259" y="1893482"/>
                </a:cubicBezTo>
                <a:cubicBezTo>
                  <a:pt x="3512865" y="1897927"/>
                  <a:pt x="3463644" y="1898121"/>
                  <a:pt x="3405770" y="1904591"/>
                </a:cubicBezTo>
                <a:cubicBezTo>
                  <a:pt x="3361027" y="1917619"/>
                  <a:pt x="3312439" y="1902759"/>
                  <a:pt x="3280097" y="1919610"/>
                </a:cubicBezTo>
                <a:cubicBezTo>
                  <a:pt x="3120979" y="1944600"/>
                  <a:pt x="3052347" y="1932877"/>
                  <a:pt x="3009910" y="1957866"/>
                </a:cubicBezTo>
                <a:cubicBezTo>
                  <a:pt x="3005875" y="1961558"/>
                  <a:pt x="3001138" y="1964570"/>
                  <a:pt x="2995934" y="1967085"/>
                </a:cubicBezTo>
                <a:lnTo>
                  <a:pt x="2942858" y="1981367"/>
                </a:lnTo>
                <a:lnTo>
                  <a:pt x="2875436" y="1996977"/>
                </a:lnTo>
                <a:lnTo>
                  <a:pt x="2874892" y="1996085"/>
                </a:lnTo>
                <a:cubicBezTo>
                  <a:pt x="2869596" y="1995339"/>
                  <a:pt x="2856789" y="1995778"/>
                  <a:pt x="2843662" y="1992498"/>
                </a:cubicBezTo>
                <a:lnTo>
                  <a:pt x="2718916" y="1990867"/>
                </a:lnTo>
                <a:lnTo>
                  <a:pt x="2713522" y="1990173"/>
                </a:lnTo>
                <a:lnTo>
                  <a:pt x="2476147" y="1998305"/>
                </a:lnTo>
                <a:cubicBezTo>
                  <a:pt x="2437134" y="2013637"/>
                  <a:pt x="2413847" y="1999542"/>
                  <a:pt x="2373568" y="2003219"/>
                </a:cubicBezTo>
                <a:cubicBezTo>
                  <a:pt x="2342080" y="2003293"/>
                  <a:pt x="2308969" y="1996768"/>
                  <a:pt x="2287219" y="1998750"/>
                </a:cubicBezTo>
                <a:cubicBezTo>
                  <a:pt x="2221974" y="2012601"/>
                  <a:pt x="2205627" y="2006345"/>
                  <a:pt x="2164831" y="2010143"/>
                </a:cubicBezTo>
                <a:cubicBezTo>
                  <a:pt x="2133996" y="2017246"/>
                  <a:pt x="2078492" y="2040373"/>
                  <a:pt x="2058061" y="2047942"/>
                </a:cubicBezTo>
                <a:lnTo>
                  <a:pt x="2042244" y="2055560"/>
                </a:lnTo>
                <a:cubicBezTo>
                  <a:pt x="2012576" y="2064443"/>
                  <a:pt x="1896351" y="2111357"/>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390051" y="2245335"/>
                  <a:pt x="1383992" y="2237380"/>
                  <a:pt x="1370962" y="2237474"/>
                </a:cubicBezTo>
                <a:lnTo>
                  <a:pt x="1356367" y="2235089"/>
                </a:lnTo>
                <a:cubicBezTo>
                  <a:pt x="1341168" y="2233783"/>
                  <a:pt x="1306602" y="2233428"/>
                  <a:pt x="1279765" y="2229639"/>
                </a:cubicBezTo>
                <a:cubicBezTo>
                  <a:pt x="1260110" y="2221111"/>
                  <a:pt x="1209850" y="2211602"/>
                  <a:pt x="1195347" y="2212354"/>
                </a:cubicBezTo>
                <a:cubicBezTo>
                  <a:pt x="1171903" y="2216875"/>
                  <a:pt x="1033292" y="2222456"/>
                  <a:pt x="970251" y="2221029"/>
                </a:cubicBezTo>
                <a:cubicBezTo>
                  <a:pt x="913858" y="2213074"/>
                  <a:pt x="857841" y="2217424"/>
                  <a:pt x="812914" y="2210095"/>
                </a:cubicBezTo>
                <a:cubicBezTo>
                  <a:pt x="762967" y="2180805"/>
                  <a:pt x="645932" y="2185851"/>
                  <a:pt x="597225" y="2180999"/>
                </a:cubicBezTo>
                <a:cubicBezTo>
                  <a:pt x="575890" y="2176791"/>
                  <a:pt x="534371" y="2181270"/>
                  <a:pt x="520671" y="2180980"/>
                </a:cubicBezTo>
                <a:cubicBezTo>
                  <a:pt x="455720" y="2175427"/>
                  <a:pt x="449447" y="2164849"/>
                  <a:pt x="413835" y="2156783"/>
                </a:cubicBezTo>
                <a:cubicBezTo>
                  <a:pt x="401959" y="2163765"/>
                  <a:pt x="389622" y="2160522"/>
                  <a:pt x="376513" y="2154014"/>
                </a:cubicBezTo>
                <a:cubicBezTo>
                  <a:pt x="344376" y="2156059"/>
                  <a:pt x="311403" y="2146283"/>
                  <a:pt x="273386" y="2142551"/>
                </a:cubicBezTo>
                <a:cubicBezTo>
                  <a:pt x="223574" y="2138021"/>
                  <a:pt x="116931" y="2131360"/>
                  <a:pt x="77641" y="2126835"/>
                </a:cubicBezTo>
                <a:lnTo>
                  <a:pt x="37645" y="2115401"/>
                </a:lnTo>
                <a:cubicBezTo>
                  <a:pt x="29688" y="2109582"/>
                  <a:pt x="16534" y="2111084"/>
                  <a:pt x="4572" y="2111091"/>
                </a:cubicBezTo>
                <a:lnTo>
                  <a:pt x="0" y="2110468"/>
                </a:lnTo>
                <a:lnTo>
                  <a:pt x="0" y="0"/>
                </a:lnTo>
                <a:close/>
              </a:path>
            </a:pathLst>
          </a:custGeom>
          <a:blipFill>
            <a:blip r:embed="rId2"/>
            <a:tile tx="0" ty="0" sx="70000" sy="7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7F328CC-7A19-0E9F-C1AA-B2180FAEC71B}"/>
              </a:ext>
            </a:extLst>
          </p:cNvPr>
          <p:cNvSpPr>
            <a:spLocks noGrp="1"/>
          </p:cNvSpPr>
          <p:nvPr>
            <p:ph type="title"/>
          </p:nvPr>
        </p:nvSpPr>
        <p:spPr>
          <a:xfrm>
            <a:off x="1219200" y="717283"/>
            <a:ext cx="9753600" cy="1149844"/>
          </a:xfrm>
        </p:spPr>
        <p:txBody>
          <a:bodyPr anchor="ctr">
            <a:normAutofit/>
          </a:bodyPr>
          <a:lstStyle/>
          <a:p>
            <a:r>
              <a:rPr lang="en-US"/>
              <a:t>Tech Stack Used</a:t>
            </a:r>
          </a:p>
        </p:txBody>
      </p:sp>
      <p:graphicFrame>
        <p:nvGraphicFramePr>
          <p:cNvPr id="7" name="Content Placeholder 2">
            <a:extLst>
              <a:ext uri="{FF2B5EF4-FFF2-40B4-BE49-F238E27FC236}">
                <a16:creationId xmlns:a16="http://schemas.microsoft.com/office/drawing/2014/main" id="{7B3091F1-584E-F82D-E123-B1E7CB3C00AA}"/>
              </a:ext>
            </a:extLst>
          </p:cNvPr>
          <p:cNvGraphicFramePr>
            <a:graphicFrameLocks noGrp="1"/>
          </p:cNvGraphicFramePr>
          <p:nvPr>
            <p:ph idx="1"/>
            <p:extLst>
              <p:ext uri="{D42A27DB-BD31-4B8C-83A1-F6EECF244321}">
                <p14:modId xmlns:p14="http://schemas.microsoft.com/office/powerpoint/2010/main" val="3817810946"/>
              </p:ext>
            </p:extLst>
          </p:nvPr>
        </p:nvGraphicFramePr>
        <p:xfrm>
          <a:off x="1219200" y="2317750"/>
          <a:ext cx="9753600" cy="4006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6251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5E249D0-CECF-4029-A080-EDA940EF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A479AAA-D507-4F30-9F59-F5D276887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3"/>
            <a:ext cx="4850360" cy="6857947"/>
          </a:xfrm>
          <a:custGeom>
            <a:avLst/>
            <a:gdLst>
              <a:gd name="connsiteX0" fmla="*/ 4850360 w 4850360"/>
              <a:gd name="connsiteY0" fmla="*/ 6857947 h 6857947"/>
              <a:gd name="connsiteX1" fmla="*/ 69733 w 4850360"/>
              <a:gd name="connsiteY1" fmla="*/ 6857735 h 6857947"/>
              <a:gd name="connsiteX2" fmla="*/ 114366 w 4850360"/>
              <a:gd name="connsiteY2" fmla="*/ 6737706 h 6857947"/>
              <a:gd name="connsiteX3" fmla="*/ 130522 w 4850360"/>
              <a:gd name="connsiteY3" fmla="*/ 6686827 h 6857947"/>
              <a:gd name="connsiteX4" fmla="*/ 141267 w 4850360"/>
              <a:gd name="connsiteY4" fmla="*/ 6633777 h 6857947"/>
              <a:gd name="connsiteX5" fmla="*/ 208871 w 4850360"/>
              <a:gd name="connsiteY5" fmla="*/ 6492130 h 6857947"/>
              <a:gd name="connsiteX6" fmla="*/ 223429 w 4850360"/>
              <a:gd name="connsiteY6" fmla="*/ 6431610 h 6857947"/>
              <a:gd name="connsiteX7" fmla="*/ 240915 w 4850360"/>
              <a:gd name="connsiteY7" fmla="*/ 6294334 h 6857947"/>
              <a:gd name="connsiteX8" fmla="*/ 229568 w 4850360"/>
              <a:gd name="connsiteY8" fmla="*/ 6231403 h 6857947"/>
              <a:gd name="connsiteX9" fmla="*/ 222754 w 4850360"/>
              <a:gd name="connsiteY9" fmla="*/ 6202459 h 6857947"/>
              <a:gd name="connsiteX10" fmla="*/ 221639 w 4850360"/>
              <a:gd name="connsiteY10" fmla="*/ 6153037 h 6857947"/>
              <a:gd name="connsiteX11" fmla="*/ 228678 w 4850360"/>
              <a:gd name="connsiteY11" fmla="*/ 5905303 h 6857947"/>
              <a:gd name="connsiteX12" fmla="*/ 319814 w 4850360"/>
              <a:gd name="connsiteY12" fmla="*/ 5449031 h 6857947"/>
              <a:gd name="connsiteX13" fmla="*/ 354044 w 4850360"/>
              <a:gd name="connsiteY13" fmla="*/ 5341916 h 6857947"/>
              <a:gd name="connsiteX14" fmla="*/ 389665 w 4850360"/>
              <a:gd name="connsiteY14" fmla="*/ 5264214 h 6857947"/>
              <a:gd name="connsiteX15" fmla="*/ 395381 w 4850360"/>
              <a:gd name="connsiteY15" fmla="*/ 5225268 h 6857947"/>
              <a:gd name="connsiteX16" fmla="*/ 403067 w 4850360"/>
              <a:gd name="connsiteY16" fmla="*/ 5159961 h 6857947"/>
              <a:gd name="connsiteX17" fmla="*/ 406417 w 4850360"/>
              <a:gd name="connsiteY17" fmla="*/ 5125185 h 6857947"/>
              <a:gd name="connsiteX18" fmla="*/ 420204 w 4850360"/>
              <a:gd name="connsiteY18" fmla="*/ 4993030 h 6857947"/>
              <a:gd name="connsiteX19" fmla="*/ 426616 w 4850360"/>
              <a:gd name="connsiteY19" fmla="*/ 4946844 h 6857947"/>
              <a:gd name="connsiteX20" fmla="*/ 437065 w 4850360"/>
              <a:gd name="connsiteY20" fmla="*/ 4858827 h 6857947"/>
              <a:gd name="connsiteX21" fmla="*/ 442544 w 4850360"/>
              <a:gd name="connsiteY21" fmla="*/ 4808488 h 6857947"/>
              <a:gd name="connsiteX22" fmla="*/ 434154 w 4850360"/>
              <a:gd name="connsiteY22" fmla="*/ 4375228 h 6857947"/>
              <a:gd name="connsiteX23" fmla="*/ 416200 w 4850360"/>
              <a:gd name="connsiteY23" fmla="*/ 4214165 h 6857947"/>
              <a:gd name="connsiteX24" fmla="*/ 410030 w 4850360"/>
              <a:gd name="connsiteY24" fmla="*/ 3872886 h 6857947"/>
              <a:gd name="connsiteX25" fmla="*/ 429769 w 4850360"/>
              <a:gd name="connsiteY25" fmla="*/ 3738082 h 6857947"/>
              <a:gd name="connsiteX26" fmla="*/ 436588 w 4850360"/>
              <a:gd name="connsiteY26" fmla="*/ 3673397 h 6857947"/>
              <a:gd name="connsiteX27" fmla="*/ 435934 w 4850360"/>
              <a:gd name="connsiteY27" fmla="*/ 3637109 h 6857947"/>
              <a:gd name="connsiteX28" fmla="*/ 439129 w 4850360"/>
              <a:gd name="connsiteY28" fmla="*/ 3536883 h 6857947"/>
              <a:gd name="connsiteX29" fmla="*/ 459018 w 4850360"/>
              <a:gd name="connsiteY29" fmla="*/ 3295862 h 6857947"/>
              <a:gd name="connsiteX30" fmla="*/ 442801 w 4850360"/>
              <a:gd name="connsiteY30" fmla="*/ 3158586 h 6857947"/>
              <a:gd name="connsiteX31" fmla="*/ 406498 w 4850360"/>
              <a:gd name="connsiteY31" fmla="*/ 3072935 h 6857947"/>
              <a:gd name="connsiteX32" fmla="*/ 383458 w 4850360"/>
              <a:gd name="connsiteY32" fmla="*/ 2958185 h 6857947"/>
              <a:gd name="connsiteX33" fmla="*/ 343810 w 4850360"/>
              <a:gd name="connsiteY33" fmla="*/ 2843952 h 6857947"/>
              <a:gd name="connsiteX34" fmla="*/ 282790 w 4850360"/>
              <a:gd name="connsiteY34" fmla="*/ 2554718 h 6857947"/>
              <a:gd name="connsiteX35" fmla="*/ 255706 w 4850360"/>
              <a:gd name="connsiteY35" fmla="*/ 2447068 h 6857947"/>
              <a:gd name="connsiteX36" fmla="*/ 259483 w 4850360"/>
              <a:gd name="connsiteY36" fmla="*/ 2423438 h 6857947"/>
              <a:gd name="connsiteX37" fmla="*/ 229629 w 4850360"/>
              <a:gd name="connsiteY37" fmla="*/ 2261920 h 6857947"/>
              <a:gd name="connsiteX38" fmla="*/ 205595 w 4850360"/>
              <a:gd name="connsiteY38" fmla="*/ 2155135 h 6857947"/>
              <a:gd name="connsiteX39" fmla="*/ 203236 w 4850360"/>
              <a:gd name="connsiteY39" fmla="*/ 2118008 h 6857947"/>
              <a:gd name="connsiteX40" fmla="*/ 204157 w 4850360"/>
              <a:gd name="connsiteY40" fmla="*/ 2050531 h 6857947"/>
              <a:gd name="connsiteX41" fmla="*/ 114450 w 4850360"/>
              <a:gd name="connsiteY41" fmla="*/ 1732919 h 6857947"/>
              <a:gd name="connsiteX42" fmla="*/ 87941 w 4850360"/>
              <a:gd name="connsiteY42" fmla="*/ 1615777 h 6857947"/>
              <a:gd name="connsiteX43" fmla="*/ 84616 w 4850360"/>
              <a:gd name="connsiteY43" fmla="*/ 1525631 h 6857947"/>
              <a:gd name="connsiteX44" fmla="*/ 75521 w 4850360"/>
              <a:gd name="connsiteY44" fmla="*/ 1477995 h 6857947"/>
              <a:gd name="connsiteX45" fmla="*/ 70316 w 4850360"/>
              <a:gd name="connsiteY45" fmla="*/ 1307086 h 6857947"/>
              <a:gd name="connsiteX46" fmla="*/ 75767 w 4850360"/>
              <a:gd name="connsiteY46" fmla="*/ 1168288 h 6857947"/>
              <a:gd name="connsiteX47" fmla="*/ 566 w 4850360"/>
              <a:gd name="connsiteY47" fmla="*/ 716778 h 6857947"/>
              <a:gd name="connsiteX48" fmla="*/ 2531 w 4850360"/>
              <a:gd name="connsiteY48" fmla="*/ 657363 h 6857947"/>
              <a:gd name="connsiteX49" fmla="*/ 23725 w 4850360"/>
              <a:gd name="connsiteY49" fmla="*/ 393828 h 6857947"/>
              <a:gd name="connsiteX50" fmla="*/ 37848 w 4850360"/>
              <a:gd name="connsiteY50" fmla="*/ 236673 h 6857947"/>
              <a:gd name="connsiteX51" fmla="*/ 36960 w 4850360"/>
              <a:gd name="connsiteY51" fmla="*/ 144983 h 6857947"/>
              <a:gd name="connsiteX52" fmla="*/ 27943 w 4850360"/>
              <a:gd name="connsiteY52" fmla="*/ 33857 h 6857947"/>
              <a:gd name="connsiteX53" fmla="*/ 10823 w 4850360"/>
              <a:gd name="connsiteY53" fmla="*/ 0 h 6857947"/>
              <a:gd name="connsiteX54" fmla="*/ 4850360 w 4850360"/>
              <a:gd name="connsiteY54" fmla="*/ 0 h 685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850360" h="6857947">
                <a:moveTo>
                  <a:pt x="4850360" y="6857947"/>
                </a:moveTo>
                <a:lnTo>
                  <a:pt x="69733" y="6857735"/>
                </a:lnTo>
                <a:cubicBezTo>
                  <a:pt x="107230" y="6789493"/>
                  <a:pt x="104235" y="6766191"/>
                  <a:pt x="114366" y="6737706"/>
                </a:cubicBezTo>
                <a:cubicBezTo>
                  <a:pt x="119972" y="6708183"/>
                  <a:pt x="127751" y="6708238"/>
                  <a:pt x="130522" y="6686827"/>
                </a:cubicBezTo>
                <a:cubicBezTo>
                  <a:pt x="135006" y="6669506"/>
                  <a:pt x="128209" y="6666226"/>
                  <a:pt x="141267" y="6633777"/>
                </a:cubicBezTo>
                <a:cubicBezTo>
                  <a:pt x="165668" y="6560846"/>
                  <a:pt x="193287" y="6530190"/>
                  <a:pt x="208871" y="6492130"/>
                </a:cubicBezTo>
                <a:cubicBezTo>
                  <a:pt x="210061" y="6486906"/>
                  <a:pt x="220353" y="6432771"/>
                  <a:pt x="223429" y="6431610"/>
                </a:cubicBezTo>
                <a:cubicBezTo>
                  <a:pt x="228771" y="6398644"/>
                  <a:pt x="239892" y="6327702"/>
                  <a:pt x="240915" y="6294334"/>
                </a:cubicBezTo>
                <a:cubicBezTo>
                  <a:pt x="240041" y="6280685"/>
                  <a:pt x="231461" y="6244334"/>
                  <a:pt x="229568" y="6231403"/>
                </a:cubicBezTo>
                <a:lnTo>
                  <a:pt x="222754" y="6202459"/>
                </a:lnTo>
                <a:cubicBezTo>
                  <a:pt x="221622" y="6196814"/>
                  <a:pt x="224703" y="6158095"/>
                  <a:pt x="221639" y="6153037"/>
                </a:cubicBezTo>
                <a:cubicBezTo>
                  <a:pt x="240775" y="5948729"/>
                  <a:pt x="202649" y="6172289"/>
                  <a:pt x="228678" y="5905303"/>
                </a:cubicBezTo>
                <a:cubicBezTo>
                  <a:pt x="254705" y="5638317"/>
                  <a:pt x="298920" y="5542929"/>
                  <a:pt x="319814" y="5449031"/>
                </a:cubicBezTo>
                <a:cubicBezTo>
                  <a:pt x="349715" y="5399411"/>
                  <a:pt x="342403" y="5372719"/>
                  <a:pt x="354044" y="5341916"/>
                </a:cubicBezTo>
                <a:cubicBezTo>
                  <a:pt x="363965" y="5319908"/>
                  <a:pt x="379491" y="5282101"/>
                  <a:pt x="389665" y="5264214"/>
                </a:cubicBezTo>
                <a:cubicBezTo>
                  <a:pt x="398066" y="5246757"/>
                  <a:pt x="390867" y="5238662"/>
                  <a:pt x="395381" y="5225268"/>
                </a:cubicBezTo>
                <a:lnTo>
                  <a:pt x="403067" y="5159961"/>
                </a:lnTo>
                <a:lnTo>
                  <a:pt x="406417" y="5125185"/>
                </a:lnTo>
                <a:cubicBezTo>
                  <a:pt x="435855" y="5064389"/>
                  <a:pt x="416837" y="5022753"/>
                  <a:pt x="420204" y="4993030"/>
                </a:cubicBezTo>
                <a:lnTo>
                  <a:pt x="426616" y="4946844"/>
                </a:lnTo>
                <a:lnTo>
                  <a:pt x="437065" y="4858827"/>
                </a:lnTo>
                <a:lnTo>
                  <a:pt x="442544" y="4808488"/>
                </a:lnTo>
                <a:cubicBezTo>
                  <a:pt x="463806" y="4590918"/>
                  <a:pt x="421631" y="4537272"/>
                  <a:pt x="434154" y="4375228"/>
                </a:cubicBezTo>
                <a:cubicBezTo>
                  <a:pt x="431974" y="4334791"/>
                  <a:pt x="421921" y="4270639"/>
                  <a:pt x="416200" y="4214165"/>
                </a:cubicBezTo>
                <a:cubicBezTo>
                  <a:pt x="426678" y="4102539"/>
                  <a:pt x="378771" y="4101885"/>
                  <a:pt x="410030" y="3872886"/>
                </a:cubicBezTo>
                <a:cubicBezTo>
                  <a:pt x="413985" y="3826908"/>
                  <a:pt x="430176" y="3804305"/>
                  <a:pt x="429769" y="3738082"/>
                </a:cubicBezTo>
                <a:cubicBezTo>
                  <a:pt x="418047" y="3716230"/>
                  <a:pt x="433076" y="3707883"/>
                  <a:pt x="436588" y="3673397"/>
                </a:cubicBezTo>
                <a:cubicBezTo>
                  <a:pt x="441945" y="3659407"/>
                  <a:pt x="428902" y="3649813"/>
                  <a:pt x="435934" y="3637109"/>
                </a:cubicBezTo>
                <a:cubicBezTo>
                  <a:pt x="429562" y="3605834"/>
                  <a:pt x="438599" y="3573837"/>
                  <a:pt x="439129" y="3536883"/>
                </a:cubicBezTo>
                <a:cubicBezTo>
                  <a:pt x="438440" y="3353802"/>
                  <a:pt x="458407" y="3358911"/>
                  <a:pt x="459018" y="3295862"/>
                </a:cubicBezTo>
                <a:cubicBezTo>
                  <a:pt x="458463" y="3249684"/>
                  <a:pt x="449308" y="3189169"/>
                  <a:pt x="442801" y="3158586"/>
                </a:cubicBezTo>
                <a:lnTo>
                  <a:pt x="406498" y="3072935"/>
                </a:lnTo>
                <a:cubicBezTo>
                  <a:pt x="418505" y="3016612"/>
                  <a:pt x="390735" y="3011906"/>
                  <a:pt x="383458" y="2958185"/>
                </a:cubicBezTo>
                <a:cubicBezTo>
                  <a:pt x="368908" y="2895670"/>
                  <a:pt x="363163" y="2913847"/>
                  <a:pt x="343810" y="2843952"/>
                </a:cubicBezTo>
                <a:cubicBezTo>
                  <a:pt x="305519" y="2799104"/>
                  <a:pt x="308029" y="2611979"/>
                  <a:pt x="282790" y="2554718"/>
                </a:cubicBezTo>
                <a:cubicBezTo>
                  <a:pt x="270376" y="2502065"/>
                  <a:pt x="262238" y="2468551"/>
                  <a:pt x="255706" y="2447068"/>
                </a:cubicBezTo>
                <a:cubicBezTo>
                  <a:pt x="256331" y="2440064"/>
                  <a:pt x="257668" y="2430607"/>
                  <a:pt x="259483" y="2423438"/>
                </a:cubicBezTo>
                <a:cubicBezTo>
                  <a:pt x="251801" y="2329118"/>
                  <a:pt x="239581" y="2315759"/>
                  <a:pt x="229629" y="2261920"/>
                </a:cubicBezTo>
                <a:cubicBezTo>
                  <a:pt x="220647" y="2217203"/>
                  <a:pt x="209994" y="2179120"/>
                  <a:pt x="205595" y="2155135"/>
                </a:cubicBezTo>
                <a:cubicBezTo>
                  <a:pt x="214849" y="2141929"/>
                  <a:pt x="188800" y="2121310"/>
                  <a:pt x="203236" y="2118008"/>
                </a:cubicBezTo>
                <a:cubicBezTo>
                  <a:pt x="207855" y="2086447"/>
                  <a:pt x="203618" y="2072196"/>
                  <a:pt x="204157" y="2050531"/>
                </a:cubicBezTo>
                <a:cubicBezTo>
                  <a:pt x="182111" y="1910256"/>
                  <a:pt x="128987" y="1894155"/>
                  <a:pt x="114450" y="1732919"/>
                </a:cubicBezTo>
                <a:cubicBezTo>
                  <a:pt x="96080" y="1665766"/>
                  <a:pt x="95330" y="1643984"/>
                  <a:pt x="87941" y="1615777"/>
                </a:cubicBezTo>
                <a:cubicBezTo>
                  <a:pt x="81068" y="1591298"/>
                  <a:pt x="91042" y="1544014"/>
                  <a:pt x="84616" y="1525631"/>
                </a:cubicBezTo>
                <a:cubicBezTo>
                  <a:pt x="82547" y="1502667"/>
                  <a:pt x="76773" y="1509646"/>
                  <a:pt x="75521" y="1477995"/>
                </a:cubicBezTo>
                <a:cubicBezTo>
                  <a:pt x="82360" y="1404274"/>
                  <a:pt x="70276" y="1358704"/>
                  <a:pt x="70316" y="1307086"/>
                </a:cubicBezTo>
                <a:cubicBezTo>
                  <a:pt x="79314" y="1258551"/>
                  <a:pt x="66977" y="1217137"/>
                  <a:pt x="75767" y="1168288"/>
                </a:cubicBezTo>
                <a:cubicBezTo>
                  <a:pt x="62934" y="901651"/>
                  <a:pt x="-6964" y="869148"/>
                  <a:pt x="566" y="716778"/>
                </a:cubicBezTo>
                <a:cubicBezTo>
                  <a:pt x="-390" y="685981"/>
                  <a:pt x="3487" y="688160"/>
                  <a:pt x="2531" y="657363"/>
                </a:cubicBezTo>
                <a:cubicBezTo>
                  <a:pt x="-9316" y="622139"/>
                  <a:pt x="27906" y="566671"/>
                  <a:pt x="23725" y="393828"/>
                </a:cubicBezTo>
                <a:cubicBezTo>
                  <a:pt x="10673" y="358429"/>
                  <a:pt x="28394" y="247710"/>
                  <a:pt x="37848" y="236673"/>
                </a:cubicBezTo>
                <a:cubicBezTo>
                  <a:pt x="41200" y="190527"/>
                  <a:pt x="39246" y="179672"/>
                  <a:pt x="36960" y="144983"/>
                </a:cubicBezTo>
                <a:cubicBezTo>
                  <a:pt x="24768" y="119338"/>
                  <a:pt x="28919" y="69086"/>
                  <a:pt x="27943" y="33857"/>
                </a:cubicBezTo>
                <a:lnTo>
                  <a:pt x="10823" y="0"/>
                </a:lnTo>
                <a:lnTo>
                  <a:pt x="4850360" y="0"/>
                </a:lnTo>
                <a:close/>
              </a:path>
            </a:pathLst>
          </a:custGeom>
          <a:blipFill>
            <a:blip r:embed="rId2"/>
            <a:tile tx="0" ty="0" sx="70000" sy="7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82D8AD-7D2F-EB43-2ED6-56BFC4A83DA9}"/>
              </a:ext>
            </a:extLst>
          </p:cNvPr>
          <p:cNvSpPr>
            <a:spLocks noGrp="1"/>
          </p:cNvSpPr>
          <p:nvPr>
            <p:ph type="ctrTitle"/>
          </p:nvPr>
        </p:nvSpPr>
        <p:spPr>
          <a:xfrm>
            <a:off x="685800" y="1224455"/>
            <a:ext cx="4406153" cy="3128762"/>
          </a:xfrm>
        </p:spPr>
        <p:txBody>
          <a:bodyPr anchor="t">
            <a:normAutofit/>
          </a:bodyPr>
          <a:lstStyle/>
          <a:p>
            <a:r>
              <a:rPr lang="en-US" sz="4000"/>
              <a:t>Insights </a:t>
            </a:r>
          </a:p>
        </p:txBody>
      </p:sp>
      <p:sp>
        <p:nvSpPr>
          <p:cNvPr id="3" name="Content Placeholder 2">
            <a:extLst>
              <a:ext uri="{FF2B5EF4-FFF2-40B4-BE49-F238E27FC236}">
                <a16:creationId xmlns:a16="http://schemas.microsoft.com/office/drawing/2014/main" id="{F2C425CF-1792-08F3-87F8-DB9E4D18BCB5}"/>
              </a:ext>
            </a:extLst>
          </p:cNvPr>
          <p:cNvSpPr>
            <a:spLocks noGrp="1"/>
          </p:cNvSpPr>
          <p:nvPr>
            <p:ph type="subTitle" idx="1"/>
          </p:nvPr>
        </p:nvSpPr>
        <p:spPr>
          <a:xfrm>
            <a:off x="691701" y="5238629"/>
            <a:ext cx="3494219" cy="915874"/>
          </a:xfrm>
        </p:spPr>
        <p:txBody>
          <a:bodyPr>
            <a:normAutofit/>
          </a:bodyPr>
          <a:lstStyle/>
          <a:p>
            <a:endParaRPr lang="en-US">
              <a:solidFill>
                <a:srgbClr val="FFFFFF"/>
              </a:solidFill>
            </a:endParaRPr>
          </a:p>
        </p:txBody>
      </p:sp>
      <p:pic>
        <p:nvPicPr>
          <p:cNvPr id="7" name="Graphic 6" descr="Lightbulb">
            <a:extLst>
              <a:ext uri="{FF2B5EF4-FFF2-40B4-BE49-F238E27FC236}">
                <a16:creationId xmlns:a16="http://schemas.microsoft.com/office/drawing/2014/main" id="{8F14171B-A6B3-5BCF-D470-CFE93F2E14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08221" y="685800"/>
            <a:ext cx="5486400" cy="5486400"/>
          </a:xfrm>
          <a:prstGeom prst="rect">
            <a:avLst/>
          </a:prstGeom>
        </p:spPr>
      </p:pic>
    </p:spTree>
    <p:extLst>
      <p:ext uri="{BB962C8B-B14F-4D97-AF65-F5344CB8AC3E}">
        <p14:creationId xmlns:p14="http://schemas.microsoft.com/office/powerpoint/2010/main" val="619173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8040078-E66A-4749-A36C-D07BD10F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A61E96A-CA26-48B7-A3DC-05AAA57EF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506199" cy="1858154"/>
          </a:xfrm>
          <a:custGeom>
            <a:avLst/>
            <a:gdLst>
              <a:gd name="connsiteX0" fmla="*/ 0 w 9288370"/>
              <a:gd name="connsiteY0" fmla="*/ 1858154 h 1858154"/>
              <a:gd name="connsiteX1" fmla="*/ 1049 w 9288370"/>
              <a:gd name="connsiteY1" fmla="*/ 1857909 h 1858154"/>
              <a:gd name="connsiteX2" fmla="*/ 370426 w 9288370"/>
              <a:gd name="connsiteY2" fmla="*/ 1702965 h 1858154"/>
              <a:gd name="connsiteX3" fmla="*/ 832307 w 9288370"/>
              <a:gd name="connsiteY3" fmla="*/ 1538702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9288370" h="1858154">
                <a:moveTo>
                  <a:pt x="0" y="1858154"/>
                </a:moveTo>
                <a:lnTo>
                  <a:pt x="1049" y="1857909"/>
                </a:lnTo>
                <a:cubicBezTo>
                  <a:pt x="74675" y="1831386"/>
                  <a:pt x="218534" y="1803822"/>
                  <a:pt x="370426" y="1702965"/>
                </a:cubicBezTo>
                <a:cubicBezTo>
                  <a:pt x="508969" y="1649765"/>
                  <a:pt x="440682" y="1619463"/>
                  <a:pt x="832307" y="1538702"/>
                </a:cubicBezTo>
                <a:cubicBezTo>
                  <a:pt x="878744" y="1533298"/>
                  <a:pt x="897351" y="1542198"/>
                  <a:pt x="971617" y="1522494"/>
                </a:cubicBezTo>
                <a:cubicBezTo>
                  <a:pt x="1030678" y="1519687"/>
                  <a:pt x="1097347" y="1540789"/>
                  <a:pt x="1186668" y="1521861"/>
                </a:cubicBezTo>
                <a:lnTo>
                  <a:pt x="1456865" y="1510292"/>
                </a:lnTo>
                <a:lnTo>
                  <a:pt x="1463005" y="1511279"/>
                </a:lnTo>
                <a:lnTo>
                  <a:pt x="1604999" y="1513599"/>
                </a:lnTo>
                <a:lnTo>
                  <a:pt x="1717911" y="1497764"/>
                </a:lnTo>
                <a:cubicBezTo>
                  <a:pt x="1743422" y="1488490"/>
                  <a:pt x="1730257" y="1478974"/>
                  <a:pt x="1794234" y="1464331"/>
                </a:cubicBezTo>
                <a:cubicBezTo>
                  <a:pt x="1842539" y="1428781"/>
                  <a:pt x="1920661" y="1445458"/>
                  <a:pt x="2101780" y="1409907"/>
                </a:cubicBezTo>
                <a:cubicBezTo>
                  <a:pt x="2138594" y="1385934"/>
                  <a:pt x="2193900" y="1407074"/>
                  <a:pt x="2244830" y="1388540"/>
                </a:cubicBezTo>
                <a:cubicBezTo>
                  <a:pt x="2310706" y="1379336"/>
                  <a:pt x="2366733" y="1379060"/>
                  <a:pt x="2428648" y="1372736"/>
                </a:cubicBezTo>
                <a:cubicBezTo>
                  <a:pt x="2495490" y="1364975"/>
                  <a:pt x="2599421" y="1346234"/>
                  <a:pt x="2645882" y="1341971"/>
                </a:cubicBezTo>
                <a:cubicBezTo>
                  <a:pt x="2670920" y="1340537"/>
                  <a:pt x="2669117" y="1348484"/>
                  <a:pt x="2707413" y="1347156"/>
                </a:cubicBezTo>
                <a:cubicBezTo>
                  <a:pt x="2743721" y="1324535"/>
                  <a:pt x="2798213" y="1353269"/>
                  <a:pt x="2843134" y="1323561"/>
                </a:cubicBezTo>
                <a:cubicBezTo>
                  <a:pt x="2859865" y="1315298"/>
                  <a:pt x="2912970" y="1306041"/>
                  <a:pt x="2923804" y="1314224"/>
                </a:cubicBezTo>
                <a:cubicBezTo>
                  <a:pt x="2935040" y="1314339"/>
                  <a:pt x="2947659" y="1308371"/>
                  <a:pt x="2953618" y="1318186"/>
                </a:cubicBezTo>
                <a:cubicBezTo>
                  <a:pt x="2963089" y="1329568"/>
                  <a:pt x="3000111" y="1302355"/>
                  <a:pt x="2995816" y="1318670"/>
                </a:cubicBezTo>
                <a:cubicBezTo>
                  <a:pt x="3062330" y="1309669"/>
                  <a:pt x="3244113" y="1294731"/>
                  <a:pt x="3352700" y="1264183"/>
                </a:cubicBezTo>
                <a:lnTo>
                  <a:pt x="3444611" y="1236739"/>
                </a:lnTo>
                <a:cubicBezTo>
                  <a:pt x="3513098" y="1213406"/>
                  <a:pt x="3581585" y="1223860"/>
                  <a:pt x="3650072" y="1217421"/>
                </a:cubicBezTo>
                <a:cubicBezTo>
                  <a:pt x="3683717" y="1219648"/>
                  <a:pt x="3669967" y="1235157"/>
                  <a:pt x="3707853" y="1241722"/>
                </a:cubicBezTo>
                <a:cubicBezTo>
                  <a:pt x="3753776" y="1247777"/>
                  <a:pt x="3884527" y="1250073"/>
                  <a:pt x="3925616" y="1253751"/>
                </a:cubicBezTo>
                <a:cubicBezTo>
                  <a:pt x="3936659" y="1256176"/>
                  <a:pt x="3949946" y="1252887"/>
                  <a:pt x="3954387" y="1263789"/>
                </a:cubicBezTo>
                <a:cubicBezTo>
                  <a:pt x="3962052" y="1276954"/>
                  <a:pt x="4002445" y="1257743"/>
                  <a:pt x="3995849" y="1272939"/>
                </a:cubicBezTo>
                <a:cubicBezTo>
                  <a:pt x="4024501" y="1259800"/>
                  <a:pt x="4044699" y="1287470"/>
                  <a:pt x="4067546" y="1294697"/>
                </a:cubicBezTo>
                <a:lnTo>
                  <a:pt x="4190310" y="1307786"/>
                </a:lnTo>
                <a:cubicBezTo>
                  <a:pt x="4201670" y="1307054"/>
                  <a:pt x="4216873" y="1303173"/>
                  <a:pt x="4230008" y="1303546"/>
                </a:cubicBezTo>
                <a:cubicBezTo>
                  <a:pt x="4327992" y="1270528"/>
                  <a:pt x="4508090" y="1267792"/>
                  <a:pt x="4575478" y="1261726"/>
                </a:cubicBezTo>
                <a:lnTo>
                  <a:pt x="4650026" y="1265798"/>
                </a:lnTo>
                <a:lnTo>
                  <a:pt x="4792008" y="1243899"/>
                </a:lnTo>
                <a:cubicBezTo>
                  <a:pt x="4864797" y="1217989"/>
                  <a:pt x="4892960" y="1244893"/>
                  <a:pt x="4954126" y="1204617"/>
                </a:cubicBezTo>
                <a:cubicBezTo>
                  <a:pt x="5072643" y="1179171"/>
                  <a:pt x="5136253" y="1145277"/>
                  <a:pt x="5309678" y="1128278"/>
                </a:cubicBezTo>
                <a:cubicBezTo>
                  <a:pt x="5365406" y="1122815"/>
                  <a:pt x="5419708" y="1103537"/>
                  <a:pt x="5474724" y="1091167"/>
                </a:cubicBezTo>
                <a:lnTo>
                  <a:pt x="5612132" y="1051509"/>
                </a:lnTo>
                <a:cubicBezTo>
                  <a:pt x="5662448" y="1045154"/>
                  <a:pt x="5747676" y="1053086"/>
                  <a:pt x="5776618" y="1053037"/>
                </a:cubicBezTo>
                <a:lnTo>
                  <a:pt x="5785786" y="1051213"/>
                </a:lnTo>
                <a:lnTo>
                  <a:pt x="5829381" y="1046878"/>
                </a:lnTo>
                <a:cubicBezTo>
                  <a:pt x="5855683" y="1045549"/>
                  <a:pt x="5917537" y="1045151"/>
                  <a:pt x="5943596" y="1043237"/>
                </a:cubicBezTo>
                <a:cubicBezTo>
                  <a:pt x="5955032" y="1029831"/>
                  <a:pt x="5969545" y="1030469"/>
                  <a:pt x="5985730" y="1035396"/>
                </a:cubicBezTo>
                <a:cubicBezTo>
                  <a:pt x="6020901" y="1022497"/>
                  <a:pt x="6059962" y="1025742"/>
                  <a:pt x="6103109" y="1019019"/>
                </a:cubicBezTo>
                <a:cubicBezTo>
                  <a:pt x="6142495" y="996126"/>
                  <a:pt x="6176341" y="992625"/>
                  <a:pt x="6222406" y="985341"/>
                </a:cubicBezTo>
                <a:cubicBezTo>
                  <a:pt x="6305000" y="965848"/>
                  <a:pt x="6389790" y="916113"/>
                  <a:pt x="6598672" y="902062"/>
                </a:cubicBezTo>
                <a:cubicBezTo>
                  <a:pt x="6696217" y="878308"/>
                  <a:pt x="6705019" y="864412"/>
                  <a:pt x="6766149" y="846132"/>
                </a:cubicBezTo>
                <a:cubicBezTo>
                  <a:pt x="6828622" y="816303"/>
                  <a:pt x="6844288" y="800250"/>
                  <a:pt x="6886312" y="781877"/>
                </a:cubicBezTo>
                <a:cubicBezTo>
                  <a:pt x="6904346" y="770915"/>
                  <a:pt x="6974811" y="693660"/>
                  <a:pt x="7006457" y="699758"/>
                </a:cubicBezTo>
                <a:cubicBezTo>
                  <a:pt x="7015878" y="688760"/>
                  <a:pt x="7169942" y="678731"/>
                  <a:pt x="7231643" y="640778"/>
                </a:cubicBezTo>
                <a:cubicBezTo>
                  <a:pt x="7291087" y="623099"/>
                  <a:pt x="7308597" y="611957"/>
                  <a:pt x="7363123" y="593682"/>
                </a:cubicBezTo>
                <a:cubicBezTo>
                  <a:pt x="7401879" y="595559"/>
                  <a:pt x="7517574" y="550445"/>
                  <a:pt x="7588368" y="531129"/>
                </a:cubicBezTo>
                <a:cubicBezTo>
                  <a:pt x="7669636" y="521516"/>
                  <a:pt x="7844833" y="454614"/>
                  <a:pt x="7952094" y="409302"/>
                </a:cubicBezTo>
                <a:cubicBezTo>
                  <a:pt x="8059356" y="363990"/>
                  <a:pt x="8146910" y="253405"/>
                  <a:pt x="8231938" y="259259"/>
                </a:cubicBezTo>
                <a:cubicBezTo>
                  <a:pt x="8305929" y="256630"/>
                  <a:pt x="8363222" y="225400"/>
                  <a:pt x="8428864" y="208471"/>
                </a:cubicBezTo>
                <a:cubicBezTo>
                  <a:pt x="8491413" y="192972"/>
                  <a:pt x="8456819" y="173248"/>
                  <a:pt x="8616510" y="161973"/>
                </a:cubicBezTo>
                <a:cubicBezTo>
                  <a:pt x="8658196" y="158015"/>
                  <a:pt x="8776576" y="160401"/>
                  <a:pt x="8826766" y="152111"/>
                </a:cubicBezTo>
                <a:lnTo>
                  <a:pt x="8917647" y="112232"/>
                </a:lnTo>
                <a:cubicBezTo>
                  <a:pt x="8976899" y="93075"/>
                  <a:pt x="9069756" y="89380"/>
                  <a:pt x="9182272" y="37171"/>
                </a:cubicBezTo>
                <a:cubicBezTo>
                  <a:pt x="9197307" y="35724"/>
                  <a:pt x="9214647" y="30863"/>
                  <a:pt x="9232990" y="24074"/>
                </a:cubicBezTo>
                <a:lnTo>
                  <a:pt x="9288370" y="0"/>
                </a:lnTo>
                <a:lnTo>
                  <a:pt x="0" y="0"/>
                </a:lnTo>
                <a:close/>
              </a:path>
            </a:pathLst>
          </a:custGeom>
          <a:blipFill>
            <a:blip r:embed="rId2"/>
            <a:tile tx="0" ty="0" sx="70000" sy="70000" flip="none" algn="tl"/>
          </a:blipFill>
          <a:ln w="12700" cap="flat" cmpd="sng" algn="ctr">
            <a:noFill/>
            <a:prstDash val="solid"/>
            <a:miter lim="800000"/>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CEB26615-6628-44FC-97FC-656C0A834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76"/>
            <a:ext cx="5852458" cy="6374525"/>
          </a:xfrm>
          <a:custGeom>
            <a:avLst/>
            <a:gdLst>
              <a:gd name="connsiteX0" fmla="*/ 5517259 w 5852458"/>
              <a:gd name="connsiteY0" fmla="*/ 0 h 6410965"/>
              <a:gd name="connsiteX1" fmla="*/ 5852458 w 5852458"/>
              <a:gd name="connsiteY1" fmla="*/ 6410965 h 6410965"/>
              <a:gd name="connsiteX2" fmla="*/ 0 w 5852458"/>
              <a:gd name="connsiteY2" fmla="*/ 6410965 h 6410965"/>
              <a:gd name="connsiteX3" fmla="*/ 0 w 5852458"/>
              <a:gd name="connsiteY3" fmla="*/ 288471 h 6410965"/>
            </a:gdLst>
            <a:ahLst/>
            <a:cxnLst>
              <a:cxn ang="0">
                <a:pos x="connsiteX0" y="connsiteY0"/>
              </a:cxn>
              <a:cxn ang="0">
                <a:pos x="connsiteX1" y="connsiteY1"/>
              </a:cxn>
              <a:cxn ang="0">
                <a:pos x="connsiteX2" y="connsiteY2"/>
              </a:cxn>
              <a:cxn ang="0">
                <a:pos x="connsiteX3" y="connsiteY3"/>
              </a:cxn>
            </a:cxnLst>
            <a:rect l="l" t="t" r="r" b="b"/>
            <a:pathLst>
              <a:path w="5852458" h="6410965">
                <a:moveTo>
                  <a:pt x="5517259" y="0"/>
                </a:moveTo>
                <a:lnTo>
                  <a:pt x="5852458" y="6410965"/>
                </a:lnTo>
                <a:lnTo>
                  <a:pt x="0" y="6410965"/>
                </a:lnTo>
                <a:lnTo>
                  <a:pt x="0" y="288471"/>
                </a:lnTo>
                <a:close/>
              </a:path>
            </a:pathLst>
          </a:custGeom>
          <a:solidFill>
            <a:srgbClr val="EFEEE9"/>
          </a:solidFill>
          <a:ln w="12700" cap="flat" cmpd="sng" algn="ctr">
            <a:noFill/>
            <a:prstDash val="solid"/>
            <a:miter lim="800000"/>
          </a:ln>
          <a:effectLst>
            <a:outerShdw blurRad="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FF0EBE27-2B58-4043-9268-90B6853FC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9683"/>
            <a:ext cx="5729996" cy="6248316"/>
          </a:xfrm>
          <a:custGeom>
            <a:avLst/>
            <a:gdLst>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39379 w 5729996"/>
              <a:gd name="connsiteY9" fmla="*/ 398009 h 6248316"/>
              <a:gd name="connsiteX10" fmla="*/ 5639379 w 5729996"/>
              <a:gd name="connsiteY10" fmla="*/ 2227390 h 6248316"/>
              <a:gd name="connsiteX11" fmla="*/ 5541101 w 5729996"/>
              <a:gd name="connsiteY11" fmla="*/ 2227390 h 6248316"/>
              <a:gd name="connsiteX12" fmla="*/ 5543339 w 5729996"/>
              <a:gd name="connsiteY12" fmla="*/ 2241697 h 6248316"/>
              <a:gd name="connsiteX13" fmla="*/ 5546917 w 5729996"/>
              <a:gd name="connsiteY13" fmla="*/ 2285652 h 6248316"/>
              <a:gd name="connsiteX14" fmla="*/ 5546985 w 5729996"/>
              <a:gd name="connsiteY14" fmla="*/ 2292052 h 6248316"/>
              <a:gd name="connsiteX15" fmla="*/ 5540356 w 5729996"/>
              <a:gd name="connsiteY15" fmla="*/ 2345382 h 6248316"/>
              <a:gd name="connsiteX16" fmla="*/ 5545313 w 5729996"/>
              <a:gd name="connsiteY16" fmla="*/ 2350046 h 6248316"/>
              <a:gd name="connsiteX17" fmla="*/ 5550954 w 5729996"/>
              <a:gd name="connsiteY17" fmla="*/ 2366333 h 6248316"/>
              <a:gd name="connsiteX18" fmla="*/ 5546070 w 5729996"/>
              <a:gd name="connsiteY18" fmla="*/ 2380820 h 6248316"/>
              <a:gd name="connsiteX19" fmla="*/ 5539473 w 5729996"/>
              <a:gd name="connsiteY19" fmla="*/ 2447770 h 6248316"/>
              <a:gd name="connsiteX20" fmla="*/ 5536626 w 5729996"/>
              <a:gd name="connsiteY20" fmla="*/ 2513456 h 6248316"/>
              <a:gd name="connsiteX21" fmla="*/ 5610789 w 5729996"/>
              <a:gd name="connsiteY21" fmla="*/ 3898260 h 6248316"/>
              <a:gd name="connsiteX22" fmla="*/ 5629514 w 5729996"/>
              <a:gd name="connsiteY22" fmla="*/ 4230682 h 6248316"/>
              <a:gd name="connsiteX23" fmla="*/ 5637643 w 5729996"/>
              <a:gd name="connsiteY23" fmla="*/ 4444335 h 6248316"/>
              <a:gd name="connsiteX24" fmla="*/ 5729996 w 5729996"/>
              <a:gd name="connsiteY24" fmla="*/ 6248315 h 6248316"/>
              <a:gd name="connsiteX25" fmla="*/ 0 w 5729996"/>
              <a:gd name="connsiteY25" fmla="*/ 6248316 h 6248316"/>
              <a:gd name="connsiteX26" fmla="*/ 0 w 5729996"/>
              <a:gd name="connsiteY26" fmla="*/ 281035 h 6248316"/>
              <a:gd name="connsiteX27" fmla="*/ 138300 w 5729996"/>
              <a:gd name="connsiteY27" fmla="*/ 274616 h 6248316"/>
              <a:gd name="connsiteX28" fmla="*/ 3740423 w 5729996"/>
              <a:gd name="connsiteY28" fmla="*/ 77589 h 6248316"/>
              <a:gd name="connsiteX29" fmla="*/ 4864389 w 5729996"/>
              <a:gd name="connsiteY29" fmla="*/ 28034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39379 w 5729996"/>
              <a:gd name="connsiteY9" fmla="*/ 2227390 h 6248316"/>
              <a:gd name="connsiteX10" fmla="*/ 5541101 w 5729996"/>
              <a:gd name="connsiteY10" fmla="*/ 2227390 h 6248316"/>
              <a:gd name="connsiteX11" fmla="*/ 5543339 w 5729996"/>
              <a:gd name="connsiteY11" fmla="*/ 2241697 h 6248316"/>
              <a:gd name="connsiteX12" fmla="*/ 5546917 w 5729996"/>
              <a:gd name="connsiteY12" fmla="*/ 2285652 h 6248316"/>
              <a:gd name="connsiteX13" fmla="*/ 5546985 w 5729996"/>
              <a:gd name="connsiteY13" fmla="*/ 2292052 h 6248316"/>
              <a:gd name="connsiteX14" fmla="*/ 5540356 w 5729996"/>
              <a:gd name="connsiteY14" fmla="*/ 2345382 h 6248316"/>
              <a:gd name="connsiteX15" fmla="*/ 5545313 w 5729996"/>
              <a:gd name="connsiteY15" fmla="*/ 2350046 h 6248316"/>
              <a:gd name="connsiteX16" fmla="*/ 5550954 w 5729996"/>
              <a:gd name="connsiteY16" fmla="*/ 2366333 h 6248316"/>
              <a:gd name="connsiteX17" fmla="*/ 5546070 w 5729996"/>
              <a:gd name="connsiteY17" fmla="*/ 2380820 h 6248316"/>
              <a:gd name="connsiteX18" fmla="*/ 5539473 w 5729996"/>
              <a:gd name="connsiteY18" fmla="*/ 2447770 h 6248316"/>
              <a:gd name="connsiteX19" fmla="*/ 5536626 w 5729996"/>
              <a:gd name="connsiteY19" fmla="*/ 2513456 h 6248316"/>
              <a:gd name="connsiteX20" fmla="*/ 5610789 w 5729996"/>
              <a:gd name="connsiteY20" fmla="*/ 3898260 h 6248316"/>
              <a:gd name="connsiteX21" fmla="*/ 5629514 w 5729996"/>
              <a:gd name="connsiteY21" fmla="*/ 4230682 h 6248316"/>
              <a:gd name="connsiteX22" fmla="*/ 5637643 w 5729996"/>
              <a:gd name="connsiteY22" fmla="*/ 4444335 h 6248316"/>
              <a:gd name="connsiteX23" fmla="*/ 5729996 w 5729996"/>
              <a:gd name="connsiteY23" fmla="*/ 6248315 h 6248316"/>
              <a:gd name="connsiteX24" fmla="*/ 0 w 5729996"/>
              <a:gd name="connsiteY24" fmla="*/ 6248316 h 6248316"/>
              <a:gd name="connsiteX25" fmla="*/ 0 w 5729996"/>
              <a:gd name="connsiteY25" fmla="*/ 281035 h 6248316"/>
              <a:gd name="connsiteX26" fmla="*/ 138300 w 5729996"/>
              <a:gd name="connsiteY26" fmla="*/ 274616 h 6248316"/>
              <a:gd name="connsiteX27" fmla="*/ 3740423 w 5729996"/>
              <a:gd name="connsiteY27" fmla="*/ 77589 h 6248316"/>
              <a:gd name="connsiteX28" fmla="*/ 4864389 w 5729996"/>
              <a:gd name="connsiteY28" fmla="*/ 28034 h 6248316"/>
              <a:gd name="connsiteX29" fmla="*/ 5369862 w 5729996"/>
              <a:gd name="connsiteY29"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1101 w 5729996"/>
              <a:gd name="connsiteY9" fmla="*/ 2227390 h 6248316"/>
              <a:gd name="connsiteX10" fmla="*/ 5543339 w 5729996"/>
              <a:gd name="connsiteY10" fmla="*/ 2241697 h 6248316"/>
              <a:gd name="connsiteX11" fmla="*/ 5546917 w 5729996"/>
              <a:gd name="connsiteY11" fmla="*/ 2285652 h 6248316"/>
              <a:gd name="connsiteX12" fmla="*/ 5546985 w 5729996"/>
              <a:gd name="connsiteY12" fmla="*/ 2292052 h 6248316"/>
              <a:gd name="connsiteX13" fmla="*/ 5540356 w 5729996"/>
              <a:gd name="connsiteY13" fmla="*/ 2345382 h 6248316"/>
              <a:gd name="connsiteX14" fmla="*/ 5545313 w 5729996"/>
              <a:gd name="connsiteY14" fmla="*/ 2350046 h 6248316"/>
              <a:gd name="connsiteX15" fmla="*/ 5550954 w 5729996"/>
              <a:gd name="connsiteY15" fmla="*/ 2366333 h 6248316"/>
              <a:gd name="connsiteX16" fmla="*/ 5546070 w 5729996"/>
              <a:gd name="connsiteY16" fmla="*/ 2380820 h 6248316"/>
              <a:gd name="connsiteX17" fmla="*/ 5539473 w 5729996"/>
              <a:gd name="connsiteY17" fmla="*/ 2447770 h 6248316"/>
              <a:gd name="connsiteX18" fmla="*/ 5536626 w 5729996"/>
              <a:gd name="connsiteY18" fmla="*/ 2513456 h 6248316"/>
              <a:gd name="connsiteX19" fmla="*/ 5610789 w 5729996"/>
              <a:gd name="connsiteY19" fmla="*/ 3898260 h 6248316"/>
              <a:gd name="connsiteX20" fmla="*/ 5629514 w 5729996"/>
              <a:gd name="connsiteY20" fmla="*/ 4230682 h 6248316"/>
              <a:gd name="connsiteX21" fmla="*/ 5637643 w 5729996"/>
              <a:gd name="connsiteY21" fmla="*/ 4444335 h 6248316"/>
              <a:gd name="connsiteX22" fmla="*/ 5729996 w 5729996"/>
              <a:gd name="connsiteY22" fmla="*/ 6248315 h 6248316"/>
              <a:gd name="connsiteX23" fmla="*/ 0 w 5729996"/>
              <a:gd name="connsiteY23" fmla="*/ 6248316 h 6248316"/>
              <a:gd name="connsiteX24" fmla="*/ 0 w 5729996"/>
              <a:gd name="connsiteY24" fmla="*/ 281035 h 6248316"/>
              <a:gd name="connsiteX25" fmla="*/ 138300 w 5729996"/>
              <a:gd name="connsiteY25" fmla="*/ 274616 h 6248316"/>
              <a:gd name="connsiteX26" fmla="*/ 3740423 w 5729996"/>
              <a:gd name="connsiteY26" fmla="*/ 77589 h 6248316"/>
              <a:gd name="connsiteX27" fmla="*/ 4864389 w 5729996"/>
              <a:gd name="connsiteY27" fmla="*/ 28034 h 6248316"/>
              <a:gd name="connsiteX28" fmla="*/ 5369862 w 5729996"/>
              <a:gd name="connsiteY28"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1101 w 5729996"/>
              <a:gd name="connsiteY9" fmla="*/ 2227390 h 6248316"/>
              <a:gd name="connsiteX10" fmla="*/ 5546917 w 5729996"/>
              <a:gd name="connsiteY10" fmla="*/ 2285652 h 6248316"/>
              <a:gd name="connsiteX11" fmla="*/ 5546985 w 5729996"/>
              <a:gd name="connsiteY11" fmla="*/ 2292052 h 6248316"/>
              <a:gd name="connsiteX12" fmla="*/ 5540356 w 5729996"/>
              <a:gd name="connsiteY12" fmla="*/ 2345382 h 6248316"/>
              <a:gd name="connsiteX13" fmla="*/ 5545313 w 5729996"/>
              <a:gd name="connsiteY13" fmla="*/ 2350046 h 6248316"/>
              <a:gd name="connsiteX14" fmla="*/ 5550954 w 5729996"/>
              <a:gd name="connsiteY14" fmla="*/ 2366333 h 6248316"/>
              <a:gd name="connsiteX15" fmla="*/ 5546070 w 5729996"/>
              <a:gd name="connsiteY15" fmla="*/ 2380820 h 6248316"/>
              <a:gd name="connsiteX16" fmla="*/ 5539473 w 5729996"/>
              <a:gd name="connsiteY16" fmla="*/ 2447770 h 6248316"/>
              <a:gd name="connsiteX17" fmla="*/ 5536626 w 5729996"/>
              <a:gd name="connsiteY17" fmla="*/ 2513456 h 6248316"/>
              <a:gd name="connsiteX18" fmla="*/ 5610789 w 5729996"/>
              <a:gd name="connsiteY18" fmla="*/ 3898260 h 6248316"/>
              <a:gd name="connsiteX19" fmla="*/ 5629514 w 5729996"/>
              <a:gd name="connsiteY19" fmla="*/ 4230682 h 6248316"/>
              <a:gd name="connsiteX20" fmla="*/ 5637643 w 5729996"/>
              <a:gd name="connsiteY20" fmla="*/ 4444335 h 6248316"/>
              <a:gd name="connsiteX21" fmla="*/ 5729996 w 5729996"/>
              <a:gd name="connsiteY21" fmla="*/ 6248315 h 6248316"/>
              <a:gd name="connsiteX22" fmla="*/ 0 w 5729996"/>
              <a:gd name="connsiteY22" fmla="*/ 6248316 h 6248316"/>
              <a:gd name="connsiteX23" fmla="*/ 0 w 5729996"/>
              <a:gd name="connsiteY23" fmla="*/ 281035 h 6248316"/>
              <a:gd name="connsiteX24" fmla="*/ 138300 w 5729996"/>
              <a:gd name="connsiteY24" fmla="*/ 274616 h 6248316"/>
              <a:gd name="connsiteX25" fmla="*/ 3740423 w 5729996"/>
              <a:gd name="connsiteY25" fmla="*/ 77589 h 6248316"/>
              <a:gd name="connsiteX26" fmla="*/ 4864389 w 5729996"/>
              <a:gd name="connsiteY26" fmla="*/ 28034 h 6248316"/>
              <a:gd name="connsiteX27" fmla="*/ 5369862 w 5729996"/>
              <a:gd name="connsiteY27"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6917 w 5729996"/>
              <a:gd name="connsiteY9" fmla="*/ 2285652 h 6248316"/>
              <a:gd name="connsiteX10" fmla="*/ 5546985 w 5729996"/>
              <a:gd name="connsiteY10" fmla="*/ 2292052 h 6248316"/>
              <a:gd name="connsiteX11" fmla="*/ 5540356 w 5729996"/>
              <a:gd name="connsiteY11" fmla="*/ 2345382 h 6248316"/>
              <a:gd name="connsiteX12" fmla="*/ 5545313 w 5729996"/>
              <a:gd name="connsiteY12" fmla="*/ 2350046 h 6248316"/>
              <a:gd name="connsiteX13" fmla="*/ 5550954 w 5729996"/>
              <a:gd name="connsiteY13" fmla="*/ 2366333 h 6248316"/>
              <a:gd name="connsiteX14" fmla="*/ 5546070 w 5729996"/>
              <a:gd name="connsiteY14" fmla="*/ 2380820 h 6248316"/>
              <a:gd name="connsiteX15" fmla="*/ 5539473 w 5729996"/>
              <a:gd name="connsiteY15" fmla="*/ 2447770 h 6248316"/>
              <a:gd name="connsiteX16" fmla="*/ 5536626 w 5729996"/>
              <a:gd name="connsiteY16" fmla="*/ 2513456 h 6248316"/>
              <a:gd name="connsiteX17" fmla="*/ 5610789 w 5729996"/>
              <a:gd name="connsiteY17" fmla="*/ 3898260 h 6248316"/>
              <a:gd name="connsiteX18" fmla="*/ 5629514 w 5729996"/>
              <a:gd name="connsiteY18" fmla="*/ 4230682 h 6248316"/>
              <a:gd name="connsiteX19" fmla="*/ 5637643 w 5729996"/>
              <a:gd name="connsiteY19" fmla="*/ 4444335 h 6248316"/>
              <a:gd name="connsiteX20" fmla="*/ 5729996 w 5729996"/>
              <a:gd name="connsiteY20" fmla="*/ 6248315 h 6248316"/>
              <a:gd name="connsiteX21" fmla="*/ 0 w 5729996"/>
              <a:gd name="connsiteY21" fmla="*/ 6248316 h 6248316"/>
              <a:gd name="connsiteX22" fmla="*/ 0 w 5729996"/>
              <a:gd name="connsiteY22" fmla="*/ 281035 h 6248316"/>
              <a:gd name="connsiteX23" fmla="*/ 138300 w 5729996"/>
              <a:gd name="connsiteY23" fmla="*/ 274616 h 6248316"/>
              <a:gd name="connsiteX24" fmla="*/ 3740423 w 5729996"/>
              <a:gd name="connsiteY24" fmla="*/ 77589 h 6248316"/>
              <a:gd name="connsiteX25" fmla="*/ 4864389 w 5729996"/>
              <a:gd name="connsiteY25" fmla="*/ 28034 h 6248316"/>
              <a:gd name="connsiteX26" fmla="*/ 5369862 w 5729996"/>
              <a:gd name="connsiteY26"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6917 w 5729996"/>
              <a:gd name="connsiteY9" fmla="*/ 2285652 h 6248316"/>
              <a:gd name="connsiteX10" fmla="*/ 5540356 w 5729996"/>
              <a:gd name="connsiteY10" fmla="*/ 2345382 h 6248316"/>
              <a:gd name="connsiteX11" fmla="*/ 5545313 w 5729996"/>
              <a:gd name="connsiteY11" fmla="*/ 2350046 h 6248316"/>
              <a:gd name="connsiteX12" fmla="*/ 5550954 w 5729996"/>
              <a:gd name="connsiteY12" fmla="*/ 2366333 h 6248316"/>
              <a:gd name="connsiteX13" fmla="*/ 5546070 w 5729996"/>
              <a:gd name="connsiteY13" fmla="*/ 2380820 h 6248316"/>
              <a:gd name="connsiteX14" fmla="*/ 5539473 w 5729996"/>
              <a:gd name="connsiteY14" fmla="*/ 2447770 h 6248316"/>
              <a:gd name="connsiteX15" fmla="*/ 5536626 w 5729996"/>
              <a:gd name="connsiteY15" fmla="*/ 2513456 h 6248316"/>
              <a:gd name="connsiteX16" fmla="*/ 5610789 w 5729996"/>
              <a:gd name="connsiteY16" fmla="*/ 3898260 h 6248316"/>
              <a:gd name="connsiteX17" fmla="*/ 5629514 w 5729996"/>
              <a:gd name="connsiteY17" fmla="*/ 4230682 h 6248316"/>
              <a:gd name="connsiteX18" fmla="*/ 5637643 w 5729996"/>
              <a:gd name="connsiteY18" fmla="*/ 4444335 h 6248316"/>
              <a:gd name="connsiteX19" fmla="*/ 5729996 w 5729996"/>
              <a:gd name="connsiteY19" fmla="*/ 6248315 h 6248316"/>
              <a:gd name="connsiteX20" fmla="*/ 0 w 5729996"/>
              <a:gd name="connsiteY20" fmla="*/ 6248316 h 6248316"/>
              <a:gd name="connsiteX21" fmla="*/ 0 w 5729996"/>
              <a:gd name="connsiteY21" fmla="*/ 281035 h 6248316"/>
              <a:gd name="connsiteX22" fmla="*/ 138300 w 5729996"/>
              <a:gd name="connsiteY22" fmla="*/ 274616 h 6248316"/>
              <a:gd name="connsiteX23" fmla="*/ 3740423 w 5729996"/>
              <a:gd name="connsiteY23" fmla="*/ 77589 h 6248316"/>
              <a:gd name="connsiteX24" fmla="*/ 4864389 w 5729996"/>
              <a:gd name="connsiteY24" fmla="*/ 28034 h 6248316"/>
              <a:gd name="connsiteX25" fmla="*/ 5369862 w 5729996"/>
              <a:gd name="connsiteY25"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5313 w 5729996"/>
              <a:gd name="connsiteY10" fmla="*/ 2350046 h 6248316"/>
              <a:gd name="connsiteX11" fmla="*/ 5550954 w 5729996"/>
              <a:gd name="connsiteY11" fmla="*/ 2366333 h 6248316"/>
              <a:gd name="connsiteX12" fmla="*/ 5546070 w 5729996"/>
              <a:gd name="connsiteY12" fmla="*/ 2380820 h 6248316"/>
              <a:gd name="connsiteX13" fmla="*/ 5539473 w 5729996"/>
              <a:gd name="connsiteY13" fmla="*/ 2447770 h 6248316"/>
              <a:gd name="connsiteX14" fmla="*/ 5536626 w 5729996"/>
              <a:gd name="connsiteY14" fmla="*/ 2513456 h 6248316"/>
              <a:gd name="connsiteX15" fmla="*/ 5610789 w 5729996"/>
              <a:gd name="connsiteY15" fmla="*/ 3898260 h 6248316"/>
              <a:gd name="connsiteX16" fmla="*/ 5629514 w 5729996"/>
              <a:gd name="connsiteY16" fmla="*/ 4230682 h 6248316"/>
              <a:gd name="connsiteX17" fmla="*/ 5637643 w 5729996"/>
              <a:gd name="connsiteY17" fmla="*/ 4444335 h 6248316"/>
              <a:gd name="connsiteX18" fmla="*/ 5729996 w 5729996"/>
              <a:gd name="connsiteY18" fmla="*/ 6248315 h 6248316"/>
              <a:gd name="connsiteX19" fmla="*/ 0 w 5729996"/>
              <a:gd name="connsiteY19" fmla="*/ 6248316 h 6248316"/>
              <a:gd name="connsiteX20" fmla="*/ 0 w 5729996"/>
              <a:gd name="connsiteY20" fmla="*/ 281035 h 6248316"/>
              <a:gd name="connsiteX21" fmla="*/ 138300 w 5729996"/>
              <a:gd name="connsiteY21" fmla="*/ 274616 h 6248316"/>
              <a:gd name="connsiteX22" fmla="*/ 3740423 w 5729996"/>
              <a:gd name="connsiteY22" fmla="*/ 77589 h 6248316"/>
              <a:gd name="connsiteX23" fmla="*/ 4864389 w 5729996"/>
              <a:gd name="connsiteY23" fmla="*/ 28034 h 6248316"/>
              <a:gd name="connsiteX24" fmla="*/ 5369862 w 5729996"/>
              <a:gd name="connsiteY24"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5313 w 5729996"/>
              <a:gd name="connsiteY10" fmla="*/ 2350046 h 6248316"/>
              <a:gd name="connsiteX11" fmla="*/ 5546070 w 5729996"/>
              <a:gd name="connsiteY11" fmla="*/ 2380820 h 6248316"/>
              <a:gd name="connsiteX12" fmla="*/ 5539473 w 5729996"/>
              <a:gd name="connsiteY12" fmla="*/ 2447770 h 6248316"/>
              <a:gd name="connsiteX13" fmla="*/ 5536626 w 5729996"/>
              <a:gd name="connsiteY13" fmla="*/ 2513456 h 6248316"/>
              <a:gd name="connsiteX14" fmla="*/ 5610789 w 5729996"/>
              <a:gd name="connsiteY14" fmla="*/ 3898260 h 6248316"/>
              <a:gd name="connsiteX15" fmla="*/ 5629514 w 5729996"/>
              <a:gd name="connsiteY15" fmla="*/ 4230682 h 6248316"/>
              <a:gd name="connsiteX16" fmla="*/ 5637643 w 5729996"/>
              <a:gd name="connsiteY16" fmla="*/ 4444335 h 6248316"/>
              <a:gd name="connsiteX17" fmla="*/ 5729996 w 5729996"/>
              <a:gd name="connsiteY17" fmla="*/ 6248315 h 6248316"/>
              <a:gd name="connsiteX18" fmla="*/ 0 w 5729996"/>
              <a:gd name="connsiteY18" fmla="*/ 6248316 h 6248316"/>
              <a:gd name="connsiteX19" fmla="*/ 0 w 5729996"/>
              <a:gd name="connsiteY19" fmla="*/ 281035 h 6248316"/>
              <a:gd name="connsiteX20" fmla="*/ 138300 w 5729996"/>
              <a:gd name="connsiteY20" fmla="*/ 274616 h 6248316"/>
              <a:gd name="connsiteX21" fmla="*/ 3740423 w 5729996"/>
              <a:gd name="connsiteY21" fmla="*/ 77589 h 6248316"/>
              <a:gd name="connsiteX22" fmla="*/ 4864389 w 5729996"/>
              <a:gd name="connsiteY22" fmla="*/ 28034 h 6248316"/>
              <a:gd name="connsiteX23" fmla="*/ 5369862 w 5729996"/>
              <a:gd name="connsiteY2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6070 w 5729996"/>
              <a:gd name="connsiteY10" fmla="*/ 2380820 h 6248316"/>
              <a:gd name="connsiteX11" fmla="*/ 5539473 w 5729996"/>
              <a:gd name="connsiteY11" fmla="*/ 2447770 h 6248316"/>
              <a:gd name="connsiteX12" fmla="*/ 5536626 w 5729996"/>
              <a:gd name="connsiteY12" fmla="*/ 2513456 h 6248316"/>
              <a:gd name="connsiteX13" fmla="*/ 5610789 w 5729996"/>
              <a:gd name="connsiteY13" fmla="*/ 3898260 h 6248316"/>
              <a:gd name="connsiteX14" fmla="*/ 5629514 w 5729996"/>
              <a:gd name="connsiteY14" fmla="*/ 4230682 h 6248316"/>
              <a:gd name="connsiteX15" fmla="*/ 5637643 w 5729996"/>
              <a:gd name="connsiteY15" fmla="*/ 4444335 h 6248316"/>
              <a:gd name="connsiteX16" fmla="*/ 5729996 w 5729996"/>
              <a:gd name="connsiteY16" fmla="*/ 6248315 h 6248316"/>
              <a:gd name="connsiteX17" fmla="*/ 0 w 5729996"/>
              <a:gd name="connsiteY17" fmla="*/ 6248316 h 6248316"/>
              <a:gd name="connsiteX18" fmla="*/ 0 w 5729996"/>
              <a:gd name="connsiteY18" fmla="*/ 281035 h 6248316"/>
              <a:gd name="connsiteX19" fmla="*/ 138300 w 5729996"/>
              <a:gd name="connsiteY19" fmla="*/ 274616 h 6248316"/>
              <a:gd name="connsiteX20" fmla="*/ 3740423 w 5729996"/>
              <a:gd name="connsiteY20" fmla="*/ 77589 h 6248316"/>
              <a:gd name="connsiteX21" fmla="*/ 4864389 w 5729996"/>
              <a:gd name="connsiteY21" fmla="*/ 28034 h 6248316"/>
              <a:gd name="connsiteX22" fmla="*/ 5369862 w 5729996"/>
              <a:gd name="connsiteY22"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39473 w 5729996"/>
              <a:gd name="connsiteY10" fmla="*/ 2447770 h 6248316"/>
              <a:gd name="connsiteX11" fmla="*/ 5536626 w 5729996"/>
              <a:gd name="connsiteY11" fmla="*/ 2513456 h 6248316"/>
              <a:gd name="connsiteX12" fmla="*/ 5610789 w 5729996"/>
              <a:gd name="connsiteY12" fmla="*/ 3898260 h 6248316"/>
              <a:gd name="connsiteX13" fmla="*/ 5629514 w 5729996"/>
              <a:gd name="connsiteY13" fmla="*/ 4230682 h 6248316"/>
              <a:gd name="connsiteX14" fmla="*/ 5637643 w 5729996"/>
              <a:gd name="connsiteY14" fmla="*/ 4444335 h 6248316"/>
              <a:gd name="connsiteX15" fmla="*/ 5729996 w 5729996"/>
              <a:gd name="connsiteY15" fmla="*/ 6248315 h 6248316"/>
              <a:gd name="connsiteX16" fmla="*/ 0 w 5729996"/>
              <a:gd name="connsiteY16" fmla="*/ 6248316 h 6248316"/>
              <a:gd name="connsiteX17" fmla="*/ 0 w 5729996"/>
              <a:gd name="connsiteY17" fmla="*/ 281035 h 6248316"/>
              <a:gd name="connsiteX18" fmla="*/ 138300 w 5729996"/>
              <a:gd name="connsiteY18" fmla="*/ 274616 h 6248316"/>
              <a:gd name="connsiteX19" fmla="*/ 3740423 w 5729996"/>
              <a:gd name="connsiteY19" fmla="*/ 77589 h 6248316"/>
              <a:gd name="connsiteX20" fmla="*/ 4864389 w 5729996"/>
              <a:gd name="connsiteY20" fmla="*/ 28034 h 6248316"/>
              <a:gd name="connsiteX21" fmla="*/ 5369862 w 5729996"/>
              <a:gd name="connsiteY21"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36626 w 5729996"/>
              <a:gd name="connsiteY10" fmla="*/ 2513456 h 6248316"/>
              <a:gd name="connsiteX11" fmla="*/ 5610789 w 5729996"/>
              <a:gd name="connsiteY11" fmla="*/ 3898260 h 6248316"/>
              <a:gd name="connsiteX12" fmla="*/ 5629514 w 5729996"/>
              <a:gd name="connsiteY12" fmla="*/ 4230682 h 6248316"/>
              <a:gd name="connsiteX13" fmla="*/ 5637643 w 5729996"/>
              <a:gd name="connsiteY13" fmla="*/ 4444335 h 6248316"/>
              <a:gd name="connsiteX14" fmla="*/ 5729996 w 5729996"/>
              <a:gd name="connsiteY14" fmla="*/ 6248315 h 6248316"/>
              <a:gd name="connsiteX15" fmla="*/ 0 w 5729996"/>
              <a:gd name="connsiteY15" fmla="*/ 6248316 h 6248316"/>
              <a:gd name="connsiteX16" fmla="*/ 0 w 5729996"/>
              <a:gd name="connsiteY16" fmla="*/ 281035 h 6248316"/>
              <a:gd name="connsiteX17" fmla="*/ 138300 w 5729996"/>
              <a:gd name="connsiteY17" fmla="*/ 274616 h 6248316"/>
              <a:gd name="connsiteX18" fmla="*/ 3740423 w 5729996"/>
              <a:gd name="connsiteY18" fmla="*/ 77589 h 6248316"/>
              <a:gd name="connsiteX19" fmla="*/ 4864389 w 5729996"/>
              <a:gd name="connsiteY19" fmla="*/ 28034 h 6248316"/>
              <a:gd name="connsiteX20" fmla="*/ 5369862 w 5729996"/>
              <a:gd name="connsiteY20"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36626 w 5729996"/>
              <a:gd name="connsiteY9" fmla="*/ 2513456 h 6248316"/>
              <a:gd name="connsiteX10" fmla="*/ 5610789 w 5729996"/>
              <a:gd name="connsiteY10" fmla="*/ 3898260 h 6248316"/>
              <a:gd name="connsiteX11" fmla="*/ 5629514 w 5729996"/>
              <a:gd name="connsiteY11" fmla="*/ 4230682 h 6248316"/>
              <a:gd name="connsiteX12" fmla="*/ 5637643 w 5729996"/>
              <a:gd name="connsiteY12" fmla="*/ 4444335 h 6248316"/>
              <a:gd name="connsiteX13" fmla="*/ 5729996 w 5729996"/>
              <a:gd name="connsiteY13" fmla="*/ 6248315 h 6248316"/>
              <a:gd name="connsiteX14" fmla="*/ 0 w 5729996"/>
              <a:gd name="connsiteY14" fmla="*/ 6248316 h 6248316"/>
              <a:gd name="connsiteX15" fmla="*/ 0 w 5729996"/>
              <a:gd name="connsiteY15" fmla="*/ 281035 h 6248316"/>
              <a:gd name="connsiteX16" fmla="*/ 138300 w 5729996"/>
              <a:gd name="connsiteY16" fmla="*/ 274616 h 6248316"/>
              <a:gd name="connsiteX17" fmla="*/ 3740423 w 5729996"/>
              <a:gd name="connsiteY17" fmla="*/ 77589 h 6248316"/>
              <a:gd name="connsiteX18" fmla="*/ 4864389 w 5729996"/>
              <a:gd name="connsiteY18" fmla="*/ 28034 h 6248316"/>
              <a:gd name="connsiteX19" fmla="*/ 5369862 w 5729996"/>
              <a:gd name="connsiteY19"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10789 w 5729996"/>
              <a:gd name="connsiteY9" fmla="*/ 3898260 h 6248316"/>
              <a:gd name="connsiteX10" fmla="*/ 5629514 w 5729996"/>
              <a:gd name="connsiteY10" fmla="*/ 4230682 h 6248316"/>
              <a:gd name="connsiteX11" fmla="*/ 5637643 w 5729996"/>
              <a:gd name="connsiteY11" fmla="*/ 4444335 h 6248316"/>
              <a:gd name="connsiteX12" fmla="*/ 5729996 w 5729996"/>
              <a:gd name="connsiteY12" fmla="*/ 6248315 h 6248316"/>
              <a:gd name="connsiteX13" fmla="*/ 0 w 5729996"/>
              <a:gd name="connsiteY13" fmla="*/ 6248316 h 6248316"/>
              <a:gd name="connsiteX14" fmla="*/ 0 w 5729996"/>
              <a:gd name="connsiteY14" fmla="*/ 281035 h 6248316"/>
              <a:gd name="connsiteX15" fmla="*/ 138300 w 5729996"/>
              <a:gd name="connsiteY15" fmla="*/ 274616 h 6248316"/>
              <a:gd name="connsiteX16" fmla="*/ 3740423 w 5729996"/>
              <a:gd name="connsiteY16" fmla="*/ 77589 h 6248316"/>
              <a:gd name="connsiteX17" fmla="*/ 4864389 w 5729996"/>
              <a:gd name="connsiteY17" fmla="*/ 28034 h 6248316"/>
              <a:gd name="connsiteX18" fmla="*/ 5369862 w 5729996"/>
              <a:gd name="connsiteY18"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610789 w 5729996"/>
              <a:gd name="connsiteY8" fmla="*/ 3898260 h 6248316"/>
              <a:gd name="connsiteX9" fmla="*/ 5629514 w 5729996"/>
              <a:gd name="connsiteY9" fmla="*/ 4230682 h 6248316"/>
              <a:gd name="connsiteX10" fmla="*/ 5637643 w 5729996"/>
              <a:gd name="connsiteY10" fmla="*/ 4444335 h 6248316"/>
              <a:gd name="connsiteX11" fmla="*/ 5729996 w 5729996"/>
              <a:gd name="connsiteY11" fmla="*/ 6248315 h 6248316"/>
              <a:gd name="connsiteX12" fmla="*/ 0 w 5729996"/>
              <a:gd name="connsiteY12" fmla="*/ 6248316 h 6248316"/>
              <a:gd name="connsiteX13" fmla="*/ 0 w 5729996"/>
              <a:gd name="connsiteY13" fmla="*/ 281035 h 6248316"/>
              <a:gd name="connsiteX14" fmla="*/ 138300 w 5729996"/>
              <a:gd name="connsiteY14" fmla="*/ 274616 h 6248316"/>
              <a:gd name="connsiteX15" fmla="*/ 3740423 w 5729996"/>
              <a:gd name="connsiteY15" fmla="*/ 77589 h 6248316"/>
              <a:gd name="connsiteX16" fmla="*/ 4864389 w 5729996"/>
              <a:gd name="connsiteY16" fmla="*/ 28034 h 6248316"/>
              <a:gd name="connsiteX17" fmla="*/ 5369862 w 5729996"/>
              <a:gd name="connsiteY17"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420220 w 5729996"/>
              <a:gd name="connsiteY5" fmla="*/ 216199 h 6248316"/>
              <a:gd name="connsiteX6" fmla="*/ 5422482 w 5729996"/>
              <a:gd name="connsiteY6" fmla="*/ 260845 h 6248316"/>
              <a:gd name="connsiteX7" fmla="*/ 5610789 w 5729996"/>
              <a:gd name="connsiteY7" fmla="*/ 3898260 h 6248316"/>
              <a:gd name="connsiteX8" fmla="*/ 5629514 w 5729996"/>
              <a:gd name="connsiteY8" fmla="*/ 4230682 h 6248316"/>
              <a:gd name="connsiteX9" fmla="*/ 5637643 w 5729996"/>
              <a:gd name="connsiteY9" fmla="*/ 4444335 h 6248316"/>
              <a:gd name="connsiteX10" fmla="*/ 5729996 w 5729996"/>
              <a:gd name="connsiteY10" fmla="*/ 6248315 h 6248316"/>
              <a:gd name="connsiteX11" fmla="*/ 0 w 5729996"/>
              <a:gd name="connsiteY11" fmla="*/ 6248316 h 6248316"/>
              <a:gd name="connsiteX12" fmla="*/ 0 w 5729996"/>
              <a:gd name="connsiteY12" fmla="*/ 281035 h 6248316"/>
              <a:gd name="connsiteX13" fmla="*/ 138300 w 5729996"/>
              <a:gd name="connsiteY13" fmla="*/ 274616 h 6248316"/>
              <a:gd name="connsiteX14" fmla="*/ 3740423 w 5729996"/>
              <a:gd name="connsiteY14" fmla="*/ 77589 h 6248316"/>
              <a:gd name="connsiteX15" fmla="*/ 4864389 w 5729996"/>
              <a:gd name="connsiteY15" fmla="*/ 28034 h 6248316"/>
              <a:gd name="connsiteX16" fmla="*/ 5369862 w 5729996"/>
              <a:gd name="connsiteY16"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420220 w 5729996"/>
              <a:gd name="connsiteY5" fmla="*/ 216199 h 6248316"/>
              <a:gd name="connsiteX6" fmla="*/ 5610789 w 5729996"/>
              <a:gd name="connsiteY6" fmla="*/ 3898260 h 6248316"/>
              <a:gd name="connsiteX7" fmla="*/ 5629514 w 5729996"/>
              <a:gd name="connsiteY7" fmla="*/ 4230682 h 6248316"/>
              <a:gd name="connsiteX8" fmla="*/ 5637643 w 5729996"/>
              <a:gd name="connsiteY8" fmla="*/ 4444335 h 6248316"/>
              <a:gd name="connsiteX9" fmla="*/ 5729996 w 5729996"/>
              <a:gd name="connsiteY9" fmla="*/ 6248315 h 6248316"/>
              <a:gd name="connsiteX10" fmla="*/ 0 w 5729996"/>
              <a:gd name="connsiteY10" fmla="*/ 6248316 h 6248316"/>
              <a:gd name="connsiteX11" fmla="*/ 0 w 5729996"/>
              <a:gd name="connsiteY11" fmla="*/ 281035 h 6248316"/>
              <a:gd name="connsiteX12" fmla="*/ 138300 w 5729996"/>
              <a:gd name="connsiteY12" fmla="*/ 274616 h 6248316"/>
              <a:gd name="connsiteX13" fmla="*/ 3740423 w 5729996"/>
              <a:gd name="connsiteY13" fmla="*/ 77589 h 6248316"/>
              <a:gd name="connsiteX14" fmla="*/ 4864389 w 5729996"/>
              <a:gd name="connsiteY14" fmla="*/ 28034 h 6248316"/>
              <a:gd name="connsiteX15" fmla="*/ 5369862 w 5729996"/>
              <a:gd name="connsiteY15"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610789 w 5729996"/>
              <a:gd name="connsiteY5" fmla="*/ 3898260 h 6248316"/>
              <a:gd name="connsiteX6" fmla="*/ 5629514 w 5729996"/>
              <a:gd name="connsiteY6" fmla="*/ 4230682 h 6248316"/>
              <a:gd name="connsiteX7" fmla="*/ 5637643 w 5729996"/>
              <a:gd name="connsiteY7" fmla="*/ 4444335 h 6248316"/>
              <a:gd name="connsiteX8" fmla="*/ 5729996 w 5729996"/>
              <a:gd name="connsiteY8" fmla="*/ 6248315 h 6248316"/>
              <a:gd name="connsiteX9" fmla="*/ 0 w 5729996"/>
              <a:gd name="connsiteY9" fmla="*/ 6248316 h 6248316"/>
              <a:gd name="connsiteX10" fmla="*/ 0 w 5729996"/>
              <a:gd name="connsiteY10" fmla="*/ 281035 h 6248316"/>
              <a:gd name="connsiteX11" fmla="*/ 138300 w 5729996"/>
              <a:gd name="connsiteY11" fmla="*/ 274616 h 6248316"/>
              <a:gd name="connsiteX12" fmla="*/ 3740423 w 5729996"/>
              <a:gd name="connsiteY12" fmla="*/ 77589 h 6248316"/>
              <a:gd name="connsiteX13" fmla="*/ 4864389 w 5729996"/>
              <a:gd name="connsiteY13" fmla="*/ 28034 h 6248316"/>
              <a:gd name="connsiteX14" fmla="*/ 5369862 w 5729996"/>
              <a:gd name="connsiteY14"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29996" h="6248316">
                <a:moveTo>
                  <a:pt x="5369862" y="0"/>
                </a:moveTo>
                <a:lnTo>
                  <a:pt x="5410496" y="24334"/>
                </a:lnTo>
                <a:cubicBezTo>
                  <a:pt x="5411201" y="38214"/>
                  <a:pt x="5411902" y="52091"/>
                  <a:pt x="5412606" y="65970"/>
                </a:cubicBezTo>
                <a:lnTo>
                  <a:pt x="5416784" y="67780"/>
                </a:lnTo>
                <a:cubicBezTo>
                  <a:pt x="5449814" y="706495"/>
                  <a:pt x="5575334" y="3204443"/>
                  <a:pt x="5610789" y="3898260"/>
                </a:cubicBezTo>
                <a:cubicBezTo>
                  <a:pt x="5604061" y="4042978"/>
                  <a:pt x="5622336" y="4127685"/>
                  <a:pt x="5629514" y="4230682"/>
                </a:cubicBezTo>
                <a:cubicBezTo>
                  <a:pt x="5637574" y="4222004"/>
                  <a:pt x="5648339" y="4380991"/>
                  <a:pt x="5637643" y="4444335"/>
                </a:cubicBezTo>
                <a:lnTo>
                  <a:pt x="5729996" y="6248315"/>
                </a:lnTo>
                <a:lnTo>
                  <a:pt x="0" y="6248316"/>
                </a:lnTo>
                <a:lnTo>
                  <a:pt x="0" y="281035"/>
                </a:lnTo>
                <a:lnTo>
                  <a:pt x="138300" y="274616"/>
                </a:lnTo>
                <a:lnTo>
                  <a:pt x="3740423" y="77589"/>
                </a:lnTo>
                <a:lnTo>
                  <a:pt x="4864389" y="28034"/>
                </a:lnTo>
                <a:lnTo>
                  <a:pt x="5369862"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EF09BF26-6138-A7B4-B1AF-188B8A78F008}"/>
              </a:ext>
            </a:extLst>
          </p:cNvPr>
          <p:cNvSpPr>
            <a:spLocks noGrp="1"/>
          </p:cNvSpPr>
          <p:nvPr>
            <p:ph type="title"/>
          </p:nvPr>
        </p:nvSpPr>
        <p:spPr>
          <a:xfrm>
            <a:off x="6361758" y="721744"/>
            <a:ext cx="5032572" cy="1706584"/>
          </a:xfrm>
        </p:spPr>
        <p:txBody>
          <a:bodyPr vert="horz" lIns="91440" tIns="45720" rIns="91440" bIns="45720" rtlCol="0" anchor="ctr">
            <a:normAutofit/>
          </a:bodyPr>
          <a:lstStyle/>
          <a:p>
            <a:r>
              <a:rPr lang="en-US" b="1" dirty="0">
                <a:effectLst/>
              </a:rPr>
              <a:t>Movie Genre Analysis</a:t>
            </a:r>
            <a:endParaRPr lang="en-US" dirty="0"/>
          </a:p>
        </p:txBody>
      </p:sp>
      <p:sp>
        <p:nvSpPr>
          <p:cNvPr id="5" name="Content Placeholder 4">
            <a:extLst>
              <a:ext uri="{FF2B5EF4-FFF2-40B4-BE49-F238E27FC236}">
                <a16:creationId xmlns:a16="http://schemas.microsoft.com/office/drawing/2014/main" id="{CF189D05-B252-9F70-FD8E-DFB93DD59C49}"/>
              </a:ext>
            </a:extLst>
          </p:cNvPr>
          <p:cNvSpPr>
            <a:spLocks noGrp="1"/>
          </p:cNvSpPr>
          <p:nvPr>
            <p:ph sz="half" idx="1"/>
          </p:nvPr>
        </p:nvSpPr>
        <p:spPr>
          <a:xfrm>
            <a:off x="6361760" y="2821664"/>
            <a:ext cx="5032572" cy="3502936"/>
          </a:xfrm>
        </p:spPr>
        <p:txBody>
          <a:bodyPr vert="horz" lIns="91440" tIns="45720" rIns="91440" bIns="45720" rtlCol="0">
            <a:normAutofit/>
          </a:bodyPr>
          <a:lstStyle/>
          <a:p>
            <a:r>
              <a:rPr lang="en-US" dirty="0"/>
              <a:t>Well, most of the movies had multiple genre in it making it more customer likeable. Most movies with Action, Drama, Crime, and Thriller have the highest IMDB ratings of all time. </a:t>
            </a:r>
          </a:p>
          <a:p>
            <a:r>
              <a:rPr lang="en-US" dirty="0"/>
              <a:t>Genres like Biography and Western don’t have very low lowest but have good highest and average ratings, where Biography has highest average and median ratings and lowest standard deviation too.</a:t>
            </a:r>
          </a:p>
        </p:txBody>
      </p:sp>
      <p:pic>
        <p:nvPicPr>
          <p:cNvPr id="8" name="Content Placeholder 7">
            <a:extLst>
              <a:ext uri="{FF2B5EF4-FFF2-40B4-BE49-F238E27FC236}">
                <a16:creationId xmlns:a16="http://schemas.microsoft.com/office/drawing/2014/main" id="{6E06AD3F-5D89-B3E2-F88D-DB1AC3FBEF4F}"/>
              </a:ext>
            </a:extLst>
          </p:cNvPr>
          <p:cNvPicPr>
            <a:picLocks noGrp="1" noChangeAspect="1"/>
          </p:cNvPicPr>
          <p:nvPr>
            <p:ph sz="half" idx="2"/>
          </p:nvPr>
        </p:nvPicPr>
        <p:blipFill>
          <a:blip r:embed="rId3"/>
          <a:stretch>
            <a:fillRect/>
          </a:stretch>
        </p:blipFill>
        <p:spPr>
          <a:xfrm rot="21420419">
            <a:off x="797062" y="853219"/>
            <a:ext cx="4058023" cy="5921684"/>
          </a:xfrm>
          <a:prstGeom prst="rect">
            <a:avLst/>
          </a:prstGeom>
        </p:spPr>
      </p:pic>
    </p:spTree>
    <p:extLst>
      <p:ext uri="{BB962C8B-B14F-4D97-AF65-F5344CB8AC3E}">
        <p14:creationId xmlns:p14="http://schemas.microsoft.com/office/powerpoint/2010/main" val="911150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8040078-E66A-4749-A36C-D07BD10F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A61E96A-CA26-48B7-A3DC-05AAA57EF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506199" cy="1858154"/>
          </a:xfrm>
          <a:custGeom>
            <a:avLst/>
            <a:gdLst>
              <a:gd name="connsiteX0" fmla="*/ 0 w 9288370"/>
              <a:gd name="connsiteY0" fmla="*/ 1858154 h 1858154"/>
              <a:gd name="connsiteX1" fmla="*/ 1049 w 9288370"/>
              <a:gd name="connsiteY1" fmla="*/ 1857909 h 1858154"/>
              <a:gd name="connsiteX2" fmla="*/ 370426 w 9288370"/>
              <a:gd name="connsiteY2" fmla="*/ 1702965 h 1858154"/>
              <a:gd name="connsiteX3" fmla="*/ 832307 w 9288370"/>
              <a:gd name="connsiteY3" fmla="*/ 1538702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9288370" h="1858154">
                <a:moveTo>
                  <a:pt x="0" y="1858154"/>
                </a:moveTo>
                <a:lnTo>
                  <a:pt x="1049" y="1857909"/>
                </a:lnTo>
                <a:cubicBezTo>
                  <a:pt x="74675" y="1831386"/>
                  <a:pt x="218534" y="1803822"/>
                  <a:pt x="370426" y="1702965"/>
                </a:cubicBezTo>
                <a:cubicBezTo>
                  <a:pt x="508969" y="1649765"/>
                  <a:pt x="440682" y="1619463"/>
                  <a:pt x="832307" y="1538702"/>
                </a:cubicBezTo>
                <a:cubicBezTo>
                  <a:pt x="878744" y="1533298"/>
                  <a:pt x="897351" y="1542198"/>
                  <a:pt x="971617" y="1522494"/>
                </a:cubicBezTo>
                <a:cubicBezTo>
                  <a:pt x="1030678" y="1519687"/>
                  <a:pt x="1097347" y="1540789"/>
                  <a:pt x="1186668" y="1521861"/>
                </a:cubicBezTo>
                <a:lnTo>
                  <a:pt x="1456865" y="1510292"/>
                </a:lnTo>
                <a:lnTo>
                  <a:pt x="1463005" y="1511279"/>
                </a:lnTo>
                <a:lnTo>
                  <a:pt x="1604999" y="1513599"/>
                </a:lnTo>
                <a:lnTo>
                  <a:pt x="1717911" y="1497764"/>
                </a:lnTo>
                <a:cubicBezTo>
                  <a:pt x="1743422" y="1488490"/>
                  <a:pt x="1730257" y="1478974"/>
                  <a:pt x="1794234" y="1464331"/>
                </a:cubicBezTo>
                <a:cubicBezTo>
                  <a:pt x="1842539" y="1428781"/>
                  <a:pt x="1920661" y="1445458"/>
                  <a:pt x="2101780" y="1409907"/>
                </a:cubicBezTo>
                <a:cubicBezTo>
                  <a:pt x="2138594" y="1385934"/>
                  <a:pt x="2193900" y="1407074"/>
                  <a:pt x="2244830" y="1388540"/>
                </a:cubicBezTo>
                <a:cubicBezTo>
                  <a:pt x="2310706" y="1379336"/>
                  <a:pt x="2366733" y="1379060"/>
                  <a:pt x="2428648" y="1372736"/>
                </a:cubicBezTo>
                <a:cubicBezTo>
                  <a:pt x="2495490" y="1364975"/>
                  <a:pt x="2599421" y="1346234"/>
                  <a:pt x="2645882" y="1341971"/>
                </a:cubicBezTo>
                <a:cubicBezTo>
                  <a:pt x="2670920" y="1340537"/>
                  <a:pt x="2669117" y="1348484"/>
                  <a:pt x="2707413" y="1347156"/>
                </a:cubicBezTo>
                <a:cubicBezTo>
                  <a:pt x="2743721" y="1324535"/>
                  <a:pt x="2798213" y="1353269"/>
                  <a:pt x="2843134" y="1323561"/>
                </a:cubicBezTo>
                <a:cubicBezTo>
                  <a:pt x="2859865" y="1315298"/>
                  <a:pt x="2912970" y="1306041"/>
                  <a:pt x="2923804" y="1314224"/>
                </a:cubicBezTo>
                <a:cubicBezTo>
                  <a:pt x="2935040" y="1314339"/>
                  <a:pt x="2947659" y="1308371"/>
                  <a:pt x="2953618" y="1318186"/>
                </a:cubicBezTo>
                <a:cubicBezTo>
                  <a:pt x="2963089" y="1329568"/>
                  <a:pt x="3000111" y="1302355"/>
                  <a:pt x="2995816" y="1318670"/>
                </a:cubicBezTo>
                <a:cubicBezTo>
                  <a:pt x="3062330" y="1309669"/>
                  <a:pt x="3244113" y="1294731"/>
                  <a:pt x="3352700" y="1264183"/>
                </a:cubicBezTo>
                <a:lnTo>
                  <a:pt x="3444611" y="1236739"/>
                </a:lnTo>
                <a:cubicBezTo>
                  <a:pt x="3513098" y="1213406"/>
                  <a:pt x="3581585" y="1223860"/>
                  <a:pt x="3650072" y="1217421"/>
                </a:cubicBezTo>
                <a:cubicBezTo>
                  <a:pt x="3683717" y="1219648"/>
                  <a:pt x="3669967" y="1235157"/>
                  <a:pt x="3707853" y="1241722"/>
                </a:cubicBezTo>
                <a:cubicBezTo>
                  <a:pt x="3753776" y="1247777"/>
                  <a:pt x="3884527" y="1250073"/>
                  <a:pt x="3925616" y="1253751"/>
                </a:cubicBezTo>
                <a:cubicBezTo>
                  <a:pt x="3936659" y="1256176"/>
                  <a:pt x="3949946" y="1252887"/>
                  <a:pt x="3954387" y="1263789"/>
                </a:cubicBezTo>
                <a:cubicBezTo>
                  <a:pt x="3962052" y="1276954"/>
                  <a:pt x="4002445" y="1257743"/>
                  <a:pt x="3995849" y="1272939"/>
                </a:cubicBezTo>
                <a:cubicBezTo>
                  <a:pt x="4024501" y="1259800"/>
                  <a:pt x="4044699" y="1287470"/>
                  <a:pt x="4067546" y="1294697"/>
                </a:cubicBezTo>
                <a:lnTo>
                  <a:pt x="4190310" y="1307786"/>
                </a:lnTo>
                <a:cubicBezTo>
                  <a:pt x="4201670" y="1307054"/>
                  <a:pt x="4216873" y="1303173"/>
                  <a:pt x="4230008" y="1303546"/>
                </a:cubicBezTo>
                <a:cubicBezTo>
                  <a:pt x="4327992" y="1270528"/>
                  <a:pt x="4508090" y="1267792"/>
                  <a:pt x="4575478" y="1261726"/>
                </a:cubicBezTo>
                <a:lnTo>
                  <a:pt x="4650026" y="1265798"/>
                </a:lnTo>
                <a:lnTo>
                  <a:pt x="4792008" y="1243899"/>
                </a:lnTo>
                <a:cubicBezTo>
                  <a:pt x="4864797" y="1217989"/>
                  <a:pt x="4892960" y="1244893"/>
                  <a:pt x="4954126" y="1204617"/>
                </a:cubicBezTo>
                <a:cubicBezTo>
                  <a:pt x="5072643" y="1179171"/>
                  <a:pt x="5136253" y="1145277"/>
                  <a:pt x="5309678" y="1128278"/>
                </a:cubicBezTo>
                <a:cubicBezTo>
                  <a:pt x="5365406" y="1122815"/>
                  <a:pt x="5419708" y="1103537"/>
                  <a:pt x="5474724" y="1091167"/>
                </a:cubicBezTo>
                <a:lnTo>
                  <a:pt x="5612132" y="1051509"/>
                </a:lnTo>
                <a:cubicBezTo>
                  <a:pt x="5662448" y="1045154"/>
                  <a:pt x="5747676" y="1053086"/>
                  <a:pt x="5776618" y="1053037"/>
                </a:cubicBezTo>
                <a:lnTo>
                  <a:pt x="5785786" y="1051213"/>
                </a:lnTo>
                <a:lnTo>
                  <a:pt x="5829381" y="1046878"/>
                </a:lnTo>
                <a:cubicBezTo>
                  <a:pt x="5855683" y="1045549"/>
                  <a:pt x="5917537" y="1045151"/>
                  <a:pt x="5943596" y="1043237"/>
                </a:cubicBezTo>
                <a:cubicBezTo>
                  <a:pt x="5955032" y="1029831"/>
                  <a:pt x="5969545" y="1030469"/>
                  <a:pt x="5985730" y="1035396"/>
                </a:cubicBezTo>
                <a:cubicBezTo>
                  <a:pt x="6020901" y="1022497"/>
                  <a:pt x="6059962" y="1025742"/>
                  <a:pt x="6103109" y="1019019"/>
                </a:cubicBezTo>
                <a:cubicBezTo>
                  <a:pt x="6142495" y="996126"/>
                  <a:pt x="6176341" y="992625"/>
                  <a:pt x="6222406" y="985341"/>
                </a:cubicBezTo>
                <a:cubicBezTo>
                  <a:pt x="6305000" y="965848"/>
                  <a:pt x="6389790" y="916113"/>
                  <a:pt x="6598672" y="902062"/>
                </a:cubicBezTo>
                <a:cubicBezTo>
                  <a:pt x="6696217" y="878308"/>
                  <a:pt x="6705019" y="864412"/>
                  <a:pt x="6766149" y="846132"/>
                </a:cubicBezTo>
                <a:cubicBezTo>
                  <a:pt x="6828622" y="816303"/>
                  <a:pt x="6844288" y="800250"/>
                  <a:pt x="6886312" y="781877"/>
                </a:cubicBezTo>
                <a:cubicBezTo>
                  <a:pt x="6904346" y="770915"/>
                  <a:pt x="6974811" y="693660"/>
                  <a:pt x="7006457" y="699758"/>
                </a:cubicBezTo>
                <a:cubicBezTo>
                  <a:pt x="7015878" y="688760"/>
                  <a:pt x="7169942" y="678731"/>
                  <a:pt x="7231643" y="640778"/>
                </a:cubicBezTo>
                <a:cubicBezTo>
                  <a:pt x="7291087" y="623099"/>
                  <a:pt x="7308597" y="611957"/>
                  <a:pt x="7363123" y="593682"/>
                </a:cubicBezTo>
                <a:cubicBezTo>
                  <a:pt x="7401879" y="595559"/>
                  <a:pt x="7517574" y="550445"/>
                  <a:pt x="7588368" y="531129"/>
                </a:cubicBezTo>
                <a:cubicBezTo>
                  <a:pt x="7669636" y="521516"/>
                  <a:pt x="7844833" y="454614"/>
                  <a:pt x="7952094" y="409302"/>
                </a:cubicBezTo>
                <a:cubicBezTo>
                  <a:pt x="8059356" y="363990"/>
                  <a:pt x="8146910" y="253405"/>
                  <a:pt x="8231938" y="259259"/>
                </a:cubicBezTo>
                <a:cubicBezTo>
                  <a:pt x="8305929" y="256630"/>
                  <a:pt x="8363222" y="225400"/>
                  <a:pt x="8428864" y="208471"/>
                </a:cubicBezTo>
                <a:cubicBezTo>
                  <a:pt x="8491413" y="192972"/>
                  <a:pt x="8456819" y="173248"/>
                  <a:pt x="8616510" y="161973"/>
                </a:cubicBezTo>
                <a:cubicBezTo>
                  <a:pt x="8658196" y="158015"/>
                  <a:pt x="8776576" y="160401"/>
                  <a:pt x="8826766" y="152111"/>
                </a:cubicBezTo>
                <a:lnTo>
                  <a:pt x="8917647" y="112232"/>
                </a:lnTo>
                <a:cubicBezTo>
                  <a:pt x="8976899" y="93075"/>
                  <a:pt x="9069756" y="89380"/>
                  <a:pt x="9182272" y="37171"/>
                </a:cubicBezTo>
                <a:cubicBezTo>
                  <a:pt x="9197307" y="35724"/>
                  <a:pt x="9214647" y="30863"/>
                  <a:pt x="9232990" y="24074"/>
                </a:cubicBezTo>
                <a:lnTo>
                  <a:pt x="9288370" y="0"/>
                </a:lnTo>
                <a:lnTo>
                  <a:pt x="0" y="0"/>
                </a:lnTo>
                <a:close/>
              </a:path>
            </a:pathLst>
          </a:custGeom>
          <a:blipFill>
            <a:blip r:embed="rId2"/>
            <a:tile tx="0" ty="0" sx="70000" sy="70000" flip="none" algn="tl"/>
          </a:blipFill>
          <a:ln w="12700" cap="flat" cmpd="sng" algn="ctr">
            <a:noFill/>
            <a:prstDash val="solid"/>
            <a:miter lim="800000"/>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CEB26615-6628-44FC-97FC-656C0A834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76"/>
            <a:ext cx="5852458" cy="6374525"/>
          </a:xfrm>
          <a:custGeom>
            <a:avLst/>
            <a:gdLst>
              <a:gd name="connsiteX0" fmla="*/ 5517259 w 5852458"/>
              <a:gd name="connsiteY0" fmla="*/ 0 h 6410965"/>
              <a:gd name="connsiteX1" fmla="*/ 5852458 w 5852458"/>
              <a:gd name="connsiteY1" fmla="*/ 6410965 h 6410965"/>
              <a:gd name="connsiteX2" fmla="*/ 0 w 5852458"/>
              <a:gd name="connsiteY2" fmla="*/ 6410965 h 6410965"/>
              <a:gd name="connsiteX3" fmla="*/ 0 w 5852458"/>
              <a:gd name="connsiteY3" fmla="*/ 288471 h 6410965"/>
            </a:gdLst>
            <a:ahLst/>
            <a:cxnLst>
              <a:cxn ang="0">
                <a:pos x="connsiteX0" y="connsiteY0"/>
              </a:cxn>
              <a:cxn ang="0">
                <a:pos x="connsiteX1" y="connsiteY1"/>
              </a:cxn>
              <a:cxn ang="0">
                <a:pos x="connsiteX2" y="connsiteY2"/>
              </a:cxn>
              <a:cxn ang="0">
                <a:pos x="connsiteX3" y="connsiteY3"/>
              </a:cxn>
            </a:cxnLst>
            <a:rect l="l" t="t" r="r" b="b"/>
            <a:pathLst>
              <a:path w="5852458" h="6410965">
                <a:moveTo>
                  <a:pt x="5517259" y="0"/>
                </a:moveTo>
                <a:lnTo>
                  <a:pt x="5852458" y="6410965"/>
                </a:lnTo>
                <a:lnTo>
                  <a:pt x="0" y="6410965"/>
                </a:lnTo>
                <a:lnTo>
                  <a:pt x="0" y="288471"/>
                </a:lnTo>
                <a:close/>
              </a:path>
            </a:pathLst>
          </a:custGeom>
          <a:solidFill>
            <a:srgbClr val="EFEEE9"/>
          </a:solidFill>
          <a:ln w="12700" cap="flat" cmpd="sng" algn="ctr">
            <a:noFill/>
            <a:prstDash val="solid"/>
            <a:miter lim="800000"/>
          </a:ln>
          <a:effectLst>
            <a:outerShdw blurRad="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FF0EBE27-2B58-4043-9268-90B6853FC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9683"/>
            <a:ext cx="5729996" cy="6248316"/>
          </a:xfrm>
          <a:custGeom>
            <a:avLst/>
            <a:gdLst>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39379 w 5729996"/>
              <a:gd name="connsiteY9" fmla="*/ 398009 h 6248316"/>
              <a:gd name="connsiteX10" fmla="*/ 5639379 w 5729996"/>
              <a:gd name="connsiteY10" fmla="*/ 2227390 h 6248316"/>
              <a:gd name="connsiteX11" fmla="*/ 5541101 w 5729996"/>
              <a:gd name="connsiteY11" fmla="*/ 2227390 h 6248316"/>
              <a:gd name="connsiteX12" fmla="*/ 5543339 w 5729996"/>
              <a:gd name="connsiteY12" fmla="*/ 2241697 h 6248316"/>
              <a:gd name="connsiteX13" fmla="*/ 5546917 w 5729996"/>
              <a:gd name="connsiteY13" fmla="*/ 2285652 h 6248316"/>
              <a:gd name="connsiteX14" fmla="*/ 5546985 w 5729996"/>
              <a:gd name="connsiteY14" fmla="*/ 2292052 h 6248316"/>
              <a:gd name="connsiteX15" fmla="*/ 5540356 w 5729996"/>
              <a:gd name="connsiteY15" fmla="*/ 2345382 h 6248316"/>
              <a:gd name="connsiteX16" fmla="*/ 5545313 w 5729996"/>
              <a:gd name="connsiteY16" fmla="*/ 2350046 h 6248316"/>
              <a:gd name="connsiteX17" fmla="*/ 5550954 w 5729996"/>
              <a:gd name="connsiteY17" fmla="*/ 2366333 h 6248316"/>
              <a:gd name="connsiteX18" fmla="*/ 5546070 w 5729996"/>
              <a:gd name="connsiteY18" fmla="*/ 2380820 h 6248316"/>
              <a:gd name="connsiteX19" fmla="*/ 5539473 w 5729996"/>
              <a:gd name="connsiteY19" fmla="*/ 2447770 h 6248316"/>
              <a:gd name="connsiteX20" fmla="*/ 5536626 w 5729996"/>
              <a:gd name="connsiteY20" fmla="*/ 2513456 h 6248316"/>
              <a:gd name="connsiteX21" fmla="*/ 5610789 w 5729996"/>
              <a:gd name="connsiteY21" fmla="*/ 3898260 h 6248316"/>
              <a:gd name="connsiteX22" fmla="*/ 5629514 w 5729996"/>
              <a:gd name="connsiteY22" fmla="*/ 4230682 h 6248316"/>
              <a:gd name="connsiteX23" fmla="*/ 5637643 w 5729996"/>
              <a:gd name="connsiteY23" fmla="*/ 4444335 h 6248316"/>
              <a:gd name="connsiteX24" fmla="*/ 5729996 w 5729996"/>
              <a:gd name="connsiteY24" fmla="*/ 6248315 h 6248316"/>
              <a:gd name="connsiteX25" fmla="*/ 0 w 5729996"/>
              <a:gd name="connsiteY25" fmla="*/ 6248316 h 6248316"/>
              <a:gd name="connsiteX26" fmla="*/ 0 w 5729996"/>
              <a:gd name="connsiteY26" fmla="*/ 281035 h 6248316"/>
              <a:gd name="connsiteX27" fmla="*/ 138300 w 5729996"/>
              <a:gd name="connsiteY27" fmla="*/ 274616 h 6248316"/>
              <a:gd name="connsiteX28" fmla="*/ 3740423 w 5729996"/>
              <a:gd name="connsiteY28" fmla="*/ 77589 h 6248316"/>
              <a:gd name="connsiteX29" fmla="*/ 4864389 w 5729996"/>
              <a:gd name="connsiteY29" fmla="*/ 28034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39379 w 5729996"/>
              <a:gd name="connsiteY9" fmla="*/ 2227390 h 6248316"/>
              <a:gd name="connsiteX10" fmla="*/ 5541101 w 5729996"/>
              <a:gd name="connsiteY10" fmla="*/ 2227390 h 6248316"/>
              <a:gd name="connsiteX11" fmla="*/ 5543339 w 5729996"/>
              <a:gd name="connsiteY11" fmla="*/ 2241697 h 6248316"/>
              <a:gd name="connsiteX12" fmla="*/ 5546917 w 5729996"/>
              <a:gd name="connsiteY12" fmla="*/ 2285652 h 6248316"/>
              <a:gd name="connsiteX13" fmla="*/ 5546985 w 5729996"/>
              <a:gd name="connsiteY13" fmla="*/ 2292052 h 6248316"/>
              <a:gd name="connsiteX14" fmla="*/ 5540356 w 5729996"/>
              <a:gd name="connsiteY14" fmla="*/ 2345382 h 6248316"/>
              <a:gd name="connsiteX15" fmla="*/ 5545313 w 5729996"/>
              <a:gd name="connsiteY15" fmla="*/ 2350046 h 6248316"/>
              <a:gd name="connsiteX16" fmla="*/ 5550954 w 5729996"/>
              <a:gd name="connsiteY16" fmla="*/ 2366333 h 6248316"/>
              <a:gd name="connsiteX17" fmla="*/ 5546070 w 5729996"/>
              <a:gd name="connsiteY17" fmla="*/ 2380820 h 6248316"/>
              <a:gd name="connsiteX18" fmla="*/ 5539473 w 5729996"/>
              <a:gd name="connsiteY18" fmla="*/ 2447770 h 6248316"/>
              <a:gd name="connsiteX19" fmla="*/ 5536626 w 5729996"/>
              <a:gd name="connsiteY19" fmla="*/ 2513456 h 6248316"/>
              <a:gd name="connsiteX20" fmla="*/ 5610789 w 5729996"/>
              <a:gd name="connsiteY20" fmla="*/ 3898260 h 6248316"/>
              <a:gd name="connsiteX21" fmla="*/ 5629514 w 5729996"/>
              <a:gd name="connsiteY21" fmla="*/ 4230682 h 6248316"/>
              <a:gd name="connsiteX22" fmla="*/ 5637643 w 5729996"/>
              <a:gd name="connsiteY22" fmla="*/ 4444335 h 6248316"/>
              <a:gd name="connsiteX23" fmla="*/ 5729996 w 5729996"/>
              <a:gd name="connsiteY23" fmla="*/ 6248315 h 6248316"/>
              <a:gd name="connsiteX24" fmla="*/ 0 w 5729996"/>
              <a:gd name="connsiteY24" fmla="*/ 6248316 h 6248316"/>
              <a:gd name="connsiteX25" fmla="*/ 0 w 5729996"/>
              <a:gd name="connsiteY25" fmla="*/ 281035 h 6248316"/>
              <a:gd name="connsiteX26" fmla="*/ 138300 w 5729996"/>
              <a:gd name="connsiteY26" fmla="*/ 274616 h 6248316"/>
              <a:gd name="connsiteX27" fmla="*/ 3740423 w 5729996"/>
              <a:gd name="connsiteY27" fmla="*/ 77589 h 6248316"/>
              <a:gd name="connsiteX28" fmla="*/ 4864389 w 5729996"/>
              <a:gd name="connsiteY28" fmla="*/ 28034 h 6248316"/>
              <a:gd name="connsiteX29" fmla="*/ 5369862 w 5729996"/>
              <a:gd name="connsiteY29"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1101 w 5729996"/>
              <a:gd name="connsiteY9" fmla="*/ 2227390 h 6248316"/>
              <a:gd name="connsiteX10" fmla="*/ 5543339 w 5729996"/>
              <a:gd name="connsiteY10" fmla="*/ 2241697 h 6248316"/>
              <a:gd name="connsiteX11" fmla="*/ 5546917 w 5729996"/>
              <a:gd name="connsiteY11" fmla="*/ 2285652 h 6248316"/>
              <a:gd name="connsiteX12" fmla="*/ 5546985 w 5729996"/>
              <a:gd name="connsiteY12" fmla="*/ 2292052 h 6248316"/>
              <a:gd name="connsiteX13" fmla="*/ 5540356 w 5729996"/>
              <a:gd name="connsiteY13" fmla="*/ 2345382 h 6248316"/>
              <a:gd name="connsiteX14" fmla="*/ 5545313 w 5729996"/>
              <a:gd name="connsiteY14" fmla="*/ 2350046 h 6248316"/>
              <a:gd name="connsiteX15" fmla="*/ 5550954 w 5729996"/>
              <a:gd name="connsiteY15" fmla="*/ 2366333 h 6248316"/>
              <a:gd name="connsiteX16" fmla="*/ 5546070 w 5729996"/>
              <a:gd name="connsiteY16" fmla="*/ 2380820 h 6248316"/>
              <a:gd name="connsiteX17" fmla="*/ 5539473 w 5729996"/>
              <a:gd name="connsiteY17" fmla="*/ 2447770 h 6248316"/>
              <a:gd name="connsiteX18" fmla="*/ 5536626 w 5729996"/>
              <a:gd name="connsiteY18" fmla="*/ 2513456 h 6248316"/>
              <a:gd name="connsiteX19" fmla="*/ 5610789 w 5729996"/>
              <a:gd name="connsiteY19" fmla="*/ 3898260 h 6248316"/>
              <a:gd name="connsiteX20" fmla="*/ 5629514 w 5729996"/>
              <a:gd name="connsiteY20" fmla="*/ 4230682 h 6248316"/>
              <a:gd name="connsiteX21" fmla="*/ 5637643 w 5729996"/>
              <a:gd name="connsiteY21" fmla="*/ 4444335 h 6248316"/>
              <a:gd name="connsiteX22" fmla="*/ 5729996 w 5729996"/>
              <a:gd name="connsiteY22" fmla="*/ 6248315 h 6248316"/>
              <a:gd name="connsiteX23" fmla="*/ 0 w 5729996"/>
              <a:gd name="connsiteY23" fmla="*/ 6248316 h 6248316"/>
              <a:gd name="connsiteX24" fmla="*/ 0 w 5729996"/>
              <a:gd name="connsiteY24" fmla="*/ 281035 h 6248316"/>
              <a:gd name="connsiteX25" fmla="*/ 138300 w 5729996"/>
              <a:gd name="connsiteY25" fmla="*/ 274616 h 6248316"/>
              <a:gd name="connsiteX26" fmla="*/ 3740423 w 5729996"/>
              <a:gd name="connsiteY26" fmla="*/ 77589 h 6248316"/>
              <a:gd name="connsiteX27" fmla="*/ 4864389 w 5729996"/>
              <a:gd name="connsiteY27" fmla="*/ 28034 h 6248316"/>
              <a:gd name="connsiteX28" fmla="*/ 5369862 w 5729996"/>
              <a:gd name="connsiteY28"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1101 w 5729996"/>
              <a:gd name="connsiteY9" fmla="*/ 2227390 h 6248316"/>
              <a:gd name="connsiteX10" fmla="*/ 5546917 w 5729996"/>
              <a:gd name="connsiteY10" fmla="*/ 2285652 h 6248316"/>
              <a:gd name="connsiteX11" fmla="*/ 5546985 w 5729996"/>
              <a:gd name="connsiteY11" fmla="*/ 2292052 h 6248316"/>
              <a:gd name="connsiteX12" fmla="*/ 5540356 w 5729996"/>
              <a:gd name="connsiteY12" fmla="*/ 2345382 h 6248316"/>
              <a:gd name="connsiteX13" fmla="*/ 5545313 w 5729996"/>
              <a:gd name="connsiteY13" fmla="*/ 2350046 h 6248316"/>
              <a:gd name="connsiteX14" fmla="*/ 5550954 w 5729996"/>
              <a:gd name="connsiteY14" fmla="*/ 2366333 h 6248316"/>
              <a:gd name="connsiteX15" fmla="*/ 5546070 w 5729996"/>
              <a:gd name="connsiteY15" fmla="*/ 2380820 h 6248316"/>
              <a:gd name="connsiteX16" fmla="*/ 5539473 w 5729996"/>
              <a:gd name="connsiteY16" fmla="*/ 2447770 h 6248316"/>
              <a:gd name="connsiteX17" fmla="*/ 5536626 w 5729996"/>
              <a:gd name="connsiteY17" fmla="*/ 2513456 h 6248316"/>
              <a:gd name="connsiteX18" fmla="*/ 5610789 w 5729996"/>
              <a:gd name="connsiteY18" fmla="*/ 3898260 h 6248316"/>
              <a:gd name="connsiteX19" fmla="*/ 5629514 w 5729996"/>
              <a:gd name="connsiteY19" fmla="*/ 4230682 h 6248316"/>
              <a:gd name="connsiteX20" fmla="*/ 5637643 w 5729996"/>
              <a:gd name="connsiteY20" fmla="*/ 4444335 h 6248316"/>
              <a:gd name="connsiteX21" fmla="*/ 5729996 w 5729996"/>
              <a:gd name="connsiteY21" fmla="*/ 6248315 h 6248316"/>
              <a:gd name="connsiteX22" fmla="*/ 0 w 5729996"/>
              <a:gd name="connsiteY22" fmla="*/ 6248316 h 6248316"/>
              <a:gd name="connsiteX23" fmla="*/ 0 w 5729996"/>
              <a:gd name="connsiteY23" fmla="*/ 281035 h 6248316"/>
              <a:gd name="connsiteX24" fmla="*/ 138300 w 5729996"/>
              <a:gd name="connsiteY24" fmla="*/ 274616 h 6248316"/>
              <a:gd name="connsiteX25" fmla="*/ 3740423 w 5729996"/>
              <a:gd name="connsiteY25" fmla="*/ 77589 h 6248316"/>
              <a:gd name="connsiteX26" fmla="*/ 4864389 w 5729996"/>
              <a:gd name="connsiteY26" fmla="*/ 28034 h 6248316"/>
              <a:gd name="connsiteX27" fmla="*/ 5369862 w 5729996"/>
              <a:gd name="connsiteY27"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6917 w 5729996"/>
              <a:gd name="connsiteY9" fmla="*/ 2285652 h 6248316"/>
              <a:gd name="connsiteX10" fmla="*/ 5546985 w 5729996"/>
              <a:gd name="connsiteY10" fmla="*/ 2292052 h 6248316"/>
              <a:gd name="connsiteX11" fmla="*/ 5540356 w 5729996"/>
              <a:gd name="connsiteY11" fmla="*/ 2345382 h 6248316"/>
              <a:gd name="connsiteX12" fmla="*/ 5545313 w 5729996"/>
              <a:gd name="connsiteY12" fmla="*/ 2350046 h 6248316"/>
              <a:gd name="connsiteX13" fmla="*/ 5550954 w 5729996"/>
              <a:gd name="connsiteY13" fmla="*/ 2366333 h 6248316"/>
              <a:gd name="connsiteX14" fmla="*/ 5546070 w 5729996"/>
              <a:gd name="connsiteY14" fmla="*/ 2380820 h 6248316"/>
              <a:gd name="connsiteX15" fmla="*/ 5539473 w 5729996"/>
              <a:gd name="connsiteY15" fmla="*/ 2447770 h 6248316"/>
              <a:gd name="connsiteX16" fmla="*/ 5536626 w 5729996"/>
              <a:gd name="connsiteY16" fmla="*/ 2513456 h 6248316"/>
              <a:gd name="connsiteX17" fmla="*/ 5610789 w 5729996"/>
              <a:gd name="connsiteY17" fmla="*/ 3898260 h 6248316"/>
              <a:gd name="connsiteX18" fmla="*/ 5629514 w 5729996"/>
              <a:gd name="connsiteY18" fmla="*/ 4230682 h 6248316"/>
              <a:gd name="connsiteX19" fmla="*/ 5637643 w 5729996"/>
              <a:gd name="connsiteY19" fmla="*/ 4444335 h 6248316"/>
              <a:gd name="connsiteX20" fmla="*/ 5729996 w 5729996"/>
              <a:gd name="connsiteY20" fmla="*/ 6248315 h 6248316"/>
              <a:gd name="connsiteX21" fmla="*/ 0 w 5729996"/>
              <a:gd name="connsiteY21" fmla="*/ 6248316 h 6248316"/>
              <a:gd name="connsiteX22" fmla="*/ 0 w 5729996"/>
              <a:gd name="connsiteY22" fmla="*/ 281035 h 6248316"/>
              <a:gd name="connsiteX23" fmla="*/ 138300 w 5729996"/>
              <a:gd name="connsiteY23" fmla="*/ 274616 h 6248316"/>
              <a:gd name="connsiteX24" fmla="*/ 3740423 w 5729996"/>
              <a:gd name="connsiteY24" fmla="*/ 77589 h 6248316"/>
              <a:gd name="connsiteX25" fmla="*/ 4864389 w 5729996"/>
              <a:gd name="connsiteY25" fmla="*/ 28034 h 6248316"/>
              <a:gd name="connsiteX26" fmla="*/ 5369862 w 5729996"/>
              <a:gd name="connsiteY26"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6917 w 5729996"/>
              <a:gd name="connsiteY9" fmla="*/ 2285652 h 6248316"/>
              <a:gd name="connsiteX10" fmla="*/ 5540356 w 5729996"/>
              <a:gd name="connsiteY10" fmla="*/ 2345382 h 6248316"/>
              <a:gd name="connsiteX11" fmla="*/ 5545313 w 5729996"/>
              <a:gd name="connsiteY11" fmla="*/ 2350046 h 6248316"/>
              <a:gd name="connsiteX12" fmla="*/ 5550954 w 5729996"/>
              <a:gd name="connsiteY12" fmla="*/ 2366333 h 6248316"/>
              <a:gd name="connsiteX13" fmla="*/ 5546070 w 5729996"/>
              <a:gd name="connsiteY13" fmla="*/ 2380820 h 6248316"/>
              <a:gd name="connsiteX14" fmla="*/ 5539473 w 5729996"/>
              <a:gd name="connsiteY14" fmla="*/ 2447770 h 6248316"/>
              <a:gd name="connsiteX15" fmla="*/ 5536626 w 5729996"/>
              <a:gd name="connsiteY15" fmla="*/ 2513456 h 6248316"/>
              <a:gd name="connsiteX16" fmla="*/ 5610789 w 5729996"/>
              <a:gd name="connsiteY16" fmla="*/ 3898260 h 6248316"/>
              <a:gd name="connsiteX17" fmla="*/ 5629514 w 5729996"/>
              <a:gd name="connsiteY17" fmla="*/ 4230682 h 6248316"/>
              <a:gd name="connsiteX18" fmla="*/ 5637643 w 5729996"/>
              <a:gd name="connsiteY18" fmla="*/ 4444335 h 6248316"/>
              <a:gd name="connsiteX19" fmla="*/ 5729996 w 5729996"/>
              <a:gd name="connsiteY19" fmla="*/ 6248315 h 6248316"/>
              <a:gd name="connsiteX20" fmla="*/ 0 w 5729996"/>
              <a:gd name="connsiteY20" fmla="*/ 6248316 h 6248316"/>
              <a:gd name="connsiteX21" fmla="*/ 0 w 5729996"/>
              <a:gd name="connsiteY21" fmla="*/ 281035 h 6248316"/>
              <a:gd name="connsiteX22" fmla="*/ 138300 w 5729996"/>
              <a:gd name="connsiteY22" fmla="*/ 274616 h 6248316"/>
              <a:gd name="connsiteX23" fmla="*/ 3740423 w 5729996"/>
              <a:gd name="connsiteY23" fmla="*/ 77589 h 6248316"/>
              <a:gd name="connsiteX24" fmla="*/ 4864389 w 5729996"/>
              <a:gd name="connsiteY24" fmla="*/ 28034 h 6248316"/>
              <a:gd name="connsiteX25" fmla="*/ 5369862 w 5729996"/>
              <a:gd name="connsiteY25"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5313 w 5729996"/>
              <a:gd name="connsiteY10" fmla="*/ 2350046 h 6248316"/>
              <a:gd name="connsiteX11" fmla="*/ 5550954 w 5729996"/>
              <a:gd name="connsiteY11" fmla="*/ 2366333 h 6248316"/>
              <a:gd name="connsiteX12" fmla="*/ 5546070 w 5729996"/>
              <a:gd name="connsiteY12" fmla="*/ 2380820 h 6248316"/>
              <a:gd name="connsiteX13" fmla="*/ 5539473 w 5729996"/>
              <a:gd name="connsiteY13" fmla="*/ 2447770 h 6248316"/>
              <a:gd name="connsiteX14" fmla="*/ 5536626 w 5729996"/>
              <a:gd name="connsiteY14" fmla="*/ 2513456 h 6248316"/>
              <a:gd name="connsiteX15" fmla="*/ 5610789 w 5729996"/>
              <a:gd name="connsiteY15" fmla="*/ 3898260 h 6248316"/>
              <a:gd name="connsiteX16" fmla="*/ 5629514 w 5729996"/>
              <a:gd name="connsiteY16" fmla="*/ 4230682 h 6248316"/>
              <a:gd name="connsiteX17" fmla="*/ 5637643 w 5729996"/>
              <a:gd name="connsiteY17" fmla="*/ 4444335 h 6248316"/>
              <a:gd name="connsiteX18" fmla="*/ 5729996 w 5729996"/>
              <a:gd name="connsiteY18" fmla="*/ 6248315 h 6248316"/>
              <a:gd name="connsiteX19" fmla="*/ 0 w 5729996"/>
              <a:gd name="connsiteY19" fmla="*/ 6248316 h 6248316"/>
              <a:gd name="connsiteX20" fmla="*/ 0 w 5729996"/>
              <a:gd name="connsiteY20" fmla="*/ 281035 h 6248316"/>
              <a:gd name="connsiteX21" fmla="*/ 138300 w 5729996"/>
              <a:gd name="connsiteY21" fmla="*/ 274616 h 6248316"/>
              <a:gd name="connsiteX22" fmla="*/ 3740423 w 5729996"/>
              <a:gd name="connsiteY22" fmla="*/ 77589 h 6248316"/>
              <a:gd name="connsiteX23" fmla="*/ 4864389 w 5729996"/>
              <a:gd name="connsiteY23" fmla="*/ 28034 h 6248316"/>
              <a:gd name="connsiteX24" fmla="*/ 5369862 w 5729996"/>
              <a:gd name="connsiteY24"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5313 w 5729996"/>
              <a:gd name="connsiteY10" fmla="*/ 2350046 h 6248316"/>
              <a:gd name="connsiteX11" fmla="*/ 5546070 w 5729996"/>
              <a:gd name="connsiteY11" fmla="*/ 2380820 h 6248316"/>
              <a:gd name="connsiteX12" fmla="*/ 5539473 w 5729996"/>
              <a:gd name="connsiteY12" fmla="*/ 2447770 h 6248316"/>
              <a:gd name="connsiteX13" fmla="*/ 5536626 w 5729996"/>
              <a:gd name="connsiteY13" fmla="*/ 2513456 h 6248316"/>
              <a:gd name="connsiteX14" fmla="*/ 5610789 w 5729996"/>
              <a:gd name="connsiteY14" fmla="*/ 3898260 h 6248316"/>
              <a:gd name="connsiteX15" fmla="*/ 5629514 w 5729996"/>
              <a:gd name="connsiteY15" fmla="*/ 4230682 h 6248316"/>
              <a:gd name="connsiteX16" fmla="*/ 5637643 w 5729996"/>
              <a:gd name="connsiteY16" fmla="*/ 4444335 h 6248316"/>
              <a:gd name="connsiteX17" fmla="*/ 5729996 w 5729996"/>
              <a:gd name="connsiteY17" fmla="*/ 6248315 h 6248316"/>
              <a:gd name="connsiteX18" fmla="*/ 0 w 5729996"/>
              <a:gd name="connsiteY18" fmla="*/ 6248316 h 6248316"/>
              <a:gd name="connsiteX19" fmla="*/ 0 w 5729996"/>
              <a:gd name="connsiteY19" fmla="*/ 281035 h 6248316"/>
              <a:gd name="connsiteX20" fmla="*/ 138300 w 5729996"/>
              <a:gd name="connsiteY20" fmla="*/ 274616 h 6248316"/>
              <a:gd name="connsiteX21" fmla="*/ 3740423 w 5729996"/>
              <a:gd name="connsiteY21" fmla="*/ 77589 h 6248316"/>
              <a:gd name="connsiteX22" fmla="*/ 4864389 w 5729996"/>
              <a:gd name="connsiteY22" fmla="*/ 28034 h 6248316"/>
              <a:gd name="connsiteX23" fmla="*/ 5369862 w 5729996"/>
              <a:gd name="connsiteY2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6070 w 5729996"/>
              <a:gd name="connsiteY10" fmla="*/ 2380820 h 6248316"/>
              <a:gd name="connsiteX11" fmla="*/ 5539473 w 5729996"/>
              <a:gd name="connsiteY11" fmla="*/ 2447770 h 6248316"/>
              <a:gd name="connsiteX12" fmla="*/ 5536626 w 5729996"/>
              <a:gd name="connsiteY12" fmla="*/ 2513456 h 6248316"/>
              <a:gd name="connsiteX13" fmla="*/ 5610789 w 5729996"/>
              <a:gd name="connsiteY13" fmla="*/ 3898260 h 6248316"/>
              <a:gd name="connsiteX14" fmla="*/ 5629514 w 5729996"/>
              <a:gd name="connsiteY14" fmla="*/ 4230682 h 6248316"/>
              <a:gd name="connsiteX15" fmla="*/ 5637643 w 5729996"/>
              <a:gd name="connsiteY15" fmla="*/ 4444335 h 6248316"/>
              <a:gd name="connsiteX16" fmla="*/ 5729996 w 5729996"/>
              <a:gd name="connsiteY16" fmla="*/ 6248315 h 6248316"/>
              <a:gd name="connsiteX17" fmla="*/ 0 w 5729996"/>
              <a:gd name="connsiteY17" fmla="*/ 6248316 h 6248316"/>
              <a:gd name="connsiteX18" fmla="*/ 0 w 5729996"/>
              <a:gd name="connsiteY18" fmla="*/ 281035 h 6248316"/>
              <a:gd name="connsiteX19" fmla="*/ 138300 w 5729996"/>
              <a:gd name="connsiteY19" fmla="*/ 274616 h 6248316"/>
              <a:gd name="connsiteX20" fmla="*/ 3740423 w 5729996"/>
              <a:gd name="connsiteY20" fmla="*/ 77589 h 6248316"/>
              <a:gd name="connsiteX21" fmla="*/ 4864389 w 5729996"/>
              <a:gd name="connsiteY21" fmla="*/ 28034 h 6248316"/>
              <a:gd name="connsiteX22" fmla="*/ 5369862 w 5729996"/>
              <a:gd name="connsiteY22"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39473 w 5729996"/>
              <a:gd name="connsiteY10" fmla="*/ 2447770 h 6248316"/>
              <a:gd name="connsiteX11" fmla="*/ 5536626 w 5729996"/>
              <a:gd name="connsiteY11" fmla="*/ 2513456 h 6248316"/>
              <a:gd name="connsiteX12" fmla="*/ 5610789 w 5729996"/>
              <a:gd name="connsiteY12" fmla="*/ 3898260 h 6248316"/>
              <a:gd name="connsiteX13" fmla="*/ 5629514 w 5729996"/>
              <a:gd name="connsiteY13" fmla="*/ 4230682 h 6248316"/>
              <a:gd name="connsiteX14" fmla="*/ 5637643 w 5729996"/>
              <a:gd name="connsiteY14" fmla="*/ 4444335 h 6248316"/>
              <a:gd name="connsiteX15" fmla="*/ 5729996 w 5729996"/>
              <a:gd name="connsiteY15" fmla="*/ 6248315 h 6248316"/>
              <a:gd name="connsiteX16" fmla="*/ 0 w 5729996"/>
              <a:gd name="connsiteY16" fmla="*/ 6248316 h 6248316"/>
              <a:gd name="connsiteX17" fmla="*/ 0 w 5729996"/>
              <a:gd name="connsiteY17" fmla="*/ 281035 h 6248316"/>
              <a:gd name="connsiteX18" fmla="*/ 138300 w 5729996"/>
              <a:gd name="connsiteY18" fmla="*/ 274616 h 6248316"/>
              <a:gd name="connsiteX19" fmla="*/ 3740423 w 5729996"/>
              <a:gd name="connsiteY19" fmla="*/ 77589 h 6248316"/>
              <a:gd name="connsiteX20" fmla="*/ 4864389 w 5729996"/>
              <a:gd name="connsiteY20" fmla="*/ 28034 h 6248316"/>
              <a:gd name="connsiteX21" fmla="*/ 5369862 w 5729996"/>
              <a:gd name="connsiteY21"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36626 w 5729996"/>
              <a:gd name="connsiteY10" fmla="*/ 2513456 h 6248316"/>
              <a:gd name="connsiteX11" fmla="*/ 5610789 w 5729996"/>
              <a:gd name="connsiteY11" fmla="*/ 3898260 h 6248316"/>
              <a:gd name="connsiteX12" fmla="*/ 5629514 w 5729996"/>
              <a:gd name="connsiteY12" fmla="*/ 4230682 h 6248316"/>
              <a:gd name="connsiteX13" fmla="*/ 5637643 w 5729996"/>
              <a:gd name="connsiteY13" fmla="*/ 4444335 h 6248316"/>
              <a:gd name="connsiteX14" fmla="*/ 5729996 w 5729996"/>
              <a:gd name="connsiteY14" fmla="*/ 6248315 h 6248316"/>
              <a:gd name="connsiteX15" fmla="*/ 0 w 5729996"/>
              <a:gd name="connsiteY15" fmla="*/ 6248316 h 6248316"/>
              <a:gd name="connsiteX16" fmla="*/ 0 w 5729996"/>
              <a:gd name="connsiteY16" fmla="*/ 281035 h 6248316"/>
              <a:gd name="connsiteX17" fmla="*/ 138300 w 5729996"/>
              <a:gd name="connsiteY17" fmla="*/ 274616 h 6248316"/>
              <a:gd name="connsiteX18" fmla="*/ 3740423 w 5729996"/>
              <a:gd name="connsiteY18" fmla="*/ 77589 h 6248316"/>
              <a:gd name="connsiteX19" fmla="*/ 4864389 w 5729996"/>
              <a:gd name="connsiteY19" fmla="*/ 28034 h 6248316"/>
              <a:gd name="connsiteX20" fmla="*/ 5369862 w 5729996"/>
              <a:gd name="connsiteY20"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36626 w 5729996"/>
              <a:gd name="connsiteY9" fmla="*/ 2513456 h 6248316"/>
              <a:gd name="connsiteX10" fmla="*/ 5610789 w 5729996"/>
              <a:gd name="connsiteY10" fmla="*/ 3898260 h 6248316"/>
              <a:gd name="connsiteX11" fmla="*/ 5629514 w 5729996"/>
              <a:gd name="connsiteY11" fmla="*/ 4230682 h 6248316"/>
              <a:gd name="connsiteX12" fmla="*/ 5637643 w 5729996"/>
              <a:gd name="connsiteY12" fmla="*/ 4444335 h 6248316"/>
              <a:gd name="connsiteX13" fmla="*/ 5729996 w 5729996"/>
              <a:gd name="connsiteY13" fmla="*/ 6248315 h 6248316"/>
              <a:gd name="connsiteX14" fmla="*/ 0 w 5729996"/>
              <a:gd name="connsiteY14" fmla="*/ 6248316 h 6248316"/>
              <a:gd name="connsiteX15" fmla="*/ 0 w 5729996"/>
              <a:gd name="connsiteY15" fmla="*/ 281035 h 6248316"/>
              <a:gd name="connsiteX16" fmla="*/ 138300 w 5729996"/>
              <a:gd name="connsiteY16" fmla="*/ 274616 h 6248316"/>
              <a:gd name="connsiteX17" fmla="*/ 3740423 w 5729996"/>
              <a:gd name="connsiteY17" fmla="*/ 77589 h 6248316"/>
              <a:gd name="connsiteX18" fmla="*/ 4864389 w 5729996"/>
              <a:gd name="connsiteY18" fmla="*/ 28034 h 6248316"/>
              <a:gd name="connsiteX19" fmla="*/ 5369862 w 5729996"/>
              <a:gd name="connsiteY19"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10789 w 5729996"/>
              <a:gd name="connsiteY9" fmla="*/ 3898260 h 6248316"/>
              <a:gd name="connsiteX10" fmla="*/ 5629514 w 5729996"/>
              <a:gd name="connsiteY10" fmla="*/ 4230682 h 6248316"/>
              <a:gd name="connsiteX11" fmla="*/ 5637643 w 5729996"/>
              <a:gd name="connsiteY11" fmla="*/ 4444335 h 6248316"/>
              <a:gd name="connsiteX12" fmla="*/ 5729996 w 5729996"/>
              <a:gd name="connsiteY12" fmla="*/ 6248315 h 6248316"/>
              <a:gd name="connsiteX13" fmla="*/ 0 w 5729996"/>
              <a:gd name="connsiteY13" fmla="*/ 6248316 h 6248316"/>
              <a:gd name="connsiteX14" fmla="*/ 0 w 5729996"/>
              <a:gd name="connsiteY14" fmla="*/ 281035 h 6248316"/>
              <a:gd name="connsiteX15" fmla="*/ 138300 w 5729996"/>
              <a:gd name="connsiteY15" fmla="*/ 274616 h 6248316"/>
              <a:gd name="connsiteX16" fmla="*/ 3740423 w 5729996"/>
              <a:gd name="connsiteY16" fmla="*/ 77589 h 6248316"/>
              <a:gd name="connsiteX17" fmla="*/ 4864389 w 5729996"/>
              <a:gd name="connsiteY17" fmla="*/ 28034 h 6248316"/>
              <a:gd name="connsiteX18" fmla="*/ 5369862 w 5729996"/>
              <a:gd name="connsiteY18"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610789 w 5729996"/>
              <a:gd name="connsiteY8" fmla="*/ 3898260 h 6248316"/>
              <a:gd name="connsiteX9" fmla="*/ 5629514 w 5729996"/>
              <a:gd name="connsiteY9" fmla="*/ 4230682 h 6248316"/>
              <a:gd name="connsiteX10" fmla="*/ 5637643 w 5729996"/>
              <a:gd name="connsiteY10" fmla="*/ 4444335 h 6248316"/>
              <a:gd name="connsiteX11" fmla="*/ 5729996 w 5729996"/>
              <a:gd name="connsiteY11" fmla="*/ 6248315 h 6248316"/>
              <a:gd name="connsiteX12" fmla="*/ 0 w 5729996"/>
              <a:gd name="connsiteY12" fmla="*/ 6248316 h 6248316"/>
              <a:gd name="connsiteX13" fmla="*/ 0 w 5729996"/>
              <a:gd name="connsiteY13" fmla="*/ 281035 h 6248316"/>
              <a:gd name="connsiteX14" fmla="*/ 138300 w 5729996"/>
              <a:gd name="connsiteY14" fmla="*/ 274616 h 6248316"/>
              <a:gd name="connsiteX15" fmla="*/ 3740423 w 5729996"/>
              <a:gd name="connsiteY15" fmla="*/ 77589 h 6248316"/>
              <a:gd name="connsiteX16" fmla="*/ 4864389 w 5729996"/>
              <a:gd name="connsiteY16" fmla="*/ 28034 h 6248316"/>
              <a:gd name="connsiteX17" fmla="*/ 5369862 w 5729996"/>
              <a:gd name="connsiteY17"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420220 w 5729996"/>
              <a:gd name="connsiteY5" fmla="*/ 216199 h 6248316"/>
              <a:gd name="connsiteX6" fmla="*/ 5422482 w 5729996"/>
              <a:gd name="connsiteY6" fmla="*/ 260845 h 6248316"/>
              <a:gd name="connsiteX7" fmla="*/ 5610789 w 5729996"/>
              <a:gd name="connsiteY7" fmla="*/ 3898260 h 6248316"/>
              <a:gd name="connsiteX8" fmla="*/ 5629514 w 5729996"/>
              <a:gd name="connsiteY8" fmla="*/ 4230682 h 6248316"/>
              <a:gd name="connsiteX9" fmla="*/ 5637643 w 5729996"/>
              <a:gd name="connsiteY9" fmla="*/ 4444335 h 6248316"/>
              <a:gd name="connsiteX10" fmla="*/ 5729996 w 5729996"/>
              <a:gd name="connsiteY10" fmla="*/ 6248315 h 6248316"/>
              <a:gd name="connsiteX11" fmla="*/ 0 w 5729996"/>
              <a:gd name="connsiteY11" fmla="*/ 6248316 h 6248316"/>
              <a:gd name="connsiteX12" fmla="*/ 0 w 5729996"/>
              <a:gd name="connsiteY12" fmla="*/ 281035 h 6248316"/>
              <a:gd name="connsiteX13" fmla="*/ 138300 w 5729996"/>
              <a:gd name="connsiteY13" fmla="*/ 274616 h 6248316"/>
              <a:gd name="connsiteX14" fmla="*/ 3740423 w 5729996"/>
              <a:gd name="connsiteY14" fmla="*/ 77589 h 6248316"/>
              <a:gd name="connsiteX15" fmla="*/ 4864389 w 5729996"/>
              <a:gd name="connsiteY15" fmla="*/ 28034 h 6248316"/>
              <a:gd name="connsiteX16" fmla="*/ 5369862 w 5729996"/>
              <a:gd name="connsiteY16"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420220 w 5729996"/>
              <a:gd name="connsiteY5" fmla="*/ 216199 h 6248316"/>
              <a:gd name="connsiteX6" fmla="*/ 5610789 w 5729996"/>
              <a:gd name="connsiteY6" fmla="*/ 3898260 h 6248316"/>
              <a:gd name="connsiteX7" fmla="*/ 5629514 w 5729996"/>
              <a:gd name="connsiteY7" fmla="*/ 4230682 h 6248316"/>
              <a:gd name="connsiteX8" fmla="*/ 5637643 w 5729996"/>
              <a:gd name="connsiteY8" fmla="*/ 4444335 h 6248316"/>
              <a:gd name="connsiteX9" fmla="*/ 5729996 w 5729996"/>
              <a:gd name="connsiteY9" fmla="*/ 6248315 h 6248316"/>
              <a:gd name="connsiteX10" fmla="*/ 0 w 5729996"/>
              <a:gd name="connsiteY10" fmla="*/ 6248316 h 6248316"/>
              <a:gd name="connsiteX11" fmla="*/ 0 w 5729996"/>
              <a:gd name="connsiteY11" fmla="*/ 281035 h 6248316"/>
              <a:gd name="connsiteX12" fmla="*/ 138300 w 5729996"/>
              <a:gd name="connsiteY12" fmla="*/ 274616 h 6248316"/>
              <a:gd name="connsiteX13" fmla="*/ 3740423 w 5729996"/>
              <a:gd name="connsiteY13" fmla="*/ 77589 h 6248316"/>
              <a:gd name="connsiteX14" fmla="*/ 4864389 w 5729996"/>
              <a:gd name="connsiteY14" fmla="*/ 28034 h 6248316"/>
              <a:gd name="connsiteX15" fmla="*/ 5369862 w 5729996"/>
              <a:gd name="connsiteY15"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610789 w 5729996"/>
              <a:gd name="connsiteY5" fmla="*/ 3898260 h 6248316"/>
              <a:gd name="connsiteX6" fmla="*/ 5629514 w 5729996"/>
              <a:gd name="connsiteY6" fmla="*/ 4230682 h 6248316"/>
              <a:gd name="connsiteX7" fmla="*/ 5637643 w 5729996"/>
              <a:gd name="connsiteY7" fmla="*/ 4444335 h 6248316"/>
              <a:gd name="connsiteX8" fmla="*/ 5729996 w 5729996"/>
              <a:gd name="connsiteY8" fmla="*/ 6248315 h 6248316"/>
              <a:gd name="connsiteX9" fmla="*/ 0 w 5729996"/>
              <a:gd name="connsiteY9" fmla="*/ 6248316 h 6248316"/>
              <a:gd name="connsiteX10" fmla="*/ 0 w 5729996"/>
              <a:gd name="connsiteY10" fmla="*/ 281035 h 6248316"/>
              <a:gd name="connsiteX11" fmla="*/ 138300 w 5729996"/>
              <a:gd name="connsiteY11" fmla="*/ 274616 h 6248316"/>
              <a:gd name="connsiteX12" fmla="*/ 3740423 w 5729996"/>
              <a:gd name="connsiteY12" fmla="*/ 77589 h 6248316"/>
              <a:gd name="connsiteX13" fmla="*/ 4864389 w 5729996"/>
              <a:gd name="connsiteY13" fmla="*/ 28034 h 6248316"/>
              <a:gd name="connsiteX14" fmla="*/ 5369862 w 5729996"/>
              <a:gd name="connsiteY14"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29996" h="6248316">
                <a:moveTo>
                  <a:pt x="5369862" y="0"/>
                </a:moveTo>
                <a:lnTo>
                  <a:pt x="5410496" y="24334"/>
                </a:lnTo>
                <a:cubicBezTo>
                  <a:pt x="5411201" y="38214"/>
                  <a:pt x="5411902" y="52091"/>
                  <a:pt x="5412606" y="65970"/>
                </a:cubicBezTo>
                <a:lnTo>
                  <a:pt x="5416784" y="67780"/>
                </a:lnTo>
                <a:cubicBezTo>
                  <a:pt x="5449814" y="706495"/>
                  <a:pt x="5575334" y="3204443"/>
                  <a:pt x="5610789" y="3898260"/>
                </a:cubicBezTo>
                <a:cubicBezTo>
                  <a:pt x="5604061" y="4042978"/>
                  <a:pt x="5622336" y="4127685"/>
                  <a:pt x="5629514" y="4230682"/>
                </a:cubicBezTo>
                <a:cubicBezTo>
                  <a:pt x="5637574" y="4222004"/>
                  <a:pt x="5648339" y="4380991"/>
                  <a:pt x="5637643" y="4444335"/>
                </a:cubicBezTo>
                <a:lnTo>
                  <a:pt x="5729996" y="6248315"/>
                </a:lnTo>
                <a:lnTo>
                  <a:pt x="0" y="6248316"/>
                </a:lnTo>
                <a:lnTo>
                  <a:pt x="0" y="281035"/>
                </a:lnTo>
                <a:lnTo>
                  <a:pt x="138300" y="274616"/>
                </a:lnTo>
                <a:lnTo>
                  <a:pt x="3740423" y="77589"/>
                </a:lnTo>
                <a:lnTo>
                  <a:pt x="4864389" y="28034"/>
                </a:lnTo>
                <a:lnTo>
                  <a:pt x="5369862"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9957E3A-48C5-B547-CC11-76B0BD4C5FF5}"/>
              </a:ext>
            </a:extLst>
          </p:cNvPr>
          <p:cNvSpPr>
            <a:spLocks noGrp="1"/>
          </p:cNvSpPr>
          <p:nvPr>
            <p:ph type="title"/>
          </p:nvPr>
        </p:nvSpPr>
        <p:spPr>
          <a:xfrm>
            <a:off x="6361758" y="721744"/>
            <a:ext cx="5032572" cy="1706584"/>
          </a:xfrm>
        </p:spPr>
        <p:txBody>
          <a:bodyPr vert="horz" lIns="91440" tIns="45720" rIns="91440" bIns="45720" rtlCol="0" anchor="ctr">
            <a:normAutofit/>
          </a:bodyPr>
          <a:lstStyle/>
          <a:p>
            <a:r>
              <a:rPr lang="en-US" b="1">
                <a:effectLst/>
              </a:rPr>
              <a:t>Movie Duration Analysis</a:t>
            </a:r>
            <a:endParaRPr lang="en-US"/>
          </a:p>
        </p:txBody>
      </p:sp>
      <p:sp>
        <p:nvSpPr>
          <p:cNvPr id="3" name="Content Placeholder 2">
            <a:extLst>
              <a:ext uri="{FF2B5EF4-FFF2-40B4-BE49-F238E27FC236}">
                <a16:creationId xmlns:a16="http://schemas.microsoft.com/office/drawing/2014/main" id="{63EB9F5E-DF00-3036-89A8-6C2858B3B65A}"/>
              </a:ext>
            </a:extLst>
          </p:cNvPr>
          <p:cNvSpPr>
            <a:spLocks noGrp="1"/>
          </p:cNvSpPr>
          <p:nvPr>
            <p:ph sz="half" idx="1"/>
          </p:nvPr>
        </p:nvSpPr>
        <p:spPr>
          <a:xfrm>
            <a:off x="6361760" y="2821664"/>
            <a:ext cx="5032572" cy="3502936"/>
          </a:xfrm>
        </p:spPr>
        <p:txBody>
          <a:bodyPr vert="horz" lIns="91440" tIns="45720" rIns="91440" bIns="45720" rtlCol="0">
            <a:normAutofit/>
          </a:bodyPr>
          <a:lstStyle/>
          <a:p>
            <a:r>
              <a:rPr lang="en-US" dirty="0"/>
              <a:t>Movies with 140-200 duration have generally a IMDB score of 9+ with and movies have 8+ ratings for mean duration of 133 minutes.</a:t>
            </a:r>
          </a:p>
          <a:p>
            <a:r>
              <a:rPr lang="en-US" dirty="0"/>
              <a:t>Movies with less than 110 minutes of duration have low IMDB ratings and have rating less than 7. Movies with these durations don’t have higher ratings and 7. </a:t>
            </a:r>
          </a:p>
        </p:txBody>
      </p:sp>
      <p:pic>
        <p:nvPicPr>
          <p:cNvPr id="5" name="Picture 4">
            <a:extLst>
              <a:ext uri="{FF2B5EF4-FFF2-40B4-BE49-F238E27FC236}">
                <a16:creationId xmlns:a16="http://schemas.microsoft.com/office/drawing/2014/main" id="{6FB10F20-AC2B-9FBA-810A-40F56430EFAA}"/>
              </a:ext>
            </a:extLst>
          </p:cNvPr>
          <p:cNvPicPr>
            <a:picLocks noChangeAspect="1"/>
          </p:cNvPicPr>
          <p:nvPr/>
        </p:nvPicPr>
        <p:blipFill>
          <a:blip r:embed="rId3"/>
          <a:stretch>
            <a:fillRect/>
          </a:stretch>
        </p:blipFill>
        <p:spPr>
          <a:xfrm rot="21376692">
            <a:off x="654299" y="797791"/>
            <a:ext cx="4690679" cy="5872100"/>
          </a:xfrm>
          <a:prstGeom prst="rect">
            <a:avLst/>
          </a:prstGeom>
        </p:spPr>
      </p:pic>
    </p:spTree>
    <p:extLst>
      <p:ext uri="{BB962C8B-B14F-4D97-AF65-F5344CB8AC3E}">
        <p14:creationId xmlns:p14="http://schemas.microsoft.com/office/powerpoint/2010/main" val="320398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46AD51EB-971C-4722-9A98-42EB5ABCA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3894A7A4-3F4E-414B-97FB-E4C862AD1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63" y="0"/>
            <a:ext cx="8606754" cy="1542197"/>
          </a:xfrm>
          <a:custGeom>
            <a:avLst/>
            <a:gdLst>
              <a:gd name="connsiteX0" fmla="*/ 0 w 9288370"/>
              <a:gd name="connsiteY0" fmla="*/ 1858154 h 1858154"/>
              <a:gd name="connsiteX1" fmla="*/ 1049 w 9288370"/>
              <a:gd name="connsiteY1" fmla="*/ 1857909 h 1858154"/>
              <a:gd name="connsiteX2" fmla="*/ 370426 w 9288370"/>
              <a:gd name="connsiteY2" fmla="*/ 1702965 h 1858154"/>
              <a:gd name="connsiteX3" fmla="*/ 832307 w 9288370"/>
              <a:gd name="connsiteY3" fmla="*/ 1538702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61" fmla="*/ 0 w 9288370"/>
              <a:gd name="connsiteY61"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61" fmla="*/ 0 w 9288370"/>
              <a:gd name="connsiteY61"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61" fmla="*/ 0 w 9288370"/>
              <a:gd name="connsiteY61"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61" fmla="*/ 0 w 9288370"/>
              <a:gd name="connsiteY61"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61" fmla="*/ 0 w 9288370"/>
              <a:gd name="connsiteY61"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46439 w 9288370"/>
              <a:gd name="connsiteY6" fmla="*/ 1440261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61" fmla="*/ 0 w 9288370"/>
              <a:gd name="connsiteY61"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 name="connsiteX61" fmla="*/ 0 w 9288370"/>
              <a:gd name="connsiteY61"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782741 w 9288370"/>
              <a:gd name="connsiteY51" fmla="*/ 455936 h 1858154"/>
              <a:gd name="connsiteX52" fmla="*/ 7952094 w 9288370"/>
              <a:gd name="connsiteY52" fmla="*/ 409302 h 1858154"/>
              <a:gd name="connsiteX53" fmla="*/ 8231938 w 9288370"/>
              <a:gd name="connsiteY53" fmla="*/ 259259 h 1858154"/>
              <a:gd name="connsiteX54" fmla="*/ 8428864 w 9288370"/>
              <a:gd name="connsiteY54" fmla="*/ 208471 h 1858154"/>
              <a:gd name="connsiteX55" fmla="*/ 8616510 w 9288370"/>
              <a:gd name="connsiteY55" fmla="*/ 161973 h 1858154"/>
              <a:gd name="connsiteX56" fmla="*/ 8826766 w 9288370"/>
              <a:gd name="connsiteY56" fmla="*/ 152111 h 1858154"/>
              <a:gd name="connsiteX57" fmla="*/ 8917647 w 9288370"/>
              <a:gd name="connsiteY57" fmla="*/ 112232 h 1858154"/>
              <a:gd name="connsiteX58" fmla="*/ 9182272 w 9288370"/>
              <a:gd name="connsiteY58" fmla="*/ 37171 h 1858154"/>
              <a:gd name="connsiteX59" fmla="*/ 9232990 w 9288370"/>
              <a:gd name="connsiteY59" fmla="*/ 24074 h 1858154"/>
              <a:gd name="connsiteX60" fmla="*/ 9288370 w 9288370"/>
              <a:gd name="connsiteY60" fmla="*/ 0 h 1858154"/>
              <a:gd name="connsiteX61" fmla="*/ 0 w 9288370"/>
              <a:gd name="connsiteY61" fmla="*/ 0 h 1858154"/>
              <a:gd name="connsiteX62" fmla="*/ 0 w 9288370"/>
              <a:gd name="connsiteY62"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782741 w 9288370"/>
              <a:gd name="connsiteY51" fmla="*/ 455936 h 1858154"/>
              <a:gd name="connsiteX52" fmla="*/ 7952094 w 9288370"/>
              <a:gd name="connsiteY52" fmla="*/ 409302 h 1858154"/>
              <a:gd name="connsiteX53" fmla="*/ 8231938 w 9288370"/>
              <a:gd name="connsiteY53" fmla="*/ 259259 h 1858154"/>
              <a:gd name="connsiteX54" fmla="*/ 8428864 w 9288370"/>
              <a:gd name="connsiteY54" fmla="*/ 208471 h 1858154"/>
              <a:gd name="connsiteX55" fmla="*/ 8616510 w 9288370"/>
              <a:gd name="connsiteY55" fmla="*/ 161973 h 1858154"/>
              <a:gd name="connsiteX56" fmla="*/ 8826766 w 9288370"/>
              <a:gd name="connsiteY56" fmla="*/ 152111 h 1858154"/>
              <a:gd name="connsiteX57" fmla="*/ 8917647 w 9288370"/>
              <a:gd name="connsiteY57" fmla="*/ 112232 h 1858154"/>
              <a:gd name="connsiteX58" fmla="*/ 9182272 w 9288370"/>
              <a:gd name="connsiteY58" fmla="*/ 37171 h 1858154"/>
              <a:gd name="connsiteX59" fmla="*/ 9232990 w 9288370"/>
              <a:gd name="connsiteY59" fmla="*/ 24074 h 1858154"/>
              <a:gd name="connsiteX60" fmla="*/ 9288370 w 9288370"/>
              <a:gd name="connsiteY60" fmla="*/ 0 h 1858154"/>
              <a:gd name="connsiteX61" fmla="*/ 0 w 9288370"/>
              <a:gd name="connsiteY61" fmla="*/ 0 h 1858154"/>
              <a:gd name="connsiteX62" fmla="*/ 0 w 9288370"/>
              <a:gd name="connsiteY62"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782741 w 9288370"/>
              <a:gd name="connsiteY51" fmla="*/ 455936 h 1858154"/>
              <a:gd name="connsiteX52" fmla="*/ 7952094 w 9288370"/>
              <a:gd name="connsiteY52" fmla="*/ 409302 h 1858154"/>
              <a:gd name="connsiteX53" fmla="*/ 8231938 w 9288370"/>
              <a:gd name="connsiteY53" fmla="*/ 259259 h 1858154"/>
              <a:gd name="connsiteX54" fmla="*/ 8428864 w 9288370"/>
              <a:gd name="connsiteY54" fmla="*/ 208471 h 1858154"/>
              <a:gd name="connsiteX55" fmla="*/ 8616510 w 9288370"/>
              <a:gd name="connsiteY55" fmla="*/ 161973 h 1858154"/>
              <a:gd name="connsiteX56" fmla="*/ 8826766 w 9288370"/>
              <a:gd name="connsiteY56" fmla="*/ 152111 h 1858154"/>
              <a:gd name="connsiteX57" fmla="*/ 8917647 w 9288370"/>
              <a:gd name="connsiteY57" fmla="*/ 112232 h 1858154"/>
              <a:gd name="connsiteX58" fmla="*/ 9182272 w 9288370"/>
              <a:gd name="connsiteY58" fmla="*/ 37171 h 1858154"/>
              <a:gd name="connsiteX59" fmla="*/ 9232990 w 9288370"/>
              <a:gd name="connsiteY59" fmla="*/ 24074 h 1858154"/>
              <a:gd name="connsiteX60" fmla="*/ 9288370 w 9288370"/>
              <a:gd name="connsiteY60" fmla="*/ 0 h 1858154"/>
              <a:gd name="connsiteX61" fmla="*/ 0 w 9288370"/>
              <a:gd name="connsiteY61" fmla="*/ 0 h 1858154"/>
              <a:gd name="connsiteX62" fmla="*/ 0 w 9288370"/>
              <a:gd name="connsiteY62"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782741 w 9288370"/>
              <a:gd name="connsiteY51" fmla="*/ 455936 h 1858154"/>
              <a:gd name="connsiteX52" fmla="*/ 7952094 w 9288370"/>
              <a:gd name="connsiteY52" fmla="*/ 409302 h 1858154"/>
              <a:gd name="connsiteX53" fmla="*/ 8231938 w 9288370"/>
              <a:gd name="connsiteY53" fmla="*/ 259259 h 1858154"/>
              <a:gd name="connsiteX54" fmla="*/ 8428864 w 9288370"/>
              <a:gd name="connsiteY54" fmla="*/ 208471 h 1858154"/>
              <a:gd name="connsiteX55" fmla="*/ 8616510 w 9288370"/>
              <a:gd name="connsiteY55" fmla="*/ 161973 h 1858154"/>
              <a:gd name="connsiteX56" fmla="*/ 8826766 w 9288370"/>
              <a:gd name="connsiteY56" fmla="*/ 152111 h 1858154"/>
              <a:gd name="connsiteX57" fmla="*/ 8917647 w 9288370"/>
              <a:gd name="connsiteY57" fmla="*/ 112232 h 1858154"/>
              <a:gd name="connsiteX58" fmla="*/ 9182272 w 9288370"/>
              <a:gd name="connsiteY58" fmla="*/ 37171 h 1858154"/>
              <a:gd name="connsiteX59" fmla="*/ 9232990 w 9288370"/>
              <a:gd name="connsiteY59" fmla="*/ 24074 h 1858154"/>
              <a:gd name="connsiteX60" fmla="*/ 9288370 w 9288370"/>
              <a:gd name="connsiteY60" fmla="*/ 0 h 1858154"/>
              <a:gd name="connsiteX61" fmla="*/ 0 w 9288370"/>
              <a:gd name="connsiteY61" fmla="*/ 0 h 1858154"/>
              <a:gd name="connsiteX62" fmla="*/ 0 w 9288370"/>
              <a:gd name="connsiteY62"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782741 w 9288370"/>
              <a:gd name="connsiteY51" fmla="*/ 455936 h 1858154"/>
              <a:gd name="connsiteX52" fmla="*/ 7952094 w 9288370"/>
              <a:gd name="connsiteY52" fmla="*/ 409302 h 1858154"/>
              <a:gd name="connsiteX53" fmla="*/ 8231938 w 9288370"/>
              <a:gd name="connsiteY53" fmla="*/ 259259 h 1858154"/>
              <a:gd name="connsiteX54" fmla="*/ 8428864 w 9288370"/>
              <a:gd name="connsiteY54" fmla="*/ 208471 h 1858154"/>
              <a:gd name="connsiteX55" fmla="*/ 8616510 w 9288370"/>
              <a:gd name="connsiteY55" fmla="*/ 161973 h 1858154"/>
              <a:gd name="connsiteX56" fmla="*/ 8826766 w 9288370"/>
              <a:gd name="connsiteY56" fmla="*/ 152111 h 1858154"/>
              <a:gd name="connsiteX57" fmla="*/ 8917647 w 9288370"/>
              <a:gd name="connsiteY57" fmla="*/ 112232 h 1858154"/>
              <a:gd name="connsiteX58" fmla="*/ 9182272 w 9288370"/>
              <a:gd name="connsiteY58" fmla="*/ 37171 h 1858154"/>
              <a:gd name="connsiteX59" fmla="*/ 9232990 w 9288370"/>
              <a:gd name="connsiteY59" fmla="*/ 24074 h 1858154"/>
              <a:gd name="connsiteX60" fmla="*/ 9288370 w 9288370"/>
              <a:gd name="connsiteY60" fmla="*/ 0 h 1858154"/>
              <a:gd name="connsiteX61" fmla="*/ 0 w 9288370"/>
              <a:gd name="connsiteY61" fmla="*/ 0 h 1858154"/>
              <a:gd name="connsiteX62" fmla="*/ 0 w 9288370"/>
              <a:gd name="connsiteY62"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782741 w 9288370"/>
              <a:gd name="connsiteY51" fmla="*/ 455936 h 1858154"/>
              <a:gd name="connsiteX52" fmla="*/ 7952094 w 9288370"/>
              <a:gd name="connsiteY52" fmla="*/ 409302 h 1858154"/>
              <a:gd name="connsiteX53" fmla="*/ 8231938 w 9288370"/>
              <a:gd name="connsiteY53" fmla="*/ 259259 h 1858154"/>
              <a:gd name="connsiteX54" fmla="*/ 8428864 w 9288370"/>
              <a:gd name="connsiteY54" fmla="*/ 208471 h 1858154"/>
              <a:gd name="connsiteX55" fmla="*/ 8616510 w 9288370"/>
              <a:gd name="connsiteY55" fmla="*/ 161973 h 1858154"/>
              <a:gd name="connsiteX56" fmla="*/ 8826766 w 9288370"/>
              <a:gd name="connsiteY56" fmla="*/ 152111 h 1858154"/>
              <a:gd name="connsiteX57" fmla="*/ 8917647 w 9288370"/>
              <a:gd name="connsiteY57" fmla="*/ 112232 h 1858154"/>
              <a:gd name="connsiteX58" fmla="*/ 9182272 w 9288370"/>
              <a:gd name="connsiteY58" fmla="*/ 37171 h 1858154"/>
              <a:gd name="connsiteX59" fmla="*/ 9232990 w 9288370"/>
              <a:gd name="connsiteY59" fmla="*/ 24074 h 1858154"/>
              <a:gd name="connsiteX60" fmla="*/ 9288370 w 9288370"/>
              <a:gd name="connsiteY60" fmla="*/ 0 h 1858154"/>
              <a:gd name="connsiteX61" fmla="*/ 0 w 9288370"/>
              <a:gd name="connsiteY61" fmla="*/ 0 h 1858154"/>
              <a:gd name="connsiteX62" fmla="*/ 0 w 9288370"/>
              <a:gd name="connsiteY62" fmla="*/ 1858154 h 1858154"/>
              <a:gd name="connsiteX0" fmla="*/ 0 w 9288370"/>
              <a:gd name="connsiteY0" fmla="*/ 1858154 h 1858154"/>
              <a:gd name="connsiteX1" fmla="*/ 1049 w 9288370"/>
              <a:gd name="connsiteY1" fmla="*/ 1857909 h 1858154"/>
              <a:gd name="connsiteX2" fmla="*/ 370426 w 9288370"/>
              <a:gd name="connsiteY2" fmla="*/ 1702965 h 1858154"/>
              <a:gd name="connsiteX3" fmla="*/ 766051 w 9288370"/>
              <a:gd name="connsiteY3" fmla="*/ 1569826 h 1858154"/>
              <a:gd name="connsiteX4" fmla="*/ 971617 w 9288370"/>
              <a:gd name="connsiteY4" fmla="*/ 1522494 h 1858154"/>
              <a:gd name="connsiteX5" fmla="*/ 1186668 w 9288370"/>
              <a:gd name="connsiteY5" fmla="*/ 1521861 h 1858154"/>
              <a:gd name="connsiteX6" fmla="*/ 1339078 w 9288370"/>
              <a:gd name="connsiteY6" fmla="*/ 1494730 h 1858154"/>
              <a:gd name="connsiteX7" fmla="*/ 1492452 w 9288370"/>
              <a:gd name="connsiteY7" fmla="*/ 1519061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782741 w 9288370"/>
              <a:gd name="connsiteY51" fmla="*/ 455936 h 1858154"/>
              <a:gd name="connsiteX52" fmla="*/ 7952094 w 9288370"/>
              <a:gd name="connsiteY52" fmla="*/ 409302 h 1858154"/>
              <a:gd name="connsiteX53" fmla="*/ 8231938 w 9288370"/>
              <a:gd name="connsiteY53" fmla="*/ 259259 h 1858154"/>
              <a:gd name="connsiteX54" fmla="*/ 8428864 w 9288370"/>
              <a:gd name="connsiteY54" fmla="*/ 208471 h 1858154"/>
              <a:gd name="connsiteX55" fmla="*/ 8616510 w 9288370"/>
              <a:gd name="connsiteY55" fmla="*/ 161973 h 1858154"/>
              <a:gd name="connsiteX56" fmla="*/ 8826766 w 9288370"/>
              <a:gd name="connsiteY56" fmla="*/ 152111 h 1858154"/>
              <a:gd name="connsiteX57" fmla="*/ 8917647 w 9288370"/>
              <a:gd name="connsiteY57" fmla="*/ 112232 h 1858154"/>
              <a:gd name="connsiteX58" fmla="*/ 9182272 w 9288370"/>
              <a:gd name="connsiteY58" fmla="*/ 37171 h 1858154"/>
              <a:gd name="connsiteX59" fmla="*/ 9232990 w 9288370"/>
              <a:gd name="connsiteY59" fmla="*/ 24074 h 1858154"/>
              <a:gd name="connsiteX60" fmla="*/ 9288370 w 9288370"/>
              <a:gd name="connsiteY60" fmla="*/ 0 h 1858154"/>
              <a:gd name="connsiteX61" fmla="*/ 0 w 9288370"/>
              <a:gd name="connsiteY61" fmla="*/ 0 h 1858154"/>
              <a:gd name="connsiteX62" fmla="*/ 0 w 9288370"/>
              <a:gd name="connsiteY62" fmla="*/ 1858154 h 1858154"/>
              <a:gd name="connsiteX0" fmla="*/ 44869 w 9288370"/>
              <a:gd name="connsiteY0" fmla="*/ 1742117 h 1857909"/>
              <a:gd name="connsiteX1" fmla="*/ 1049 w 9288370"/>
              <a:gd name="connsiteY1" fmla="*/ 1857909 h 1857909"/>
              <a:gd name="connsiteX2" fmla="*/ 370426 w 9288370"/>
              <a:gd name="connsiteY2" fmla="*/ 1702965 h 1857909"/>
              <a:gd name="connsiteX3" fmla="*/ 766051 w 9288370"/>
              <a:gd name="connsiteY3" fmla="*/ 1569826 h 1857909"/>
              <a:gd name="connsiteX4" fmla="*/ 971617 w 9288370"/>
              <a:gd name="connsiteY4" fmla="*/ 1522494 h 1857909"/>
              <a:gd name="connsiteX5" fmla="*/ 1186668 w 9288370"/>
              <a:gd name="connsiteY5" fmla="*/ 1521861 h 1857909"/>
              <a:gd name="connsiteX6" fmla="*/ 1339078 w 9288370"/>
              <a:gd name="connsiteY6" fmla="*/ 1494730 h 1857909"/>
              <a:gd name="connsiteX7" fmla="*/ 1492452 w 9288370"/>
              <a:gd name="connsiteY7" fmla="*/ 1519061 h 1857909"/>
              <a:gd name="connsiteX8" fmla="*/ 1604999 w 9288370"/>
              <a:gd name="connsiteY8" fmla="*/ 1513599 h 1857909"/>
              <a:gd name="connsiteX9" fmla="*/ 1717911 w 9288370"/>
              <a:gd name="connsiteY9" fmla="*/ 1497764 h 1857909"/>
              <a:gd name="connsiteX10" fmla="*/ 1794234 w 9288370"/>
              <a:gd name="connsiteY10" fmla="*/ 1464331 h 1857909"/>
              <a:gd name="connsiteX11" fmla="*/ 2101780 w 9288370"/>
              <a:gd name="connsiteY11" fmla="*/ 1409907 h 1857909"/>
              <a:gd name="connsiteX12" fmla="*/ 2244830 w 9288370"/>
              <a:gd name="connsiteY12" fmla="*/ 1388540 h 1857909"/>
              <a:gd name="connsiteX13" fmla="*/ 2428648 w 9288370"/>
              <a:gd name="connsiteY13" fmla="*/ 1372736 h 1857909"/>
              <a:gd name="connsiteX14" fmla="*/ 2645882 w 9288370"/>
              <a:gd name="connsiteY14" fmla="*/ 1341971 h 1857909"/>
              <a:gd name="connsiteX15" fmla="*/ 2707413 w 9288370"/>
              <a:gd name="connsiteY15" fmla="*/ 1347156 h 1857909"/>
              <a:gd name="connsiteX16" fmla="*/ 2843134 w 9288370"/>
              <a:gd name="connsiteY16" fmla="*/ 1323561 h 1857909"/>
              <a:gd name="connsiteX17" fmla="*/ 2923804 w 9288370"/>
              <a:gd name="connsiteY17" fmla="*/ 1314224 h 1857909"/>
              <a:gd name="connsiteX18" fmla="*/ 2953618 w 9288370"/>
              <a:gd name="connsiteY18" fmla="*/ 1318186 h 1857909"/>
              <a:gd name="connsiteX19" fmla="*/ 2995816 w 9288370"/>
              <a:gd name="connsiteY19" fmla="*/ 1318670 h 1857909"/>
              <a:gd name="connsiteX20" fmla="*/ 3352700 w 9288370"/>
              <a:gd name="connsiteY20" fmla="*/ 1264183 h 1857909"/>
              <a:gd name="connsiteX21" fmla="*/ 3444611 w 9288370"/>
              <a:gd name="connsiteY21" fmla="*/ 1236739 h 1857909"/>
              <a:gd name="connsiteX22" fmla="*/ 3650072 w 9288370"/>
              <a:gd name="connsiteY22" fmla="*/ 1217421 h 1857909"/>
              <a:gd name="connsiteX23" fmla="*/ 3707853 w 9288370"/>
              <a:gd name="connsiteY23" fmla="*/ 1241722 h 1857909"/>
              <a:gd name="connsiteX24" fmla="*/ 3925616 w 9288370"/>
              <a:gd name="connsiteY24" fmla="*/ 1253751 h 1857909"/>
              <a:gd name="connsiteX25" fmla="*/ 3954387 w 9288370"/>
              <a:gd name="connsiteY25" fmla="*/ 1263789 h 1857909"/>
              <a:gd name="connsiteX26" fmla="*/ 3995849 w 9288370"/>
              <a:gd name="connsiteY26" fmla="*/ 1272939 h 1857909"/>
              <a:gd name="connsiteX27" fmla="*/ 4067546 w 9288370"/>
              <a:gd name="connsiteY27" fmla="*/ 1294697 h 1857909"/>
              <a:gd name="connsiteX28" fmla="*/ 4190310 w 9288370"/>
              <a:gd name="connsiteY28" fmla="*/ 1307786 h 1857909"/>
              <a:gd name="connsiteX29" fmla="*/ 4230008 w 9288370"/>
              <a:gd name="connsiteY29" fmla="*/ 1303546 h 1857909"/>
              <a:gd name="connsiteX30" fmla="*/ 4575478 w 9288370"/>
              <a:gd name="connsiteY30" fmla="*/ 1261726 h 1857909"/>
              <a:gd name="connsiteX31" fmla="*/ 4650026 w 9288370"/>
              <a:gd name="connsiteY31" fmla="*/ 1265798 h 1857909"/>
              <a:gd name="connsiteX32" fmla="*/ 4792008 w 9288370"/>
              <a:gd name="connsiteY32" fmla="*/ 1243899 h 1857909"/>
              <a:gd name="connsiteX33" fmla="*/ 4954126 w 9288370"/>
              <a:gd name="connsiteY33" fmla="*/ 1204617 h 1857909"/>
              <a:gd name="connsiteX34" fmla="*/ 5309678 w 9288370"/>
              <a:gd name="connsiteY34" fmla="*/ 1128278 h 1857909"/>
              <a:gd name="connsiteX35" fmla="*/ 5474724 w 9288370"/>
              <a:gd name="connsiteY35" fmla="*/ 1091167 h 1857909"/>
              <a:gd name="connsiteX36" fmla="*/ 5612132 w 9288370"/>
              <a:gd name="connsiteY36" fmla="*/ 1051509 h 1857909"/>
              <a:gd name="connsiteX37" fmla="*/ 5776618 w 9288370"/>
              <a:gd name="connsiteY37" fmla="*/ 1053037 h 1857909"/>
              <a:gd name="connsiteX38" fmla="*/ 5785786 w 9288370"/>
              <a:gd name="connsiteY38" fmla="*/ 1051213 h 1857909"/>
              <a:gd name="connsiteX39" fmla="*/ 5829381 w 9288370"/>
              <a:gd name="connsiteY39" fmla="*/ 1046878 h 1857909"/>
              <a:gd name="connsiteX40" fmla="*/ 5943596 w 9288370"/>
              <a:gd name="connsiteY40" fmla="*/ 1043237 h 1857909"/>
              <a:gd name="connsiteX41" fmla="*/ 5985730 w 9288370"/>
              <a:gd name="connsiteY41" fmla="*/ 1035396 h 1857909"/>
              <a:gd name="connsiteX42" fmla="*/ 6103109 w 9288370"/>
              <a:gd name="connsiteY42" fmla="*/ 1019019 h 1857909"/>
              <a:gd name="connsiteX43" fmla="*/ 6222406 w 9288370"/>
              <a:gd name="connsiteY43" fmla="*/ 985341 h 1857909"/>
              <a:gd name="connsiteX44" fmla="*/ 6598672 w 9288370"/>
              <a:gd name="connsiteY44" fmla="*/ 902062 h 1857909"/>
              <a:gd name="connsiteX45" fmla="*/ 6766149 w 9288370"/>
              <a:gd name="connsiteY45" fmla="*/ 846132 h 1857909"/>
              <a:gd name="connsiteX46" fmla="*/ 6886312 w 9288370"/>
              <a:gd name="connsiteY46" fmla="*/ 781877 h 1857909"/>
              <a:gd name="connsiteX47" fmla="*/ 7006457 w 9288370"/>
              <a:gd name="connsiteY47" fmla="*/ 699758 h 1857909"/>
              <a:gd name="connsiteX48" fmla="*/ 7231643 w 9288370"/>
              <a:gd name="connsiteY48" fmla="*/ 640778 h 1857909"/>
              <a:gd name="connsiteX49" fmla="*/ 7363123 w 9288370"/>
              <a:gd name="connsiteY49" fmla="*/ 593682 h 1857909"/>
              <a:gd name="connsiteX50" fmla="*/ 7588368 w 9288370"/>
              <a:gd name="connsiteY50" fmla="*/ 531129 h 1857909"/>
              <a:gd name="connsiteX51" fmla="*/ 7782741 w 9288370"/>
              <a:gd name="connsiteY51" fmla="*/ 455936 h 1857909"/>
              <a:gd name="connsiteX52" fmla="*/ 7952094 w 9288370"/>
              <a:gd name="connsiteY52" fmla="*/ 409302 h 1857909"/>
              <a:gd name="connsiteX53" fmla="*/ 8231938 w 9288370"/>
              <a:gd name="connsiteY53" fmla="*/ 259259 h 1857909"/>
              <a:gd name="connsiteX54" fmla="*/ 8428864 w 9288370"/>
              <a:gd name="connsiteY54" fmla="*/ 208471 h 1857909"/>
              <a:gd name="connsiteX55" fmla="*/ 8616510 w 9288370"/>
              <a:gd name="connsiteY55" fmla="*/ 161973 h 1857909"/>
              <a:gd name="connsiteX56" fmla="*/ 8826766 w 9288370"/>
              <a:gd name="connsiteY56" fmla="*/ 152111 h 1857909"/>
              <a:gd name="connsiteX57" fmla="*/ 8917647 w 9288370"/>
              <a:gd name="connsiteY57" fmla="*/ 112232 h 1857909"/>
              <a:gd name="connsiteX58" fmla="*/ 9182272 w 9288370"/>
              <a:gd name="connsiteY58" fmla="*/ 37171 h 1857909"/>
              <a:gd name="connsiteX59" fmla="*/ 9232990 w 9288370"/>
              <a:gd name="connsiteY59" fmla="*/ 24074 h 1857909"/>
              <a:gd name="connsiteX60" fmla="*/ 9288370 w 9288370"/>
              <a:gd name="connsiteY60" fmla="*/ 0 h 1857909"/>
              <a:gd name="connsiteX61" fmla="*/ 0 w 9288370"/>
              <a:gd name="connsiteY61" fmla="*/ 0 h 1857909"/>
              <a:gd name="connsiteX62" fmla="*/ 44869 w 9288370"/>
              <a:gd name="connsiteY62" fmla="*/ 1742117 h 1857909"/>
              <a:gd name="connsiteX0" fmla="*/ 8158 w 9288370"/>
              <a:gd name="connsiteY0" fmla="*/ 1671666 h 1857909"/>
              <a:gd name="connsiteX1" fmla="*/ 1049 w 9288370"/>
              <a:gd name="connsiteY1" fmla="*/ 1857909 h 1857909"/>
              <a:gd name="connsiteX2" fmla="*/ 370426 w 9288370"/>
              <a:gd name="connsiteY2" fmla="*/ 1702965 h 1857909"/>
              <a:gd name="connsiteX3" fmla="*/ 766051 w 9288370"/>
              <a:gd name="connsiteY3" fmla="*/ 1569826 h 1857909"/>
              <a:gd name="connsiteX4" fmla="*/ 971617 w 9288370"/>
              <a:gd name="connsiteY4" fmla="*/ 1522494 h 1857909"/>
              <a:gd name="connsiteX5" fmla="*/ 1186668 w 9288370"/>
              <a:gd name="connsiteY5" fmla="*/ 1521861 h 1857909"/>
              <a:gd name="connsiteX6" fmla="*/ 1339078 w 9288370"/>
              <a:gd name="connsiteY6" fmla="*/ 1494730 h 1857909"/>
              <a:gd name="connsiteX7" fmla="*/ 1492452 w 9288370"/>
              <a:gd name="connsiteY7" fmla="*/ 1519061 h 1857909"/>
              <a:gd name="connsiteX8" fmla="*/ 1604999 w 9288370"/>
              <a:gd name="connsiteY8" fmla="*/ 1513599 h 1857909"/>
              <a:gd name="connsiteX9" fmla="*/ 1717911 w 9288370"/>
              <a:gd name="connsiteY9" fmla="*/ 1497764 h 1857909"/>
              <a:gd name="connsiteX10" fmla="*/ 1794234 w 9288370"/>
              <a:gd name="connsiteY10" fmla="*/ 1464331 h 1857909"/>
              <a:gd name="connsiteX11" fmla="*/ 2101780 w 9288370"/>
              <a:gd name="connsiteY11" fmla="*/ 1409907 h 1857909"/>
              <a:gd name="connsiteX12" fmla="*/ 2244830 w 9288370"/>
              <a:gd name="connsiteY12" fmla="*/ 1388540 h 1857909"/>
              <a:gd name="connsiteX13" fmla="*/ 2428648 w 9288370"/>
              <a:gd name="connsiteY13" fmla="*/ 1372736 h 1857909"/>
              <a:gd name="connsiteX14" fmla="*/ 2645882 w 9288370"/>
              <a:gd name="connsiteY14" fmla="*/ 1341971 h 1857909"/>
              <a:gd name="connsiteX15" fmla="*/ 2707413 w 9288370"/>
              <a:gd name="connsiteY15" fmla="*/ 1347156 h 1857909"/>
              <a:gd name="connsiteX16" fmla="*/ 2843134 w 9288370"/>
              <a:gd name="connsiteY16" fmla="*/ 1323561 h 1857909"/>
              <a:gd name="connsiteX17" fmla="*/ 2923804 w 9288370"/>
              <a:gd name="connsiteY17" fmla="*/ 1314224 h 1857909"/>
              <a:gd name="connsiteX18" fmla="*/ 2953618 w 9288370"/>
              <a:gd name="connsiteY18" fmla="*/ 1318186 h 1857909"/>
              <a:gd name="connsiteX19" fmla="*/ 2995816 w 9288370"/>
              <a:gd name="connsiteY19" fmla="*/ 1318670 h 1857909"/>
              <a:gd name="connsiteX20" fmla="*/ 3352700 w 9288370"/>
              <a:gd name="connsiteY20" fmla="*/ 1264183 h 1857909"/>
              <a:gd name="connsiteX21" fmla="*/ 3444611 w 9288370"/>
              <a:gd name="connsiteY21" fmla="*/ 1236739 h 1857909"/>
              <a:gd name="connsiteX22" fmla="*/ 3650072 w 9288370"/>
              <a:gd name="connsiteY22" fmla="*/ 1217421 h 1857909"/>
              <a:gd name="connsiteX23" fmla="*/ 3707853 w 9288370"/>
              <a:gd name="connsiteY23" fmla="*/ 1241722 h 1857909"/>
              <a:gd name="connsiteX24" fmla="*/ 3925616 w 9288370"/>
              <a:gd name="connsiteY24" fmla="*/ 1253751 h 1857909"/>
              <a:gd name="connsiteX25" fmla="*/ 3954387 w 9288370"/>
              <a:gd name="connsiteY25" fmla="*/ 1263789 h 1857909"/>
              <a:gd name="connsiteX26" fmla="*/ 3995849 w 9288370"/>
              <a:gd name="connsiteY26" fmla="*/ 1272939 h 1857909"/>
              <a:gd name="connsiteX27" fmla="*/ 4067546 w 9288370"/>
              <a:gd name="connsiteY27" fmla="*/ 1294697 h 1857909"/>
              <a:gd name="connsiteX28" fmla="*/ 4190310 w 9288370"/>
              <a:gd name="connsiteY28" fmla="*/ 1307786 h 1857909"/>
              <a:gd name="connsiteX29" fmla="*/ 4230008 w 9288370"/>
              <a:gd name="connsiteY29" fmla="*/ 1303546 h 1857909"/>
              <a:gd name="connsiteX30" fmla="*/ 4575478 w 9288370"/>
              <a:gd name="connsiteY30" fmla="*/ 1261726 h 1857909"/>
              <a:gd name="connsiteX31" fmla="*/ 4650026 w 9288370"/>
              <a:gd name="connsiteY31" fmla="*/ 1265798 h 1857909"/>
              <a:gd name="connsiteX32" fmla="*/ 4792008 w 9288370"/>
              <a:gd name="connsiteY32" fmla="*/ 1243899 h 1857909"/>
              <a:gd name="connsiteX33" fmla="*/ 4954126 w 9288370"/>
              <a:gd name="connsiteY33" fmla="*/ 1204617 h 1857909"/>
              <a:gd name="connsiteX34" fmla="*/ 5309678 w 9288370"/>
              <a:gd name="connsiteY34" fmla="*/ 1128278 h 1857909"/>
              <a:gd name="connsiteX35" fmla="*/ 5474724 w 9288370"/>
              <a:gd name="connsiteY35" fmla="*/ 1091167 h 1857909"/>
              <a:gd name="connsiteX36" fmla="*/ 5612132 w 9288370"/>
              <a:gd name="connsiteY36" fmla="*/ 1051509 h 1857909"/>
              <a:gd name="connsiteX37" fmla="*/ 5776618 w 9288370"/>
              <a:gd name="connsiteY37" fmla="*/ 1053037 h 1857909"/>
              <a:gd name="connsiteX38" fmla="*/ 5785786 w 9288370"/>
              <a:gd name="connsiteY38" fmla="*/ 1051213 h 1857909"/>
              <a:gd name="connsiteX39" fmla="*/ 5829381 w 9288370"/>
              <a:gd name="connsiteY39" fmla="*/ 1046878 h 1857909"/>
              <a:gd name="connsiteX40" fmla="*/ 5943596 w 9288370"/>
              <a:gd name="connsiteY40" fmla="*/ 1043237 h 1857909"/>
              <a:gd name="connsiteX41" fmla="*/ 5985730 w 9288370"/>
              <a:gd name="connsiteY41" fmla="*/ 1035396 h 1857909"/>
              <a:gd name="connsiteX42" fmla="*/ 6103109 w 9288370"/>
              <a:gd name="connsiteY42" fmla="*/ 1019019 h 1857909"/>
              <a:gd name="connsiteX43" fmla="*/ 6222406 w 9288370"/>
              <a:gd name="connsiteY43" fmla="*/ 985341 h 1857909"/>
              <a:gd name="connsiteX44" fmla="*/ 6598672 w 9288370"/>
              <a:gd name="connsiteY44" fmla="*/ 902062 h 1857909"/>
              <a:gd name="connsiteX45" fmla="*/ 6766149 w 9288370"/>
              <a:gd name="connsiteY45" fmla="*/ 846132 h 1857909"/>
              <a:gd name="connsiteX46" fmla="*/ 6886312 w 9288370"/>
              <a:gd name="connsiteY46" fmla="*/ 781877 h 1857909"/>
              <a:gd name="connsiteX47" fmla="*/ 7006457 w 9288370"/>
              <a:gd name="connsiteY47" fmla="*/ 699758 h 1857909"/>
              <a:gd name="connsiteX48" fmla="*/ 7231643 w 9288370"/>
              <a:gd name="connsiteY48" fmla="*/ 640778 h 1857909"/>
              <a:gd name="connsiteX49" fmla="*/ 7363123 w 9288370"/>
              <a:gd name="connsiteY49" fmla="*/ 593682 h 1857909"/>
              <a:gd name="connsiteX50" fmla="*/ 7588368 w 9288370"/>
              <a:gd name="connsiteY50" fmla="*/ 531129 h 1857909"/>
              <a:gd name="connsiteX51" fmla="*/ 7782741 w 9288370"/>
              <a:gd name="connsiteY51" fmla="*/ 455936 h 1857909"/>
              <a:gd name="connsiteX52" fmla="*/ 7952094 w 9288370"/>
              <a:gd name="connsiteY52" fmla="*/ 409302 h 1857909"/>
              <a:gd name="connsiteX53" fmla="*/ 8231938 w 9288370"/>
              <a:gd name="connsiteY53" fmla="*/ 259259 h 1857909"/>
              <a:gd name="connsiteX54" fmla="*/ 8428864 w 9288370"/>
              <a:gd name="connsiteY54" fmla="*/ 208471 h 1857909"/>
              <a:gd name="connsiteX55" fmla="*/ 8616510 w 9288370"/>
              <a:gd name="connsiteY55" fmla="*/ 161973 h 1857909"/>
              <a:gd name="connsiteX56" fmla="*/ 8826766 w 9288370"/>
              <a:gd name="connsiteY56" fmla="*/ 152111 h 1857909"/>
              <a:gd name="connsiteX57" fmla="*/ 8917647 w 9288370"/>
              <a:gd name="connsiteY57" fmla="*/ 112232 h 1857909"/>
              <a:gd name="connsiteX58" fmla="*/ 9182272 w 9288370"/>
              <a:gd name="connsiteY58" fmla="*/ 37171 h 1857909"/>
              <a:gd name="connsiteX59" fmla="*/ 9232990 w 9288370"/>
              <a:gd name="connsiteY59" fmla="*/ 24074 h 1857909"/>
              <a:gd name="connsiteX60" fmla="*/ 9288370 w 9288370"/>
              <a:gd name="connsiteY60" fmla="*/ 0 h 1857909"/>
              <a:gd name="connsiteX61" fmla="*/ 0 w 9288370"/>
              <a:gd name="connsiteY61" fmla="*/ 0 h 1857909"/>
              <a:gd name="connsiteX62" fmla="*/ 8158 w 9288370"/>
              <a:gd name="connsiteY62" fmla="*/ 1671666 h 1857909"/>
              <a:gd name="connsiteX0" fmla="*/ 8158 w 9288370"/>
              <a:gd name="connsiteY0" fmla="*/ 1671666 h 1721151"/>
              <a:gd name="connsiteX1" fmla="*/ 66313 w 9288370"/>
              <a:gd name="connsiteY1" fmla="*/ 1721151 h 1721151"/>
              <a:gd name="connsiteX2" fmla="*/ 370426 w 9288370"/>
              <a:gd name="connsiteY2" fmla="*/ 1702965 h 1721151"/>
              <a:gd name="connsiteX3" fmla="*/ 766051 w 9288370"/>
              <a:gd name="connsiteY3" fmla="*/ 1569826 h 1721151"/>
              <a:gd name="connsiteX4" fmla="*/ 971617 w 9288370"/>
              <a:gd name="connsiteY4" fmla="*/ 1522494 h 1721151"/>
              <a:gd name="connsiteX5" fmla="*/ 1186668 w 9288370"/>
              <a:gd name="connsiteY5" fmla="*/ 1521861 h 1721151"/>
              <a:gd name="connsiteX6" fmla="*/ 1339078 w 9288370"/>
              <a:gd name="connsiteY6" fmla="*/ 1494730 h 1721151"/>
              <a:gd name="connsiteX7" fmla="*/ 1492452 w 9288370"/>
              <a:gd name="connsiteY7" fmla="*/ 1519061 h 1721151"/>
              <a:gd name="connsiteX8" fmla="*/ 1604999 w 9288370"/>
              <a:gd name="connsiteY8" fmla="*/ 1513599 h 1721151"/>
              <a:gd name="connsiteX9" fmla="*/ 1717911 w 9288370"/>
              <a:gd name="connsiteY9" fmla="*/ 1497764 h 1721151"/>
              <a:gd name="connsiteX10" fmla="*/ 1794234 w 9288370"/>
              <a:gd name="connsiteY10" fmla="*/ 1464331 h 1721151"/>
              <a:gd name="connsiteX11" fmla="*/ 2101780 w 9288370"/>
              <a:gd name="connsiteY11" fmla="*/ 1409907 h 1721151"/>
              <a:gd name="connsiteX12" fmla="*/ 2244830 w 9288370"/>
              <a:gd name="connsiteY12" fmla="*/ 1388540 h 1721151"/>
              <a:gd name="connsiteX13" fmla="*/ 2428648 w 9288370"/>
              <a:gd name="connsiteY13" fmla="*/ 1372736 h 1721151"/>
              <a:gd name="connsiteX14" fmla="*/ 2645882 w 9288370"/>
              <a:gd name="connsiteY14" fmla="*/ 1341971 h 1721151"/>
              <a:gd name="connsiteX15" fmla="*/ 2707413 w 9288370"/>
              <a:gd name="connsiteY15" fmla="*/ 1347156 h 1721151"/>
              <a:gd name="connsiteX16" fmla="*/ 2843134 w 9288370"/>
              <a:gd name="connsiteY16" fmla="*/ 1323561 h 1721151"/>
              <a:gd name="connsiteX17" fmla="*/ 2923804 w 9288370"/>
              <a:gd name="connsiteY17" fmla="*/ 1314224 h 1721151"/>
              <a:gd name="connsiteX18" fmla="*/ 2953618 w 9288370"/>
              <a:gd name="connsiteY18" fmla="*/ 1318186 h 1721151"/>
              <a:gd name="connsiteX19" fmla="*/ 2995816 w 9288370"/>
              <a:gd name="connsiteY19" fmla="*/ 1318670 h 1721151"/>
              <a:gd name="connsiteX20" fmla="*/ 3352700 w 9288370"/>
              <a:gd name="connsiteY20" fmla="*/ 1264183 h 1721151"/>
              <a:gd name="connsiteX21" fmla="*/ 3444611 w 9288370"/>
              <a:gd name="connsiteY21" fmla="*/ 1236739 h 1721151"/>
              <a:gd name="connsiteX22" fmla="*/ 3650072 w 9288370"/>
              <a:gd name="connsiteY22" fmla="*/ 1217421 h 1721151"/>
              <a:gd name="connsiteX23" fmla="*/ 3707853 w 9288370"/>
              <a:gd name="connsiteY23" fmla="*/ 1241722 h 1721151"/>
              <a:gd name="connsiteX24" fmla="*/ 3925616 w 9288370"/>
              <a:gd name="connsiteY24" fmla="*/ 1253751 h 1721151"/>
              <a:gd name="connsiteX25" fmla="*/ 3954387 w 9288370"/>
              <a:gd name="connsiteY25" fmla="*/ 1263789 h 1721151"/>
              <a:gd name="connsiteX26" fmla="*/ 3995849 w 9288370"/>
              <a:gd name="connsiteY26" fmla="*/ 1272939 h 1721151"/>
              <a:gd name="connsiteX27" fmla="*/ 4067546 w 9288370"/>
              <a:gd name="connsiteY27" fmla="*/ 1294697 h 1721151"/>
              <a:gd name="connsiteX28" fmla="*/ 4190310 w 9288370"/>
              <a:gd name="connsiteY28" fmla="*/ 1307786 h 1721151"/>
              <a:gd name="connsiteX29" fmla="*/ 4230008 w 9288370"/>
              <a:gd name="connsiteY29" fmla="*/ 1303546 h 1721151"/>
              <a:gd name="connsiteX30" fmla="*/ 4575478 w 9288370"/>
              <a:gd name="connsiteY30" fmla="*/ 1261726 h 1721151"/>
              <a:gd name="connsiteX31" fmla="*/ 4650026 w 9288370"/>
              <a:gd name="connsiteY31" fmla="*/ 1265798 h 1721151"/>
              <a:gd name="connsiteX32" fmla="*/ 4792008 w 9288370"/>
              <a:gd name="connsiteY32" fmla="*/ 1243899 h 1721151"/>
              <a:gd name="connsiteX33" fmla="*/ 4954126 w 9288370"/>
              <a:gd name="connsiteY33" fmla="*/ 1204617 h 1721151"/>
              <a:gd name="connsiteX34" fmla="*/ 5309678 w 9288370"/>
              <a:gd name="connsiteY34" fmla="*/ 1128278 h 1721151"/>
              <a:gd name="connsiteX35" fmla="*/ 5474724 w 9288370"/>
              <a:gd name="connsiteY35" fmla="*/ 1091167 h 1721151"/>
              <a:gd name="connsiteX36" fmla="*/ 5612132 w 9288370"/>
              <a:gd name="connsiteY36" fmla="*/ 1051509 h 1721151"/>
              <a:gd name="connsiteX37" fmla="*/ 5776618 w 9288370"/>
              <a:gd name="connsiteY37" fmla="*/ 1053037 h 1721151"/>
              <a:gd name="connsiteX38" fmla="*/ 5785786 w 9288370"/>
              <a:gd name="connsiteY38" fmla="*/ 1051213 h 1721151"/>
              <a:gd name="connsiteX39" fmla="*/ 5829381 w 9288370"/>
              <a:gd name="connsiteY39" fmla="*/ 1046878 h 1721151"/>
              <a:gd name="connsiteX40" fmla="*/ 5943596 w 9288370"/>
              <a:gd name="connsiteY40" fmla="*/ 1043237 h 1721151"/>
              <a:gd name="connsiteX41" fmla="*/ 5985730 w 9288370"/>
              <a:gd name="connsiteY41" fmla="*/ 1035396 h 1721151"/>
              <a:gd name="connsiteX42" fmla="*/ 6103109 w 9288370"/>
              <a:gd name="connsiteY42" fmla="*/ 1019019 h 1721151"/>
              <a:gd name="connsiteX43" fmla="*/ 6222406 w 9288370"/>
              <a:gd name="connsiteY43" fmla="*/ 985341 h 1721151"/>
              <a:gd name="connsiteX44" fmla="*/ 6598672 w 9288370"/>
              <a:gd name="connsiteY44" fmla="*/ 902062 h 1721151"/>
              <a:gd name="connsiteX45" fmla="*/ 6766149 w 9288370"/>
              <a:gd name="connsiteY45" fmla="*/ 846132 h 1721151"/>
              <a:gd name="connsiteX46" fmla="*/ 6886312 w 9288370"/>
              <a:gd name="connsiteY46" fmla="*/ 781877 h 1721151"/>
              <a:gd name="connsiteX47" fmla="*/ 7006457 w 9288370"/>
              <a:gd name="connsiteY47" fmla="*/ 699758 h 1721151"/>
              <a:gd name="connsiteX48" fmla="*/ 7231643 w 9288370"/>
              <a:gd name="connsiteY48" fmla="*/ 640778 h 1721151"/>
              <a:gd name="connsiteX49" fmla="*/ 7363123 w 9288370"/>
              <a:gd name="connsiteY49" fmla="*/ 593682 h 1721151"/>
              <a:gd name="connsiteX50" fmla="*/ 7588368 w 9288370"/>
              <a:gd name="connsiteY50" fmla="*/ 531129 h 1721151"/>
              <a:gd name="connsiteX51" fmla="*/ 7782741 w 9288370"/>
              <a:gd name="connsiteY51" fmla="*/ 455936 h 1721151"/>
              <a:gd name="connsiteX52" fmla="*/ 7952094 w 9288370"/>
              <a:gd name="connsiteY52" fmla="*/ 409302 h 1721151"/>
              <a:gd name="connsiteX53" fmla="*/ 8231938 w 9288370"/>
              <a:gd name="connsiteY53" fmla="*/ 259259 h 1721151"/>
              <a:gd name="connsiteX54" fmla="*/ 8428864 w 9288370"/>
              <a:gd name="connsiteY54" fmla="*/ 208471 h 1721151"/>
              <a:gd name="connsiteX55" fmla="*/ 8616510 w 9288370"/>
              <a:gd name="connsiteY55" fmla="*/ 161973 h 1721151"/>
              <a:gd name="connsiteX56" fmla="*/ 8826766 w 9288370"/>
              <a:gd name="connsiteY56" fmla="*/ 152111 h 1721151"/>
              <a:gd name="connsiteX57" fmla="*/ 8917647 w 9288370"/>
              <a:gd name="connsiteY57" fmla="*/ 112232 h 1721151"/>
              <a:gd name="connsiteX58" fmla="*/ 9182272 w 9288370"/>
              <a:gd name="connsiteY58" fmla="*/ 37171 h 1721151"/>
              <a:gd name="connsiteX59" fmla="*/ 9232990 w 9288370"/>
              <a:gd name="connsiteY59" fmla="*/ 24074 h 1721151"/>
              <a:gd name="connsiteX60" fmla="*/ 9288370 w 9288370"/>
              <a:gd name="connsiteY60" fmla="*/ 0 h 1721151"/>
              <a:gd name="connsiteX61" fmla="*/ 0 w 9288370"/>
              <a:gd name="connsiteY61" fmla="*/ 0 h 1721151"/>
              <a:gd name="connsiteX62" fmla="*/ 8158 w 9288370"/>
              <a:gd name="connsiteY62" fmla="*/ 1671666 h 1721151"/>
              <a:gd name="connsiteX0" fmla="*/ 8158 w 9288370"/>
              <a:gd name="connsiteY0" fmla="*/ 1671666 h 1721151"/>
              <a:gd name="connsiteX1" fmla="*/ 66313 w 9288370"/>
              <a:gd name="connsiteY1" fmla="*/ 1721151 h 1721151"/>
              <a:gd name="connsiteX2" fmla="*/ 313320 w 9288370"/>
              <a:gd name="connsiteY2" fmla="*/ 1690533 h 1721151"/>
              <a:gd name="connsiteX3" fmla="*/ 766051 w 9288370"/>
              <a:gd name="connsiteY3" fmla="*/ 1569826 h 1721151"/>
              <a:gd name="connsiteX4" fmla="*/ 971617 w 9288370"/>
              <a:gd name="connsiteY4" fmla="*/ 1522494 h 1721151"/>
              <a:gd name="connsiteX5" fmla="*/ 1186668 w 9288370"/>
              <a:gd name="connsiteY5" fmla="*/ 1521861 h 1721151"/>
              <a:gd name="connsiteX6" fmla="*/ 1339078 w 9288370"/>
              <a:gd name="connsiteY6" fmla="*/ 1494730 h 1721151"/>
              <a:gd name="connsiteX7" fmla="*/ 1492452 w 9288370"/>
              <a:gd name="connsiteY7" fmla="*/ 1519061 h 1721151"/>
              <a:gd name="connsiteX8" fmla="*/ 1604999 w 9288370"/>
              <a:gd name="connsiteY8" fmla="*/ 1513599 h 1721151"/>
              <a:gd name="connsiteX9" fmla="*/ 1717911 w 9288370"/>
              <a:gd name="connsiteY9" fmla="*/ 1497764 h 1721151"/>
              <a:gd name="connsiteX10" fmla="*/ 1794234 w 9288370"/>
              <a:gd name="connsiteY10" fmla="*/ 1464331 h 1721151"/>
              <a:gd name="connsiteX11" fmla="*/ 2101780 w 9288370"/>
              <a:gd name="connsiteY11" fmla="*/ 1409907 h 1721151"/>
              <a:gd name="connsiteX12" fmla="*/ 2244830 w 9288370"/>
              <a:gd name="connsiteY12" fmla="*/ 1388540 h 1721151"/>
              <a:gd name="connsiteX13" fmla="*/ 2428648 w 9288370"/>
              <a:gd name="connsiteY13" fmla="*/ 1372736 h 1721151"/>
              <a:gd name="connsiteX14" fmla="*/ 2645882 w 9288370"/>
              <a:gd name="connsiteY14" fmla="*/ 1341971 h 1721151"/>
              <a:gd name="connsiteX15" fmla="*/ 2707413 w 9288370"/>
              <a:gd name="connsiteY15" fmla="*/ 1347156 h 1721151"/>
              <a:gd name="connsiteX16" fmla="*/ 2843134 w 9288370"/>
              <a:gd name="connsiteY16" fmla="*/ 1323561 h 1721151"/>
              <a:gd name="connsiteX17" fmla="*/ 2923804 w 9288370"/>
              <a:gd name="connsiteY17" fmla="*/ 1314224 h 1721151"/>
              <a:gd name="connsiteX18" fmla="*/ 2953618 w 9288370"/>
              <a:gd name="connsiteY18" fmla="*/ 1318186 h 1721151"/>
              <a:gd name="connsiteX19" fmla="*/ 2995816 w 9288370"/>
              <a:gd name="connsiteY19" fmla="*/ 1318670 h 1721151"/>
              <a:gd name="connsiteX20" fmla="*/ 3352700 w 9288370"/>
              <a:gd name="connsiteY20" fmla="*/ 1264183 h 1721151"/>
              <a:gd name="connsiteX21" fmla="*/ 3444611 w 9288370"/>
              <a:gd name="connsiteY21" fmla="*/ 1236739 h 1721151"/>
              <a:gd name="connsiteX22" fmla="*/ 3650072 w 9288370"/>
              <a:gd name="connsiteY22" fmla="*/ 1217421 h 1721151"/>
              <a:gd name="connsiteX23" fmla="*/ 3707853 w 9288370"/>
              <a:gd name="connsiteY23" fmla="*/ 1241722 h 1721151"/>
              <a:gd name="connsiteX24" fmla="*/ 3925616 w 9288370"/>
              <a:gd name="connsiteY24" fmla="*/ 1253751 h 1721151"/>
              <a:gd name="connsiteX25" fmla="*/ 3954387 w 9288370"/>
              <a:gd name="connsiteY25" fmla="*/ 1263789 h 1721151"/>
              <a:gd name="connsiteX26" fmla="*/ 3995849 w 9288370"/>
              <a:gd name="connsiteY26" fmla="*/ 1272939 h 1721151"/>
              <a:gd name="connsiteX27" fmla="*/ 4067546 w 9288370"/>
              <a:gd name="connsiteY27" fmla="*/ 1294697 h 1721151"/>
              <a:gd name="connsiteX28" fmla="*/ 4190310 w 9288370"/>
              <a:gd name="connsiteY28" fmla="*/ 1307786 h 1721151"/>
              <a:gd name="connsiteX29" fmla="*/ 4230008 w 9288370"/>
              <a:gd name="connsiteY29" fmla="*/ 1303546 h 1721151"/>
              <a:gd name="connsiteX30" fmla="*/ 4575478 w 9288370"/>
              <a:gd name="connsiteY30" fmla="*/ 1261726 h 1721151"/>
              <a:gd name="connsiteX31" fmla="*/ 4650026 w 9288370"/>
              <a:gd name="connsiteY31" fmla="*/ 1265798 h 1721151"/>
              <a:gd name="connsiteX32" fmla="*/ 4792008 w 9288370"/>
              <a:gd name="connsiteY32" fmla="*/ 1243899 h 1721151"/>
              <a:gd name="connsiteX33" fmla="*/ 4954126 w 9288370"/>
              <a:gd name="connsiteY33" fmla="*/ 1204617 h 1721151"/>
              <a:gd name="connsiteX34" fmla="*/ 5309678 w 9288370"/>
              <a:gd name="connsiteY34" fmla="*/ 1128278 h 1721151"/>
              <a:gd name="connsiteX35" fmla="*/ 5474724 w 9288370"/>
              <a:gd name="connsiteY35" fmla="*/ 1091167 h 1721151"/>
              <a:gd name="connsiteX36" fmla="*/ 5612132 w 9288370"/>
              <a:gd name="connsiteY36" fmla="*/ 1051509 h 1721151"/>
              <a:gd name="connsiteX37" fmla="*/ 5776618 w 9288370"/>
              <a:gd name="connsiteY37" fmla="*/ 1053037 h 1721151"/>
              <a:gd name="connsiteX38" fmla="*/ 5785786 w 9288370"/>
              <a:gd name="connsiteY38" fmla="*/ 1051213 h 1721151"/>
              <a:gd name="connsiteX39" fmla="*/ 5829381 w 9288370"/>
              <a:gd name="connsiteY39" fmla="*/ 1046878 h 1721151"/>
              <a:gd name="connsiteX40" fmla="*/ 5943596 w 9288370"/>
              <a:gd name="connsiteY40" fmla="*/ 1043237 h 1721151"/>
              <a:gd name="connsiteX41" fmla="*/ 5985730 w 9288370"/>
              <a:gd name="connsiteY41" fmla="*/ 1035396 h 1721151"/>
              <a:gd name="connsiteX42" fmla="*/ 6103109 w 9288370"/>
              <a:gd name="connsiteY42" fmla="*/ 1019019 h 1721151"/>
              <a:gd name="connsiteX43" fmla="*/ 6222406 w 9288370"/>
              <a:gd name="connsiteY43" fmla="*/ 985341 h 1721151"/>
              <a:gd name="connsiteX44" fmla="*/ 6598672 w 9288370"/>
              <a:gd name="connsiteY44" fmla="*/ 902062 h 1721151"/>
              <a:gd name="connsiteX45" fmla="*/ 6766149 w 9288370"/>
              <a:gd name="connsiteY45" fmla="*/ 846132 h 1721151"/>
              <a:gd name="connsiteX46" fmla="*/ 6886312 w 9288370"/>
              <a:gd name="connsiteY46" fmla="*/ 781877 h 1721151"/>
              <a:gd name="connsiteX47" fmla="*/ 7006457 w 9288370"/>
              <a:gd name="connsiteY47" fmla="*/ 699758 h 1721151"/>
              <a:gd name="connsiteX48" fmla="*/ 7231643 w 9288370"/>
              <a:gd name="connsiteY48" fmla="*/ 640778 h 1721151"/>
              <a:gd name="connsiteX49" fmla="*/ 7363123 w 9288370"/>
              <a:gd name="connsiteY49" fmla="*/ 593682 h 1721151"/>
              <a:gd name="connsiteX50" fmla="*/ 7588368 w 9288370"/>
              <a:gd name="connsiteY50" fmla="*/ 531129 h 1721151"/>
              <a:gd name="connsiteX51" fmla="*/ 7782741 w 9288370"/>
              <a:gd name="connsiteY51" fmla="*/ 455936 h 1721151"/>
              <a:gd name="connsiteX52" fmla="*/ 7952094 w 9288370"/>
              <a:gd name="connsiteY52" fmla="*/ 409302 h 1721151"/>
              <a:gd name="connsiteX53" fmla="*/ 8231938 w 9288370"/>
              <a:gd name="connsiteY53" fmla="*/ 259259 h 1721151"/>
              <a:gd name="connsiteX54" fmla="*/ 8428864 w 9288370"/>
              <a:gd name="connsiteY54" fmla="*/ 208471 h 1721151"/>
              <a:gd name="connsiteX55" fmla="*/ 8616510 w 9288370"/>
              <a:gd name="connsiteY55" fmla="*/ 161973 h 1721151"/>
              <a:gd name="connsiteX56" fmla="*/ 8826766 w 9288370"/>
              <a:gd name="connsiteY56" fmla="*/ 152111 h 1721151"/>
              <a:gd name="connsiteX57" fmla="*/ 8917647 w 9288370"/>
              <a:gd name="connsiteY57" fmla="*/ 112232 h 1721151"/>
              <a:gd name="connsiteX58" fmla="*/ 9182272 w 9288370"/>
              <a:gd name="connsiteY58" fmla="*/ 37171 h 1721151"/>
              <a:gd name="connsiteX59" fmla="*/ 9232990 w 9288370"/>
              <a:gd name="connsiteY59" fmla="*/ 24074 h 1721151"/>
              <a:gd name="connsiteX60" fmla="*/ 9288370 w 9288370"/>
              <a:gd name="connsiteY60" fmla="*/ 0 h 1721151"/>
              <a:gd name="connsiteX61" fmla="*/ 0 w 9288370"/>
              <a:gd name="connsiteY61" fmla="*/ 0 h 1721151"/>
              <a:gd name="connsiteX62" fmla="*/ 8158 w 9288370"/>
              <a:gd name="connsiteY62" fmla="*/ 1671666 h 1721151"/>
              <a:gd name="connsiteX0" fmla="*/ 8158 w 9288370"/>
              <a:gd name="connsiteY0" fmla="*/ 1671666 h 1721151"/>
              <a:gd name="connsiteX1" fmla="*/ 66313 w 9288370"/>
              <a:gd name="connsiteY1" fmla="*/ 1721151 h 1721151"/>
              <a:gd name="connsiteX2" fmla="*/ 313320 w 9288370"/>
              <a:gd name="connsiteY2" fmla="*/ 1690533 h 1721151"/>
              <a:gd name="connsiteX3" fmla="*/ 766051 w 9288370"/>
              <a:gd name="connsiteY3" fmla="*/ 1569826 h 1721151"/>
              <a:gd name="connsiteX4" fmla="*/ 971617 w 9288370"/>
              <a:gd name="connsiteY4" fmla="*/ 1522494 h 1721151"/>
              <a:gd name="connsiteX5" fmla="*/ 1186668 w 9288370"/>
              <a:gd name="connsiteY5" fmla="*/ 1521861 h 1721151"/>
              <a:gd name="connsiteX6" fmla="*/ 1339078 w 9288370"/>
              <a:gd name="connsiteY6" fmla="*/ 1494730 h 1721151"/>
              <a:gd name="connsiteX7" fmla="*/ 1492452 w 9288370"/>
              <a:gd name="connsiteY7" fmla="*/ 1519061 h 1721151"/>
              <a:gd name="connsiteX8" fmla="*/ 1604999 w 9288370"/>
              <a:gd name="connsiteY8" fmla="*/ 1513599 h 1721151"/>
              <a:gd name="connsiteX9" fmla="*/ 1717911 w 9288370"/>
              <a:gd name="connsiteY9" fmla="*/ 1497764 h 1721151"/>
              <a:gd name="connsiteX10" fmla="*/ 1794234 w 9288370"/>
              <a:gd name="connsiteY10" fmla="*/ 1464331 h 1721151"/>
              <a:gd name="connsiteX11" fmla="*/ 2101780 w 9288370"/>
              <a:gd name="connsiteY11" fmla="*/ 1409907 h 1721151"/>
              <a:gd name="connsiteX12" fmla="*/ 2244830 w 9288370"/>
              <a:gd name="connsiteY12" fmla="*/ 1388540 h 1721151"/>
              <a:gd name="connsiteX13" fmla="*/ 2428648 w 9288370"/>
              <a:gd name="connsiteY13" fmla="*/ 1372736 h 1721151"/>
              <a:gd name="connsiteX14" fmla="*/ 2645882 w 9288370"/>
              <a:gd name="connsiteY14" fmla="*/ 1341971 h 1721151"/>
              <a:gd name="connsiteX15" fmla="*/ 2707413 w 9288370"/>
              <a:gd name="connsiteY15" fmla="*/ 1347156 h 1721151"/>
              <a:gd name="connsiteX16" fmla="*/ 2843134 w 9288370"/>
              <a:gd name="connsiteY16" fmla="*/ 1323561 h 1721151"/>
              <a:gd name="connsiteX17" fmla="*/ 2923804 w 9288370"/>
              <a:gd name="connsiteY17" fmla="*/ 1314224 h 1721151"/>
              <a:gd name="connsiteX18" fmla="*/ 2953618 w 9288370"/>
              <a:gd name="connsiteY18" fmla="*/ 1318186 h 1721151"/>
              <a:gd name="connsiteX19" fmla="*/ 2995816 w 9288370"/>
              <a:gd name="connsiteY19" fmla="*/ 1318670 h 1721151"/>
              <a:gd name="connsiteX20" fmla="*/ 3352700 w 9288370"/>
              <a:gd name="connsiteY20" fmla="*/ 1264183 h 1721151"/>
              <a:gd name="connsiteX21" fmla="*/ 3444611 w 9288370"/>
              <a:gd name="connsiteY21" fmla="*/ 1236739 h 1721151"/>
              <a:gd name="connsiteX22" fmla="*/ 3650072 w 9288370"/>
              <a:gd name="connsiteY22" fmla="*/ 1217421 h 1721151"/>
              <a:gd name="connsiteX23" fmla="*/ 3707853 w 9288370"/>
              <a:gd name="connsiteY23" fmla="*/ 1241722 h 1721151"/>
              <a:gd name="connsiteX24" fmla="*/ 3925616 w 9288370"/>
              <a:gd name="connsiteY24" fmla="*/ 1253751 h 1721151"/>
              <a:gd name="connsiteX25" fmla="*/ 3954387 w 9288370"/>
              <a:gd name="connsiteY25" fmla="*/ 1263789 h 1721151"/>
              <a:gd name="connsiteX26" fmla="*/ 3995849 w 9288370"/>
              <a:gd name="connsiteY26" fmla="*/ 1272939 h 1721151"/>
              <a:gd name="connsiteX27" fmla="*/ 4067546 w 9288370"/>
              <a:gd name="connsiteY27" fmla="*/ 1294697 h 1721151"/>
              <a:gd name="connsiteX28" fmla="*/ 4190310 w 9288370"/>
              <a:gd name="connsiteY28" fmla="*/ 1307786 h 1721151"/>
              <a:gd name="connsiteX29" fmla="*/ 4230008 w 9288370"/>
              <a:gd name="connsiteY29" fmla="*/ 1303546 h 1721151"/>
              <a:gd name="connsiteX30" fmla="*/ 4575478 w 9288370"/>
              <a:gd name="connsiteY30" fmla="*/ 1261726 h 1721151"/>
              <a:gd name="connsiteX31" fmla="*/ 4650026 w 9288370"/>
              <a:gd name="connsiteY31" fmla="*/ 1265798 h 1721151"/>
              <a:gd name="connsiteX32" fmla="*/ 4792008 w 9288370"/>
              <a:gd name="connsiteY32" fmla="*/ 1243899 h 1721151"/>
              <a:gd name="connsiteX33" fmla="*/ 4954126 w 9288370"/>
              <a:gd name="connsiteY33" fmla="*/ 1204617 h 1721151"/>
              <a:gd name="connsiteX34" fmla="*/ 5309678 w 9288370"/>
              <a:gd name="connsiteY34" fmla="*/ 1128278 h 1721151"/>
              <a:gd name="connsiteX35" fmla="*/ 5474724 w 9288370"/>
              <a:gd name="connsiteY35" fmla="*/ 1091167 h 1721151"/>
              <a:gd name="connsiteX36" fmla="*/ 5612132 w 9288370"/>
              <a:gd name="connsiteY36" fmla="*/ 1051509 h 1721151"/>
              <a:gd name="connsiteX37" fmla="*/ 5776618 w 9288370"/>
              <a:gd name="connsiteY37" fmla="*/ 1053037 h 1721151"/>
              <a:gd name="connsiteX38" fmla="*/ 5785786 w 9288370"/>
              <a:gd name="connsiteY38" fmla="*/ 1051213 h 1721151"/>
              <a:gd name="connsiteX39" fmla="*/ 5829381 w 9288370"/>
              <a:gd name="connsiteY39" fmla="*/ 1046878 h 1721151"/>
              <a:gd name="connsiteX40" fmla="*/ 5943596 w 9288370"/>
              <a:gd name="connsiteY40" fmla="*/ 1043237 h 1721151"/>
              <a:gd name="connsiteX41" fmla="*/ 5985730 w 9288370"/>
              <a:gd name="connsiteY41" fmla="*/ 1035396 h 1721151"/>
              <a:gd name="connsiteX42" fmla="*/ 6103109 w 9288370"/>
              <a:gd name="connsiteY42" fmla="*/ 1019019 h 1721151"/>
              <a:gd name="connsiteX43" fmla="*/ 6222406 w 9288370"/>
              <a:gd name="connsiteY43" fmla="*/ 985341 h 1721151"/>
              <a:gd name="connsiteX44" fmla="*/ 6598672 w 9288370"/>
              <a:gd name="connsiteY44" fmla="*/ 902062 h 1721151"/>
              <a:gd name="connsiteX45" fmla="*/ 6766149 w 9288370"/>
              <a:gd name="connsiteY45" fmla="*/ 846132 h 1721151"/>
              <a:gd name="connsiteX46" fmla="*/ 6886312 w 9288370"/>
              <a:gd name="connsiteY46" fmla="*/ 781877 h 1721151"/>
              <a:gd name="connsiteX47" fmla="*/ 7006457 w 9288370"/>
              <a:gd name="connsiteY47" fmla="*/ 699758 h 1721151"/>
              <a:gd name="connsiteX48" fmla="*/ 7231643 w 9288370"/>
              <a:gd name="connsiteY48" fmla="*/ 640778 h 1721151"/>
              <a:gd name="connsiteX49" fmla="*/ 7363123 w 9288370"/>
              <a:gd name="connsiteY49" fmla="*/ 593682 h 1721151"/>
              <a:gd name="connsiteX50" fmla="*/ 7588368 w 9288370"/>
              <a:gd name="connsiteY50" fmla="*/ 531129 h 1721151"/>
              <a:gd name="connsiteX51" fmla="*/ 7782741 w 9288370"/>
              <a:gd name="connsiteY51" fmla="*/ 455936 h 1721151"/>
              <a:gd name="connsiteX52" fmla="*/ 7952094 w 9288370"/>
              <a:gd name="connsiteY52" fmla="*/ 409302 h 1721151"/>
              <a:gd name="connsiteX53" fmla="*/ 8231938 w 9288370"/>
              <a:gd name="connsiteY53" fmla="*/ 259259 h 1721151"/>
              <a:gd name="connsiteX54" fmla="*/ 8428864 w 9288370"/>
              <a:gd name="connsiteY54" fmla="*/ 208471 h 1721151"/>
              <a:gd name="connsiteX55" fmla="*/ 8616510 w 9288370"/>
              <a:gd name="connsiteY55" fmla="*/ 161973 h 1721151"/>
              <a:gd name="connsiteX56" fmla="*/ 8826766 w 9288370"/>
              <a:gd name="connsiteY56" fmla="*/ 152111 h 1721151"/>
              <a:gd name="connsiteX57" fmla="*/ 8917647 w 9288370"/>
              <a:gd name="connsiteY57" fmla="*/ 112232 h 1721151"/>
              <a:gd name="connsiteX58" fmla="*/ 9182272 w 9288370"/>
              <a:gd name="connsiteY58" fmla="*/ 37171 h 1721151"/>
              <a:gd name="connsiteX59" fmla="*/ 9232990 w 9288370"/>
              <a:gd name="connsiteY59" fmla="*/ 24074 h 1721151"/>
              <a:gd name="connsiteX60" fmla="*/ 9288370 w 9288370"/>
              <a:gd name="connsiteY60" fmla="*/ 0 h 1721151"/>
              <a:gd name="connsiteX61" fmla="*/ 0 w 9288370"/>
              <a:gd name="connsiteY61" fmla="*/ 0 h 1721151"/>
              <a:gd name="connsiteX62" fmla="*/ 8158 w 9288370"/>
              <a:gd name="connsiteY62" fmla="*/ 1671666 h 1721151"/>
              <a:gd name="connsiteX0" fmla="*/ 8158 w 9288370"/>
              <a:gd name="connsiteY0" fmla="*/ 1671666 h 1721151"/>
              <a:gd name="connsiteX1" fmla="*/ 66313 w 9288370"/>
              <a:gd name="connsiteY1" fmla="*/ 1721151 h 1721151"/>
              <a:gd name="connsiteX2" fmla="*/ 411216 w 9288370"/>
              <a:gd name="connsiteY2" fmla="*/ 1628370 h 1721151"/>
              <a:gd name="connsiteX3" fmla="*/ 766051 w 9288370"/>
              <a:gd name="connsiteY3" fmla="*/ 1569826 h 1721151"/>
              <a:gd name="connsiteX4" fmla="*/ 971617 w 9288370"/>
              <a:gd name="connsiteY4" fmla="*/ 1522494 h 1721151"/>
              <a:gd name="connsiteX5" fmla="*/ 1186668 w 9288370"/>
              <a:gd name="connsiteY5" fmla="*/ 1521861 h 1721151"/>
              <a:gd name="connsiteX6" fmla="*/ 1339078 w 9288370"/>
              <a:gd name="connsiteY6" fmla="*/ 1494730 h 1721151"/>
              <a:gd name="connsiteX7" fmla="*/ 1492452 w 9288370"/>
              <a:gd name="connsiteY7" fmla="*/ 1519061 h 1721151"/>
              <a:gd name="connsiteX8" fmla="*/ 1604999 w 9288370"/>
              <a:gd name="connsiteY8" fmla="*/ 1513599 h 1721151"/>
              <a:gd name="connsiteX9" fmla="*/ 1717911 w 9288370"/>
              <a:gd name="connsiteY9" fmla="*/ 1497764 h 1721151"/>
              <a:gd name="connsiteX10" fmla="*/ 1794234 w 9288370"/>
              <a:gd name="connsiteY10" fmla="*/ 1464331 h 1721151"/>
              <a:gd name="connsiteX11" fmla="*/ 2101780 w 9288370"/>
              <a:gd name="connsiteY11" fmla="*/ 1409907 h 1721151"/>
              <a:gd name="connsiteX12" fmla="*/ 2244830 w 9288370"/>
              <a:gd name="connsiteY12" fmla="*/ 1388540 h 1721151"/>
              <a:gd name="connsiteX13" fmla="*/ 2428648 w 9288370"/>
              <a:gd name="connsiteY13" fmla="*/ 1372736 h 1721151"/>
              <a:gd name="connsiteX14" fmla="*/ 2645882 w 9288370"/>
              <a:gd name="connsiteY14" fmla="*/ 1341971 h 1721151"/>
              <a:gd name="connsiteX15" fmla="*/ 2707413 w 9288370"/>
              <a:gd name="connsiteY15" fmla="*/ 1347156 h 1721151"/>
              <a:gd name="connsiteX16" fmla="*/ 2843134 w 9288370"/>
              <a:gd name="connsiteY16" fmla="*/ 1323561 h 1721151"/>
              <a:gd name="connsiteX17" fmla="*/ 2923804 w 9288370"/>
              <a:gd name="connsiteY17" fmla="*/ 1314224 h 1721151"/>
              <a:gd name="connsiteX18" fmla="*/ 2953618 w 9288370"/>
              <a:gd name="connsiteY18" fmla="*/ 1318186 h 1721151"/>
              <a:gd name="connsiteX19" fmla="*/ 2995816 w 9288370"/>
              <a:gd name="connsiteY19" fmla="*/ 1318670 h 1721151"/>
              <a:gd name="connsiteX20" fmla="*/ 3352700 w 9288370"/>
              <a:gd name="connsiteY20" fmla="*/ 1264183 h 1721151"/>
              <a:gd name="connsiteX21" fmla="*/ 3444611 w 9288370"/>
              <a:gd name="connsiteY21" fmla="*/ 1236739 h 1721151"/>
              <a:gd name="connsiteX22" fmla="*/ 3650072 w 9288370"/>
              <a:gd name="connsiteY22" fmla="*/ 1217421 h 1721151"/>
              <a:gd name="connsiteX23" fmla="*/ 3707853 w 9288370"/>
              <a:gd name="connsiteY23" fmla="*/ 1241722 h 1721151"/>
              <a:gd name="connsiteX24" fmla="*/ 3925616 w 9288370"/>
              <a:gd name="connsiteY24" fmla="*/ 1253751 h 1721151"/>
              <a:gd name="connsiteX25" fmla="*/ 3954387 w 9288370"/>
              <a:gd name="connsiteY25" fmla="*/ 1263789 h 1721151"/>
              <a:gd name="connsiteX26" fmla="*/ 3995849 w 9288370"/>
              <a:gd name="connsiteY26" fmla="*/ 1272939 h 1721151"/>
              <a:gd name="connsiteX27" fmla="*/ 4067546 w 9288370"/>
              <a:gd name="connsiteY27" fmla="*/ 1294697 h 1721151"/>
              <a:gd name="connsiteX28" fmla="*/ 4190310 w 9288370"/>
              <a:gd name="connsiteY28" fmla="*/ 1307786 h 1721151"/>
              <a:gd name="connsiteX29" fmla="*/ 4230008 w 9288370"/>
              <a:gd name="connsiteY29" fmla="*/ 1303546 h 1721151"/>
              <a:gd name="connsiteX30" fmla="*/ 4575478 w 9288370"/>
              <a:gd name="connsiteY30" fmla="*/ 1261726 h 1721151"/>
              <a:gd name="connsiteX31" fmla="*/ 4650026 w 9288370"/>
              <a:gd name="connsiteY31" fmla="*/ 1265798 h 1721151"/>
              <a:gd name="connsiteX32" fmla="*/ 4792008 w 9288370"/>
              <a:gd name="connsiteY32" fmla="*/ 1243899 h 1721151"/>
              <a:gd name="connsiteX33" fmla="*/ 4954126 w 9288370"/>
              <a:gd name="connsiteY33" fmla="*/ 1204617 h 1721151"/>
              <a:gd name="connsiteX34" fmla="*/ 5309678 w 9288370"/>
              <a:gd name="connsiteY34" fmla="*/ 1128278 h 1721151"/>
              <a:gd name="connsiteX35" fmla="*/ 5474724 w 9288370"/>
              <a:gd name="connsiteY35" fmla="*/ 1091167 h 1721151"/>
              <a:gd name="connsiteX36" fmla="*/ 5612132 w 9288370"/>
              <a:gd name="connsiteY36" fmla="*/ 1051509 h 1721151"/>
              <a:gd name="connsiteX37" fmla="*/ 5776618 w 9288370"/>
              <a:gd name="connsiteY37" fmla="*/ 1053037 h 1721151"/>
              <a:gd name="connsiteX38" fmla="*/ 5785786 w 9288370"/>
              <a:gd name="connsiteY38" fmla="*/ 1051213 h 1721151"/>
              <a:gd name="connsiteX39" fmla="*/ 5829381 w 9288370"/>
              <a:gd name="connsiteY39" fmla="*/ 1046878 h 1721151"/>
              <a:gd name="connsiteX40" fmla="*/ 5943596 w 9288370"/>
              <a:gd name="connsiteY40" fmla="*/ 1043237 h 1721151"/>
              <a:gd name="connsiteX41" fmla="*/ 5985730 w 9288370"/>
              <a:gd name="connsiteY41" fmla="*/ 1035396 h 1721151"/>
              <a:gd name="connsiteX42" fmla="*/ 6103109 w 9288370"/>
              <a:gd name="connsiteY42" fmla="*/ 1019019 h 1721151"/>
              <a:gd name="connsiteX43" fmla="*/ 6222406 w 9288370"/>
              <a:gd name="connsiteY43" fmla="*/ 985341 h 1721151"/>
              <a:gd name="connsiteX44" fmla="*/ 6598672 w 9288370"/>
              <a:gd name="connsiteY44" fmla="*/ 902062 h 1721151"/>
              <a:gd name="connsiteX45" fmla="*/ 6766149 w 9288370"/>
              <a:gd name="connsiteY45" fmla="*/ 846132 h 1721151"/>
              <a:gd name="connsiteX46" fmla="*/ 6886312 w 9288370"/>
              <a:gd name="connsiteY46" fmla="*/ 781877 h 1721151"/>
              <a:gd name="connsiteX47" fmla="*/ 7006457 w 9288370"/>
              <a:gd name="connsiteY47" fmla="*/ 699758 h 1721151"/>
              <a:gd name="connsiteX48" fmla="*/ 7231643 w 9288370"/>
              <a:gd name="connsiteY48" fmla="*/ 640778 h 1721151"/>
              <a:gd name="connsiteX49" fmla="*/ 7363123 w 9288370"/>
              <a:gd name="connsiteY49" fmla="*/ 593682 h 1721151"/>
              <a:gd name="connsiteX50" fmla="*/ 7588368 w 9288370"/>
              <a:gd name="connsiteY50" fmla="*/ 531129 h 1721151"/>
              <a:gd name="connsiteX51" fmla="*/ 7782741 w 9288370"/>
              <a:gd name="connsiteY51" fmla="*/ 455936 h 1721151"/>
              <a:gd name="connsiteX52" fmla="*/ 7952094 w 9288370"/>
              <a:gd name="connsiteY52" fmla="*/ 409302 h 1721151"/>
              <a:gd name="connsiteX53" fmla="*/ 8231938 w 9288370"/>
              <a:gd name="connsiteY53" fmla="*/ 259259 h 1721151"/>
              <a:gd name="connsiteX54" fmla="*/ 8428864 w 9288370"/>
              <a:gd name="connsiteY54" fmla="*/ 208471 h 1721151"/>
              <a:gd name="connsiteX55" fmla="*/ 8616510 w 9288370"/>
              <a:gd name="connsiteY55" fmla="*/ 161973 h 1721151"/>
              <a:gd name="connsiteX56" fmla="*/ 8826766 w 9288370"/>
              <a:gd name="connsiteY56" fmla="*/ 152111 h 1721151"/>
              <a:gd name="connsiteX57" fmla="*/ 8917647 w 9288370"/>
              <a:gd name="connsiteY57" fmla="*/ 112232 h 1721151"/>
              <a:gd name="connsiteX58" fmla="*/ 9182272 w 9288370"/>
              <a:gd name="connsiteY58" fmla="*/ 37171 h 1721151"/>
              <a:gd name="connsiteX59" fmla="*/ 9232990 w 9288370"/>
              <a:gd name="connsiteY59" fmla="*/ 24074 h 1721151"/>
              <a:gd name="connsiteX60" fmla="*/ 9288370 w 9288370"/>
              <a:gd name="connsiteY60" fmla="*/ 0 h 1721151"/>
              <a:gd name="connsiteX61" fmla="*/ 0 w 9288370"/>
              <a:gd name="connsiteY61" fmla="*/ 0 h 1721151"/>
              <a:gd name="connsiteX62" fmla="*/ 8158 w 9288370"/>
              <a:gd name="connsiteY62" fmla="*/ 1671666 h 1721151"/>
              <a:gd name="connsiteX0" fmla="*/ 8158 w 9288370"/>
              <a:gd name="connsiteY0" fmla="*/ 1671666 h 1704575"/>
              <a:gd name="connsiteX1" fmla="*/ 66313 w 9288370"/>
              <a:gd name="connsiteY1" fmla="*/ 1704575 h 1704575"/>
              <a:gd name="connsiteX2" fmla="*/ 411216 w 9288370"/>
              <a:gd name="connsiteY2" fmla="*/ 1628370 h 1704575"/>
              <a:gd name="connsiteX3" fmla="*/ 766051 w 9288370"/>
              <a:gd name="connsiteY3" fmla="*/ 1569826 h 1704575"/>
              <a:gd name="connsiteX4" fmla="*/ 971617 w 9288370"/>
              <a:gd name="connsiteY4" fmla="*/ 1522494 h 1704575"/>
              <a:gd name="connsiteX5" fmla="*/ 1186668 w 9288370"/>
              <a:gd name="connsiteY5" fmla="*/ 1521861 h 1704575"/>
              <a:gd name="connsiteX6" fmla="*/ 1339078 w 9288370"/>
              <a:gd name="connsiteY6" fmla="*/ 1494730 h 1704575"/>
              <a:gd name="connsiteX7" fmla="*/ 1492452 w 9288370"/>
              <a:gd name="connsiteY7" fmla="*/ 1519061 h 1704575"/>
              <a:gd name="connsiteX8" fmla="*/ 1604999 w 9288370"/>
              <a:gd name="connsiteY8" fmla="*/ 1513599 h 1704575"/>
              <a:gd name="connsiteX9" fmla="*/ 1717911 w 9288370"/>
              <a:gd name="connsiteY9" fmla="*/ 1497764 h 1704575"/>
              <a:gd name="connsiteX10" fmla="*/ 1794234 w 9288370"/>
              <a:gd name="connsiteY10" fmla="*/ 1464331 h 1704575"/>
              <a:gd name="connsiteX11" fmla="*/ 2101780 w 9288370"/>
              <a:gd name="connsiteY11" fmla="*/ 1409907 h 1704575"/>
              <a:gd name="connsiteX12" fmla="*/ 2244830 w 9288370"/>
              <a:gd name="connsiteY12" fmla="*/ 1388540 h 1704575"/>
              <a:gd name="connsiteX13" fmla="*/ 2428648 w 9288370"/>
              <a:gd name="connsiteY13" fmla="*/ 1372736 h 1704575"/>
              <a:gd name="connsiteX14" fmla="*/ 2645882 w 9288370"/>
              <a:gd name="connsiteY14" fmla="*/ 1341971 h 1704575"/>
              <a:gd name="connsiteX15" fmla="*/ 2707413 w 9288370"/>
              <a:gd name="connsiteY15" fmla="*/ 1347156 h 1704575"/>
              <a:gd name="connsiteX16" fmla="*/ 2843134 w 9288370"/>
              <a:gd name="connsiteY16" fmla="*/ 1323561 h 1704575"/>
              <a:gd name="connsiteX17" fmla="*/ 2923804 w 9288370"/>
              <a:gd name="connsiteY17" fmla="*/ 1314224 h 1704575"/>
              <a:gd name="connsiteX18" fmla="*/ 2953618 w 9288370"/>
              <a:gd name="connsiteY18" fmla="*/ 1318186 h 1704575"/>
              <a:gd name="connsiteX19" fmla="*/ 2995816 w 9288370"/>
              <a:gd name="connsiteY19" fmla="*/ 1318670 h 1704575"/>
              <a:gd name="connsiteX20" fmla="*/ 3352700 w 9288370"/>
              <a:gd name="connsiteY20" fmla="*/ 1264183 h 1704575"/>
              <a:gd name="connsiteX21" fmla="*/ 3444611 w 9288370"/>
              <a:gd name="connsiteY21" fmla="*/ 1236739 h 1704575"/>
              <a:gd name="connsiteX22" fmla="*/ 3650072 w 9288370"/>
              <a:gd name="connsiteY22" fmla="*/ 1217421 h 1704575"/>
              <a:gd name="connsiteX23" fmla="*/ 3707853 w 9288370"/>
              <a:gd name="connsiteY23" fmla="*/ 1241722 h 1704575"/>
              <a:gd name="connsiteX24" fmla="*/ 3925616 w 9288370"/>
              <a:gd name="connsiteY24" fmla="*/ 1253751 h 1704575"/>
              <a:gd name="connsiteX25" fmla="*/ 3954387 w 9288370"/>
              <a:gd name="connsiteY25" fmla="*/ 1263789 h 1704575"/>
              <a:gd name="connsiteX26" fmla="*/ 3995849 w 9288370"/>
              <a:gd name="connsiteY26" fmla="*/ 1272939 h 1704575"/>
              <a:gd name="connsiteX27" fmla="*/ 4067546 w 9288370"/>
              <a:gd name="connsiteY27" fmla="*/ 1294697 h 1704575"/>
              <a:gd name="connsiteX28" fmla="*/ 4190310 w 9288370"/>
              <a:gd name="connsiteY28" fmla="*/ 1307786 h 1704575"/>
              <a:gd name="connsiteX29" fmla="*/ 4230008 w 9288370"/>
              <a:gd name="connsiteY29" fmla="*/ 1303546 h 1704575"/>
              <a:gd name="connsiteX30" fmla="*/ 4575478 w 9288370"/>
              <a:gd name="connsiteY30" fmla="*/ 1261726 h 1704575"/>
              <a:gd name="connsiteX31" fmla="*/ 4650026 w 9288370"/>
              <a:gd name="connsiteY31" fmla="*/ 1265798 h 1704575"/>
              <a:gd name="connsiteX32" fmla="*/ 4792008 w 9288370"/>
              <a:gd name="connsiteY32" fmla="*/ 1243899 h 1704575"/>
              <a:gd name="connsiteX33" fmla="*/ 4954126 w 9288370"/>
              <a:gd name="connsiteY33" fmla="*/ 1204617 h 1704575"/>
              <a:gd name="connsiteX34" fmla="*/ 5309678 w 9288370"/>
              <a:gd name="connsiteY34" fmla="*/ 1128278 h 1704575"/>
              <a:gd name="connsiteX35" fmla="*/ 5474724 w 9288370"/>
              <a:gd name="connsiteY35" fmla="*/ 1091167 h 1704575"/>
              <a:gd name="connsiteX36" fmla="*/ 5612132 w 9288370"/>
              <a:gd name="connsiteY36" fmla="*/ 1051509 h 1704575"/>
              <a:gd name="connsiteX37" fmla="*/ 5776618 w 9288370"/>
              <a:gd name="connsiteY37" fmla="*/ 1053037 h 1704575"/>
              <a:gd name="connsiteX38" fmla="*/ 5785786 w 9288370"/>
              <a:gd name="connsiteY38" fmla="*/ 1051213 h 1704575"/>
              <a:gd name="connsiteX39" fmla="*/ 5829381 w 9288370"/>
              <a:gd name="connsiteY39" fmla="*/ 1046878 h 1704575"/>
              <a:gd name="connsiteX40" fmla="*/ 5943596 w 9288370"/>
              <a:gd name="connsiteY40" fmla="*/ 1043237 h 1704575"/>
              <a:gd name="connsiteX41" fmla="*/ 5985730 w 9288370"/>
              <a:gd name="connsiteY41" fmla="*/ 1035396 h 1704575"/>
              <a:gd name="connsiteX42" fmla="*/ 6103109 w 9288370"/>
              <a:gd name="connsiteY42" fmla="*/ 1019019 h 1704575"/>
              <a:gd name="connsiteX43" fmla="*/ 6222406 w 9288370"/>
              <a:gd name="connsiteY43" fmla="*/ 985341 h 1704575"/>
              <a:gd name="connsiteX44" fmla="*/ 6598672 w 9288370"/>
              <a:gd name="connsiteY44" fmla="*/ 902062 h 1704575"/>
              <a:gd name="connsiteX45" fmla="*/ 6766149 w 9288370"/>
              <a:gd name="connsiteY45" fmla="*/ 846132 h 1704575"/>
              <a:gd name="connsiteX46" fmla="*/ 6886312 w 9288370"/>
              <a:gd name="connsiteY46" fmla="*/ 781877 h 1704575"/>
              <a:gd name="connsiteX47" fmla="*/ 7006457 w 9288370"/>
              <a:gd name="connsiteY47" fmla="*/ 699758 h 1704575"/>
              <a:gd name="connsiteX48" fmla="*/ 7231643 w 9288370"/>
              <a:gd name="connsiteY48" fmla="*/ 640778 h 1704575"/>
              <a:gd name="connsiteX49" fmla="*/ 7363123 w 9288370"/>
              <a:gd name="connsiteY49" fmla="*/ 593682 h 1704575"/>
              <a:gd name="connsiteX50" fmla="*/ 7588368 w 9288370"/>
              <a:gd name="connsiteY50" fmla="*/ 531129 h 1704575"/>
              <a:gd name="connsiteX51" fmla="*/ 7782741 w 9288370"/>
              <a:gd name="connsiteY51" fmla="*/ 455936 h 1704575"/>
              <a:gd name="connsiteX52" fmla="*/ 7952094 w 9288370"/>
              <a:gd name="connsiteY52" fmla="*/ 409302 h 1704575"/>
              <a:gd name="connsiteX53" fmla="*/ 8231938 w 9288370"/>
              <a:gd name="connsiteY53" fmla="*/ 259259 h 1704575"/>
              <a:gd name="connsiteX54" fmla="*/ 8428864 w 9288370"/>
              <a:gd name="connsiteY54" fmla="*/ 208471 h 1704575"/>
              <a:gd name="connsiteX55" fmla="*/ 8616510 w 9288370"/>
              <a:gd name="connsiteY55" fmla="*/ 161973 h 1704575"/>
              <a:gd name="connsiteX56" fmla="*/ 8826766 w 9288370"/>
              <a:gd name="connsiteY56" fmla="*/ 152111 h 1704575"/>
              <a:gd name="connsiteX57" fmla="*/ 8917647 w 9288370"/>
              <a:gd name="connsiteY57" fmla="*/ 112232 h 1704575"/>
              <a:gd name="connsiteX58" fmla="*/ 9182272 w 9288370"/>
              <a:gd name="connsiteY58" fmla="*/ 37171 h 1704575"/>
              <a:gd name="connsiteX59" fmla="*/ 9232990 w 9288370"/>
              <a:gd name="connsiteY59" fmla="*/ 24074 h 1704575"/>
              <a:gd name="connsiteX60" fmla="*/ 9288370 w 9288370"/>
              <a:gd name="connsiteY60" fmla="*/ 0 h 1704575"/>
              <a:gd name="connsiteX61" fmla="*/ 0 w 9288370"/>
              <a:gd name="connsiteY61" fmla="*/ 0 h 1704575"/>
              <a:gd name="connsiteX62" fmla="*/ 8158 w 9288370"/>
              <a:gd name="connsiteY62" fmla="*/ 1671666 h 1704575"/>
              <a:gd name="connsiteX0" fmla="*/ 8158 w 9288370"/>
              <a:gd name="connsiteY0" fmla="*/ 1671666 h 1785306"/>
              <a:gd name="connsiteX1" fmla="*/ 411216 w 9288370"/>
              <a:gd name="connsiteY1" fmla="*/ 1628370 h 1785306"/>
              <a:gd name="connsiteX2" fmla="*/ 766051 w 9288370"/>
              <a:gd name="connsiteY2" fmla="*/ 1569826 h 1785306"/>
              <a:gd name="connsiteX3" fmla="*/ 971617 w 9288370"/>
              <a:gd name="connsiteY3" fmla="*/ 1522494 h 1785306"/>
              <a:gd name="connsiteX4" fmla="*/ 1186668 w 9288370"/>
              <a:gd name="connsiteY4" fmla="*/ 1521861 h 1785306"/>
              <a:gd name="connsiteX5" fmla="*/ 1339078 w 9288370"/>
              <a:gd name="connsiteY5" fmla="*/ 1494730 h 1785306"/>
              <a:gd name="connsiteX6" fmla="*/ 1492452 w 9288370"/>
              <a:gd name="connsiteY6" fmla="*/ 1519061 h 1785306"/>
              <a:gd name="connsiteX7" fmla="*/ 1604999 w 9288370"/>
              <a:gd name="connsiteY7" fmla="*/ 1513599 h 1785306"/>
              <a:gd name="connsiteX8" fmla="*/ 1717911 w 9288370"/>
              <a:gd name="connsiteY8" fmla="*/ 1497764 h 1785306"/>
              <a:gd name="connsiteX9" fmla="*/ 1794234 w 9288370"/>
              <a:gd name="connsiteY9" fmla="*/ 1464331 h 1785306"/>
              <a:gd name="connsiteX10" fmla="*/ 2101780 w 9288370"/>
              <a:gd name="connsiteY10" fmla="*/ 1409907 h 1785306"/>
              <a:gd name="connsiteX11" fmla="*/ 2244830 w 9288370"/>
              <a:gd name="connsiteY11" fmla="*/ 1388540 h 1785306"/>
              <a:gd name="connsiteX12" fmla="*/ 2428648 w 9288370"/>
              <a:gd name="connsiteY12" fmla="*/ 1372736 h 1785306"/>
              <a:gd name="connsiteX13" fmla="*/ 2645882 w 9288370"/>
              <a:gd name="connsiteY13" fmla="*/ 1341971 h 1785306"/>
              <a:gd name="connsiteX14" fmla="*/ 2707413 w 9288370"/>
              <a:gd name="connsiteY14" fmla="*/ 1347156 h 1785306"/>
              <a:gd name="connsiteX15" fmla="*/ 2843134 w 9288370"/>
              <a:gd name="connsiteY15" fmla="*/ 1323561 h 1785306"/>
              <a:gd name="connsiteX16" fmla="*/ 2923804 w 9288370"/>
              <a:gd name="connsiteY16" fmla="*/ 1314224 h 1785306"/>
              <a:gd name="connsiteX17" fmla="*/ 2953618 w 9288370"/>
              <a:gd name="connsiteY17" fmla="*/ 1318186 h 1785306"/>
              <a:gd name="connsiteX18" fmla="*/ 2995816 w 9288370"/>
              <a:gd name="connsiteY18" fmla="*/ 1318670 h 1785306"/>
              <a:gd name="connsiteX19" fmla="*/ 3352700 w 9288370"/>
              <a:gd name="connsiteY19" fmla="*/ 1264183 h 1785306"/>
              <a:gd name="connsiteX20" fmla="*/ 3444611 w 9288370"/>
              <a:gd name="connsiteY20" fmla="*/ 1236739 h 1785306"/>
              <a:gd name="connsiteX21" fmla="*/ 3650072 w 9288370"/>
              <a:gd name="connsiteY21" fmla="*/ 1217421 h 1785306"/>
              <a:gd name="connsiteX22" fmla="*/ 3707853 w 9288370"/>
              <a:gd name="connsiteY22" fmla="*/ 1241722 h 1785306"/>
              <a:gd name="connsiteX23" fmla="*/ 3925616 w 9288370"/>
              <a:gd name="connsiteY23" fmla="*/ 1253751 h 1785306"/>
              <a:gd name="connsiteX24" fmla="*/ 3954387 w 9288370"/>
              <a:gd name="connsiteY24" fmla="*/ 1263789 h 1785306"/>
              <a:gd name="connsiteX25" fmla="*/ 3995849 w 9288370"/>
              <a:gd name="connsiteY25" fmla="*/ 1272939 h 1785306"/>
              <a:gd name="connsiteX26" fmla="*/ 4067546 w 9288370"/>
              <a:gd name="connsiteY26" fmla="*/ 1294697 h 1785306"/>
              <a:gd name="connsiteX27" fmla="*/ 4190310 w 9288370"/>
              <a:gd name="connsiteY27" fmla="*/ 1307786 h 1785306"/>
              <a:gd name="connsiteX28" fmla="*/ 4230008 w 9288370"/>
              <a:gd name="connsiteY28" fmla="*/ 1303546 h 1785306"/>
              <a:gd name="connsiteX29" fmla="*/ 4575478 w 9288370"/>
              <a:gd name="connsiteY29" fmla="*/ 1261726 h 1785306"/>
              <a:gd name="connsiteX30" fmla="*/ 4650026 w 9288370"/>
              <a:gd name="connsiteY30" fmla="*/ 1265798 h 1785306"/>
              <a:gd name="connsiteX31" fmla="*/ 4792008 w 9288370"/>
              <a:gd name="connsiteY31" fmla="*/ 1243899 h 1785306"/>
              <a:gd name="connsiteX32" fmla="*/ 4954126 w 9288370"/>
              <a:gd name="connsiteY32" fmla="*/ 1204617 h 1785306"/>
              <a:gd name="connsiteX33" fmla="*/ 5309678 w 9288370"/>
              <a:gd name="connsiteY33" fmla="*/ 1128278 h 1785306"/>
              <a:gd name="connsiteX34" fmla="*/ 5474724 w 9288370"/>
              <a:gd name="connsiteY34" fmla="*/ 1091167 h 1785306"/>
              <a:gd name="connsiteX35" fmla="*/ 5612132 w 9288370"/>
              <a:gd name="connsiteY35" fmla="*/ 1051509 h 1785306"/>
              <a:gd name="connsiteX36" fmla="*/ 5776618 w 9288370"/>
              <a:gd name="connsiteY36" fmla="*/ 1053037 h 1785306"/>
              <a:gd name="connsiteX37" fmla="*/ 5785786 w 9288370"/>
              <a:gd name="connsiteY37" fmla="*/ 1051213 h 1785306"/>
              <a:gd name="connsiteX38" fmla="*/ 5829381 w 9288370"/>
              <a:gd name="connsiteY38" fmla="*/ 1046878 h 1785306"/>
              <a:gd name="connsiteX39" fmla="*/ 5943596 w 9288370"/>
              <a:gd name="connsiteY39" fmla="*/ 1043237 h 1785306"/>
              <a:gd name="connsiteX40" fmla="*/ 5985730 w 9288370"/>
              <a:gd name="connsiteY40" fmla="*/ 1035396 h 1785306"/>
              <a:gd name="connsiteX41" fmla="*/ 6103109 w 9288370"/>
              <a:gd name="connsiteY41" fmla="*/ 1019019 h 1785306"/>
              <a:gd name="connsiteX42" fmla="*/ 6222406 w 9288370"/>
              <a:gd name="connsiteY42" fmla="*/ 985341 h 1785306"/>
              <a:gd name="connsiteX43" fmla="*/ 6598672 w 9288370"/>
              <a:gd name="connsiteY43" fmla="*/ 902062 h 1785306"/>
              <a:gd name="connsiteX44" fmla="*/ 6766149 w 9288370"/>
              <a:gd name="connsiteY44" fmla="*/ 846132 h 1785306"/>
              <a:gd name="connsiteX45" fmla="*/ 6886312 w 9288370"/>
              <a:gd name="connsiteY45" fmla="*/ 781877 h 1785306"/>
              <a:gd name="connsiteX46" fmla="*/ 7006457 w 9288370"/>
              <a:gd name="connsiteY46" fmla="*/ 699758 h 1785306"/>
              <a:gd name="connsiteX47" fmla="*/ 7231643 w 9288370"/>
              <a:gd name="connsiteY47" fmla="*/ 640778 h 1785306"/>
              <a:gd name="connsiteX48" fmla="*/ 7363123 w 9288370"/>
              <a:gd name="connsiteY48" fmla="*/ 593682 h 1785306"/>
              <a:gd name="connsiteX49" fmla="*/ 7588368 w 9288370"/>
              <a:gd name="connsiteY49" fmla="*/ 531129 h 1785306"/>
              <a:gd name="connsiteX50" fmla="*/ 7782741 w 9288370"/>
              <a:gd name="connsiteY50" fmla="*/ 455936 h 1785306"/>
              <a:gd name="connsiteX51" fmla="*/ 7952094 w 9288370"/>
              <a:gd name="connsiteY51" fmla="*/ 409302 h 1785306"/>
              <a:gd name="connsiteX52" fmla="*/ 8231938 w 9288370"/>
              <a:gd name="connsiteY52" fmla="*/ 259259 h 1785306"/>
              <a:gd name="connsiteX53" fmla="*/ 8428864 w 9288370"/>
              <a:gd name="connsiteY53" fmla="*/ 208471 h 1785306"/>
              <a:gd name="connsiteX54" fmla="*/ 8616510 w 9288370"/>
              <a:gd name="connsiteY54" fmla="*/ 161973 h 1785306"/>
              <a:gd name="connsiteX55" fmla="*/ 8826766 w 9288370"/>
              <a:gd name="connsiteY55" fmla="*/ 152111 h 1785306"/>
              <a:gd name="connsiteX56" fmla="*/ 8917647 w 9288370"/>
              <a:gd name="connsiteY56" fmla="*/ 112232 h 1785306"/>
              <a:gd name="connsiteX57" fmla="*/ 9182272 w 9288370"/>
              <a:gd name="connsiteY57" fmla="*/ 37171 h 1785306"/>
              <a:gd name="connsiteX58" fmla="*/ 9232990 w 9288370"/>
              <a:gd name="connsiteY58" fmla="*/ 24074 h 1785306"/>
              <a:gd name="connsiteX59" fmla="*/ 9288370 w 9288370"/>
              <a:gd name="connsiteY59" fmla="*/ 0 h 1785306"/>
              <a:gd name="connsiteX60" fmla="*/ 0 w 9288370"/>
              <a:gd name="connsiteY60" fmla="*/ 0 h 1785306"/>
              <a:gd name="connsiteX61" fmla="*/ 8158 w 9288370"/>
              <a:gd name="connsiteY61" fmla="*/ 1671666 h 1785306"/>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352700 w 9288370"/>
              <a:gd name="connsiteY19" fmla="*/ 1264183 h 1686480"/>
              <a:gd name="connsiteX20" fmla="*/ 3444611 w 9288370"/>
              <a:gd name="connsiteY20" fmla="*/ 1236739 h 1686480"/>
              <a:gd name="connsiteX21" fmla="*/ 3650072 w 9288370"/>
              <a:gd name="connsiteY21" fmla="*/ 1217421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190310 w 9288370"/>
              <a:gd name="connsiteY27" fmla="*/ 1307786 h 1686480"/>
              <a:gd name="connsiteX28" fmla="*/ 4230008 w 9288370"/>
              <a:gd name="connsiteY28" fmla="*/ 1303546 h 1686480"/>
              <a:gd name="connsiteX29" fmla="*/ 4575478 w 9288370"/>
              <a:gd name="connsiteY29" fmla="*/ 1261726 h 1686480"/>
              <a:gd name="connsiteX30" fmla="*/ 4650026 w 9288370"/>
              <a:gd name="connsiteY30" fmla="*/ 1265798 h 1686480"/>
              <a:gd name="connsiteX31" fmla="*/ 4792008 w 9288370"/>
              <a:gd name="connsiteY31" fmla="*/ 1243899 h 1686480"/>
              <a:gd name="connsiteX32" fmla="*/ 4954126 w 9288370"/>
              <a:gd name="connsiteY32" fmla="*/ 1204617 h 1686480"/>
              <a:gd name="connsiteX33" fmla="*/ 5309678 w 9288370"/>
              <a:gd name="connsiteY33" fmla="*/ 1128278 h 1686480"/>
              <a:gd name="connsiteX34" fmla="*/ 5474724 w 9288370"/>
              <a:gd name="connsiteY34" fmla="*/ 1091167 h 1686480"/>
              <a:gd name="connsiteX35" fmla="*/ 5612132 w 9288370"/>
              <a:gd name="connsiteY35" fmla="*/ 1051509 h 1686480"/>
              <a:gd name="connsiteX36" fmla="*/ 5776618 w 9288370"/>
              <a:gd name="connsiteY36" fmla="*/ 1053037 h 1686480"/>
              <a:gd name="connsiteX37" fmla="*/ 5785786 w 9288370"/>
              <a:gd name="connsiteY37" fmla="*/ 1051213 h 1686480"/>
              <a:gd name="connsiteX38" fmla="*/ 5829381 w 9288370"/>
              <a:gd name="connsiteY38" fmla="*/ 1046878 h 1686480"/>
              <a:gd name="connsiteX39" fmla="*/ 5943596 w 9288370"/>
              <a:gd name="connsiteY39" fmla="*/ 1043237 h 1686480"/>
              <a:gd name="connsiteX40" fmla="*/ 5985730 w 9288370"/>
              <a:gd name="connsiteY40" fmla="*/ 1035396 h 1686480"/>
              <a:gd name="connsiteX41" fmla="*/ 6103109 w 9288370"/>
              <a:gd name="connsiteY41" fmla="*/ 1019019 h 1686480"/>
              <a:gd name="connsiteX42" fmla="*/ 6222406 w 9288370"/>
              <a:gd name="connsiteY42" fmla="*/ 985341 h 1686480"/>
              <a:gd name="connsiteX43" fmla="*/ 6598672 w 9288370"/>
              <a:gd name="connsiteY43" fmla="*/ 902062 h 1686480"/>
              <a:gd name="connsiteX44" fmla="*/ 6766149 w 9288370"/>
              <a:gd name="connsiteY44" fmla="*/ 846132 h 1686480"/>
              <a:gd name="connsiteX45" fmla="*/ 6886312 w 9288370"/>
              <a:gd name="connsiteY45" fmla="*/ 781877 h 1686480"/>
              <a:gd name="connsiteX46" fmla="*/ 7006457 w 9288370"/>
              <a:gd name="connsiteY46" fmla="*/ 699758 h 1686480"/>
              <a:gd name="connsiteX47" fmla="*/ 7231643 w 9288370"/>
              <a:gd name="connsiteY47" fmla="*/ 640778 h 1686480"/>
              <a:gd name="connsiteX48" fmla="*/ 7363123 w 9288370"/>
              <a:gd name="connsiteY48" fmla="*/ 593682 h 1686480"/>
              <a:gd name="connsiteX49" fmla="*/ 7588368 w 9288370"/>
              <a:gd name="connsiteY49" fmla="*/ 531129 h 1686480"/>
              <a:gd name="connsiteX50" fmla="*/ 7782741 w 9288370"/>
              <a:gd name="connsiteY50" fmla="*/ 455936 h 1686480"/>
              <a:gd name="connsiteX51" fmla="*/ 7952094 w 9288370"/>
              <a:gd name="connsiteY51" fmla="*/ 409302 h 1686480"/>
              <a:gd name="connsiteX52" fmla="*/ 8231938 w 9288370"/>
              <a:gd name="connsiteY52" fmla="*/ 259259 h 1686480"/>
              <a:gd name="connsiteX53" fmla="*/ 8428864 w 9288370"/>
              <a:gd name="connsiteY53" fmla="*/ 208471 h 1686480"/>
              <a:gd name="connsiteX54" fmla="*/ 8616510 w 9288370"/>
              <a:gd name="connsiteY54" fmla="*/ 161973 h 1686480"/>
              <a:gd name="connsiteX55" fmla="*/ 8826766 w 9288370"/>
              <a:gd name="connsiteY55" fmla="*/ 152111 h 1686480"/>
              <a:gd name="connsiteX56" fmla="*/ 8917647 w 9288370"/>
              <a:gd name="connsiteY56" fmla="*/ 112232 h 1686480"/>
              <a:gd name="connsiteX57" fmla="*/ 9182272 w 9288370"/>
              <a:gd name="connsiteY57" fmla="*/ 37171 h 1686480"/>
              <a:gd name="connsiteX58" fmla="*/ 9232990 w 9288370"/>
              <a:gd name="connsiteY58" fmla="*/ 24074 h 1686480"/>
              <a:gd name="connsiteX59" fmla="*/ 9288370 w 9288370"/>
              <a:gd name="connsiteY59" fmla="*/ 0 h 1686480"/>
              <a:gd name="connsiteX60" fmla="*/ 0 w 9288370"/>
              <a:gd name="connsiteY60" fmla="*/ 0 h 1686480"/>
              <a:gd name="connsiteX61" fmla="*/ 8158 w 9288370"/>
              <a:gd name="connsiteY61"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352700 w 9288370"/>
              <a:gd name="connsiteY19" fmla="*/ 1264183 h 1686480"/>
              <a:gd name="connsiteX20" fmla="*/ 3444611 w 9288370"/>
              <a:gd name="connsiteY20" fmla="*/ 1236739 h 1686480"/>
              <a:gd name="connsiteX21" fmla="*/ 3650072 w 9288370"/>
              <a:gd name="connsiteY21" fmla="*/ 1217421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230008 w 9288370"/>
              <a:gd name="connsiteY27" fmla="*/ 1303546 h 1686480"/>
              <a:gd name="connsiteX28" fmla="*/ 4575478 w 9288370"/>
              <a:gd name="connsiteY28" fmla="*/ 1261726 h 1686480"/>
              <a:gd name="connsiteX29" fmla="*/ 4650026 w 9288370"/>
              <a:gd name="connsiteY29" fmla="*/ 1265798 h 1686480"/>
              <a:gd name="connsiteX30" fmla="*/ 4792008 w 9288370"/>
              <a:gd name="connsiteY30" fmla="*/ 1243899 h 1686480"/>
              <a:gd name="connsiteX31" fmla="*/ 4954126 w 9288370"/>
              <a:gd name="connsiteY31" fmla="*/ 1204617 h 1686480"/>
              <a:gd name="connsiteX32" fmla="*/ 5309678 w 9288370"/>
              <a:gd name="connsiteY32" fmla="*/ 1128278 h 1686480"/>
              <a:gd name="connsiteX33" fmla="*/ 5474724 w 9288370"/>
              <a:gd name="connsiteY33" fmla="*/ 1091167 h 1686480"/>
              <a:gd name="connsiteX34" fmla="*/ 5612132 w 9288370"/>
              <a:gd name="connsiteY34" fmla="*/ 1051509 h 1686480"/>
              <a:gd name="connsiteX35" fmla="*/ 5776618 w 9288370"/>
              <a:gd name="connsiteY35" fmla="*/ 1053037 h 1686480"/>
              <a:gd name="connsiteX36" fmla="*/ 5785786 w 9288370"/>
              <a:gd name="connsiteY36" fmla="*/ 1051213 h 1686480"/>
              <a:gd name="connsiteX37" fmla="*/ 5829381 w 9288370"/>
              <a:gd name="connsiteY37" fmla="*/ 1046878 h 1686480"/>
              <a:gd name="connsiteX38" fmla="*/ 5943596 w 9288370"/>
              <a:gd name="connsiteY38" fmla="*/ 1043237 h 1686480"/>
              <a:gd name="connsiteX39" fmla="*/ 5985730 w 9288370"/>
              <a:gd name="connsiteY39" fmla="*/ 1035396 h 1686480"/>
              <a:gd name="connsiteX40" fmla="*/ 6103109 w 9288370"/>
              <a:gd name="connsiteY40" fmla="*/ 1019019 h 1686480"/>
              <a:gd name="connsiteX41" fmla="*/ 6222406 w 9288370"/>
              <a:gd name="connsiteY41" fmla="*/ 985341 h 1686480"/>
              <a:gd name="connsiteX42" fmla="*/ 6598672 w 9288370"/>
              <a:gd name="connsiteY42" fmla="*/ 902062 h 1686480"/>
              <a:gd name="connsiteX43" fmla="*/ 6766149 w 9288370"/>
              <a:gd name="connsiteY43" fmla="*/ 846132 h 1686480"/>
              <a:gd name="connsiteX44" fmla="*/ 6886312 w 9288370"/>
              <a:gd name="connsiteY44" fmla="*/ 781877 h 1686480"/>
              <a:gd name="connsiteX45" fmla="*/ 7006457 w 9288370"/>
              <a:gd name="connsiteY45" fmla="*/ 699758 h 1686480"/>
              <a:gd name="connsiteX46" fmla="*/ 7231643 w 9288370"/>
              <a:gd name="connsiteY46" fmla="*/ 640778 h 1686480"/>
              <a:gd name="connsiteX47" fmla="*/ 7363123 w 9288370"/>
              <a:gd name="connsiteY47" fmla="*/ 593682 h 1686480"/>
              <a:gd name="connsiteX48" fmla="*/ 7588368 w 9288370"/>
              <a:gd name="connsiteY48" fmla="*/ 531129 h 1686480"/>
              <a:gd name="connsiteX49" fmla="*/ 7782741 w 9288370"/>
              <a:gd name="connsiteY49" fmla="*/ 455936 h 1686480"/>
              <a:gd name="connsiteX50" fmla="*/ 7952094 w 9288370"/>
              <a:gd name="connsiteY50" fmla="*/ 409302 h 1686480"/>
              <a:gd name="connsiteX51" fmla="*/ 8231938 w 9288370"/>
              <a:gd name="connsiteY51" fmla="*/ 259259 h 1686480"/>
              <a:gd name="connsiteX52" fmla="*/ 8428864 w 9288370"/>
              <a:gd name="connsiteY52" fmla="*/ 208471 h 1686480"/>
              <a:gd name="connsiteX53" fmla="*/ 8616510 w 9288370"/>
              <a:gd name="connsiteY53" fmla="*/ 161973 h 1686480"/>
              <a:gd name="connsiteX54" fmla="*/ 8826766 w 9288370"/>
              <a:gd name="connsiteY54" fmla="*/ 152111 h 1686480"/>
              <a:gd name="connsiteX55" fmla="*/ 8917647 w 9288370"/>
              <a:gd name="connsiteY55" fmla="*/ 112232 h 1686480"/>
              <a:gd name="connsiteX56" fmla="*/ 9182272 w 9288370"/>
              <a:gd name="connsiteY56" fmla="*/ 37171 h 1686480"/>
              <a:gd name="connsiteX57" fmla="*/ 9232990 w 9288370"/>
              <a:gd name="connsiteY57" fmla="*/ 24074 h 1686480"/>
              <a:gd name="connsiteX58" fmla="*/ 9288370 w 9288370"/>
              <a:gd name="connsiteY58" fmla="*/ 0 h 1686480"/>
              <a:gd name="connsiteX59" fmla="*/ 0 w 9288370"/>
              <a:gd name="connsiteY59" fmla="*/ 0 h 1686480"/>
              <a:gd name="connsiteX60" fmla="*/ 8158 w 9288370"/>
              <a:gd name="connsiteY60"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352700 w 9288370"/>
              <a:gd name="connsiteY19" fmla="*/ 1264183 h 1686480"/>
              <a:gd name="connsiteX20" fmla="*/ 3444611 w 9288370"/>
              <a:gd name="connsiteY20" fmla="*/ 1236739 h 1686480"/>
              <a:gd name="connsiteX21" fmla="*/ 3650072 w 9288370"/>
              <a:gd name="connsiteY21" fmla="*/ 1217421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230008 w 9288370"/>
              <a:gd name="connsiteY27" fmla="*/ 1303546 h 1686480"/>
              <a:gd name="connsiteX28" fmla="*/ 4575478 w 9288370"/>
              <a:gd name="connsiteY28" fmla="*/ 1261726 h 1686480"/>
              <a:gd name="connsiteX29" fmla="*/ 4650026 w 9288370"/>
              <a:gd name="connsiteY29" fmla="*/ 1265798 h 1686480"/>
              <a:gd name="connsiteX30" fmla="*/ 4792008 w 9288370"/>
              <a:gd name="connsiteY30" fmla="*/ 1243899 h 1686480"/>
              <a:gd name="connsiteX31" fmla="*/ 4954126 w 9288370"/>
              <a:gd name="connsiteY31" fmla="*/ 1204617 h 1686480"/>
              <a:gd name="connsiteX32" fmla="*/ 5309678 w 9288370"/>
              <a:gd name="connsiteY32" fmla="*/ 1128278 h 1686480"/>
              <a:gd name="connsiteX33" fmla="*/ 5474724 w 9288370"/>
              <a:gd name="connsiteY33" fmla="*/ 1091167 h 1686480"/>
              <a:gd name="connsiteX34" fmla="*/ 5612132 w 9288370"/>
              <a:gd name="connsiteY34" fmla="*/ 1051509 h 1686480"/>
              <a:gd name="connsiteX35" fmla="*/ 5776618 w 9288370"/>
              <a:gd name="connsiteY35" fmla="*/ 1053037 h 1686480"/>
              <a:gd name="connsiteX36" fmla="*/ 5785786 w 9288370"/>
              <a:gd name="connsiteY36" fmla="*/ 1051213 h 1686480"/>
              <a:gd name="connsiteX37" fmla="*/ 5829381 w 9288370"/>
              <a:gd name="connsiteY37" fmla="*/ 1046878 h 1686480"/>
              <a:gd name="connsiteX38" fmla="*/ 5943596 w 9288370"/>
              <a:gd name="connsiteY38" fmla="*/ 1043237 h 1686480"/>
              <a:gd name="connsiteX39" fmla="*/ 5985730 w 9288370"/>
              <a:gd name="connsiteY39" fmla="*/ 1035396 h 1686480"/>
              <a:gd name="connsiteX40" fmla="*/ 6103109 w 9288370"/>
              <a:gd name="connsiteY40" fmla="*/ 1019019 h 1686480"/>
              <a:gd name="connsiteX41" fmla="*/ 6222406 w 9288370"/>
              <a:gd name="connsiteY41" fmla="*/ 985341 h 1686480"/>
              <a:gd name="connsiteX42" fmla="*/ 6598672 w 9288370"/>
              <a:gd name="connsiteY42" fmla="*/ 902062 h 1686480"/>
              <a:gd name="connsiteX43" fmla="*/ 6766149 w 9288370"/>
              <a:gd name="connsiteY43" fmla="*/ 846132 h 1686480"/>
              <a:gd name="connsiteX44" fmla="*/ 6886312 w 9288370"/>
              <a:gd name="connsiteY44" fmla="*/ 781877 h 1686480"/>
              <a:gd name="connsiteX45" fmla="*/ 7006457 w 9288370"/>
              <a:gd name="connsiteY45" fmla="*/ 699758 h 1686480"/>
              <a:gd name="connsiteX46" fmla="*/ 7231643 w 9288370"/>
              <a:gd name="connsiteY46" fmla="*/ 640778 h 1686480"/>
              <a:gd name="connsiteX47" fmla="*/ 7363123 w 9288370"/>
              <a:gd name="connsiteY47" fmla="*/ 593682 h 1686480"/>
              <a:gd name="connsiteX48" fmla="*/ 7588368 w 9288370"/>
              <a:gd name="connsiteY48" fmla="*/ 531129 h 1686480"/>
              <a:gd name="connsiteX49" fmla="*/ 7782741 w 9288370"/>
              <a:gd name="connsiteY49" fmla="*/ 455936 h 1686480"/>
              <a:gd name="connsiteX50" fmla="*/ 7952094 w 9288370"/>
              <a:gd name="connsiteY50" fmla="*/ 409302 h 1686480"/>
              <a:gd name="connsiteX51" fmla="*/ 8231938 w 9288370"/>
              <a:gd name="connsiteY51" fmla="*/ 259259 h 1686480"/>
              <a:gd name="connsiteX52" fmla="*/ 8428864 w 9288370"/>
              <a:gd name="connsiteY52" fmla="*/ 208471 h 1686480"/>
              <a:gd name="connsiteX53" fmla="*/ 8616510 w 9288370"/>
              <a:gd name="connsiteY53" fmla="*/ 161973 h 1686480"/>
              <a:gd name="connsiteX54" fmla="*/ 8826766 w 9288370"/>
              <a:gd name="connsiteY54" fmla="*/ 152111 h 1686480"/>
              <a:gd name="connsiteX55" fmla="*/ 8917647 w 9288370"/>
              <a:gd name="connsiteY55" fmla="*/ 112232 h 1686480"/>
              <a:gd name="connsiteX56" fmla="*/ 9182272 w 9288370"/>
              <a:gd name="connsiteY56" fmla="*/ 37171 h 1686480"/>
              <a:gd name="connsiteX57" fmla="*/ 9232990 w 9288370"/>
              <a:gd name="connsiteY57" fmla="*/ 24074 h 1686480"/>
              <a:gd name="connsiteX58" fmla="*/ 9288370 w 9288370"/>
              <a:gd name="connsiteY58" fmla="*/ 0 h 1686480"/>
              <a:gd name="connsiteX59" fmla="*/ 0 w 9288370"/>
              <a:gd name="connsiteY59" fmla="*/ 0 h 1686480"/>
              <a:gd name="connsiteX60" fmla="*/ 8158 w 9288370"/>
              <a:gd name="connsiteY60"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352700 w 9288370"/>
              <a:gd name="connsiteY19" fmla="*/ 1264183 h 1686480"/>
              <a:gd name="connsiteX20" fmla="*/ 3444611 w 9288370"/>
              <a:gd name="connsiteY20" fmla="*/ 1236739 h 1686480"/>
              <a:gd name="connsiteX21" fmla="*/ 3650072 w 9288370"/>
              <a:gd name="connsiteY21" fmla="*/ 1217421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230008 w 9288370"/>
              <a:gd name="connsiteY27" fmla="*/ 1303546 h 1686480"/>
              <a:gd name="connsiteX28" fmla="*/ 4575478 w 9288370"/>
              <a:gd name="connsiteY28" fmla="*/ 1261726 h 1686480"/>
              <a:gd name="connsiteX29" fmla="*/ 4650026 w 9288370"/>
              <a:gd name="connsiteY29" fmla="*/ 1265798 h 1686480"/>
              <a:gd name="connsiteX30" fmla="*/ 4792008 w 9288370"/>
              <a:gd name="connsiteY30" fmla="*/ 1243899 h 1686480"/>
              <a:gd name="connsiteX31" fmla="*/ 4954126 w 9288370"/>
              <a:gd name="connsiteY31" fmla="*/ 1204617 h 1686480"/>
              <a:gd name="connsiteX32" fmla="*/ 5309678 w 9288370"/>
              <a:gd name="connsiteY32" fmla="*/ 1128278 h 1686480"/>
              <a:gd name="connsiteX33" fmla="*/ 5474724 w 9288370"/>
              <a:gd name="connsiteY33" fmla="*/ 1091167 h 1686480"/>
              <a:gd name="connsiteX34" fmla="*/ 5612132 w 9288370"/>
              <a:gd name="connsiteY34" fmla="*/ 1051509 h 1686480"/>
              <a:gd name="connsiteX35" fmla="*/ 5776618 w 9288370"/>
              <a:gd name="connsiteY35" fmla="*/ 1053037 h 1686480"/>
              <a:gd name="connsiteX36" fmla="*/ 5785786 w 9288370"/>
              <a:gd name="connsiteY36" fmla="*/ 1051213 h 1686480"/>
              <a:gd name="connsiteX37" fmla="*/ 5829381 w 9288370"/>
              <a:gd name="connsiteY37" fmla="*/ 1046878 h 1686480"/>
              <a:gd name="connsiteX38" fmla="*/ 5943596 w 9288370"/>
              <a:gd name="connsiteY38" fmla="*/ 1043237 h 1686480"/>
              <a:gd name="connsiteX39" fmla="*/ 5985730 w 9288370"/>
              <a:gd name="connsiteY39" fmla="*/ 1035396 h 1686480"/>
              <a:gd name="connsiteX40" fmla="*/ 6103109 w 9288370"/>
              <a:gd name="connsiteY40" fmla="*/ 1019019 h 1686480"/>
              <a:gd name="connsiteX41" fmla="*/ 6222406 w 9288370"/>
              <a:gd name="connsiteY41" fmla="*/ 985341 h 1686480"/>
              <a:gd name="connsiteX42" fmla="*/ 6598672 w 9288370"/>
              <a:gd name="connsiteY42" fmla="*/ 902062 h 1686480"/>
              <a:gd name="connsiteX43" fmla="*/ 6766149 w 9288370"/>
              <a:gd name="connsiteY43" fmla="*/ 846132 h 1686480"/>
              <a:gd name="connsiteX44" fmla="*/ 6886312 w 9288370"/>
              <a:gd name="connsiteY44" fmla="*/ 781877 h 1686480"/>
              <a:gd name="connsiteX45" fmla="*/ 7006457 w 9288370"/>
              <a:gd name="connsiteY45" fmla="*/ 699758 h 1686480"/>
              <a:gd name="connsiteX46" fmla="*/ 7231643 w 9288370"/>
              <a:gd name="connsiteY46" fmla="*/ 640778 h 1686480"/>
              <a:gd name="connsiteX47" fmla="*/ 7363123 w 9288370"/>
              <a:gd name="connsiteY47" fmla="*/ 593682 h 1686480"/>
              <a:gd name="connsiteX48" fmla="*/ 7588368 w 9288370"/>
              <a:gd name="connsiteY48" fmla="*/ 531129 h 1686480"/>
              <a:gd name="connsiteX49" fmla="*/ 7782741 w 9288370"/>
              <a:gd name="connsiteY49" fmla="*/ 455936 h 1686480"/>
              <a:gd name="connsiteX50" fmla="*/ 7952094 w 9288370"/>
              <a:gd name="connsiteY50" fmla="*/ 409302 h 1686480"/>
              <a:gd name="connsiteX51" fmla="*/ 8231938 w 9288370"/>
              <a:gd name="connsiteY51" fmla="*/ 259259 h 1686480"/>
              <a:gd name="connsiteX52" fmla="*/ 8428864 w 9288370"/>
              <a:gd name="connsiteY52" fmla="*/ 208471 h 1686480"/>
              <a:gd name="connsiteX53" fmla="*/ 8616510 w 9288370"/>
              <a:gd name="connsiteY53" fmla="*/ 161973 h 1686480"/>
              <a:gd name="connsiteX54" fmla="*/ 8826766 w 9288370"/>
              <a:gd name="connsiteY54" fmla="*/ 152111 h 1686480"/>
              <a:gd name="connsiteX55" fmla="*/ 8917647 w 9288370"/>
              <a:gd name="connsiteY55" fmla="*/ 112232 h 1686480"/>
              <a:gd name="connsiteX56" fmla="*/ 9182272 w 9288370"/>
              <a:gd name="connsiteY56" fmla="*/ 37171 h 1686480"/>
              <a:gd name="connsiteX57" fmla="*/ 9232990 w 9288370"/>
              <a:gd name="connsiteY57" fmla="*/ 24074 h 1686480"/>
              <a:gd name="connsiteX58" fmla="*/ 9288370 w 9288370"/>
              <a:gd name="connsiteY58" fmla="*/ 0 h 1686480"/>
              <a:gd name="connsiteX59" fmla="*/ 0 w 9288370"/>
              <a:gd name="connsiteY59" fmla="*/ 0 h 1686480"/>
              <a:gd name="connsiteX60" fmla="*/ 8158 w 9288370"/>
              <a:gd name="connsiteY60"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352700 w 9288370"/>
              <a:gd name="connsiteY19" fmla="*/ 1264183 h 1686480"/>
              <a:gd name="connsiteX20" fmla="*/ 3444611 w 9288370"/>
              <a:gd name="connsiteY20" fmla="*/ 1236739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230008 w 9288370"/>
              <a:gd name="connsiteY27" fmla="*/ 1303546 h 1686480"/>
              <a:gd name="connsiteX28" fmla="*/ 4575478 w 9288370"/>
              <a:gd name="connsiteY28" fmla="*/ 1261726 h 1686480"/>
              <a:gd name="connsiteX29" fmla="*/ 4650026 w 9288370"/>
              <a:gd name="connsiteY29" fmla="*/ 1265798 h 1686480"/>
              <a:gd name="connsiteX30" fmla="*/ 4792008 w 9288370"/>
              <a:gd name="connsiteY30" fmla="*/ 1243899 h 1686480"/>
              <a:gd name="connsiteX31" fmla="*/ 4954126 w 9288370"/>
              <a:gd name="connsiteY31" fmla="*/ 1204617 h 1686480"/>
              <a:gd name="connsiteX32" fmla="*/ 5309678 w 9288370"/>
              <a:gd name="connsiteY32" fmla="*/ 1128278 h 1686480"/>
              <a:gd name="connsiteX33" fmla="*/ 5474724 w 9288370"/>
              <a:gd name="connsiteY33" fmla="*/ 1091167 h 1686480"/>
              <a:gd name="connsiteX34" fmla="*/ 5612132 w 9288370"/>
              <a:gd name="connsiteY34" fmla="*/ 1051509 h 1686480"/>
              <a:gd name="connsiteX35" fmla="*/ 5776618 w 9288370"/>
              <a:gd name="connsiteY35" fmla="*/ 1053037 h 1686480"/>
              <a:gd name="connsiteX36" fmla="*/ 5785786 w 9288370"/>
              <a:gd name="connsiteY36" fmla="*/ 1051213 h 1686480"/>
              <a:gd name="connsiteX37" fmla="*/ 5829381 w 9288370"/>
              <a:gd name="connsiteY37" fmla="*/ 1046878 h 1686480"/>
              <a:gd name="connsiteX38" fmla="*/ 5943596 w 9288370"/>
              <a:gd name="connsiteY38" fmla="*/ 1043237 h 1686480"/>
              <a:gd name="connsiteX39" fmla="*/ 5985730 w 9288370"/>
              <a:gd name="connsiteY39" fmla="*/ 1035396 h 1686480"/>
              <a:gd name="connsiteX40" fmla="*/ 6103109 w 9288370"/>
              <a:gd name="connsiteY40" fmla="*/ 1019019 h 1686480"/>
              <a:gd name="connsiteX41" fmla="*/ 6222406 w 9288370"/>
              <a:gd name="connsiteY41" fmla="*/ 985341 h 1686480"/>
              <a:gd name="connsiteX42" fmla="*/ 6598672 w 9288370"/>
              <a:gd name="connsiteY42" fmla="*/ 902062 h 1686480"/>
              <a:gd name="connsiteX43" fmla="*/ 6766149 w 9288370"/>
              <a:gd name="connsiteY43" fmla="*/ 846132 h 1686480"/>
              <a:gd name="connsiteX44" fmla="*/ 6886312 w 9288370"/>
              <a:gd name="connsiteY44" fmla="*/ 781877 h 1686480"/>
              <a:gd name="connsiteX45" fmla="*/ 7006457 w 9288370"/>
              <a:gd name="connsiteY45" fmla="*/ 699758 h 1686480"/>
              <a:gd name="connsiteX46" fmla="*/ 7231643 w 9288370"/>
              <a:gd name="connsiteY46" fmla="*/ 640778 h 1686480"/>
              <a:gd name="connsiteX47" fmla="*/ 7363123 w 9288370"/>
              <a:gd name="connsiteY47" fmla="*/ 593682 h 1686480"/>
              <a:gd name="connsiteX48" fmla="*/ 7588368 w 9288370"/>
              <a:gd name="connsiteY48" fmla="*/ 531129 h 1686480"/>
              <a:gd name="connsiteX49" fmla="*/ 7782741 w 9288370"/>
              <a:gd name="connsiteY49" fmla="*/ 455936 h 1686480"/>
              <a:gd name="connsiteX50" fmla="*/ 7952094 w 9288370"/>
              <a:gd name="connsiteY50" fmla="*/ 409302 h 1686480"/>
              <a:gd name="connsiteX51" fmla="*/ 8231938 w 9288370"/>
              <a:gd name="connsiteY51" fmla="*/ 259259 h 1686480"/>
              <a:gd name="connsiteX52" fmla="*/ 8428864 w 9288370"/>
              <a:gd name="connsiteY52" fmla="*/ 208471 h 1686480"/>
              <a:gd name="connsiteX53" fmla="*/ 8616510 w 9288370"/>
              <a:gd name="connsiteY53" fmla="*/ 161973 h 1686480"/>
              <a:gd name="connsiteX54" fmla="*/ 8826766 w 9288370"/>
              <a:gd name="connsiteY54" fmla="*/ 152111 h 1686480"/>
              <a:gd name="connsiteX55" fmla="*/ 8917647 w 9288370"/>
              <a:gd name="connsiteY55" fmla="*/ 112232 h 1686480"/>
              <a:gd name="connsiteX56" fmla="*/ 9182272 w 9288370"/>
              <a:gd name="connsiteY56" fmla="*/ 37171 h 1686480"/>
              <a:gd name="connsiteX57" fmla="*/ 9232990 w 9288370"/>
              <a:gd name="connsiteY57" fmla="*/ 24074 h 1686480"/>
              <a:gd name="connsiteX58" fmla="*/ 9288370 w 9288370"/>
              <a:gd name="connsiteY58" fmla="*/ 0 h 1686480"/>
              <a:gd name="connsiteX59" fmla="*/ 0 w 9288370"/>
              <a:gd name="connsiteY59" fmla="*/ 0 h 1686480"/>
              <a:gd name="connsiteX60" fmla="*/ 8158 w 9288370"/>
              <a:gd name="connsiteY60"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352700 w 9288370"/>
              <a:gd name="connsiteY19" fmla="*/ 1264183 h 1686480"/>
              <a:gd name="connsiteX20" fmla="*/ 3420071 w 9288370"/>
              <a:gd name="connsiteY20" fmla="*/ 1283042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230008 w 9288370"/>
              <a:gd name="connsiteY27" fmla="*/ 1303546 h 1686480"/>
              <a:gd name="connsiteX28" fmla="*/ 4575478 w 9288370"/>
              <a:gd name="connsiteY28" fmla="*/ 1261726 h 1686480"/>
              <a:gd name="connsiteX29" fmla="*/ 4650026 w 9288370"/>
              <a:gd name="connsiteY29" fmla="*/ 1265798 h 1686480"/>
              <a:gd name="connsiteX30" fmla="*/ 4792008 w 9288370"/>
              <a:gd name="connsiteY30" fmla="*/ 1243899 h 1686480"/>
              <a:gd name="connsiteX31" fmla="*/ 4954126 w 9288370"/>
              <a:gd name="connsiteY31" fmla="*/ 1204617 h 1686480"/>
              <a:gd name="connsiteX32" fmla="*/ 5309678 w 9288370"/>
              <a:gd name="connsiteY32" fmla="*/ 1128278 h 1686480"/>
              <a:gd name="connsiteX33" fmla="*/ 5474724 w 9288370"/>
              <a:gd name="connsiteY33" fmla="*/ 1091167 h 1686480"/>
              <a:gd name="connsiteX34" fmla="*/ 5612132 w 9288370"/>
              <a:gd name="connsiteY34" fmla="*/ 1051509 h 1686480"/>
              <a:gd name="connsiteX35" fmla="*/ 5776618 w 9288370"/>
              <a:gd name="connsiteY35" fmla="*/ 1053037 h 1686480"/>
              <a:gd name="connsiteX36" fmla="*/ 5785786 w 9288370"/>
              <a:gd name="connsiteY36" fmla="*/ 1051213 h 1686480"/>
              <a:gd name="connsiteX37" fmla="*/ 5829381 w 9288370"/>
              <a:gd name="connsiteY37" fmla="*/ 1046878 h 1686480"/>
              <a:gd name="connsiteX38" fmla="*/ 5943596 w 9288370"/>
              <a:gd name="connsiteY38" fmla="*/ 1043237 h 1686480"/>
              <a:gd name="connsiteX39" fmla="*/ 5985730 w 9288370"/>
              <a:gd name="connsiteY39" fmla="*/ 1035396 h 1686480"/>
              <a:gd name="connsiteX40" fmla="*/ 6103109 w 9288370"/>
              <a:gd name="connsiteY40" fmla="*/ 1019019 h 1686480"/>
              <a:gd name="connsiteX41" fmla="*/ 6222406 w 9288370"/>
              <a:gd name="connsiteY41" fmla="*/ 985341 h 1686480"/>
              <a:gd name="connsiteX42" fmla="*/ 6598672 w 9288370"/>
              <a:gd name="connsiteY42" fmla="*/ 902062 h 1686480"/>
              <a:gd name="connsiteX43" fmla="*/ 6766149 w 9288370"/>
              <a:gd name="connsiteY43" fmla="*/ 846132 h 1686480"/>
              <a:gd name="connsiteX44" fmla="*/ 6886312 w 9288370"/>
              <a:gd name="connsiteY44" fmla="*/ 781877 h 1686480"/>
              <a:gd name="connsiteX45" fmla="*/ 7006457 w 9288370"/>
              <a:gd name="connsiteY45" fmla="*/ 699758 h 1686480"/>
              <a:gd name="connsiteX46" fmla="*/ 7231643 w 9288370"/>
              <a:gd name="connsiteY46" fmla="*/ 640778 h 1686480"/>
              <a:gd name="connsiteX47" fmla="*/ 7363123 w 9288370"/>
              <a:gd name="connsiteY47" fmla="*/ 593682 h 1686480"/>
              <a:gd name="connsiteX48" fmla="*/ 7588368 w 9288370"/>
              <a:gd name="connsiteY48" fmla="*/ 531129 h 1686480"/>
              <a:gd name="connsiteX49" fmla="*/ 7782741 w 9288370"/>
              <a:gd name="connsiteY49" fmla="*/ 455936 h 1686480"/>
              <a:gd name="connsiteX50" fmla="*/ 7952094 w 9288370"/>
              <a:gd name="connsiteY50" fmla="*/ 409302 h 1686480"/>
              <a:gd name="connsiteX51" fmla="*/ 8231938 w 9288370"/>
              <a:gd name="connsiteY51" fmla="*/ 259259 h 1686480"/>
              <a:gd name="connsiteX52" fmla="*/ 8428864 w 9288370"/>
              <a:gd name="connsiteY52" fmla="*/ 208471 h 1686480"/>
              <a:gd name="connsiteX53" fmla="*/ 8616510 w 9288370"/>
              <a:gd name="connsiteY53" fmla="*/ 161973 h 1686480"/>
              <a:gd name="connsiteX54" fmla="*/ 8826766 w 9288370"/>
              <a:gd name="connsiteY54" fmla="*/ 152111 h 1686480"/>
              <a:gd name="connsiteX55" fmla="*/ 8917647 w 9288370"/>
              <a:gd name="connsiteY55" fmla="*/ 112232 h 1686480"/>
              <a:gd name="connsiteX56" fmla="*/ 9182272 w 9288370"/>
              <a:gd name="connsiteY56" fmla="*/ 37171 h 1686480"/>
              <a:gd name="connsiteX57" fmla="*/ 9232990 w 9288370"/>
              <a:gd name="connsiteY57" fmla="*/ 24074 h 1686480"/>
              <a:gd name="connsiteX58" fmla="*/ 9288370 w 9288370"/>
              <a:gd name="connsiteY58" fmla="*/ 0 h 1686480"/>
              <a:gd name="connsiteX59" fmla="*/ 0 w 9288370"/>
              <a:gd name="connsiteY59" fmla="*/ 0 h 1686480"/>
              <a:gd name="connsiteX60" fmla="*/ 8158 w 9288370"/>
              <a:gd name="connsiteY60"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20071 w 9288370"/>
              <a:gd name="connsiteY20" fmla="*/ 1283042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230008 w 9288370"/>
              <a:gd name="connsiteY27" fmla="*/ 1303546 h 1686480"/>
              <a:gd name="connsiteX28" fmla="*/ 4575478 w 9288370"/>
              <a:gd name="connsiteY28" fmla="*/ 1261726 h 1686480"/>
              <a:gd name="connsiteX29" fmla="*/ 4650026 w 9288370"/>
              <a:gd name="connsiteY29" fmla="*/ 1265798 h 1686480"/>
              <a:gd name="connsiteX30" fmla="*/ 4792008 w 9288370"/>
              <a:gd name="connsiteY30" fmla="*/ 1243899 h 1686480"/>
              <a:gd name="connsiteX31" fmla="*/ 4954126 w 9288370"/>
              <a:gd name="connsiteY31" fmla="*/ 1204617 h 1686480"/>
              <a:gd name="connsiteX32" fmla="*/ 5309678 w 9288370"/>
              <a:gd name="connsiteY32" fmla="*/ 1128278 h 1686480"/>
              <a:gd name="connsiteX33" fmla="*/ 5474724 w 9288370"/>
              <a:gd name="connsiteY33" fmla="*/ 1091167 h 1686480"/>
              <a:gd name="connsiteX34" fmla="*/ 5612132 w 9288370"/>
              <a:gd name="connsiteY34" fmla="*/ 1051509 h 1686480"/>
              <a:gd name="connsiteX35" fmla="*/ 5776618 w 9288370"/>
              <a:gd name="connsiteY35" fmla="*/ 1053037 h 1686480"/>
              <a:gd name="connsiteX36" fmla="*/ 5785786 w 9288370"/>
              <a:gd name="connsiteY36" fmla="*/ 1051213 h 1686480"/>
              <a:gd name="connsiteX37" fmla="*/ 5829381 w 9288370"/>
              <a:gd name="connsiteY37" fmla="*/ 1046878 h 1686480"/>
              <a:gd name="connsiteX38" fmla="*/ 5943596 w 9288370"/>
              <a:gd name="connsiteY38" fmla="*/ 1043237 h 1686480"/>
              <a:gd name="connsiteX39" fmla="*/ 5985730 w 9288370"/>
              <a:gd name="connsiteY39" fmla="*/ 1035396 h 1686480"/>
              <a:gd name="connsiteX40" fmla="*/ 6103109 w 9288370"/>
              <a:gd name="connsiteY40" fmla="*/ 1019019 h 1686480"/>
              <a:gd name="connsiteX41" fmla="*/ 6222406 w 9288370"/>
              <a:gd name="connsiteY41" fmla="*/ 985341 h 1686480"/>
              <a:gd name="connsiteX42" fmla="*/ 6598672 w 9288370"/>
              <a:gd name="connsiteY42" fmla="*/ 902062 h 1686480"/>
              <a:gd name="connsiteX43" fmla="*/ 6766149 w 9288370"/>
              <a:gd name="connsiteY43" fmla="*/ 846132 h 1686480"/>
              <a:gd name="connsiteX44" fmla="*/ 6886312 w 9288370"/>
              <a:gd name="connsiteY44" fmla="*/ 781877 h 1686480"/>
              <a:gd name="connsiteX45" fmla="*/ 7006457 w 9288370"/>
              <a:gd name="connsiteY45" fmla="*/ 699758 h 1686480"/>
              <a:gd name="connsiteX46" fmla="*/ 7231643 w 9288370"/>
              <a:gd name="connsiteY46" fmla="*/ 640778 h 1686480"/>
              <a:gd name="connsiteX47" fmla="*/ 7363123 w 9288370"/>
              <a:gd name="connsiteY47" fmla="*/ 593682 h 1686480"/>
              <a:gd name="connsiteX48" fmla="*/ 7588368 w 9288370"/>
              <a:gd name="connsiteY48" fmla="*/ 531129 h 1686480"/>
              <a:gd name="connsiteX49" fmla="*/ 7782741 w 9288370"/>
              <a:gd name="connsiteY49" fmla="*/ 455936 h 1686480"/>
              <a:gd name="connsiteX50" fmla="*/ 7952094 w 9288370"/>
              <a:gd name="connsiteY50" fmla="*/ 409302 h 1686480"/>
              <a:gd name="connsiteX51" fmla="*/ 8231938 w 9288370"/>
              <a:gd name="connsiteY51" fmla="*/ 259259 h 1686480"/>
              <a:gd name="connsiteX52" fmla="*/ 8428864 w 9288370"/>
              <a:gd name="connsiteY52" fmla="*/ 208471 h 1686480"/>
              <a:gd name="connsiteX53" fmla="*/ 8616510 w 9288370"/>
              <a:gd name="connsiteY53" fmla="*/ 161973 h 1686480"/>
              <a:gd name="connsiteX54" fmla="*/ 8826766 w 9288370"/>
              <a:gd name="connsiteY54" fmla="*/ 152111 h 1686480"/>
              <a:gd name="connsiteX55" fmla="*/ 8917647 w 9288370"/>
              <a:gd name="connsiteY55" fmla="*/ 112232 h 1686480"/>
              <a:gd name="connsiteX56" fmla="*/ 9182272 w 9288370"/>
              <a:gd name="connsiteY56" fmla="*/ 37171 h 1686480"/>
              <a:gd name="connsiteX57" fmla="*/ 9232990 w 9288370"/>
              <a:gd name="connsiteY57" fmla="*/ 24074 h 1686480"/>
              <a:gd name="connsiteX58" fmla="*/ 9288370 w 9288370"/>
              <a:gd name="connsiteY58" fmla="*/ 0 h 1686480"/>
              <a:gd name="connsiteX59" fmla="*/ 0 w 9288370"/>
              <a:gd name="connsiteY59" fmla="*/ 0 h 1686480"/>
              <a:gd name="connsiteX60" fmla="*/ 8158 w 9288370"/>
              <a:gd name="connsiteY60"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230008 w 9288370"/>
              <a:gd name="connsiteY27" fmla="*/ 1303546 h 1686480"/>
              <a:gd name="connsiteX28" fmla="*/ 4575478 w 9288370"/>
              <a:gd name="connsiteY28" fmla="*/ 1261726 h 1686480"/>
              <a:gd name="connsiteX29" fmla="*/ 4650026 w 9288370"/>
              <a:gd name="connsiteY29" fmla="*/ 1265798 h 1686480"/>
              <a:gd name="connsiteX30" fmla="*/ 4792008 w 9288370"/>
              <a:gd name="connsiteY30" fmla="*/ 1243899 h 1686480"/>
              <a:gd name="connsiteX31" fmla="*/ 4954126 w 9288370"/>
              <a:gd name="connsiteY31" fmla="*/ 1204617 h 1686480"/>
              <a:gd name="connsiteX32" fmla="*/ 5309678 w 9288370"/>
              <a:gd name="connsiteY32" fmla="*/ 1128278 h 1686480"/>
              <a:gd name="connsiteX33" fmla="*/ 5474724 w 9288370"/>
              <a:gd name="connsiteY33" fmla="*/ 1091167 h 1686480"/>
              <a:gd name="connsiteX34" fmla="*/ 5612132 w 9288370"/>
              <a:gd name="connsiteY34" fmla="*/ 1051509 h 1686480"/>
              <a:gd name="connsiteX35" fmla="*/ 5776618 w 9288370"/>
              <a:gd name="connsiteY35" fmla="*/ 1053037 h 1686480"/>
              <a:gd name="connsiteX36" fmla="*/ 5785786 w 9288370"/>
              <a:gd name="connsiteY36" fmla="*/ 1051213 h 1686480"/>
              <a:gd name="connsiteX37" fmla="*/ 5829381 w 9288370"/>
              <a:gd name="connsiteY37" fmla="*/ 1046878 h 1686480"/>
              <a:gd name="connsiteX38" fmla="*/ 5943596 w 9288370"/>
              <a:gd name="connsiteY38" fmla="*/ 1043237 h 1686480"/>
              <a:gd name="connsiteX39" fmla="*/ 5985730 w 9288370"/>
              <a:gd name="connsiteY39" fmla="*/ 1035396 h 1686480"/>
              <a:gd name="connsiteX40" fmla="*/ 6103109 w 9288370"/>
              <a:gd name="connsiteY40" fmla="*/ 1019019 h 1686480"/>
              <a:gd name="connsiteX41" fmla="*/ 6222406 w 9288370"/>
              <a:gd name="connsiteY41" fmla="*/ 985341 h 1686480"/>
              <a:gd name="connsiteX42" fmla="*/ 6598672 w 9288370"/>
              <a:gd name="connsiteY42" fmla="*/ 902062 h 1686480"/>
              <a:gd name="connsiteX43" fmla="*/ 6766149 w 9288370"/>
              <a:gd name="connsiteY43" fmla="*/ 846132 h 1686480"/>
              <a:gd name="connsiteX44" fmla="*/ 6886312 w 9288370"/>
              <a:gd name="connsiteY44" fmla="*/ 781877 h 1686480"/>
              <a:gd name="connsiteX45" fmla="*/ 7006457 w 9288370"/>
              <a:gd name="connsiteY45" fmla="*/ 699758 h 1686480"/>
              <a:gd name="connsiteX46" fmla="*/ 7231643 w 9288370"/>
              <a:gd name="connsiteY46" fmla="*/ 640778 h 1686480"/>
              <a:gd name="connsiteX47" fmla="*/ 7363123 w 9288370"/>
              <a:gd name="connsiteY47" fmla="*/ 593682 h 1686480"/>
              <a:gd name="connsiteX48" fmla="*/ 7588368 w 9288370"/>
              <a:gd name="connsiteY48" fmla="*/ 531129 h 1686480"/>
              <a:gd name="connsiteX49" fmla="*/ 7782741 w 9288370"/>
              <a:gd name="connsiteY49" fmla="*/ 455936 h 1686480"/>
              <a:gd name="connsiteX50" fmla="*/ 7952094 w 9288370"/>
              <a:gd name="connsiteY50" fmla="*/ 409302 h 1686480"/>
              <a:gd name="connsiteX51" fmla="*/ 8231938 w 9288370"/>
              <a:gd name="connsiteY51" fmla="*/ 259259 h 1686480"/>
              <a:gd name="connsiteX52" fmla="*/ 8428864 w 9288370"/>
              <a:gd name="connsiteY52" fmla="*/ 208471 h 1686480"/>
              <a:gd name="connsiteX53" fmla="*/ 8616510 w 9288370"/>
              <a:gd name="connsiteY53" fmla="*/ 161973 h 1686480"/>
              <a:gd name="connsiteX54" fmla="*/ 8826766 w 9288370"/>
              <a:gd name="connsiteY54" fmla="*/ 152111 h 1686480"/>
              <a:gd name="connsiteX55" fmla="*/ 8917647 w 9288370"/>
              <a:gd name="connsiteY55" fmla="*/ 112232 h 1686480"/>
              <a:gd name="connsiteX56" fmla="*/ 9182272 w 9288370"/>
              <a:gd name="connsiteY56" fmla="*/ 37171 h 1686480"/>
              <a:gd name="connsiteX57" fmla="*/ 9232990 w 9288370"/>
              <a:gd name="connsiteY57" fmla="*/ 24074 h 1686480"/>
              <a:gd name="connsiteX58" fmla="*/ 9288370 w 9288370"/>
              <a:gd name="connsiteY58" fmla="*/ 0 h 1686480"/>
              <a:gd name="connsiteX59" fmla="*/ 0 w 9288370"/>
              <a:gd name="connsiteY59" fmla="*/ 0 h 1686480"/>
              <a:gd name="connsiteX60" fmla="*/ 8158 w 9288370"/>
              <a:gd name="connsiteY60"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7546 w 9288370"/>
              <a:gd name="connsiteY26" fmla="*/ 1294697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21861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14737 h 1686480"/>
              <a:gd name="connsiteX5" fmla="*/ 1339078 w 9288370"/>
              <a:gd name="connsiteY5" fmla="*/ 1494730 h 1686480"/>
              <a:gd name="connsiteX6" fmla="*/ 1492452 w 9288370"/>
              <a:gd name="connsiteY6" fmla="*/ 1519061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71666 h 1686480"/>
              <a:gd name="connsiteX1" fmla="*/ 411216 w 9288370"/>
              <a:gd name="connsiteY1" fmla="*/ 1628370 h 1686480"/>
              <a:gd name="connsiteX2" fmla="*/ 766051 w 9288370"/>
              <a:gd name="connsiteY2" fmla="*/ 1569826 h 1686480"/>
              <a:gd name="connsiteX3" fmla="*/ 971617 w 9288370"/>
              <a:gd name="connsiteY3" fmla="*/ 1522494 h 1686480"/>
              <a:gd name="connsiteX4" fmla="*/ 1186668 w 9288370"/>
              <a:gd name="connsiteY4" fmla="*/ 1514737 h 1686480"/>
              <a:gd name="connsiteX5" fmla="*/ 1339078 w 9288370"/>
              <a:gd name="connsiteY5" fmla="*/ 1494730 h 1686480"/>
              <a:gd name="connsiteX6" fmla="*/ 1488946 w 9288370"/>
              <a:gd name="connsiteY6" fmla="*/ 1508375 h 1686480"/>
              <a:gd name="connsiteX7" fmla="*/ 1604999 w 9288370"/>
              <a:gd name="connsiteY7" fmla="*/ 1513599 h 1686480"/>
              <a:gd name="connsiteX8" fmla="*/ 1717911 w 9288370"/>
              <a:gd name="connsiteY8" fmla="*/ 1497764 h 1686480"/>
              <a:gd name="connsiteX9" fmla="*/ 1794234 w 9288370"/>
              <a:gd name="connsiteY9" fmla="*/ 1464331 h 1686480"/>
              <a:gd name="connsiteX10" fmla="*/ 2101780 w 9288370"/>
              <a:gd name="connsiteY10" fmla="*/ 1409907 h 1686480"/>
              <a:gd name="connsiteX11" fmla="*/ 2244830 w 9288370"/>
              <a:gd name="connsiteY11" fmla="*/ 1388540 h 1686480"/>
              <a:gd name="connsiteX12" fmla="*/ 2428648 w 9288370"/>
              <a:gd name="connsiteY12" fmla="*/ 1372736 h 1686480"/>
              <a:gd name="connsiteX13" fmla="*/ 2645882 w 9288370"/>
              <a:gd name="connsiteY13" fmla="*/ 1341971 h 1686480"/>
              <a:gd name="connsiteX14" fmla="*/ 2707413 w 9288370"/>
              <a:gd name="connsiteY14" fmla="*/ 1347156 h 1686480"/>
              <a:gd name="connsiteX15" fmla="*/ 2843134 w 9288370"/>
              <a:gd name="connsiteY15" fmla="*/ 1323561 h 1686480"/>
              <a:gd name="connsiteX16" fmla="*/ 2923804 w 9288370"/>
              <a:gd name="connsiteY16" fmla="*/ 1314224 h 1686480"/>
              <a:gd name="connsiteX17" fmla="*/ 2953618 w 9288370"/>
              <a:gd name="connsiteY17" fmla="*/ 1318186 h 1686480"/>
              <a:gd name="connsiteX18" fmla="*/ 2995816 w 9288370"/>
              <a:gd name="connsiteY18" fmla="*/ 1318670 h 1686480"/>
              <a:gd name="connsiteX19" fmla="*/ 3261550 w 9288370"/>
              <a:gd name="connsiteY19" fmla="*/ 1289117 h 1686480"/>
              <a:gd name="connsiteX20" fmla="*/ 3409554 w 9288370"/>
              <a:gd name="connsiteY20" fmla="*/ 1258110 h 1686480"/>
              <a:gd name="connsiteX21" fmla="*/ 3534382 w 9288370"/>
              <a:gd name="connsiteY21" fmla="*/ 1245916 h 1686480"/>
              <a:gd name="connsiteX22" fmla="*/ 3707853 w 9288370"/>
              <a:gd name="connsiteY22" fmla="*/ 1241722 h 1686480"/>
              <a:gd name="connsiteX23" fmla="*/ 3925616 w 9288370"/>
              <a:gd name="connsiteY23" fmla="*/ 1253751 h 1686480"/>
              <a:gd name="connsiteX24" fmla="*/ 3954387 w 9288370"/>
              <a:gd name="connsiteY24" fmla="*/ 1263789 h 1686480"/>
              <a:gd name="connsiteX25" fmla="*/ 3995849 w 9288370"/>
              <a:gd name="connsiteY25" fmla="*/ 1272939 h 1686480"/>
              <a:gd name="connsiteX26" fmla="*/ 4060534 w 9288370"/>
              <a:gd name="connsiteY26" fmla="*/ 1273326 h 1686480"/>
              <a:gd name="connsiteX27" fmla="*/ 4575478 w 9288370"/>
              <a:gd name="connsiteY27" fmla="*/ 1261726 h 1686480"/>
              <a:gd name="connsiteX28" fmla="*/ 4650026 w 9288370"/>
              <a:gd name="connsiteY28" fmla="*/ 1265798 h 1686480"/>
              <a:gd name="connsiteX29" fmla="*/ 4792008 w 9288370"/>
              <a:gd name="connsiteY29" fmla="*/ 1243899 h 1686480"/>
              <a:gd name="connsiteX30" fmla="*/ 4954126 w 9288370"/>
              <a:gd name="connsiteY30" fmla="*/ 1204617 h 1686480"/>
              <a:gd name="connsiteX31" fmla="*/ 5309678 w 9288370"/>
              <a:gd name="connsiteY31" fmla="*/ 1128278 h 1686480"/>
              <a:gd name="connsiteX32" fmla="*/ 5474724 w 9288370"/>
              <a:gd name="connsiteY32" fmla="*/ 1091167 h 1686480"/>
              <a:gd name="connsiteX33" fmla="*/ 5612132 w 9288370"/>
              <a:gd name="connsiteY33" fmla="*/ 1051509 h 1686480"/>
              <a:gd name="connsiteX34" fmla="*/ 5776618 w 9288370"/>
              <a:gd name="connsiteY34" fmla="*/ 1053037 h 1686480"/>
              <a:gd name="connsiteX35" fmla="*/ 5785786 w 9288370"/>
              <a:gd name="connsiteY35" fmla="*/ 1051213 h 1686480"/>
              <a:gd name="connsiteX36" fmla="*/ 5829381 w 9288370"/>
              <a:gd name="connsiteY36" fmla="*/ 1046878 h 1686480"/>
              <a:gd name="connsiteX37" fmla="*/ 5943596 w 9288370"/>
              <a:gd name="connsiteY37" fmla="*/ 1043237 h 1686480"/>
              <a:gd name="connsiteX38" fmla="*/ 5985730 w 9288370"/>
              <a:gd name="connsiteY38" fmla="*/ 1035396 h 1686480"/>
              <a:gd name="connsiteX39" fmla="*/ 6103109 w 9288370"/>
              <a:gd name="connsiteY39" fmla="*/ 1019019 h 1686480"/>
              <a:gd name="connsiteX40" fmla="*/ 6222406 w 9288370"/>
              <a:gd name="connsiteY40" fmla="*/ 985341 h 1686480"/>
              <a:gd name="connsiteX41" fmla="*/ 6598672 w 9288370"/>
              <a:gd name="connsiteY41" fmla="*/ 902062 h 1686480"/>
              <a:gd name="connsiteX42" fmla="*/ 6766149 w 9288370"/>
              <a:gd name="connsiteY42" fmla="*/ 846132 h 1686480"/>
              <a:gd name="connsiteX43" fmla="*/ 6886312 w 9288370"/>
              <a:gd name="connsiteY43" fmla="*/ 781877 h 1686480"/>
              <a:gd name="connsiteX44" fmla="*/ 7006457 w 9288370"/>
              <a:gd name="connsiteY44" fmla="*/ 699758 h 1686480"/>
              <a:gd name="connsiteX45" fmla="*/ 7231643 w 9288370"/>
              <a:gd name="connsiteY45" fmla="*/ 640778 h 1686480"/>
              <a:gd name="connsiteX46" fmla="*/ 7363123 w 9288370"/>
              <a:gd name="connsiteY46" fmla="*/ 593682 h 1686480"/>
              <a:gd name="connsiteX47" fmla="*/ 7588368 w 9288370"/>
              <a:gd name="connsiteY47" fmla="*/ 531129 h 1686480"/>
              <a:gd name="connsiteX48" fmla="*/ 7782741 w 9288370"/>
              <a:gd name="connsiteY48" fmla="*/ 455936 h 1686480"/>
              <a:gd name="connsiteX49" fmla="*/ 7952094 w 9288370"/>
              <a:gd name="connsiteY49" fmla="*/ 409302 h 1686480"/>
              <a:gd name="connsiteX50" fmla="*/ 8231938 w 9288370"/>
              <a:gd name="connsiteY50" fmla="*/ 259259 h 1686480"/>
              <a:gd name="connsiteX51" fmla="*/ 8428864 w 9288370"/>
              <a:gd name="connsiteY51" fmla="*/ 208471 h 1686480"/>
              <a:gd name="connsiteX52" fmla="*/ 8616510 w 9288370"/>
              <a:gd name="connsiteY52" fmla="*/ 161973 h 1686480"/>
              <a:gd name="connsiteX53" fmla="*/ 8826766 w 9288370"/>
              <a:gd name="connsiteY53" fmla="*/ 152111 h 1686480"/>
              <a:gd name="connsiteX54" fmla="*/ 8917647 w 9288370"/>
              <a:gd name="connsiteY54" fmla="*/ 112232 h 1686480"/>
              <a:gd name="connsiteX55" fmla="*/ 9182272 w 9288370"/>
              <a:gd name="connsiteY55" fmla="*/ 37171 h 1686480"/>
              <a:gd name="connsiteX56" fmla="*/ 9232990 w 9288370"/>
              <a:gd name="connsiteY56" fmla="*/ 24074 h 1686480"/>
              <a:gd name="connsiteX57" fmla="*/ 9288370 w 9288370"/>
              <a:gd name="connsiteY57" fmla="*/ 0 h 1686480"/>
              <a:gd name="connsiteX58" fmla="*/ 0 w 9288370"/>
              <a:gd name="connsiteY58" fmla="*/ 0 h 1686480"/>
              <a:gd name="connsiteX59" fmla="*/ 8158 w 9288370"/>
              <a:gd name="connsiteY59" fmla="*/ 1671666 h 1686480"/>
              <a:gd name="connsiteX0" fmla="*/ 8158 w 9288370"/>
              <a:gd name="connsiteY0" fmla="*/ 1657420 h 1674498"/>
              <a:gd name="connsiteX1" fmla="*/ 411216 w 9288370"/>
              <a:gd name="connsiteY1" fmla="*/ 1628370 h 1674498"/>
              <a:gd name="connsiteX2" fmla="*/ 766051 w 9288370"/>
              <a:gd name="connsiteY2" fmla="*/ 1569826 h 1674498"/>
              <a:gd name="connsiteX3" fmla="*/ 971617 w 9288370"/>
              <a:gd name="connsiteY3" fmla="*/ 1522494 h 1674498"/>
              <a:gd name="connsiteX4" fmla="*/ 1186668 w 9288370"/>
              <a:gd name="connsiteY4" fmla="*/ 1514737 h 1674498"/>
              <a:gd name="connsiteX5" fmla="*/ 1339078 w 9288370"/>
              <a:gd name="connsiteY5" fmla="*/ 1494730 h 1674498"/>
              <a:gd name="connsiteX6" fmla="*/ 1488946 w 9288370"/>
              <a:gd name="connsiteY6" fmla="*/ 1508375 h 1674498"/>
              <a:gd name="connsiteX7" fmla="*/ 1604999 w 9288370"/>
              <a:gd name="connsiteY7" fmla="*/ 1513599 h 1674498"/>
              <a:gd name="connsiteX8" fmla="*/ 1717911 w 9288370"/>
              <a:gd name="connsiteY8" fmla="*/ 1497764 h 1674498"/>
              <a:gd name="connsiteX9" fmla="*/ 1794234 w 9288370"/>
              <a:gd name="connsiteY9" fmla="*/ 1464331 h 1674498"/>
              <a:gd name="connsiteX10" fmla="*/ 2101780 w 9288370"/>
              <a:gd name="connsiteY10" fmla="*/ 1409907 h 1674498"/>
              <a:gd name="connsiteX11" fmla="*/ 2244830 w 9288370"/>
              <a:gd name="connsiteY11" fmla="*/ 1388540 h 1674498"/>
              <a:gd name="connsiteX12" fmla="*/ 2428648 w 9288370"/>
              <a:gd name="connsiteY12" fmla="*/ 1372736 h 1674498"/>
              <a:gd name="connsiteX13" fmla="*/ 2645882 w 9288370"/>
              <a:gd name="connsiteY13" fmla="*/ 1341971 h 1674498"/>
              <a:gd name="connsiteX14" fmla="*/ 2707413 w 9288370"/>
              <a:gd name="connsiteY14" fmla="*/ 1347156 h 1674498"/>
              <a:gd name="connsiteX15" fmla="*/ 2843134 w 9288370"/>
              <a:gd name="connsiteY15" fmla="*/ 1323561 h 1674498"/>
              <a:gd name="connsiteX16" fmla="*/ 2923804 w 9288370"/>
              <a:gd name="connsiteY16" fmla="*/ 1314224 h 1674498"/>
              <a:gd name="connsiteX17" fmla="*/ 2953618 w 9288370"/>
              <a:gd name="connsiteY17" fmla="*/ 1318186 h 1674498"/>
              <a:gd name="connsiteX18" fmla="*/ 2995816 w 9288370"/>
              <a:gd name="connsiteY18" fmla="*/ 1318670 h 1674498"/>
              <a:gd name="connsiteX19" fmla="*/ 3261550 w 9288370"/>
              <a:gd name="connsiteY19" fmla="*/ 1289117 h 1674498"/>
              <a:gd name="connsiteX20" fmla="*/ 3409554 w 9288370"/>
              <a:gd name="connsiteY20" fmla="*/ 1258110 h 1674498"/>
              <a:gd name="connsiteX21" fmla="*/ 3534382 w 9288370"/>
              <a:gd name="connsiteY21" fmla="*/ 1245916 h 1674498"/>
              <a:gd name="connsiteX22" fmla="*/ 3707853 w 9288370"/>
              <a:gd name="connsiteY22" fmla="*/ 1241722 h 1674498"/>
              <a:gd name="connsiteX23" fmla="*/ 3925616 w 9288370"/>
              <a:gd name="connsiteY23" fmla="*/ 1253751 h 1674498"/>
              <a:gd name="connsiteX24" fmla="*/ 3954387 w 9288370"/>
              <a:gd name="connsiteY24" fmla="*/ 1263789 h 1674498"/>
              <a:gd name="connsiteX25" fmla="*/ 3995849 w 9288370"/>
              <a:gd name="connsiteY25" fmla="*/ 1272939 h 1674498"/>
              <a:gd name="connsiteX26" fmla="*/ 4060534 w 9288370"/>
              <a:gd name="connsiteY26" fmla="*/ 1273326 h 1674498"/>
              <a:gd name="connsiteX27" fmla="*/ 4575478 w 9288370"/>
              <a:gd name="connsiteY27" fmla="*/ 1261726 h 1674498"/>
              <a:gd name="connsiteX28" fmla="*/ 4650026 w 9288370"/>
              <a:gd name="connsiteY28" fmla="*/ 1265798 h 1674498"/>
              <a:gd name="connsiteX29" fmla="*/ 4792008 w 9288370"/>
              <a:gd name="connsiteY29" fmla="*/ 1243899 h 1674498"/>
              <a:gd name="connsiteX30" fmla="*/ 4954126 w 9288370"/>
              <a:gd name="connsiteY30" fmla="*/ 1204617 h 1674498"/>
              <a:gd name="connsiteX31" fmla="*/ 5309678 w 9288370"/>
              <a:gd name="connsiteY31" fmla="*/ 1128278 h 1674498"/>
              <a:gd name="connsiteX32" fmla="*/ 5474724 w 9288370"/>
              <a:gd name="connsiteY32" fmla="*/ 1091167 h 1674498"/>
              <a:gd name="connsiteX33" fmla="*/ 5612132 w 9288370"/>
              <a:gd name="connsiteY33" fmla="*/ 1051509 h 1674498"/>
              <a:gd name="connsiteX34" fmla="*/ 5776618 w 9288370"/>
              <a:gd name="connsiteY34" fmla="*/ 1053037 h 1674498"/>
              <a:gd name="connsiteX35" fmla="*/ 5785786 w 9288370"/>
              <a:gd name="connsiteY35" fmla="*/ 1051213 h 1674498"/>
              <a:gd name="connsiteX36" fmla="*/ 5829381 w 9288370"/>
              <a:gd name="connsiteY36" fmla="*/ 1046878 h 1674498"/>
              <a:gd name="connsiteX37" fmla="*/ 5943596 w 9288370"/>
              <a:gd name="connsiteY37" fmla="*/ 1043237 h 1674498"/>
              <a:gd name="connsiteX38" fmla="*/ 5985730 w 9288370"/>
              <a:gd name="connsiteY38" fmla="*/ 1035396 h 1674498"/>
              <a:gd name="connsiteX39" fmla="*/ 6103109 w 9288370"/>
              <a:gd name="connsiteY39" fmla="*/ 1019019 h 1674498"/>
              <a:gd name="connsiteX40" fmla="*/ 6222406 w 9288370"/>
              <a:gd name="connsiteY40" fmla="*/ 985341 h 1674498"/>
              <a:gd name="connsiteX41" fmla="*/ 6598672 w 9288370"/>
              <a:gd name="connsiteY41" fmla="*/ 902062 h 1674498"/>
              <a:gd name="connsiteX42" fmla="*/ 6766149 w 9288370"/>
              <a:gd name="connsiteY42" fmla="*/ 846132 h 1674498"/>
              <a:gd name="connsiteX43" fmla="*/ 6886312 w 9288370"/>
              <a:gd name="connsiteY43" fmla="*/ 781877 h 1674498"/>
              <a:gd name="connsiteX44" fmla="*/ 7006457 w 9288370"/>
              <a:gd name="connsiteY44" fmla="*/ 699758 h 1674498"/>
              <a:gd name="connsiteX45" fmla="*/ 7231643 w 9288370"/>
              <a:gd name="connsiteY45" fmla="*/ 640778 h 1674498"/>
              <a:gd name="connsiteX46" fmla="*/ 7363123 w 9288370"/>
              <a:gd name="connsiteY46" fmla="*/ 593682 h 1674498"/>
              <a:gd name="connsiteX47" fmla="*/ 7588368 w 9288370"/>
              <a:gd name="connsiteY47" fmla="*/ 531129 h 1674498"/>
              <a:gd name="connsiteX48" fmla="*/ 7782741 w 9288370"/>
              <a:gd name="connsiteY48" fmla="*/ 455936 h 1674498"/>
              <a:gd name="connsiteX49" fmla="*/ 7952094 w 9288370"/>
              <a:gd name="connsiteY49" fmla="*/ 409302 h 1674498"/>
              <a:gd name="connsiteX50" fmla="*/ 8231938 w 9288370"/>
              <a:gd name="connsiteY50" fmla="*/ 259259 h 1674498"/>
              <a:gd name="connsiteX51" fmla="*/ 8428864 w 9288370"/>
              <a:gd name="connsiteY51" fmla="*/ 208471 h 1674498"/>
              <a:gd name="connsiteX52" fmla="*/ 8616510 w 9288370"/>
              <a:gd name="connsiteY52" fmla="*/ 161973 h 1674498"/>
              <a:gd name="connsiteX53" fmla="*/ 8826766 w 9288370"/>
              <a:gd name="connsiteY53" fmla="*/ 152111 h 1674498"/>
              <a:gd name="connsiteX54" fmla="*/ 8917647 w 9288370"/>
              <a:gd name="connsiteY54" fmla="*/ 112232 h 1674498"/>
              <a:gd name="connsiteX55" fmla="*/ 9182272 w 9288370"/>
              <a:gd name="connsiteY55" fmla="*/ 37171 h 1674498"/>
              <a:gd name="connsiteX56" fmla="*/ 9232990 w 9288370"/>
              <a:gd name="connsiteY56" fmla="*/ 24074 h 1674498"/>
              <a:gd name="connsiteX57" fmla="*/ 9288370 w 9288370"/>
              <a:gd name="connsiteY57" fmla="*/ 0 h 1674498"/>
              <a:gd name="connsiteX58" fmla="*/ 0 w 9288370"/>
              <a:gd name="connsiteY58" fmla="*/ 0 h 1674498"/>
              <a:gd name="connsiteX59" fmla="*/ 8158 w 9288370"/>
              <a:gd name="connsiteY59" fmla="*/ 1657420 h 1674498"/>
              <a:gd name="connsiteX0" fmla="*/ 8158 w 9288370"/>
              <a:gd name="connsiteY0" fmla="*/ 1657420 h 1657420"/>
              <a:gd name="connsiteX1" fmla="*/ 411216 w 9288370"/>
              <a:gd name="connsiteY1" fmla="*/ 1628370 h 1657420"/>
              <a:gd name="connsiteX2" fmla="*/ 766051 w 9288370"/>
              <a:gd name="connsiteY2" fmla="*/ 1569826 h 1657420"/>
              <a:gd name="connsiteX3" fmla="*/ 971617 w 9288370"/>
              <a:gd name="connsiteY3" fmla="*/ 1522494 h 1657420"/>
              <a:gd name="connsiteX4" fmla="*/ 1186668 w 9288370"/>
              <a:gd name="connsiteY4" fmla="*/ 1514737 h 1657420"/>
              <a:gd name="connsiteX5" fmla="*/ 1339078 w 9288370"/>
              <a:gd name="connsiteY5" fmla="*/ 1494730 h 1657420"/>
              <a:gd name="connsiteX6" fmla="*/ 1488946 w 9288370"/>
              <a:gd name="connsiteY6" fmla="*/ 1508375 h 1657420"/>
              <a:gd name="connsiteX7" fmla="*/ 1604999 w 9288370"/>
              <a:gd name="connsiteY7" fmla="*/ 1513599 h 1657420"/>
              <a:gd name="connsiteX8" fmla="*/ 1717911 w 9288370"/>
              <a:gd name="connsiteY8" fmla="*/ 1497764 h 1657420"/>
              <a:gd name="connsiteX9" fmla="*/ 1794234 w 9288370"/>
              <a:gd name="connsiteY9" fmla="*/ 1464331 h 1657420"/>
              <a:gd name="connsiteX10" fmla="*/ 2101780 w 9288370"/>
              <a:gd name="connsiteY10" fmla="*/ 1409907 h 1657420"/>
              <a:gd name="connsiteX11" fmla="*/ 2244830 w 9288370"/>
              <a:gd name="connsiteY11" fmla="*/ 1388540 h 1657420"/>
              <a:gd name="connsiteX12" fmla="*/ 2428648 w 9288370"/>
              <a:gd name="connsiteY12" fmla="*/ 1372736 h 1657420"/>
              <a:gd name="connsiteX13" fmla="*/ 2645882 w 9288370"/>
              <a:gd name="connsiteY13" fmla="*/ 1341971 h 1657420"/>
              <a:gd name="connsiteX14" fmla="*/ 2707413 w 9288370"/>
              <a:gd name="connsiteY14" fmla="*/ 1347156 h 1657420"/>
              <a:gd name="connsiteX15" fmla="*/ 2843134 w 9288370"/>
              <a:gd name="connsiteY15" fmla="*/ 1323561 h 1657420"/>
              <a:gd name="connsiteX16" fmla="*/ 2923804 w 9288370"/>
              <a:gd name="connsiteY16" fmla="*/ 1314224 h 1657420"/>
              <a:gd name="connsiteX17" fmla="*/ 2953618 w 9288370"/>
              <a:gd name="connsiteY17" fmla="*/ 1318186 h 1657420"/>
              <a:gd name="connsiteX18" fmla="*/ 2995816 w 9288370"/>
              <a:gd name="connsiteY18" fmla="*/ 1318670 h 1657420"/>
              <a:gd name="connsiteX19" fmla="*/ 3261550 w 9288370"/>
              <a:gd name="connsiteY19" fmla="*/ 1289117 h 1657420"/>
              <a:gd name="connsiteX20" fmla="*/ 3409554 w 9288370"/>
              <a:gd name="connsiteY20" fmla="*/ 1258110 h 1657420"/>
              <a:gd name="connsiteX21" fmla="*/ 3534382 w 9288370"/>
              <a:gd name="connsiteY21" fmla="*/ 1245916 h 1657420"/>
              <a:gd name="connsiteX22" fmla="*/ 3707853 w 9288370"/>
              <a:gd name="connsiteY22" fmla="*/ 1241722 h 1657420"/>
              <a:gd name="connsiteX23" fmla="*/ 3925616 w 9288370"/>
              <a:gd name="connsiteY23" fmla="*/ 1253751 h 1657420"/>
              <a:gd name="connsiteX24" fmla="*/ 3954387 w 9288370"/>
              <a:gd name="connsiteY24" fmla="*/ 1263789 h 1657420"/>
              <a:gd name="connsiteX25" fmla="*/ 3995849 w 9288370"/>
              <a:gd name="connsiteY25" fmla="*/ 1272939 h 1657420"/>
              <a:gd name="connsiteX26" fmla="*/ 4060534 w 9288370"/>
              <a:gd name="connsiteY26" fmla="*/ 1273326 h 1657420"/>
              <a:gd name="connsiteX27" fmla="*/ 4575478 w 9288370"/>
              <a:gd name="connsiteY27" fmla="*/ 1261726 h 1657420"/>
              <a:gd name="connsiteX28" fmla="*/ 4650026 w 9288370"/>
              <a:gd name="connsiteY28" fmla="*/ 1265798 h 1657420"/>
              <a:gd name="connsiteX29" fmla="*/ 4792008 w 9288370"/>
              <a:gd name="connsiteY29" fmla="*/ 1243899 h 1657420"/>
              <a:gd name="connsiteX30" fmla="*/ 4954126 w 9288370"/>
              <a:gd name="connsiteY30" fmla="*/ 1204617 h 1657420"/>
              <a:gd name="connsiteX31" fmla="*/ 5309678 w 9288370"/>
              <a:gd name="connsiteY31" fmla="*/ 1128278 h 1657420"/>
              <a:gd name="connsiteX32" fmla="*/ 5474724 w 9288370"/>
              <a:gd name="connsiteY32" fmla="*/ 1091167 h 1657420"/>
              <a:gd name="connsiteX33" fmla="*/ 5612132 w 9288370"/>
              <a:gd name="connsiteY33" fmla="*/ 1051509 h 1657420"/>
              <a:gd name="connsiteX34" fmla="*/ 5776618 w 9288370"/>
              <a:gd name="connsiteY34" fmla="*/ 1053037 h 1657420"/>
              <a:gd name="connsiteX35" fmla="*/ 5785786 w 9288370"/>
              <a:gd name="connsiteY35" fmla="*/ 1051213 h 1657420"/>
              <a:gd name="connsiteX36" fmla="*/ 5829381 w 9288370"/>
              <a:gd name="connsiteY36" fmla="*/ 1046878 h 1657420"/>
              <a:gd name="connsiteX37" fmla="*/ 5943596 w 9288370"/>
              <a:gd name="connsiteY37" fmla="*/ 1043237 h 1657420"/>
              <a:gd name="connsiteX38" fmla="*/ 5985730 w 9288370"/>
              <a:gd name="connsiteY38" fmla="*/ 1035396 h 1657420"/>
              <a:gd name="connsiteX39" fmla="*/ 6103109 w 9288370"/>
              <a:gd name="connsiteY39" fmla="*/ 1019019 h 1657420"/>
              <a:gd name="connsiteX40" fmla="*/ 6222406 w 9288370"/>
              <a:gd name="connsiteY40" fmla="*/ 985341 h 1657420"/>
              <a:gd name="connsiteX41" fmla="*/ 6598672 w 9288370"/>
              <a:gd name="connsiteY41" fmla="*/ 902062 h 1657420"/>
              <a:gd name="connsiteX42" fmla="*/ 6766149 w 9288370"/>
              <a:gd name="connsiteY42" fmla="*/ 846132 h 1657420"/>
              <a:gd name="connsiteX43" fmla="*/ 6886312 w 9288370"/>
              <a:gd name="connsiteY43" fmla="*/ 781877 h 1657420"/>
              <a:gd name="connsiteX44" fmla="*/ 7006457 w 9288370"/>
              <a:gd name="connsiteY44" fmla="*/ 699758 h 1657420"/>
              <a:gd name="connsiteX45" fmla="*/ 7231643 w 9288370"/>
              <a:gd name="connsiteY45" fmla="*/ 640778 h 1657420"/>
              <a:gd name="connsiteX46" fmla="*/ 7363123 w 9288370"/>
              <a:gd name="connsiteY46" fmla="*/ 593682 h 1657420"/>
              <a:gd name="connsiteX47" fmla="*/ 7588368 w 9288370"/>
              <a:gd name="connsiteY47" fmla="*/ 531129 h 1657420"/>
              <a:gd name="connsiteX48" fmla="*/ 7782741 w 9288370"/>
              <a:gd name="connsiteY48" fmla="*/ 455936 h 1657420"/>
              <a:gd name="connsiteX49" fmla="*/ 7952094 w 9288370"/>
              <a:gd name="connsiteY49" fmla="*/ 409302 h 1657420"/>
              <a:gd name="connsiteX50" fmla="*/ 8231938 w 9288370"/>
              <a:gd name="connsiteY50" fmla="*/ 259259 h 1657420"/>
              <a:gd name="connsiteX51" fmla="*/ 8428864 w 9288370"/>
              <a:gd name="connsiteY51" fmla="*/ 208471 h 1657420"/>
              <a:gd name="connsiteX52" fmla="*/ 8616510 w 9288370"/>
              <a:gd name="connsiteY52" fmla="*/ 161973 h 1657420"/>
              <a:gd name="connsiteX53" fmla="*/ 8826766 w 9288370"/>
              <a:gd name="connsiteY53" fmla="*/ 152111 h 1657420"/>
              <a:gd name="connsiteX54" fmla="*/ 8917647 w 9288370"/>
              <a:gd name="connsiteY54" fmla="*/ 112232 h 1657420"/>
              <a:gd name="connsiteX55" fmla="*/ 9182272 w 9288370"/>
              <a:gd name="connsiteY55" fmla="*/ 37171 h 1657420"/>
              <a:gd name="connsiteX56" fmla="*/ 9232990 w 9288370"/>
              <a:gd name="connsiteY56" fmla="*/ 24074 h 1657420"/>
              <a:gd name="connsiteX57" fmla="*/ 9288370 w 9288370"/>
              <a:gd name="connsiteY57" fmla="*/ 0 h 1657420"/>
              <a:gd name="connsiteX58" fmla="*/ 0 w 9288370"/>
              <a:gd name="connsiteY58" fmla="*/ 0 h 1657420"/>
              <a:gd name="connsiteX59" fmla="*/ 8158 w 9288370"/>
              <a:gd name="connsiteY59" fmla="*/ 1657420 h 165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288370" h="1657420">
                <a:moveTo>
                  <a:pt x="8158" y="1657420"/>
                </a:moveTo>
                <a:cubicBezTo>
                  <a:pt x="61478" y="1649348"/>
                  <a:pt x="284901" y="1645343"/>
                  <a:pt x="411216" y="1628370"/>
                </a:cubicBezTo>
                <a:cubicBezTo>
                  <a:pt x="480417" y="1633188"/>
                  <a:pt x="558470" y="1603899"/>
                  <a:pt x="766051" y="1569826"/>
                </a:cubicBezTo>
                <a:cubicBezTo>
                  <a:pt x="812488" y="1564422"/>
                  <a:pt x="953443" y="1560007"/>
                  <a:pt x="971617" y="1522494"/>
                </a:cubicBezTo>
                <a:cubicBezTo>
                  <a:pt x="1020161" y="1501878"/>
                  <a:pt x="1097347" y="1533665"/>
                  <a:pt x="1186668" y="1514737"/>
                </a:cubicBezTo>
                <a:lnTo>
                  <a:pt x="1339078" y="1494730"/>
                </a:lnTo>
                <a:lnTo>
                  <a:pt x="1488946" y="1508375"/>
                </a:lnTo>
                <a:lnTo>
                  <a:pt x="1604999" y="1513599"/>
                </a:lnTo>
                <a:lnTo>
                  <a:pt x="1717911" y="1497764"/>
                </a:lnTo>
                <a:cubicBezTo>
                  <a:pt x="1743422" y="1488490"/>
                  <a:pt x="1730257" y="1478974"/>
                  <a:pt x="1794234" y="1464331"/>
                </a:cubicBezTo>
                <a:cubicBezTo>
                  <a:pt x="1842539" y="1428781"/>
                  <a:pt x="1920661" y="1445458"/>
                  <a:pt x="2101780" y="1409907"/>
                </a:cubicBezTo>
                <a:cubicBezTo>
                  <a:pt x="2138594" y="1385934"/>
                  <a:pt x="2193900" y="1407074"/>
                  <a:pt x="2244830" y="1388540"/>
                </a:cubicBezTo>
                <a:cubicBezTo>
                  <a:pt x="2310706" y="1379336"/>
                  <a:pt x="2366733" y="1379060"/>
                  <a:pt x="2428648" y="1372736"/>
                </a:cubicBezTo>
                <a:cubicBezTo>
                  <a:pt x="2495490" y="1364975"/>
                  <a:pt x="2599421" y="1346234"/>
                  <a:pt x="2645882" y="1341971"/>
                </a:cubicBezTo>
                <a:cubicBezTo>
                  <a:pt x="2670920" y="1340537"/>
                  <a:pt x="2669117" y="1348484"/>
                  <a:pt x="2707413" y="1347156"/>
                </a:cubicBezTo>
                <a:cubicBezTo>
                  <a:pt x="2743721" y="1324535"/>
                  <a:pt x="2798213" y="1353269"/>
                  <a:pt x="2843134" y="1323561"/>
                </a:cubicBezTo>
                <a:cubicBezTo>
                  <a:pt x="2859865" y="1315298"/>
                  <a:pt x="2912970" y="1306041"/>
                  <a:pt x="2923804" y="1314224"/>
                </a:cubicBezTo>
                <a:cubicBezTo>
                  <a:pt x="2935040" y="1314339"/>
                  <a:pt x="2947659" y="1308371"/>
                  <a:pt x="2953618" y="1318186"/>
                </a:cubicBezTo>
                <a:cubicBezTo>
                  <a:pt x="2963089" y="1329568"/>
                  <a:pt x="3000111" y="1302355"/>
                  <a:pt x="2995816" y="1318670"/>
                </a:cubicBezTo>
                <a:cubicBezTo>
                  <a:pt x="3062330" y="1309669"/>
                  <a:pt x="3152963" y="1319665"/>
                  <a:pt x="3261550" y="1289117"/>
                </a:cubicBezTo>
                <a:lnTo>
                  <a:pt x="3409554" y="1258110"/>
                </a:lnTo>
                <a:cubicBezTo>
                  <a:pt x="3478041" y="1234777"/>
                  <a:pt x="3465895" y="1252355"/>
                  <a:pt x="3534382" y="1245916"/>
                </a:cubicBezTo>
                <a:cubicBezTo>
                  <a:pt x="3568027" y="1248143"/>
                  <a:pt x="3669967" y="1235157"/>
                  <a:pt x="3707853" y="1241722"/>
                </a:cubicBezTo>
                <a:cubicBezTo>
                  <a:pt x="3753776" y="1247777"/>
                  <a:pt x="3884527" y="1250073"/>
                  <a:pt x="3925616" y="1253751"/>
                </a:cubicBezTo>
                <a:cubicBezTo>
                  <a:pt x="3936659" y="1256176"/>
                  <a:pt x="3949946" y="1252887"/>
                  <a:pt x="3954387" y="1263789"/>
                </a:cubicBezTo>
                <a:cubicBezTo>
                  <a:pt x="3962052" y="1276954"/>
                  <a:pt x="4002445" y="1257743"/>
                  <a:pt x="3995849" y="1272939"/>
                </a:cubicBezTo>
                <a:cubicBezTo>
                  <a:pt x="4024501" y="1259800"/>
                  <a:pt x="4037687" y="1266099"/>
                  <a:pt x="4060534" y="1273326"/>
                </a:cubicBezTo>
                <a:cubicBezTo>
                  <a:pt x="4222834" y="1244527"/>
                  <a:pt x="4406167" y="1272716"/>
                  <a:pt x="4575478" y="1261726"/>
                </a:cubicBezTo>
                <a:lnTo>
                  <a:pt x="4650026" y="1265798"/>
                </a:lnTo>
                <a:lnTo>
                  <a:pt x="4792008" y="1243899"/>
                </a:lnTo>
                <a:cubicBezTo>
                  <a:pt x="4864797" y="1217989"/>
                  <a:pt x="4892960" y="1244893"/>
                  <a:pt x="4954126" y="1204617"/>
                </a:cubicBezTo>
                <a:cubicBezTo>
                  <a:pt x="5072643" y="1179171"/>
                  <a:pt x="5136253" y="1145277"/>
                  <a:pt x="5309678" y="1128278"/>
                </a:cubicBezTo>
                <a:cubicBezTo>
                  <a:pt x="5365406" y="1122815"/>
                  <a:pt x="5419708" y="1103537"/>
                  <a:pt x="5474724" y="1091167"/>
                </a:cubicBezTo>
                <a:lnTo>
                  <a:pt x="5612132" y="1051509"/>
                </a:lnTo>
                <a:cubicBezTo>
                  <a:pt x="5662448" y="1045154"/>
                  <a:pt x="5747676" y="1053086"/>
                  <a:pt x="5776618" y="1053037"/>
                </a:cubicBezTo>
                <a:lnTo>
                  <a:pt x="5785786" y="1051213"/>
                </a:lnTo>
                <a:lnTo>
                  <a:pt x="5829381" y="1046878"/>
                </a:lnTo>
                <a:cubicBezTo>
                  <a:pt x="5855683" y="1045549"/>
                  <a:pt x="5917537" y="1045151"/>
                  <a:pt x="5943596" y="1043237"/>
                </a:cubicBezTo>
                <a:cubicBezTo>
                  <a:pt x="5955032" y="1029831"/>
                  <a:pt x="5969545" y="1030469"/>
                  <a:pt x="5985730" y="1035396"/>
                </a:cubicBezTo>
                <a:cubicBezTo>
                  <a:pt x="6020901" y="1022497"/>
                  <a:pt x="6059962" y="1025742"/>
                  <a:pt x="6103109" y="1019019"/>
                </a:cubicBezTo>
                <a:cubicBezTo>
                  <a:pt x="6142495" y="996126"/>
                  <a:pt x="6176341" y="992625"/>
                  <a:pt x="6222406" y="985341"/>
                </a:cubicBezTo>
                <a:cubicBezTo>
                  <a:pt x="6305000" y="965848"/>
                  <a:pt x="6389790" y="916113"/>
                  <a:pt x="6598672" y="902062"/>
                </a:cubicBezTo>
                <a:cubicBezTo>
                  <a:pt x="6696217" y="878308"/>
                  <a:pt x="6705019" y="864412"/>
                  <a:pt x="6766149" y="846132"/>
                </a:cubicBezTo>
                <a:cubicBezTo>
                  <a:pt x="6751303" y="824906"/>
                  <a:pt x="6844288" y="800250"/>
                  <a:pt x="6886312" y="781877"/>
                </a:cubicBezTo>
                <a:cubicBezTo>
                  <a:pt x="6904346" y="796722"/>
                  <a:pt x="6974811" y="693660"/>
                  <a:pt x="7006457" y="699758"/>
                </a:cubicBezTo>
                <a:cubicBezTo>
                  <a:pt x="7015878" y="688760"/>
                  <a:pt x="7169942" y="678731"/>
                  <a:pt x="7231643" y="640778"/>
                </a:cubicBezTo>
                <a:cubicBezTo>
                  <a:pt x="7291087" y="623099"/>
                  <a:pt x="7308597" y="611957"/>
                  <a:pt x="7363123" y="593682"/>
                </a:cubicBezTo>
                <a:cubicBezTo>
                  <a:pt x="7401879" y="595559"/>
                  <a:pt x="7546060" y="516035"/>
                  <a:pt x="7588368" y="531129"/>
                </a:cubicBezTo>
                <a:cubicBezTo>
                  <a:pt x="7589802" y="511039"/>
                  <a:pt x="7775022" y="480542"/>
                  <a:pt x="7782741" y="455936"/>
                </a:cubicBezTo>
                <a:cubicBezTo>
                  <a:pt x="7843362" y="435631"/>
                  <a:pt x="7898455" y="431261"/>
                  <a:pt x="7952094" y="409302"/>
                </a:cubicBezTo>
                <a:cubicBezTo>
                  <a:pt x="8005733" y="387343"/>
                  <a:pt x="8146910" y="289023"/>
                  <a:pt x="8231938" y="259259"/>
                </a:cubicBezTo>
                <a:cubicBezTo>
                  <a:pt x="8305929" y="256630"/>
                  <a:pt x="8363222" y="225400"/>
                  <a:pt x="8428864" y="208471"/>
                </a:cubicBezTo>
                <a:cubicBezTo>
                  <a:pt x="8491413" y="192972"/>
                  <a:pt x="8456819" y="173248"/>
                  <a:pt x="8616510" y="161973"/>
                </a:cubicBezTo>
                <a:cubicBezTo>
                  <a:pt x="8658196" y="158015"/>
                  <a:pt x="8776576" y="160401"/>
                  <a:pt x="8826766" y="152111"/>
                </a:cubicBezTo>
                <a:lnTo>
                  <a:pt x="8917647" y="112232"/>
                </a:lnTo>
                <a:cubicBezTo>
                  <a:pt x="8976899" y="93075"/>
                  <a:pt x="9069756" y="89380"/>
                  <a:pt x="9182272" y="37171"/>
                </a:cubicBezTo>
                <a:cubicBezTo>
                  <a:pt x="9197307" y="35724"/>
                  <a:pt x="9214647" y="30863"/>
                  <a:pt x="9232990" y="24074"/>
                </a:cubicBezTo>
                <a:lnTo>
                  <a:pt x="9288370" y="0"/>
                </a:lnTo>
                <a:lnTo>
                  <a:pt x="0" y="0"/>
                </a:lnTo>
                <a:cubicBezTo>
                  <a:pt x="2719" y="557222"/>
                  <a:pt x="5439" y="1100198"/>
                  <a:pt x="8158" y="1657420"/>
                </a:cubicBezTo>
                <a:close/>
              </a:path>
            </a:pathLst>
          </a:custGeom>
          <a:blipFill>
            <a:blip r:embed="rId2"/>
            <a:tile tx="0" ty="0" sx="70000" sy="70000" flip="none" algn="tl"/>
          </a:blipFill>
          <a:ln w="12700" cap="flat" cmpd="sng" algn="ctr">
            <a:noFill/>
            <a:prstDash val="solid"/>
            <a:miter lim="800000"/>
          </a:ln>
          <a:effectLst>
            <a:innerShdw blurRad="63500" dist="12700" dir="54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F8C0951-1B46-37D5-F4FC-E6AF63337F88}"/>
              </a:ext>
            </a:extLst>
          </p:cNvPr>
          <p:cNvSpPr>
            <a:spLocks noGrp="1"/>
          </p:cNvSpPr>
          <p:nvPr>
            <p:ph type="title"/>
          </p:nvPr>
        </p:nvSpPr>
        <p:spPr>
          <a:xfrm>
            <a:off x="685799" y="685800"/>
            <a:ext cx="4559301" cy="1811740"/>
          </a:xfrm>
        </p:spPr>
        <p:txBody>
          <a:bodyPr vert="horz" lIns="91440" tIns="45720" rIns="91440" bIns="45720" rtlCol="0" anchor="ctr">
            <a:normAutofit/>
          </a:bodyPr>
          <a:lstStyle/>
          <a:p>
            <a:r>
              <a:rPr lang="en-US" b="1">
                <a:effectLst/>
              </a:rPr>
              <a:t>Language Analysis</a:t>
            </a:r>
            <a:endParaRPr lang="en-US"/>
          </a:p>
        </p:txBody>
      </p:sp>
      <p:sp>
        <p:nvSpPr>
          <p:cNvPr id="3" name="Content Placeholder 2">
            <a:extLst>
              <a:ext uri="{FF2B5EF4-FFF2-40B4-BE49-F238E27FC236}">
                <a16:creationId xmlns:a16="http://schemas.microsoft.com/office/drawing/2014/main" id="{868B7E2C-DFCF-C345-2E42-96B5B8B787CC}"/>
              </a:ext>
            </a:extLst>
          </p:cNvPr>
          <p:cNvSpPr>
            <a:spLocks noGrp="1"/>
          </p:cNvSpPr>
          <p:nvPr>
            <p:ph sz="half" idx="1"/>
          </p:nvPr>
        </p:nvSpPr>
        <p:spPr>
          <a:xfrm>
            <a:off x="685800" y="2590801"/>
            <a:ext cx="4559301" cy="3722670"/>
          </a:xfrm>
        </p:spPr>
        <p:txBody>
          <a:bodyPr vert="horz" lIns="91440" tIns="45720" rIns="91440" bIns="45720" rtlCol="0" anchor="ctr">
            <a:normAutofit lnSpcReduction="10000"/>
          </a:bodyPr>
          <a:lstStyle/>
          <a:p>
            <a:pPr marL="57150" indent="-285750"/>
            <a:r>
              <a:rPr lang="en-US" dirty="0"/>
              <a:t>Most of the movies are of English language. Where they have a mean of 6.42 IMDB score which is lowest out of all languages but has a big standard deviation of 1.05 and taking into the account of these many movies, it is a good score.</a:t>
            </a:r>
          </a:p>
          <a:p>
            <a:pPr marL="57150" indent="-285750"/>
            <a:r>
              <a:rPr lang="en-US" dirty="0"/>
              <a:t>While 2nd most used language in films is French, and it has a mean of 7.29 as very few languages with these many films have such good scores. Spanish also has similar ratings and movie counts like French.</a:t>
            </a:r>
          </a:p>
          <a:p>
            <a:pPr marL="0">
              <a:buNone/>
            </a:pPr>
            <a:endParaRPr lang="en-US" dirty="0"/>
          </a:p>
        </p:txBody>
      </p:sp>
      <p:pic>
        <p:nvPicPr>
          <p:cNvPr id="6" name="Content Placeholder 5">
            <a:extLst>
              <a:ext uri="{FF2B5EF4-FFF2-40B4-BE49-F238E27FC236}">
                <a16:creationId xmlns:a16="http://schemas.microsoft.com/office/drawing/2014/main" id="{305F20B5-49A9-6DEB-1BEC-087CA30685E4}"/>
              </a:ext>
            </a:extLst>
          </p:cNvPr>
          <p:cNvPicPr>
            <a:picLocks noGrp="1" noChangeAspect="1"/>
          </p:cNvPicPr>
          <p:nvPr>
            <p:ph sz="half" idx="2"/>
          </p:nvPr>
        </p:nvPicPr>
        <p:blipFill>
          <a:blip r:embed="rId3"/>
          <a:stretch>
            <a:fillRect/>
          </a:stretch>
        </p:blipFill>
        <p:spPr>
          <a:xfrm>
            <a:off x="6297676" y="706271"/>
            <a:ext cx="4841748" cy="5486401"/>
          </a:xfrm>
          <a:prstGeom prst="rect">
            <a:avLst/>
          </a:prstGeom>
        </p:spPr>
      </p:pic>
    </p:spTree>
    <p:extLst>
      <p:ext uri="{BB962C8B-B14F-4D97-AF65-F5344CB8AC3E}">
        <p14:creationId xmlns:p14="http://schemas.microsoft.com/office/powerpoint/2010/main" val="1460369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F955142-ED30-45FF-AC79-EA514B9BD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D44D9DE-6A7C-4B79-9784-D35FBEB11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01295"/>
          </a:xfrm>
          <a:custGeom>
            <a:avLst/>
            <a:gdLst>
              <a:gd name="connsiteX0" fmla="*/ 0 w 12192000"/>
              <a:gd name="connsiteY0" fmla="*/ 0 h 2669557"/>
              <a:gd name="connsiteX1" fmla="*/ 12192000 w 12192000"/>
              <a:gd name="connsiteY1" fmla="*/ 0 h 2669557"/>
              <a:gd name="connsiteX2" fmla="*/ 12192000 w 12192000"/>
              <a:gd name="connsiteY2" fmla="*/ 2262228 h 2669557"/>
              <a:gd name="connsiteX3" fmla="*/ 12187428 w 12192000"/>
              <a:gd name="connsiteY3" fmla="*/ 2262896 h 2669557"/>
              <a:gd name="connsiteX4" fmla="*/ 12154355 w 12192000"/>
              <a:gd name="connsiteY4" fmla="*/ 2267516 h 2669557"/>
              <a:gd name="connsiteX5" fmla="*/ 12114359 w 12192000"/>
              <a:gd name="connsiteY5" fmla="*/ 2279772 h 2669557"/>
              <a:gd name="connsiteX6" fmla="*/ 11918614 w 12192000"/>
              <a:gd name="connsiteY6" fmla="*/ 2296618 h 2669557"/>
              <a:gd name="connsiteX7" fmla="*/ 11815487 w 12192000"/>
              <a:gd name="connsiteY7" fmla="*/ 2308905 h 2669557"/>
              <a:gd name="connsiteX8" fmla="*/ 11778165 w 12192000"/>
              <a:gd name="connsiteY8" fmla="*/ 2311873 h 2669557"/>
              <a:gd name="connsiteX9" fmla="*/ 11671329 w 12192000"/>
              <a:gd name="connsiteY9" fmla="*/ 2337810 h 2669557"/>
              <a:gd name="connsiteX10" fmla="*/ 11594775 w 12192000"/>
              <a:gd name="connsiteY10" fmla="*/ 2337831 h 2669557"/>
              <a:gd name="connsiteX11" fmla="*/ 11379086 w 12192000"/>
              <a:gd name="connsiteY11" fmla="*/ 2369019 h 2669557"/>
              <a:gd name="connsiteX12" fmla="*/ 11221749 w 12192000"/>
              <a:gd name="connsiteY12" fmla="*/ 2380739 h 2669557"/>
              <a:gd name="connsiteX13" fmla="*/ 10996653 w 12192000"/>
              <a:gd name="connsiteY13" fmla="*/ 2371440 h 2669557"/>
              <a:gd name="connsiteX14" fmla="*/ 10912235 w 12192000"/>
              <a:gd name="connsiteY14" fmla="*/ 2389968 h 2669557"/>
              <a:gd name="connsiteX15" fmla="*/ 10835633 w 12192000"/>
              <a:gd name="connsiteY15" fmla="*/ 2395810 h 2669557"/>
              <a:gd name="connsiteX16" fmla="*/ 10821038 w 12192000"/>
              <a:gd name="connsiteY16" fmla="*/ 2398367 h 2669557"/>
              <a:gd name="connsiteX17" fmla="*/ 10757451 w 12192000"/>
              <a:gd name="connsiteY17" fmla="*/ 2395202 h 2669557"/>
              <a:gd name="connsiteX18" fmla="*/ 10554052 w 12192000"/>
              <a:gd name="connsiteY18" fmla="*/ 2328825 h 2669557"/>
              <a:gd name="connsiteX19" fmla="*/ 10432944 w 12192000"/>
              <a:gd name="connsiteY19" fmla="*/ 2278457 h 2669557"/>
              <a:gd name="connsiteX20" fmla="*/ 10314272 w 12192000"/>
              <a:gd name="connsiteY20" fmla="*/ 2252083 h 2669557"/>
              <a:gd name="connsiteX21" fmla="*/ 10149756 w 12192000"/>
              <a:gd name="connsiteY21" fmla="*/ 2203372 h 2669557"/>
              <a:gd name="connsiteX22" fmla="*/ 10133939 w 12192000"/>
              <a:gd name="connsiteY22" fmla="*/ 2195206 h 2669557"/>
              <a:gd name="connsiteX23" fmla="*/ 10027169 w 12192000"/>
              <a:gd name="connsiteY23" fmla="*/ 2154689 h 2669557"/>
              <a:gd name="connsiteX24" fmla="*/ 9904781 w 12192000"/>
              <a:gd name="connsiteY24" fmla="*/ 2142477 h 2669557"/>
              <a:gd name="connsiteX25" fmla="*/ 9818432 w 12192000"/>
              <a:gd name="connsiteY25" fmla="*/ 2147267 h 2669557"/>
              <a:gd name="connsiteX26" fmla="*/ 9715853 w 12192000"/>
              <a:gd name="connsiteY26" fmla="*/ 2142000 h 2669557"/>
              <a:gd name="connsiteX27" fmla="*/ 9478478 w 12192000"/>
              <a:gd name="connsiteY27" fmla="*/ 2133283 h 2669557"/>
              <a:gd name="connsiteX28" fmla="*/ 9473084 w 12192000"/>
              <a:gd name="connsiteY28" fmla="*/ 2134027 h 2669557"/>
              <a:gd name="connsiteX29" fmla="*/ 9348338 w 12192000"/>
              <a:gd name="connsiteY29" fmla="*/ 2135775 h 2669557"/>
              <a:gd name="connsiteX30" fmla="*/ 9317108 w 12192000"/>
              <a:gd name="connsiteY30" fmla="*/ 2139620 h 2669557"/>
              <a:gd name="connsiteX31" fmla="*/ 9316564 w 12192000"/>
              <a:gd name="connsiteY31" fmla="*/ 2140576 h 2669557"/>
              <a:gd name="connsiteX32" fmla="*/ 9249142 w 12192000"/>
              <a:gd name="connsiteY32" fmla="*/ 2123844 h 2669557"/>
              <a:gd name="connsiteX33" fmla="*/ 9196066 w 12192000"/>
              <a:gd name="connsiteY33" fmla="*/ 2108535 h 2669557"/>
              <a:gd name="connsiteX34" fmla="*/ 9182090 w 12192000"/>
              <a:gd name="connsiteY34" fmla="*/ 2098653 h 2669557"/>
              <a:gd name="connsiteX35" fmla="*/ 8911903 w 12192000"/>
              <a:gd name="connsiteY35" fmla="*/ 2057646 h 2669557"/>
              <a:gd name="connsiteX36" fmla="*/ 8786230 w 12192000"/>
              <a:gd name="connsiteY36" fmla="*/ 2041547 h 2669557"/>
              <a:gd name="connsiteX37" fmla="*/ 8624741 w 12192000"/>
              <a:gd name="connsiteY37" fmla="*/ 2029639 h 2669557"/>
              <a:gd name="connsiteX38" fmla="*/ 8433895 w 12192000"/>
              <a:gd name="connsiteY38" fmla="*/ 2006458 h 2669557"/>
              <a:gd name="connsiteX39" fmla="*/ 8379838 w 12192000"/>
              <a:gd name="connsiteY39" fmla="*/ 2010365 h 2669557"/>
              <a:gd name="connsiteX40" fmla="*/ 8260604 w 12192000"/>
              <a:gd name="connsiteY40" fmla="*/ 1992586 h 2669557"/>
              <a:gd name="connsiteX41" fmla="*/ 8189733 w 12192000"/>
              <a:gd name="connsiteY41" fmla="*/ 1985551 h 2669557"/>
              <a:gd name="connsiteX42" fmla="*/ 8163540 w 12192000"/>
              <a:gd name="connsiteY42" fmla="*/ 1988537 h 2669557"/>
              <a:gd name="connsiteX43" fmla="*/ 8126468 w 12192000"/>
              <a:gd name="connsiteY43" fmla="*/ 1988901 h 2669557"/>
              <a:gd name="connsiteX44" fmla="*/ 8000268 w 12192000"/>
              <a:gd name="connsiteY44" fmla="*/ 1990885 h 2669557"/>
              <a:gd name="connsiteX45" fmla="*/ 7959483 w 12192000"/>
              <a:gd name="connsiteY45" fmla="*/ 1985782 h 2669557"/>
              <a:gd name="connsiteX46" fmla="*/ 7953628 w 12192000"/>
              <a:gd name="connsiteY46" fmla="*/ 1984617 h 2669557"/>
              <a:gd name="connsiteX47" fmla="*/ 7901019 w 12192000"/>
              <a:gd name="connsiteY47" fmla="*/ 1971965 h 2669557"/>
              <a:gd name="connsiteX48" fmla="*/ 7812936 w 12192000"/>
              <a:gd name="connsiteY48" fmla="*/ 1947847 h 2669557"/>
              <a:gd name="connsiteX49" fmla="*/ 7732190 w 12192000"/>
              <a:gd name="connsiteY49" fmla="*/ 1927169 h 2669557"/>
              <a:gd name="connsiteX50" fmla="*/ 7678276 w 12192000"/>
              <a:gd name="connsiteY50" fmla="*/ 1920855 h 2669557"/>
              <a:gd name="connsiteX51" fmla="*/ 7655497 w 12192000"/>
              <a:gd name="connsiteY51" fmla="*/ 1913714 h 2669557"/>
              <a:gd name="connsiteX52" fmla="*/ 7551687 w 12192000"/>
              <a:gd name="connsiteY52" fmla="*/ 1912613 h 2669557"/>
              <a:gd name="connsiteX53" fmla="*/ 7500925 w 12192000"/>
              <a:gd name="connsiteY53" fmla="*/ 1930924 h 2669557"/>
              <a:gd name="connsiteX54" fmla="*/ 7380560 w 12192000"/>
              <a:gd name="connsiteY54" fmla="*/ 1934424 h 2669557"/>
              <a:gd name="connsiteX55" fmla="*/ 7309614 w 12192000"/>
              <a:gd name="connsiteY55" fmla="*/ 1939987 h 2669557"/>
              <a:gd name="connsiteX56" fmla="*/ 7284338 w 12192000"/>
              <a:gd name="connsiteY56" fmla="*/ 1947550 h 2669557"/>
              <a:gd name="connsiteX57" fmla="*/ 7247913 w 12192000"/>
              <a:gd name="connsiteY57" fmla="*/ 1954444 h 2669557"/>
              <a:gd name="connsiteX58" fmla="*/ 7184925 w 12192000"/>
              <a:gd name="connsiteY58" fmla="*/ 1970838 h 2669557"/>
              <a:gd name="connsiteX59" fmla="*/ 7149503 w 12192000"/>
              <a:gd name="connsiteY59" fmla="*/ 1975385 h 2669557"/>
              <a:gd name="connsiteX60" fmla="*/ 7149503 w 12192000"/>
              <a:gd name="connsiteY60" fmla="*/ 2669557 h 2669557"/>
              <a:gd name="connsiteX61" fmla="*/ 2509997 w 12192000"/>
              <a:gd name="connsiteY61" fmla="*/ 2669557 h 2669557"/>
              <a:gd name="connsiteX62" fmla="*/ 2509997 w 12192000"/>
              <a:gd name="connsiteY62" fmla="*/ 958822 h 2669557"/>
              <a:gd name="connsiteX63" fmla="*/ 2508995 w 12192000"/>
              <a:gd name="connsiteY63" fmla="*/ 958423 h 2669557"/>
              <a:gd name="connsiteX64" fmla="*/ 2424909 w 12192000"/>
              <a:gd name="connsiteY64" fmla="*/ 933150 h 2669557"/>
              <a:gd name="connsiteX65" fmla="*/ 2273752 w 12192000"/>
              <a:gd name="connsiteY65" fmla="*/ 875350 h 2669557"/>
              <a:gd name="connsiteX66" fmla="*/ 2248113 w 12192000"/>
              <a:gd name="connsiteY66" fmla="*/ 861965 h 2669557"/>
              <a:gd name="connsiteX67" fmla="*/ 2194956 w 12192000"/>
              <a:gd name="connsiteY67" fmla="*/ 836227 h 2669557"/>
              <a:gd name="connsiteX68" fmla="*/ 2024005 w 12192000"/>
              <a:gd name="connsiteY68" fmla="*/ 815554 h 2669557"/>
              <a:gd name="connsiteX69" fmla="*/ 1980800 w 12192000"/>
              <a:gd name="connsiteY69" fmla="*/ 822703 h 2669557"/>
              <a:gd name="connsiteX70" fmla="*/ 1733238 w 12192000"/>
              <a:gd name="connsiteY70" fmla="*/ 809719 h 2669557"/>
              <a:gd name="connsiteX71" fmla="*/ 1388954 w 12192000"/>
              <a:gd name="connsiteY71" fmla="*/ 830009 h 2669557"/>
              <a:gd name="connsiteX72" fmla="*/ 1133245 w 12192000"/>
              <a:gd name="connsiteY72" fmla="*/ 803521 h 2669557"/>
              <a:gd name="connsiteX73" fmla="*/ 1026791 w 12192000"/>
              <a:gd name="connsiteY73" fmla="*/ 802701 h 2669557"/>
              <a:gd name="connsiteX74" fmla="*/ 833545 w 12192000"/>
              <a:gd name="connsiteY74" fmla="*/ 801351 h 2669557"/>
              <a:gd name="connsiteX75" fmla="*/ 631576 w 12192000"/>
              <a:gd name="connsiteY75" fmla="*/ 801805 h 2669557"/>
              <a:gd name="connsiteX76" fmla="*/ 542046 w 12192000"/>
              <a:gd name="connsiteY76" fmla="*/ 803532 h 2669557"/>
              <a:gd name="connsiteX77" fmla="*/ 301314 w 12192000"/>
              <a:gd name="connsiteY77" fmla="*/ 785458 h 2669557"/>
              <a:gd name="connsiteX78" fmla="*/ 0 w 12192000"/>
              <a:gd name="connsiteY78" fmla="*/ 805324 h 2669557"/>
              <a:gd name="connsiteX0" fmla="*/ 0 w 12192000"/>
              <a:gd name="connsiteY0" fmla="*/ 0 h 2669557"/>
              <a:gd name="connsiteX1" fmla="*/ 12192000 w 12192000"/>
              <a:gd name="connsiteY1" fmla="*/ 0 h 2669557"/>
              <a:gd name="connsiteX2" fmla="*/ 12192000 w 12192000"/>
              <a:gd name="connsiteY2" fmla="*/ 2262228 h 2669557"/>
              <a:gd name="connsiteX3" fmla="*/ 12187428 w 12192000"/>
              <a:gd name="connsiteY3" fmla="*/ 2262896 h 2669557"/>
              <a:gd name="connsiteX4" fmla="*/ 12154355 w 12192000"/>
              <a:gd name="connsiteY4" fmla="*/ 2267516 h 2669557"/>
              <a:gd name="connsiteX5" fmla="*/ 12114359 w 12192000"/>
              <a:gd name="connsiteY5" fmla="*/ 2279772 h 2669557"/>
              <a:gd name="connsiteX6" fmla="*/ 11918614 w 12192000"/>
              <a:gd name="connsiteY6" fmla="*/ 2296618 h 2669557"/>
              <a:gd name="connsiteX7" fmla="*/ 11815487 w 12192000"/>
              <a:gd name="connsiteY7" fmla="*/ 2308905 h 2669557"/>
              <a:gd name="connsiteX8" fmla="*/ 11778165 w 12192000"/>
              <a:gd name="connsiteY8" fmla="*/ 2311873 h 2669557"/>
              <a:gd name="connsiteX9" fmla="*/ 11671329 w 12192000"/>
              <a:gd name="connsiteY9" fmla="*/ 2337810 h 2669557"/>
              <a:gd name="connsiteX10" fmla="*/ 11594775 w 12192000"/>
              <a:gd name="connsiteY10" fmla="*/ 2337831 h 2669557"/>
              <a:gd name="connsiteX11" fmla="*/ 11379086 w 12192000"/>
              <a:gd name="connsiteY11" fmla="*/ 2369019 h 2669557"/>
              <a:gd name="connsiteX12" fmla="*/ 11221749 w 12192000"/>
              <a:gd name="connsiteY12" fmla="*/ 2380739 h 2669557"/>
              <a:gd name="connsiteX13" fmla="*/ 10996653 w 12192000"/>
              <a:gd name="connsiteY13" fmla="*/ 2371440 h 2669557"/>
              <a:gd name="connsiteX14" fmla="*/ 10912235 w 12192000"/>
              <a:gd name="connsiteY14" fmla="*/ 2389968 h 2669557"/>
              <a:gd name="connsiteX15" fmla="*/ 10835633 w 12192000"/>
              <a:gd name="connsiteY15" fmla="*/ 2395810 h 2669557"/>
              <a:gd name="connsiteX16" fmla="*/ 10821038 w 12192000"/>
              <a:gd name="connsiteY16" fmla="*/ 2398367 h 2669557"/>
              <a:gd name="connsiteX17" fmla="*/ 10757451 w 12192000"/>
              <a:gd name="connsiteY17" fmla="*/ 2395202 h 2669557"/>
              <a:gd name="connsiteX18" fmla="*/ 10554052 w 12192000"/>
              <a:gd name="connsiteY18" fmla="*/ 2328825 h 2669557"/>
              <a:gd name="connsiteX19" fmla="*/ 10432944 w 12192000"/>
              <a:gd name="connsiteY19" fmla="*/ 2278457 h 2669557"/>
              <a:gd name="connsiteX20" fmla="*/ 10314272 w 12192000"/>
              <a:gd name="connsiteY20" fmla="*/ 2252083 h 2669557"/>
              <a:gd name="connsiteX21" fmla="*/ 10149756 w 12192000"/>
              <a:gd name="connsiteY21" fmla="*/ 2203372 h 2669557"/>
              <a:gd name="connsiteX22" fmla="*/ 10133939 w 12192000"/>
              <a:gd name="connsiteY22" fmla="*/ 2195206 h 2669557"/>
              <a:gd name="connsiteX23" fmla="*/ 10027169 w 12192000"/>
              <a:gd name="connsiteY23" fmla="*/ 2154689 h 2669557"/>
              <a:gd name="connsiteX24" fmla="*/ 9904781 w 12192000"/>
              <a:gd name="connsiteY24" fmla="*/ 2142477 h 2669557"/>
              <a:gd name="connsiteX25" fmla="*/ 9818432 w 12192000"/>
              <a:gd name="connsiteY25" fmla="*/ 2147267 h 2669557"/>
              <a:gd name="connsiteX26" fmla="*/ 9715853 w 12192000"/>
              <a:gd name="connsiteY26" fmla="*/ 2142000 h 2669557"/>
              <a:gd name="connsiteX27" fmla="*/ 9478478 w 12192000"/>
              <a:gd name="connsiteY27" fmla="*/ 2133283 h 2669557"/>
              <a:gd name="connsiteX28" fmla="*/ 9473084 w 12192000"/>
              <a:gd name="connsiteY28" fmla="*/ 2134027 h 2669557"/>
              <a:gd name="connsiteX29" fmla="*/ 9348338 w 12192000"/>
              <a:gd name="connsiteY29" fmla="*/ 2135775 h 2669557"/>
              <a:gd name="connsiteX30" fmla="*/ 9317108 w 12192000"/>
              <a:gd name="connsiteY30" fmla="*/ 2139620 h 2669557"/>
              <a:gd name="connsiteX31" fmla="*/ 9316564 w 12192000"/>
              <a:gd name="connsiteY31" fmla="*/ 2140576 h 2669557"/>
              <a:gd name="connsiteX32" fmla="*/ 9249142 w 12192000"/>
              <a:gd name="connsiteY32" fmla="*/ 2123844 h 2669557"/>
              <a:gd name="connsiteX33" fmla="*/ 9196066 w 12192000"/>
              <a:gd name="connsiteY33" fmla="*/ 2108535 h 2669557"/>
              <a:gd name="connsiteX34" fmla="*/ 9182090 w 12192000"/>
              <a:gd name="connsiteY34" fmla="*/ 2098653 h 2669557"/>
              <a:gd name="connsiteX35" fmla="*/ 8911903 w 12192000"/>
              <a:gd name="connsiteY35" fmla="*/ 2057646 h 2669557"/>
              <a:gd name="connsiteX36" fmla="*/ 8786230 w 12192000"/>
              <a:gd name="connsiteY36" fmla="*/ 2041547 h 2669557"/>
              <a:gd name="connsiteX37" fmla="*/ 8624741 w 12192000"/>
              <a:gd name="connsiteY37" fmla="*/ 2029639 h 2669557"/>
              <a:gd name="connsiteX38" fmla="*/ 8433895 w 12192000"/>
              <a:gd name="connsiteY38" fmla="*/ 2006458 h 2669557"/>
              <a:gd name="connsiteX39" fmla="*/ 8379838 w 12192000"/>
              <a:gd name="connsiteY39" fmla="*/ 2010365 h 2669557"/>
              <a:gd name="connsiteX40" fmla="*/ 8260604 w 12192000"/>
              <a:gd name="connsiteY40" fmla="*/ 1992586 h 2669557"/>
              <a:gd name="connsiteX41" fmla="*/ 8189733 w 12192000"/>
              <a:gd name="connsiteY41" fmla="*/ 1985551 h 2669557"/>
              <a:gd name="connsiteX42" fmla="*/ 8163540 w 12192000"/>
              <a:gd name="connsiteY42" fmla="*/ 1988537 h 2669557"/>
              <a:gd name="connsiteX43" fmla="*/ 8126468 w 12192000"/>
              <a:gd name="connsiteY43" fmla="*/ 1988901 h 2669557"/>
              <a:gd name="connsiteX44" fmla="*/ 8000268 w 12192000"/>
              <a:gd name="connsiteY44" fmla="*/ 1990885 h 2669557"/>
              <a:gd name="connsiteX45" fmla="*/ 7959483 w 12192000"/>
              <a:gd name="connsiteY45" fmla="*/ 1985782 h 2669557"/>
              <a:gd name="connsiteX46" fmla="*/ 7953628 w 12192000"/>
              <a:gd name="connsiteY46" fmla="*/ 1984617 h 2669557"/>
              <a:gd name="connsiteX47" fmla="*/ 7901019 w 12192000"/>
              <a:gd name="connsiteY47" fmla="*/ 1971965 h 2669557"/>
              <a:gd name="connsiteX48" fmla="*/ 7812936 w 12192000"/>
              <a:gd name="connsiteY48" fmla="*/ 1947847 h 2669557"/>
              <a:gd name="connsiteX49" fmla="*/ 7732190 w 12192000"/>
              <a:gd name="connsiteY49" fmla="*/ 1927169 h 2669557"/>
              <a:gd name="connsiteX50" fmla="*/ 7678276 w 12192000"/>
              <a:gd name="connsiteY50" fmla="*/ 1920855 h 2669557"/>
              <a:gd name="connsiteX51" fmla="*/ 7655497 w 12192000"/>
              <a:gd name="connsiteY51" fmla="*/ 1913714 h 2669557"/>
              <a:gd name="connsiteX52" fmla="*/ 7551687 w 12192000"/>
              <a:gd name="connsiteY52" fmla="*/ 1912613 h 2669557"/>
              <a:gd name="connsiteX53" fmla="*/ 7500925 w 12192000"/>
              <a:gd name="connsiteY53" fmla="*/ 1930924 h 2669557"/>
              <a:gd name="connsiteX54" fmla="*/ 7380560 w 12192000"/>
              <a:gd name="connsiteY54" fmla="*/ 1934424 h 2669557"/>
              <a:gd name="connsiteX55" fmla="*/ 7309614 w 12192000"/>
              <a:gd name="connsiteY55" fmla="*/ 1939987 h 2669557"/>
              <a:gd name="connsiteX56" fmla="*/ 7284338 w 12192000"/>
              <a:gd name="connsiteY56" fmla="*/ 1947550 h 2669557"/>
              <a:gd name="connsiteX57" fmla="*/ 7247913 w 12192000"/>
              <a:gd name="connsiteY57" fmla="*/ 1954444 h 2669557"/>
              <a:gd name="connsiteX58" fmla="*/ 7184925 w 12192000"/>
              <a:gd name="connsiteY58" fmla="*/ 1970838 h 2669557"/>
              <a:gd name="connsiteX59" fmla="*/ 7149503 w 12192000"/>
              <a:gd name="connsiteY59" fmla="*/ 1975385 h 2669557"/>
              <a:gd name="connsiteX60" fmla="*/ 7149503 w 12192000"/>
              <a:gd name="connsiteY60" fmla="*/ 2669557 h 2669557"/>
              <a:gd name="connsiteX61" fmla="*/ 3418260 w 12192000"/>
              <a:gd name="connsiteY61" fmla="*/ 1049412 h 2669557"/>
              <a:gd name="connsiteX62" fmla="*/ 2509997 w 12192000"/>
              <a:gd name="connsiteY62" fmla="*/ 958822 h 2669557"/>
              <a:gd name="connsiteX63" fmla="*/ 2508995 w 12192000"/>
              <a:gd name="connsiteY63" fmla="*/ 958423 h 2669557"/>
              <a:gd name="connsiteX64" fmla="*/ 2424909 w 12192000"/>
              <a:gd name="connsiteY64" fmla="*/ 933150 h 2669557"/>
              <a:gd name="connsiteX65" fmla="*/ 2273752 w 12192000"/>
              <a:gd name="connsiteY65" fmla="*/ 875350 h 2669557"/>
              <a:gd name="connsiteX66" fmla="*/ 2248113 w 12192000"/>
              <a:gd name="connsiteY66" fmla="*/ 861965 h 2669557"/>
              <a:gd name="connsiteX67" fmla="*/ 2194956 w 12192000"/>
              <a:gd name="connsiteY67" fmla="*/ 836227 h 2669557"/>
              <a:gd name="connsiteX68" fmla="*/ 2024005 w 12192000"/>
              <a:gd name="connsiteY68" fmla="*/ 815554 h 2669557"/>
              <a:gd name="connsiteX69" fmla="*/ 1980800 w 12192000"/>
              <a:gd name="connsiteY69" fmla="*/ 822703 h 2669557"/>
              <a:gd name="connsiteX70" fmla="*/ 1733238 w 12192000"/>
              <a:gd name="connsiteY70" fmla="*/ 809719 h 2669557"/>
              <a:gd name="connsiteX71" fmla="*/ 1388954 w 12192000"/>
              <a:gd name="connsiteY71" fmla="*/ 830009 h 2669557"/>
              <a:gd name="connsiteX72" fmla="*/ 1133245 w 12192000"/>
              <a:gd name="connsiteY72" fmla="*/ 803521 h 2669557"/>
              <a:gd name="connsiteX73" fmla="*/ 1026791 w 12192000"/>
              <a:gd name="connsiteY73" fmla="*/ 802701 h 2669557"/>
              <a:gd name="connsiteX74" fmla="*/ 833545 w 12192000"/>
              <a:gd name="connsiteY74" fmla="*/ 801351 h 2669557"/>
              <a:gd name="connsiteX75" fmla="*/ 631576 w 12192000"/>
              <a:gd name="connsiteY75" fmla="*/ 801805 h 2669557"/>
              <a:gd name="connsiteX76" fmla="*/ 542046 w 12192000"/>
              <a:gd name="connsiteY76" fmla="*/ 803532 h 2669557"/>
              <a:gd name="connsiteX77" fmla="*/ 301314 w 12192000"/>
              <a:gd name="connsiteY77" fmla="*/ 785458 h 2669557"/>
              <a:gd name="connsiteX78" fmla="*/ 0 w 12192000"/>
              <a:gd name="connsiteY78" fmla="*/ 805324 h 2669557"/>
              <a:gd name="connsiteX79" fmla="*/ 0 w 12192000"/>
              <a:gd name="connsiteY79" fmla="*/ 0 h 2669557"/>
              <a:gd name="connsiteX0" fmla="*/ 0 w 12192000"/>
              <a:gd name="connsiteY0" fmla="*/ 0 h 2401295"/>
              <a:gd name="connsiteX1" fmla="*/ 12192000 w 12192000"/>
              <a:gd name="connsiteY1" fmla="*/ 0 h 2401295"/>
              <a:gd name="connsiteX2" fmla="*/ 12192000 w 12192000"/>
              <a:gd name="connsiteY2" fmla="*/ 2262228 h 2401295"/>
              <a:gd name="connsiteX3" fmla="*/ 12187428 w 12192000"/>
              <a:gd name="connsiteY3" fmla="*/ 2262896 h 2401295"/>
              <a:gd name="connsiteX4" fmla="*/ 12154355 w 12192000"/>
              <a:gd name="connsiteY4" fmla="*/ 2267516 h 2401295"/>
              <a:gd name="connsiteX5" fmla="*/ 12114359 w 12192000"/>
              <a:gd name="connsiteY5" fmla="*/ 2279772 h 2401295"/>
              <a:gd name="connsiteX6" fmla="*/ 11918614 w 12192000"/>
              <a:gd name="connsiteY6" fmla="*/ 2296618 h 2401295"/>
              <a:gd name="connsiteX7" fmla="*/ 11815487 w 12192000"/>
              <a:gd name="connsiteY7" fmla="*/ 2308905 h 2401295"/>
              <a:gd name="connsiteX8" fmla="*/ 11778165 w 12192000"/>
              <a:gd name="connsiteY8" fmla="*/ 2311873 h 2401295"/>
              <a:gd name="connsiteX9" fmla="*/ 11671329 w 12192000"/>
              <a:gd name="connsiteY9" fmla="*/ 2337810 h 2401295"/>
              <a:gd name="connsiteX10" fmla="*/ 11594775 w 12192000"/>
              <a:gd name="connsiteY10" fmla="*/ 2337831 h 2401295"/>
              <a:gd name="connsiteX11" fmla="*/ 11379086 w 12192000"/>
              <a:gd name="connsiteY11" fmla="*/ 2369019 h 2401295"/>
              <a:gd name="connsiteX12" fmla="*/ 11221749 w 12192000"/>
              <a:gd name="connsiteY12" fmla="*/ 2380739 h 2401295"/>
              <a:gd name="connsiteX13" fmla="*/ 10996653 w 12192000"/>
              <a:gd name="connsiteY13" fmla="*/ 2371440 h 2401295"/>
              <a:gd name="connsiteX14" fmla="*/ 10912235 w 12192000"/>
              <a:gd name="connsiteY14" fmla="*/ 2389968 h 2401295"/>
              <a:gd name="connsiteX15" fmla="*/ 10835633 w 12192000"/>
              <a:gd name="connsiteY15" fmla="*/ 2395810 h 2401295"/>
              <a:gd name="connsiteX16" fmla="*/ 10821038 w 12192000"/>
              <a:gd name="connsiteY16" fmla="*/ 2398367 h 2401295"/>
              <a:gd name="connsiteX17" fmla="*/ 10757451 w 12192000"/>
              <a:gd name="connsiteY17" fmla="*/ 2395202 h 2401295"/>
              <a:gd name="connsiteX18" fmla="*/ 10554052 w 12192000"/>
              <a:gd name="connsiteY18" fmla="*/ 2328825 h 2401295"/>
              <a:gd name="connsiteX19" fmla="*/ 10432944 w 12192000"/>
              <a:gd name="connsiteY19" fmla="*/ 2278457 h 2401295"/>
              <a:gd name="connsiteX20" fmla="*/ 10314272 w 12192000"/>
              <a:gd name="connsiteY20" fmla="*/ 2252083 h 2401295"/>
              <a:gd name="connsiteX21" fmla="*/ 10149756 w 12192000"/>
              <a:gd name="connsiteY21" fmla="*/ 2203372 h 2401295"/>
              <a:gd name="connsiteX22" fmla="*/ 10133939 w 12192000"/>
              <a:gd name="connsiteY22" fmla="*/ 2195206 h 2401295"/>
              <a:gd name="connsiteX23" fmla="*/ 10027169 w 12192000"/>
              <a:gd name="connsiteY23" fmla="*/ 2154689 h 2401295"/>
              <a:gd name="connsiteX24" fmla="*/ 9904781 w 12192000"/>
              <a:gd name="connsiteY24" fmla="*/ 2142477 h 2401295"/>
              <a:gd name="connsiteX25" fmla="*/ 9818432 w 12192000"/>
              <a:gd name="connsiteY25" fmla="*/ 2147267 h 2401295"/>
              <a:gd name="connsiteX26" fmla="*/ 9715853 w 12192000"/>
              <a:gd name="connsiteY26" fmla="*/ 2142000 h 2401295"/>
              <a:gd name="connsiteX27" fmla="*/ 9478478 w 12192000"/>
              <a:gd name="connsiteY27" fmla="*/ 2133283 h 2401295"/>
              <a:gd name="connsiteX28" fmla="*/ 9473084 w 12192000"/>
              <a:gd name="connsiteY28" fmla="*/ 2134027 h 2401295"/>
              <a:gd name="connsiteX29" fmla="*/ 9348338 w 12192000"/>
              <a:gd name="connsiteY29" fmla="*/ 2135775 h 2401295"/>
              <a:gd name="connsiteX30" fmla="*/ 9317108 w 12192000"/>
              <a:gd name="connsiteY30" fmla="*/ 2139620 h 2401295"/>
              <a:gd name="connsiteX31" fmla="*/ 9316564 w 12192000"/>
              <a:gd name="connsiteY31" fmla="*/ 2140576 h 2401295"/>
              <a:gd name="connsiteX32" fmla="*/ 9249142 w 12192000"/>
              <a:gd name="connsiteY32" fmla="*/ 2123844 h 2401295"/>
              <a:gd name="connsiteX33" fmla="*/ 9196066 w 12192000"/>
              <a:gd name="connsiteY33" fmla="*/ 2108535 h 2401295"/>
              <a:gd name="connsiteX34" fmla="*/ 9182090 w 12192000"/>
              <a:gd name="connsiteY34" fmla="*/ 2098653 h 2401295"/>
              <a:gd name="connsiteX35" fmla="*/ 8911903 w 12192000"/>
              <a:gd name="connsiteY35" fmla="*/ 2057646 h 2401295"/>
              <a:gd name="connsiteX36" fmla="*/ 8786230 w 12192000"/>
              <a:gd name="connsiteY36" fmla="*/ 2041547 h 2401295"/>
              <a:gd name="connsiteX37" fmla="*/ 8624741 w 12192000"/>
              <a:gd name="connsiteY37" fmla="*/ 2029639 h 2401295"/>
              <a:gd name="connsiteX38" fmla="*/ 8433895 w 12192000"/>
              <a:gd name="connsiteY38" fmla="*/ 2006458 h 2401295"/>
              <a:gd name="connsiteX39" fmla="*/ 8379838 w 12192000"/>
              <a:gd name="connsiteY39" fmla="*/ 2010365 h 2401295"/>
              <a:gd name="connsiteX40" fmla="*/ 8260604 w 12192000"/>
              <a:gd name="connsiteY40" fmla="*/ 1992586 h 2401295"/>
              <a:gd name="connsiteX41" fmla="*/ 8189733 w 12192000"/>
              <a:gd name="connsiteY41" fmla="*/ 1985551 h 2401295"/>
              <a:gd name="connsiteX42" fmla="*/ 8163540 w 12192000"/>
              <a:gd name="connsiteY42" fmla="*/ 1988537 h 2401295"/>
              <a:gd name="connsiteX43" fmla="*/ 8126468 w 12192000"/>
              <a:gd name="connsiteY43" fmla="*/ 1988901 h 2401295"/>
              <a:gd name="connsiteX44" fmla="*/ 8000268 w 12192000"/>
              <a:gd name="connsiteY44" fmla="*/ 1990885 h 2401295"/>
              <a:gd name="connsiteX45" fmla="*/ 7959483 w 12192000"/>
              <a:gd name="connsiteY45" fmla="*/ 1985782 h 2401295"/>
              <a:gd name="connsiteX46" fmla="*/ 7953628 w 12192000"/>
              <a:gd name="connsiteY46" fmla="*/ 1984617 h 2401295"/>
              <a:gd name="connsiteX47" fmla="*/ 7901019 w 12192000"/>
              <a:gd name="connsiteY47" fmla="*/ 1971965 h 2401295"/>
              <a:gd name="connsiteX48" fmla="*/ 7812936 w 12192000"/>
              <a:gd name="connsiteY48" fmla="*/ 1947847 h 2401295"/>
              <a:gd name="connsiteX49" fmla="*/ 7732190 w 12192000"/>
              <a:gd name="connsiteY49" fmla="*/ 1927169 h 2401295"/>
              <a:gd name="connsiteX50" fmla="*/ 7678276 w 12192000"/>
              <a:gd name="connsiteY50" fmla="*/ 1920855 h 2401295"/>
              <a:gd name="connsiteX51" fmla="*/ 7655497 w 12192000"/>
              <a:gd name="connsiteY51" fmla="*/ 1913714 h 2401295"/>
              <a:gd name="connsiteX52" fmla="*/ 7551687 w 12192000"/>
              <a:gd name="connsiteY52" fmla="*/ 1912613 h 2401295"/>
              <a:gd name="connsiteX53" fmla="*/ 7500925 w 12192000"/>
              <a:gd name="connsiteY53" fmla="*/ 1930924 h 2401295"/>
              <a:gd name="connsiteX54" fmla="*/ 7380560 w 12192000"/>
              <a:gd name="connsiteY54" fmla="*/ 1934424 h 2401295"/>
              <a:gd name="connsiteX55" fmla="*/ 7309614 w 12192000"/>
              <a:gd name="connsiteY55" fmla="*/ 1939987 h 2401295"/>
              <a:gd name="connsiteX56" fmla="*/ 7284338 w 12192000"/>
              <a:gd name="connsiteY56" fmla="*/ 1947550 h 2401295"/>
              <a:gd name="connsiteX57" fmla="*/ 7247913 w 12192000"/>
              <a:gd name="connsiteY57" fmla="*/ 1954444 h 2401295"/>
              <a:gd name="connsiteX58" fmla="*/ 7184925 w 12192000"/>
              <a:gd name="connsiteY58" fmla="*/ 1970838 h 2401295"/>
              <a:gd name="connsiteX59" fmla="*/ 7149503 w 12192000"/>
              <a:gd name="connsiteY59" fmla="*/ 1975385 h 2401295"/>
              <a:gd name="connsiteX60" fmla="*/ 3418260 w 12192000"/>
              <a:gd name="connsiteY60" fmla="*/ 1049412 h 2401295"/>
              <a:gd name="connsiteX61" fmla="*/ 2509997 w 12192000"/>
              <a:gd name="connsiteY61" fmla="*/ 958822 h 2401295"/>
              <a:gd name="connsiteX62" fmla="*/ 2508995 w 12192000"/>
              <a:gd name="connsiteY62" fmla="*/ 958423 h 2401295"/>
              <a:gd name="connsiteX63" fmla="*/ 2424909 w 12192000"/>
              <a:gd name="connsiteY63" fmla="*/ 933150 h 2401295"/>
              <a:gd name="connsiteX64" fmla="*/ 2273752 w 12192000"/>
              <a:gd name="connsiteY64" fmla="*/ 875350 h 2401295"/>
              <a:gd name="connsiteX65" fmla="*/ 2248113 w 12192000"/>
              <a:gd name="connsiteY65" fmla="*/ 861965 h 2401295"/>
              <a:gd name="connsiteX66" fmla="*/ 2194956 w 12192000"/>
              <a:gd name="connsiteY66" fmla="*/ 836227 h 2401295"/>
              <a:gd name="connsiteX67" fmla="*/ 2024005 w 12192000"/>
              <a:gd name="connsiteY67" fmla="*/ 815554 h 2401295"/>
              <a:gd name="connsiteX68" fmla="*/ 1980800 w 12192000"/>
              <a:gd name="connsiteY68" fmla="*/ 822703 h 2401295"/>
              <a:gd name="connsiteX69" fmla="*/ 1733238 w 12192000"/>
              <a:gd name="connsiteY69" fmla="*/ 809719 h 2401295"/>
              <a:gd name="connsiteX70" fmla="*/ 1388954 w 12192000"/>
              <a:gd name="connsiteY70" fmla="*/ 830009 h 2401295"/>
              <a:gd name="connsiteX71" fmla="*/ 1133245 w 12192000"/>
              <a:gd name="connsiteY71" fmla="*/ 803521 h 2401295"/>
              <a:gd name="connsiteX72" fmla="*/ 1026791 w 12192000"/>
              <a:gd name="connsiteY72" fmla="*/ 802701 h 2401295"/>
              <a:gd name="connsiteX73" fmla="*/ 833545 w 12192000"/>
              <a:gd name="connsiteY73" fmla="*/ 801351 h 2401295"/>
              <a:gd name="connsiteX74" fmla="*/ 631576 w 12192000"/>
              <a:gd name="connsiteY74" fmla="*/ 801805 h 2401295"/>
              <a:gd name="connsiteX75" fmla="*/ 542046 w 12192000"/>
              <a:gd name="connsiteY75" fmla="*/ 803532 h 2401295"/>
              <a:gd name="connsiteX76" fmla="*/ 301314 w 12192000"/>
              <a:gd name="connsiteY76" fmla="*/ 785458 h 2401295"/>
              <a:gd name="connsiteX77" fmla="*/ 0 w 12192000"/>
              <a:gd name="connsiteY77" fmla="*/ 805324 h 2401295"/>
              <a:gd name="connsiteX78" fmla="*/ 0 w 12192000"/>
              <a:gd name="connsiteY78" fmla="*/ 0 h 2401295"/>
              <a:gd name="connsiteX0" fmla="*/ 0 w 12192000"/>
              <a:gd name="connsiteY0" fmla="*/ 0 h 2401295"/>
              <a:gd name="connsiteX1" fmla="*/ 12192000 w 12192000"/>
              <a:gd name="connsiteY1" fmla="*/ 0 h 2401295"/>
              <a:gd name="connsiteX2" fmla="*/ 12192000 w 12192000"/>
              <a:gd name="connsiteY2" fmla="*/ 2262228 h 2401295"/>
              <a:gd name="connsiteX3" fmla="*/ 12187428 w 12192000"/>
              <a:gd name="connsiteY3" fmla="*/ 2262896 h 2401295"/>
              <a:gd name="connsiteX4" fmla="*/ 12154355 w 12192000"/>
              <a:gd name="connsiteY4" fmla="*/ 2267516 h 2401295"/>
              <a:gd name="connsiteX5" fmla="*/ 12114359 w 12192000"/>
              <a:gd name="connsiteY5" fmla="*/ 2279772 h 2401295"/>
              <a:gd name="connsiteX6" fmla="*/ 11918614 w 12192000"/>
              <a:gd name="connsiteY6" fmla="*/ 2296618 h 2401295"/>
              <a:gd name="connsiteX7" fmla="*/ 11815487 w 12192000"/>
              <a:gd name="connsiteY7" fmla="*/ 2308905 h 2401295"/>
              <a:gd name="connsiteX8" fmla="*/ 11778165 w 12192000"/>
              <a:gd name="connsiteY8" fmla="*/ 2311873 h 2401295"/>
              <a:gd name="connsiteX9" fmla="*/ 11671329 w 12192000"/>
              <a:gd name="connsiteY9" fmla="*/ 2337810 h 2401295"/>
              <a:gd name="connsiteX10" fmla="*/ 11594775 w 12192000"/>
              <a:gd name="connsiteY10" fmla="*/ 2337831 h 2401295"/>
              <a:gd name="connsiteX11" fmla="*/ 11379086 w 12192000"/>
              <a:gd name="connsiteY11" fmla="*/ 2369019 h 2401295"/>
              <a:gd name="connsiteX12" fmla="*/ 11221749 w 12192000"/>
              <a:gd name="connsiteY12" fmla="*/ 2380739 h 2401295"/>
              <a:gd name="connsiteX13" fmla="*/ 10996653 w 12192000"/>
              <a:gd name="connsiteY13" fmla="*/ 2371440 h 2401295"/>
              <a:gd name="connsiteX14" fmla="*/ 10912235 w 12192000"/>
              <a:gd name="connsiteY14" fmla="*/ 2389968 h 2401295"/>
              <a:gd name="connsiteX15" fmla="*/ 10835633 w 12192000"/>
              <a:gd name="connsiteY15" fmla="*/ 2395810 h 2401295"/>
              <a:gd name="connsiteX16" fmla="*/ 10821038 w 12192000"/>
              <a:gd name="connsiteY16" fmla="*/ 2398367 h 2401295"/>
              <a:gd name="connsiteX17" fmla="*/ 10757451 w 12192000"/>
              <a:gd name="connsiteY17" fmla="*/ 2395202 h 2401295"/>
              <a:gd name="connsiteX18" fmla="*/ 10554052 w 12192000"/>
              <a:gd name="connsiteY18" fmla="*/ 2328825 h 2401295"/>
              <a:gd name="connsiteX19" fmla="*/ 10432944 w 12192000"/>
              <a:gd name="connsiteY19" fmla="*/ 2278457 h 2401295"/>
              <a:gd name="connsiteX20" fmla="*/ 10314272 w 12192000"/>
              <a:gd name="connsiteY20" fmla="*/ 2252083 h 2401295"/>
              <a:gd name="connsiteX21" fmla="*/ 10149756 w 12192000"/>
              <a:gd name="connsiteY21" fmla="*/ 2203372 h 2401295"/>
              <a:gd name="connsiteX22" fmla="*/ 10133939 w 12192000"/>
              <a:gd name="connsiteY22" fmla="*/ 2195206 h 2401295"/>
              <a:gd name="connsiteX23" fmla="*/ 10027169 w 12192000"/>
              <a:gd name="connsiteY23" fmla="*/ 2154689 h 2401295"/>
              <a:gd name="connsiteX24" fmla="*/ 9904781 w 12192000"/>
              <a:gd name="connsiteY24" fmla="*/ 2142477 h 2401295"/>
              <a:gd name="connsiteX25" fmla="*/ 9818432 w 12192000"/>
              <a:gd name="connsiteY25" fmla="*/ 2147267 h 2401295"/>
              <a:gd name="connsiteX26" fmla="*/ 9715853 w 12192000"/>
              <a:gd name="connsiteY26" fmla="*/ 2142000 h 2401295"/>
              <a:gd name="connsiteX27" fmla="*/ 9478478 w 12192000"/>
              <a:gd name="connsiteY27" fmla="*/ 2133283 h 2401295"/>
              <a:gd name="connsiteX28" fmla="*/ 9473084 w 12192000"/>
              <a:gd name="connsiteY28" fmla="*/ 2134027 h 2401295"/>
              <a:gd name="connsiteX29" fmla="*/ 9348338 w 12192000"/>
              <a:gd name="connsiteY29" fmla="*/ 2135775 h 2401295"/>
              <a:gd name="connsiteX30" fmla="*/ 9317108 w 12192000"/>
              <a:gd name="connsiteY30" fmla="*/ 2139620 h 2401295"/>
              <a:gd name="connsiteX31" fmla="*/ 9316564 w 12192000"/>
              <a:gd name="connsiteY31" fmla="*/ 2140576 h 2401295"/>
              <a:gd name="connsiteX32" fmla="*/ 9249142 w 12192000"/>
              <a:gd name="connsiteY32" fmla="*/ 2123844 h 2401295"/>
              <a:gd name="connsiteX33" fmla="*/ 9196066 w 12192000"/>
              <a:gd name="connsiteY33" fmla="*/ 2108535 h 2401295"/>
              <a:gd name="connsiteX34" fmla="*/ 9182090 w 12192000"/>
              <a:gd name="connsiteY34" fmla="*/ 2098653 h 2401295"/>
              <a:gd name="connsiteX35" fmla="*/ 8911903 w 12192000"/>
              <a:gd name="connsiteY35" fmla="*/ 2057646 h 2401295"/>
              <a:gd name="connsiteX36" fmla="*/ 8786230 w 12192000"/>
              <a:gd name="connsiteY36" fmla="*/ 2041547 h 2401295"/>
              <a:gd name="connsiteX37" fmla="*/ 8624741 w 12192000"/>
              <a:gd name="connsiteY37" fmla="*/ 2029639 h 2401295"/>
              <a:gd name="connsiteX38" fmla="*/ 8433895 w 12192000"/>
              <a:gd name="connsiteY38" fmla="*/ 2006458 h 2401295"/>
              <a:gd name="connsiteX39" fmla="*/ 8379838 w 12192000"/>
              <a:gd name="connsiteY39" fmla="*/ 2010365 h 2401295"/>
              <a:gd name="connsiteX40" fmla="*/ 8260604 w 12192000"/>
              <a:gd name="connsiteY40" fmla="*/ 1992586 h 2401295"/>
              <a:gd name="connsiteX41" fmla="*/ 8189733 w 12192000"/>
              <a:gd name="connsiteY41" fmla="*/ 1985551 h 2401295"/>
              <a:gd name="connsiteX42" fmla="*/ 8163540 w 12192000"/>
              <a:gd name="connsiteY42" fmla="*/ 1988537 h 2401295"/>
              <a:gd name="connsiteX43" fmla="*/ 8126468 w 12192000"/>
              <a:gd name="connsiteY43" fmla="*/ 1988901 h 2401295"/>
              <a:gd name="connsiteX44" fmla="*/ 8000268 w 12192000"/>
              <a:gd name="connsiteY44" fmla="*/ 1990885 h 2401295"/>
              <a:gd name="connsiteX45" fmla="*/ 7959483 w 12192000"/>
              <a:gd name="connsiteY45" fmla="*/ 1985782 h 2401295"/>
              <a:gd name="connsiteX46" fmla="*/ 7953628 w 12192000"/>
              <a:gd name="connsiteY46" fmla="*/ 1984617 h 2401295"/>
              <a:gd name="connsiteX47" fmla="*/ 7901019 w 12192000"/>
              <a:gd name="connsiteY47" fmla="*/ 1971965 h 2401295"/>
              <a:gd name="connsiteX48" fmla="*/ 7812936 w 12192000"/>
              <a:gd name="connsiteY48" fmla="*/ 1947847 h 2401295"/>
              <a:gd name="connsiteX49" fmla="*/ 7732190 w 12192000"/>
              <a:gd name="connsiteY49" fmla="*/ 1927169 h 2401295"/>
              <a:gd name="connsiteX50" fmla="*/ 7678276 w 12192000"/>
              <a:gd name="connsiteY50" fmla="*/ 1920855 h 2401295"/>
              <a:gd name="connsiteX51" fmla="*/ 7655497 w 12192000"/>
              <a:gd name="connsiteY51" fmla="*/ 1913714 h 2401295"/>
              <a:gd name="connsiteX52" fmla="*/ 7551687 w 12192000"/>
              <a:gd name="connsiteY52" fmla="*/ 1912613 h 2401295"/>
              <a:gd name="connsiteX53" fmla="*/ 7500925 w 12192000"/>
              <a:gd name="connsiteY53" fmla="*/ 1930924 h 2401295"/>
              <a:gd name="connsiteX54" fmla="*/ 7380560 w 12192000"/>
              <a:gd name="connsiteY54" fmla="*/ 1934424 h 2401295"/>
              <a:gd name="connsiteX55" fmla="*/ 7309614 w 12192000"/>
              <a:gd name="connsiteY55" fmla="*/ 1939987 h 2401295"/>
              <a:gd name="connsiteX56" fmla="*/ 7284338 w 12192000"/>
              <a:gd name="connsiteY56" fmla="*/ 1947550 h 2401295"/>
              <a:gd name="connsiteX57" fmla="*/ 7247913 w 12192000"/>
              <a:gd name="connsiteY57" fmla="*/ 1954444 h 2401295"/>
              <a:gd name="connsiteX58" fmla="*/ 7184925 w 12192000"/>
              <a:gd name="connsiteY58" fmla="*/ 1970838 h 2401295"/>
              <a:gd name="connsiteX59" fmla="*/ 6204418 w 12192000"/>
              <a:gd name="connsiteY59" fmla="*/ 1570349 h 2401295"/>
              <a:gd name="connsiteX60" fmla="*/ 3418260 w 12192000"/>
              <a:gd name="connsiteY60" fmla="*/ 1049412 h 2401295"/>
              <a:gd name="connsiteX61" fmla="*/ 2509997 w 12192000"/>
              <a:gd name="connsiteY61" fmla="*/ 958822 h 2401295"/>
              <a:gd name="connsiteX62" fmla="*/ 2508995 w 12192000"/>
              <a:gd name="connsiteY62" fmla="*/ 958423 h 2401295"/>
              <a:gd name="connsiteX63" fmla="*/ 2424909 w 12192000"/>
              <a:gd name="connsiteY63" fmla="*/ 933150 h 2401295"/>
              <a:gd name="connsiteX64" fmla="*/ 2273752 w 12192000"/>
              <a:gd name="connsiteY64" fmla="*/ 875350 h 2401295"/>
              <a:gd name="connsiteX65" fmla="*/ 2248113 w 12192000"/>
              <a:gd name="connsiteY65" fmla="*/ 861965 h 2401295"/>
              <a:gd name="connsiteX66" fmla="*/ 2194956 w 12192000"/>
              <a:gd name="connsiteY66" fmla="*/ 836227 h 2401295"/>
              <a:gd name="connsiteX67" fmla="*/ 2024005 w 12192000"/>
              <a:gd name="connsiteY67" fmla="*/ 815554 h 2401295"/>
              <a:gd name="connsiteX68" fmla="*/ 1980800 w 12192000"/>
              <a:gd name="connsiteY68" fmla="*/ 822703 h 2401295"/>
              <a:gd name="connsiteX69" fmla="*/ 1733238 w 12192000"/>
              <a:gd name="connsiteY69" fmla="*/ 809719 h 2401295"/>
              <a:gd name="connsiteX70" fmla="*/ 1388954 w 12192000"/>
              <a:gd name="connsiteY70" fmla="*/ 830009 h 2401295"/>
              <a:gd name="connsiteX71" fmla="*/ 1133245 w 12192000"/>
              <a:gd name="connsiteY71" fmla="*/ 803521 h 2401295"/>
              <a:gd name="connsiteX72" fmla="*/ 1026791 w 12192000"/>
              <a:gd name="connsiteY72" fmla="*/ 802701 h 2401295"/>
              <a:gd name="connsiteX73" fmla="*/ 833545 w 12192000"/>
              <a:gd name="connsiteY73" fmla="*/ 801351 h 2401295"/>
              <a:gd name="connsiteX74" fmla="*/ 631576 w 12192000"/>
              <a:gd name="connsiteY74" fmla="*/ 801805 h 2401295"/>
              <a:gd name="connsiteX75" fmla="*/ 542046 w 12192000"/>
              <a:gd name="connsiteY75" fmla="*/ 803532 h 2401295"/>
              <a:gd name="connsiteX76" fmla="*/ 301314 w 12192000"/>
              <a:gd name="connsiteY76" fmla="*/ 785458 h 2401295"/>
              <a:gd name="connsiteX77" fmla="*/ 0 w 12192000"/>
              <a:gd name="connsiteY77" fmla="*/ 805324 h 2401295"/>
              <a:gd name="connsiteX78" fmla="*/ 0 w 12192000"/>
              <a:gd name="connsiteY78" fmla="*/ 0 h 2401295"/>
              <a:gd name="connsiteX0" fmla="*/ 0 w 12192000"/>
              <a:gd name="connsiteY0" fmla="*/ 0 h 2401295"/>
              <a:gd name="connsiteX1" fmla="*/ 12192000 w 12192000"/>
              <a:gd name="connsiteY1" fmla="*/ 0 h 2401295"/>
              <a:gd name="connsiteX2" fmla="*/ 12192000 w 12192000"/>
              <a:gd name="connsiteY2" fmla="*/ 2262228 h 2401295"/>
              <a:gd name="connsiteX3" fmla="*/ 12187428 w 12192000"/>
              <a:gd name="connsiteY3" fmla="*/ 2262896 h 2401295"/>
              <a:gd name="connsiteX4" fmla="*/ 12154355 w 12192000"/>
              <a:gd name="connsiteY4" fmla="*/ 2267516 h 2401295"/>
              <a:gd name="connsiteX5" fmla="*/ 12114359 w 12192000"/>
              <a:gd name="connsiteY5" fmla="*/ 2279772 h 2401295"/>
              <a:gd name="connsiteX6" fmla="*/ 11918614 w 12192000"/>
              <a:gd name="connsiteY6" fmla="*/ 2296618 h 2401295"/>
              <a:gd name="connsiteX7" fmla="*/ 11815487 w 12192000"/>
              <a:gd name="connsiteY7" fmla="*/ 2308905 h 2401295"/>
              <a:gd name="connsiteX8" fmla="*/ 11778165 w 12192000"/>
              <a:gd name="connsiteY8" fmla="*/ 2311873 h 2401295"/>
              <a:gd name="connsiteX9" fmla="*/ 11671329 w 12192000"/>
              <a:gd name="connsiteY9" fmla="*/ 2337810 h 2401295"/>
              <a:gd name="connsiteX10" fmla="*/ 11594775 w 12192000"/>
              <a:gd name="connsiteY10" fmla="*/ 2337831 h 2401295"/>
              <a:gd name="connsiteX11" fmla="*/ 11379086 w 12192000"/>
              <a:gd name="connsiteY11" fmla="*/ 2369019 h 2401295"/>
              <a:gd name="connsiteX12" fmla="*/ 11221749 w 12192000"/>
              <a:gd name="connsiteY12" fmla="*/ 2380739 h 2401295"/>
              <a:gd name="connsiteX13" fmla="*/ 10996653 w 12192000"/>
              <a:gd name="connsiteY13" fmla="*/ 2371440 h 2401295"/>
              <a:gd name="connsiteX14" fmla="*/ 10912235 w 12192000"/>
              <a:gd name="connsiteY14" fmla="*/ 2389968 h 2401295"/>
              <a:gd name="connsiteX15" fmla="*/ 10835633 w 12192000"/>
              <a:gd name="connsiteY15" fmla="*/ 2395810 h 2401295"/>
              <a:gd name="connsiteX16" fmla="*/ 10821038 w 12192000"/>
              <a:gd name="connsiteY16" fmla="*/ 2398367 h 2401295"/>
              <a:gd name="connsiteX17" fmla="*/ 10757451 w 12192000"/>
              <a:gd name="connsiteY17" fmla="*/ 2395202 h 2401295"/>
              <a:gd name="connsiteX18" fmla="*/ 10554052 w 12192000"/>
              <a:gd name="connsiteY18" fmla="*/ 2328825 h 2401295"/>
              <a:gd name="connsiteX19" fmla="*/ 10432944 w 12192000"/>
              <a:gd name="connsiteY19" fmla="*/ 2278457 h 2401295"/>
              <a:gd name="connsiteX20" fmla="*/ 10314272 w 12192000"/>
              <a:gd name="connsiteY20" fmla="*/ 2252083 h 2401295"/>
              <a:gd name="connsiteX21" fmla="*/ 10149756 w 12192000"/>
              <a:gd name="connsiteY21" fmla="*/ 2203372 h 2401295"/>
              <a:gd name="connsiteX22" fmla="*/ 10133939 w 12192000"/>
              <a:gd name="connsiteY22" fmla="*/ 2195206 h 2401295"/>
              <a:gd name="connsiteX23" fmla="*/ 10027169 w 12192000"/>
              <a:gd name="connsiteY23" fmla="*/ 2154689 h 2401295"/>
              <a:gd name="connsiteX24" fmla="*/ 9904781 w 12192000"/>
              <a:gd name="connsiteY24" fmla="*/ 2142477 h 2401295"/>
              <a:gd name="connsiteX25" fmla="*/ 9818432 w 12192000"/>
              <a:gd name="connsiteY25" fmla="*/ 2147267 h 2401295"/>
              <a:gd name="connsiteX26" fmla="*/ 9715853 w 12192000"/>
              <a:gd name="connsiteY26" fmla="*/ 2142000 h 2401295"/>
              <a:gd name="connsiteX27" fmla="*/ 9478478 w 12192000"/>
              <a:gd name="connsiteY27" fmla="*/ 2133283 h 2401295"/>
              <a:gd name="connsiteX28" fmla="*/ 9473084 w 12192000"/>
              <a:gd name="connsiteY28" fmla="*/ 2134027 h 2401295"/>
              <a:gd name="connsiteX29" fmla="*/ 9348338 w 12192000"/>
              <a:gd name="connsiteY29" fmla="*/ 2135775 h 2401295"/>
              <a:gd name="connsiteX30" fmla="*/ 9317108 w 12192000"/>
              <a:gd name="connsiteY30" fmla="*/ 2139620 h 2401295"/>
              <a:gd name="connsiteX31" fmla="*/ 9316564 w 12192000"/>
              <a:gd name="connsiteY31" fmla="*/ 2140576 h 2401295"/>
              <a:gd name="connsiteX32" fmla="*/ 9249142 w 12192000"/>
              <a:gd name="connsiteY32" fmla="*/ 2123844 h 2401295"/>
              <a:gd name="connsiteX33" fmla="*/ 9196066 w 12192000"/>
              <a:gd name="connsiteY33" fmla="*/ 2108535 h 2401295"/>
              <a:gd name="connsiteX34" fmla="*/ 9182090 w 12192000"/>
              <a:gd name="connsiteY34" fmla="*/ 2098653 h 2401295"/>
              <a:gd name="connsiteX35" fmla="*/ 8911903 w 12192000"/>
              <a:gd name="connsiteY35" fmla="*/ 2057646 h 2401295"/>
              <a:gd name="connsiteX36" fmla="*/ 8786230 w 12192000"/>
              <a:gd name="connsiteY36" fmla="*/ 2041547 h 2401295"/>
              <a:gd name="connsiteX37" fmla="*/ 8624741 w 12192000"/>
              <a:gd name="connsiteY37" fmla="*/ 2029639 h 2401295"/>
              <a:gd name="connsiteX38" fmla="*/ 8433895 w 12192000"/>
              <a:gd name="connsiteY38" fmla="*/ 2006458 h 2401295"/>
              <a:gd name="connsiteX39" fmla="*/ 8379838 w 12192000"/>
              <a:gd name="connsiteY39" fmla="*/ 2010365 h 2401295"/>
              <a:gd name="connsiteX40" fmla="*/ 8260604 w 12192000"/>
              <a:gd name="connsiteY40" fmla="*/ 1992586 h 2401295"/>
              <a:gd name="connsiteX41" fmla="*/ 8189733 w 12192000"/>
              <a:gd name="connsiteY41" fmla="*/ 1985551 h 2401295"/>
              <a:gd name="connsiteX42" fmla="*/ 8163540 w 12192000"/>
              <a:gd name="connsiteY42" fmla="*/ 1988537 h 2401295"/>
              <a:gd name="connsiteX43" fmla="*/ 8126468 w 12192000"/>
              <a:gd name="connsiteY43" fmla="*/ 1988901 h 2401295"/>
              <a:gd name="connsiteX44" fmla="*/ 8000268 w 12192000"/>
              <a:gd name="connsiteY44" fmla="*/ 1990885 h 2401295"/>
              <a:gd name="connsiteX45" fmla="*/ 7959483 w 12192000"/>
              <a:gd name="connsiteY45" fmla="*/ 1985782 h 2401295"/>
              <a:gd name="connsiteX46" fmla="*/ 7953628 w 12192000"/>
              <a:gd name="connsiteY46" fmla="*/ 1984617 h 2401295"/>
              <a:gd name="connsiteX47" fmla="*/ 7901019 w 12192000"/>
              <a:gd name="connsiteY47" fmla="*/ 1971965 h 2401295"/>
              <a:gd name="connsiteX48" fmla="*/ 7812936 w 12192000"/>
              <a:gd name="connsiteY48" fmla="*/ 1947847 h 2401295"/>
              <a:gd name="connsiteX49" fmla="*/ 7732190 w 12192000"/>
              <a:gd name="connsiteY49" fmla="*/ 1927169 h 2401295"/>
              <a:gd name="connsiteX50" fmla="*/ 7678276 w 12192000"/>
              <a:gd name="connsiteY50" fmla="*/ 1920855 h 2401295"/>
              <a:gd name="connsiteX51" fmla="*/ 7655497 w 12192000"/>
              <a:gd name="connsiteY51" fmla="*/ 1913714 h 2401295"/>
              <a:gd name="connsiteX52" fmla="*/ 7551687 w 12192000"/>
              <a:gd name="connsiteY52" fmla="*/ 1912613 h 2401295"/>
              <a:gd name="connsiteX53" fmla="*/ 7500925 w 12192000"/>
              <a:gd name="connsiteY53" fmla="*/ 1930924 h 2401295"/>
              <a:gd name="connsiteX54" fmla="*/ 7380560 w 12192000"/>
              <a:gd name="connsiteY54" fmla="*/ 1934424 h 2401295"/>
              <a:gd name="connsiteX55" fmla="*/ 7309614 w 12192000"/>
              <a:gd name="connsiteY55" fmla="*/ 1939987 h 2401295"/>
              <a:gd name="connsiteX56" fmla="*/ 7284338 w 12192000"/>
              <a:gd name="connsiteY56" fmla="*/ 1947550 h 2401295"/>
              <a:gd name="connsiteX57" fmla="*/ 7247913 w 12192000"/>
              <a:gd name="connsiteY57" fmla="*/ 1954444 h 2401295"/>
              <a:gd name="connsiteX58" fmla="*/ 6951722 w 12192000"/>
              <a:gd name="connsiteY58" fmla="*/ 1762183 h 2401295"/>
              <a:gd name="connsiteX59" fmla="*/ 6204418 w 12192000"/>
              <a:gd name="connsiteY59" fmla="*/ 1570349 h 2401295"/>
              <a:gd name="connsiteX60" fmla="*/ 3418260 w 12192000"/>
              <a:gd name="connsiteY60" fmla="*/ 1049412 h 2401295"/>
              <a:gd name="connsiteX61" fmla="*/ 2509997 w 12192000"/>
              <a:gd name="connsiteY61" fmla="*/ 958822 h 2401295"/>
              <a:gd name="connsiteX62" fmla="*/ 2508995 w 12192000"/>
              <a:gd name="connsiteY62" fmla="*/ 958423 h 2401295"/>
              <a:gd name="connsiteX63" fmla="*/ 2424909 w 12192000"/>
              <a:gd name="connsiteY63" fmla="*/ 933150 h 2401295"/>
              <a:gd name="connsiteX64" fmla="*/ 2273752 w 12192000"/>
              <a:gd name="connsiteY64" fmla="*/ 875350 h 2401295"/>
              <a:gd name="connsiteX65" fmla="*/ 2248113 w 12192000"/>
              <a:gd name="connsiteY65" fmla="*/ 861965 h 2401295"/>
              <a:gd name="connsiteX66" fmla="*/ 2194956 w 12192000"/>
              <a:gd name="connsiteY66" fmla="*/ 836227 h 2401295"/>
              <a:gd name="connsiteX67" fmla="*/ 2024005 w 12192000"/>
              <a:gd name="connsiteY67" fmla="*/ 815554 h 2401295"/>
              <a:gd name="connsiteX68" fmla="*/ 1980800 w 12192000"/>
              <a:gd name="connsiteY68" fmla="*/ 822703 h 2401295"/>
              <a:gd name="connsiteX69" fmla="*/ 1733238 w 12192000"/>
              <a:gd name="connsiteY69" fmla="*/ 809719 h 2401295"/>
              <a:gd name="connsiteX70" fmla="*/ 1388954 w 12192000"/>
              <a:gd name="connsiteY70" fmla="*/ 830009 h 2401295"/>
              <a:gd name="connsiteX71" fmla="*/ 1133245 w 12192000"/>
              <a:gd name="connsiteY71" fmla="*/ 803521 h 2401295"/>
              <a:gd name="connsiteX72" fmla="*/ 1026791 w 12192000"/>
              <a:gd name="connsiteY72" fmla="*/ 802701 h 2401295"/>
              <a:gd name="connsiteX73" fmla="*/ 833545 w 12192000"/>
              <a:gd name="connsiteY73" fmla="*/ 801351 h 2401295"/>
              <a:gd name="connsiteX74" fmla="*/ 631576 w 12192000"/>
              <a:gd name="connsiteY74" fmla="*/ 801805 h 2401295"/>
              <a:gd name="connsiteX75" fmla="*/ 542046 w 12192000"/>
              <a:gd name="connsiteY75" fmla="*/ 803532 h 2401295"/>
              <a:gd name="connsiteX76" fmla="*/ 301314 w 12192000"/>
              <a:gd name="connsiteY76" fmla="*/ 785458 h 2401295"/>
              <a:gd name="connsiteX77" fmla="*/ 0 w 12192000"/>
              <a:gd name="connsiteY77" fmla="*/ 805324 h 2401295"/>
              <a:gd name="connsiteX78" fmla="*/ 0 w 12192000"/>
              <a:gd name="connsiteY78" fmla="*/ 0 h 2401295"/>
              <a:gd name="connsiteX0" fmla="*/ 0 w 12192000"/>
              <a:gd name="connsiteY0" fmla="*/ 0 h 2401295"/>
              <a:gd name="connsiteX1" fmla="*/ 12192000 w 12192000"/>
              <a:gd name="connsiteY1" fmla="*/ 0 h 2401295"/>
              <a:gd name="connsiteX2" fmla="*/ 12192000 w 12192000"/>
              <a:gd name="connsiteY2" fmla="*/ 2262228 h 2401295"/>
              <a:gd name="connsiteX3" fmla="*/ 12187428 w 12192000"/>
              <a:gd name="connsiteY3" fmla="*/ 2262896 h 2401295"/>
              <a:gd name="connsiteX4" fmla="*/ 12154355 w 12192000"/>
              <a:gd name="connsiteY4" fmla="*/ 2267516 h 2401295"/>
              <a:gd name="connsiteX5" fmla="*/ 12114359 w 12192000"/>
              <a:gd name="connsiteY5" fmla="*/ 2279772 h 2401295"/>
              <a:gd name="connsiteX6" fmla="*/ 11918614 w 12192000"/>
              <a:gd name="connsiteY6" fmla="*/ 2296618 h 2401295"/>
              <a:gd name="connsiteX7" fmla="*/ 11815487 w 12192000"/>
              <a:gd name="connsiteY7" fmla="*/ 2308905 h 2401295"/>
              <a:gd name="connsiteX8" fmla="*/ 11778165 w 12192000"/>
              <a:gd name="connsiteY8" fmla="*/ 2311873 h 2401295"/>
              <a:gd name="connsiteX9" fmla="*/ 11671329 w 12192000"/>
              <a:gd name="connsiteY9" fmla="*/ 2337810 h 2401295"/>
              <a:gd name="connsiteX10" fmla="*/ 11594775 w 12192000"/>
              <a:gd name="connsiteY10" fmla="*/ 2337831 h 2401295"/>
              <a:gd name="connsiteX11" fmla="*/ 11379086 w 12192000"/>
              <a:gd name="connsiteY11" fmla="*/ 2369019 h 2401295"/>
              <a:gd name="connsiteX12" fmla="*/ 11221749 w 12192000"/>
              <a:gd name="connsiteY12" fmla="*/ 2380739 h 2401295"/>
              <a:gd name="connsiteX13" fmla="*/ 10996653 w 12192000"/>
              <a:gd name="connsiteY13" fmla="*/ 2371440 h 2401295"/>
              <a:gd name="connsiteX14" fmla="*/ 10912235 w 12192000"/>
              <a:gd name="connsiteY14" fmla="*/ 2389968 h 2401295"/>
              <a:gd name="connsiteX15" fmla="*/ 10835633 w 12192000"/>
              <a:gd name="connsiteY15" fmla="*/ 2395810 h 2401295"/>
              <a:gd name="connsiteX16" fmla="*/ 10821038 w 12192000"/>
              <a:gd name="connsiteY16" fmla="*/ 2398367 h 2401295"/>
              <a:gd name="connsiteX17" fmla="*/ 10757451 w 12192000"/>
              <a:gd name="connsiteY17" fmla="*/ 2395202 h 2401295"/>
              <a:gd name="connsiteX18" fmla="*/ 10554052 w 12192000"/>
              <a:gd name="connsiteY18" fmla="*/ 2328825 h 2401295"/>
              <a:gd name="connsiteX19" fmla="*/ 10432944 w 12192000"/>
              <a:gd name="connsiteY19" fmla="*/ 2278457 h 2401295"/>
              <a:gd name="connsiteX20" fmla="*/ 10314272 w 12192000"/>
              <a:gd name="connsiteY20" fmla="*/ 2252083 h 2401295"/>
              <a:gd name="connsiteX21" fmla="*/ 10149756 w 12192000"/>
              <a:gd name="connsiteY21" fmla="*/ 2203372 h 2401295"/>
              <a:gd name="connsiteX22" fmla="*/ 10133939 w 12192000"/>
              <a:gd name="connsiteY22" fmla="*/ 2195206 h 2401295"/>
              <a:gd name="connsiteX23" fmla="*/ 10027169 w 12192000"/>
              <a:gd name="connsiteY23" fmla="*/ 2154689 h 2401295"/>
              <a:gd name="connsiteX24" fmla="*/ 9904781 w 12192000"/>
              <a:gd name="connsiteY24" fmla="*/ 2142477 h 2401295"/>
              <a:gd name="connsiteX25" fmla="*/ 9818432 w 12192000"/>
              <a:gd name="connsiteY25" fmla="*/ 2147267 h 2401295"/>
              <a:gd name="connsiteX26" fmla="*/ 9715853 w 12192000"/>
              <a:gd name="connsiteY26" fmla="*/ 2142000 h 2401295"/>
              <a:gd name="connsiteX27" fmla="*/ 9478478 w 12192000"/>
              <a:gd name="connsiteY27" fmla="*/ 2133283 h 2401295"/>
              <a:gd name="connsiteX28" fmla="*/ 9473084 w 12192000"/>
              <a:gd name="connsiteY28" fmla="*/ 2134027 h 2401295"/>
              <a:gd name="connsiteX29" fmla="*/ 9348338 w 12192000"/>
              <a:gd name="connsiteY29" fmla="*/ 2135775 h 2401295"/>
              <a:gd name="connsiteX30" fmla="*/ 9317108 w 12192000"/>
              <a:gd name="connsiteY30" fmla="*/ 2139620 h 2401295"/>
              <a:gd name="connsiteX31" fmla="*/ 9316564 w 12192000"/>
              <a:gd name="connsiteY31" fmla="*/ 2140576 h 2401295"/>
              <a:gd name="connsiteX32" fmla="*/ 9249142 w 12192000"/>
              <a:gd name="connsiteY32" fmla="*/ 2123844 h 2401295"/>
              <a:gd name="connsiteX33" fmla="*/ 9196066 w 12192000"/>
              <a:gd name="connsiteY33" fmla="*/ 2108535 h 2401295"/>
              <a:gd name="connsiteX34" fmla="*/ 9182090 w 12192000"/>
              <a:gd name="connsiteY34" fmla="*/ 2098653 h 2401295"/>
              <a:gd name="connsiteX35" fmla="*/ 8911903 w 12192000"/>
              <a:gd name="connsiteY35" fmla="*/ 2057646 h 2401295"/>
              <a:gd name="connsiteX36" fmla="*/ 8786230 w 12192000"/>
              <a:gd name="connsiteY36" fmla="*/ 2041547 h 2401295"/>
              <a:gd name="connsiteX37" fmla="*/ 8624741 w 12192000"/>
              <a:gd name="connsiteY37" fmla="*/ 2029639 h 2401295"/>
              <a:gd name="connsiteX38" fmla="*/ 8433895 w 12192000"/>
              <a:gd name="connsiteY38" fmla="*/ 2006458 h 2401295"/>
              <a:gd name="connsiteX39" fmla="*/ 8379838 w 12192000"/>
              <a:gd name="connsiteY39" fmla="*/ 2010365 h 2401295"/>
              <a:gd name="connsiteX40" fmla="*/ 8260604 w 12192000"/>
              <a:gd name="connsiteY40" fmla="*/ 1992586 h 2401295"/>
              <a:gd name="connsiteX41" fmla="*/ 8189733 w 12192000"/>
              <a:gd name="connsiteY41" fmla="*/ 1985551 h 2401295"/>
              <a:gd name="connsiteX42" fmla="*/ 8163540 w 12192000"/>
              <a:gd name="connsiteY42" fmla="*/ 1988537 h 2401295"/>
              <a:gd name="connsiteX43" fmla="*/ 8126468 w 12192000"/>
              <a:gd name="connsiteY43" fmla="*/ 1988901 h 2401295"/>
              <a:gd name="connsiteX44" fmla="*/ 8000268 w 12192000"/>
              <a:gd name="connsiteY44" fmla="*/ 1990885 h 2401295"/>
              <a:gd name="connsiteX45" fmla="*/ 7959483 w 12192000"/>
              <a:gd name="connsiteY45" fmla="*/ 1985782 h 2401295"/>
              <a:gd name="connsiteX46" fmla="*/ 7953628 w 12192000"/>
              <a:gd name="connsiteY46" fmla="*/ 1984617 h 2401295"/>
              <a:gd name="connsiteX47" fmla="*/ 7901019 w 12192000"/>
              <a:gd name="connsiteY47" fmla="*/ 1971965 h 2401295"/>
              <a:gd name="connsiteX48" fmla="*/ 7812936 w 12192000"/>
              <a:gd name="connsiteY48" fmla="*/ 1947847 h 2401295"/>
              <a:gd name="connsiteX49" fmla="*/ 7732190 w 12192000"/>
              <a:gd name="connsiteY49" fmla="*/ 1927169 h 2401295"/>
              <a:gd name="connsiteX50" fmla="*/ 7678276 w 12192000"/>
              <a:gd name="connsiteY50" fmla="*/ 1920855 h 2401295"/>
              <a:gd name="connsiteX51" fmla="*/ 7655497 w 12192000"/>
              <a:gd name="connsiteY51" fmla="*/ 1913714 h 2401295"/>
              <a:gd name="connsiteX52" fmla="*/ 7551687 w 12192000"/>
              <a:gd name="connsiteY52" fmla="*/ 1912613 h 2401295"/>
              <a:gd name="connsiteX53" fmla="*/ 7500925 w 12192000"/>
              <a:gd name="connsiteY53" fmla="*/ 1930924 h 2401295"/>
              <a:gd name="connsiteX54" fmla="*/ 7380560 w 12192000"/>
              <a:gd name="connsiteY54" fmla="*/ 1934424 h 2401295"/>
              <a:gd name="connsiteX55" fmla="*/ 7309614 w 12192000"/>
              <a:gd name="connsiteY55" fmla="*/ 1939987 h 2401295"/>
              <a:gd name="connsiteX56" fmla="*/ 7284338 w 12192000"/>
              <a:gd name="connsiteY56" fmla="*/ 1947550 h 2401295"/>
              <a:gd name="connsiteX57" fmla="*/ 7247913 w 12192000"/>
              <a:gd name="connsiteY57" fmla="*/ 1954444 h 2401295"/>
              <a:gd name="connsiteX58" fmla="*/ 6828984 w 12192000"/>
              <a:gd name="connsiteY58" fmla="*/ 1762183 h 2401295"/>
              <a:gd name="connsiteX59" fmla="*/ 6204418 w 12192000"/>
              <a:gd name="connsiteY59" fmla="*/ 1570349 h 2401295"/>
              <a:gd name="connsiteX60" fmla="*/ 3418260 w 12192000"/>
              <a:gd name="connsiteY60" fmla="*/ 1049412 h 2401295"/>
              <a:gd name="connsiteX61" fmla="*/ 2509997 w 12192000"/>
              <a:gd name="connsiteY61" fmla="*/ 958822 h 2401295"/>
              <a:gd name="connsiteX62" fmla="*/ 2508995 w 12192000"/>
              <a:gd name="connsiteY62" fmla="*/ 958423 h 2401295"/>
              <a:gd name="connsiteX63" fmla="*/ 2424909 w 12192000"/>
              <a:gd name="connsiteY63" fmla="*/ 933150 h 2401295"/>
              <a:gd name="connsiteX64" fmla="*/ 2273752 w 12192000"/>
              <a:gd name="connsiteY64" fmla="*/ 875350 h 2401295"/>
              <a:gd name="connsiteX65" fmla="*/ 2248113 w 12192000"/>
              <a:gd name="connsiteY65" fmla="*/ 861965 h 2401295"/>
              <a:gd name="connsiteX66" fmla="*/ 2194956 w 12192000"/>
              <a:gd name="connsiteY66" fmla="*/ 836227 h 2401295"/>
              <a:gd name="connsiteX67" fmla="*/ 2024005 w 12192000"/>
              <a:gd name="connsiteY67" fmla="*/ 815554 h 2401295"/>
              <a:gd name="connsiteX68" fmla="*/ 1980800 w 12192000"/>
              <a:gd name="connsiteY68" fmla="*/ 822703 h 2401295"/>
              <a:gd name="connsiteX69" fmla="*/ 1733238 w 12192000"/>
              <a:gd name="connsiteY69" fmla="*/ 809719 h 2401295"/>
              <a:gd name="connsiteX70" fmla="*/ 1388954 w 12192000"/>
              <a:gd name="connsiteY70" fmla="*/ 830009 h 2401295"/>
              <a:gd name="connsiteX71" fmla="*/ 1133245 w 12192000"/>
              <a:gd name="connsiteY71" fmla="*/ 803521 h 2401295"/>
              <a:gd name="connsiteX72" fmla="*/ 1026791 w 12192000"/>
              <a:gd name="connsiteY72" fmla="*/ 802701 h 2401295"/>
              <a:gd name="connsiteX73" fmla="*/ 833545 w 12192000"/>
              <a:gd name="connsiteY73" fmla="*/ 801351 h 2401295"/>
              <a:gd name="connsiteX74" fmla="*/ 631576 w 12192000"/>
              <a:gd name="connsiteY74" fmla="*/ 801805 h 2401295"/>
              <a:gd name="connsiteX75" fmla="*/ 542046 w 12192000"/>
              <a:gd name="connsiteY75" fmla="*/ 803532 h 2401295"/>
              <a:gd name="connsiteX76" fmla="*/ 301314 w 12192000"/>
              <a:gd name="connsiteY76" fmla="*/ 785458 h 2401295"/>
              <a:gd name="connsiteX77" fmla="*/ 0 w 12192000"/>
              <a:gd name="connsiteY77" fmla="*/ 805324 h 2401295"/>
              <a:gd name="connsiteX78" fmla="*/ 0 w 12192000"/>
              <a:gd name="connsiteY78" fmla="*/ 0 h 2401295"/>
              <a:gd name="connsiteX0" fmla="*/ 0 w 12192000"/>
              <a:gd name="connsiteY0" fmla="*/ 0 h 2401295"/>
              <a:gd name="connsiteX1" fmla="*/ 12192000 w 12192000"/>
              <a:gd name="connsiteY1" fmla="*/ 0 h 2401295"/>
              <a:gd name="connsiteX2" fmla="*/ 12192000 w 12192000"/>
              <a:gd name="connsiteY2" fmla="*/ 2262228 h 2401295"/>
              <a:gd name="connsiteX3" fmla="*/ 12187428 w 12192000"/>
              <a:gd name="connsiteY3" fmla="*/ 2262896 h 2401295"/>
              <a:gd name="connsiteX4" fmla="*/ 12154355 w 12192000"/>
              <a:gd name="connsiteY4" fmla="*/ 2267516 h 2401295"/>
              <a:gd name="connsiteX5" fmla="*/ 12114359 w 12192000"/>
              <a:gd name="connsiteY5" fmla="*/ 2279772 h 2401295"/>
              <a:gd name="connsiteX6" fmla="*/ 11918614 w 12192000"/>
              <a:gd name="connsiteY6" fmla="*/ 2296618 h 2401295"/>
              <a:gd name="connsiteX7" fmla="*/ 11815487 w 12192000"/>
              <a:gd name="connsiteY7" fmla="*/ 2308905 h 2401295"/>
              <a:gd name="connsiteX8" fmla="*/ 11778165 w 12192000"/>
              <a:gd name="connsiteY8" fmla="*/ 2311873 h 2401295"/>
              <a:gd name="connsiteX9" fmla="*/ 11671329 w 12192000"/>
              <a:gd name="connsiteY9" fmla="*/ 2337810 h 2401295"/>
              <a:gd name="connsiteX10" fmla="*/ 11594775 w 12192000"/>
              <a:gd name="connsiteY10" fmla="*/ 2337831 h 2401295"/>
              <a:gd name="connsiteX11" fmla="*/ 11379086 w 12192000"/>
              <a:gd name="connsiteY11" fmla="*/ 2369019 h 2401295"/>
              <a:gd name="connsiteX12" fmla="*/ 11221749 w 12192000"/>
              <a:gd name="connsiteY12" fmla="*/ 2380739 h 2401295"/>
              <a:gd name="connsiteX13" fmla="*/ 10996653 w 12192000"/>
              <a:gd name="connsiteY13" fmla="*/ 2371440 h 2401295"/>
              <a:gd name="connsiteX14" fmla="*/ 10912235 w 12192000"/>
              <a:gd name="connsiteY14" fmla="*/ 2389968 h 2401295"/>
              <a:gd name="connsiteX15" fmla="*/ 10835633 w 12192000"/>
              <a:gd name="connsiteY15" fmla="*/ 2395810 h 2401295"/>
              <a:gd name="connsiteX16" fmla="*/ 10821038 w 12192000"/>
              <a:gd name="connsiteY16" fmla="*/ 2398367 h 2401295"/>
              <a:gd name="connsiteX17" fmla="*/ 10757451 w 12192000"/>
              <a:gd name="connsiteY17" fmla="*/ 2395202 h 2401295"/>
              <a:gd name="connsiteX18" fmla="*/ 10554052 w 12192000"/>
              <a:gd name="connsiteY18" fmla="*/ 2328825 h 2401295"/>
              <a:gd name="connsiteX19" fmla="*/ 10432944 w 12192000"/>
              <a:gd name="connsiteY19" fmla="*/ 2278457 h 2401295"/>
              <a:gd name="connsiteX20" fmla="*/ 10314272 w 12192000"/>
              <a:gd name="connsiteY20" fmla="*/ 2252083 h 2401295"/>
              <a:gd name="connsiteX21" fmla="*/ 10149756 w 12192000"/>
              <a:gd name="connsiteY21" fmla="*/ 2203372 h 2401295"/>
              <a:gd name="connsiteX22" fmla="*/ 10133939 w 12192000"/>
              <a:gd name="connsiteY22" fmla="*/ 2195206 h 2401295"/>
              <a:gd name="connsiteX23" fmla="*/ 10027169 w 12192000"/>
              <a:gd name="connsiteY23" fmla="*/ 2154689 h 2401295"/>
              <a:gd name="connsiteX24" fmla="*/ 9904781 w 12192000"/>
              <a:gd name="connsiteY24" fmla="*/ 2142477 h 2401295"/>
              <a:gd name="connsiteX25" fmla="*/ 9818432 w 12192000"/>
              <a:gd name="connsiteY25" fmla="*/ 2147267 h 2401295"/>
              <a:gd name="connsiteX26" fmla="*/ 9715853 w 12192000"/>
              <a:gd name="connsiteY26" fmla="*/ 2142000 h 2401295"/>
              <a:gd name="connsiteX27" fmla="*/ 9478478 w 12192000"/>
              <a:gd name="connsiteY27" fmla="*/ 2133283 h 2401295"/>
              <a:gd name="connsiteX28" fmla="*/ 9473084 w 12192000"/>
              <a:gd name="connsiteY28" fmla="*/ 2134027 h 2401295"/>
              <a:gd name="connsiteX29" fmla="*/ 9348338 w 12192000"/>
              <a:gd name="connsiteY29" fmla="*/ 2135775 h 2401295"/>
              <a:gd name="connsiteX30" fmla="*/ 9317108 w 12192000"/>
              <a:gd name="connsiteY30" fmla="*/ 2139620 h 2401295"/>
              <a:gd name="connsiteX31" fmla="*/ 9316564 w 12192000"/>
              <a:gd name="connsiteY31" fmla="*/ 2140576 h 2401295"/>
              <a:gd name="connsiteX32" fmla="*/ 9249142 w 12192000"/>
              <a:gd name="connsiteY32" fmla="*/ 2123844 h 2401295"/>
              <a:gd name="connsiteX33" fmla="*/ 9196066 w 12192000"/>
              <a:gd name="connsiteY33" fmla="*/ 2108535 h 2401295"/>
              <a:gd name="connsiteX34" fmla="*/ 9182090 w 12192000"/>
              <a:gd name="connsiteY34" fmla="*/ 2098653 h 2401295"/>
              <a:gd name="connsiteX35" fmla="*/ 8911903 w 12192000"/>
              <a:gd name="connsiteY35" fmla="*/ 2057646 h 2401295"/>
              <a:gd name="connsiteX36" fmla="*/ 8786230 w 12192000"/>
              <a:gd name="connsiteY36" fmla="*/ 2041547 h 2401295"/>
              <a:gd name="connsiteX37" fmla="*/ 8624741 w 12192000"/>
              <a:gd name="connsiteY37" fmla="*/ 2029639 h 2401295"/>
              <a:gd name="connsiteX38" fmla="*/ 8433895 w 12192000"/>
              <a:gd name="connsiteY38" fmla="*/ 2006458 h 2401295"/>
              <a:gd name="connsiteX39" fmla="*/ 8379838 w 12192000"/>
              <a:gd name="connsiteY39" fmla="*/ 2010365 h 2401295"/>
              <a:gd name="connsiteX40" fmla="*/ 8260604 w 12192000"/>
              <a:gd name="connsiteY40" fmla="*/ 1992586 h 2401295"/>
              <a:gd name="connsiteX41" fmla="*/ 8189733 w 12192000"/>
              <a:gd name="connsiteY41" fmla="*/ 1985551 h 2401295"/>
              <a:gd name="connsiteX42" fmla="*/ 8163540 w 12192000"/>
              <a:gd name="connsiteY42" fmla="*/ 1988537 h 2401295"/>
              <a:gd name="connsiteX43" fmla="*/ 8126468 w 12192000"/>
              <a:gd name="connsiteY43" fmla="*/ 1988901 h 2401295"/>
              <a:gd name="connsiteX44" fmla="*/ 8000268 w 12192000"/>
              <a:gd name="connsiteY44" fmla="*/ 1990885 h 2401295"/>
              <a:gd name="connsiteX45" fmla="*/ 7959483 w 12192000"/>
              <a:gd name="connsiteY45" fmla="*/ 1985782 h 2401295"/>
              <a:gd name="connsiteX46" fmla="*/ 7953628 w 12192000"/>
              <a:gd name="connsiteY46" fmla="*/ 1984617 h 2401295"/>
              <a:gd name="connsiteX47" fmla="*/ 7901019 w 12192000"/>
              <a:gd name="connsiteY47" fmla="*/ 1971965 h 2401295"/>
              <a:gd name="connsiteX48" fmla="*/ 7812936 w 12192000"/>
              <a:gd name="connsiteY48" fmla="*/ 1947847 h 2401295"/>
              <a:gd name="connsiteX49" fmla="*/ 7732190 w 12192000"/>
              <a:gd name="connsiteY49" fmla="*/ 1927169 h 2401295"/>
              <a:gd name="connsiteX50" fmla="*/ 7678276 w 12192000"/>
              <a:gd name="connsiteY50" fmla="*/ 1920855 h 2401295"/>
              <a:gd name="connsiteX51" fmla="*/ 7655497 w 12192000"/>
              <a:gd name="connsiteY51" fmla="*/ 1913714 h 2401295"/>
              <a:gd name="connsiteX52" fmla="*/ 7551687 w 12192000"/>
              <a:gd name="connsiteY52" fmla="*/ 1912613 h 2401295"/>
              <a:gd name="connsiteX53" fmla="*/ 7500925 w 12192000"/>
              <a:gd name="connsiteY53" fmla="*/ 1930924 h 2401295"/>
              <a:gd name="connsiteX54" fmla="*/ 7380560 w 12192000"/>
              <a:gd name="connsiteY54" fmla="*/ 1934424 h 2401295"/>
              <a:gd name="connsiteX55" fmla="*/ 7309614 w 12192000"/>
              <a:gd name="connsiteY55" fmla="*/ 1939987 h 2401295"/>
              <a:gd name="connsiteX56" fmla="*/ 7284338 w 12192000"/>
              <a:gd name="connsiteY56" fmla="*/ 1947550 h 2401295"/>
              <a:gd name="connsiteX57" fmla="*/ 7112901 w 12192000"/>
              <a:gd name="connsiteY57" fmla="*/ 1843979 h 2401295"/>
              <a:gd name="connsiteX58" fmla="*/ 6828984 w 12192000"/>
              <a:gd name="connsiteY58" fmla="*/ 1762183 h 2401295"/>
              <a:gd name="connsiteX59" fmla="*/ 6204418 w 12192000"/>
              <a:gd name="connsiteY59" fmla="*/ 1570349 h 2401295"/>
              <a:gd name="connsiteX60" fmla="*/ 3418260 w 12192000"/>
              <a:gd name="connsiteY60" fmla="*/ 1049412 h 2401295"/>
              <a:gd name="connsiteX61" fmla="*/ 2509997 w 12192000"/>
              <a:gd name="connsiteY61" fmla="*/ 958822 h 2401295"/>
              <a:gd name="connsiteX62" fmla="*/ 2508995 w 12192000"/>
              <a:gd name="connsiteY62" fmla="*/ 958423 h 2401295"/>
              <a:gd name="connsiteX63" fmla="*/ 2424909 w 12192000"/>
              <a:gd name="connsiteY63" fmla="*/ 933150 h 2401295"/>
              <a:gd name="connsiteX64" fmla="*/ 2273752 w 12192000"/>
              <a:gd name="connsiteY64" fmla="*/ 875350 h 2401295"/>
              <a:gd name="connsiteX65" fmla="*/ 2248113 w 12192000"/>
              <a:gd name="connsiteY65" fmla="*/ 861965 h 2401295"/>
              <a:gd name="connsiteX66" fmla="*/ 2194956 w 12192000"/>
              <a:gd name="connsiteY66" fmla="*/ 836227 h 2401295"/>
              <a:gd name="connsiteX67" fmla="*/ 2024005 w 12192000"/>
              <a:gd name="connsiteY67" fmla="*/ 815554 h 2401295"/>
              <a:gd name="connsiteX68" fmla="*/ 1980800 w 12192000"/>
              <a:gd name="connsiteY68" fmla="*/ 822703 h 2401295"/>
              <a:gd name="connsiteX69" fmla="*/ 1733238 w 12192000"/>
              <a:gd name="connsiteY69" fmla="*/ 809719 h 2401295"/>
              <a:gd name="connsiteX70" fmla="*/ 1388954 w 12192000"/>
              <a:gd name="connsiteY70" fmla="*/ 830009 h 2401295"/>
              <a:gd name="connsiteX71" fmla="*/ 1133245 w 12192000"/>
              <a:gd name="connsiteY71" fmla="*/ 803521 h 2401295"/>
              <a:gd name="connsiteX72" fmla="*/ 1026791 w 12192000"/>
              <a:gd name="connsiteY72" fmla="*/ 802701 h 2401295"/>
              <a:gd name="connsiteX73" fmla="*/ 833545 w 12192000"/>
              <a:gd name="connsiteY73" fmla="*/ 801351 h 2401295"/>
              <a:gd name="connsiteX74" fmla="*/ 631576 w 12192000"/>
              <a:gd name="connsiteY74" fmla="*/ 801805 h 2401295"/>
              <a:gd name="connsiteX75" fmla="*/ 542046 w 12192000"/>
              <a:gd name="connsiteY75" fmla="*/ 803532 h 2401295"/>
              <a:gd name="connsiteX76" fmla="*/ 301314 w 12192000"/>
              <a:gd name="connsiteY76" fmla="*/ 785458 h 2401295"/>
              <a:gd name="connsiteX77" fmla="*/ 0 w 12192000"/>
              <a:gd name="connsiteY77" fmla="*/ 805324 h 2401295"/>
              <a:gd name="connsiteX78" fmla="*/ 0 w 12192000"/>
              <a:gd name="connsiteY78" fmla="*/ 0 h 24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2192000" h="2401295">
                <a:moveTo>
                  <a:pt x="0" y="0"/>
                </a:moveTo>
                <a:lnTo>
                  <a:pt x="12192000" y="0"/>
                </a:lnTo>
                <a:lnTo>
                  <a:pt x="12192000" y="2262228"/>
                </a:lnTo>
                <a:lnTo>
                  <a:pt x="12187428" y="2262896"/>
                </a:lnTo>
                <a:cubicBezTo>
                  <a:pt x="12175466" y="2262888"/>
                  <a:pt x="12162312" y="2261278"/>
                  <a:pt x="12154355" y="2267516"/>
                </a:cubicBezTo>
                <a:lnTo>
                  <a:pt x="12114359" y="2279772"/>
                </a:lnTo>
                <a:cubicBezTo>
                  <a:pt x="12075069" y="2284622"/>
                  <a:pt x="11968426" y="2291762"/>
                  <a:pt x="11918614" y="2296618"/>
                </a:cubicBezTo>
                <a:cubicBezTo>
                  <a:pt x="11880597" y="2300618"/>
                  <a:pt x="11847624" y="2311097"/>
                  <a:pt x="11815487" y="2308905"/>
                </a:cubicBezTo>
                <a:cubicBezTo>
                  <a:pt x="11802378" y="2315881"/>
                  <a:pt x="11790041" y="2319357"/>
                  <a:pt x="11778165" y="2311873"/>
                </a:cubicBezTo>
                <a:cubicBezTo>
                  <a:pt x="11742553" y="2320519"/>
                  <a:pt x="11736280" y="2331858"/>
                  <a:pt x="11671329" y="2337810"/>
                </a:cubicBezTo>
                <a:cubicBezTo>
                  <a:pt x="11657629" y="2338121"/>
                  <a:pt x="11616110" y="2333320"/>
                  <a:pt x="11594775" y="2337831"/>
                </a:cubicBezTo>
                <a:cubicBezTo>
                  <a:pt x="11546068" y="2343032"/>
                  <a:pt x="11429033" y="2337623"/>
                  <a:pt x="11379086" y="2369019"/>
                </a:cubicBezTo>
                <a:cubicBezTo>
                  <a:pt x="11334159" y="2376875"/>
                  <a:pt x="11278142" y="2372212"/>
                  <a:pt x="11221749" y="2380739"/>
                </a:cubicBezTo>
                <a:cubicBezTo>
                  <a:pt x="11158708" y="2382269"/>
                  <a:pt x="11020097" y="2376287"/>
                  <a:pt x="10996653" y="2371440"/>
                </a:cubicBezTo>
                <a:cubicBezTo>
                  <a:pt x="10982150" y="2370634"/>
                  <a:pt x="10931890" y="2380827"/>
                  <a:pt x="10912235" y="2389968"/>
                </a:cubicBezTo>
                <a:cubicBezTo>
                  <a:pt x="10885398" y="2394030"/>
                  <a:pt x="10850832" y="2394410"/>
                  <a:pt x="10835633" y="2395810"/>
                </a:cubicBezTo>
                <a:lnTo>
                  <a:pt x="10821038" y="2398367"/>
                </a:lnTo>
                <a:cubicBezTo>
                  <a:pt x="10808008" y="2398266"/>
                  <a:pt x="10801949" y="2406793"/>
                  <a:pt x="10757451" y="2395202"/>
                </a:cubicBezTo>
                <a:cubicBezTo>
                  <a:pt x="10695759" y="2367816"/>
                  <a:pt x="10604694" y="2365758"/>
                  <a:pt x="10554052" y="2328825"/>
                </a:cubicBezTo>
                <a:cubicBezTo>
                  <a:pt x="10500506" y="2316498"/>
                  <a:pt x="10472909" y="2291246"/>
                  <a:pt x="10432944" y="2278457"/>
                </a:cubicBezTo>
                <a:cubicBezTo>
                  <a:pt x="10373231" y="2260636"/>
                  <a:pt x="10352854" y="2253139"/>
                  <a:pt x="10314272" y="2252083"/>
                </a:cubicBezTo>
                <a:cubicBezTo>
                  <a:pt x="10295649" y="2263181"/>
                  <a:pt x="10179424" y="2212893"/>
                  <a:pt x="10149756" y="2203372"/>
                </a:cubicBezTo>
                <a:lnTo>
                  <a:pt x="10133939" y="2195206"/>
                </a:lnTo>
                <a:cubicBezTo>
                  <a:pt x="10113508" y="2187093"/>
                  <a:pt x="10058004" y="2162303"/>
                  <a:pt x="10027169" y="2154689"/>
                </a:cubicBezTo>
                <a:cubicBezTo>
                  <a:pt x="9986373" y="2150618"/>
                  <a:pt x="9970026" y="2157324"/>
                  <a:pt x="9904781" y="2142477"/>
                </a:cubicBezTo>
                <a:cubicBezTo>
                  <a:pt x="9883031" y="2140352"/>
                  <a:pt x="9849920" y="2147346"/>
                  <a:pt x="9818432" y="2147267"/>
                </a:cubicBezTo>
                <a:cubicBezTo>
                  <a:pt x="9778153" y="2143325"/>
                  <a:pt x="9754866" y="2158434"/>
                  <a:pt x="9715853" y="2142000"/>
                </a:cubicBezTo>
                <a:lnTo>
                  <a:pt x="9478478" y="2133283"/>
                </a:lnTo>
                <a:lnTo>
                  <a:pt x="9473084" y="2134027"/>
                </a:lnTo>
                <a:lnTo>
                  <a:pt x="9348338" y="2135775"/>
                </a:lnTo>
                <a:cubicBezTo>
                  <a:pt x="9335211" y="2139291"/>
                  <a:pt x="9322404" y="2138820"/>
                  <a:pt x="9317108" y="2139620"/>
                </a:cubicBezTo>
                <a:lnTo>
                  <a:pt x="9316564" y="2140576"/>
                </a:lnTo>
                <a:lnTo>
                  <a:pt x="9249142" y="2123844"/>
                </a:lnTo>
                <a:lnTo>
                  <a:pt x="9196066" y="2108535"/>
                </a:lnTo>
                <a:cubicBezTo>
                  <a:pt x="9190862" y="2105839"/>
                  <a:pt x="9186125" y="2102610"/>
                  <a:pt x="9182090" y="2098653"/>
                </a:cubicBezTo>
                <a:cubicBezTo>
                  <a:pt x="9139653" y="2071867"/>
                  <a:pt x="9071021" y="2084433"/>
                  <a:pt x="8911903" y="2057646"/>
                </a:cubicBezTo>
                <a:cubicBezTo>
                  <a:pt x="8879561" y="2039583"/>
                  <a:pt x="8830973" y="2055511"/>
                  <a:pt x="8786230" y="2041547"/>
                </a:cubicBezTo>
                <a:cubicBezTo>
                  <a:pt x="8728356" y="2034611"/>
                  <a:pt x="8679135" y="2034403"/>
                  <a:pt x="8624741" y="2029639"/>
                </a:cubicBezTo>
                <a:cubicBezTo>
                  <a:pt x="8566018" y="2023791"/>
                  <a:pt x="8474712" y="2009670"/>
                  <a:pt x="8433895" y="2006458"/>
                </a:cubicBezTo>
                <a:cubicBezTo>
                  <a:pt x="8411898" y="2005377"/>
                  <a:pt x="8413482" y="2011365"/>
                  <a:pt x="8379838" y="2010365"/>
                </a:cubicBezTo>
                <a:cubicBezTo>
                  <a:pt x="8347941" y="1993320"/>
                  <a:pt x="8300068" y="2014971"/>
                  <a:pt x="8260604" y="1992586"/>
                </a:cubicBezTo>
                <a:cubicBezTo>
                  <a:pt x="8245905" y="1986361"/>
                  <a:pt x="8199251" y="1979386"/>
                  <a:pt x="8189733" y="1985551"/>
                </a:cubicBezTo>
                <a:cubicBezTo>
                  <a:pt x="8179862" y="1985638"/>
                  <a:pt x="8168776" y="1981141"/>
                  <a:pt x="8163540" y="1988537"/>
                </a:cubicBezTo>
                <a:cubicBezTo>
                  <a:pt x="8155220" y="1997113"/>
                  <a:pt x="8122695" y="1976608"/>
                  <a:pt x="8126468" y="1988901"/>
                </a:cubicBezTo>
                <a:lnTo>
                  <a:pt x="8000268" y="1990885"/>
                </a:lnTo>
                <a:lnTo>
                  <a:pt x="7959483" y="1985782"/>
                </a:lnTo>
                <a:lnTo>
                  <a:pt x="7953628" y="1984617"/>
                </a:lnTo>
                <a:lnTo>
                  <a:pt x="7901019" y="1971965"/>
                </a:lnTo>
                <a:cubicBezTo>
                  <a:pt x="7878802" y="1956055"/>
                  <a:pt x="7842297" y="1955886"/>
                  <a:pt x="7812936" y="1947847"/>
                </a:cubicBezTo>
                <a:lnTo>
                  <a:pt x="7732190" y="1927169"/>
                </a:lnTo>
                <a:lnTo>
                  <a:pt x="7678276" y="1920855"/>
                </a:lnTo>
                <a:lnTo>
                  <a:pt x="7655497" y="1913714"/>
                </a:lnTo>
                <a:cubicBezTo>
                  <a:pt x="7639161" y="1911029"/>
                  <a:pt x="7577449" y="1909745"/>
                  <a:pt x="7551687" y="1912613"/>
                </a:cubicBezTo>
                <a:cubicBezTo>
                  <a:pt x="7529853" y="1915427"/>
                  <a:pt x="7534209" y="1925977"/>
                  <a:pt x="7500925" y="1930924"/>
                </a:cubicBezTo>
                <a:cubicBezTo>
                  <a:pt x="7466644" y="1919746"/>
                  <a:pt x="7423194" y="1949531"/>
                  <a:pt x="7380560" y="1934424"/>
                </a:cubicBezTo>
                <a:cubicBezTo>
                  <a:pt x="7365038" y="1930881"/>
                  <a:pt x="7317938" y="1932231"/>
                  <a:pt x="7309614" y="1939987"/>
                </a:cubicBezTo>
                <a:cubicBezTo>
                  <a:pt x="7299913" y="1941814"/>
                  <a:pt x="7288240" y="1939336"/>
                  <a:pt x="7284338" y="1947550"/>
                </a:cubicBezTo>
                <a:cubicBezTo>
                  <a:pt x="7277604" y="1957469"/>
                  <a:pt x="7107106" y="1832529"/>
                  <a:pt x="7112901" y="1843979"/>
                </a:cubicBezTo>
                <a:cubicBezTo>
                  <a:pt x="7087729" y="1834079"/>
                  <a:pt x="6849056" y="1756738"/>
                  <a:pt x="6828984" y="1762183"/>
                </a:cubicBezTo>
                <a:lnTo>
                  <a:pt x="6204418" y="1570349"/>
                </a:lnTo>
                <a:lnTo>
                  <a:pt x="3418260" y="1049412"/>
                </a:lnTo>
                <a:lnTo>
                  <a:pt x="2509997" y="958822"/>
                </a:lnTo>
                <a:lnTo>
                  <a:pt x="2508995" y="958423"/>
                </a:lnTo>
                <a:cubicBezTo>
                  <a:pt x="2477790" y="921138"/>
                  <a:pt x="2463257" y="944198"/>
                  <a:pt x="2424909" y="933150"/>
                </a:cubicBezTo>
                <a:cubicBezTo>
                  <a:pt x="2384842" y="916507"/>
                  <a:pt x="2318581" y="871004"/>
                  <a:pt x="2273752" y="875350"/>
                </a:cubicBezTo>
                <a:lnTo>
                  <a:pt x="2248113" y="861965"/>
                </a:lnTo>
                <a:cubicBezTo>
                  <a:pt x="2240669" y="836062"/>
                  <a:pt x="2219557" y="858951"/>
                  <a:pt x="2194956" y="836227"/>
                </a:cubicBezTo>
                <a:cubicBezTo>
                  <a:pt x="2160792" y="833299"/>
                  <a:pt x="2060029" y="814649"/>
                  <a:pt x="2024005" y="815554"/>
                </a:cubicBezTo>
                <a:cubicBezTo>
                  <a:pt x="2019057" y="802961"/>
                  <a:pt x="1996088" y="815897"/>
                  <a:pt x="1980800" y="822703"/>
                </a:cubicBezTo>
                <a:cubicBezTo>
                  <a:pt x="1864758" y="829356"/>
                  <a:pt x="1765024" y="801179"/>
                  <a:pt x="1733238" y="809719"/>
                </a:cubicBezTo>
                <a:cubicBezTo>
                  <a:pt x="1651146" y="810948"/>
                  <a:pt x="1450148" y="832760"/>
                  <a:pt x="1388954" y="830009"/>
                </a:cubicBezTo>
                <a:cubicBezTo>
                  <a:pt x="1342837" y="837343"/>
                  <a:pt x="1218481" y="812350"/>
                  <a:pt x="1133245" y="803521"/>
                </a:cubicBezTo>
                <a:cubicBezTo>
                  <a:pt x="1051750" y="789055"/>
                  <a:pt x="1078655" y="807725"/>
                  <a:pt x="1026791" y="802701"/>
                </a:cubicBezTo>
                <a:cubicBezTo>
                  <a:pt x="1007125" y="787895"/>
                  <a:pt x="875767" y="809029"/>
                  <a:pt x="833545" y="801351"/>
                </a:cubicBezTo>
                <a:cubicBezTo>
                  <a:pt x="742331" y="828973"/>
                  <a:pt x="703084" y="801412"/>
                  <a:pt x="631576" y="801805"/>
                </a:cubicBezTo>
                <a:cubicBezTo>
                  <a:pt x="598969" y="794081"/>
                  <a:pt x="578952" y="794231"/>
                  <a:pt x="542046" y="803532"/>
                </a:cubicBezTo>
                <a:cubicBezTo>
                  <a:pt x="487002" y="800808"/>
                  <a:pt x="391655" y="785160"/>
                  <a:pt x="301314" y="785458"/>
                </a:cubicBezTo>
                <a:cubicBezTo>
                  <a:pt x="200876" y="792080"/>
                  <a:pt x="157588" y="811818"/>
                  <a:pt x="0" y="805324"/>
                </a:cubicBezTo>
                <a:lnTo>
                  <a:pt x="0" y="0"/>
                </a:lnTo>
                <a:close/>
              </a:path>
            </a:pathLst>
          </a:custGeom>
          <a:blipFill>
            <a:blip r:embed="rId2"/>
            <a:tile tx="0" ty="0" sx="70000" sy="7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04BA3935-5258-425A-B52A-BBF28BCE0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8073">
            <a:off x="4851872" y="821036"/>
            <a:ext cx="6800350" cy="5350101"/>
          </a:xfrm>
          <a:prstGeom prst="rect">
            <a:avLst/>
          </a:prstGeom>
          <a:solidFill>
            <a:srgbClr val="EFEEE9"/>
          </a:solidFill>
          <a:ln>
            <a:noFill/>
          </a:ln>
          <a:effectLst>
            <a:outerShdw blurRad="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51627A44-C022-4773-A393-E948FE3F4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9121">
            <a:off x="4946130" y="900347"/>
            <a:ext cx="6591734" cy="5205656"/>
          </a:xfrm>
          <a:custGeom>
            <a:avLst/>
            <a:gdLst>
              <a:gd name="connsiteX0" fmla="*/ 6597934 w 6621845"/>
              <a:gd name="connsiteY0" fmla="*/ 155744 h 5238511"/>
              <a:gd name="connsiteX1" fmla="*/ 6619376 w 6621845"/>
              <a:gd name="connsiteY1" fmla="*/ 177681 h 5238511"/>
              <a:gd name="connsiteX2" fmla="*/ 6621845 w 6621845"/>
              <a:gd name="connsiteY2" fmla="*/ 195498 h 5238511"/>
              <a:gd name="connsiteX3" fmla="*/ 6601863 w 6621845"/>
              <a:gd name="connsiteY3" fmla="*/ 1201700 h 5238511"/>
              <a:gd name="connsiteX4" fmla="*/ 6601373 w 6621845"/>
              <a:gd name="connsiteY4" fmla="*/ 1226210 h 5238511"/>
              <a:gd name="connsiteX5" fmla="*/ 6601384 w 6621845"/>
              <a:gd name="connsiteY5" fmla="*/ 1226232 h 5238511"/>
              <a:gd name="connsiteX6" fmla="*/ 6521625 w 6621845"/>
              <a:gd name="connsiteY6" fmla="*/ 5202267 h 5238511"/>
              <a:gd name="connsiteX7" fmla="*/ 6483689 w 6621845"/>
              <a:gd name="connsiteY7" fmla="*/ 5238506 h 5238511"/>
              <a:gd name="connsiteX8" fmla="*/ 36351 w 6621845"/>
              <a:gd name="connsiteY8" fmla="*/ 5109172 h 5238511"/>
              <a:gd name="connsiteX9" fmla="*/ 5 w 6621845"/>
              <a:gd name="connsiteY9" fmla="*/ 5071442 h 5238511"/>
              <a:gd name="connsiteX10" fmla="*/ 1012 w 6621845"/>
              <a:gd name="connsiteY10" fmla="*/ 5021215 h 5238511"/>
              <a:gd name="connsiteX11" fmla="*/ 1011 w 6621845"/>
              <a:gd name="connsiteY11" fmla="*/ 5021212 h 5238511"/>
              <a:gd name="connsiteX12" fmla="*/ 100440 w 6621845"/>
              <a:gd name="connsiteY12" fmla="*/ 64666 h 5238511"/>
              <a:gd name="connsiteX13" fmla="*/ 122765 w 6621845"/>
              <a:gd name="connsiteY13" fmla="*/ 33189 h 5238511"/>
              <a:gd name="connsiteX14" fmla="*/ 604718 w 6621845"/>
              <a:gd name="connsiteY14" fmla="*/ 42857 h 5238511"/>
              <a:gd name="connsiteX15" fmla="*/ 604718 w 6621845"/>
              <a:gd name="connsiteY15" fmla="*/ 0 h 5238511"/>
              <a:gd name="connsiteX16" fmla="*/ 3117572 w 6621845"/>
              <a:gd name="connsiteY16" fmla="*/ 0 h 5238511"/>
              <a:gd name="connsiteX17" fmla="*/ 3117572 w 6621845"/>
              <a:gd name="connsiteY17" fmla="*/ 89697 h 5238511"/>
              <a:gd name="connsiteX0" fmla="*/ 6597934 w 6621845"/>
              <a:gd name="connsiteY0" fmla="*/ 155744 h 5238511"/>
              <a:gd name="connsiteX1" fmla="*/ 6619376 w 6621845"/>
              <a:gd name="connsiteY1" fmla="*/ 177681 h 5238511"/>
              <a:gd name="connsiteX2" fmla="*/ 6621845 w 6621845"/>
              <a:gd name="connsiteY2" fmla="*/ 195498 h 5238511"/>
              <a:gd name="connsiteX3" fmla="*/ 6601863 w 6621845"/>
              <a:gd name="connsiteY3" fmla="*/ 1201700 h 5238511"/>
              <a:gd name="connsiteX4" fmla="*/ 6601373 w 6621845"/>
              <a:gd name="connsiteY4" fmla="*/ 1226210 h 5238511"/>
              <a:gd name="connsiteX5" fmla="*/ 6601384 w 6621845"/>
              <a:gd name="connsiteY5" fmla="*/ 1226232 h 5238511"/>
              <a:gd name="connsiteX6" fmla="*/ 6521625 w 6621845"/>
              <a:gd name="connsiteY6" fmla="*/ 5202267 h 5238511"/>
              <a:gd name="connsiteX7" fmla="*/ 6483689 w 6621845"/>
              <a:gd name="connsiteY7" fmla="*/ 5238506 h 5238511"/>
              <a:gd name="connsiteX8" fmla="*/ 36351 w 6621845"/>
              <a:gd name="connsiteY8" fmla="*/ 5109172 h 5238511"/>
              <a:gd name="connsiteX9" fmla="*/ 5 w 6621845"/>
              <a:gd name="connsiteY9" fmla="*/ 5071442 h 5238511"/>
              <a:gd name="connsiteX10" fmla="*/ 1012 w 6621845"/>
              <a:gd name="connsiteY10" fmla="*/ 5021215 h 5238511"/>
              <a:gd name="connsiteX11" fmla="*/ 1011 w 6621845"/>
              <a:gd name="connsiteY11" fmla="*/ 5021212 h 5238511"/>
              <a:gd name="connsiteX12" fmla="*/ 100440 w 6621845"/>
              <a:gd name="connsiteY12" fmla="*/ 64666 h 5238511"/>
              <a:gd name="connsiteX13" fmla="*/ 122765 w 6621845"/>
              <a:gd name="connsiteY13" fmla="*/ 33189 h 5238511"/>
              <a:gd name="connsiteX14" fmla="*/ 604718 w 6621845"/>
              <a:gd name="connsiteY14" fmla="*/ 42857 h 5238511"/>
              <a:gd name="connsiteX15" fmla="*/ 3117572 w 6621845"/>
              <a:gd name="connsiteY15" fmla="*/ 0 h 5238511"/>
              <a:gd name="connsiteX16" fmla="*/ 3117572 w 6621845"/>
              <a:gd name="connsiteY16" fmla="*/ 89697 h 5238511"/>
              <a:gd name="connsiteX17" fmla="*/ 6597934 w 6621845"/>
              <a:gd name="connsiteY17" fmla="*/ 155744 h 5238511"/>
              <a:gd name="connsiteX0" fmla="*/ 6597934 w 6621845"/>
              <a:gd name="connsiteY0" fmla="*/ 122557 h 5205324"/>
              <a:gd name="connsiteX1" fmla="*/ 6619376 w 6621845"/>
              <a:gd name="connsiteY1" fmla="*/ 144494 h 5205324"/>
              <a:gd name="connsiteX2" fmla="*/ 6621845 w 6621845"/>
              <a:gd name="connsiteY2" fmla="*/ 162311 h 5205324"/>
              <a:gd name="connsiteX3" fmla="*/ 6601863 w 6621845"/>
              <a:gd name="connsiteY3" fmla="*/ 1168513 h 5205324"/>
              <a:gd name="connsiteX4" fmla="*/ 6601373 w 6621845"/>
              <a:gd name="connsiteY4" fmla="*/ 1193023 h 5205324"/>
              <a:gd name="connsiteX5" fmla="*/ 6601384 w 6621845"/>
              <a:gd name="connsiteY5" fmla="*/ 1193045 h 5205324"/>
              <a:gd name="connsiteX6" fmla="*/ 6521625 w 6621845"/>
              <a:gd name="connsiteY6" fmla="*/ 5169080 h 5205324"/>
              <a:gd name="connsiteX7" fmla="*/ 6483689 w 6621845"/>
              <a:gd name="connsiteY7" fmla="*/ 5205319 h 5205324"/>
              <a:gd name="connsiteX8" fmla="*/ 36351 w 6621845"/>
              <a:gd name="connsiteY8" fmla="*/ 5075985 h 5205324"/>
              <a:gd name="connsiteX9" fmla="*/ 5 w 6621845"/>
              <a:gd name="connsiteY9" fmla="*/ 5038255 h 5205324"/>
              <a:gd name="connsiteX10" fmla="*/ 1012 w 6621845"/>
              <a:gd name="connsiteY10" fmla="*/ 4988028 h 5205324"/>
              <a:gd name="connsiteX11" fmla="*/ 1011 w 6621845"/>
              <a:gd name="connsiteY11" fmla="*/ 4988025 h 5205324"/>
              <a:gd name="connsiteX12" fmla="*/ 100440 w 6621845"/>
              <a:gd name="connsiteY12" fmla="*/ 31479 h 5205324"/>
              <a:gd name="connsiteX13" fmla="*/ 122765 w 6621845"/>
              <a:gd name="connsiteY13" fmla="*/ 2 h 5205324"/>
              <a:gd name="connsiteX14" fmla="*/ 604718 w 6621845"/>
              <a:gd name="connsiteY14" fmla="*/ 9670 h 5205324"/>
              <a:gd name="connsiteX15" fmla="*/ 3117572 w 6621845"/>
              <a:gd name="connsiteY15" fmla="*/ 56510 h 5205324"/>
              <a:gd name="connsiteX16" fmla="*/ 6597934 w 6621845"/>
              <a:gd name="connsiteY16" fmla="*/ 122557 h 5205324"/>
              <a:gd name="connsiteX0" fmla="*/ 6597934 w 6621845"/>
              <a:gd name="connsiteY0" fmla="*/ 122556 h 5205323"/>
              <a:gd name="connsiteX1" fmla="*/ 6619376 w 6621845"/>
              <a:gd name="connsiteY1" fmla="*/ 144493 h 5205323"/>
              <a:gd name="connsiteX2" fmla="*/ 6621845 w 6621845"/>
              <a:gd name="connsiteY2" fmla="*/ 162310 h 5205323"/>
              <a:gd name="connsiteX3" fmla="*/ 6601863 w 6621845"/>
              <a:gd name="connsiteY3" fmla="*/ 1168512 h 5205323"/>
              <a:gd name="connsiteX4" fmla="*/ 6601373 w 6621845"/>
              <a:gd name="connsiteY4" fmla="*/ 1193022 h 5205323"/>
              <a:gd name="connsiteX5" fmla="*/ 6601384 w 6621845"/>
              <a:gd name="connsiteY5" fmla="*/ 1193044 h 5205323"/>
              <a:gd name="connsiteX6" fmla="*/ 6521625 w 6621845"/>
              <a:gd name="connsiteY6" fmla="*/ 5169079 h 5205323"/>
              <a:gd name="connsiteX7" fmla="*/ 6483689 w 6621845"/>
              <a:gd name="connsiteY7" fmla="*/ 5205318 h 5205323"/>
              <a:gd name="connsiteX8" fmla="*/ 36351 w 6621845"/>
              <a:gd name="connsiteY8" fmla="*/ 5075984 h 5205323"/>
              <a:gd name="connsiteX9" fmla="*/ 5 w 6621845"/>
              <a:gd name="connsiteY9" fmla="*/ 5038254 h 5205323"/>
              <a:gd name="connsiteX10" fmla="*/ 1012 w 6621845"/>
              <a:gd name="connsiteY10" fmla="*/ 4988027 h 5205323"/>
              <a:gd name="connsiteX11" fmla="*/ 1011 w 6621845"/>
              <a:gd name="connsiteY11" fmla="*/ 4988024 h 5205323"/>
              <a:gd name="connsiteX12" fmla="*/ 128150 w 6621845"/>
              <a:gd name="connsiteY12" fmla="*/ 113570 h 5205323"/>
              <a:gd name="connsiteX13" fmla="*/ 122765 w 6621845"/>
              <a:gd name="connsiteY13" fmla="*/ 1 h 5205323"/>
              <a:gd name="connsiteX14" fmla="*/ 604718 w 6621845"/>
              <a:gd name="connsiteY14" fmla="*/ 9669 h 5205323"/>
              <a:gd name="connsiteX15" fmla="*/ 3117572 w 6621845"/>
              <a:gd name="connsiteY15" fmla="*/ 56509 h 5205323"/>
              <a:gd name="connsiteX16" fmla="*/ 6597934 w 6621845"/>
              <a:gd name="connsiteY16" fmla="*/ 122556 h 5205323"/>
              <a:gd name="connsiteX0" fmla="*/ 6597934 w 6621845"/>
              <a:gd name="connsiteY0" fmla="*/ 122556 h 5205323"/>
              <a:gd name="connsiteX1" fmla="*/ 6619376 w 6621845"/>
              <a:gd name="connsiteY1" fmla="*/ 144493 h 5205323"/>
              <a:gd name="connsiteX2" fmla="*/ 6621845 w 6621845"/>
              <a:gd name="connsiteY2" fmla="*/ 162310 h 5205323"/>
              <a:gd name="connsiteX3" fmla="*/ 6601863 w 6621845"/>
              <a:gd name="connsiteY3" fmla="*/ 1168512 h 5205323"/>
              <a:gd name="connsiteX4" fmla="*/ 6601373 w 6621845"/>
              <a:gd name="connsiteY4" fmla="*/ 1193022 h 5205323"/>
              <a:gd name="connsiteX5" fmla="*/ 6601384 w 6621845"/>
              <a:gd name="connsiteY5" fmla="*/ 1193044 h 5205323"/>
              <a:gd name="connsiteX6" fmla="*/ 6521625 w 6621845"/>
              <a:gd name="connsiteY6" fmla="*/ 5169079 h 5205323"/>
              <a:gd name="connsiteX7" fmla="*/ 6483689 w 6621845"/>
              <a:gd name="connsiteY7" fmla="*/ 5205318 h 5205323"/>
              <a:gd name="connsiteX8" fmla="*/ 36351 w 6621845"/>
              <a:gd name="connsiteY8" fmla="*/ 5075984 h 5205323"/>
              <a:gd name="connsiteX9" fmla="*/ 5 w 6621845"/>
              <a:gd name="connsiteY9" fmla="*/ 5038254 h 5205323"/>
              <a:gd name="connsiteX10" fmla="*/ 1012 w 6621845"/>
              <a:gd name="connsiteY10" fmla="*/ 4988027 h 5205323"/>
              <a:gd name="connsiteX11" fmla="*/ 44388 w 6621845"/>
              <a:gd name="connsiteY11" fmla="*/ 4882987 h 5205323"/>
              <a:gd name="connsiteX12" fmla="*/ 128150 w 6621845"/>
              <a:gd name="connsiteY12" fmla="*/ 113570 h 5205323"/>
              <a:gd name="connsiteX13" fmla="*/ 122765 w 6621845"/>
              <a:gd name="connsiteY13" fmla="*/ 1 h 5205323"/>
              <a:gd name="connsiteX14" fmla="*/ 604718 w 6621845"/>
              <a:gd name="connsiteY14" fmla="*/ 9669 h 5205323"/>
              <a:gd name="connsiteX15" fmla="*/ 3117572 w 6621845"/>
              <a:gd name="connsiteY15" fmla="*/ 56509 h 5205323"/>
              <a:gd name="connsiteX16" fmla="*/ 6597934 w 6621845"/>
              <a:gd name="connsiteY16" fmla="*/ 122556 h 5205323"/>
              <a:gd name="connsiteX0" fmla="*/ 6597934 w 6621845"/>
              <a:gd name="connsiteY0" fmla="*/ 122556 h 5205323"/>
              <a:gd name="connsiteX1" fmla="*/ 6619376 w 6621845"/>
              <a:gd name="connsiteY1" fmla="*/ 144493 h 5205323"/>
              <a:gd name="connsiteX2" fmla="*/ 6621845 w 6621845"/>
              <a:gd name="connsiteY2" fmla="*/ 162310 h 5205323"/>
              <a:gd name="connsiteX3" fmla="*/ 6601863 w 6621845"/>
              <a:gd name="connsiteY3" fmla="*/ 1168512 h 5205323"/>
              <a:gd name="connsiteX4" fmla="*/ 6601373 w 6621845"/>
              <a:gd name="connsiteY4" fmla="*/ 1193022 h 5205323"/>
              <a:gd name="connsiteX5" fmla="*/ 6601384 w 6621845"/>
              <a:gd name="connsiteY5" fmla="*/ 1193044 h 5205323"/>
              <a:gd name="connsiteX6" fmla="*/ 6521625 w 6621845"/>
              <a:gd name="connsiteY6" fmla="*/ 5169079 h 5205323"/>
              <a:gd name="connsiteX7" fmla="*/ 6483689 w 6621845"/>
              <a:gd name="connsiteY7" fmla="*/ 5205318 h 5205323"/>
              <a:gd name="connsiteX8" fmla="*/ 36351 w 6621845"/>
              <a:gd name="connsiteY8" fmla="*/ 5075984 h 5205323"/>
              <a:gd name="connsiteX9" fmla="*/ 5 w 6621845"/>
              <a:gd name="connsiteY9" fmla="*/ 5038254 h 5205323"/>
              <a:gd name="connsiteX10" fmla="*/ 30143 w 6621845"/>
              <a:gd name="connsiteY10" fmla="*/ 4946661 h 5205323"/>
              <a:gd name="connsiteX11" fmla="*/ 44388 w 6621845"/>
              <a:gd name="connsiteY11" fmla="*/ 4882987 h 5205323"/>
              <a:gd name="connsiteX12" fmla="*/ 128150 w 6621845"/>
              <a:gd name="connsiteY12" fmla="*/ 113570 h 5205323"/>
              <a:gd name="connsiteX13" fmla="*/ 122765 w 6621845"/>
              <a:gd name="connsiteY13" fmla="*/ 1 h 5205323"/>
              <a:gd name="connsiteX14" fmla="*/ 604718 w 6621845"/>
              <a:gd name="connsiteY14" fmla="*/ 9669 h 5205323"/>
              <a:gd name="connsiteX15" fmla="*/ 3117572 w 6621845"/>
              <a:gd name="connsiteY15" fmla="*/ 56509 h 5205323"/>
              <a:gd name="connsiteX16" fmla="*/ 6597934 w 6621845"/>
              <a:gd name="connsiteY16" fmla="*/ 122556 h 5205323"/>
              <a:gd name="connsiteX0" fmla="*/ 7041537 w 7065448"/>
              <a:gd name="connsiteY0" fmla="*/ 122556 h 5205323"/>
              <a:gd name="connsiteX1" fmla="*/ 7062979 w 7065448"/>
              <a:gd name="connsiteY1" fmla="*/ 144493 h 5205323"/>
              <a:gd name="connsiteX2" fmla="*/ 7065448 w 7065448"/>
              <a:gd name="connsiteY2" fmla="*/ 162310 h 5205323"/>
              <a:gd name="connsiteX3" fmla="*/ 7045466 w 7065448"/>
              <a:gd name="connsiteY3" fmla="*/ 1168512 h 5205323"/>
              <a:gd name="connsiteX4" fmla="*/ 7044976 w 7065448"/>
              <a:gd name="connsiteY4" fmla="*/ 1193022 h 5205323"/>
              <a:gd name="connsiteX5" fmla="*/ 7044987 w 7065448"/>
              <a:gd name="connsiteY5" fmla="*/ 1193044 h 5205323"/>
              <a:gd name="connsiteX6" fmla="*/ 6965228 w 7065448"/>
              <a:gd name="connsiteY6" fmla="*/ 5169079 h 5205323"/>
              <a:gd name="connsiteX7" fmla="*/ 6927292 w 7065448"/>
              <a:gd name="connsiteY7" fmla="*/ 5205318 h 5205323"/>
              <a:gd name="connsiteX8" fmla="*/ 479954 w 7065448"/>
              <a:gd name="connsiteY8" fmla="*/ 5075984 h 5205323"/>
              <a:gd name="connsiteX9" fmla="*/ 473746 w 7065448"/>
              <a:gd name="connsiteY9" fmla="*/ 4946661 h 5205323"/>
              <a:gd name="connsiteX10" fmla="*/ 487991 w 7065448"/>
              <a:gd name="connsiteY10" fmla="*/ 4882987 h 5205323"/>
              <a:gd name="connsiteX11" fmla="*/ 571753 w 7065448"/>
              <a:gd name="connsiteY11" fmla="*/ 113570 h 5205323"/>
              <a:gd name="connsiteX12" fmla="*/ 566368 w 7065448"/>
              <a:gd name="connsiteY12" fmla="*/ 1 h 5205323"/>
              <a:gd name="connsiteX13" fmla="*/ 1048321 w 7065448"/>
              <a:gd name="connsiteY13" fmla="*/ 9669 h 5205323"/>
              <a:gd name="connsiteX14" fmla="*/ 3561175 w 7065448"/>
              <a:gd name="connsiteY14" fmla="*/ 56509 h 5205323"/>
              <a:gd name="connsiteX15" fmla="*/ 7041537 w 7065448"/>
              <a:gd name="connsiteY15" fmla="*/ 122556 h 5205323"/>
              <a:gd name="connsiteX0" fmla="*/ 6584362 w 6608273"/>
              <a:gd name="connsiteY0" fmla="*/ 122556 h 5205323"/>
              <a:gd name="connsiteX1" fmla="*/ 6605804 w 6608273"/>
              <a:gd name="connsiteY1" fmla="*/ 144493 h 5205323"/>
              <a:gd name="connsiteX2" fmla="*/ 6608273 w 6608273"/>
              <a:gd name="connsiteY2" fmla="*/ 162310 h 5205323"/>
              <a:gd name="connsiteX3" fmla="*/ 6588291 w 6608273"/>
              <a:gd name="connsiteY3" fmla="*/ 1168512 h 5205323"/>
              <a:gd name="connsiteX4" fmla="*/ 6587801 w 6608273"/>
              <a:gd name="connsiteY4" fmla="*/ 1193022 h 5205323"/>
              <a:gd name="connsiteX5" fmla="*/ 6587812 w 6608273"/>
              <a:gd name="connsiteY5" fmla="*/ 1193044 h 5205323"/>
              <a:gd name="connsiteX6" fmla="*/ 6508053 w 6608273"/>
              <a:gd name="connsiteY6" fmla="*/ 5169079 h 5205323"/>
              <a:gd name="connsiteX7" fmla="*/ 6470117 w 6608273"/>
              <a:gd name="connsiteY7" fmla="*/ 5205318 h 5205323"/>
              <a:gd name="connsiteX8" fmla="*/ 22779 w 6608273"/>
              <a:gd name="connsiteY8" fmla="*/ 5075984 h 5205323"/>
              <a:gd name="connsiteX9" fmla="*/ 16571 w 6608273"/>
              <a:gd name="connsiteY9" fmla="*/ 4946661 h 5205323"/>
              <a:gd name="connsiteX10" fmla="*/ 30816 w 6608273"/>
              <a:gd name="connsiteY10" fmla="*/ 4882987 h 5205323"/>
              <a:gd name="connsiteX11" fmla="*/ 114578 w 6608273"/>
              <a:gd name="connsiteY11" fmla="*/ 113570 h 5205323"/>
              <a:gd name="connsiteX12" fmla="*/ 109193 w 6608273"/>
              <a:gd name="connsiteY12" fmla="*/ 1 h 5205323"/>
              <a:gd name="connsiteX13" fmla="*/ 591146 w 6608273"/>
              <a:gd name="connsiteY13" fmla="*/ 9669 h 5205323"/>
              <a:gd name="connsiteX14" fmla="*/ 3104000 w 6608273"/>
              <a:gd name="connsiteY14" fmla="*/ 56509 h 5205323"/>
              <a:gd name="connsiteX15" fmla="*/ 6584362 w 6608273"/>
              <a:gd name="connsiteY15" fmla="*/ 122556 h 5205323"/>
              <a:gd name="connsiteX0" fmla="*/ 6584392 w 6608303"/>
              <a:gd name="connsiteY0" fmla="*/ 122556 h 5205323"/>
              <a:gd name="connsiteX1" fmla="*/ 6605834 w 6608303"/>
              <a:gd name="connsiteY1" fmla="*/ 144493 h 5205323"/>
              <a:gd name="connsiteX2" fmla="*/ 6608303 w 6608303"/>
              <a:gd name="connsiteY2" fmla="*/ 162310 h 5205323"/>
              <a:gd name="connsiteX3" fmla="*/ 6588321 w 6608303"/>
              <a:gd name="connsiteY3" fmla="*/ 1168512 h 5205323"/>
              <a:gd name="connsiteX4" fmla="*/ 6587831 w 6608303"/>
              <a:gd name="connsiteY4" fmla="*/ 1193022 h 5205323"/>
              <a:gd name="connsiteX5" fmla="*/ 6587842 w 6608303"/>
              <a:gd name="connsiteY5" fmla="*/ 1193044 h 5205323"/>
              <a:gd name="connsiteX6" fmla="*/ 6508083 w 6608303"/>
              <a:gd name="connsiteY6" fmla="*/ 5169079 h 5205323"/>
              <a:gd name="connsiteX7" fmla="*/ 6470147 w 6608303"/>
              <a:gd name="connsiteY7" fmla="*/ 5205318 h 5205323"/>
              <a:gd name="connsiteX8" fmla="*/ 22809 w 6608303"/>
              <a:gd name="connsiteY8" fmla="*/ 5075984 h 5205323"/>
              <a:gd name="connsiteX9" fmla="*/ 16601 w 6608303"/>
              <a:gd name="connsiteY9" fmla="*/ 4946661 h 5205323"/>
              <a:gd name="connsiteX10" fmla="*/ 30846 w 6608303"/>
              <a:gd name="connsiteY10" fmla="*/ 4882987 h 5205323"/>
              <a:gd name="connsiteX11" fmla="*/ 114608 w 6608303"/>
              <a:gd name="connsiteY11" fmla="*/ 113570 h 5205323"/>
              <a:gd name="connsiteX12" fmla="*/ 109223 w 6608303"/>
              <a:gd name="connsiteY12" fmla="*/ 1 h 5205323"/>
              <a:gd name="connsiteX13" fmla="*/ 591176 w 6608303"/>
              <a:gd name="connsiteY13" fmla="*/ 9669 h 5205323"/>
              <a:gd name="connsiteX14" fmla="*/ 3104030 w 6608303"/>
              <a:gd name="connsiteY14" fmla="*/ 56509 h 5205323"/>
              <a:gd name="connsiteX15" fmla="*/ 6584392 w 6608303"/>
              <a:gd name="connsiteY15" fmla="*/ 122556 h 5205323"/>
              <a:gd name="connsiteX0" fmla="*/ 6584393 w 6608304"/>
              <a:gd name="connsiteY0" fmla="*/ 122556 h 5205323"/>
              <a:gd name="connsiteX1" fmla="*/ 6605835 w 6608304"/>
              <a:gd name="connsiteY1" fmla="*/ 144493 h 5205323"/>
              <a:gd name="connsiteX2" fmla="*/ 6608304 w 6608304"/>
              <a:gd name="connsiteY2" fmla="*/ 162310 h 5205323"/>
              <a:gd name="connsiteX3" fmla="*/ 6588322 w 6608304"/>
              <a:gd name="connsiteY3" fmla="*/ 1168512 h 5205323"/>
              <a:gd name="connsiteX4" fmla="*/ 6587832 w 6608304"/>
              <a:gd name="connsiteY4" fmla="*/ 1193022 h 5205323"/>
              <a:gd name="connsiteX5" fmla="*/ 6587843 w 6608304"/>
              <a:gd name="connsiteY5" fmla="*/ 1193044 h 5205323"/>
              <a:gd name="connsiteX6" fmla="*/ 6508084 w 6608304"/>
              <a:gd name="connsiteY6" fmla="*/ 5169079 h 5205323"/>
              <a:gd name="connsiteX7" fmla="*/ 6470148 w 6608304"/>
              <a:gd name="connsiteY7" fmla="*/ 5205318 h 5205323"/>
              <a:gd name="connsiteX8" fmla="*/ 22810 w 6608304"/>
              <a:gd name="connsiteY8" fmla="*/ 5075984 h 5205323"/>
              <a:gd name="connsiteX9" fmla="*/ 16602 w 6608304"/>
              <a:gd name="connsiteY9" fmla="*/ 4946661 h 5205323"/>
              <a:gd name="connsiteX10" fmla="*/ 30847 w 6608304"/>
              <a:gd name="connsiteY10" fmla="*/ 4882987 h 5205323"/>
              <a:gd name="connsiteX11" fmla="*/ 114609 w 6608304"/>
              <a:gd name="connsiteY11" fmla="*/ 113570 h 5205323"/>
              <a:gd name="connsiteX12" fmla="*/ 109224 w 6608304"/>
              <a:gd name="connsiteY12" fmla="*/ 1 h 5205323"/>
              <a:gd name="connsiteX13" fmla="*/ 591177 w 6608304"/>
              <a:gd name="connsiteY13" fmla="*/ 9669 h 5205323"/>
              <a:gd name="connsiteX14" fmla="*/ 3104031 w 6608304"/>
              <a:gd name="connsiteY14" fmla="*/ 56509 h 5205323"/>
              <a:gd name="connsiteX15" fmla="*/ 6584393 w 6608304"/>
              <a:gd name="connsiteY15" fmla="*/ 122556 h 5205323"/>
              <a:gd name="connsiteX0" fmla="*/ 6567823 w 6937884"/>
              <a:gd name="connsiteY0" fmla="*/ 122556 h 5210213"/>
              <a:gd name="connsiteX1" fmla="*/ 6589265 w 6937884"/>
              <a:gd name="connsiteY1" fmla="*/ 144493 h 5210213"/>
              <a:gd name="connsiteX2" fmla="*/ 6591734 w 6937884"/>
              <a:gd name="connsiteY2" fmla="*/ 162310 h 5210213"/>
              <a:gd name="connsiteX3" fmla="*/ 6571752 w 6937884"/>
              <a:gd name="connsiteY3" fmla="*/ 1168512 h 5210213"/>
              <a:gd name="connsiteX4" fmla="*/ 6571262 w 6937884"/>
              <a:gd name="connsiteY4" fmla="*/ 1193022 h 5210213"/>
              <a:gd name="connsiteX5" fmla="*/ 6571273 w 6937884"/>
              <a:gd name="connsiteY5" fmla="*/ 1193044 h 5210213"/>
              <a:gd name="connsiteX6" fmla="*/ 6491514 w 6937884"/>
              <a:gd name="connsiteY6" fmla="*/ 5169079 h 5210213"/>
              <a:gd name="connsiteX7" fmla="*/ 6453578 w 6937884"/>
              <a:gd name="connsiteY7" fmla="*/ 5205318 h 5210213"/>
              <a:gd name="connsiteX8" fmla="*/ 87448 w 6937884"/>
              <a:gd name="connsiteY8" fmla="*/ 5064339 h 5210213"/>
              <a:gd name="connsiteX9" fmla="*/ 32 w 6937884"/>
              <a:gd name="connsiteY9" fmla="*/ 4946661 h 5210213"/>
              <a:gd name="connsiteX10" fmla="*/ 14277 w 6937884"/>
              <a:gd name="connsiteY10" fmla="*/ 4882987 h 5210213"/>
              <a:gd name="connsiteX11" fmla="*/ 98039 w 6937884"/>
              <a:gd name="connsiteY11" fmla="*/ 113570 h 5210213"/>
              <a:gd name="connsiteX12" fmla="*/ 92654 w 6937884"/>
              <a:gd name="connsiteY12" fmla="*/ 1 h 5210213"/>
              <a:gd name="connsiteX13" fmla="*/ 574607 w 6937884"/>
              <a:gd name="connsiteY13" fmla="*/ 9669 h 5210213"/>
              <a:gd name="connsiteX14" fmla="*/ 3087461 w 6937884"/>
              <a:gd name="connsiteY14" fmla="*/ 56509 h 5210213"/>
              <a:gd name="connsiteX15" fmla="*/ 6567823 w 6937884"/>
              <a:gd name="connsiteY15" fmla="*/ 122556 h 5210213"/>
              <a:gd name="connsiteX0" fmla="*/ 6567823 w 6591734"/>
              <a:gd name="connsiteY0" fmla="*/ 122556 h 5207389"/>
              <a:gd name="connsiteX1" fmla="*/ 6589265 w 6591734"/>
              <a:gd name="connsiteY1" fmla="*/ 144493 h 5207389"/>
              <a:gd name="connsiteX2" fmla="*/ 6591734 w 6591734"/>
              <a:gd name="connsiteY2" fmla="*/ 162310 h 5207389"/>
              <a:gd name="connsiteX3" fmla="*/ 6571752 w 6591734"/>
              <a:gd name="connsiteY3" fmla="*/ 1168512 h 5207389"/>
              <a:gd name="connsiteX4" fmla="*/ 6571262 w 6591734"/>
              <a:gd name="connsiteY4" fmla="*/ 1193022 h 5207389"/>
              <a:gd name="connsiteX5" fmla="*/ 6571273 w 6591734"/>
              <a:gd name="connsiteY5" fmla="*/ 1193044 h 5207389"/>
              <a:gd name="connsiteX6" fmla="*/ 6491514 w 6591734"/>
              <a:gd name="connsiteY6" fmla="*/ 5169079 h 5207389"/>
              <a:gd name="connsiteX7" fmla="*/ 6453578 w 6591734"/>
              <a:gd name="connsiteY7" fmla="*/ 5205318 h 5207389"/>
              <a:gd name="connsiteX8" fmla="*/ 87448 w 6591734"/>
              <a:gd name="connsiteY8" fmla="*/ 5064339 h 5207389"/>
              <a:gd name="connsiteX9" fmla="*/ 32 w 6591734"/>
              <a:gd name="connsiteY9" fmla="*/ 4946661 h 5207389"/>
              <a:gd name="connsiteX10" fmla="*/ 14277 w 6591734"/>
              <a:gd name="connsiteY10" fmla="*/ 4882987 h 5207389"/>
              <a:gd name="connsiteX11" fmla="*/ 98039 w 6591734"/>
              <a:gd name="connsiteY11" fmla="*/ 113570 h 5207389"/>
              <a:gd name="connsiteX12" fmla="*/ 92654 w 6591734"/>
              <a:gd name="connsiteY12" fmla="*/ 1 h 5207389"/>
              <a:gd name="connsiteX13" fmla="*/ 574607 w 6591734"/>
              <a:gd name="connsiteY13" fmla="*/ 9669 h 5207389"/>
              <a:gd name="connsiteX14" fmla="*/ 3087461 w 6591734"/>
              <a:gd name="connsiteY14" fmla="*/ 56509 h 5207389"/>
              <a:gd name="connsiteX15" fmla="*/ 6567823 w 6591734"/>
              <a:gd name="connsiteY15" fmla="*/ 122556 h 5207389"/>
              <a:gd name="connsiteX0" fmla="*/ 6567823 w 6591734"/>
              <a:gd name="connsiteY0" fmla="*/ 122556 h 5205656"/>
              <a:gd name="connsiteX1" fmla="*/ 6589265 w 6591734"/>
              <a:gd name="connsiteY1" fmla="*/ 144493 h 5205656"/>
              <a:gd name="connsiteX2" fmla="*/ 6591734 w 6591734"/>
              <a:gd name="connsiteY2" fmla="*/ 162310 h 5205656"/>
              <a:gd name="connsiteX3" fmla="*/ 6571752 w 6591734"/>
              <a:gd name="connsiteY3" fmla="*/ 1168512 h 5205656"/>
              <a:gd name="connsiteX4" fmla="*/ 6571262 w 6591734"/>
              <a:gd name="connsiteY4" fmla="*/ 1193022 h 5205656"/>
              <a:gd name="connsiteX5" fmla="*/ 6571273 w 6591734"/>
              <a:gd name="connsiteY5" fmla="*/ 1193044 h 5205656"/>
              <a:gd name="connsiteX6" fmla="*/ 6491514 w 6591734"/>
              <a:gd name="connsiteY6" fmla="*/ 5169079 h 5205656"/>
              <a:gd name="connsiteX7" fmla="*/ 6453578 w 6591734"/>
              <a:gd name="connsiteY7" fmla="*/ 5205318 h 5205656"/>
              <a:gd name="connsiteX8" fmla="*/ 87448 w 6591734"/>
              <a:gd name="connsiteY8" fmla="*/ 5064339 h 5205656"/>
              <a:gd name="connsiteX9" fmla="*/ 32 w 6591734"/>
              <a:gd name="connsiteY9" fmla="*/ 4946661 h 5205656"/>
              <a:gd name="connsiteX10" fmla="*/ 14277 w 6591734"/>
              <a:gd name="connsiteY10" fmla="*/ 4882987 h 5205656"/>
              <a:gd name="connsiteX11" fmla="*/ 98039 w 6591734"/>
              <a:gd name="connsiteY11" fmla="*/ 113570 h 5205656"/>
              <a:gd name="connsiteX12" fmla="*/ 92654 w 6591734"/>
              <a:gd name="connsiteY12" fmla="*/ 1 h 5205656"/>
              <a:gd name="connsiteX13" fmla="*/ 574607 w 6591734"/>
              <a:gd name="connsiteY13" fmla="*/ 9669 h 5205656"/>
              <a:gd name="connsiteX14" fmla="*/ 3087461 w 6591734"/>
              <a:gd name="connsiteY14" fmla="*/ 56509 h 5205656"/>
              <a:gd name="connsiteX15" fmla="*/ 6567823 w 6591734"/>
              <a:gd name="connsiteY15" fmla="*/ 122556 h 52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591734" h="5205656">
                <a:moveTo>
                  <a:pt x="6567823" y="122556"/>
                </a:moveTo>
                <a:cubicBezTo>
                  <a:pt x="6580239" y="129975"/>
                  <a:pt x="6582222" y="131985"/>
                  <a:pt x="6589265" y="144493"/>
                </a:cubicBezTo>
                <a:lnTo>
                  <a:pt x="6591734" y="162310"/>
                </a:lnTo>
                <a:cubicBezTo>
                  <a:pt x="6587703" y="369196"/>
                  <a:pt x="6580519" y="730319"/>
                  <a:pt x="6571752" y="1168512"/>
                </a:cubicBezTo>
                <a:cubicBezTo>
                  <a:pt x="6571589" y="1176682"/>
                  <a:pt x="6571425" y="1184852"/>
                  <a:pt x="6571262" y="1193022"/>
                </a:cubicBezTo>
                <a:cubicBezTo>
                  <a:pt x="6571266" y="1193029"/>
                  <a:pt x="6571269" y="1193037"/>
                  <a:pt x="6571273" y="1193044"/>
                </a:cubicBezTo>
                <a:lnTo>
                  <a:pt x="6491514" y="5169079"/>
                </a:lnTo>
                <a:cubicBezTo>
                  <a:pt x="6491046" y="5189483"/>
                  <a:pt x="6510894" y="5208439"/>
                  <a:pt x="6453578" y="5205318"/>
                </a:cubicBezTo>
                <a:cubicBezTo>
                  <a:pt x="5108322" y="5132065"/>
                  <a:pt x="2209491" y="5111332"/>
                  <a:pt x="87448" y="5064339"/>
                </a:cubicBezTo>
                <a:cubicBezTo>
                  <a:pt x="40819" y="5064158"/>
                  <a:pt x="-1307" y="4978827"/>
                  <a:pt x="32" y="4946661"/>
                </a:cubicBezTo>
                <a:cubicBezTo>
                  <a:pt x="32" y="4946660"/>
                  <a:pt x="14277" y="4882988"/>
                  <a:pt x="14277" y="4882987"/>
                </a:cubicBezTo>
                <a:lnTo>
                  <a:pt x="98039" y="113570"/>
                </a:lnTo>
                <a:cubicBezTo>
                  <a:pt x="98461" y="95952"/>
                  <a:pt x="80714" y="-192"/>
                  <a:pt x="92654" y="1"/>
                </a:cubicBezTo>
                <a:lnTo>
                  <a:pt x="574607" y="9669"/>
                </a:lnTo>
                <a:lnTo>
                  <a:pt x="3087461" y="56509"/>
                </a:lnTo>
                <a:lnTo>
                  <a:pt x="6567823" y="122556"/>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Content Placeholder 5">
            <a:extLst>
              <a:ext uri="{FF2B5EF4-FFF2-40B4-BE49-F238E27FC236}">
                <a16:creationId xmlns:a16="http://schemas.microsoft.com/office/drawing/2014/main" id="{E9AAF1B6-1D35-C51E-E7D8-41324A00DAF8}"/>
              </a:ext>
            </a:extLst>
          </p:cNvPr>
          <p:cNvPicPr>
            <a:picLocks noGrp="1" noChangeAspect="1"/>
          </p:cNvPicPr>
          <p:nvPr>
            <p:ph sz="half" idx="2"/>
          </p:nvPr>
        </p:nvPicPr>
        <p:blipFill>
          <a:blip r:embed="rId3"/>
          <a:stretch>
            <a:fillRect/>
          </a:stretch>
        </p:blipFill>
        <p:spPr>
          <a:xfrm rot="150339">
            <a:off x="5129482" y="1700610"/>
            <a:ext cx="6245132" cy="3590951"/>
          </a:xfrm>
          <a:prstGeom prst="rect">
            <a:avLst/>
          </a:prstGeom>
        </p:spPr>
      </p:pic>
      <p:sp>
        <p:nvSpPr>
          <p:cNvPr id="2" name="Title 1">
            <a:extLst>
              <a:ext uri="{FF2B5EF4-FFF2-40B4-BE49-F238E27FC236}">
                <a16:creationId xmlns:a16="http://schemas.microsoft.com/office/drawing/2014/main" id="{976BDAB4-2699-B641-37B8-358BBE93ECF1}"/>
              </a:ext>
            </a:extLst>
          </p:cNvPr>
          <p:cNvSpPr>
            <a:spLocks noGrp="1"/>
          </p:cNvSpPr>
          <p:nvPr>
            <p:ph type="title"/>
          </p:nvPr>
        </p:nvSpPr>
        <p:spPr>
          <a:xfrm>
            <a:off x="685800" y="713364"/>
            <a:ext cx="5192486" cy="1713651"/>
          </a:xfrm>
        </p:spPr>
        <p:txBody>
          <a:bodyPr vert="horz" lIns="91440" tIns="45720" rIns="91440" bIns="45720" rtlCol="0" anchor="ctr">
            <a:normAutofit/>
          </a:bodyPr>
          <a:lstStyle/>
          <a:p>
            <a:r>
              <a:rPr lang="en-US" b="1" dirty="0">
                <a:effectLst/>
              </a:rPr>
              <a:t>Director Analysis</a:t>
            </a:r>
            <a:endParaRPr lang="en-US" dirty="0"/>
          </a:p>
        </p:txBody>
      </p:sp>
      <p:sp>
        <p:nvSpPr>
          <p:cNvPr id="3" name="Content Placeholder 2">
            <a:extLst>
              <a:ext uri="{FF2B5EF4-FFF2-40B4-BE49-F238E27FC236}">
                <a16:creationId xmlns:a16="http://schemas.microsoft.com/office/drawing/2014/main" id="{7F001F38-28E3-C1E0-BDAE-D70F25FBC5C1}"/>
              </a:ext>
            </a:extLst>
          </p:cNvPr>
          <p:cNvSpPr>
            <a:spLocks noGrp="1"/>
          </p:cNvSpPr>
          <p:nvPr>
            <p:ph sz="half" idx="1"/>
          </p:nvPr>
        </p:nvSpPr>
        <p:spPr>
          <a:xfrm>
            <a:off x="685800" y="2820255"/>
            <a:ext cx="3626294" cy="3504345"/>
          </a:xfrm>
        </p:spPr>
        <p:txBody>
          <a:bodyPr vert="horz" lIns="91440" tIns="45720" rIns="91440" bIns="45720" rtlCol="0" anchor="ctr">
            <a:normAutofit fontScale="85000" lnSpcReduction="10000"/>
          </a:bodyPr>
          <a:lstStyle/>
          <a:p>
            <a:r>
              <a:rPr lang="en-US" dirty="0"/>
              <a:t>Director with movies having the highest mean of IMDB scores are Toney Kaye and Charles Chaplin.</a:t>
            </a:r>
          </a:p>
          <a:p>
            <a:r>
              <a:rPr lang="en-US" dirty="0"/>
              <a:t>Out of the top directors the cutoff to be a top direct was 99percentile or 8.23+ IMDB score</a:t>
            </a:r>
          </a:p>
          <a:p>
            <a:r>
              <a:rPr lang="en-US" dirty="0"/>
              <a:t>The top few directors from the best directors are Tony Kaye, Charles Chaplin, Alfred Hitchcock, Ron </a:t>
            </a:r>
            <a:r>
              <a:rPr lang="en-US" dirty="0" err="1"/>
              <a:t>Frickle</a:t>
            </a:r>
            <a:r>
              <a:rPr lang="en-US" dirty="0"/>
              <a:t>, Damien Chazelle and Majid Majidi. All these directors mentioned have average score of 8.50+.</a:t>
            </a:r>
          </a:p>
        </p:txBody>
      </p:sp>
    </p:spTree>
    <p:extLst>
      <p:ext uri="{BB962C8B-B14F-4D97-AF65-F5344CB8AC3E}">
        <p14:creationId xmlns:p14="http://schemas.microsoft.com/office/powerpoint/2010/main" val="1029575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8040078-E66A-4749-A36C-D07BD10F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61E96A-CA26-48B7-A3DC-05AAA57EF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506199" cy="1858154"/>
          </a:xfrm>
          <a:custGeom>
            <a:avLst/>
            <a:gdLst>
              <a:gd name="connsiteX0" fmla="*/ 0 w 9288370"/>
              <a:gd name="connsiteY0" fmla="*/ 1858154 h 1858154"/>
              <a:gd name="connsiteX1" fmla="*/ 1049 w 9288370"/>
              <a:gd name="connsiteY1" fmla="*/ 1857909 h 1858154"/>
              <a:gd name="connsiteX2" fmla="*/ 370426 w 9288370"/>
              <a:gd name="connsiteY2" fmla="*/ 1702965 h 1858154"/>
              <a:gd name="connsiteX3" fmla="*/ 832307 w 9288370"/>
              <a:gd name="connsiteY3" fmla="*/ 1538702 h 1858154"/>
              <a:gd name="connsiteX4" fmla="*/ 971617 w 9288370"/>
              <a:gd name="connsiteY4" fmla="*/ 1522494 h 1858154"/>
              <a:gd name="connsiteX5" fmla="*/ 1186668 w 9288370"/>
              <a:gd name="connsiteY5" fmla="*/ 1521861 h 1858154"/>
              <a:gd name="connsiteX6" fmla="*/ 1456865 w 9288370"/>
              <a:gd name="connsiteY6" fmla="*/ 1510292 h 1858154"/>
              <a:gd name="connsiteX7" fmla="*/ 1463005 w 9288370"/>
              <a:gd name="connsiteY7" fmla="*/ 1511279 h 1858154"/>
              <a:gd name="connsiteX8" fmla="*/ 1604999 w 9288370"/>
              <a:gd name="connsiteY8" fmla="*/ 1513599 h 1858154"/>
              <a:gd name="connsiteX9" fmla="*/ 1717911 w 9288370"/>
              <a:gd name="connsiteY9" fmla="*/ 1497764 h 1858154"/>
              <a:gd name="connsiteX10" fmla="*/ 1794234 w 9288370"/>
              <a:gd name="connsiteY10" fmla="*/ 1464331 h 1858154"/>
              <a:gd name="connsiteX11" fmla="*/ 2101780 w 9288370"/>
              <a:gd name="connsiteY11" fmla="*/ 1409907 h 1858154"/>
              <a:gd name="connsiteX12" fmla="*/ 2244830 w 9288370"/>
              <a:gd name="connsiteY12" fmla="*/ 1388540 h 1858154"/>
              <a:gd name="connsiteX13" fmla="*/ 2428648 w 9288370"/>
              <a:gd name="connsiteY13" fmla="*/ 1372736 h 1858154"/>
              <a:gd name="connsiteX14" fmla="*/ 2645882 w 9288370"/>
              <a:gd name="connsiteY14" fmla="*/ 1341971 h 1858154"/>
              <a:gd name="connsiteX15" fmla="*/ 2707413 w 9288370"/>
              <a:gd name="connsiteY15" fmla="*/ 1347156 h 1858154"/>
              <a:gd name="connsiteX16" fmla="*/ 2843134 w 9288370"/>
              <a:gd name="connsiteY16" fmla="*/ 1323561 h 1858154"/>
              <a:gd name="connsiteX17" fmla="*/ 2923804 w 9288370"/>
              <a:gd name="connsiteY17" fmla="*/ 1314224 h 1858154"/>
              <a:gd name="connsiteX18" fmla="*/ 2953618 w 9288370"/>
              <a:gd name="connsiteY18" fmla="*/ 1318186 h 1858154"/>
              <a:gd name="connsiteX19" fmla="*/ 2995816 w 9288370"/>
              <a:gd name="connsiteY19" fmla="*/ 1318670 h 1858154"/>
              <a:gd name="connsiteX20" fmla="*/ 3352700 w 9288370"/>
              <a:gd name="connsiteY20" fmla="*/ 1264183 h 1858154"/>
              <a:gd name="connsiteX21" fmla="*/ 3444611 w 9288370"/>
              <a:gd name="connsiteY21" fmla="*/ 1236739 h 1858154"/>
              <a:gd name="connsiteX22" fmla="*/ 3650072 w 9288370"/>
              <a:gd name="connsiteY22" fmla="*/ 1217421 h 1858154"/>
              <a:gd name="connsiteX23" fmla="*/ 3707853 w 9288370"/>
              <a:gd name="connsiteY23" fmla="*/ 1241722 h 1858154"/>
              <a:gd name="connsiteX24" fmla="*/ 3925616 w 9288370"/>
              <a:gd name="connsiteY24" fmla="*/ 1253751 h 1858154"/>
              <a:gd name="connsiteX25" fmla="*/ 3954387 w 9288370"/>
              <a:gd name="connsiteY25" fmla="*/ 1263789 h 1858154"/>
              <a:gd name="connsiteX26" fmla="*/ 3995849 w 9288370"/>
              <a:gd name="connsiteY26" fmla="*/ 1272939 h 1858154"/>
              <a:gd name="connsiteX27" fmla="*/ 4067546 w 9288370"/>
              <a:gd name="connsiteY27" fmla="*/ 1294697 h 1858154"/>
              <a:gd name="connsiteX28" fmla="*/ 4190310 w 9288370"/>
              <a:gd name="connsiteY28" fmla="*/ 1307786 h 1858154"/>
              <a:gd name="connsiteX29" fmla="*/ 4230008 w 9288370"/>
              <a:gd name="connsiteY29" fmla="*/ 1303546 h 1858154"/>
              <a:gd name="connsiteX30" fmla="*/ 4575478 w 9288370"/>
              <a:gd name="connsiteY30" fmla="*/ 1261726 h 1858154"/>
              <a:gd name="connsiteX31" fmla="*/ 4650026 w 9288370"/>
              <a:gd name="connsiteY31" fmla="*/ 1265798 h 1858154"/>
              <a:gd name="connsiteX32" fmla="*/ 4792008 w 9288370"/>
              <a:gd name="connsiteY32" fmla="*/ 1243899 h 1858154"/>
              <a:gd name="connsiteX33" fmla="*/ 4954126 w 9288370"/>
              <a:gd name="connsiteY33" fmla="*/ 1204617 h 1858154"/>
              <a:gd name="connsiteX34" fmla="*/ 5309678 w 9288370"/>
              <a:gd name="connsiteY34" fmla="*/ 1128278 h 1858154"/>
              <a:gd name="connsiteX35" fmla="*/ 5474724 w 9288370"/>
              <a:gd name="connsiteY35" fmla="*/ 1091167 h 1858154"/>
              <a:gd name="connsiteX36" fmla="*/ 5612132 w 9288370"/>
              <a:gd name="connsiteY36" fmla="*/ 1051509 h 1858154"/>
              <a:gd name="connsiteX37" fmla="*/ 5776618 w 9288370"/>
              <a:gd name="connsiteY37" fmla="*/ 1053037 h 1858154"/>
              <a:gd name="connsiteX38" fmla="*/ 5785786 w 9288370"/>
              <a:gd name="connsiteY38" fmla="*/ 1051213 h 1858154"/>
              <a:gd name="connsiteX39" fmla="*/ 5829381 w 9288370"/>
              <a:gd name="connsiteY39" fmla="*/ 1046878 h 1858154"/>
              <a:gd name="connsiteX40" fmla="*/ 5943596 w 9288370"/>
              <a:gd name="connsiteY40" fmla="*/ 1043237 h 1858154"/>
              <a:gd name="connsiteX41" fmla="*/ 5985730 w 9288370"/>
              <a:gd name="connsiteY41" fmla="*/ 1035396 h 1858154"/>
              <a:gd name="connsiteX42" fmla="*/ 6103109 w 9288370"/>
              <a:gd name="connsiteY42" fmla="*/ 1019019 h 1858154"/>
              <a:gd name="connsiteX43" fmla="*/ 6222406 w 9288370"/>
              <a:gd name="connsiteY43" fmla="*/ 985341 h 1858154"/>
              <a:gd name="connsiteX44" fmla="*/ 6598672 w 9288370"/>
              <a:gd name="connsiteY44" fmla="*/ 902062 h 1858154"/>
              <a:gd name="connsiteX45" fmla="*/ 6766149 w 9288370"/>
              <a:gd name="connsiteY45" fmla="*/ 846132 h 1858154"/>
              <a:gd name="connsiteX46" fmla="*/ 6886312 w 9288370"/>
              <a:gd name="connsiteY46" fmla="*/ 781877 h 1858154"/>
              <a:gd name="connsiteX47" fmla="*/ 7006457 w 9288370"/>
              <a:gd name="connsiteY47" fmla="*/ 699758 h 1858154"/>
              <a:gd name="connsiteX48" fmla="*/ 7231643 w 9288370"/>
              <a:gd name="connsiteY48" fmla="*/ 640778 h 1858154"/>
              <a:gd name="connsiteX49" fmla="*/ 7363123 w 9288370"/>
              <a:gd name="connsiteY49" fmla="*/ 593682 h 1858154"/>
              <a:gd name="connsiteX50" fmla="*/ 7588368 w 9288370"/>
              <a:gd name="connsiteY50" fmla="*/ 531129 h 1858154"/>
              <a:gd name="connsiteX51" fmla="*/ 7952094 w 9288370"/>
              <a:gd name="connsiteY51" fmla="*/ 409302 h 1858154"/>
              <a:gd name="connsiteX52" fmla="*/ 8231938 w 9288370"/>
              <a:gd name="connsiteY52" fmla="*/ 259259 h 1858154"/>
              <a:gd name="connsiteX53" fmla="*/ 8428864 w 9288370"/>
              <a:gd name="connsiteY53" fmla="*/ 208471 h 1858154"/>
              <a:gd name="connsiteX54" fmla="*/ 8616510 w 9288370"/>
              <a:gd name="connsiteY54" fmla="*/ 161973 h 1858154"/>
              <a:gd name="connsiteX55" fmla="*/ 8826766 w 9288370"/>
              <a:gd name="connsiteY55" fmla="*/ 152111 h 1858154"/>
              <a:gd name="connsiteX56" fmla="*/ 8917647 w 9288370"/>
              <a:gd name="connsiteY56" fmla="*/ 112232 h 1858154"/>
              <a:gd name="connsiteX57" fmla="*/ 9182272 w 9288370"/>
              <a:gd name="connsiteY57" fmla="*/ 37171 h 1858154"/>
              <a:gd name="connsiteX58" fmla="*/ 9232990 w 9288370"/>
              <a:gd name="connsiteY58" fmla="*/ 24074 h 1858154"/>
              <a:gd name="connsiteX59" fmla="*/ 9288370 w 9288370"/>
              <a:gd name="connsiteY59" fmla="*/ 0 h 1858154"/>
              <a:gd name="connsiteX60" fmla="*/ 0 w 9288370"/>
              <a:gd name="connsiteY60" fmla="*/ 0 h 185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9288370" h="1858154">
                <a:moveTo>
                  <a:pt x="0" y="1858154"/>
                </a:moveTo>
                <a:lnTo>
                  <a:pt x="1049" y="1857909"/>
                </a:lnTo>
                <a:cubicBezTo>
                  <a:pt x="74675" y="1831386"/>
                  <a:pt x="218534" y="1803822"/>
                  <a:pt x="370426" y="1702965"/>
                </a:cubicBezTo>
                <a:cubicBezTo>
                  <a:pt x="508969" y="1649765"/>
                  <a:pt x="440682" y="1619463"/>
                  <a:pt x="832307" y="1538702"/>
                </a:cubicBezTo>
                <a:cubicBezTo>
                  <a:pt x="878744" y="1533298"/>
                  <a:pt x="897351" y="1542198"/>
                  <a:pt x="971617" y="1522494"/>
                </a:cubicBezTo>
                <a:cubicBezTo>
                  <a:pt x="1030678" y="1519687"/>
                  <a:pt x="1097347" y="1540789"/>
                  <a:pt x="1186668" y="1521861"/>
                </a:cubicBezTo>
                <a:lnTo>
                  <a:pt x="1456865" y="1510292"/>
                </a:lnTo>
                <a:lnTo>
                  <a:pt x="1463005" y="1511279"/>
                </a:lnTo>
                <a:lnTo>
                  <a:pt x="1604999" y="1513599"/>
                </a:lnTo>
                <a:lnTo>
                  <a:pt x="1717911" y="1497764"/>
                </a:lnTo>
                <a:cubicBezTo>
                  <a:pt x="1743422" y="1488490"/>
                  <a:pt x="1730257" y="1478974"/>
                  <a:pt x="1794234" y="1464331"/>
                </a:cubicBezTo>
                <a:cubicBezTo>
                  <a:pt x="1842539" y="1428781"/>
                  <a:pt x="1920661" y="1445458"/>
                  <a:pt x="2101780" y="1409907"/>
                </a:cubicBezTo>
                <a:cubicBezTo>
                  <a:pt x="2138594" y="1385934"/>
                  <a:pt x="2193900" y="1407074"/>
                  <a:pt x="2244830" y="1388540"/>
                </a:cubicBezTo>
                <a:cubicBezTo>
                  <a:pt x="2310706" y="1379336"/>
                  <a:pt x="2366733" y="1379060"/>
                  <a:pt x="2428648" y="1372736"/>
                </a:cubicBezTo>
                <a:cubicBezTo>
                  <a:pt x="2495490" y="1364975"/>
                  <a:pt x="2599421" y="1346234"/>
                  <a:pt x="2645882" y="1341971"/>
                </a:cubicBezTo>
                <a:cubicBezTo>
                  <a:pt x="2670920" y="1340537"/>
                  <a:pt x="2669117" y="1348484"/>
                  <a:pt x="2707413" y="1347156"/>
                </a:cubicBezTo>
                <a:cubicBezTo>
                  <a:pt x="2743721" y="1324535"/>
                  <a:pt x="2798213" y="1353269"/>
                  <a:pt x="2843134" y="1323561"/>
                </a:cubicBezTo>
                <a:cubicBezTo>
                  <a:pt x="2859865" y="1315298"/>
                  <a:pt x="2912970" y="1306041"/>
                  <a:pt x="2923804" y="1314224"/>
                </a:cubicBezTo>
                <a:cubicBezTo>
                  <a:pt x="2935040" y="1314339"/>
                  <a:pt x="2947659" y="1308371"/>
                  <a:pt x="2953618" y="1318186"/>
                </a:cubicBezTo>
                <a:cubicBezTo>
                  <a:pt x="2963089" y="1329568"/>
                  <a:pt x="3000111" y="1302355"/>
                  <a:pt x="2995816" y="1318670"/>
                </a:cubicBezTo>
                <a:cubicBezTo>
                  <a:pt x="3062330" y="1309669"/>
                  <a:pt x="3244113" y="1294731"/>
                  <a:pt x="3352700" y="1264183"/>
                </a:cubicBezTo>
                <a:lnTo>
                  <a:pt x="3444611" y="1236739"/>
                </a:lnTo>
                <a:cubicBezTo>
                  <a:pt x="3513098" y="1213406"/>
                  <a:pt x="3581585" y="1223860"/>
                  <a:pt x="3650072" y="1217421"/>
                </a:cubicBezTo>
                <a:cubicBezTo>
                  <a:pt x="3683717" y="1219648"/>
                  <a:pt x="3669967" y="1235157"/>
                  <a:pt x="3707853" y="1241722"/>
                </a:cubicBezTo>
                <a:cubicBezTo>
                  <a:pt x="3753776" y="1247777"/>
                  <a:pt x="3884527" y="1250073"/>
                  <a:pt x="3925616" y="1253751"/>
                </a:cubicBezTo>
                <a:cubicBezTo>
                  <a:pt x="3936659" y="1256176"/>
                  <a:pt x="3949946" y="1252887"/>
                  <a:pt x="3954387" y="1263789"/>
                </a:cubicBezTo>
                <a:cubicBezTo>
                  <a:pt x="3962052" y="1276954"/>
                  <a:pt x="4002445" y="1257743"/>
                  <a:pt x="3995849" y="1272939"/>
                </a:cubicBezTo>
                <a:cubicBezTo>
                  <a:pt x="4024501" y="1259800"/>
                  <a:pt x="4044699" y="1287470"/>
                  <a:pt x="4067546" y="1294697"/>
                </a:cubicBezTo>
                <a:lnTo>
                  <a:pt x="4190310" y="1307786"/>
                </a:lnTo>
                <a:cubicBezTo>
                  <a:pt x="4201670" y="1307054"/>
                  <a:pt x="4216873" y="1303173"/>
                  <a:pt x="4230008" y="1303546"/>
                </a:cubicBezTo>
                <a:cubicBezTo>
                  <a:pt x="4327992" y="1270528"/>
                  <a:pt x="4508090" y="1267792"/>
                  <a:pt x="4575478" y="1261726"/>
                </a:cubicBezTo>
                <a:lnTo>
                  <a:pt x="4650026" y="1265798"/>
                </a:lnTo>
                <a:lnTo>
                  <a:pt x="4792008" y="1243899"/>
                </a:lnTo>
                <a:cubicBezTo>
                  <a:pt x="4864797" y="1217989"/>
                  <a:pt x="4892960" y="1244893"/>
                  <a:pt x="4954126" y="1204617"/>
                </a:cubicBezTo>
                <a:cubicBezTo>
                  <a:pt x="5072643" y="1179171"/>
                  <a:pt x="5136253" y="1145277"/>
                  <a:pt x="5309678" y="1128278"/>
                </a:cubicBezTo>
                <a:cubicBezTo>
                  <a:pt x="5365406" y="1122815"/>
                  <a:pt x="5419708" y="1103537"/>
                  <a:pt x="5474724" y="1091167"/>
                </a:cubicBezTo>
                <a:lnTo>
                  <a:pt x="5612132" y="1051509"/>
                </a:lnTo>
                <a:cubicBezTo>
                  <a:pt x="5662448" y="1045154"/>
                  <a:pt x="5747676" y="1053086"/>
                  <a:pt x="5776618" y="1053037"/>
                </a:cubicBezTo>
                <a:lnTo>
                  <a:pt x="5785786" y="1051213"/>
                </a:lnTo>
                <a:lnTo>
                  <a:pt x="5829381" y="1046878"/>
                </a:lnTo>
                <a:cubicBezTo>
                  <a:pt x="5855683" y="1045549"/>
                  <a:pt x="5917537" y="1045151"/>
                  <a:pt x="5943596" y="1043237"/>
                </a:cubicBezTo>
                <a:cubicBezTo>
                  <a:pt x="5955032" y="1029831"/>
                  <a:pt x="5969545" y="1030469"/>
                  <a:pt x="5985730" y="1035396"/>
                </a:cubicBezTo>
                <a:cubicBezTo>
                  <a:pt x="6020901" y="1022497"/>
                  <a:pt x="6059962" y="1025742"/>
                  <a:pt x="6103109" y="1019019"/>
                </a:cubicBezTo>
                <a:cubicBezTo>
                  <a:pt x="6142495" y="996126"/>
                  <a:pt x="6176341" y="992625"/>
                  <a:pt x="6222406" y="985341"/>
                </a:cubicBezTo>
                <a:cubicBezTo>
                  <a:pt x="6305000" y="965848"/>
                  <a:pt x="6389790" y="916113"/>
                  <a:pt x="6598672" y="902062"/>
                </a:cubicBezTo>
                <a:cubicBezTo>
                  <a:pt x="6696217" y="878308"/>
                  <a:pt x="6705019" y="864412"/>
                  <a:pt x="6766149" y="846132"/>
                </a:cubicBezTo>
                <a:cubicBezTo>
                  <a:pt x="6828622" y="816303"/>
                  <a:pt x="6844288" y="800250"/>
                  <a:pt x="6886312" y="781877"/>
                </a:cubicBezTo>
                <a:cubicBezTo>
                  <a:pt x="6904346" y="770915"/>
                  <a:pt x="6974811" y="693660"/>
                  <a:pt x="7006457" y="699758"/>
                </a:cubicBezTo>
                <a:cubicBezTo>
                  <a:pt x="7015878" y="688760"/>
                  <a:pt x="7169942" y="678731"/>
                  <a:pt x="7231643" y="640778"/>
                </a:cubicBezTo>
                <a:cubicBezTo>
                  <a:pt x="7291087" y="623099"/>
                  <a:pt x="7308597" y="611957"/>
                  <a:pt x="7363123" y="593682"/>
                </a:cubicBezTo>
                <a:cubicBezTo>
                  <a:pt x="7401879" y="595559"/>
                  <a:pt x="7517574" y="550445"/>
                  <a:pt x="7588368" y="531129"/>
                </a:cubicBezTo>
                <a:cubicBezTo>
                  <a:pt x="7669636" y="521516"/>
                  <a:pt x="7844833" y="454614"/>
                  <a:pt x="7952094" y="409302"/>
                </a:cubicBezTo>
                <a:cubicBezTo>
                  <a:pt x="8059356" y="363990"/>
                  <a:pt x="8146910" y="253405"/>
                  <a:pt x="8231938" y="259259"/>
                </a:cubicBezTo>
                <a:cubicBezTo>
                  <a:pt x="8305929" y="256630"/>
                  <a:pt x="8363222" y="225400"/>
                  <a:pt x="8428864" y="208471"/>
                </a:cubicBezTo>
                <a:cubicBezTo>
                  <a:pt x="8491413" y="192972"/>
                  <a:pt x="8456819" y="173248"/>
                  <a:pt x="8616510" y="161973"/>
                </a:cubicBezTo>
                <a:cubicBezTo>
                  <a:pt x="8658196" y="158015"/>
                  <a:pt x="8776576" y="160401"/>
                  <a:pt x="8826766" y="152111"/>
                </a:cubicBezTo>
                <a:lnTo>
                  <a:pt x="8917647" y="112232"/>
                </a:lnTo>
                <a:cubicBezTo>
                  <a:pt x="8976899" y="93075"/>
                  <a:pt x="9069756" y="89380"/>
                  <a:pt x="9182272" y="37171"/>
                </a:cubicBezTo>
                <a:cubicBezTo>
                  <a:pt x="9197307" y="35724"/>
                  <a:pt x="9214647" y="30863"/>
                  <a:pt x="9232990" y="24074"/>
                </a:cubicBezTo>
                <a:lnTo>
                  <a:pt x="9288370" y="0"/>
                </a:lnTo>
                <a:lnTo>
                  <a:pt x="0" y="0"/>
                </a:lnTo>
                <a:close/>
              </a:path>
            </a:pathLst>
          </a:custGeom>
          <a:blipFill>
            <a:blip r:embed="rId2"/>
            <a:tile tx="0" ty="0" sx="70000" sy="70000" flip="none" algn="tl"/>
          </a:blipFill>
          <a:ln w="12700" cap="flat" cmpd="sng" algn="ctr">
            <a:noFill/>
            <a:prstDash val="solid"/>
            <a:miter lim="800000"/>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CEB26615-6628-44FC-97FC-656C0A834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76"/>
            <a:ext cx="5852458" cy="6374525"/>
          </a:xfrm>
          <a:custGeom>
            <a:avLst/>
            <a:gdLst>
              <a:gd name="connsiteX0" fmla="*/ 5517259 w 5852458"/>
              <a:gd name="connsiteY0" fmla="*/ 0 h 6410965"/>
              <a:gd name="connsiteX1" fmla="*/ 5852458 w 5852458"/>
              <a:gd name="connsiteY1" fmla="*/ 6410965 h 6410965"/>
              <a:gd name="connsiteX2" fmla="*/ 0 w 5852458"/>
              <a:gd name="connsiteY2" fmla="*/ 6410965 h 6410965"/>
              <a:gd name="connsiteX3" fmla="*/ 0 w 5852458"/>
              <a:gd name="connsiteY3" fmla="*/ 288471 h 6410965"/>
            </a:gdLst>
            <a:ahLst/>
            <a:cxnLst>
              <a:cxn ang="0">
                <a:pos x="connsiteX0" y="connsiteY0"/>
              </a:cxn>
              <a:cxn ang="0">
                <a:pos x="connsiteX1" y="connsiteY1"/>
              </a:cxn>
              <a:cxn ang="0">
                <a:pos x="connsiteX2" y="connsiteY2"/>
              </a:cxn>
              <a:cxn ang="0">
                <a:pos x="connsiteX3" y="connsiteY3"/>
              </a:cxn>
            </a:cxnLst>
            <a:rect l="l" t="t" r="r" b="b"/>
            <a:pathLst>
              <a:path w="5852458" h="6410965">
                <a:moveTo>
                  <a:pt x="5517259" y="0"/>
                </a:moveTo>
                <a:lnTo>
                  <a:pt x="5852458" y="6410965"/>
                </a:lnTo>
                <a:lnTo>
                  <a:pt x="0" y="6410965"/>
                </a:lnTo>
                <a:lnTo>
                  <a:pt x="0" y="288471"/>
                </a:lnTo>
                <a:close/>
              </a:path>
            </a:pathLst>
          </a:custGeom>
          <a:solidFill>
            <a:srgbClr val="EFEEE9"/>
          </a:solidFill>
          <a:ln w="12700" cap="flat" cmpd="sng" algn="ctr">
            <a:noFill/>
            <a:prstDash val="solid"/>
            <a:miter lim="800000"/>
          </a:ln>
          <a:effectLst>
            <a:outerShdw blurRad="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FF0EBE27-2B58-4043-9268-90B6853FC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9683"/>
            <a:ext cx="5729996" cy="6248316"/>
          </a:xfrm>
          <a:custGeom>
            <a:avLst/>
            <a:gdLst>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39379 w 5729996"/>
              <a:gd name="connsiteY9" fmla="*/ 398009 h 6248316"/>
              <a:gd name="connsiteX10" fmla="*/ 5639379 w 5729996"/>
              <a:gd name="connsiteY10" fmla="*/ 2227390 h 6248316"/>
              <a:gd name="connsiteX11" fmla="*/ 5541101 w 5729996"/>
              <a:gd name="connsiteY11" fmla="*/ 2227390 h 6248316"/>
              <a:gd name="connsiteX12" fmla="*/ 5543339 w 5729996"/>
              <a:gd name="connsiteY12" fmla="*/ 2241697 h 6248316"/>
              <a:gd name="connsiteX13" fmla="*/ 5546917 w 5729996"/>
              <a:gd name="connsiteY13" fmla="*/ 2285652 h 6248316"/>
              <a:gd name="connsiteX14" fmla="*/ 5546985 w 5729996"/>
              <a:gd name="connsiteY14" fmla="*/ 2292052 h 6248316"/>
              <a:gd name="connsiteX15" fmla="*/ 5540356 w 5729996"/>
              <a:gd name="connsiteY15" fmla="*/ 2345382 h 6248316"/>
              <a:gd name="connsiteX16" fmla="*/ 5545313 w 5729996"/>
              <a:gd name="connsiteY16" fmla="*/ 2350046 h 6248316"/>
              <a:gd name="connsiteX17" fmla="*/ 5550954 w 5729996"/>
              <a:gd name="connsiteY17" fmla="*/ 2366333 h 6248316"/>
              <a:gd name="connsiteX18" fmla="*/ 5546070 w 5729996"/>
              <a:gd name="connsiteY18" fmla="*/ 2380820 h 6248316"/>
              <a:gd name="connsiteX19" fmla="*/ 5539473 w 5729996"/>
              <a:gd name="connsiteY19" fmla="*/ 2447770 h 6248316"/>
              <a:gd name="connsiteX20" fmla="*/ 5536626 w 5729996"/>
              <a:gd name="connsiteY20" fmla="*/ 2513456 h 6248316"/>
              <a:gd name="connsiteX21" fmla="*/ 5610789 w 5729996"/>
              <a:gd name="connsiteY21" fmla="*/ 3898260 h 6248316"/>
              <a:gd name="connsiteX22" fmla="*/ 5629514 w 5729996"/>
              <a:gd name="connsiteY22" fmla="*/ 4230682 h 6248316"/>
              <a:gd name="connsiteX23" fmla="*/ 5637643 w 5729996"/>
              <a:gd name="connsiteY23" fmla="*/ 4444335 h 6248316"/>
              <a:gd name="connsiteX24" fmla="*/ 5729996 w 5729996"/>
              <a:gd name="connsiteY24" fmla="*/ 6248315 h 6248316"/>
              <a:gd name="connsiteX25" fmla="*/ 0 w 5729996"/>
              <a:gd name="connsiteY25" fmla="*/ 6248316 h 6248316"/>
              <a:gd name="connsiteX26" fmla="*/ 0 w 5729996"/>
              <a:gd name="connsiteY26" fmla="*/ 281035 h 6248316"/>
              <a:gd name="connsiteX27" fmla="*/ 138300 w 5729996"/>
              <a:gd name="connsiteY27" fmla="*/ 274616 h 6248316"/>
              <a:gd name="connsiteX28" fmla="*/ 3740423 w 5729996"/>
              <a:gd name="connsiteY28" fmla="*/ 77589 h 6248316"/>
              <a:gd name="connsiteX29" fmla="*/ 4864389 w 5729996"/>
              <a:gd name="connsiteY29" fmla="*/ 28034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39379 w 5729996"/>
              <a:gd name="connsiteY9" fmla="*/ 2227390 h 6248316"/>
              <a:gd name="connsiteX10" fmla="*/ 5541101 w 5729996"/>
              <a:gd name="connsiteY10" fmla="*/ 2227390 h 6248316"/>
              <a:gd name="connsiteX11" fmla="*/ 5543339 w 5729996"/>
              <a:gd name="connsiteY11" fmla="*/ 2241697 h 6248316"/>
              <a:gd name="connsiteX12" fmla="*/ 5546917 w 5729996"/>
              <a:gd name="connsiteY12" fmla="*/ 2285652 h 6248316"/>
              <a:gd name="connsiteX13" fmla="*/ 5546985 w 5729996"/>
              <a:gd name="connsiteY13" fmla="*/ 2292052 h 6248316"/>
              <a:gd name="connsiteX14" fmla="*/ 5540356 w 5729996"/>
              <a:gd name="connsiteY14" fmla="*/ 2345382 h 6248316"/>
              <a:gd name="connsiteX15" fmla="*/ 5545313 w 5729996"/>
              <a:gd name="connsiteY15" fmla="*/ 2350046 h 6248316"/>
              <a:gd name="connsiteX16" fmla="*/ 5550954 w 5729996"/>
              <a:gd name="connsiteY16" fmla="*/ 2366333 h 6248316"/>
              <a:gd name="connsiteX17" fmla="*/ 5546070 w 5729996"/>
              <a:gd name="connsiteY17" fmla="*/ 2380820 h 6248316"/>
              <a:gd name="connsiteX18" fmla="*/ 5539473 w 5729996"/>
              <a:gd name="connsiteY18" fmla="*/ 2447770 h 6248316"/>
              <a:gd name="connsiteX19" fmla="*/ 5536626 w 5729996"/>
              <a:gd name="connsiteY19" fmla="*/ 2513456 h 6248316"/>
              <a:gd name="connsiteX20" fmla="*/ 5610789 w 5729996"/>
              <a:gd name="connsiteY20" fmla="*/ 3898260 h 6248316"/>
              <a:gd name="connsiteX21" fmla="*/ 5629514 w 5729996"/>
              <a:gd name="connsiteY21" fmla="*/ 4230682 h 6248316"/>
              <a:gd name="connsiteX22" fmla="*/ 5637643 w 5729996"/>
              <a:gd name="connsiteY22" fmla="*/ 4444335 h 6248316"/>
              <a:gd name="connsiteX23" fmla="*/ 5729996 w 5729996"/>
              <a:gd name="connsiteY23" fmla="*/ 6248315 h 6248316"/>
              <a:gd name="connsiteX24" fmla="*/ 0 w 5729996"/>
              <a:gd name="connsiteY24" fmla="*/ 6248316 h 6248316"/>
              <a:gd name="connsiteX25" fmla="*/ 0 w 5729996"/>
              <a:gd name="connsiteY25" fmla="*/ 281035 h 6248316"/>
              <a:gd name="connsiteX26" fmla="*/ 138300 w 5729996"/>
              <a:gd name="connsiteY26" fmla="*/ 274616 h 6248316"/>
              <a:gd name="connsiteX27" fmla="*/ 3740423 w 5729996"/>
              <a:gd name="connsiteY27" fmla="*/ 77589 h 6248316"/>
              <a:gd name="connsiteX28" fmla="*/ 4864389 w 5729996"/>
              <a:gd name="connsiteY28" fmla="*/ 28034 h 6248316"/>
              <a:gd name="connsiteX29" fmla="*/ 5369862 w 5729996"/>
              <a:gd name="connsiteY29"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1101 w 5729996"/>
              <a:gd name="connsiteY9" fmla="*/ 2227390 h 6248316"/>
              <a:gd name="connsiteX10" fmla="*/ 5543339 w 5729996"/>
              <a:gd name="connsiteY10" fmla="*/ 2241697 h 6248316"/>
              <a:gd name="connsiteX11" fmla="*/ 5546917 w 5729996"/>
              <a:gd name="connsiteY11" fmla="*/ 2285652 h 6248316"/>
              <a:gd name="connsiteX12" fmla="*/ 5546985 w 5729996"/>
              <a:gd name="connsiteY12" fmla="*/ 2292052 h 6248316"/>
              <a:gd name="connsiteX13" fmla="*/ 5540356 w 5729996"/>
              <a:gd name="connsiteY13" fmla="*/ 2345382 h 6248316"/>
              <a:gd name="connsiteX14" fmla="*/ 5545313 w 5729996"/>
              <a:gd name="connsiteY14" fmla="*/ 2350046 h 6248316"/>
              <a:gd name="connsiteX15" fmla="*/ 5550954 w 5729996"/>
              <a:gd name="connsiteY15" fmla="*/ 2366333 h 6248316"/>
              <a:gd name="connsiteX16" fmla="*/ 5546070 w 5729996"/>
              <a:gd name="connsiteY16" fmla="*/ 2380820 h 6248316"/>
              <a:gd name="connsiteX17" fmla="*/ 5539473 w 5729996"/>
              <a:gd name="connsiteY17" fmla="*/ 2447770 h 6248316"/>
              <a:gd name="connsiteX18" fmla="*/ 5536626 w 5729996"/>
              <a:gd name="connsiteY18" fmla="*/ 2513456 h 6248316"/>
              <a:gd name="connsiteX19" fmla="*/ 5610789 w 5729996"/>
              <a:gd name="connsiteY19" fmla="*/ 3898260 h 6248316"/>
              <a:gd name="connsiteX20" fmla="*/ 5629514 w 5729996"/>
              <a:gd name="connsiteY20" fmla="*/ 4230682 h 6248316"/>
              <a:gd name="connsiteX21" fmla="*/ 5637643 w 5729996"/>
              <a:gd name="connsiteY21" fmla="*/ 4444335 h 6248316"/>
              <a:gd name="connsiteX22" fmla="*/ 5729996 w 5729996"/>
              <a:gd name="connsiteY22" fmla="*/ 6248315 h 6248316"/>
              <a:gd name="connsiteX23" fmla="*/ 0 w 5729996"/>
              <a:gd name="connsiteY23" fmla="*/ 6248316 h 6248316"/>
              <a:gd name="connsiteX24" fmla="*/ 0 w 5729996"/>
              <a:gd name="connsiteY24" fmla="*/ 281035 h 6248316"/>
              <a:gd name="connsiteX25" fmla="*/ 138300 w 5729996"/>
              <a:gd name="connsiteY25" fmla="*/ 274616 h 6248316"/>
              <a:gd name="connsiteX26" fmla="*/ 3740423 w 5729996"/>
              <a:gd name="connsiteY26" fmla="*/ 77589 h 6248316"/>
              <a:gd name="connsiteX27" fmla="*/ 4864389 w 5729996"/>
              <a:gd name="connsiteY27" fmla="*/ 28034 h 6248316"/>
              <a:gd name="connsiteX28" fmla="*/ 5369862 w 5729996"/>
              <a:gd name="connsiteY28"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1101 w 5729996"/>
              <a:gd name="connsiteY9" fmla="*/ 2227390 h 6248316"/>
              <a:gd name="connsiteX10" fmla="*/ 5546917 w 5729996"/>
              <a:gd name="connsiteY10" fmla="*/ 2285652 h 6248316"/>
              <a:gd name="connsiteX11" fmla="*/ 5546985 w 5729996"/>
              <a:gd name="connsiteY11" fmla="*/ 2292052 h 6248316"/>
              <a:gd name="connsiteX12" fmla="*/ 5540356 w 5729996"/>
              <a:gd name="connsiteY12" fmla="*/ 2345382 h 6248316"/>
              <a:gd name="connsiteX13" fmla="*/ 5545313 w 5729996"/>
              <a:gd name="connsiteY13" fmla="*/ 2350046 h 6248316"/>
              <a:gd name="connsiteX14" fmla="*/ 5550954 w 5729996"/>
              <a:gd name="connsiteY14" fmla="*/ 2366333 h 6248316"/>
              <a:gd name="connsiteX15" fmla="*/ 5546070 w 5729996"/>
              <a:gd name="connsiteY15" fmla="*/ 2380820 h 6248316"/>
              <a:gd name="connsiteX16" fmla="*/ 5539473 w 5729996"/>
              <a:gd name="connsiteY16" fmla="*/ 2447770 h 6248316"/>
              <a:gd name="connsiteX17" fmla="*/ 5536626 w 5729996"/>
              <a:gd name="connsiteY17" fmla="*/ 2513456 h 6248316"/>
              <a:gd name="connsiteX18" fmla="*/ 5610789 w 5729996"/>
              <a:gd name="connsiteY18" fmla="*/ 3898260 h 6248316"/>
              <a:gd name="connsiteX19" fmla="*/ 5629514 w 5729996"/>
              <a:gd name="connsiteY19" fmla="*/ 4230682 h 6248316"/>
              <a:gd name="connsiteX20" fmla="*/ 5637643 w 5729996"/>
              <a:gd name="connsiteY20" fmla="*/ 4444335 h 6248316"/>
              <a:gd name="connsiteX21" fmla="*/ 5729996 w 5729996"/>
              <a:gd name="connsiteY21" fmla="*/ 6248315 h 6248316"/>
              <a:gd name="connsiteX22" fmla="*/ 0 w 5729996"/>
              <a:gd name="connsiteY22" fmla="*/ 6248316 h 6248316"/>
              <a:gd name="connsiteX23" fmla="*/ 0 w 5729996"/>
              <a:gd name="connsiteY23" fmla="*/ 281035 h 6248316"/>
              <a:gd name="connsiteX24" fmla="*/ 138300 w 5729996"/>
              <a:gd name="connsiteY24" fmla="*/ 274616 h 6248316"/>
              <a:gd name="connsiteX25" fmla="*/ 3740423 w 5729996"/>
              <a:gd name="connsiteY25" fmla="*/ 77589 h 6248316"/>
              <a:gd name="connsiteX26" fmla="*/ 4864389 w 5729996"/>
              <a:gd name="connsiteY26" fmla="*/ 28034 h 6248316"/>
              <a:gd name="connsiteX27" fmla="*/ 5369862 w 5729996"/>
              <a:gd name="connsiteY27"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6917 w 5729996"/>
              <a:gd name="connsiteY9" fmla="*/ 2285652 h 6248316"/>
              <a:gd name="connsiteX10" fmla="*/ 5546985 w 5729996"/>
              <a:gd name="connsiteY10" fmla="*/ 2292052 h 6248316"/>
              <a:gd name="connsiteX11" fmla="*/ 5540356 w 5729996"/>
              <a:gd name="connsiteY11" fmla="*/ 2345382 h 6248316"/>
              <a:gd name="connsiteX12" fmla="*/ 5545313 w 5729996"/>
              <a:gd name="connsiteY12" fmla="*/ 2350046 h 6248316"/>
              <a:gd name="connsiteX13" fmla="*/ 5550954 w 5729996"/>
              <a:gd name="connsiteY13" fmla="*/ 2366333 h 6248316"/>
              <a:gd name="connsiteX14" fmla="*/ 5546070 w 5729996"/>
              <a:gd name="connsiteY14" fmla="*/ 2380820 h 6248316"/>
              <a:gd name="connsiteX15" fmla="*/ 5539473 w 5729996"/>
              <a:gd name="connsiteY15" fmla="*/ 2447770 h 6248316"/>
              <a:gd name="connsiteX16" fmla="*/ 5536626 w 5729996"/>
              <a:gd name="connsiteY16" fmla="*/ 2513456 h 6248316"/>
              <a:gd name="connsiteX17" fmla="*/ 5610789 w 5729996"/>
              <a:gd name="connsiteY17" fmla="*/ 3898260 h 6248316"/>
              <a:gd name="connsiteX18" fmla="*/ 5629514 w 5729996"/>
              <a:gd name="connsiteY18" fmla="*/ 4230682 h 6248316"/>
              <a:gd name="connsiteX19" fmla="*/ 5637643 w 5729996"/>
              <a:gd name="connsiteY19" fmla="*/ 4444335 h 6248316"/>
              <a:gd name="connsiteX20" fmla="*/ 5729996 w 5729996"/>
              <a:gd name="connsiteY20" fmla="*/ 6248315 h 6248316"/>
              <a:gd name="connsiteX21" fmla="*/ 0 w 5729996"/>
              <a:gd name="connsiteY21" fmla="*/ 6248316 h 6248316"/>
              <a:gd name="connsiteX22" fmla="*/ 0 w 5729996"/>
              <a:gd name="connsiteY22" fmla="*/ 281035 h 6248316"/>
              <a:gd name="connsiteX23" fmla="*/ 138300 w 5729996"/>
              <a:gd name="connsiteY23" fmla="*/ 274616 h 6248316"/>
              <a:gd name="connsiteX24" fmla="*/ 3740423 w 5729996"/>
              <a:gd name="connsiteY24" fmla="*/ 77589 h 6248316"/>
              <a:gd name="connsiteX25" fmla="*/ 4864389 w 5729996"/>
              <a:gd name="connsiteY25" fmla="*/ 28034 h 6248316"/>
              <a:gd name="connsiteX26" fmla="*/ 5369862 w 5729996"/>
              <a:gd name="connsiteY26"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6917 w 5729996"/>
              <a:gd name="connsiteY9" fmla="*/ 2285652 h 6248316"/>
              <a:gd name="connsiteX10" fmla="*/ 5540356 w 5729996"/>
              <a:gd name="connsiteY10" fmla="*/ 2345382 h 6248316"/>
              <a:gd name="connsiteX11" fmla="*/ 5545313 w 5729996"/>
              <a:gd name="connsiteY11" fmla="*/ 2350046 h 6248316"/>
              <a:gd name="connsiteX12" fmla="*/ 5550954 w 5729996"/>
              <a:gd name="connsiteY12" fmla="*/ 2366333 h 6248316"/>
              <a:gd name="connsiteX13" fmla="*/ 5546070 w 5729996"/>
              <a:gd name="connsiteY13" fmla="*/ 2380820 h 6248316"/>
              <a:gd name="connsiteX14" fmla="*/ 5539473 w 5729996"/>
              <a:gd name="connsiteY14" fmla="*/ 2447770 h 6248316"/>
              <a:gd name="connsiteX15" fmla="*/ 5536626 w 5729996"/>
              <a:gd name="connsiteY15" fmla="*/ 2513456 h 6248316"/>
              <a:gd name="connsiteX16" fmla="*/ 5610789 w 5729996"/>
              <a:gd name="connsiteY16" fmla="*/ 3898260 h 6248316"/>
              <a:gd name="connsiteX17" fmla="*/ 5629514 w 5729996"/>
              <a:gd name="connsiteY17" fmla="*/ 4230682 h 6248316"/>
              <a:gd name="connsiteX18" fmla="*/ 5637643 w 5729996"/>
              <a:gd name="connsiteY18" fmla="*/ 4444335 h 6248316"/>
              <a:gd name="connsiteX19" fmla="*/ 5729996 w 5729996"/>
              <a:gd name="connsiteY19" fmla="*/ 6248315 h 6248316"/>
              <a:gd name="connsiteX20" fmla="*/ 0 w 5729996"/>
              <a:gd name="connsiteY20" fmla="*/ 6248316 h 6248316"/>
              <a:gd name="connsiteX21" fmla="*/ 0 w 5729996"/>
              <a:gd name="connsiteY21" fmla="*/ 281035 h 6248316"/>
              <a:gd name="connsiteX22" fmla="*/ 138300 w 5729996"/>
              <a:gd name="connsiteY22" fmla="*/ 274616 h 6248316"/>
              <a:gd name="connsiteX23" fmla="*/ 3740423 w 5729996"/>
              <a:gd name="connsiteY23" fmla="*/ 77589 h 6248316"/>
              <a:gd name="connsiteX24" fmla="*/ 4864389 w 5729996"/>
              <a:gd name="connsiteY24" fmla="*/ 28034 h 6248316"/>
              <a:gd name="connsiteX25" fmla="*/ 5369862 w 5729996"/>
              <a:gd name="connsiteY25"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5313 w 5729996"/>
              <a:gd name="connsiteY10" fmla="*/ 2350046 h 6248316"/>
              <a:gd name="connsiteX11" fmla="*/ 5550954 w 5729996"/>
              <a:gd name="connsiteY11" fmla="*/ 2366333 h 6248316"/>
              <a:gd name="connsiteX12" fmla="*/ 5546070 w 5729996"/>
              <a:gd name="connsiteY12" fmla="*/ 2380820 h 6248316"/>
              <a:gd name="connsiteX13" fmla="*/ 5539473 w 5729996"/>
              <a:gd name="connsiteY13" fmla="*/ 2447770 h 6248316"/>
              <a:gd name="connsiteX14" fmla="*/ 5536626 w 5729996"/>
              <a:gd name="connsiteY14" fmla="*/ 2513456 h 6248316"/>
              <a:gd name="connsiteX15" fmla="*/ 5610789 w 5729996"/>
              <a:gd name="connsiteY15" fmla="*/ 3898260 h 6248316"/>
              <a:gd name="connsiteX16" fmla="*/ 5629514 w 5729996"/>
              <a:gd name="connsiteY16" fmla="*/ 4230682 h 6248316"/>
              <a:gd name="connsiteX17" fmla="*/ 5637643 w 5729996"/>
              <a:gd name="connsiteY17" fmla="*/ 4444335 h 6248316"/>
              <a:gd name="connsiteX18" fmla="*/ 5729996 w 5729996"/>
              <a:gd name="connsiteY18" fmla="*/ 6248315 h 6248316"/>
              <a:gd name="connsiteX19" fmla="*/ 0 w 5729996"/>
              <a:gd name="connsiteY19" fmla="*/ 6248316 h 6248316"/>
              <a:gd name="connsiteX20" fmla="*/ 0 w 5729996"/>
              <a:gd name="connsiteY20" fmla="*/ 281035 h 6248316"/>
              <a:gd name="connsiteX21" fmla="*/ 138300 w 5729996"/>
              <a:gd name="connsiteY21" fmla="*/ 274616 h 6248316"/>
              <a:gd name="connsiteX22" fmla="*/ 3740423 w 5729996"/>
              <a:gd name="connsiteY22" fmla="*/ 77589 h 6248316"/>
              <a:gd name="connsiteX23" fmla="*/ 4864389 w 5729996"/>
              <a:gd name="connsiteY23" fmla="*/ 28034 h 6248316"/>
              <a:gd name="connsiteX24" fmla="*/ 5369862 w 5729996"/>
              <a:gd name="connsiteY24"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5313 w 5729996"/>
              <a:gd name="connsiteY10" fmla="*/ 2350046 h 6248316"/>
              <a:gd name="connsiteX11" fmla="*/ 5546070 w 5729996"/>
              <a:gd name="connsiteY11" fmla="*/ 2380820 h 6248316"/>
              <a:gd name="connsiteX12" fmla="*/ 5539473 w 5729996"/>
              <a:gd name="connsiteY12" fmla="*/ 2447770 h 6248316"/>
              <a:gd name="connsiteX13" fmla="*/ 5536626 w 5729996"/>
              <a:gd name="connsiteY13" fmla="*/ 2513456 h 6248316"/>
              <a:gd name="connsiteX14" fmla="*/ 5610789 w 5729996"/>
              <a:gd name="connsiteY14" fmla="*/ 3898260 h 6248316"/>
              <a:gd name="connsiteX15" fmla="*/ 5629514 w 5729996"/>
              <a:gd name="connsiteY15" fmla="*/ 4230682 h 6248316"/>
              <a:gd name="connsiteX16" fmla="*/ 5637643 w 5729996"/>
              <a:gd name="connsiteY16" fmla="*/ 4444335 h 6248316"/>
              <a:gd name="connsiteX17" fmla="*/ 5729996 w 5729996"/>
              <a:gd name="connsiteY17" fmla="*/ 6248315 h 6248316"/>
              <a:gd name="connsiteX18" fmla="*/ 0 w 5729996"/>
              <a:gd name="connsiteY18" fmla="*/ 6248316 h 6248316"/>
              <a:gd name="connsiteX19" fmla="*/ 0 w 5729996"/>
              <a:gd name="connsiteY19" fmla="*/ 281035 h 6248316"/>
              <a:gd name="connsiteX20" fmla="*/ 138300 w 5729996"/>
              <a:gd name="connsiteY20" fmla="*/ 274616 h 6248316"/>
              <a:gd name="connsiteX21" fmla="*/ 3740423 w 5729996"/>
              <a:gd name="connsiteY21" fmla="*/ 77589 h 6248316"/>
              <a:gd name="connsiteX22" fmla="*/ 4864389 w 5729996"/>
              <a:gd name="connsiteY22" fmla="*/ 28034 h 6248316"/>
              <a:gd name="connsiteX23" fmla="*/ 5369862 w 5729996"/>
              <a:gd name="connsiteY2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46070 w 5729996"/>
              <a:gd name="connsiteY10" fmla="*/ 2380820 h 6248316"/>
              <a:gd name="connsiteX11" fmla="*/ 5539473 w 5729996"/>
              <a:gd name="connsiteY11" fmla="*/ 2447770 h 6248316"/>
              <a:gd name="connsiteX12" fmla="*/ 5536626 w 5729996"/>
              <a:gd name="connsiteY12" fmla="*/ 2513456 h 6248316"/>
              <a:gd name="connsiteX13" fmla="*/ 5610789 w 5729996"/>
              <a:gd name="connsiteY13" fmla="*/ 3898260 h 6248316"/>
              <a:gd name="connsiteX14" fmla="*/ 5629514 w 5729996"/>
              <a:gd name="connsiteY14" fmla="*/ 4230682 h 6248316"/>
              <a:gd name="connsiteX15" fmla="*/ 5637643 w 5729996"/>
              <a:gd name="connsiteY15" fmla="*/ 4444335 h 6248316"/>
              <a:gd name="connsiteX16" fmla="*/ 5729996 w 5729996"/>
              <a:gd name="connsiteY16" fmla="*/ 6248315 h 6248316"/>
              <a:gd name="connsiteX17" fmla="*/ 0 w 5729996"/>
              <a:gd name="connsiteY17" fmla="*/ 6248316 h 6248316"/>
              <a:gd name="connsiteX18" fmla="*/ 0 w 5729996"/>
              <a:gd name="connsiteY18" fmla="*/ 281035 h 6248316"/>
              <a:gd name="connsiteX19" fmla="*/ 138300 w 5729996"/>
              <a:gd name="connsiteY19" fmla="*/ 274616 h 6248316"/>
              <a:gd name="connsiteX20" fmla="*/ 3740423 w 5729996"/>
              <a:gd name="connsiteY20" fmla="*/ 77589 h 6248316"/>
              <a:gd name="connsiteX21" fmla="*/ 4864389 w 5729996"/>
              <a:gd name="connsiteY21" fmla="*/ 28034 h 6248316"/>
              <a:gd name="connsiteX22" fmla="*/ 5369862 w 5729996"/>
              <a:gd name="connsiteY22"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39473 w 5729996"/>
              <a:gd name="connsiteY10" fmla="*/ 2447770 h 6248316"/>
              <a:gd name="connsiteX11" fmla="*/ 5536626 w 5729996"/>
              <a:gd name="connsiteY11" fmla="*/ 2513456 h 6248316"/>
              <a:gd name="connsiteX12" fmla="*/ 5610789 w 5729996"/>
              <a:gd name="connsiteY12" fmla="*/ 3898260 h 6248316"/>
              <a:gd name="connsiteX13" fmla="*/ 5629514 w 5729996"/>
              <a:gd name="connsiteY13" fmla="*/ 4230682 h 6248316"/>
              <a:gd name="connsiteX14" fmla="*/ 5637643 w 5729996"/>
              <a:gd name="connsiteY14" fmla="*/ 4444335 h 6248316"/>
              <a:gd name="connsiteX15" fmla="*/ 5729996 w 5729996"/>
              <a:gd name="connsiteY15" fmla="*/ 6248315 h 6248316"/>
              <a:gd name="connsiteX16" fmla="*/ 0 w 5729996"/>
              <a:gd name="connsiteY16" fmla="*/ 6248316 h 6248316"/>
              <a:gd name="connsiteX17" fmla="*/ 0 w 5729996"/>
              <a:gd name="connsiteY17" fmla="*/ 281035 h 6248316"/>
              <a:gd name="connsiteX18" fmla="*/ 138300 w 5729996"/>
              <a:gd name="connsiteY18" fmla="*/ 274616 h 6248316"/>
              <a:gd name="connsiteX19" fmla="*/ 3740423 w 5729996"/>
              <a:gd name="connsiteY19" fmla="*/ 77589 h 6248316"/>
              <a:gd name="connsiteX20" fmla="*/ 4864389 w 5729996"/>
              <a:gd name="connsiteY20" fmla="*/ 28034 h 6248316"/>
              <a:gd name="connsiteX21" fmla="*/ 5369862 w 5729996"/>
              <a:gd name="connsiteY21"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40356 w 5729996"/>
              <a:gd name="connsiteY9" fmla="*/ 2345382 h 6248316"/>
              <a:gd name="connsiteX10" fmla="*/ 5536626 w 5729996"/>
              <a:gd name="connsiteY10" fmla="*/ 2513456 h 6248316"/>
              <a:gd name="connsiteX11" fmla="*/ 5610789 w 5729996"/>
              <a:gd name="connsiteY11" fmla="*/ 3898260 h 6248316"/>
              <a:gd name="connsiteX12" fmla="*/ 5629514 w 5729996"/>
              <a:gd name="connsiteY12" fmla="*/ 4230682 h 6248316"/>
              <a:gd name="connsiteX13" fmla="*/ 5637643 w 5729996"/>
              <a:gd name="connsiteY13" fmla="*/ 4444335 h 6248316"/>
              <a:gd name="connsiteX14" fmla="*/ 5729996 w 5729996"/>
              <a:gd name="connsiteY14" fmla="*/ 6248315 h 6248316"/>
              <a:gd name="connsiteX15" fmla="*/ 0 w 5729996"/>
              <a:gd name="connsiteY15" fmla="*/ 6248316 h 6248316"/>
              <a:gd name="connsiteX16" fmla="*/ 0 w 5729996"/>
              <a:gd name="connsiteY16" fmla="*/ 281035 h 6248316"/>
              <a:gd name="connsiteX17" fmla="*/ 138300 w 5729996"/>
              <a:gd name="connsiteY17" fmla="*/ 274616 h 6248316"/>
              <a:gd name="connsiteX18" fmla="*/ 3740423 w 5729996"/>
              <a:gd name="connsiteY18" fmla="*/ 77589 h 6248316"/>
              <a:gd name="connsiteX19" fmla="*/ 4864389 w 5729996"/>
              <a:gd name="connsiteY19" fmla="*/ 28034 h 6248316"/>
              <a:gd name="connsiteX20" fmla="*/ 5369862 w 5729996"/>
              <a:gd name="connsiteY20"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536626 w 5729996"/>
              <a:gd name="connsiteY9" fmla="*/ 2513456 h 6248316"/>
              <a:gd name="connsiteX10" fmla="*/ 5610789 w 5729996"/>
              <a:gd name="connsiteY10" fmla="*/ 3898260 h 6248316"/>
              <a:gd name="connsiteX11" fmla="*/ 5629514 w 5729996"/>
              <a:gd name="connsiteY11" fmla="*/ 4230682 h 6248316"/>
              <a:gd name="connsiteX12" fmla="*/ 5637643 w 5729996"/>
              <a:gd name="connsiteY12" fmla="*/ 4444335 h 6248316"/>
              <a:gd name="connsiteX13" fmla="*/ 5729996 w 5729996"/>
              <a:gd name="connsiteY13" fmla="*/ 6248315 h 6248316"/>
              <a:gd name="connsiteX14" fmla="*/ 0 w 5729996"/>
              <a:gd name="connsiteY14" fmla="*/ 6248316 h 6248316"/>
              <a:gd name="connsiteX15" fmla="*/ 0 w 5729996"/>
              <a:gd name="connsiteY15" fmla="*/ 281035 h 6248316"/>
              <a:gd name="connsiteX16" fmla="*/ 138300 w 5729996"/>
              <a:gd name="connsiteY16" fmla="*/ 274616 h 6248316"/>
              <a:gd name="connsiteX17" fmla="*/ 3740423 w 5729996"/>
              <a:gd name="connsiteY17" fmla="*/ 77589 h 6248316"/>
              <a:gd name="connsiteX18" fmla="*/ 4864389 w 5729996"/>
              <a:gd name="connsiteY18" fmla="*/ 28034 h 6248316"/>
              <a:gd name="connsiteX19" fmla="*/ 5369862 w 5729996"/>
              <a:gd name="connsiteY19"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434665 w 5729996"/>
              <a:gd name="connsiteY8" fmla="*/ 398009 h 6248316"/>
              <a:gd name="connsiteX9" fmla="*/ 5610789 w 5729996"/>
              <a:gd name="connsiteY9" fmla="*/ 3898260 h 6248316"/>
              <a:gd name="connsiteX10" fmla="*/ 5629514 w 5729996"/>
              <a:gd name="connsiteY10" fmla="*/ 4230682 h 6248316"/>
              <a:gd name="connsiteX11" fmla="*/ 5637643 w 5729996"/>
              <a:gd name="connsiteY11" fmla="*/ 4444335 h 6248316"/>
              <a:gd name="connsiteX12" fmla="*/ 5729996 w 5729996"/>
              <a:gd name="connsiteY12" fmla="*/ 6248315 h 6248316"/>
              <a:gd name="connsiteX13" fmla="*/ 0 w 5729996"/>
              <a:gd name="connsiteY13" fmla="*/ 6248316 h 6248316"/>
              <a:gd name="connsiteX14" fmla="*/ 0 w 5729996"/>
              <a:gd name="connsiteY14" fmla="*/ 281035 h 6248316"/>
              <a:gd name="connsiteX15" fmla="*/ 138300 w 5729996"/>
              <a:gd name="connsiteY15" fmla="*/ 274616 h 6248316"/>
              <a:gd name="connsiteX16" fmla="*/ 3740423 w 5729996"/>
              <a:gd name="connsiteY16" fmla="*/ 77589 h 6248316"/>
              <a:gd name="connsiteX17" fmla="*/ 4864389 w 5729996"/>
              <a:gd name="connsiteY17" fmla="*/ 28034 h 6248316"/>
              <a:gd name="connsiteX18" fmla="*/ 5369862 w 5729996"/>
              <a:gd name="connsiteY18"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43380 w 5729996"/>
              <a:gd name="connsiteY4" fmla="*/ 106523 h 6248316"/>
              <a:gd name="connsiteX5" fmla="*/ 5421570 w 5729996"/>
              <a:gd name="connsiteY5" fmla="*/ 184905 h 6248316"/>
              <a:gd name="connsiteX6" fmla="*/ 5420220 w 5729996"/>
              <a:gd name="connsiteY6" fmla="*/ 216199 h 6248316"/>
              <a:gd name="connsiteX7" fmla="*/ 5422482 w 5729996"/>
              <a:gd name="connsiteY7" fmla="*/ 260845 h 6248316"/>
              <a:gd name="connsiteX8" fmla="*/ 5610789 w 5729996"/>
              <a:gd name="connsiteY8" fmla="*/ 3898260 h 6248316"/>
              <a:gd name="connsiteX9" fmla="*/ 5629514 w 5729996"/>
              <a:gd name="connsiteY9" fmla="*/ 4230682 h 6248316"/>
              <a:gd name="connsiteX10" fmla="*/ 5637643 w 5729996"/>
              <a:gd name="connsiteY10" fmla="*/ 4444335 h 6248316"/>
              <a:gd name="connsiteX11" fmla="*/ 5729996 w 5729996"/>
              <a:gd name="connsiteY11" fmla="*/ 6248315 h 6248316"/>
              <a:gd name="connsiteX12" fmla="*/ 0 w 5729996"/>
              <a:gd name="connsiteY12" fmla="*/ 6248316 h 6248316"/>
              <a:gd name="connsiteX13" fmla="*/ 0 w 5729996"/>
              <a:gd name="connsiteY13" fmla="*/ 281035 h 6248316"/>
              <a:gd name="connsiteX14" fmla="*/ 138300 w 5729996"/>
              <a:gd name="connsiteY14" fmla="*/ 274616 h 6248316"/>
              <a:gd name="connsiteX15" fmla="*/ 3740423 w 5729996"/>
              <a:gd name="connsiteY15" fmla="*/ 77589 h 6248316"/>
              <a:gd name="connsiteX16" fmla="*/ 4864389 w 5729996"/>
              <a:gd name="connsiteY16" fmla="*/ 28034 h 6248316"/>
              <a:gd name="connsiteX17" fmla="*/ 5369862 w 5729996"/>
              <a:gd name="connsiteY17"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420220 w 5729996"/>
              <a:gd name="connsiteY5" fmla="*/ 216199 h 6248316"/>
              <a:gd name="connsiteX6" fmla="*/ 5422482 w 5729996"/>
              <a:gd name="connsiteY6" fmla="*/ 260845 h 6248316"/>
              <a:gd name="connsiteX7" fmla="*/ 5610789 w 5729996"/>
              <a:gd name="connsiteY7" fmla="*/ 3898260 h 6248316"/>
              <a:gd name="connsiteX8" fmla="*/ 5629514 w 5729996"/>
              <a:gd name="connsiteY8" fmla="*/ 4230682 h 6248316"/>
              <a:gd name="connsiteX9" fmla="*/ 5637643 w 5729996"/>
              <a:gd name="connsiteY9" fmla="*/ 4444335 h 6248316"/>
              <a:gd name="connsiteX10" fmla="*/ 5729996 w 5729996"/>
              <a:gd name="connsiteY10" fmla="*/ 6248315 h 6248316"/>
              <a:gd name="connsiteX11" fmla="*/ 0 w 5729996"/>
              <a:gd name="connsiteY11" fmla="*/ 6248316 h 6248316"/>
              <a:gd name="connsiteX12" fmla="*/ 0 w 5729996"/>
              <a:gd name="connsiteY12" fmla="*/ 281035 h 6248316"/>
              <a:gd name="connsiteX13" fmla="*/ 138300 w 5729996"/>
              <a:gd name="connsiteY13" fmla="*/ 274616 h 6248316"/>
              <a:gd name="connsiteX14" fmla="*/ 3740423 w 5729996"/>
              <a:gd name="connsiteY14" fmla="*/ 77589 h 6248316"/>
              <a:gd name="connsiteX15" fmla="*/ 4864389 w 5729996"/>
              <a:gd name="connsiteY15" fmla="*/ 28034 h 6248316"/>
              <a:gd name="connsiteX16" fmla="*/ 5369862 w 5729996"/>
              <a:gd name="connsiteY16"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420220 w 5729996"/>
              <a:gd name="connsiteY5" fmla="*/ 216199 h 6248316"/>
              <a:gd name="connsiteX6" fmla="*/ 5610789 w 5729996"/>
              <a:gd name="connsiteY6" fmla="*/ 3898260 h 6248316"/>
              <a:gd name="connsiteX7" fmla="*/ 5629514 w 5729996"/>
              <a:gd name="connsiteY7" fmla="*/ 4230682 h 6248316"/>
              <a:gd name="connsiteX8" fmla="*/ 5637643 w 5729996"/>
              <a:gd name="connsiteY8" fmla="*/ 4444335 h 6248316"/>
              <a:gd name="connsiteX9" fmla="*/ 5729996 w 5729996"/>
              <a:gd name="connsiteY9" fmla="*/ 6248315 h 6248316"/>
              <a:gd name="connsiteX10" fmla="*/ 0 w 5729996"/>
              <a:gd name="connsiteY10" fmla="*/ 6248316 h 6248316"/>
              <a:gd name="connsiteX11" fmla="*/ 0 w 5729996"/>
              <a:gd name="connsiteY11" fmla="*/ 281035 h 6248316"/>
              <a:gd name="connsiteX12" fmla="*/ 138300 w 5729996"/>
              <a:gd name="connsiteY12" fmla="*/ 274616 h 6248316"/>
              <a:gd name="connsiteX13" fmla="*/ 3740423 w 5729996"/>
              <a:gd name="connsiteY13" fmla="*/ 77589 h 6248316"/>
              <a:gd name="connsiteX14" fmla="*/ 4864389 w 5729996"/>
              <a:gd name="connsiteY14" fmla="*/ 28034 h 6248316"/>
              <a:gd name="connsiteX15" fmla="*/ 5369862 w 5729996"/>
              <a:gd name="connsiteY15"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421570 w 5729996"/>
              <a:gd name="connsiteY4" fmla="*/ 184905 h 6248316"/>
              <a:gd name="connsiteX5" fmla="*/ 5610789 w 5729996"/>
              <a:gd name="connsiteY5" fmla="*/ 3898260 h 6248316"/>
              <a:gd name="connsiteX6" fmla="*/ 5629514 w 5729996"/>
              <a:gd name="connsiteY6" fmla="*/ 4230682 h 6248316"/>
              <a:gd name="connsiteX7" fmla="*/ 5637643 w 5729996"/>
              <a:gd name="connsiteY7" fmla="*/ 4444335 h 6248316"/>
              <a:gd name="connsiteX8" fmla="*/ 5729996 w 5729996"/>
              <a:gd name="connsiteY8" fmla="*/ 6248315 h 6248316"/>
              <a:gd name="connsiteX9" fmla="*/ 0 w 5729996"/>
              <a:gd name="connsiteY9" fmla="*/ 6248316 h 6248316"/>
              <a:gd name="connsiteX10" fmla="*/ 0 w 5729996"/>
              <a:gd name="connsiteY10" fmla="*/ 281035 h 6248316"/>
              <a:gd name="connsiteX11" fmla="*/ 138300 w 5729996"/>
              <a:gd name="connsiteY11" fmla="*/ 274616 h 6248316"/>
              <a:gd name="connsiteX12" fmla="*/ 3740423 w 5729996"/>
              <a:gd name="connsiteY12" fmla="*/ 77589 h 6248316"/>
              <a:gd name="connsiteX13" fmla="*/ 4864389 w 5729996"/>
              <a:gd name="connsiteY13" fmla="*/ 28034 h 6248316"/>
              <a:gd name="connsiteX14" fmla="*/ 5369862 w 5729996"/>
              <a:gd name="connsiteY14"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 name="connsiteX0" fmla="*/ 5369862 w 5729996"/>
              <a:gd name="connsiteY0" fmla="*/ 0 h 6248316"/>
              <a:gd name="connsiteX1" fmla="*/ 5410496 w 5729996"/>
              <a:gd name="connsiteY1" fmla="*/ 24334 h 6248316"/>
              <a:gd name="connsiteX2" fmla="*/ 5412606 w 5729996"/>
              <a:gd name="connsiteY2" fmla="*/ 65970 h 6248316"/>
              <a:gd name="connsiteX3" fmla="*/ 5416784 w 5729996"/>
              <a:gd name="connsiteY3" fmla="*/ 67780 h 6248316"/>
              <a:gd name="connsiteX4" fmla="*/ 5610789 w 5729996"/>
              <a:gd name="connsiteY4" fmla="*/ 3898260 h 6248316"/>
              <a:gd name="connsiteX5" fmla="*/ 5629514 w 5729996"/>
              <a:gd name="connsiteY5" fmla="*/ 4230682 h 6248316"/>
              <a:gd name="connsiteX6" fmla="*/ 5637643 w 5729996"/>
              <a:gd name="connsiteY6" fmla="*/ 4444335 h 6248316"/>
              <a:gd name="connsiteX7" fmla="*/ 5729996 w 5729996"/>
              <a:gd name="connsiteY7" fmla="*/ 6248315 h 6248316"/>
              <a:gd name="connsiteX8" fmla="*/ 0 w 5729996"/>
              <a:gd name="connsiteY8" fmla="*/ 6248316 h 6248316"/>
              <a:gd name="connsiteX9" fmla="*/ 0 w 5729996"/>
              <a:gd name="connsiteY9" fmla="*/ 281035 h 6248316"/>
              <a:gd name="connsiteX10" fmla="*/ 138300 w 5729996"/>
              <a:gd name="connsiteY10" fmla="*/ 274616 h 6248316"/>
              <a:gd name="connsiteX11" fmla="*/ 3740423 w 5729996"/>
              <a:gd name="connsiteY11" fmla="*/ 77589 h 6248316"/>
              <a:gd name="connsiteX12" fmla="*/ 4864389 w 5729996"/>
              <a:gd name="connsiteY12" fmla="*/ 28034 h 6248316"/>
              <a:gd name="connsiteX13" fmla="*/ 5369862 w 5729996"/>
              <a:gd name="connsiteY13" fmla="*/ 0 h 624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29996" h="6248316">
                <a:moveTo>
                  <a:pt x="5369862" y="0"/>
                </a:moveTo>
                <a:lnTo>
                  <a:pt x="5410496" y="24334"/>
                </a:lnTo>
                <a:cubicBezTo>
                  <a:pt x="5411201" y="38214"/>
                  <a:pt x="5411902" y="52091"/>
                  <a:pt x="5412606" y="65970"/>
                </a:cubicBezTo>
                <a:lnTo>
                  <a:pt x="5416784" y="67780"/>
                </a:lnTo>
                <a:cubicBezTo>
                  <a:pt x="5449814" y="706495"/>
                  <a:pt x="5575334" y="3204443"/>
                  <a:pt x="5610789" y="3898260"/>
                </a:cubicBezTo>
                <a:cubicBezTo>
                  <a:pt x="5604061" y="4042978"/>
                  <a:pt x="5622336" y="4127685"/>
                  <a:pt x="5629514" y="4230682"/>
                </a:cubicBezTo>
                <a:cubicBezTo>
                  <a:pt x="5637574" y="4222004"/>
                  <a:pt x="5648339" y="4380991"/>
                  <a:pt x="5637643" y="4444335"/>
                </a:cubicBezTo>
                <a:lnTo>
                  <a:pt x="5729996" y="6248315"/>
                </a:lnTo>
                <a:lnTo>
                  <a:pt x="0" y="6248316"/>
                </a:lnTo>
                <a:lnTo>
                  <a:pt x="0" y="281035"/>
                </a:lnTo>
                <a:lnTo>
                  <a:pt x="138300" y="274616"/>
                </a:lnTo>
                <a:lnTo>
                  <a:pt x="3740423" y="77589"/>
                </a:lnTo>
                <a:lnTo>
                  <a:pt x="4864389" y="28034"/>
                </a:lnTo>
                <a:lnTo>
                  <a:pt x="5369862"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E821054-EB8F-56D9-E796-25FE2EE9F234}"/>
              </a:ext>
            </a:extLst>
          </p:cNvPr>
          <p:cNvSpPr>
            <a:spLocks noGrp="1"/>
          </p:cNvSpPr>
          <p:nvPr>
            <p:ph type="title"/>
          </p:nvPr>
        </p:nvSpPr>
        <p:spPr>
          <a:xfrm>
            <a:off x="6361758" y="721744"/>
            <a:ext cx="5032572" cy="1706584"/>
          </a:xfrm>
        </p:spPr>
        <p:txBody>
          <a:bodyPr vert="horz" lIns="91440" tIns="45720" rIns="91440" bIns="45720" rtlCol="0" anchor="ctr">
            <a:normAutofit/>
          </a:bodyPr>
          <a:lstStyle/>
          <a:p>
            <a:r>
              <a:rPr lang="en-US" b="1">
                <a:effectLst/>
              </a:rPr>
              <a:t>Budget Analysis</a:t>
            </a:r>
            <a:endParaRPr lang="en-US"/>
          </a:p>
        </p:txBody>
      </p:sp>
      <p:sp>
        <p:nvSpPr>
          <p:cNvPr id="3" name="Content Placeholder 2">
            <a:extLst>
              <a:ext uri="{FF2B5EF4-FFF2-40B4-BE49-F238E27FC236}">
                <a16:creationId xmlns:a16="http://schemas.microsoft.com/office/drawing/2014/main" id="{0BAF3D78-F63B-5E59-4FE5-E93435019B66}"/>
              </a:ext>
            </a:extLst>
          </p:cNvPr>
          <p:cNvSpPr>
            <a:spLocks noGrp="1"/>
          </p:cNvSpPr>
          <p:nvPr>
            <p:ph sz="half" idx="1"/>
          </p:nvPr>
        </p:nvSpPr>
        <p:spPr>
          <a:xfrm>
            <a:off x="6361760" y="2821664"/>
            <a:ext cx="5032572" cy="3502936"/>
          </a:xfrm>
        </p:spPr>
        <p:txBody>
          <a:bodyPr vert="horz" lIns="91440" tIns="45720" rIns="91440" bIns="45720" rtlCol="0">
            <a:normAutofit/>
          </a:bodyPr>
          <a:lstStyle/>
          <a:p>
            <a:r>
              <a:rPr lang="en-US" dirty="0"/>
              <a:t>Out of all the films Avatar by James Cameron has the highest profit margin movie with a profit of 523million and </a:t>
            </a:r>
            <a:r>
              <a:rPr lang="en-US" dirty="0" err="1"/>
              <a:t>Jurrasic</a:t>
            </a:r>
            <a:r>
              <a:rPr lang="en-US" dirty="0"/>
              <a:t> World being the only other movie with 500million plus profit margin.</a:t>
            </a:r>
          </a:p>
          <a:p>
            <a:r>
              <a:rPr lang="en-US" dirty="0"/>
              <a:t>In the 400 million club we have movies like Titanic, Star </a:t>
            </a:r>
            <a:r>
              <a:rPr lang="en-US" dirty="0" err="1"/>
              <a:t>Wars:EpisodeIV</a:t>
            </a:r>
            <a:r>
              <a:rPr lang="en-US" dirty="0"/>
              <a:t>, Extra-Terrestrial and The Avengers</a:t>
            </a:r>
          </a:p>
          <a:p>
            <a:r>
              <a:rPr lang="en-US" dirty="0"/>
              <a:t>Movies with more profit more 330million are in the Top 10.</a:t>
            </a:r>
          </a:p>
        </p:txBody>
      </p:sp>
      <p:pic>
        <p:nvPicPr>
          <p:cNvPr id="6" name="Content Placeholder 5">
            <a:extLst>
              <a:ext uri="{FF2B5EF4-FFF2-40B4-BE49-F238E27FC236}">
                <a16:creationId xmlns:a16="http://schemas.microsoft.com/office/drawing/2014/main" id="{A748A4CF-3F43-FBED-0F41-BE59BE2E06C7}"/>
              </a:ext>
            </a:extLst>
          </p:cNvPr>
          <p:cNvPicPr>
            <a:picLocks noGrp="1" noChangeAspect="1"/>
          </p:cNvPicPr>
          <p:nvPr>
            <p:ph sz="half" idx="2"/>
          </p:nvPr>
        </p:nvPicPr>
        <p:blipFill>
          <a:blip r:embed="rId3"/>
          <a:stretch>
            <a:fillRect/>
          </a:stretch>
        </p:blipFill>
        <p:spPr>
          <a:xfrm rot="21420419">
            <a:off x="291346" y="2109246"/>
            <a:ext cx="5079349" cy="3250782"/>
          </a:xfrm>
          <a:prstGeom prst="rect">
            <a:avLst/>
          </a:prstGeom>
        </p:spPr>
      </p:pic>
    </p:spTree>
    <p:extLst>
      <p:ext uri="{BB962C8B-B14F-4D97-AF65-F5344CB8AC3E}">
        <p14:creationId xmlns:p14="http://schemas.microsoft.com/office/powerpoint/2010/main" val="2938304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C382EB-72F8-6846-D0C1-5952B76033F7}"/>
              </a:ext>
            </a:extLst>
          </p:cNvPr>
          <p:cNvSpPr>
            <a:spLocks noGrp="1"/>
          </p:cNvSpPr>
          <p:nvPr>
            <p:ph type="ctrTitle"/>
          </p:nvPr>
        </p:nvSpPr>
        <p:spPr/>
        <p:txBody>
          <a:bodyPr/>
          <a:lstStyle/>
          <a:p>
            <a:r>
              <a:rPr lang="en-US" dirty="0"/>
              <a:t>Thank You</a:t>
            </a:r>
          </a:p>
        </p:txBody>
      </p:sp>
      <p:sp>
        <p:nvSpPr>
          <p:cNvPr id="6" name="Subtitle 5">
            <a:extLst>
              <a:ext uri="{FF2B5EF4-FFF2-40B4-BE49-F238E27FC236}">
                <a16:creationId xmlns:a16="http://schemas.microsoft.com/office/drawing/2014/main" id="{2DFF4BE3-EF64-9FBA-A02C-698825E94A2B}"/>
              </a:ext>
            </a:extLst>
          </p:cNvPr>
          <p:cNvSpPr>
            <a:spLocks noGrp="1"/>
          </p:cNvSpPr>
          <p:nvPr>
            <p:ph type="subTitle" idx="1"/>
          </p:nvPr>
        </p:nvSpPr>
        <p:spPr/>
        <p:txBody>
          <a:bodyPr>
            <a:normAutofit lnSpcReduction="10000"/>
          </a:bodyPr>
          <a:lstStyle/>
          <a:p>
            <a:r>
              <a:rPr lang="en-US" dirty="0">
                <a:hlinkClick r:id="rId2"/>
              </a:rPr>
              <a:t>https://drive.google.com/file/d/1obw3yGXckfQstfJntUQuwwGnNT9PD1wu/view?usp=drive_link</a:t>
            </a:r>
            <a:endParaRPr lang="en-US" dirty="0"/>
          </a:p>
        </p:txBody>
      </p:sp>
    </p:spTree>
    <p:extLst>
      <p:ext uri="{BB962C8B-B14F-4D97-AF65-F5344CB8AC3E}">
        <p14:creationId xmlns:p14="http://schemas.microsoft.com/office/powerpoint/2010/main" val="984783983"/>
      </p:ext>
    </p:extLst>
  </p:cSld>
  <p:clrMapOvr>
    <a:masterClrMapping/>
  </p:clrMapOvr>
</p:sld>
</file>

<file path=ppt/theme/theme1.xml><?xml version="1.0" encoding="utf-8"?>
<a:theme xmlns:a="http://schemas.openxmlformats.org/drawingml/2006/main" name="AfterhoursVTI">
  <a:themeElements>
    <a:clrScheme name="Afterhours">
      <a:dk1>
        <a:sysClr val="windowText" lastClr="000000"/>
      </a:dk1>
      <a:lt1>
        <a:srgbClr val="FFFFFF"/>
      </a:lt1>
      <a:dk2>
        <a:srgbClr val="2D3122"/>
      </a:dk2>
      <a:lt2>
        <a:srgbClr val="F3F2EE"/>
      </a:lt2>
      <a:accent1>
        <a:srgbClr val="31AEC4"/>
      </a:accent1>
      <a:accent2>
        <a:srgbClr val="3163BD"/>
      </a:accent2>
      <a:accent3>
        <a:srgbClr val="5E854F"/>
      </a:accent3>
      <a:accent4>
        <a:srgbClr val="34B66C"/>
      </a:accent4>
      <a:accent5>
        <a:srgbClr val="CD2929"/>
      </a:accent5>
      <a:accent6>
        <a:srgbClr val="6946C8"/>
      </a:accent6>
      <a:hlink>
        <a:srgbClr val="0678EA"/>
      </a:hlink>
      <a:folHlink>
        <a:srgbClr val="B65887"/>
      </a:folHlink>
    </a:clrScheme>
    <a:fontScheme name="Street">
      <a:majorFont>
        <a:latin typeface="Franklin Gothic Heavy"/>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hoursVTI" id="{90A150B1-9C08-42C7-B4E0-C1D732064FA1}" vid="{A6104589-8A83-4A64-B7F1-AAF946A40515}"/>
    </a:ext>
  </a:extLst>
</a:theme>
</file>

<file path=docProps/app.xml><?xml version="1.0" encoding="utf-8"?>
<Properties xmlns="http://schemas.openxmlformats.org/officeDocument/2006/extended-properties" xmlns:vt="http://schemas.openxmlformats.org/officeDocument/2006/docPropsVTypes">
  <TotalTime>213</TotalTime>
  <Words>586</Words>
  <Application>Microsoft Office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Consolas</vt:lpstr>
      <vt:lpstr>Franklin Gothic Heavy</vt:lpstr>
      <vt:lpstr>Manrope</vt:lpstr>
      <vt:lpstr>AfterhoursVTI</vt:lpstr>
      <vt:lpstr>IMDB Movie Analysis</vt:lpstr>
      <vt:lpstr>Project Description</vt:lpstr>
      <vt:lpstr>Approach</vt:lpstr>
      <vt:lpstr>Tech Stack Used</vt:lpstr>
      <vt:lpstr>Insights </vt:lpstr>
      <vt:lpstr>Movie Genre Analysis</vt:lpstr>
      <vt:lpstr>Movie Duration Analysis</vt:lpstr>
      <vt:lpstr>Language Analysis</vt:lpstr>
      <vt:lpstr>Director Analysis</vt:lpstr>
      <vt:lpstr>Budget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Pratham Mehta</dc:creator>
  <cp:lastModifiedBy>Pratham Mehta</cp:lastModifiedBy>
  <cp:revision>5</cp:revision>
  <dcterms:created xsi:type="dcterms:W3CDTF">2024-11-21T18:18:39Z</dcterms:created>
  <dcterms:modified xsi:type="dcterms:W3CDTF">2024-11-21T21:58:30Z</dcterms:modified>
</cp:coreProperties>
</file>